
<file path=[Content_Types].xml><?xml version="1.0" encoding="utf-8"?>
<Types xmlns="http://schemas.openxmlformats.org/package/2006/content-types">
  <Default Extension="png" ContentType="image/png"/>
  <Default Extension="bin" ContentType="application/vnd.ms-office.activeX"/>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7.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activeX/activeX1.xml" ContentType="application/vnd.ms-office.activeX+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activeX/activeX2.xml" ContentType="application/vnd.ms-office.activeX+xml"/>
  <Override PartName="/ppt/embeddings/oleObject68.bin" ContentType="application/vnd.openxmlformats-officedocument.oleObject"/>
  <Override PartName="/ppt/embeddings/oleObject69.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embeddings/oleObject72.bin" ContentType="application/vnd.openxmlformats-officedocument.oleObject"/>
  <Override PartName="/ppt/embeddings/oleObject73.bin" ContentType="application/vnd.openxmlformats-officedocument.oleObject"/>
  <Override PartName="/ppt/embeddings/oleObject74.bin" ContentType="application/vnd.openxmlformats-officedocument.oleObject"/>
  <Override PartName="/ppt/embeddings/oleObject75.bin" ContentType="application/vnd.openxmlformats-officedocument.oleObject"/>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embeddings/oleObject83.bin" ContentType="application/vnd.openxmlformats-officedocument.oleObject"/>
  <Override PartName="/ppt/embeddings/oleObject84.bin" ContentType="application/vnd.openxmlformats-officedocument.oleObject"/>
  <Override PartName="/ppt/embeddings/oleObject85.bin" ContentType="application/vnd.openxmlformats-officedocument.oleObject"/>
  <Override PartName="/ppt/embeddings/oleObject86.bin" ContentType="application/vnd.openxmlformats-officedocument.oleObject"/>
  <Override PartName="/ppt/embeddings/oleObject87.bin" ContentType="application/vnd.openxmlformats-officedocument.oleObject"/>
  <Override PartName="/ppt/embeddings/oleObject88.bin" ContentType="application/vnd.openxmlformats-officedocument.oleObject"/>
  <Override PartName="/ppt/embeddings/oleObject89.bin" ContentType="application/vnd.openxmlformats-officedocument.oleObject"/>
  <Override PartName="/ppt/embeddings/oleObject90.bin" ContentType="application/vnd.openxmlformats-officedocument.oleObject"/>
  <Override PartName="/ppt/embeddings/oleObject91.bin" ContentType="application/vnd.openxmlformats-officedocument.oleObject"/>
  <Override PartName="/ppt/embeddings/oleObject92.bin" ContentType="application/vnd.openxmlformats-officedocument.oleObject"/>
  <Override PartName="/ppt/embeddings/oleObject93.bin" ContentType="application/vnd.openxmlformats-officedocument.oleObject"/>
  <Override PartName="/ppt/embeddings/oleObject94.bin" ContentType="application/vnd.openxmlformats-officedocument.oleObject"/>
  <Override PartName="/ppt/embeddings/oleObject95.bin" ContentType="application/vnd.openxmlformats-officedocument.oleObject"/>
  <Override PartName="/ppt/embeddings/oleObject96.bin" ContentType="application/vnd.openxmlformats-officedocument.oleObject"/>
  <Override PartName="/ppt/embeddings/oleObject97.bin" ContentType="application/vnd.openxmlformats-officedocument.oleObject"/>
  <Override PartName="/ppt/embeddings/oleObject98.bin" ContentType="application/vnd.openxmlformats-officedocument.oleObject"/>
  <Override PartName="/ppt/embeddings/oleObject99.bin" ContentType="application/vnd.openxmlformats-officedocument.oleObject"/>
  <Override PartName="/ppt/embeddings/oleObject100.bin" ContentType="application/vnd.openxmlformats-officedocument.oleObject"/>
  <Override PartName="/ppt/embeddings/oleObject101.bin" ContentType="application/vnd.openxmlformats-officedocument.oleObject"/>
  <Override PartName="/ppt/embeddings/oleObject102.bin" ContentType="application/vnd.openxmlformats-officedocument.oleObject"/>
  <Override PartName="/ppt/embeddings/oleObject103.bin" ContentType="application/vnd.openxmlformats-officedocument.oleObject"/>
  <Override PartName="/ppt/embeddings/oleObject104.bin" ContentType="application/vnd.openxmlformats-officedocument.oleObject"/>
  <Override PartName="/ppt/embeddings/oleObject105.bin" ContentType="application/vnd.openxmlformats-officedocument.oleObject"/>
  <Override PartName="/ppt/embeddings/oleObject106.bin" ContentType="application/vnd.openxmlformats-officedocument.oleObject"/>
  <Override PartName="/ppt/embeddings/oleObject107.bin" ContentType="application/vnd.openxmlformats-officedocument.oleObject"/>
  <Override PartName="/ppt/embeddings/oleObject108.bin" ContentType="application/vnd.openxmlformats-officedocument.oleObject"/>
  <Override PartName="/ppt/embeddings/oleObject109.bin" ContentType="application/vnd.openxmlformats-officedocument.oleObject"/>
  <Override PartName="/ppt/embeddings/oleObject110.bin" ContentType="application/vnd.openxmlformats-officedocument.oleObject"/>
  <Override PartName="/ppt/embeddings/oleObject111.bin" ContentType="application/vnd.openxmlformats-officedocument.oleObject"/>
  <Override PartName="/ppt/embeddings/oleObject112.bin" ContentType="application/vnd.openxmlformats-officedocument.oleObject"/>
  <Override PartName="/ppt/embeddings/oleObject113.bin" ContentType="application/vnd.openxmlformats-officedocument.oleObject"/>
  <Override PartName="/ppt/embeddings/oleObject114.bin" ContentType="application/vnd.openxmlformats-officedocument.oleObject"/>
  <Override PartName="/ppt/embeddings/oleObject115.bin" ContentType="application/vnd.openxmlformats-officedocument.oleObject"/>
  <Override PartName="/ppt/embeddings/oleObject116.bin" ContentType="application/vnd.openxmlformats-officedocument.oleObject"/>
  <Override PartName="/ppt/embeddings/oleObject117.bin" ContentType="application/vnd.openxmlformats-officedocument.oleObject"/>
  <Override PartName="/ppt/embeddings/oleObject118.bin" ContentType="application/vnd.openxmlformats-officedocument.oleObject"/>
  <Override PartName="/ppt/embeddings/oleObject119.bin" ContentType="application/vnd.openxmlformats-officedocument.oleObject"/>
  <Override PartName="/ppt/embeddings/oleObject120.bin" ContentType="application/vnd.openxmlformats-officedocument.oleObject"/>
  <Override PartName="/ppt/embeddings/oleObject121.bin" ContentType="application/vnd.openxmlformats-officedocument.oleObject"/>
  <Override PartName="/ppt/embeddings/oleObject122.bin" ContentType="application/vnd.openxmlformats-officedocument.oleObject"/>
  <Override PartName="/ppt/embeddings/oleObject123.bin" ContentType="application/vnd.openxmlformats-officedocument.oleObject"/>
  <Override PartName="/ppt/embeddings/oleObject124.bin" ContentType="application/vnd.openxmlformats-officedocument.oleObject"/>
  <Override PartName="/ppt/embeddings/oleObject125.bin" ContentType="application/vnd.openxmlformats-officedocument.oleObject"/>
  <Override PartName="/ppt/embeddings/oleObject126.bin" ContentType="application/vnd.openxmlformats-officedocument.oleObject"/>
  <Override PartName="/ppt/embeddings/oleObject127.bin" ContentType="application/vnd.openxmlformats-officedocument.oleObject"/>
  <Override PartName="/ppt/embeddings/oleObject128.bin" ContentType="application/vnd.openxmlformats-officedocument.oleObject"/>
  <Override PartName="/ppt/embeddings/oleObject129.bin" ContentType="application/vnd.openxmlformats-officedocument.oleObject"/>
  <Override PartName="/ppt/embeddings/oleObject130.bin" ContentType="application/vnd.openxmlformats-officedocument.oleObject"/>
  <Override PartName="/ppt/embeddings/oleObject131.bin" ContentType="application/vnd.openxmlformats-officedocument.oleObject"/>
  <Override PartName="/ppt/embeddings/oleObject132.bin" ContentType="application/vnd.openxmlformats-officedocument.oleObject"/>
  <Override PartName="/ppt/embeddings/oleObject133.bin" ContentType="application/vnd.openxmlformats-officedocument.oleObject"/>
  <Override PartName="/ppt/embeddings/oleObject134.bin" ContentType="application/vnd.openxmlformats-officedocument.oleObject"/>
  <Override PartName="/ppt/embeddings/oleObject135.bin" ContentType="application/vnd.openxmlformats-officedocument.oleObject"/>
  <Override PartName="/ppt/embeddings/oleObject136.bin" ContentType="application/vnd.openxmlformats-officedocument.oleObject"/>
  <Override PartName="/ppt/embeddings/oleObject137.bin" ContentType="application/vnd.openxmlformats-officedocument.oleObject"/>
  <Override PartName="/ppt/embeddings/oleObject138.bin" ContentType="application/vnd.openxmlformats-officedocument.oleObject"/>
  <Override PartName="/ppt/embeddings/oleObject139.bin" ContentType="application/vnd.openxmlformats-officedocument.oleObject"/>
  <Override PartName="/ppt/embeddings/oleObject140.bin" ContentType="application/vnd.openxmlformats-officedocument.oleObject"/>
  <Override PartName="/ppt/embeddings/oleObject141.bin" ContentType="application/vnd.openxmlformats-officedocument.oleObject"/>
  <Override PartName="/ppt/embeddings/oleObject142.bin" ContentType="application/vnd.openxmlformats-officedocument.oleObject"/>
  <Override PartName="/ppt/embeddings/oleObject143.bin" ContentType="application/vnd.openxmlformats-officedocument.oleObject"/>
  <Override PartName="/ppt/embeddings/oleObject144.bin" ContentType="application/vnd.openxmlformats-officedocument.oleObject"/>
  <Override PartName="/ppt/embeddings/oleObject145.bin" ContentType="application/vnd.openxmlformats-officedocument.oleObject"/>
  <Override PartName="/ppt/embeddings/oleObject146.bin" ContentType="application/vnd.openxmlformats-officedocument.oleObject"/>
  <Override PartName="/ppt/embeddings/oleObject147.bin" ContentType="application/vnd.openxmlformats-officedocument.oleObject"/>
  <Override PartName="/ppt/embeddings/oleObject148.bin" ContentType="application/vnd.openxmlformats-officedocument.oleObject"/>
  <Override PartName="/ppt/embeddings/oleObject149.bin" ContentType="application/vnd.openxmlformats-officedocument.oleObject"/>
  <Override PartName="/ppt/embeddings/oleObject150.bin" ContentType="application/vnd.openxmlformats-officedocument.oleObject"/>
  <Override PartName="/ppt/embeddings/oleObject151.bin" ContentType="application/vnd.openxmlformats-officedocument.oleObject"/>
  <Override PartName="/ppt/embeddings/oleObject152.bin" ContentType="application/vnd.openxmlformats-officedocument.oleObject"/>
  <Override PartName="/ppt/embeddings/oleObject153.bin" ContentType="application/vnd.openxmlformats-officedocument.oleObject"/>
  <Override PartName="/ppt/embeddings/oleObject154.bin" ContentType="application/vnd.openxmlformats-officedocument.oleObject"/>
  <Override PartName="/ppt/embeddings/oleObject155.bin" ContentType="application/vnd.openxmlformats-officedocument.oleObject"/>
  <Override PartName="/ppt/embeddings/oleObject156.bin" ContentType="application/vnd.openxmlformats-officedocument.oleObject"/>
  <Override PartName="/ppt/embeddings/oleObject157.bin" ContentType="application/vnd.openxmlformats-officedocument.oleObject"/>
  <Override PartName="/ppt/embeddings/oleObject158.bin" ContentType="application/vnd.openxmlformats-officedocument.oleObject"/>
  <Override PartName="/ppt/embeddings/oleObject159.bin" ContentType="application/vnd.openxmlformats-officedocument.oleObject"/>
  <Override PartName="/ppt/embeddings/oleObject160.bin" ContentType="application/vnd.openxmlformats-officedocument.oleObject"/>
  <Override PartName="/ppt/embeddings/oleObject161.bin" ContentType="application/vnd.openxmlformats-officedocument.oleObject"/>
  <Override PartName="/ppt/embeddings/oleObject162.bin" ContentType="application/vnd.openxmlformats-officedocument.oleObject"/>
  <Override PartName="/ppt/embeddings/oleObject163.bin" ContentType="application/vnd.openxmlformats-officedocument.oleObject"/>
  <Override PartName="/ppt/embeddings/oleObject164.bin" ContentType="application/vnd.openxmlformats-officedocument.oleObject"/>
  <Override PartName="/ppt/embeddings/oleObject165.bin" ContentType="application/vnd.openxmlformats-officedocument.oleObject"/>
  <Override PartName="/ppt/embeddings/oleObject166.bin" ContentType="application/vnd.openxmlformats-officedocument.oleObject"/>
  <Override PartName="/ppt/embeddings/oleObject167.bin" ContentType="application/vnd.openxmlformats-officedocument.oleObject"/>
  <Override PartName="/ppt/embeddings/oleObject168.bin" ContentType="application/vnd.openxmlformats-officedocument.oleObject"/>
  <Override PartName="/ppt/embeddings/oleObject169.bin" ContentType="application/vnd.openxmlformats-officedocument.oleObject"/>
  <Override PartName="/ppt/embeddings/oleObject170.bin" ContentType="application/vnd.openxmlformats-officedocument.oleObject"/>
  <Override PartName="/ppt/embeddings/oleObject171.bin" ContentType="application/vnd.openxmlformats-officedocument.oleObject"/>
  <Override PartName="/ppt/embeddings/oleObject172.bin" ContentType="application/vnd.openxmlformats-officedocument.oleObject"/>
  <Override PartName="/ppt/embeddings/oleObject173.bin" ContentType="application/vnd.openxmlformats-officedocument.oleObject"/>
  <Override PartName="/ppt/embeddings/oleObject174.bin" ContentType="application/vnd.openxmlformats-officedocument.oleObject"/>
  <Override PartName="/ppt/embeddings/oleObject175.bin" ContentType="application/vnd.openxmlformats-officedocument.oleObject"/>
  <Override PartName="/ppt/embeddings/oleObject176.bin" ContentType="application/vnd.openxmlformats-officedocument.oleObject"/>
  <Override PartName="/ppt/activeX/activeX3.xml" ContentType="application/vnd.ms-office.activeX+xml"/>
  <Override PartName="/ppt/embeddings/oleObject177.bin" ContentType="application/vnd.openxmlformats-officedocument.oleObject"/>
  <Override PartName="/ppt/embeddings/oleObject178.bin" ContentType="application/vnd.openxmlformats-officedocument.oleObject"/>
  <Override PartName="/ppt/embeddings/oleObject179.bin" ContentType="application/vnd.openxmlformats-officedocument.oleObject"/>
  <Override PartName="/ppt/embeddings/oleObject180.bin" ContentType="application/vnd.openxmlformats-officedocument.oleObject"/>
  <Override PartName="/ppt/embeddings/oleObject181.bin" ContentType="application/vnd.openxmlformats-officedocument.oleObject"/>
  <Override PartName="/ppt/embeddings/oleObject182.bin" ContentType="application/vnd.openxmlformats-officedocument.oleObject"/>
  <Override PartName="/ppt/embeddings/oleObject183.bin" ContentType="application/vnd.openxmlformats-officedocument.oleObject"/>
  <Override PartName="/ppt/embeddings/oleObject184.bin" ContentType="application/vnd.openxmlformats-officedocument.oleObject"/>
  <Override PartName="/ppt/embeddings/oleObject185.bin" ContentType="application/vnd.openxmlformats-officedocument.oleObject"/>
  <Override PartName="/ppt/embeddings/oleObject186.bin" ContentType="application/vnd.openxmlformats-officedocument.oleObject"/>
  <Override PartName="/ppt/embeddings/oleObject187.bin" ContentType="application/vnd.openxmlformats-officedocument.oleObject"/>
  <Override PartName="/ppt/embeddings/oleObject188.bin" ContentType="application/vnd.openxmlformats-officedocument.oleObject"/>
  <Override PartName="/ppt/embeddings/oleObject189.bin" ContentType="application/vnd.openxmlformats-officedocument.oleObject"/>
  <Override PartName="/ppt/embeddings/oleObject190.bin" ContentType="application/vnd.openxmlformats-officedocument.oleObject"/>
  <Override PartName="/ppt/embeddings/oleObject191.bin" ContentType="application/vnd.openxmlformats-officedocument.oleObject"/>
  <Override PartName="/ppt/embeddings/oleObject192.bin" ContentType="application/vnd.openxmlformats-officedocument.oleObject"/>
  <Override PartName="/ppt/embeddings/oleObject193.bin" ContentType="application/vnd.openxmlformats-officedocument.oleObject"/>
  <Override PartName="/ppt/embeddings/oleObject194.bin" ContentType="application/vnd.openxmlformats-officedocument.oleObject"/>
  <Override PartName="/ppt/embeddings/oleObject195.bin" ContentType="application/vnd.openxmlformats-officedocument.oleObject"/>
  <Override PartName="/ppt/embeddings/oleObject196.bin" ContentType="application/vnd.openxmlformats-officedocument.oleObject"/>
  <Override PartName="/ppt/embeddings/oleObject197.bin" ContentType="application/vnd.openxmlformats-officedocument.oleObject"/>
  <Override PartName="/ppt/embeddings/oleObject198.bin" ContentType="application/vnd.openxmlformats-officedocument.oleObject"/>
  <Override PartName="/ppt/embeddings/oleObject199.bin" ContentType="application/vnd.openxmlformats-officedocument.oleObject"/>
  <Override PartName="/ppt/embeddings/oleObject200.bin" ContentType="application/vnd.openxmlformats-officedocument.oleObject"/>
  <Override PartName="/ppt/embeddings/oleObject201.bin" ContentType="application/vnd.openxmlformats-officedocument.oleObject"/>
  <Override PartName="/ppt/embeddings/oleObject202.bin" ContentType="application/vnd.openxmlformats-officedocument.oleObject"/>
  <Override PartName="/ppt/embeddings/oleObject203.bin" ContentType="application/vnd.openxmlformats-officedocument.oleObject"/>
  <Override PartName="/ppt/embeddings/oleObject204.bin" ContentType="application/vnd.openxmlformats-officedocument.oleObject"/>
  <Override PartName="/ppt/embeddings/oleObject205.bin" ContentType="application/vnd.openxmlformats-officedocument.oleObject"/>
  <Override PartName="/ppt/embeddings/oleObject206.bin" ContentType="application/vnd.openxmlformats-officedocument.oleObject"/>
  <Override PartName="/ppt/embeddings/oleObject207.bin" ContentType="application/vnd.openxmlformats-officedocument.oleObject"/>
  <Override PartName="/ppt/embeddings/oleObject208.bin" ContentType="application/vnd.openxmlformats-officedocument.oleObject"/>
  <Override PartName="/ppt/embeddings/oleObject209.bin" ContentType="application/vnd.openxmlformats-officedocument.oleObject"/>
  <Override PartName="/ppt/embeddings/oleObject210.bin" ContentType="application/vnd.openxmlformats-officedocument.oleObject"/>
  <Override PartName="/ppt/embeddings/oleObject211.bin" ContentType="application/vnd.openxmlformats-officedocument.oleObject"/>
  <Override PartName="/ppt/embeddings/oleObject212.bin" ContentType="application/vnd.openxmlformats-officedocument.oleObject"/>
  <Override PartName="/ppt/embeddings/oleObject213.bin" ContentType="application/vnd.openxmlformats-officedocument.oleObject"/>
  <Override PartName="/ppt/embeddings/oleObject214.bin" ContentType="application/vnd.openxmlformats-officedocument.oleObject"/>
  <Override PartName="/ppt/embeddings/oleObject215.bin" ContentType="application/vnd.openxmlformats-officedocument.oleObject"/>
  <Override PartName="/ppt/embeddings/oleObject216.bin" ContentType="application/vnd.openxmlformats-officedocument.oleObject"/>
  <Override PartName="/ppt/embeddings/oleObject217.bin" ContentType="application/vnd.openxmlformats-officedocument.oleObject"/>
  <Override PartName="/ppt/embeddings/oleObject218.bin" ContentType="application/vnd.openxmlformats-officedocument.oleObject"/>
  <Override PartName="/ppt/embeddings/oleObject219.bin" ContentType="application/vnd.openxmlformats-officedocument.oleObject"/>
  <Override PartName="/ppt/embeddings/oleObject220.bin" ContentType="application/vnd.openxmlformats-officedocument.oleObject"/>
  <Override PartName="/ppt/embeddings/oleObject221.bin" ContentType="application/vnd.openxmlformats-officedocument.oleObject"/>
  <Override PartName="/ppt/embeddings/oleObject222.bin" ContentType="application/vnd.openxmlformats-officedocument.oleObject"/>
  <Override PartName="/ppt/embeddings/oleObject223.bin" ContentType="application/vnd.openxmlformats-officedocument.oleObject"/>
  <Override PartName="/ppt/embeddings/oleObject224.bin" ContentType="application/vnd.openxmlformats-officedocument.oleObject"/>
  <Override PartName="/ppt/embeddings/oleObject225.bin" ContentType="application/vnd.openxmlformats-officedocument.oleObject"/>
  <Override PartName="/ppt/embeddings/oleObject226.bin" ContentType="application/vnd.openxmlformats-officedocument.oleObject"/>
  <Override PartName="/ppt/embeddings/oleObject227.bin" ContentType="application/vnd.openxmlformats-officedocument.oleObject"/>
  <Override PartName="/ppt/embeddings/oleObject228.bin" ContentType="application/vnd.openxmlformats-officedocument.oleObject"/>
  <Override PartName="/ppt/embeddings/oleObject229.bin" ContentType="application/vnd.openxmlformats-officedocument.oleObject"/>
  <Override PartName="/ppt/embeddings/oleObject230.bin" ContentType="application/vnd.openxmlformats-officedocument.oleObject"/>
  <Override PartName="/ppt/embeddings/oleObject231.bin" ContentType="application/vnd.openxmlformats-officedocument.oleObject"/>
  <Override PartName="/ppt/embeddings/oleObject232.bin" ContentType="application/vnd.openxmlformats-officedocument.oleObject"/>
  <Override PartName="/ppt/embeddings/oleObject233.bin" ContentType="application/vnd.openxmlformats-officedocument.oleObject"/>
  <Override PartName="/ppt/embeddings/oleObject234.bin" ContentType="application/vnd.openxmlformats-officedocument.oleObject"/>
  <Override PartName="/ppt/embeddings/oleObject235.bin" ContentType="application/vnd.openxmlformats-officedocument.oleObject"/>
  <Override PartName="/ppt/embeddings/oleObject236.bin" ContentType="application/vnd.openxmlformats-officedocument.oleObject"/>
  <Override PartName="/ppt/embeddings/oleObject237.bin" ContentType="application/vnd.openxmlformats-officedocument.oleObject"/>
  <Override PartName="/ppt/embeddings/oleObject238.bin" ContentType="application/vnd.openxmlformats-officedocument.oleObject"/>
  <Override PartName="/ppt/embeddings/oleObject239.bin" ContentType="application/vnd.openxmlformats-officedocument.oleObject"/>
  <Override PartName="/ppt/embeddings/oleObject240.bin" ContentType="application/vnd.openxmlformats-officedocument.oleObject"/>
  <Override PartName="/ppt/embeddings/oleObject241.bin" ContentType="application/vnd.openxmlformats-officedocument.oleObject"/>
  <Override PartName="/ppt/embeddings/oleObject242.bin" ContentType="application/vnd.openxmlformats-officedocument.oleObject"/>
  <Override PartName="/ppt/embeddings/oleObject243.bin" ContentType="application/vnd.openxmlformats-officedocument.oleObject"/>
  <Override PartName="/ppt/embeddings/oleObject244.bin" ContentType="application/vnd.openxmlformats-officedocument.oleObject"/>
  <Override PartName="/ppt/embeddings/oleObject245.bin" ContentType="application/vnd.openxmlformats-officedocument.oleObject"/>
  <Override PartName="/ppt/embeddings/oleObject246.bin" ContentType="application/vnd.openxmlformats-officedocument.oleObject"/>
  <Override PartName="/ppt/embeddings/oleObject247.bin" ContentType="application/vnd.openxmlformats-officedocument.oleObject"/>
  <Override PartName="/ppt/embeddings/oleObject248.bin" ContentType="application/vnd.openxmlformats-officedocument.oleObject"/>
  <Override PartName="/ppt/embeddings/oleObject249.bin" ContentType="application/vnd.openxmlformats-officedocument.oleObject"/>
  <Override PartName="/ppt/embeddings/oleObject250.bin" ContentType="application/vnd.openxmlformats-officedocument.oleObject"/>
  <Override PartName="/ppt/embeddings/oleObject251.bin" ContentType="application/vnd.openxmlformats-officedocument.oleObject"/>
  <Override PartName="/ppt/embeddings/oleObject252.bin" ContentType="application/vnd.openxmlformats-officedocument.oleObject"/>
  <Override PartName="/ppt/embeddings/oleObject253.bin" ContentType="application/vnd.openxmlformats-officedocument.oleObject"/>
  <Override PartName="/ppt/embeddings/oleObject254.bin" ContentType="application/vnd.openxmlformats-officedocument.oleObject"/>
  <Override PartName="/ppt/embeddings/oleObject255.bin" ContentType="application/vnd.openxmlformats-officedocument.oleObject"/>
  <Override PartName="/ppt/embeddings/oleObject256.bin" ContentType="application/vnd.openxmlformats-officedocument.oleObject"/>
  <Override PartName="/ppt/embeddings/oleObject257.bin" ContentType="application/vnd.openxmlformats-officedocument.oleObject"/>
  <Override PartName="/ppt/embeddings/oleObject258.bin" ContentType="application/vnd.openxmlformats-officedocument.oleObject"/>
  <Override PartName="/ppt/embeddings/oleObject259.bin" ContentType="application/vnd.openxmlformats-officedocument.oleObject"/>
  <Override PartName="/ppt/embeddings/oleObject260.bin" ContentType="application/vnd.openxmlformats-officedocument.oleObject"/>
  <Override PartName="/ppt/embeddings/oleObject261.bin" ContentType="application/vnd.openxmlformats-officedocument.oleObject"/>
  <Override PartName="/ppt/embeddings/oleObject262.bin" ContentType="application/vnd.openxmlformats-officedocument.oleObject"/>
  <Override PartName="/ppt/embeddings/oleObject263.bin" ContentType="application/vnd.openxmlformats-officedocument.oleObject"/>
  <Override PartName="/ppt/embeddings/oleObject264.bin" ContentType="application/vnd.openxmlformats-officedocument.oleObject"/>
  <Override PartName="/ppt/embeddings/oleObject265.bin" ContentType="application/vnd.openxmlformats-officedocument.oleObject"/>
  <Override PartName="/ppt/embeddings/oleObject266.bin" ContentType="application/vnd.openxmlformats-officedocument.oleObject"/>
  <Override PartName="/ppt/embeddings/oleObject267.bin" ContentType="application/vnd.openxmlformats-officedocument.oleObject"/>
  <Override PartName="/ppt/embeddings/oleObject268.bin" ContentType="application/vnd.openxmlformats-officedocument.oleObject"/>
  <Override PartName="/ppt/embeddings/oleObject269.bin" ContentType="application/vnd.openxmlformats-officedocument.oleObject"/>
  <Override PartName="/ppt/embeddings/oleObject270.bin" ContentType="application/vnd.openxmlformats-officedocument.oleObject"/>
  <Override PartName="/ppt/embeddings/oleObject271.bin" ContentType="application/vnd.openxmlformats-officedocument.oleObject"/>
  <Override PartName="/ppt/embeddings/oleObject272.bin" ContentType="application/vnd.openxmlformats-officedocument.oleObject"/>
  <Override PartName="/ppt/embeddings/oleObject273.bin" ContentType="application/vnd.openxmlformats-officedocument.oleObject"/>
  <Override PartName="/ppt/embeddings/oleObject274.bin" ContentType="application/vnd.openxmlformats-officedocument.oleObject"/>
  <Override PartName="/ppt/embeddings/oleObject275.bin" ContentType="application/vnd.openxmlformats-officedocument.oleObject"/>
  <Override PartName="/ppt/embeddings/oleObject276.bin" ContentType="application/vnd.openxmlformats-officedocument.oleObject"/>
  <Override PartName="/ppt/embeddings/oleObject277.bin" ContentType="application/vnd.openxmlformats-officedocument.oleObject"/>
  <Override PartName="/ppt/embeddings/oleObject278.bin" ContentType="application/vnd.openxmlformats-officedocument.oleObject"/>
  <Override PartName="/ppt/embeddings/oleObject279.bin" ContentType="application/vnd.openxmlformats-officedocument.oleObject"/>
  <Override PartName="/ppt/embeddings/oleObject280.bin" ContentType="application/vnd.openxmlformats-officedocument.oleObject"/>
  <Override PartName="/ppt/embeddings/oleObject281.bin" ContentType="application/vnd.openxmlformats-officedocument.oleObject"/>
  <Override PartName="/ppt/embeddings/oleObject282.bin" ContentType="application/vnd.openxmlformats-officedocument.oleObject"/>
  <Override PartName="/ppt/embeddings/oleObject283.bin" ContentType="application/vnd.openxmlformats-officedocument.oleObject"/>
  <Override PartName="/ppt/embeddings/oleObject284.bin" ContentType="application/vnd.openxmlformats-officedocument.oleObject"/>
  <Override PartName="/ppt/embeddings/oleObject285.bin" ContentType="application/vnd.openxmlformats-officedocument.oleObject"/>
  <Override PartName="/ppt/embeddings/oleObject286.bin" ContentType="application/vnd.openxmlformats-officedocument.oleObject"/>
  <Override PartName="/ppt/embeddings/oleObject287.bin" ContentType="application/vnd.openxmlformats-officedocument.oleObject"/>
  <Override PartName="/ppt/embeddings/oleObject288.bin" ContentType="application/vnd.openxmlformats-officedocument.oleObject"/>
  <Override PartName="/ppt/embeddings/oleObject289.bin" ContentType="application/vnd.openxmlformats-officedocument.oleObject"/>
  <Override PartName="/ppt/embeddings/oleObject290.bin" ContentType="application/vnd.openxmlformats-officedocument.oleObject"/>
  <Override PartName="/ppt/embeddings/oleObject291.bin" ContentType="application/vnd.openxmlformats-officedocument.oleObject"/>
  <Override PartName="/ppt/embeddings/oleObject292.bin" ContentType="application/vnd.openxmlformats-officedocument.oleObject"/>
  <Override PartName="/ppt/embeddings/oleObject293.bin" ContentType="application/vnd.openxmlformats-officedocument.oleObject"/>
  <Override PartName="/ppt/embeddings/oleObject294.bin" ContentType="application/vnd.openxmlformats-officedocument.oleObject"/>
  <Override PartName="/ppt/embeddings/oleObject295.bin" ContentType="application/vnd.openxmlformats-officedocument.oleObject"/>
  <Override PartName="/ppt/embeddings/oleObject296.bin" ContentType="application/vnd.openxmlformats-officedocument.oleObject"/>
  <Override PartName="/ppt/embeddings/oleObject297.bin" ContentType="application/vnd.openxmlformats-officedocument.oleObject"/>
  <Override PartName="/ppt/embeddings/oleObject298.bin" ContentType="application/vnd.openxmlformats-officedocument.oleObject"/>
  <Override PartName="/ppt/embeddings/oleObject299.bin" ContentType="application/vnd.openxmlformats-officedocument.oleObject"/>
  <Override PartName="/ppt/embeddings/oleObject300.bin" ContentType="application/vnd.openxmlformats-officedocument.oleObject"/>
  <Override PartName="/ppt/embeddings/oleObject301.bin" ContentType="application/vnd.openxmlformats-officedocument.oleObject"/>
  <Override PartName="/ppt/embeddings/oleObject302.bin" ContentType="application/vnd.openxmlformats-officedocument.oleObject"/>
  <Override PartName="/ppt/embeddings/oleObject303.bin" ContentType="application/vnd.openxmlformats-officedocument.oleObject"/>
  <Override PartName="/ppt/embeddings/oleObject304.bin" ContentType="application/vnd.openxmlformats-officedocument.oleObject"/>
  <Override PartName="/ppt/embeddings/oleObject305.bin" ContentType="application/vnd.openxmlformats-officedocument.oleObject"/>
  <Override PartName="/ppt/embeddings/oleObject306.bin" ContentType="application/vnd.openxmlformats-officedocument.oleObject"/>
  <Override PartName="/ppt/embeddings/oleObject307.bin" ContentType="application/vnd.openxmlformats-officedocument.oleObject"/>
  <Override PartName="/ppt/embeddings/oleObject308.bin" ContentType="application/vnd.openxmlformats-officedocument.oleObject"/>
  <Override PartName="/ppt/embeddings/oleObject309.bin" ContentType="application/vnd.openxmlformats-officedocument.oleObject"/>
  <Override PartName="/ppt/embeddings/oleObject310.bin" ContentType="application/vnd.openxmlformats-officedocument.oleObject"/>
  <Override PartName="/ppt/embeddings/oleObject311.bin" ContentType="application/vnd.openxmlformats-officedocument.oleObject"/>
  <Override PartName="/ppt/embeddings/oleObject312.bin" ContentType="application/vnd.openxmlformats-officedocument.oleObject"/>
  <Override PartName="/ppt/embeddings/oleObject313.bin" ContentType="application/vnd.openxmlformats-officedocument.oleObject"/>
  <Override PartName="/ppt/embeddings/oleObject314.bin" ContentType="application/vnd.openxmlformats-officedocument.oleObject"/>
  <Override PartName="/ppt/embeddings/oleObject315.bin" ContentType="application/vnd.openxmlformats-officedocument.oleObject"/>
  <Override PartName="/ppt/embeddings/oleObject316.bin" ContentType="application/vnd.openxmlformats-officedocument.oleObject"/>
  <Override PartName="/ppt/embeddings/oleObject317.bin" ContentType="application/vnd.openxmlformats-officedocument.oleObject"/>
  <Override PartName="/ppt/embeddings/oleObject318.bin" ContentType="application/vnd.openxmlformats-officedocument.oleObject"/>
  <Override PartName="/ppt/embeddings/oleObject319.bin" ContentType="application/vnd.openxmlformats-officedocument.oleObject"/>
  <Override PartName="/ppt/embeddings/oleObject320.bin" ContentType="application/vnd.openxmlformats-officedocument.oleObject"/>
  <Override PartName="/ppt/embeddings/oleObject321.bin" ContentType="application/vnd.openxmlformats-officedocument.oleObject"/>
  <Override PartName="/ppt/embeddings/oleObject322.bin" ContentType="application/vnd.openxmlformats-officedocument.oleObject"/>
  <Override PartName="/ppt/embeddings/oleObject323.bin" ContentType="application/vnd.openxmlformats-officedocument.oleObject"/>
  <Override PartName="/ppt/embeddings/oleObject324.bin" ContentType="application/vnd.openxmlformats-officedocument.oleObject"/>
  <Override PartName="/ppt/embeddings/oleObject325.bin" ContentType="application/vnd.openxmlformats-officedocument.oleObject"/>
  <Override PartName="/ppt/embeddings/oleObject326.bin" ContentType="application/vnd.openxmlformats-officedocument.oleObject"/>
  <Override PartName="/ppt/embeddings/oleObject327.bin" ContentType="application/vnd.openxmlformats-officedocument.oleObject"/>
  <Override PartName="/ppt/embeddings/oleObject328.bin" ContentType="application/vnd.openxmlformats-officedocument.oleObject"/>
  <Override PartName="/ppt/embeddings/oleObject329.bin" ContentType="application/vnd.openxmlformats-officedocument.oleObject"/>
  <Override PartName="/ppt/embeddings/oleObject330.bin" ContentType="application/vnd.openxmlformats-officedocument.oleObject"/>
  <Override PartName="/ppt/embeddings/oleObject331.bin" ContentType="application/vnd.openxmlformats-officedocument.oleObject"/>
  <Override PartName="/ppt/embeddings/oleObject332.bin" ContentType="application/vnd.openxmlformats-officedocument.oleObject"/>
  <Override PartName="/ppt/embeddings/oleObject333.bin" ContentType="application/vnd.openxmlformats-officedocument.oleObject"/>
  <Override PartName="/ppt/embeddings/oleObject334.bin" ContentType="application/vnd.openxmlformats-officedocument.oleObject"/>
  <Override PartName="/ppt/embeddings/oleObject335.bin" ContentType="application/vnd.openxmlformats-officedocument.oleObject"/>
  <Override PartName="/ppt/embeddings/oleObject336.bin" ContentType="application/vnd.openxmlformats-officedocument.oleObject"/>
  <Override PartName="/ppt/embeddings/oleObject337.bin" ContentType="application/vnd.openxmlformats-officedocument.oleObject"/>
  <Override PartName="/ppt/embeddings/oleObject338.bin" ContentType="application/vnd.openxmlformats-officedocument.oleObject"/>
  <Override PartName="/ppt/embeddings/oleObject339.bin" ContentType="application/vnd.openxmlformats-officedocument.oleObject"/>
  <Override PartName="/ppt/embeddings/oleObject340.bin" ContentType="application/vnd.openxmlformats-officedocument.oleObject"/>
  <Override PartName="/ppt/embeddings/oleObject341.bin" ContentType="application/vnd.openxmlformats-officedocument.oleObject"/>
  <Override PartName="/ppt/embeddings/oleObject342.bin" ContentType="application/vnd.openxmlformats-officedocument.oleObject"/>
  <Override PartName="/ppt/embeddings/oleObject343.bin" ContentType="application/vnd.openxmlformats-officedocument.oleObject"/>
  <Override PartName="/ppt/embeddings/oleObject344.bin" ContentType="application/vnd.openxmlformats-officedocument.oleObject"/>
  <Override PartName="/ppt/embeddings/oleObject345.bin" ContentType="application/vnd.openxmlformats-officedocument.oleObject"/>
  <Override PartName="/ppt/embeddings/oleObject346.bin" ContentType="application/vnd.openxmlformats-officedocument.oleObject"/>
  <Override PartName="/ppt/embeddings/oleObject347.bin" ContentType="application/vnd.openxmlformats-officedocument.oleObject"/>
  <Override PartName="/ppt/embeddings/oleObject348.bin" ContentType="application/vnd.openxmlformats-officedocument.oleObject"/>
  <Override PartName="/ppt/embeddings/oleObject349.bin" ContentType="application/vnd.openxmlformats-officedocument.oleObject"/>
  <Override PartName="/ppt/embeddings/oleObject350.bin" ContentType="application/vnd.openxmlformats-officedocument.oleObject"/>
  <Override PartName="/ppt/embeddings/oleObject351.bin" ContentType="application/vnd.openxmlformats-officedocument.oleObject"/>
  <Override PartName="/ppt/embeddings/oleObject352.bin" ContentType="application/vnd.openxmlformats-officedocument.oleObject"/>
  <Override PartName="/ppt/embeddings/oleObject353.bin" ContentType="application/vnd.openxmlformats-officedocument.oleObject"/>
  <Override PartName="/ppt/embeddings/oleObject354.bin" ContentType="application/vnd.openxmlformats-officedocument.oleObject"/>
  <Override PartName="/ppt/embeddings/oleObject355.bin" ContentType="application/vnd.openxmlformats-officedocument.oleObject"/>
  <Override PartName="/ppt/embeddings/oleObject356.bin" ContentType="application/vnd.openxmlformats-officedocument.oleObject"/>
  <Override PartName="/ppt/embeddings/oleObject357.bin" ContentType="application/vnd.openxmlformats-officedocument.oleObject"/>
  <Override PartName="/ppt/embeddings/oleObject358.bin" ContentType="application/vnd.openxmlformats-officedocument.oleObject"/>
  <Override PartName="/ppt/embeddings/oleObject359.bin" ContentType="application/vnd.openxmlformats-officedocument.oleObject"/>
  <Override PartName="/ppt/embeddings/oleObject360.bin" ContentType="application/vnd.openxmlformats-officedocument.oleObject"/>
  <Override PartName="/ppt/embeddings/oleObject361.bin" ContentType="application/vnd.openxmlformats-officedocument.oleObject"/>
  <Override PartName="/ppt/embeddings/oleObject362.bin" ContentType="application/vnd.openxmlformats-officedocument.oleObject"/>
  <Override PartName="/ppt/embeddings/oleObject363.bin" ContentType="application/vnd.openxmlformats-officedocument.oleObject"/>
  <Override PartName="/ppt/embeddings/oleObject364.bin" ContentType="application/vnd.openxmlformats-officedocument.oleObject"/>
  <Override PartName="/ppt/embeddings/oleObject365.bin" ContentType="application/vnd.openxmlformats-officedocument.oleObject"/>
  <Override PartName="/ppt/embeddings/oleObject366.bin" ContentType="application/vnd.openxmlformats-officedocument.oleObject"/>
  <Override PartName="/ppt/embeddings/oleObject367.bin" ContentType="application/vnd.openxmlformats-officedocument.oleObject"/>
  <Override PartName="/ppt/embeddings/oleObject368.bin" ContentType="application/vnd.openxmlformats-officedocument.oleObject"/>
  <Override PartName="/ppt/embeddings/oleObject369.bin" ContentType="application/vnd.openxmlformats-officedocument.oleObject"/>
  <Override PartName="/ppt/embeddings/oleObject370.bin" ContentType="application/vnd.openxmlformats-officedocument.oleObject"/>
  <Override PartName="/ppt/embeddings/oleObject371.bin" ContentType="application/vnd.openxmlformats-officedocument.oleObject"/>
  <Override PartName="/ppt/embeddings/oleObject372.bin" ContentType="application/vnd.openxmlformats-officedocument.oleObject"/>
  <Override PartName="/ppt/embeddings/oleObject373.bin" ContentType="application/vnd.openxmlformats-officedocument.oleObject"/>
  <Override PartName="/ppt/embeddings/oleObject374.bin" ContentType="application/vnd.openxmlformats-officedocument.oleObject"/>
  <Override PartName="/ppt/embeddings/oleObject375.bin" ContentType="application/vnd.openxmlformats-officedocument.oleObject"/>
  <Override PartName="/ppt/embeddings/oleObject376.bin" ContentType="application/vnd.openxmlformats-officedocument.oleObject"/>
  <Override PartName="/ppt/embeddings/oleObject377.bin" ContentType="application/vnd.openxmlformats-officedocument.oleObject"/>
  <Override PartName="/ppt/embeddings/oleObject378.bin" ContentType="application/vnd.openxmlformats-officedocument.oleObject"/>
  <Override PartName="/ppt/embeddings/oleObject379.bin" ContentType="application/vnd.openxmlformats-officedocument.oleObject"/>
  <Override PartName="/ppt/embeddings/oleObject380.bin" ContentType="application/vnd.openxmlformats-officedocument.oleObject"/>
  <Override PartName="/ppt/embeddings/oleObject381.bin" ContentType="application/vnd.openxmlformats-officedocument.oleObject"/>
  <Override PartName="/ppt/embeddings/oleObject382.bin" ContentType="application/vnd.openxmlformats-officedocument.oleObject"/>
  <Override PartName="/ppt/embeddings/oleObject383.bin" ContentType="application/vnd.openxmlformats-officedocument.oleObject"/>
  <Override PartName="/ppt/embeddings/oleObject384.bin" ContentType="application/vnd.openxmlformats-officedocument.oleObject"/>
  <Override PartName="/ppt/embeddings/oleObject385.bin" ContentType="application/vnd.openxmlformats-officedocument.oleObject"/>
  <Override PartName="/ppt/embeddings/oleObject386.bin" ContentType="application/vnd.openxmlformats-officedocument.oleObject"/>
  <Override PartName="/ppt/embeddings/oleObject387.bin" ContentType="application/vnd.openxmlformats-officedocument.oleObject"/>
  <Override PartName="/ppt/embeddings/oleObject388.bin" ContentType="application/vnd.openxmlformats-officedocument.oleObject"/>
  <Override PartName="/ppt/embeddings/oleObject389.bin" ContentType="application/vnd.openxmlformats-officedocument.oleObject"/>
  <Override PartName="/ppt/embeddings/oleObject390.bin" ContentType="application/vnd.openxmlformats-officedocument.oleObject"/>
  <Override PartName="/ppt/embeddings/oleObject391.bin" ContentType="application/vnd.openxmlformats-officedocument.oleObject"/>
  <Override PartName="/ppt/embeddings/oleObject392.bin" ContentType="application/vnd.openxmlformats-officedocument.oleObject"/>
  <Override PartName="/ppt/embeddings/oleObject393.bin" ContentType="application/vnd.openxmlformats-officedocument.oleObject"/>
  <Override PartName="/ppt/embeddings/oleObject394.bin" ContentType="application/vnd.openxmlformats-officedocument.oleObject"/>
  <Override PartName="/ppt/embeddings/oleObject395.bin" ContentType="application/vnd.openxmlformats-officedocument.oleObject"/>
  <Override PartName="/ppt/embeddings/oleObject396.bin" ContentType="application/vnd.openxmlformats-officedocument.oleObject"/>
  <Override PartName="/ppt/embeddings/oleObject397.bin" ContentType="application/vnd.openxmlformats-officedocument.oleObject"/>
  <Override PartName="/ppt/embeddings/oleObject398.bin" ContentType="application/vnd.openxmlformats-officedocument.oleObject"/>
  <Override PartName="/ppt/embeddings/oleObject399.bin" ContentType="application/vnd.openxmlformats-officedocument.oleObject"/>
  <Override PartName="/ppt/embeddings/oleObject400.bin" ContentType="application/vnd.openxmlformats-officedocument.oleObject"/>
  <Override PartName="/ppt/embeddings/oleObject401.bin" ContentType="application/vnd.openxmlformats-officedocument.oleObject"/>
  <Override PartName="/ppt/embeddings/oleObject402.bin" ContentType="application/vnd.openxmlformats-officedocument.oleObject"/>
  <Override PartName="/ppt/embeddings/oleObject403.bin" ContentType="application/vnd.openxmlformats-officedocument.oleObject"/>
  <Override PartName="/ppt/embeddings/oleObject404.bin" ContentType="application/vnd.openxmlformats-officedocument.oleObject"/>
  <Override PartName="/ppt/embeddings/oleObject405.bin" ContentType="application/vnd.openxmlformats-officedocument.oleObject"/>
  <Override PartName="/ppt/embeddings/oleObject406.bin" ContentType="application/vnd.openxmlformats-officedocument.oleObject"/>
  <Override PartName="/ppt/embeddings/oleObject407.bin" ContentType="application/vnd.openxmlformats-officedocument.oleObject"/>
  <Override PartName="/ppt/embeddings/oleObject408.bin" ContentType="application/vnd.openxmlformats-officedocument.oleObject"/>
  <Override PartName="/ppt/embeddings/oleObject409.bin" ContentType="application/vnd.openxmlformats-officedocument.oleObject"/>
  <Override PartName="/ppt/embeddings/oleObject410.bin" ContentType="application/vnd.openxmlformats-officedocument.oleObject"/>
  <Override PartName="/ppt/embeddings/oleObject411.bin" ContentType="application/vnd.openxmlformats-officedocument.oleObject"/>
  <Override PartName="/ppt/embeddings/oleObject412.bin" ContentType="application/vnd.openxmlformats-officedocument.oleObject"/>
  <Override PartName="/ppt/embeddings/oleObject413.bin" ContentType="application/vnd.openxmlformats-officedocument.oleObject"/>
  <Override PartName="/ppt/embeddings/oleObject414.bin" ContentType="application/vnd.openxmlformats-officedocument.oleObject"/>
  <Override PartName="/ppt/embeddings/oleObject415.bin" ContentType="application/vnd.openxmlformats-officedocument.oleObject"/>
  <Override PartName="/ppt/embeddings/oleObject416.bin" ContentType="application/vnd.openxmlformats-officedocument.oleObject"/>
  <Override PartName="/ppt/embeddings/oleObject417.bin" ContentType="application/vnd.openxmlformats-officedocument.oleObject"/>
  <Override PartName="/ppt/embeddings/oleObject418.bin" ContentType="application/vnd.openxmlformats-officedocument.oleObject"/>
  <Override PartName="/ppt/embeddings/oleObject419.bin" ContentType="application/vnd.openxmlformats-officedocument.oleObject"/>
  <Override PartName="/ppt/embeddings/oleObject420.bin" ContentType="application/vnd.openxmlformats-officedocument.oleObject"/>
  <Override PartName="/ppt/embeddings/oleObject421.bin" ContentType="application/vnd.openxmlformats-officedocument.oleObject"/>
  <Override PartName="/ppt/embeddings/oleObject422.bin" ContentType="application/vnd.openxmlformats-officedocument.oleObject"/>
  <Override PartName="/ppt/embeddings/oleObject423.bin" ContentType="application/vnd.openxmlformats-officedocument.oleObject"/>
  <Override PartName="/ppt/embeddings/oleObject424.bin" ContentType="application/vnd.openxmlformats-officedocument.oleObject"/>
  <Override PartName="/ppt/embeddings/oleObject425.bin" ContentType="application/vnd.openxmlformats-officedocument.oleObject"/>
  <Override PartName="/ppt/embeddings/oleObject426.bin" ContentType="application/vnd.openxmlformats-officedocument.oleObject"/>
  <Override PartName="/ppt/embeddings/oleObject427.bin" ContentType="application/vnd.openxmlformats-officedocument.oleObject"/>
  <Override PartName="/ppt/embeddings/oleObject428.bin" ContentType="application/vnd.openxmlformats-officedocument.oleObject"/>
  <Override PartName="/ppt/embeddings/oleObject429.bin" ContentType="application/vnd.openxmlformats-officedocument.oleObject"/>
  <Override PartName="/ppt/embeddings/oleObject430.bin" ContentType="application/vnd.openxmlformats-officedocument.oleObject"/>
  <Override PartName="/ppt/embeddings/oleObject431.bin" ContentType="application/vnd.openxmlformats-officedocument.oleObject"/>
  <Override PartName="/ppt/embeddings/oleObject432.bin" ContentType="application/vnd.openxmlformats-officedocument.oleObject"/>
  <Override PartName="/ppt/embeddings/oleObject433.bin" ContentType="application/vnd.openxmlformats-officedocument.oleObject"/>
  <Override PartName="/ppt/embeddings/oleObject434.bin" ContentType="application/vnd.openxmlformats-officedocument.oleObject"/>
  <Override PartName="/ppt/embeddings/oleObject435.bin" ContentType="application/vnd.openxmlformats-officedocument.oleObject"/>
  <Override PartName="/ppt/embeddings/oleObject436.bin" ContentType="application/vnd.openxmlformats-officedocument.oleObject"/>
  <Override PartName="/ppt/embeddings/oleObject437.bin" ContentType="application/vnd.openxmlformats-officedocument.oleObject"/>
  <Override PartName="/ppt/embeddings/oleObject438.bin" ContentType="application/vnd.openxmlformats-officedocument.oleObject"/>
  <Override PartName="/ppt/embeddings/oleObject439.bin" ContentType="application/vnd.openxmlformats-officedocument.oleObject"/>
  <Override PartName="/ppt/embeddings/oleObject440.bin" ContentType="application/vnd.openxmlformats-officedocument.oleObject"/>
  <Override PartName="/ppt/embeddings/oleObject441.bin" ContentType="application/vnd.openxmlformats-officedocument.oleObject"/>
  <Override PartName="/ppt/embeddings/oleObject442.bin" ContentType="application/vnd.openxmlformats-officedocument.oleObject"/>
  <Override PartName="/ppt/embeddings/oleObject443.bin" ContentType="application/vnd.openxmlformats-officedocument.oleObject"/>
  <Override PartName="/ppt/embeddings/oleObject444.bin" ContentType="application/vnd.openxmlformats-officedocument.oleObject"/>
  <Override PartName="/ppt/embeddings/oleObject445.bin" ContentType="application/vnd.openxmlformats-officedocument.oleObject"/>
  <Override PartName="/ppt/embeddings/oleObject446.bin" ContentType="application/vnd.openxmlformats-officedocument.oleObject"/>
  <Override PartName="/ppt/embeddings/oleObject447.bin" ContentType="application/vnd.openxmlformats-officedocument.oleObject"/>
  <Override PartName="/ppt/embeddings/oleObject448.bin" ContentType="application/vnd.openxmlformats-officedocument.oleObject"/>
  <Override PartName="/ppt/embeddings/oleObject449.bin" ContentType="application/vnd.openxmlformats-officedocument.oleObject"/>
  <Override PartName="/ppt/embeddings/oleObject450.bin" ContentType="application/vnd.openxmlformats-officedocument.oleObject"/>
  <Override PartName="/ppt/embeddings/oleObject451.bin" ContentType="application/vnd.openxmlformats-officedocument.oleObject"/>
  <Override PartName="/ppt/embeddings/oleObject452.bin" ContentType="application/vnd.openxmlformats-officedocument.oleObject"/>
  <Override PartName="/ppt/embeddings/oleObject453.bin" ContentType="application/vnd.openxmlformats-officedocument.oleObject"/>
  <Override PartName="/ppt/embeddings/oleObject454.bin" ContentType="application/vnd.openxmlformats-officedocument.oleObject"/>
  <Override PartName="/ppt/embeddings/oleObject455.bin" ContentType="application/vnd.openxmlformats-officedocument.oleObject"/>
  <Override PartName="/ppt/embeddings/oleObject456.bin" ContentType="application/vnd.openxmlformats-officedocument.oleObject"/>
  <Override PartName="/ppt/embeddings/oleObject457.bin" ContentType="application/vnd.openxmlformats-officedocument.oleObject"/>
  <Override PartName="/ppt/embeddings/oleObject458.bin" ContentType="application/vnd.openxmlformats-officedocument.oleObject"/>
  <Override PartName="/ppt/embeddings/oleObject459.bin" ContentType="application/vnd.openxmlformats-officedocument.oleObject"/>
  <Override PartName="/ppt/embeddings/oleObject460.bin" ContentType="application/vnd.openxmlformats-officedocument.oleObject"/>
  <Override PartName="/ppt/embeddings/oleObject461.bin" ContentType="application/vnd.openxmlformats-officedocument.oleObject"/>
  <Override PartName="/ppt/embeddings/oleObject462.bin" ContentType="application/vnd.openxmlformats-officedocument.oleObject"/>
  <Override PartName="/ppt/embeddings/oleObject463.bin" ContentType="application/vnd.openxmlformats-officedocument.oleObject"/>
  <Override PartName="/ppt/embeddings/oleObject464.bin" ContentType="application/vnd.openxmlformats-officedocument.oleObject"/>
  <Override PartName="/ppt/embeddings/oleObject465.bin" ContentType="application/vnd.openxmlformats-officedocument.oleObject"/>
  <Override PartName="/ppt/embeddings/oleObject466.bin" ContentType="application/vnd.openxmlformats-officedocument.oleObject"/>
  <Override PartName="/ppt/embeddings/oleObject467.bin" ContentType="application/vnd.openxmlformats-officedocument.oleObject"/>
  <Override PartName="/ppt/embeddings/oleObject468.bin" ContentType="application/vnd.openxmlformats-officedocument.oleObject"/>
  <Override PartName="/ppt/embeddings/oleObject469.bin" ContentType="application/vnd.openxmlformats-officedocument.oleObject"/>
  <Override PartName="/ppt/embeddings/oleObject470.bin" ContentType="application/vnd.openxmlformats-officedocument.oleObject"/>
  <Override PartName="/ppt/embeddings/oleObject471.bin" ContentType="application/vnd.openxmlformats-officedocument.oleObject"/>
  <Override PartName="/ppt/embeddings/oleObject472.bin" ContentType="application/vnd.openxmlformats-officedocument.oleObject"/>
  <Override PartName="/ppt/embeddings/oleObject473.bin" ContentType="application/vnd.openxmlformats-officedocument.oleObject"/>
  <Override PartName="/ppt/embeddings/oleObject474.bin" ContentType="application/vnd.openxmlformats-officedocument.oleObject"/>
  <Override PartName="/ppt/embeddings/oleObject475.bin" ContentType="application/vnd.openxmlformats-officedocument.oleObject"/>
  <Override PartName="/ppt/embeddings/oleObject476.bin" ContentType="application/vnd.openxmlformats-officedocument.oleObject"/>
  <Override PartName="/ppt/embeddings/oleObject477.bin" ContentType="application/vnd.openxmlformats-officedocument.oleObject"/>
  <Override PartName="/ppt/embeddings/oleObject478.bin" ContentType="application/vnd.openxmlformats-officedocument.oleObject"/>
  <Override PartName="/ppt/embeddings/oleObject479.bin" ContentType="application/vnd.openxmlformats-officedocument.oleObject"/>
  <Override PartName="/ppt/embeddings/oleObject480.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74" r:id="rId3"/>
    <p:sldMasterId id="2147483691" r:id="rId4"/>
    <p:sldMasterId id="2147483704" r:id="rId5"/>
    <p:sldMasterId id="2147483716" r:id="rId6"/>
    <p:sldMasterId id="2147483792" r:id="rId7"/>
    <p:sldMasterId id="2147483884" r:id="rId8"/>
  </p:sldMasterIdLst>
  <p:notesMasterIdLst>
    <p:notesMasterId r:id="rId99"/>
  </p:notesMasterIdLst>
  <p:sldIdLst>
    <p:sldId id="652" r:id="rId9"/>
    <p:sldId id="488" r:id="rId10"/>
    <p:sldId id="489" r:id="rId11"/>
    <p:sldId id="642" r:id="rId12"/>
    <p:sldId id="863" r:id="rId13"/>
    <p:sldId id="490" r:id="rId14"/>
    <p:sldId id="491" r:id="rId15"/>
    <p:sldId id="680" r:id="rId16"/>
    <p:sldId id="492" r:id="rId17"/>
    <p:sldId id="864" r:id="rId18"/>
    <p:sldId id="868" r:id="rId19"/>
    <p:sldId id="869" r:id="rId20"/>
    <p:sldId id="865" r:id="rId21"/>
    <p:sldId id="493" r:id="rId22"/>
    <p:sldId id="681" r:id="rId23"/>
    <p:sldId id="494" r:id="rId24"/>
    <p:sldId id="866" r:id="rId25"/>
    <p:sldId id="568" r:id="rId26"/>
    <p:sldId id="495" r:id="rId27"/>
    <p:sldId id="496" r:id="rId28"/>
    <p:sldId id="867" r:id="rId29"/>
    <p:sldId id="749" r:id="rId30"/>
    <p:sldId id="497" r:id="rId31"/>
    <p:sldId id="498" r:id="rId32"/>
    <p:sldId id="499" r:id="rId33"/>
    <p:sldId id="500" r:id="rId34"/>
    <p:sldId id="501" r:id="rId35"/>
    <p:sldId id="502" r:id="rId36"/>
    <p:sldId id="503" r:id="rId37"/>
    <p:sldId id="504" r:id="rId38"/>
    <p:sldId id="505" r:id="rId39"/>
    <p:sldId id="857" r:id="rId40"/>
    <p:sldId id="506" r:id="rId41"/>
    <p:sldId id="569" r:id="rId42"/>
    <p:sldId id="640" r:id="rId43"/>
    <p:sldId id="507" r:id="rId44"/>
    <p:sldId id="508" r:id="rId45"/>
    <p:sldId id="682" r:id="rId46"/>
    <p:sldId id="641" r:id="rId47"/>
    <p:sldId id="649" r:id="rId48"/>
    <p:sldId id="811" r:id="rId49"/>
    <p:sldId id="516" r:id="rId50"/>
    <p:sldId id="510" r:id="rId51"/>
    <p:sldId id="511" r:id="rId52"/>
    <p:sldId id="570" r:id="rId53"/>
    <p:sldId id="512" r:id="rId54"/>
    <p:sldId id="571" r:id="rId55"/>
    <p:sldId id="513" r:id="rId56"/>
    <p:sldId id="572" r:id="rId57"/>
    <p:sldId id="514" r:id="rId58"/>
    <p:sldId id="515" r:id="rId59"/>
    <p:sldId id="517" r:id="rId60"/>
    <p:sldId id="574" r:id="rId61"/>
    <p:sldId id="525" r:id="rId62"/>
    <p:sldId id="683" r:id="rId63"/>
    <p:sldId id="518" r:id="rId64"/>
    <p:sldId id="519" r:id="rId65"/>
    <p:sldId id="520" r:id="rId66"/>
    <p:sldId id="521" r:id="rId67"/>
    <p:sldId id="522" r:id="rId68"/>
    <p:sldId id="523" r:id="rId69"/>
    <p:sldId id="858" r:id="rId70"/>
    <p:sldId id="575" r:id="rId71"/>
    <p:sldId id="860" r:id="rId72"/>
    <p:sldId id="859" r:id="rId73"/>
    <p:sldId id="524" r:id="rId74"/>
    <p:sldId id="576" r:id="rId75"/>
    <p:sldId id="526" r:id="rId76"/>
    <p:sldId id="628" r:id="rId77"/>
    <p:sldId id="527" r:id="rId78"/>
    <p:sldId id="629" r:id="rId79"/>
    <p:sldId id="862" r:id="rId80"/>
    <p:sldId id="630" r:id="rId81"/>
    <p:sldId id="631" r:id="rId82"/>
    <p:sldId id="632" r:id="rId83"/>
    <p:sldId id="684" r:id="rId84"/>
    <p:sldId id="633" r:id="rId85"/>
    <p:sldId id="634" r:id="rId86"/>
    <p:sldId id="635" r:id="rId87"/>
    <p:sldId id="636" r:id="rId88"/>
    <p:sldId id="637" r:id="rId89"/>
    <p:sldId id="638" r:id="rId90"/>
    <p:sldId id="529" r:id="rId91"/>
    <p:sldId id="577" r:id="rId92"/>
    <p:sldId id="530" r:id="rId93"/>
    <p:sldId id="639" r:id="rId94"/>
    <p:sldId id="651" r:id="rId95"/>
    <p:sldId id="650" r:id="rId96"/>
    <p:sldId id="856" r:id="rId97"/>
    <p:sldId id="653" r:id="rId98"/>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rgbClr val="000066"/>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rgbClr val="000066"/>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rgbClr val="000066"/>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rgbClr val="000066"/>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rgbClr val="000066"/>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rgbClr val="000066"/>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rgbClr val="000066"/>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rgbClr val="000066"/>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008080"/>
    <a:srgbClr val="003366"/>
    <a:srgbClr val="B8DEE6"/>
    <a:srgbClr val="FF0000"/>
    <a:srgbClr val="996600"/>
    <a:srgbClr val="FF6600"/>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3777" autoAdjust="0"/>
  </p:normalViewPr>
  <p:slideViewPr>
    <p:cSldViewPr snapToGrid="0">
      <p:cViewPr varScale="1">
        <p:scale>
          <a:sx n="105" d="100"/>
          <a:sy n="105" d="100"/>
        </p:scale>
        <p:origin x="2648" y="7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theme" Target="theme/theme1.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103"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slide" Target="slides/slide80.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slideMaster" Target="slideMasters/slideMaster3.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0.wmf"/><Relationship Id="rId7" Type="http://schemas.openxmlformats.org/officeDocument/2006/relationships/image" Target="../media/image24.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5" Type="http://schemas.openxmlformats.org/officeDocument/2006/relationships/image" Target="../media/image22.wmf"/><Relationship Id="rId10" Type="http://schemas.openxmlformats.org/officeDocument/2006/relationships/image" Target="../media/image27.wmf"/><Relationship Id="rId4" Type="http://schemas.openxmlformats.org/officeDocument/2006/relationships/image" Target="../media/image21.wmf"/><Relationship Id="rId9"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5" Type="http://schemas.openxmlformats.org/officeDocument/2006/relationships/image" Target="../media/image62.wmf"/><Relationship Id="rId4"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9.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78.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image" Target="../media/image81.wmf"/><Relationship Id="rId7" Type="http://schemas.openxmlformats.org/officeDocument/2006/relationships/image" Target="../media/image85.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84.wmf"/><Relationship Id="rId5" Type="http://schemas.openxmlformats.org/officeDocument/2006/relationships/image" Target="../media/image83.wmf"/><Relationship Id="rId4" Type="http://schemas.openxmlformats.org/officeDocument/2006/relationships/image" Target="../media/image8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9.wmf"/><Relationship Id="rId7" Type="http://schemas.openxmlformats.org/officeDocument/2006/relationships/image" Target="../media/image93.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4" Type="http://schemas.openxmlformats.org/officeDocument/2006/relationships/image" Target="../media/image9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7.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 Id="rId9" Type="http://schemas.openxmlformats.org/officeDocument/2006/relationships/image" Target="../media/image10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image" Target="../media/image114.wmf"/><Relationship Id="rId7" Type="http://schemas.openxmlformats.org/officeDocument/2006/relationships/image" Target="../media/image11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10" Type="http://schemas.openxmlformats.org/officeDocument/2006/relationships/image" Target="../media/image121.wmf"/><Relationship Id="rId4" Type="http://schemas.openxmlformats.org/officeDocument/2006/relationships/image" Target="../media/image115.wmf"/><Relationship Id="rId9" Type="http://schemas.openxmlformats.org/officeDocument/2006/relationships/image" Target="../media/image120.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image" Target="../media/image124.wmf"/><Relationship Id="rId7" Type="http://schemas.openxmlformats.org/officeDocument/2006/relationships/image" Target="../media/image128.wmf"/><Relationship Id="rId12" Type="http://schemas.openxmlformats.org/officeDocument/2006/relationships/image" Target="../media/image131.wmf"/><Relationship Id="rId2" Type="http://schemas.openxmlformats.org/officeDocument/2006/relationships/image" Target="../media/image123.wmf"/><Relationship Id="rId1" Type="http://schemas.openxmlformats.org/officeDocument/2006/relationships/image" Target="../media/image122.wmf"/><Relationship Id="rId6" Type="http://schemas.openxmlformats.org/officeDocument/2006/relationships/image" Target="../media/image127.wmf"/><Relationship Id="rId11" Type="http://schemas.openxmlformats.org/officeDocument/2006/relationships/image" Target="../media/image116.wmf"/><Relationship Id="rId5" Type="http://schemas.openxmlformats.org/officeDocument/2006/relationships/image" Target="../media/image126.wmf"/><Relationship Id="rId10" Type="http://schemas.openxmlformats.org/officeDocument/2006/relationships/image" Target="../media/image130.wmf"/><Relationship Id="rId4" Type="http://schemas.openxmlformats.org/officeDocument/2006/relationships/image" Target="../media/image125.wmf"/><Relationship Id="rId9" Type="http://schemas.openxmlformats.org/officeDocument/2006/relationships/image" Target="../media/image129.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34.wmf"/><Relationship Id="rId7" Type="http://schemas.openxmlformats.org/officeDocument/2006/relationships/image" Target="../media/image138.wmf"/><Relationship Id="rId2" Type="http://schemas.openxmlformats.org/officeDocument/2006/relationships/image" Target="../media/image133.wmf"/><Relationship Id="rId1" Type="http://schemas.openxmlformats.org/officeDocument/2006/relationships/image" Target="../media/image13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30.wmf"/><Relationship Id="rId13" Type="http://schemas.openxmlformats.org/officeDocument/2006/relationships/image" Target="../media/image150.wmf"/><Relationship Id="rId18" Type="http://schemas.openxmlformats.org/officeDocument/2006/relationships/image" Target="../media/image154.wmf"/><Relationship Id="rId3" Type="http://schemas.openxmlformats.org/officeDocument/2006/relationships/image" Target="../media/image142.wmf"/><Relationship Id="rId21" Type="http://schemas.openxmlformats.org/officeDocument/2006/relationships/image" Target="../media/image157.wmf"/><Relationship Id="rId7" Type="http://schemas.openxmlformats.org/officeDocument/2006/relationships/image" Target="../media/image146.wmf"/><Relationship Id="rId12" Type="http://schemas.openxmlformats.org/officeDocument/2006/relationships/image" Target="../media/image149.wmf"/><Relationship Id="rId17" Type="http://schemas.openxmlformats.org/officeDocument/2006/relationships/image" Target="../media/image153.wmf"/><Relationship Id="rId2" Type="http://schemas.openxmlformats.org/officeDocument/2006/relationships/image" Target="../media/image141.wmf"/><Relationship Id="rId16" Type="http://schemas.openxmlformats.org/officeDocument/2006/relationships/image" Target="../media/image152.wmf"/><Relationship Id="rId20" Type="http://schemas.openxmlformats.org/officeDocument/2006/relationships/image" Target="../media/image156.wmf"/><Relationship Id="rId1" Type="http://schemas.openxmlformats.org/officeDocument/2006/relationships/image" Target="../media/image140.wmf"/><Relationship Id="rId6" Type="http://schemas.openxmlformats.org/officeDocument/2006/relationships/image" Target="../media/image145.wmf"/><Relationship Id="rId11" Type="http://schemas.openxmlformats.org/officeDocument/2006/relationships/image" Target="../media/image148.wmf"/><Relationship Id="rId5" Type="http://schemas.openxmlformats.org/officeDocument/2006/relationships/image" Target="../media/image144.wmf"/><Relationship Id="rId15" Type="http://schemas.openxmlformats.org/officeDocument/2006/relationships/image" Target="../media/image116.wmf"/><Relationship Id="rId10" Type="http://schemas.openxmlformats.org/officeDocument/2006/relationships/image" Target="../media/image147.wmf"/><Relationship Id="rId19" Type="http://schemas.openxmlformats.org/officeDocument/2006/relationships/image" Target="../media/image155.wmf"/><Relationship Id="rId4" Type="http://schemas.openxmlformats.org/officeDocument/2006/relationships/image" Target="../media/image143.wmf"/><Relationship Id="rId9" Type="http://schemas.openxmlformats.org/officeDocument/2006/relationships/image" Target="../media/image117.wmf"/><Relationship Id="rId14" Type="http://schemas.openxmlformats.org/officeDocument/2006/relationships/image" Target="../media/image151.wmf"/><Relationship Id="rId22" Type="http://schemas.openxmlformats.org/officeDocument/2006/relationships/image" Target="../media/image15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 Id="rId4" Type="http://schemas.openxmlformats.org/officeDocument/2006/relationships/image" Target="../media/image163.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image" Target="../media/image172.wmf"/><Relationship Id="rId3" Type="http://schemas.openxmlformats.org/officeDocument/2006/relationships/image" Target="../media/image130.wmf"/><Relationship Id="rId7" Type="http://schemas.openxmlformats.org/officeDocument/2006/relationships/image" Target="../media/image167.wmf"/><Relationship Id="rId12" Type="http://schemas.openxmlformats.org/officeDocument/2006/relationships/image" Target="../media/image116.wmf"/><Relationship Id="rId2" Type="http://schemas.openxmlformats.org/officeDocument/2006/relationships/image" Target="../media/image117.wmf"/><Relationship Id="rId1" Type="http://schemas.openxmlformats.org/officeDocument/2006/relationships/image" Target="../media/image164.wmf"/><Relationship Id="rId6" Type="http://schemas.openxmlformats.org/officeDocument/2006/relationships/image" Target="../media/image166.wmf"/><Relationship Id="rId11" Type="http://schemas.openxmlformats.org/officeDocument/2006/relationships/image" Target="../media/image171.wmf"/><Relationship Id="rId5" Type="http://schemas.openxmlformats.org/officeDocument/2006/relationships/image" Target="../media/image154.wmf"/><Relationship Id="rId15" Type="http://schemas.openxmlformats.org/officeDocument/2006/relationships/image" Target="../media/image174.wmf"/><Relationship Id="rId10" Type="http://schemas.openxmlformats.org/officeDocument/2006/relationships/image" Target="../media/image170.wmf"/><Relationship Id="rId4" Type="http://schemas.openxmlformats.org/officeDocument/2006/relationships/image" Target="../media/image165.wmf"/><Relationship Id="rId9" Type="http://schemas.openxmlformats.org/officeDocument/2006/relationships/image" Target="../media/image169.wmf"/><Relationship Id="rId14" Type="http://schemas.openxmlformats.org/officeDocument/2006/relationships/image" Target="../media/image17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 Id="rId4" Type="http://schemas.openxmlformats.org/officeDocument/2006/relationships/image" Target="../media/image17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 Id="rId4" Type="http://schemas.openxmlformats.org/officeDocument/2006/relationships/image" Target="../media/image18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8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89.wmf"/><Relationship Id="rId7" Type="http://schemas.openxmlformats.org/officeDocument/2006/relationships/image" Target="../media/image193.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9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95.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97.wmf"/><Relationship Id="rId1" Type="http://schemas.openxmlformats.org/officeDocument/2006/relationships/image" Target="../media/image196.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99.wmf"/><Relationship Id="rId1" Type="http://schemas.openxmlformats.org/officeDocument/2006/relationships/image" Target="../media/image19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02.wmf"/><Relationship Id="rId2" Type="http://schemas.openxmlformats.org/officeDocument/2006/relationships/image" Target="../media/image201.wmf"/><Relationship Id="rId1" Type="http://schemas.openxmlformats.org/officeDocument/2006/relationships/image" Target="../media/image200.wmf"/><Relationship Id="rId6" Type="http://schemas.openxmlformats.org/officeDocument/2006/relationships/image" Target="../media/image205.wmf"/><Relationship Id="rId5" Type="http://schemas.openxmlformats.org/officeDocument/2006/relationships/image" Target="../media/image204.wmf"/><Relationship Id="rId4" Type="http://schemas.openxmlformats.org/officeDocument/2006/relationships/image" Target="../media/image203.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08.wmf"/><Relationship Id="rId7" Type="http://schemas.openxmlformats.org/officeDocument/2006/relationships/image" Target="../media/image212.wmf"/><Relationship Id="rId2" Type="http://schemas.openxmlformats.org/officeDocument/2006/relationships/image" Target="../media/image207.wmf"/><Relationship Id="rId1" Type="http://schemas.openxmlformats.org/officeDocument/2006/relationships/image" Target="../media/image206.wmf"/><Relationship Id="rId6" Type="http://schemas.openxmlformats.org/officeDocument/2006/relationships/image" Target="../media/image211.wmf"/><Relationship Id="rId5" Type="http://schemas.openxmlformats.org/officeDocument/2006/relationships/image" Target="../media/image210.wmf"/><Relationship Id="rId4" Type="http://schemas.openxmlformats.org/officeDocument/2006/relationships/image" Target="../media/image20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30.wmf"/><Relationship Id="rId7" Type="http://schemas.openxmlformats.org/officeDocument/2006/relationships/image" Target="../media/image218.wmf"/><Relationship Id="rId2" Type="http://schemas.openxmlformats.org/officeDocument/2006/relationships/image" Target="../media/image214.wmf"/><Relationship Id="rId1" Type="http://schemas.openxmlformats.org/officeDocument/2006/relationships/image" Target="../media/image213.wmf"/><Relationship Id="rId6" Type="http://schemas.openxmlformats.org/officeDocument/2006/relationships/image" Target="../media/image217.wmf"/><Relationship Id="rId5" Type="http://schemas.openxmlformats.org/officeDocument/2006/relationships/image" Target="../media/image216.wmf"/><Relationship Id="rId4" Type="http://schemas.openxmlformats.org/officeDocument/2006/relationships/image" Target="../media/image215.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22.wmf"/><Relationship Id="rId2" Type="http://schemas.openxmlformats.org/officeDocument/2006/relationships/image" Target="../media/image221.wmf"/><Relationship Id="rId1" Type="http://schemas.openxmlformats.org/officeDocument/2006/relationships/image" Target="../media/image220.wmf"/><Relationship Id="rId4" Type="http://schemas.openxmlformats.org/officeDocument/2006/relationships/image" Target="../media/image22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26.wmf"/><Relationship Id="rId7" Type="http://schemas.openxmlformats.org/officeDocument/2006/relationships/image" Target="../media/image230.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39.wmf"/><Relationship Id="rId3" Type="http://schemas.openxmlformats.org/officeDocument/2006/relationships/image" Target="../media/image234.wmf"/><Relationship Id="rId7" Type="http://schemas.openxmlformats.org/officeDocument/2006/relationships/image" Target="../media/image238.wmf"/><Relationship Id="rId12" Type="http://schemas.openxmlformats.org/officeDocument/2006/relationships/image" Target="../media/image243.wmf"/><Relationship Id="rId2" Type="http://schemas.openxmlformats.org/officeDocument/2006/relationships/image" Target="../media/image233.wmf"/><Relationship Id="rId1" Type="http://schemas.openxmlformats.org/officeDocument/2006/relationships/image" Target="../media/image232.wmf"/><Relationship Id="rId6" Type="http://schemas.openxmlformats.org/officeDocument/2006/relationships/image" Target="../media/image237.wmf"/><Relationship Id="rId11" Type="http://schemas.openxmlformats.org/officeDocument/2006/relationships/image" Target="../media/image242.wmf"/><Relationship Id="rId5" Type="http://schemas.openxmlformats.org/officeDocument/2006/relationships/image" Target="../media/image236.wmf"/><Relationship Id="rId10" Type="http://schemas.openxmlformats.org/officeDocument/2006/relationships/image" Target="../media/image241.wmf"/><Relationship Id="rId4" Type="http://schemas.openxmlformats.org/officeDocument/2006/relationships/image" Target="../media/image235.wmf"/><Relationship Id="rId9" Type="http://schemas.openxmlformats.org/officeDocument/2006/relationships/image" Target="../media/image240.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image" Target="../media/image246.wmf"/><Relationship Id="rId7" Type="http://schemas.openxmlformats.org/officeDocument/2006/relationships/image" Target="../media/image250.wmf"/><Relationship Id="rId2" Type="http://schemas.openxmlformats.org/officeDocument/2006/relationships/image" Target="../media/image245.wmf"/><Relationship Id="rId1" Type="http://schemas.openxmlformats.org/officeDocument/2006/relationships/image" Target="../media/image244.wmf"/><Relationship Id="rId6" Type="http://schemas.openxmlformats.org/officeDocument/2006/relationships/image" Target="../media/image249.wmf"/><Relationship Id="rId5" Type="http://schemas.openxmlformats.org/officeDocument/2006/relationships/image" Target="../media/image248.wmf"/><Relationship Id="rId10" Type="http://schemas.openxmlformats.org/officeDocument/2006/relationships/image" Target="../media/image253.wmf"/><Relationship Id="rId4" Type="http://schemas.openxmlformats.org/officeDocument/2006/relationships/image" Target="../media/image247.wmf"/><Relationship Id="rId9" Type="http://schemas.openxmlformats.org/officeDocument/2006/relationships/image" Target="../media/image252.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61.wmf"/><Relationship Id="rId3" Type="http://schemas.openxmlformats.org/officeDocument/2006/relationships/image" Target="../media/image256.wmf"/><Relationship Id="rId7" Type="http://schemas.openxmlformats.org/officeDocument/2006/relationships/image" Target="../media/image260.wmf"/><Relationship Id="rId12" Type="http://schemas.openxmlformats.org/officeDocument/2006/relationships/image" Target="../media/image265.wmf"/><Relationship Id="rId2" Type="http://schemas.openxmlformats.org/officeDocument/2006/relationships/image" Target="../media/image255.wmf"/><Relationship Id="rId1" Type="http://schemas.openxmlformats.org/officeDocument/2006/relationships/image" Target="../media/image254.wmf"/><Relationship Id="rId6" Type="http://schemas.openxmlformats.org/officeDocument/2006/relationships/image" Target="../media/image259.wmf"/><Relationship Id="rId11" Type="http://schemas.openxmlformats.org/officeDocument/2006/relationships/image" Target="../media/image264.wmf"/><Relationship Id="rId5" Type="http://schemas.openxmlformats.org/officeDocument/2006/relationships/image" Target="../media/image258.wmf"/><Relationship Id="rId10" Type="http://schemas.openxmlformats.org/officeDocument/2006/relationships/image" Target="../media/image263.wmf"/><Relationship Id="rId4" Type="http://schemas.openxmlformats.org/officeDocument/2006/relationships/image" Target="../media/image257.wmf"/><Relationship Id="rId9" Type="http://schemas.openxmlformats.org/officeDocument/2006/relationships/image" Target="../media/image262.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72.wmf"/><Relationship Id="rId13" Type="http://schemas.openxmlformats.org/officeDocument/2006/relationships/image" Target="../media/image277.wmf"/><Relationship Id="rId3" Type="http://schemas.openxmlformats.org/officeDocument/2006/relationships/image" Target="../media/image267.wmf"/><Relationship Id="rId7" Type="http://schemas.openxmlformats.org/officeDocument/2006/relationships/image" Target="../media/image271.wmf"/><Relationship Id="rId12" Type="http://schemas.openxmlformats.org/officeDocument/2006/relationships/image" Target="../media/image276.wmf"/><Relationship Id="rId2" Type="http://schemas.openxmlformats.org/officeDocument/2006/relationships/image" Target="../media/image233.wmf"/><Relationship Id="rId1" Type="http://schemas.openxmlformats.org/officeDocument/2006/relationships/image" Target="../media/image266.wmf"/><Relationship Id="rId6" Type="http://schemas.openxmlformats.org/officeDocument/2006/relationships/image" Target="../media/image270.wmf"/><Relationship Id="rId11" Type="http://schemas.openxmlformats.org/officeDocument/2006/relationships/image" Target="../media/image275.wmf"/><Relationship Id="rId5" Type="http://schemas.openxmlformats.org/officeDocument/2006/relationships/image" Target="../media/image269.wmf"/><Relationship Id="rId10" Type="http://schemas.openxmlformats.org/officeDocument/2006/relationships/image" Target="../media/image274.wmf"/><Relationship Id="rId4" Type="http://schemas.openxmlformats.org/officeDocument/2006/relationships/image" Target="../media/image268.wmf"/><Relationship Id="rId9" Type="http://schemas.openxmlformats.org/officeDocument/2006/relationships/image" Target="../media/image273.wmf"/><Relationship Id="rId14" Type="http://schemas.openxmlformats.org/officeDocument/2006/relationships/image" Target="../media/image27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81.wmf"/><Relationship Id="rId2" Type="http://schemas.openxmlformats.org/officeDocument/2006/relationships/image" Target="../media/image280.wmf"/><Relationship Id="rId1" Type="http://schemas.openxmlformats.org/officeDocument/2006/relationships/image" Target="../media/image279.wmf"/><Relationship Id="rId6" Type="http://schemas.openxmlformats.org/officeDocument/2006/relationships/image" Target="../media/image284.wmf"/><Relationship Id="rId5" Type="http://schemas.openxmlformats.org/officeDocument/2006/relationships/image" Target="../media/image283.wmf"/><Relationship Id="rId4" Type="http://schemas.openxmlformats.org/officeDocument/2006/relationships/image" Target="../media/image282.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87.wmf"/><Relationship Id="rId1" Type="http://schemas.openxmlformats.org/officeDocument/2006/relationships/image" Target="../media/image286.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97.wmf"/><Relationship Id="rId13" Type="http://schemas.openxmlformats.org/officeDocument/2006/relationships/image" Target="../media/image302.wmf"/><Relationship Id="rId3" Type="http://schemas.openxmlformats.org/officeDocument/2006/relationships/image" Target="../media/image292.wmf"/><Relationship Id="rId7" Type="http://schemas.openxmlformats.org/officeDocument/2006/relationships/image" Target="../media/image296.wmf"/><Relationship Id="rId12" Type="http://schemas.openxmlformats.org/officeDocument/2006/relationships/image" Target="../media/image301.wmf"/><Relationship Id="rId2" Type="http://schemas.openxmlformats.org/officeDocument/2006/relationships/image" Target="../media/image291.wmf"/><Relationship Id="rId1" Type="http://schemas.openxmlformats.org/officeDocument/2006/relationships/image" Target="../media/image290.wmf"/><Relationship Id="rId6" Type="http://schemas.openxmlformats.org/officeDocument/2006/relationships/image" Target="../media/image295.wmf"/><Relationship Id="rId11" Type="http://schemas.openxmlformats.org/officeDocument/2006/relationships/image" Target="../media/image300.wmf"/><Relationship Id="rId5" Type="http://schemas.openxmlformats.org/officeDocument/2006/relationships/image" Target="../media/image294.wmf"/><Relationship Id="rId10" Type="http://schemas.openxmlformats.org/officeDocument/2006/relationships/image" Target="../media/image299.wmf"/><Relationship Id="rId4" Type="http://schemas.openxmlformats.org/officeDocument/2006/relationships/image" Target="../media/image293.wmf"/><Relationship Id="rId9" Type="http://schemas.openxmlformats.org/officeDocument/2006/relationships/image" Target="../media/image298.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10.wmf"/><Relationship Id="rId13" Type="http://schemas.openxmlformats.org/officeDocument/2006/relationships/image" Target="../media/image315.wmf"/><Relationship Id="rId3" Type="http://schemas.openxmlformats.org/officeDocument/2006/relationships/image" Target="../media/image305.wmf"/><Relationship Id="rId7" Type="http://schemas.openxmlformats.org/officeDocument/2006/relationships/image" Target="../media/image309.wmf"/><Relationship Id="rId12" Type="http://schemas.openxmlformats.org/officeDocument/2006/relationships/image" Target="../media/image314.wmf"/><Relationship Id="rId2" Type="http://schemas.openxmlformats.org/officeDocument/2006/relationships/image" Target="../media/image304.wmf"/><Relationship Id="rId16" Type="http://schemas.openxmlformats.org/officeDocument/2006/relationships/image" Target="../media/image318.wmf"/><Relationship Id="rId1" Type="http://schemas.openxmlformats.org/officeDocument/2006/relationships/image" Target="../media/image303.wmf"/><Relationship Id="rId6" Type="http://schemas.openxmlformats.org/officeDocument/2006/relationships/image" Target="../media/image308.wmf"/><Relationship Id="rId11" Type="http://schemas.openxmlformats.org/officeDocument/2006/relationships/image" Target="../media/image313.wmf"/><Relationship Id="rId5" Type="http://schemas.openxmlformats.org/officeDocument/2006/relationships/image" Target="../media/image307.wmf"/><Relationship Id="rId15" Type="http://schemas.openxmlformats.org/officeDocument/2006/relationships/image" Target="../media/image317.wmf"/><Relationship Id="rId10" Type="http://schemas.openxmlformats.org/officeDocument/2006/relationships/image" Target="../media/image312.wmf"/><Relationship Id="rId4" Type="http://schemas.openxmlformats.org/officeDocument/2006/relationships/image" Target="../media/image306.wmf"/><Relationship Id="rId9" Type="http://schemas.openxmlformats.org/officeDocument/2006/relationships/image" Target="../media/image311.wmf"/><Relationship Id="rId14" Type="http://schemas.openxmlformats.org/officeDocument/2006/relationships/image" Target="../media/image316.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319.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32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325.wmf"/><Relationship Id="rId7" Type="http://schemas.openxmlformats.org/officeDocument/2006/relationships/image" Target="../media/image329.wmf"/><Relationship Id="rId2" Type="http://schemas.openxmlformats.org/officeDocument/2006/relationships/image" Target="../media/image324.wmf"/><Relationship Id="rId1" Type="http://schemas.openxmlformats.org/officeDocument/2006/relationships/image" Target="../media/image323.wmf"/><Relationship Id="rId6" Type="http://schemas.openxmlformats.org/officeDocument/2006/relationships/image" Target="../media/image328.wmf"/><Relationship Id="rId5" Type="http://schemas.openxmlformats.org/officeDocument/2006/relationships/image" Target="../media/image327.wmf"/><Relationship Id="rId4" Type="http://schemas.openxmlformats.org/officeDocument/2006/relationships/image" Target="../media/image326.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337.wmf"/><Relationship Id="rId13" Type="http://schemas.openxmlformats.org/officeDocument/2006/relationships/image" Target="../media/image342.wmf"/><Relationship Id="rId18" Type="http://schemas.openxmlformats.org/officeDocument/2006/relationships/image" Target="../media/image347.wmf"/><Relationship Id="rId3" Type="http://schemas.openxmlformats.org/officeDocument/2006/relationships/image" Target="../media/image332.wmf"/><Relationship Id="rId7" Type="http://schemas.openxmlformats.org/officeDocument/2006/relationships/image" Target="../media/image336.wmf"/><Relationship Id="rId12" Type="http://schemas.openxmlformats.org/officeDocument/2006/relationships/image" Target="../media/image341.wmf"/><Relationship Id="rId17" Type="http://schemas.openxmlformats.org/officeDocument/2006/relationships/image" Target="../media/image346.wmf"/><Relationship Id="rId2" Type="http://schemas.openxmlformats.org/officeDocument/2006/relationships/image" Target="../media/image331.wmf"/><Relationship Id="rId16" Type="http://schemas.openxmlformats.org/officeDocument/2006/relationships/image" Target="../media/image345.wmf"/><Relationship Id="rId1" Type="http://schemas.openxmlformats.org/officeDocument/2006/relationships/image" Target="../media/image330.wmf"/><Relationship Id="rId6" Type="http://schemas.openxmlformats.org/officeDocument/2006/relationships/image" Target="../media/image335.wmf"/><Relationship Id="rId11" Type="http://schemas.openxmlformats.org/officeDocument/2006/relationships/image" Target="../media/image340.wmf"/><Relationship Id="rId5" Type="http://schemas.openxmlformats.org/officeDocument/2006/relationships/image" Target="../media/image334.wmf"/><Relationship Id="rId15" Type="http://schemas.openxmlformats.org/officeDocument/2006/relationships/image" Target="../media/image344.wmf"/><Relationship Id="rId10" Type="http://schemas.openxmlformats.org/officeDocument/2006/relationships/image" Target="../media/image339.wmf"/><Relationship Id="rId4" Type="http://schemas.openxmlformats.org/officeDocument/2006/relationships/image" Target="../media/image333.wmf"/><Relationship Id="rId9" Type="http://schemas.openxmlformats.org/officeDocument/2006/relationships/image" Target="../media/image338.wmf"/><Relationship Id="rId14" Type="http://schemas.openxmlformats.org/officeDocument/2006/relationships/image" Target="../media/image343.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349.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357.wmf"/><Relationship Id="rId3" Type="http://schemas.openxmlformats.org/officeDocument/2006/relationships/image" Target="../media/image352.wmf"/><Relationship Id="rId7" Type="http://schemas.openxmlformats.org/officeDocument/2006/relationships/image" Target="../media/image356.wmf"/><Relationship Id="rId2" Type="http://schemas.openxmlformats.org/officeDocument/2006/relationships/image" Target="../media/image351.wmf"/><Relationship Id="rId1" Type="http://schemas.openxmlformats.org/officeDocument/2006/relationships/image" Target="../media/image350.wmf"/><Relationship Id="rId6" Type="http://schemas.openxmlformats.org/officeDocument/2006/relationships/image" Target="../media/image355.wmf"/><Relationship Id="rId5" Type="http://schemas.openxmlformats.org/officeDocument/2006/relationships/image" Target="../media/image354.wmf"/><Relationship Id="rId10" Type="http://schemas.openxmlformats.org/officeDocument/2006/relationships/image" Target="../media/image359.wmf"/><Relationship Id="rId4" Type="http://schemas.openxmlformats.org/officeDocument/2006/relationships/image" Target="../media/image353.wmf"/><Relationship Id="rId9" Type="http://schemas.openxmlformats.org/officeDocument/2006/relationships/image" Target="../media/image358.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360.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362.wmf"/><Relationship Id="rId1" Type="http://schemas.openxmlformats.org/officeDocument/2006/relationships/image" Target="../media/image361.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365.wmf"/><Relationship Id="rId1" Type="http://schemas.openxmlformats.org/officeDocument/2006/relationships/image" Target="../media/image364.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373.wmf"/><Relationship Id="rId3" Type="http://schemas.openxmlformats.org/officeDocument/2006/relationships/image" Target="../media/image368.wmf"/><Relationship Id="rId7" Type="http://schemas.openxmlformats.org/officeDocument/2006/relationships/image" Target="../media/image372.wmf"/><Relationship Id="rId2" Type="http://schemas.openxmlformats.org/officeDocument/2006/relationships/image" Target="../media/image367.wmf"/><Relationship Id="rId1" Type="http://schemas.openxmlformats.org/officeDocument/2006/relationships/image" Target="../media/image366.wmf"/><Relationship Id="rId6" Type="http://schemas.openxmlformats.org/officeDocument/2006/relationships/image" Target="../media/image371.wmf"/><Relationship Id="rId5" Type="http://schemas.openxmlformats.org/officeDocument/2006/relationships/image" Target="../media/image370.wmf"/><Relationship Id="rId10" Type="http://schemas.openxmlformats.org/officeDocument/2006/relationships/image" Target="../media/image375.wmf"/><Relationship Id="rId4" Type="http://schemas.openxmlformats.org/officeDocument/2006/relationships/image" Target="../media/image369.wmf"/><Relationship Id="rId9" Type="http://schemas.openxmlformats.org/officeDocument/2006/relationships/image" Target="../media/image374.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 Id="rId4" Type="http://schemas.openxmlformats.org/officeDocument/2006/relationships/image" Target="../media/image178.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383.wmf"/><Relationship Id="rId3" Type="http://schemas.openxmlformats.org/officeDocument/2006/relationships/image" Target="../media/image378.wmf"/><Relationship Id="rId7" Type="http://schemas.openxmlformats.org/officeDocument/2006/relationships/image" Target="../media/image382.wmf"/><Relationship Id="rId2" Type="http://schemas.openxmlformats.org/officeDocument/2006/relationships/image" Target="../media/image377.wmf"/><Relationship Id="rId1" Type="http://schemas.openxmlformats.org/officeDocument/2006/relationships/image" Target="../media/image376.wmf"/><Relationship Id="rId6" Type="http://schemas.openxmlformats.org/officeDocument/2006/relationships/image" Target="../media/image381.wmf"/><Relationship Id="rId5" Type="http://schemas.openxmlformats.org/officeDocument/2006/relationships/image" Target="../media/image380.wmf"/><Relationship Id="rId10" Type="http://schemas.openxmlformats.org/officeDocument/2006/relationships/image" Target="../media/image385.wmf"/><Relationship Id="rId4" Type="http://schemas.openxmlformats.org/officeDocument/2006/relationships/image" Target="../media/image379.wmf"/><Relationship Id="rId9" Type="http://schemas.openxmlformats.org/officeDocument/2006/relationships/image" Target="../media/image384.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393.wmf"/><Relationship Id="rId3" Type="http://schemas.openxmlformats.org/officeDocument/2006/relationships/image" Target="../media/image388.wmf"/><Relationship Id="rId7" Type="http://schemas.openxmlformats.org/officeDocument/2006/relationships/image" Target="../media/image392.wmf"/><Relationship Id="rId12" Type="http://schemas.openxmlformats.org/officeDocument/2006/relationships/image" Target="../media/image397.wmf"/><Relationship Id="rId2" Type="http://schemas.openxmlformats.org/officeDocument/2006/relationships/image" Target="../media/image387.wmf"/><Relationship Id="rId1" Type="http://schemas.openxmlformats.org/officeDocument/2006/relationships/image" Target="../media/image386.wmf"/><Relationship Id="rId6" Type="http://schemas.openxmlformats.org/officeDocument/2006/relationships/image" Target="../media/image391.wmf"/><Relationship Id="rId11" Type="http://schemas.openxmlformats.org/officeDocument/2006/relationships/image" Target="../media/image396.wmf"/><Relationship Id="rId5" Type="http://schemas.openxmlformats.org/officeDocument/2006/relationships/image" Target="../media/image390.wmf"/><Relationship Id="rId10" Type="http://schemas.openxmlformats.org/officeDocument/2006/relationships/image" Target="../media/image395.wmf"/><Relationship Id="rId4" Type="http://schemas.openxmlformats.org/officeDocument/2006/relationships/image" Target="../media/image389.wmf"/><Relationship Id="rId9" Type="http://schemas.openxmlformats.org/officeDocument/2006/relationships/image" Target="../media/image394.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400.wmf"/><Relationship Id="rId2" Type="http://schemas.openxmlformats.org/officeDocument/2006/relationships/image" Target="../media/image399.wmf"/><Relationship Id="rId1" Type="http://schemas.openxmlformats.org/officeDocument/2006/relationships/image" Target="../media/image398.wmf"/><Relationship Id="rId6" Type="http://schemas.openxmlformats.org/officeDocument/2006/relationships/image" Target="../media/image403.wmf"/><Relationship Id="rId5" Type="http://schemas.openxmlformats.org/officeDocument/2006/relationships/image" Target="../media/image402.wmf"/><Relationship Id="rId4" Type="http://schemas.openxmlformats.org/officeDocument/2006/relationships/image" Target="../media/image401.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406.wmf"/><Relationship Id="rId7" Type="http://schemas.openxmlformats.org/officeDocument/2006/relationships/image" Target="../media/image410.wmf"/><Relationship Id="rId2" Type="http://schemas.openxmlformats.org/officeDocument/2006/relationships/image" Target="../media/image405.wmf"/><Relationship Id="rId1" Type="http://schemas.openxmlformats.org/officeDocument/2006/relationships/image" Target="../media/image404.wmf"/><Relationship Id="rId6" Type="http://schemas.openxmlformats.org/officeDocument/2006/relationships/image" Target="../media/image409.wmf"/><Relationship Id="rId5" Type="http://schemas.openxmlformats.org/officeDocument/2006/relationships/image" Target="../media/image408.wmf"/><Relationship Id="rId4" Type="http://schemas.openxmlformats.org/officeDocument/2006/relationships/image" Target="../media/image407.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413.wmf"/><Relationship Id="rId2" Type="http://schemas.openxmlformats.org/officeDocument/2006/relationships/image" Target="../media/image412.wmf"/><Relationship Id="rId1" Type="http://schemas.openxmlformats.org/officeDocument/2006/relationships/image" Target="../media/image411.wmf"/><Relationship Id="rId4" Type="http://schemas.openxmlformats.org/officeDocument/2006/relationships/image" Target="../media/image414.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417.wmf"/><Relationship Id="rId7" Type="http://schemas.openxmlformats.org/officeDocument/2006/relationships/image" Target="../media/image421.wmf"/><Relationship Id="rId2" Type="http://schemas.openxmlformats.org/officeDocument/2006/relationships/image" Target="../media/image416.wmf"/><Relationship Id="rId1" Type="http://schemas.openxmlformats.org/officeDocument/2006/relationships/image" Target="../media/image415.wmf"/><Relationship Id="rId6" Type="http://schemas.openxmlformats.org/officeDocument/2006/relationships/image" Target="../media/image420.wmf"/><Relationship Id="rId5" Type="http://schemas.openxmlformats.org/officeDocument/2006/relationships/image" Target="../media/image419.wmf"/><Relationship Id="rId4" Type="http://schemas.openxmlformats.org/officeDocument/2006/relationships/image" Target="../media/image418.wmf"/></Relationships>
</file>

<file path=ppt/drawings/_rels/vmlDrawing62.vml.rels><?xml version="1.0" encoding="UTF-8" standalone="yes"?>
<Relationships xmlns="http://schemas.openxmlformats.org/package/2006/relationships"><Relationship Id="rId8" Type="http://schemas.openxmlformats.org/officeDocument/2006/relationships/image" Target="../media/image429.wmf"/><Relationship Id="rId3" Type="http://schemas.openxmlformats.org/officeDocument/2006/relationships/image" Target="../media/image424.wmf"/><Relationship Id="rId7" Type="http://schemas.openxmlformats.org/officeDocument/2006/relationships/image" Target="../media/image428.wmf"/><Relationship Id="rId2" Type="http://schemas.openxmlformats.org/officeDocument/2006/relationships/image" Target="../media/image423.wmf"/><Relationship Id="rId1" Type="http://schemas.openxmlformats.org/officeDocument/2006/relationships/image" Target="../media/image422.wmf"/><Relationship Id="rId6" Type="http://schemas.openxmlformats.org/officeDocument/2006/relationships/image" Target="../media/image427.wmf"/><Relationship Id="rId5" Type="http://schemas.openxmlformats.org/officeDocument/2006/relationships/image" Target="../media/image426.wmf"/><Relationship Id="rId4" Type="http://schemas.openxmlformats.org/officeDocument/2006/relationships/image" Target="../media/image425.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432.wmf"/><Relationship Id="rId7" Type="http://schemas.openxmlformats.org/officeDocument/2006/relationships/image" Target="../media/image436.wmf"/><Relationship Id="rId2" Type="http://schemas.openxmlformats.org/officeDocument/2006/relationships/image" Target="../media/image431.wmf"/><Relationship Id="rId1" Type="http://schemas.openxmlformats.org/officeDocument/2006/relationships/image" Target="../media/image430.wmf"/><Relationship Id="rId6" Type="http://schemas.openxmlformats.org/officeDocument/2006/relationships/image" Target="../media/image435.wmf"/><Relationship Id="rId5" Type="http://schemas.openxmlformats.org/officeDocument/2006/relationships/image" Target="../media/image434.wmf"/><Relationship Id="rId4" Type="http://schemas.openxmlformats.org/officeDocument/2006/relationships/image" Target="../media/image433.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439.wmf"/><Relationship Id="rId2" Type="http://schemas.openxmlformats.org/officeDocument/2006/relationships/image" Target="../media/image438.wmf"/><Relationship Id="rId1" Type="http://schemas.openxmlformats.org/officeDocument/2006/relationships/image" Target="../media/image437.wmf"/><Relationship Id="rId4" Type="http://schemas.openxmlformats.org/officeDocument/2006/relationships/image" Target="../media/image440.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443.wmf"/><Relationship Id="rId2" Type="http://schemas.openxmlformats.org/officeDocument/2006/relationships/image" Target="../media/image442.wmf"/><Relationship Id="rId1" Type="http://schemas.openxmlformats.org/officeDocument/2006/relationships/image" Target="../media/image441.wmf"/><Relationship Id="rId6" Type="http://schemas.openxmlformats.org/officeDocument/2006/relationships/image" Target="../media/image446.wmf"/><Relationship Id="rId5" Type="http://schemas.openxmlformats.org/officeDocument/2006/relationships/image" Target="../media/image445.wmf"/><Relationship Id="rId4" Type="http://schemas.openxmlformats.org/officeDocument/2006/relationships/image" Target="../media/image444.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447.wmf"/></Relationships>
</file>

<file path=ppt/drawings/_rels/vmlDrawing67.vml.rels><?xml version="1.0" encoding="UTF-8" standalone="yes"?>
<Relationships xmlns="http://schemas.openxmlformats.org/package/2006/relationships"><Relationship Id="rId8" Type="http://schemas.openxmlformats.org/officeDocument/2006/relationships/image" Target="../media/image455.wmf"/><Relationship Id="rId3" Type="http://schemas.openxmlformats.org/officeDocument/2006/relationships/image" Target="../media/image450.wmf"/><Relationship Id="rId7" Type="http://schemas.openxmlformats.org/officeDocument/2006/relationships/image" Target="../media/image454.wmf"/><Relationship Id="rId2" Type="http://schemas.openxmlformats.org/officeDocument/2006/relationships/image" Target="../media/image449.wmf"/><Relationship Id="rId1" Type="http://schemas.openxmlformats.org/officeDocument/2006/relationships/image" Target="../media/image448.wmf"/><Relationship Id="rId6" Type="http://schemas.openxmlformats.org/officeDocument/2006/relationships/image" Target="../media/image453.wmf"/><Relationship Id="rId5" Type="http://schemas.openxmlformats.org/officeDocument/2006/relationships/image" Target="../media/image452.wmf"/><Relationship Id="rId4" Type="http://schemas.openxmlformats.org/officeDocument/2006/relationships/image" Target="../media/image451.wmf"/><Relationship Id="rId9" Type="http://schemas.openxmlformats.org/officeDocument/2006/relationships/image" Target="../media/image456.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459.wmf"/><Relationship Id="rId2" Type="http://schemas.openxmlformats.org/officeDocument/2006/relationships/image" Target="../media/image458.wmf"/><Relationship Id="rId1" Type="http://schemas.openxmlformats.org/officeDocument/2006/relationships/image" Target="../media/image457.wmf"/><Relationship Id="rId5" Type="http://schemas.openxmlformats.org/officeDocument/2006/relationships/image" Target="../media/image461.wmf"/><Relationship Id="rId4" Type="http://schemas.openxmlformats.org/officeDocument/2006/relationships/image" Target="../media/image460.wmf"/></Relationships>
</file>

<file path=ppt/drawings/_rels/vmlDrawing69.vml.rels><?xml version="1.0" encoding="UTF-8" standalone="yes"?>
<Relationships xmlns="http://schemas.openxmlformats.org/package/2006/relationships"><Relationship Id="rId8" Type="http://schemas.openxmlformats.org/officeDocument/2006/relationships/image" Target="../media/image469.wmf"/><Relationship Id="rId13" Type="http://schemas.openxmlformats.org/officeDocument/2006/relationships/image" Target="../media/image474.wmf"/><Relationship Id="rId18" Type="http://schemas.openxmlformats.org/officeDocument/2006/relationships/image" Target="../media/image479.wmf"/><Relationship Id="rId26" Type="http://schemas.openxmlformats.org/officeDocument/2006/relationships/image" Target="../media/image487.wmf"/><Relationship Id="rId3" Type="http://schemas.openxmlformats.org/officeDocument/2006/relationships/image" Target="../media/image464.wmf"/><Relationship Id="rId21" Type="http://schemas.openxmlformats.org/officeDocument/2006/relationships/image" Target="../media/image482.wmf"/><Relationship Id="rId7" Type="http://schemas.openxmlformats.org/officeDocument/2006/relationships/image" Target="../media/image468.wmf"/><Relationship Id="rId12" Type="http://schemas.openxmlformats.org/officeDocument/2006/relationships/image" Target="../media/image473.wmf"/><Relationship Id="rId17" Type="http://schemas.openxmlformats.org/officeDocument/2006/relationships/image" Target="../media/image478.wmf"/><Relationship Id="rId25" Type="http://schemas.openxmlformats.org/officeDocument/2006/relationships/image" Target="../media/image486.wmf"/><Relationship Id="rId2" Type="http://schemas.openxmlformats.org/officeDocument/2006/relationships/image" Target="../media/image463.wmf"/><Relationship Id="rId16" Type="http://schemas.openxmlformats.org/officeDocument/2006/relationships/image" Target="../media/image477.wmf"/><Relationship Id="rId20" Type="http://schemas.openxmlformats.org/officeDocument/2006/relationships/image" Target="../media/image481.wmf"/><Relationship Id="rId29" Type="http://schemas.openxmlformats.org/officeDocument/2006/relationships/image" Target="../media/image490.wmf"/><Relationship Id="rId1" Type="http://schemas.openxmlformats.org/officeDocument/2006/relationships/image" Target="../media/image462.wmf"/><Relationship Id="rId6" Type="http://schemas.openxmlformats.org/officeDocument/2006/relationships/image" Target="../media/image467.wmf"/><Relationship Id="rId11" Type="http://schemas.openxmlformats.org/officeDocument/2006/relationships/image" Target="../media/image472.wmf"/><Relationship Id="rId24" Type="http://schemas.openxmlformats.org/officeDocument/2006/relationships/image" Target="../media/image485.wmf"/><Relationship Id="rId5" Type="http://schemas.openxmlformats.org/officeDocument/2006/relationships/image" Target="../media/image466.wmf"/><Relationship Id="rId15" Type="http://schemas.openxmlformats.org/officeDocument/2006/relationships/image" Target="../media/image476.wmf"/><Relationship Id="rId23" Type="http://schemas.openxmlformats.org/officeDocument/2006/relationships/image" Target="../media/image484.wmf"/><Relationship Id="rId28" Type="http://schemas.openxmlformats.org/officeDocument/2006/relationships/image" Target="../media/image489.wmf"/><Relationship Id="rId10" Type="http://schemas.openxmlformats.org/officeDocument/2006/relationships/image" Target="../media/image471.wmf"/><Relationship Id="rId19" Type="http://schemas.openxmlformats.org/officeDocument/2006/relationships/image" Target="../media/image480.wmf"/><Relationship Id="rId31" Type="http://schemas.openxmlformats.org/officeDocument/2006/relationships/image" Target="../media/image492.wmf"/><Relationship Id="rId4" Type="http://schemas.openxmlformats.org/officeDocument/2006/relationships/image" Target="../media/image465.wmf"/><Relationship Id="rId9" Type="http://schemas.openxmlformats.org/officeDocument/2006/relationships/image" Target="../media/image470.wmf"/><Relationship Id="rId14" Type="http://schemas.openxmlformats.org/officeDocument/2006/relationships/image" Target="../media/image475.wmf"/><Relationship Id="rId22" Type="http://schemas.openxmlformats.org/officeDocument/2006/relationships/image" Target="../media/image483.wmf"/><Relationship Id="rId27" Type="http://schemas.openxmlformats.org/officeDocument/2006/relationships/image" Target="../media/image488.wmf"/><Relationship Id="rId30" Type="http://schemas.openxmlformats.org/officeDocument/2006/relationships/image" Target="../media/image491.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49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53C8C42B-2E02-4A5B-9988-AAC2C93C82AE}"/>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ClrTx/>
              <a:buSzTx/>
              <a:buFontTx/>
              <a:buNone/>
              <a:defRPr sz="1200">
                <a:solidFill>
                  <a:schemeClr val="tx1"/>
                </a:solidFill>
              </a:defRPr>
            </a:lvl1pPr>
          </a:lstStyle>
          <a:p>
            <a:pPr>
              <a:defRPr/>
            </a:pPr>
            <a:endParaRPr lang="en-US" altLang="zh-CN"/>
          </a:p>
        </p:txBody>
      </p:sp>
      <p:sp>
        <p:nvSpPr>
          <p:cNvPr id="137219" name="Rectangle 3">
            <a:extLst>
              <a:ext uri="{FF2B5EF4-FFF2-40B4-BE49-F238E27FC236}">
                <a16:creationId xmlns:a16="http://schemas.microsoft.com/office/drawing/2014/main" id="{3E22E6B8-6E7E-46D6-BE01-9B9162DF1570}"/>
              </a:ext>
            </a:extLst>
          </p:cNvPr>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ClrTx/>
              <a:buSzTx/>
              <a:buFontTx/>
              <a:buNone/>
              <a:defRPr sz="1200">
                <a:solidFill>
                  <a:schemeClr val="tx1"/>
                </a:solidFill>
              </a:defRPr>
            </a:lvl1pPr>
          </a:lstStyle>
          <a:p>
            <a:pPr>
              <a:defRPr/>
            </a:pPr>
            <a:endParaRPr lang="en-US" altLang="zh-CN"/>
          </a:p>
        </p:txBody>
      </p:sp>
      <p:sp>
        <p:nvSpPr>
          <p:cNvPr id="17412" name="Rectangle 4">
            <a:extLst>
              <a:ext uri="{FF2B5EF4-FFF2-40B4-BE49-F238E27FC236}">
                <a16:creationId xmlns:a16="http://schemas.microsoft.com/office/drawing/2014/main" id="{CFEE8F62-F042-4809-8AF7-186E3C91BC41}"/>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21" name="Rectangle 5">
            <a:extLst>
              <a:ext uri="{FF2B5EF4-FFF2-40B4-BE49-F238E27FC236}">
                <a16:creationId xmlns:a16="http://schemas.microsoft.com/office/drawing/2014/main" id="{1CDAAB62-A250-45BA-B873-6432F2BA570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7222" name="Rectangle 6">
            <a:extLst>
              <a:ext uri="{FF2B5EF4-FFF2-40B4-BE49-F238E27FC236}">
                <a16:creationId xmlns:a16="http://schemas.microsoft.com/office/drawing/2014/main" id="{0D8A3757-8AA0-4B09-A544-D1F0B2B4E251}"/>
              </a:ext>
            </a:extLst>
          </p:cNvPr>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ClrTx/>
              <a:buSzTx/>
              <a:buFontTx/>
              <a:buNone/>
              <a:defRPr sz="1200">
                <a:solidFill>
                  <a:schemeClr val="tx1"/>
                </a:solidFill>
              </a:defRPr>
            </a:lvl1pPr>
          </a:lstStyle>
          <a:p>
            <a:pPr>
              <a:defRPr/>
            </a:pPr>
            <a:endParaRPr lang="en-US" altLang="zh-CN"/>
          </a:p>
        </p:txBody>
      </p:sp>
      <p:sp>
        <p:nvSpPr>
          <p:cNvPr id="137223" name="Rectangle 7">
            <a:extLst>
              <a:ext uri="{FF2B5EF4-FFF2-40B4-BE49-F238E27FC236}">
                <a16:creationId xmlns:a16="http://schemas.microsoft.com/office/drawing/2014/main" id="{F841745A-1300-4394-98D2-6AFAAEEE493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spcBef>
                <a:spcPct val="0"/>
              </a:spcBef>
              <a:buClrTx/>
              <a:buSzPct val="80000"/>
              <a:buFont typeface="Arial" panose="020B0604020202020204" pitchFamily="34" charset="0"/>
              <a:buNone/>
              <a:defRPr sz="1200" noProof="1">
                <a:solidFill>
                  <a:schemeClr val="tx1"/>
                </a:solidFill>
              </a:defRPr>
            </a:lvl1pPr>
          </a:lstStyle>
          <a:p>
            <a:pPr>
              <a:defRPr/>
            </a:pPr>
            <a:fld id="{8D9CD7EE-6197-4209-8EDC-FABD1E4F64B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emf"/><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emf"/><Relationship Id="rId2" Type="http://schemas.openxmlformats.org/officeDocument/2006/relationships/image" Target="../media/image8.png"/><Relationship Id="rId1" Type="http://schemas.openxmlformats.org/officeDocument/2006/relationships/slideMaster" Target="../slideMasters/slideMaster3.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emf"/><Relationship Id="rId2" Type="http://schemas.openxmlformats.org/officeDocument/2006/relationships/image" Target="../media/image8.png"/><Relationship Id="rId1" Type="http://schemas.openxmlformats.org/officeDocument/2006/relationships/slideMaster" Target="../slideMasters/slideMaster7.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emf"/><Relationship Id="rId2" Type="http://schemas.openxmlformats.org/officeDocument/2006/relationships/image" Target="../media/image8.png"/><Relationship Id="rId1" Type="http://schemas.openxmlformats.org/officeDocument/2006/relationships/slideMaster" Target="../slideMasters/slideMaster8.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nbl10_1_1">
            <a:extLst>
              <a:ext uri="{FF2B5EF4-FFF2-40B4-BE49-F238E27FC236}">
                <a16:creationId xmlns:a16="http://schemas.microsoft.com/office/drawing/2014/main" id="{57BF387E-0C54-4CE3-884E-A712591B38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nbl10_1_1_2">
            <a:extLst>
              <a:ext uri="{FF2B5EF4-FFF2-40B4-BE49-F238E27FC236}">
                <a16:creationId xmlns:a16="http://schemas.microsoft.com/office/drawing/2014/main" id="{2006F0E5-0E09-4D6B-93FC-E9B66B66B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86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88" name="Rectangle 4"/>
          <p:cNvSpPr>
            <a:spLocks noGrp="1" noChangeArrowheads="1"/>
          </p:cNvSpPr>
          <p:nvPr>
            <p:ph type="ctrTitle"/>
          </p:nvPr>
        </p:nvSpPr>
        <p:spPr>
          <a:xfrm>
            <a:off x="1547813" y="2819400"/>
            <a:ext cx="7034212" cy="1143000"/>
          </a:xfrm>
        </p:spPr>
        <p:txBody>
          <a:bodyPr/>
          <a:lstStyle>
            <a:lvl1pPr algn="ctr">
              <a:defRPr sz="4400"/>
            </a:lvl1pPr>
          </a:lstStyle>
          <a:p>
            <a:r>
              <a:rPr lang="zh-CN" altLang="en-US" noProof="1"/>
              <a:t>单击此处编辑母版标题样式</a:t>
            </a:r>
            <a:endParaRPr lang="ko-KR" altLang="en-US" noProof="1"/>
          </a:p>
        </p:txBody>
      </p:sp>
      <p:sp>
        <p:nvSpPr>
          <p:cNvPr id="221189" name="Rectangle 5"/>
          <p:cNvSpPr>
            <a:spLocks noGrp="1" noChangeArrowheads="1"/>
          </p:cNvSpPr>
          <p:nvPr>
            <p:ph type="subTitle" idx="1"/>
          </p:nvPr>
        </p:nvSpPr>
        <p:spPr>
          <a:xfrm>
            <a:off x="1898650" y="4038600"/>
            <a:ext cx="6400800" cy="914400"/>
          </a:xfrm>
        </p:spPr>
        <p:txBody>
          <a:bodyPr/>
          <a:lstStyle>
            <a:lvl1pPr marL="0" indent="0" algn="ctr">
              <a:buFontTx/>
              <a:buNone/>
              <a:defRPr sz="3200">
                <a:solidFill>
                  <a:srgbClr val="596E8B"/>
                </a:solidFill>
              </a:defRPr>
            </a:lvl1pPr>
          </a:lstStyle>
          <a:p>
            <a:r>
              <a:rPr lang="zh-CN" altLang="en-US" noProof="1"/>
              <a:t>单击以编辑母版副标题样式</a:t>
            </a:r>
            <a:endParaRPr lang="ko-KR" altLang="en-US" noProof="1"/>
          </a:p>
        </p:txBody>
      </p:sp>
      <p:sp>
        <p:nvSpPr>
          <p:cNvPr id="6" name="Rectangle 6">
            <a:extLst>
              <a:ext uri="{FF2B5EF4-FFF2-40B4-BE49-F238E27FC236}">
                <a16:creationId xmlns:a16="http://schemas.microsoft.com/office/drawing/2014/main" id="{4AF07034-19A2-4966-BC21-82C20225F6EC}"/>
              </a:ext>
            </a:extLst>
          </p:cNvPr>
          <p:cNvSpPr>
            <a:spLocks noGrp="1" noChangeArrowheads="1"/>
          </p:cNvSpPr>
          <p:nvPr>
            <p:ph type="dt" sz="half" idx="10"/>
          </p:nvPr>
        </p:nvSpPr>
        <p:spPr>
          <a:xfrm>
            <a:off x="1828800" y="6324600"/>
            <a:ext cx="1898650" cy="457200"/>
          </a:xfrm>
        </p:spPr>
        <p:txBody>
          <a:bodyPr/>
          <a:lstStyle>
            <a:lvl1pPr>
              <a:defRPr/>
            </a:lvl1pPr>
          </a:lstStyle>
          <a:p>
            <a:pPr>
              <a:defRPr/>
            </a:pPr>
            <a:fld id="{BC74C171-B472-4FC2-8EC4-8ABA8C2DFEE2}" type="datetime1">
              <a:rPr lang="zh-CN" altLang="en-US"/>
              <a:pPr>
                <a:defRPr/>
              </a:pPr>
              <a:t>2020/12/3</a:t>
            </a:fld>
            <a:endParaRPr lang="en-US" altLang="ko-KR"/>
          </a:p>
        </p:txBody>
      </p:sp>
      <p:sp>
        <p:nvSpPr>
          <p:cNvPr id="7" name="Rectangle 7">
            <a:extLst>
              <a:ext uri="{FF2B5EF4-FFF2-40B4-BE49-F238E27FC236}">
                <a16:creationId xmlns:a16="http://schemas.microsoft.com/office/drawing/2014/main" id="{B254B34E-E804-42C6-9D7D-584905A8295E}"/>
              </a:ext>
            </a:extLst>
          </p:cNvPr>
          <p:cNvSpPr>
            <a:spLocks noGrp="1" noChangeArrowheads="1"/>
          </p:cNvSpPr>
          <p:nvPr>
            <p:ph type="ftr" sz="quarter" idx="11"/>
          </p:nvPr>
        </p:nvSpPr>
        <p:spPr>
          <a:xfrm>
            <a:off x="3938588" y="6324600"/>
            <a:ext cx="2814637" cy="457200"/>
          </a:xfrm>
        </p:spPr>
        <p:txBody>
          <a:bodyPr/>
          <a:lstStyle>
            <a:lvl1pPr>
              <a:defRPr/>
            </a:lvl1pPr>
          </a:lstStyle>
          <a:p>
            <a:pPr>
              <a:defRPr/>
            </a:pPr>
            <a:endParaRPr lang="en-US" altLang="ko-KR"/>
          </a:p>
        </p:txBody>
      </p:sp>
      <p:sp>
        <p:nvSpPr>
          <p:cNvPr id="8" name="Rectangle 8">
            <a:extLst>
              <a:ext uri="{FF2B5EF4-FFF2-40B4-BE49-F238E27FC236}">
                <a16:creationId xmlns:a16="http://schemas.microsoft.com/office/drawing/2014/main" id="{43D8E61C-0F0F-4DE7-AEDF-9052E1228D24}"/>
              </a:ext>
            </a:extLst>
          </p:cNvPr>
          <p:cNvSpPr>
            <a:spLocks noGrp="1" noChangeArrowheads="1"/>
          </p:cNvSpPr>
          <p:nvPr>
            <p:ph type="sldNum" sz="quarter" idx="12"/>
          </p:nvPr>
        </p:nvSpPr>
        <p:spPr>
          <a:xfrm>
            <a:off x="6892925" y="6324600"/>
            <a:ext cx="1406525" cy="457200"/>
          </a:xfrm>
        </p:spPr>
        <p:txBody>
          <a:bodyPr/>
          <a:lstStyle>
            <a:lvl1pPr>
              <a:defRPr/>
            </a:lvl1pPr>
          </a:lstStyle>
          <a:p>
            <a:pPr>
              <a:defRPr/>
            </a:pPr>
            <a:fld id="{2FBD4737-0AAA-40A7-A7E2-784B3C7D5448}" type="slidenum">
              <a:rPr lang="ko-KR" altLang="en-US"/>
              <a:pPr>
                <a:defRPr/>
              </a:pPr>
              <a:t>‹#›</a:t>
            </a:fld>
            <a:endParaRPr lang="ko-KR" altLang="en-US"/>
          </a:p>
        </p:txBody>
      </p:sp>
    </p:spTree>
    <p:extLst>
      <p:ext uri="{BB962C8B-B14F-4D97-AF65-F5344CB8AC3E}">
        <p14:creationId xmlns:p14="http://schemas.microsoft.com/office/powerpoint/2010/main" val="179219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2C1AA67F-3A77-44F5-8374-23AD31697622}"/>
              </a:ext>
            </a:extLst>
          </p:cNvPr>
          <p:cNvSpPr>
            <a:spLocks noGrp="1" noChangeArrowheads="1"/>
          </p:cNvSpPr>
          <p:nvPr>
            <p:ph type="dt" sz="half" idx="10"/>
          </p:nvPr>
        </p:nvSpPr>
        <p:spPr>
          <a:ln/>
        </p:spPr>
        <p:txBody>
          <a:bodyPr/>
          <a:lstStyle>
            <a:lvl1pPr>
              <a:defRPr/>
            </a:lvl1pPr>
          </a:lstStyle>
          <a:p>
            <a:pPr>
              <a:defRPr/>
            </a:pPr>
            <a:fld id="{45701EF2-B035-4DAC-A6B4-7CA989D7DE3E}" type="datetime1">
              <a:rPr lang="zh-CN" altLang="en-US"/>
              <a:pPr>
                <a:defRPr/>
              </a:pPr>
              <a:t>2020/12/3</a:t>
            </a:fld>
            <a:endParaRPr lang="en-US" altLang="ko-KR"/>
          </a:p>
        </p:txBody>
      </p:sp>
      <p:sp>
        <p:nvSpPr>
          <p:cNvPr id="5" name="Rectangle 7">
            <a:extLst>
              <a:ext uri="{FF2B5EF4-FFF2-40B4-BE49-F238E27FC236}">
                <a16:creationId xmlns:a16="http://schemas.microsoft.com/office/drawing/2014/main" id="{B8095A03-535D-4943-85A3-1EF180C1A15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a:extLst>
              <a:ext uri="{FF2B5EF4-FFF2-40B4-BE49-F238E27FC236}">
                <a16:creationId xmlns:a16="http://schemas.microsoft.com/office/drawing/2014/main" id="{FF086135-1ED6-4ABE-9234-BEFD9A052342}"/>
              </a:ext>
            </a:extLst>
          </p:cNvPr>
          <p:cNvSpPr>
            <a:spLocks noGrp="1" noChangeArrowheads="1"/>
          </p:cNvSpPr>
          <p:nvPr>
            <p:ph type="sldNum" sz="quarter" idx="12"/>
          </p:nvPr>
        </p:nvSpPr>
        <p:spPr>
          <a:ln/>
        </p:spPr>
        <p:txBody>
          <a:bodyPr/>
          <a:lstStyle>
            <a:lvl1pPr>
              <a:defRPr/>
            </a:lvl1pPr>
          </a:lstStyle>
          <a:p>
            <a:pPr>
              <a:defRPr/>
            </a:pPr>
            <a:fld id="{6DBA04E1-1C85-4C45-AB10-8A95852A2A19}" type="slidenum">
              <a:rPr lang="ko-KR" altLang="en-US"/>
              <a:pPr>
                <a:defRPr/>
              </a:pPr>
              <a:t>‹#›</a:t>
            </a:fld>
            <a:endParaRPr lang="ko-KR" altLang="en-US"/>
          </a:p>
        </p:txBody>
      </p:sp>
    </p:spTree>
    <p:extLst>
      <p:ext uri="{BB962C8B-B14F-4D97-AF65-F5344CB8AC3E}">
        <p14:creationId xmlns:p14="http://schemas.microsoft.com/office/powerpoint/2010/main" val="1828027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a:extLst>
              <a:ext uri="{FF2B5EF4-FFF2-40B4-BE49-F238E27FC236}">
                <a16:creationId xmlns:a16="http://schemas.microsoft.com/office/drawing/2014/main" id="{FEC35EF5-81A7-49F1-A72B-F7FBD18165F2}"/>
              </a:ext>
            </a:extLst>
          </p:cNvPr>
          <p:cNvSpPr>
            <a:spLocks noGrp="1" noChangeArrowheads="1"/>
          </p:cNvSpPr>
          <p:nvPr>
            <p:ph type="dt" sz="half" idx="10"/>
          </p:nvPr>
        </p:nvSpPr>
        <p:spPr>
          <a:ln/>
        </p:spPr>
        <p:txBody>
          <a:bodyPr/>
          <a:lstStyle>
            <a:lvl1pPr>
              <a:defRPr/>
            </a:lvl1pPr>
          </a:lstStyle>
          <a:p>
            <a:pPr>
              <a:defRPr/>
            </a:pPr>
            <a:fld id="{904F2571-4257-40C6-8AA1-DC8A59CCCFAC}" type="datetime1">
              <a:rPr lang="zh-CN" altLang="en-US"/>
              <a:pPr>
                <a:defRPr/>
              </a:pPr>
              <a:t>2020/12/3</a:t>
            </a:fld>
            <a:endParaRPr lang="en-US" altLang="ko-KR"/>
          </a:p>
        </p:txBody>
      </p:sp>
      <p:sp>
        <p:nvSpPr>
          <p:cNvPr id="5" name="Rectangle 7">
            <a:extLst>
              <a:ext uri="{FF2B5EF4-FFF2-40B4-BE49-F238E27FC236}">
                <a16:creationId xmlns:a16="http://schemas.microsoft.com/office/drawing/2014/main" id="{898139CD-FD29-41A7-8406-502343F327B2}"/>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a:extLst>
              <a:ext uri="{FF2B5EF4-FFF2-40B4-BE49-F238E27FC236}">
                <a16:creationId xmlns:a16="http://schemas.microsoft.com/office/drawing/2014/main" id="{FA4C0AEF-8B75-4439-A3E4-B21AC47CC701}"/>
              </a:ext>
            </a:extLst>
          </p:cNvPr>
          <p:cNvSpPr>
            <a:spLocks noGrp="1" noChangeArrowheads="1"/>
          </p:cNvSpPr>
          <p:nvPr>
            <p:ph type="sldNum" sz="quarter" idx="12"/>
          </p:nvPr>
        </p:nvSpPr>
        <p:spPr>
          <a:ln/>
        </p:spPr>
        <p:txBody>
          <a:bodyPr/>
          <a:lstStyle>
            <a:lvl1pPr>
              <a:defRPr/>
            </a:lvl1pPr>
          </a:lstStyle>
          <a:p>
            <a:pPr>
              <a:defRPr/>
            </a:pPr>
            <a:fld id="{234B67BA-88E6-4673-A675-A2D4204C6032}" type="slidenum">
              <a:rPr lang="ko-KR" altLang="en-US"/>
              <a:pPr>
                <a:defRPr/>
              </a:pPr>
              <a:t>‹#›</a:t>
            </a:fld>
            <a:endParaRPr lang="ko-KR" altLang="en-US"/>
          </a:p>
        </p:txBody>
      </p:sp>
    </p:spTree>
    <p:extLst>
      <p:ext uri="{BB962C8B-B14F-4D97-AF65-F5344CB8AC3E}">
        <p14:creationId xmlns:p14="http://schemas.microsoft.com/office/powerpoint/2010/main" val="998353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703263"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65663"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a:extLst>
              <a:ext uri="{FF2B5EF4-FFF2-40B4-BE49-F238E27FC236}">
                <a16:creationId xmlns:a16="http://schemas.microsoft.com/office/drawing/2014/main" id="{BFFD172B-AC3D-406B-899A-44C8543E8E14}"/>
              </a:ext>
            </a:extLst>
          </p:cNvPr>
          <p:cNvSpPr>
            <a:spLocks noGrp="1" noChangeArrowheads="1"/>
          </p:cNvSpPr>
          <p:nvPr>
            <p:ph type="dt" sz="half" idx="10"/>
          </p:nvPr>
        </p:nvSpPr>
        <p:spPr>
          <a:ln/>
        </p:spPr>
        <p:txBody>
          <a:bodyPr/>
          <a:lstStyle>
            <a:lvl1pPr>
              <a:defRPr/>
            </a:lvl1pPr>
          </a:lstStyle>
          <a:p>
            <a:pPr>
              <a:defRPr/>
            </a:pPr>
            <a:fld id="{E16E2B88-46E5-415D-AC15-5B64BF273F58}" type="datetime1">
              <a:rPr lang="zh-CN" altLang="en-US"/>
              <a:pPr>
                <a:defRPr/>
              </a:pPr>
              <a:t>2020/12/3</a:t>
            </a:fld>
            <a:endParaRPr lang="en-US" altLang="ko-KR"/>
          </a:p>
        </p:txBody>
      </p:sp>
      <p:sp>
        <p:nvSpPr>
          <p:cNvPr id="6" name="Rectangle 7">
            <a:extLst>
              <a:ext uri="{FF2B5EF4-FFF2-40B4-BE49-F238E27FC236}">
                <a16:creationId xmlns:a16="http://schemas.microsoft.com/office/drawing/2014/main" id="{041D3917-F911-4228-9C20-7DFF056B4D1B}"/>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a:extLst>
              <a:ext uri="{FF2B5EF4-FFF2-40B4-BE49-F238E27FC236}">
                <a16:creationId xmlns:a16="http://schemas.microsoft.com/office/drawing/2014/main" id="{1E4D7C1D-C0D7-4D7B-A450-0975DCA44D55}"/>
              </a:ext>
            </a:extLst>
          </p:cNvPr>
          <p:cNvSpPr>
            <a:spLocks noGrp="1" noChangeArrowheads="1"/>
          </p:cNvSpPr>
          <p:nvPr>
            <p:ph type="sldNum" sz="quarter" idx="12"/>
          </p:nvPr>
        </p:nvSpPr>
        <p:spPr>
          <a:ln/>
        </p:spPr>
        <p:txBody>
          <a:bodyPr/>
          <a:lstStyle>
            <a:lvl1pPr>
              <a:defRPr/>
            </a:lvl1pPr>
          </a:lstStyle>
          <a:p>
            <a:pPr>
              <a:defRPr/>
            </a:pPr>
            <a:fld id="{F1822F60-4C21-4922-B020-5C43A2FD7223}" type="slidenum">
              <a:rPr lang="ko-KR" altLang="en-US"/>
              <a:pPr>
                <a:defRPr/>
              </a:pPr>
              <a:t>‹#›</a:t>
            </a:fld>
            <a:endParaRPr lang="ko-KR" altLang="en-US"/>
          </a:p>
        </p:txBody>
      </p:sp>
    </p:spTree>
    <p:extLst>
      <p:ext uri="{BB962C8B-B14F-4D97-AF65-F5344CB8AC3E}">
        <p14:creationId xmlns:p14="http://schemas.microsoft.com/office/powerpoint/2010/main" val="2974360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a:extLst>
              <a:ext uri="{FF2B5EF4-FFF2-40B4-BE49-F238E27FC236}">
                <a16:creationId xmlns:a16="http://schemas.microsoft.com/office/drawing/2014/main" id="{222EEC97-C5AA-429A-9B2F-A6B579C78F3B}"/>
              </a:ext>
            </a:extLst>
          </p:cNvPr>
          <p:cNvSpPr>
            <a:spLocks noGrp="1" noChangeArrowheads="1"/>
          </p:cNvSpPr>
          <p:nvPr>
            <p:ph type="dt" sz="half" idx="10"/>
          </p:nvPr>
        </p:nvSpPr>
        <p:spPr>
          <a:ln/>
        </p:spPr>
        <p:txBody>
          <a:bodyPr/>
          <a:lstStyle>
            <a:lvl1pPr>
              <a:defRPr/>
            </a:lvl1pPr>
          </a:lstStyle>
          <a:p>
            <a:pPr>
              <a:defRPr/>
            </a:pPr>
            <a:fld id="{CF0BE224-6BF8-4052-8D8F-2CF4F0E71F19}" type="datetime1">
              <a:rPr lang="zh-CN" altLang="en-US"/>
              <a:pPr>
                <a:defRPr/>
              </a:pPr>
              <a:t>2020/12/3</a:t>
            </a:fld>
            <a:endParaRPr lang="en-US" altLang="ko-KR"/>
          </a:p>
        </p:txBody>
      </p:sp>
      <p:sp>
        <p:nvSpPr>
          <p:cNvPr id="8" name="Rectangle 7">
            <a:extLst>
              <a:ext uri="{FF2B5EF4-FFF2-40B4-BE49-F238E27FC236}">
                <a16:creationId xmlns:a16="http://schemas.microsoft.com/office/drawing/2014/main" id="{FDC01100-4FC3-478C-B2EF-1C011163CB93}"/>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8">
            <a:extLst>
              <a:ext uri="{FF2B5EF4-FFF2-40B4-BE49-F238E27FC236}">
                <a16:creationId xmlns:a16="http://schemas.microsoft.com/office/drawing/2014/main" id="{A3DF7F45-11DD-4557-A297-75380790DB8E}"/>
              </a:ext>
            </a:extLst>
          </p:cNvPr>
          <p:cNvSpPr>
            <a:spLocks noGrp="1" noChangeArrowheads="1"/>
          </p:cNvSpPr>
          <p:nvPr>
            <p:ph type="sldNum" sz="quarter" idx="12"/>
          </p:nvPr>
        </p:nvSpPr>
        <p:spPr>
          <a:ln/>
        </p:spPr>
        <p:txBody>
          <a:bodyPr/>
          <a:lstStyle>
            <a:lvl1pPr>
              <a:defRPr/>
            </a:lvl1pPr>
          </a:lstStyle>
          <a:p>
            <a:pPr>
              <a:defRPr/>
            </a:pPr>
            <a:fld id="{4817FD92-A10F-4AC2-A0F6-1BC39E851259}" type="slidenum">
              <a:rPr lang="ko-KR" altLang="en-US"/>
              <a:pPr>
                <a:defRPr/>
              </a:pPr>
              <a:t>‹#›</a:t>
            </a:fld>
            <a:endParaRPr lang="ko-KR" altLang="en-US"/>
          </a:p>
        </p:txBody>
      </p:sp>
    </p:spTree>
    <p:extLst>
      <p:ext uri="{BB962C8B-B14F-4D97-AF65-F5344CB8AC3E}">
        <p14:creationId xmlns:p14="http://schemas.microsoft.com/office/powerpoint/2010/main" val="2366953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a:extLst>
              <a:ext uri="{FF2B5EF4-FFF2-40B4-BE49-F238E27FC236}">
                <a16:creationId xmlns:a16="http://schemas.microsoft.com/office/drawing/2014/main" id="{27B1BB80-2FD5-4A63-86F4-1D648979825D}"/>
              </a:ext>
            </a:extLst>
          </p:cNvPr>
          <p:cNvSpPr>
            <a:spLocks noGrp="1" noChangeArrowheads="1"/>
          </p:cNvSpPr>
          <p:nvPr>
            <p:ph type="dt" sz="half" idx="10"/>
          </p:nvPr>
        </p:nvSpPr>
        <p:spPr>
          <a:ln/>
        </p:spPr>
        <p:txBody>
          <a:bodyPr/>
          <a:lstStyle>
            <a:lvl1pPr>
              <a:defRPr/>
            </a:lvl1pPr>
          </a:lstStyle>
          <a:p>
            <a:pPr>
              <a:defRPr/>
            </a:pPr>
            <a:fld id="{3A678A70-334D-47C0-9234-74A2FDD7091F}" type="datetime1">
              <a:rPr lang="zh-CN" altLang="en-US"/>
              <a:pPr>
                <a:defRPr/>
              </a:pPr>
              <a:t>2020/12/3</a:t>
            </a:fld>
            <a:endParaRPr lang="en-US" altLang="ko-KR"/>
          </a:p>
        </p:txBody>
      </p:sp>
      <p:sp>
        <p:nvSpPr>
          <p:cNvPr id="4" name="Rectangle 7">
            <a:extLst>
              <a:ext uri="{FF2B5EF4-FFF2-40B4-BE49-F238E27FC236}">
                <a16:creationId xmlns:a16="http://schemas.microsoft.com/office/drawing/2014/main" id="{262706D9-3749-4A1D-9CC9-153C8C5A6363}"/>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8">
            <a:extLst>
              <a:ext uri="{FF2B5EF4-FFF2-40B4-BE49-F238E27FC236}">
                <a16:creationId xmlns:a16="http://schemas.microsoft.com/office/drawing/2014/main" id="{E8C1AEF5-885C-42AE-8DEE-26C7C83D057C}"/>
              </a:ext>
            </a:extLst>
          </p:cNvPr>
          <p:cNvSpPr>
            <a:spLocks noGrp="1" noChangeArrowheads="1"/>
          </p:cNvSpPr>
          <p:nvPr>
            <p:ph type="sldNum" sz="quarter" idx="12"/>
          </p:nvPr>
        </p:nvSpPr>
        <p:spPr>
          <a:ln/>
        </p:spPr>
        <p:txBody>
          <a:bodyPr/>
          <a:lstStyle>
            <a:lvl1pPr>
              <a:defRPr/>
            </a:lvl1pPr>
          </a:lstStyle>
          <a:p>
            <a:pPr>
              <a:defRPr/>
            </a:pPr>
            <a:fld id="{14F9B2E5-8230-4B72-A1C9-AF801809C38D}" type="slidenum">
              <a:rPr lang="ko-KR" altLang="en-US"/>
              <a:pPr>
                <a:defRPr/>
              </a:pPr>
              <a:t>‹#›</a:t>
            </a:fld>
            <a:endParaRPr lang="ko-KR" altLang="en-US"/>
          </a:p>
        </p:txBody>
      </p:sp>
    </p:spTree>
    <p:extLst>
      <p:ext uri="{BB962C8B-B14F-4D97-AF65-F5344CB8AC3E}">
        <p14:creationId xmlns:p14="http://schemas.microsoft.com/office/powerpoint/2010/main" val="151670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D80518-8964-4DCF-A773-A61B2EF3FAE1}"/>
              </a:ext>
            </a:extLst>
          </p:cNvPr>
          <p:cNvSpPr>
            <a:spLocks noGrp="1" noChangeArrowheads="1"/>
          </p:cNvSpPr>
          <p:nvPr>
            <p:ph type="dt" sz="half" idx="10"/>
          </p:nvPr>
        </p:nvSpPr>
        <p:spPr>
          <a:ln/>
        </p:spPr>
        <p:txBody>
          <a:bodyPr/>
          <a:lstStyle>
            <a:lvl1pPr>
              <a:defRPr/>
            </a:lvl1pPr>
          </a:lstStyle>
          <a:p>
            <a:pPr>
              <a:defRPr/>
            </a:pPr>
            <a:fld id="{A79E87DE-DA7C-4F16-BEB3-FC2088962789}" type="datetime1">
              <a:rPr lang="zh-CN" altLang="en-US"/>
              <a:pPr>
                <a:defRPr/>
              </a:pPr>
              <a:t>2020/12/3</a:t>
            </a:fld>
            <a:endParaRPr lang="en-US" altLang="ko-KR"/>
          </a:p>
        </p:txBody>
      </p:sp>
      <p:sp>
        <p:nvSpPr>
          <p:cNvPr id="3" name="Rectangle 7">
            <a:extLst>
              <a:ext uri="{FF2B5EF4-FFF2-40B4-BE49-F238E27FC236}">
                <a16:creationId xmlns:a16="http://schemas.microsoft.com/office/drawing/2014/main" id="{365F0252-1CFB-4BC3-94CB-162A68F51CAF}"/>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8">
            <a:extLst>
              <a:ext uri="{FF2B5EF4-FFF2-40B4-BE49-F238E27FC236}">
                <a16:creationId xmlns:a16="http://schemas.microsoft.com/office/drawing/2014/main" id="{C0E0F37B-871D-4D3E-A86E-03BA6B3094A1}"/>
              </a:ext>
            </a:extLst>
          </p:cNvPr>
          <p:cNvSpPr>
            <a:spLocks noGrp="1" noChangeArrowheads="1"/>
          </p:cNvSpPr>
          <p:nvPr>
            <p:ph type="sldNum" sz="quarter" idx="12"/>
          </p:nvPr>
        </p:nvSpPr>
        <p:spPr>
          <a:ln/>
        </p:spPr>
        <p:txBody>
          <a:bodyPr/>
          <a:lstStyle>
            <a:lvl1pPr>
              <a:defRPr/>
            </a:lvl1pPr>
          </a:lstStyle>
          <a:p>
            <a:pPr>
              <a:defRPr/>
            </a:pPr>
            <a:fld id="{3B8D1A45-6710-4529-8214-56D22BE10121}" type="slidenum">
              <a:rPr lang="ko-KR" altLang="en-US"/>
              <a:pPr>
                <a:defRPr/>
              </a:pPr>
              <a:t>‹#›</a:t>
            </a:fld>
            <a:endParaRPr lang="ko-KR" altLang="en-US"/>
          </a:p>
        </p:txBody>
      </p:sp>
    </p:spTree>
    <p:extLst>
      <p:ext uri="{BB962C8B-B14F-4D97-AF65-F5344CB8AC3E}">
        <p14:creationId xmlns:p14="http://schemas.microsoft.com/office/powerpoint/2010/main" val="311069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6003D4A9-CF41-4CFA-86D6-8B85C426D6DC}"/>
              </a:ext>
            </a:extLst>
          </p:cNvPr>
          <p:cNvSpPr>
            <a:spLocks noGrp="1" noChangeArrowheads="1"/>
          </p:cNvSpPr>
          <p:nvPr>
            <p:ph type="dt" sz="half" idx="10"/>
          </p:nvPr>
        </p:nvSpPr>
        <p:spPr>
          <a:ln/>
        </p:spPr>
        <p:txBody>
          <a:bodyPr/>
          <a:lstStyle>
            <a:lvl1pPr>
              <a:defRPr/>
            </a:lvl1pPr>
          </a:lstStyle>
          <a:p>
            <a:pPr>
              <a:defRPr/>
            </a:pPr>
            <a:fld id="{BCB562D3-299C-4A2B-86AB-4AE789165B83}" type="datetime1">
              <a:rPr lang="zh-CN" altLang="en-US"/>
              <a:pPr>
                <a:defRPr/>
              </a:pPr>
              <a:t>2020/12/3</a:t>
            </a:fld>
            <a:endParaRPr lang="en-US" altLang="ko-KR"/>
          </a:p>
        </p:txBody>
      </p:sp>
      <p:sp>
        <p:nvSpPr>
          <p:cNvPr id="6" name="Rectangle 7">
            <a:extLst>
              <a:ext uri="{FF2B5EF4-FFF2-40B4-BE49-F238E27FC236}">
                <a16:creationId xmlns:a16="http://schemas.microsoft.com/office/drawing/2014/main" id="{BC0A4F96-80CD-469C-8F58-76D3CC430C87}"/>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a:extLst>
              <a:ext uri="{FF2B5EF4-FFF2-40B4-BE49-F238E27FC236}">
                <a16:creationId xmlns:a16="http://schemas.microsoft.com/office/drawing/2014/main" id="{11B616C7-51BB-4800-BFF3-5263ABE4605A}"/>
              </a:ext>
            </a:extLst>
          </p:cNvPr>
          <p:cNvSpPr>
            <a:spLocks noGrp="1" noChangeArrowheads="1"/>
          </p:cNvSpPr>
          <p:nvPr>
            <p:ph type="sldNum" sz="quarter" idx="12"/>
          </p:nvPr>
        </p:nvSpPr>
        <p:spPr>
          <a:ln/>
        </p:spPr>
        <p:txBody>
          <a:bodyPr/>
          <a:lstStyle>
            <a:lvl1pPr>
              <a:defRPr/>
            </a:lvl1pPr>
          </a:lstStyle>
          <a:p>
            <a:pPr>
              <a:defRPr/>
            </a:pPr>
            <a:fld id="{6779F42A-B50B-4ECB-89A2-CC7B4507298A}" type="slidenum">
              <a:rPr lang="ko-KR" altLang="en-US"/>
              <a:pPr>
                <a:defRPr/>
              </a:pPr>
              <a:t>‹#›</a:t>
            </a:fld>
            <a:endParaRPr lang="ko-KR" altLang="en-US"/>
          </a:p>
        </p:txBody>
      </p:sp>
    </p:spTree>
    <p:extLst>
      <p:ext uri="{BB962C8B-B14F-4D97-AF65-F5344CB8AC3E}">
        <p14:creationId xmlns:p14="http://schemas.microsoft.com/office/powerpoint/2010/main" val="4068478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9FF26D2C-293F-49C2-83B7-690E3615F6E5}"/>
              </a:ext>
            </a:extLst>
          </p:cNvPr>
          <p:cNvSpPr>
            <a:spLocks noGrp="1" noChangeArrowheads="1"/>
          </p:cNvSpPr>
          <p:nvPr>
            <p:ph type="dt" sz="half" idx="10"/>
          </p:nvPr>
        </p:nvSpPr>
        <p:spPr>
          <a:ln/>
        </p:spPr>
        <p:txBody>
          <a:bodyPr/>
          <a:lstStyle>
            <a:lvl1pPr>
              <a:defRPr/>
            </a:lvl1pPr>
          </a:lstStyle>
          <a:p>
            <a:pPr>
              <a:defRPr/>
            </a:pPr>
            <a:fld id="{A6A18B4A-655B-4FA9-A8CC-948703453393}" type="datetime1">
              <a:rPr lang="zh-CN" altLang="en-US"/>
              <a:pPr>
                <a:defRPr/>
              </a:pPr>
              <a:t>2020/12/3</a:t>
            </a:fld>
            <a:endParaRPr lang="en-US" altLang="ko-KR"/>
          </a:p>
        </p:txBody>
      </p:sp>
      <p:sp>
        <p:nvSpPr>
          <p:cNvPr id="6" name="Rectangle 7">
            <a:extLst>
              <a:ext uri="{FF2B5EF4-FFF2-40B4-BE49-F238E27FC236}">
                <a16:creationId xmlns:a16="http://schemas.microsoft.com/office/drawing/2014/main" id="{4DEAB5E4-4133-47EB-BFEE-D17FD46232B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a:extLst>
              <a:ext uri="{FF2B5EF4-FFF2-40B4-BE49-F238E27FC236}">
                <a16:creationId xmlns:a16="http://schemas.microsoft.com/office/drawing/2014/main" id="{17457046-480B-4533-B68E-CB72EDFB9124}"/>
              </a:ext>
            </a:extLst>
          </p:cNvPr>
          <p:cNvSpPr>
            <a:spLocks noGrp="1" noChangeArrowheads="1"/>
          </p:cNvSpPr>
          <p:nvPr>
            <p:ph type="sldNum" sz="quarter" idx="12"/>
          </p:nvPr>
        </p:nvSpPr>
        <p:spPr>
          <a:ln/>
        </p:spPr>
        <p:txBody>
          <a:bodyPr/>
          <a:lstStyle>
            <a:lvl1pPr>
              <a:defRPr/>
            </a:lvl1pPr>
          </a:lstStyle>
          <a:p>
            <a:pPr>
              <a:defRPr/>
            </a:pPr>
            <a:fld id="{F1395F71-A6DD-4836-A1DA-BEDF5EE8BD17}" type="slidenum">
              <a:rPr lang="ko-KR" altLang="en-US"/>
              <a:pPr>
                <a:defRPr/>
              </a:pPr>
              <a:t>‹#›</a:t>
            </a:fld>
            <a:endParaRPr lang="ko-KR" altLang="en-US"/>
          </a:p>
        </p:txBody>
      </p:sp>
    </p:spTree>
    <p:extLst>
      <p:ext uri="{BB962C8B-B14F-4D97-AF65-F5344CB8AC3E}">
        <p14:creationId xmlns:p14="http://schemas.microsoft.com/office/powerpoint/2010/main" val="1043611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C9D76AE5-7F12-4CE6-BA51-6B15722EDB1A}"/>
              </a:ext>
            </a:extLst>
          </p:cNvPr>
          <p:cNvSpPr>
            <a:spLocks noGrp="1" noChangeArrowheads="1"/>
          </p:cNvSpPr>
          <p:nvPr>
            <p:ph type="dt" sz="half" idx="10"/>
          </p:nvPr>
        </p:nvSpPr>
        <p:spPr>
          <a:ln/>
        </p:spPr>
        <p:txBody>
          <a:bodyPr/>
          <a:lstStyle>
            <a:lvl1pPr>
              <a:defRPr/>
            </a:lvl1pPr>
          </a:lstStyle>
          <a:p>
            <a:pPr>
              <a:defRPr/>
            </a:pPr>
            <a:fld id="{20ED5E2E-B00C-4094-AD23-AD8B63F03923}" type="datetime1">
              <a:rPr lang="zh-CN" altLang="en-US"/>
              <a:pPr>
                <a:defRPr/>
              </a:pPr>
              <a:t>2020/12/3</a:t>
            </a:fld>
            <a:endParaRPr lang="en-US" altLang="ko-KR"/>
          </a:p>
        </p:txBody>
      </p:sp>
      <p:sp>
        <p:nvSpPr>
          <p:cNvPr id="5" name="Rectangle 7">
            <a:extLst>
              <a:ext uri="{FF2B5EF4-FFF2-40B4-BE49-F238E27FC236}">
                <a16:creationId xmlns:a16="http://schemas.microsoft.com/office/drawing/2014/main" id="{33B663E5-D323-4EFE-98D4-5D2E4D47067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a:extLst>
              <a:ext uri="{FF2B5EF4-FFF2-40B4-BE49-F238E27FC236}">
                <a16:creationId xmlns:a16="http://schemas.microsoft.com/office/drawing/2014/main" id="{81EBED32-A562-4C0C-9063-6A7FBBE4A30D}"/>
              </a:ext>
            </a:extLst>
          </p:cNvPr>
          <p:cNvSpPr>
            <a:spLocks noGrp="1" noChangeArrowheads="1"/>
          </p:cNvSpPr>
          <p:nvPr>
            <p:ph type="sldNum" sz="quarter" idx="12"/>
          </p:nvPr>
        </p:nvSpPr>
        <p:spPr>
          <a:ln/>
        </p:spPr>
        <p:txBody>
          <a:bodyPr/>
          <a:lstStyle>
            <a:lvl1pPr>
              <a:defRPr/>
            </a:lvl1pPr>
          </a:lstStyle>
          <a:p>
            <a:pPr>
              <a:defRPr/>
            </a:pPr>
            <a:fld id="{7934C0F9-FEBB-48E9-8DAF-DD2FFE88348B}" type="slidenum">
              <a:rPr lang="ko-KR" altLang="en-US"/>
              <a:pPr>
                <a:defRPr/>
              </a:pPr>
              <a:t>‹#›</a:t>
            </a:fld>
            <a:endParaRPr lang="ko-KR" altLang="en-US"/>
          </a:p>
        </p:txBody>
      </p:sp>
    </p:spTree>
    <p:extLst>
      <p:ext uri="{BB962C8B-B14F-4D97-AF65-F5344CB8AC3E}">
        <p14:creationId xmlns:p14="http://schemas.microsoft.com/office/powerpoint/2010/main" val="775086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2563" y="152400"/>
            <a:ext cx="19431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703263" y="152400"/>
            <a:ext cx="567690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58E4BF9F-5631-4487-A6C7-91D2D2C1DBD1}"/>
              </a:ext>
            </a:extLst>
          </p:cNvPr>
          <p:cNvSpPr>
            <a:spLocks noGrp="1" noChangeArrowheads="1"/>
          </p:cNvSpPr>
          <p:nvPr>
            <p:ph type="dt" sz="half" idx="10"/>
          </p:nvPr>
        </p:nvSpPr>
        <p:spPr>
          <a:ln/>
        </p:spPr>
        <p:txBody>
          <a:bodyPr/>
          <a:lstStyle>
            <a:lvl1pPr>
              <a:defRPr/>
            </a:lvl1pPr>
          </a:lstStyle>
          <a:p>
            <a:pPr>
              <a:defRPr/>
            </a:pPr>
            <a:fld id="{63A8E7F1-3283-4E51-AE35-9AFD2EFB2F6C}" type="datetime1">
              <a:rPr lang="zh-CN" altLang="en-US"/>
              <a:pPr>
                <a:defRPr/>
              </a:pPr>
              <a:t>2020/12/3</a:t>
            </a:fld>
            <a:endParaRPr lang="en-US" altLang="ko-KR"/>
          </a:p>
        </p:txBody>
      </p:sp>
      <p:sp>
        <p:nvSpPr>
          <p:cNvPr id="5" name="Rectangle 7">
            <a:extLst>
              <a:ext uri="{FF2B5EF4-FFF2-40B4-BE49-F238E27FC236}">
                <a16:creationId xmlns:a16="http://schemas.microsoft.com/office/drawing/2014/main" id="{944E3F67-780B-4B55-8F38-57F6CAB7EF5B}"/>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a:extLst>
              <a:ext uri="{FF2B5EF4-FFF2-40B4-BE49-F238E27FC236}">
                <a16:creationId xmlns:a16="http://schemas.microsoft.com/office/drawing/2014/main" id="{53930A54-CB8E-43AF-AC1E-FD2B77A39032}"/>
              </a:ext>
            </a:extLst>
          </p:cNvPr>
          <p:cNvSpPr>
            <a:spLocks noGrp="1" noChangeArrowheads="1"/>
          </p:cNvSpPr>
          <p:nvPr>
            <p:ph type="sldNum" sz="quarter" idx="12"/>
          </p:nvPr>
        </p:nvSpPr>
        <p:spPr>
          <a:ln/>
        </p:spPr>
        <p:txBody>
          <a:bodyPr/>
          <a:lstStyle>
            <a:lvl1pPr>
              <a:defRPr/>
            </a:lvl1pPr>
          </a:lstStyle>
          <a:p>
            <a:pPr>
              <a:defRPr/>
            </a:pPr>
            <a:fld id="{282DD4E4-342F-4E84-9EA3-1851B22B5140}" type="slidenum">
              <a:rPr lang="ko-KR" altLang="en-US"/>
              <a:pPr>
                <a:defRPr/>
              </a:pPr>
              <a:t>‹#›</a:t>
            </a:fld>
            <a:endParaRPr lang="ko-KR" altLang="en-US"/>
          </a:p>
        </p:txBody>
      </p:sp>
    </p:spTree>
    <p:extLst>
      <p:ext uri="{BB962C8B-B14F-4D97-AF65-F5344CB8AC3E}">
        <p14:creationId xmlns:p14="http://schemas.microsoft.com/office/powerpoint/2010/main" val="2201769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03263" y="152400"/>
            <a:ext cx="7772400" cy="1066800"/>
          </a:xfrm>
        </p:spPr>
        <p:txBody>
          <a:bodyPr/>
          <a:lstStyle/>
          <a:p>
            <a:r>
              <a:rPr lang="zh-CN" altLang="en-US" noProof="1"/>
              <a:t>单击此处编辑母版标题样式</a:t>
            </a:r>
          </a:p>
        </p:txBody>
      </p:sp>
      <p:sp>
        <p:nvSpPr>
          <p:cNvPr id="3" name="内容占位符 2"/>
          <p:cNvSpPr>
            <a:spLocks noGrp="1"/>
          </p:cNvSpPr>
          <p:nvPr>
            <p:ph sz="quarter" idx="1"/>
          </p:nvPr>
        </p:nvSpPr>
        <p:spPr>
          <a:xfrm>
            <a:off x="703263" y="1371600"/>
            <a:ext cx="3810000" cy="2286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65663" y="1371600"/>
            <a:ext cx="3810000" cy="2286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703263" y="3810000"/>
            <a:ext cx="3810000" cy="2286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4665663" y="3810000"/>
            <a:ext cx="3810000" cy="2286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a:extLst>
              <a:ext uri="{FF2B5EF4-FFF2-40B4-BE49-F238E27FC236}">
                <a16:creationId xmlns:a16="http://schemas.microsoft.com/office/drawing/2014/main" id="{F5C63B2C-ABF1-4C86-963A-DF95A070D9DB}"/>
              </a:ext>
            </a:extLst>
          </p:cNvPr>
          <p:cNvSpPr>
            <a:spLocks noGrp="1" noChangeArrowheads="1"/>
          </p:cNvSpPr>
          <p:nvPr>
            <p:ph type="dt" sz="half" idx="10"/>
          </p:nvPr>
        </p:nvSpPr>
        <p:spPr>
          <a:ln/>
        </p:spPr>
        <p:txBody>
          <a:bodyPr/>
          <a:lstStyle>
            <a:lvl1pPr>
              <a:defRPr/>
            </a:lvl1pPr>
          </a:lstStyle>
          <a:p>
            <a:pPr>
              <a:defRPr/>
            </a:pPr>
            <a:fld id="{FF3659BB-CEC3-4ADE-8B31-7C952AE565FD}" type="datetime1">
              <a:rPr lang="zh-CN" altLang="en-US"/>
              <a:pPr>
                <a:defRPr/>
              </a:pPr>
              <a:t>2020/12/3</a:t>
            </a:fld>
            <a:endParaRPr lang="en-US" altLang="ko-KR"/>
          </a:p>
        </p:txBody>
      </p:sp>
      <p:sp>
        <p:nvSpPr>
          <p:cNvPr id="8" name="Rectangle 7">
            <a:extLst>
              <a:ext uri="{FF2B5EF4-FFF2-40B4-BE49-F238E27FC236}">
                <a16:creationId xmlns:a16="http://schemas.microsoft.com/office/drawing/2014/main" id="{3C6ECCDE-3DEC-4508-A778-F7101AC4617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8">
            <a:extLst>
              <a:ext uri="{FF2B5EF4-FFF2-40B4-BE49-F238E27FC236}">
                <a16:creationId xmlns:a16="http://schemas.microsoft.com/office/drawing/2014/main" id="{81A8F7A3-24E2-4153-9758-BA6C85C7F9E8}"/>
              </a:ext>
            </a:extLst>
          </p:cNvPr>
          <p:cNvSpPr>
            <a:spLocks noGrp="1" noChangeArrowheads="1"/>
          </p:cNvSpPr>
          <p:nvPr>
            <p:ph type="sldNum" sz="quarter" idx="12"/>
          </p:nvPr>
        </p:nvSpPr>
        <p:spPr>
          <a:ln/>
        </p:spPr>
        <p:txBody>
          <a:bodyPr/>
          <a:lstStyle>
            <a:lvl1pPr>
              <a:defRPr/>
            </a:lvl1pPr>
          </a:lstStyle>
          <a:p>
            <a:pPr>
              <a:defRPr/>
            </a:pPr>
            <a:fld id="{01B9C2B5-3767-44D1-9436-894170AAE72F}" type="slidenum">
              <a:rPr lang="ko-KR" altLang="en-US"/>
              <a:pPr>
                <a:defRPr/>
              </a:pPr>
              <a:t>‹#›</a:t>
            </a:fld>
            <a:endParaRPr lang="ko-KR" altLang="en-US"/>
          </a:p>
        </p:txBody>
      </p:sp>
    </p:spTree>
    <p:extLst>
      <p:ext uri="{BB962C8B-B14F-4D97-AF65-F5344CB8AC3E}">
        <p14:creationId xmlns:p14="http://schemas.microsoft.com/office/powerpoint/2010/main" val="1685520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03263" y="152400"/>
            <a:ext cx="7772400" cy="10668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703263" y="1371600"/>
            <a:ext cx="3810000" cy="4724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65663" y="1371600"/>
            <a:ext cx="3810000" cy="4724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a:extLst>
              <a:ext uri="{FF2B5EF4-FFF2-40B4-BE49-F238E27FC236}">
                <a16:creationId xmlns:a16="http://schemas.microsoft.com/office/drawing/2014/main" id="{0D994707-E2AC-4F08-81F0-386BC1ED3B88}"/>
              </a:ext>
            </a:extLst>
          </p:cNvPr>
          <p:cNvSpPr>
            <a:spLocks noGrp="1" noChangeArrowheads="1"/>
          </p:cNvSpPr>
          <p:nvPr>
            <p:ph type="dt" sz="half" idx="10"/>
          </p:nvPr>
        </p:nvSpPr>
        <p:spPr>
          <a:ln/>
        </p:spPr>
        <p:txBody>
          <a:bodyPr/>
          <a:lstStyle>
            <a:lvl1pPr>
              <a:defRPr/>
            </a:lvl1pPr>
          </a:lstStyle>
          <a:p>
            <a:pPr>
              <a:defRPr/>
            </a:pPr>
            <a:fld id="{E7FE8FD7-3393-4984-AEEA-FA142BAFE32C}" type="datetime1">
              <a:rPr lang="zh-CN" altLang="en-US"/>
              <a:pPr>
                <a:defRPr/>
              </a:pPr>
              <a:t>2020/12/3</a:t>
            </a:fld>
            <a:endParaRPr lang="en-US" altLang="ko-KR"/>
          </a:p>
        </p:txBody>
      </p:sp>
      <p:sp>
        <p:nvSpPr>
          <p:cNvPr id="6" name="Rectangle 7">
            <a:extLst>
              <a:ext uri="{FF2B5EF4-FFF2-40B4-BE49-F238E27FC236}">
                <a16:creationId xmlns:a16="http://schemas.microsoft.com/office/drawing/2014/main" id="{9ECF10B9-B503-4044-A7B6-47F59E3DEA4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a:extLst>
              <a:ext uri="{FF2B5EF4-FFF2-40B4-BE49-F238E27FC236}">
                <a16:creationId xmlns:a16="http://schemas.microsoft.com/office/drawing/2014/main" id="{3291AA1F-8DC6-486A-893E-40C3CB3CF930}"/>
              </a:ext>
            </a:extLst>
          </p:cNvPr>
          <p:cNvSpPr>
            <a:spLocks noGrp="1" noChangeArrowheads="1"/>
          </p:cNvSpPr>
          <p:nvPr>
            <p:ph type="sldNum" sz="quarter" idx="12"/>
          </p:nvPr>
        </p:nvSpPr>
        <p:spPr>
          <a:ln/>
        </p:spPr>
        <p:txBody>
          <a:bodyPr/>
          <a:lstStyle>
            <a:lvl1pPr>
              <a:defRPr/>
            </a:lvl1pPr>
          </a:lstStyle>
          <a:p>
            <a:pPr>
              <a:defRPr/>
            </a:pPr>
            <a:fld id="{259750CE-0493-49D9-826C-D25E260121F5}" type="slidenum">
              <a:rPr lang="ko-KR" altLang="en-US"/>
              <a:pPr>
                <a:defRPr/>
              </a:pPr>
              <a:t>‹#›</a:t>
            </a:fld>
            <a:endParaRPr lang="ko-KR" altLang="en-US"/>
          </a:p>
        </p:txBody>
      </p:sp>
    </p:spTree>
    <p:extLst>
      <p:ext uri="{BB962C8B-B14F-4D97-AF65-F5344CB8AC3E}">
        <p14:creationId xmlns:p14="http://schemas.microsoft.com/office/powerpoint/2010/main" val="1214550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8FA0001A-4428-402F-90D8-2093DBAB5433}"/>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31888"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9C68C0CB-8162-414A-A997-54085210246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81463"/>
            <a:ext cx="1131888"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700FB229-EAE1-42A7-BE0F-F6A6202ADDC7}"/>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FC7C3EA7-A518-4E7F-A95D-9315BBE9938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96888"/>
            <a:ext cx="91440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723615F8-AB6D-4C14-B70D-606E77FFCCB5}"/>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95363"/>
            <a:ext cx="914400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9">
            <a:extLst>
              <a:ext uri="{FF2B5EF4-FFF2-40B4-BE49-F238E27FC236}">
                <a16:creationId xmlns:a16="http://schemas.microsoft.com/office/drawing/2014/main" id="{3D9212B9-D89A-4166-B0A8-0B03684BBAE6}"/>
              </a:ext>
            </a:extLst>
          </p:cNvPr>
          <p:cNvSpPr>
            <a:spLocks noChangeArrowheads="1"/>
          </p:cNvSpPr>
          <p:nvPr/>
        </p:nvSpPr>
        <p:spPr bwMode="auto">
          <a:xfrm>
            <a:off x="0" y="0"/>
            <a:ext cx="1123950" cy="1192213"/>
          </a:xfrm>
          <a:prstGeom prst="rect">
            <a:avLst/>
          </a:prstGeom>
          <a:solidFill>
            <a:srgbClr val="BB97C8"/>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pic>
        <p:nvPicPr>
          <p:cNvPr id="10" name="Picture 10">
            <a:extLst>
              <a:ext uri="{FF2B5EF4-FFF2-40B4-BE49-F238E27FC236}">
                <a16:creationId xmlns:a16="http://schemas.microsoft.com/office/drawing/2014/main" id="{EFEB80AA-ED01-49A3-9D21-5B4FCB0C1A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00138"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CB0259_5">
            <a:extLst>
              <a:ext uri="{FF2B5EF4-FFF2-40B4-BE49-F238E27FC236}">
                <a16:creationId xmlns:a16="http://schemas.microsoft.com/office/drawing/2014/main" id="{7DB1CF4C-DDAC-4178-9455-7BE0EC6D7043}"/>
              </a:ext>
            </a:extLst>
          </p:cNvPr>
          <p:cNvPicPr>
            <a:picLocks noChangeAspect="1" noChangeArrowheads="1"/>
          </p:cNvPicPr>
          <p:nvPr/>
        </p:nvPicPr>
        <p:blipFill>
          <a:blip r:embed="rId7">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4467225" y="1990725"/>
            <a:ext cx="8080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2786" name="Rectangle 2"/>
          <p:cNvSpPr>
            <a:spLocks noGrp="1" noChangeArrowheads="1"/>
          </p:cNvSpPr>
          <p:nvPr>
            <p:ph type="ctrTitle"/>
          </p:nvPr>
        </p:nvSpPr>
        <p:spPr>
          <a:xfrm>
            <a:off x="1371600" y="2971800"/>
            <a:ext cx="7239000" cy="990600"/>
          </a:xfrm>
        </p:spPr>
        <p:txBody>
          <a:bodyPr/>
          <a:lstStyle>
            <a:lvl1pPr algn="ctr">
              <a:defRPr sz="4800"/>
            </a:lvl1pPr>
          </a:lstStyle>
          <a:p>
            <a:r>
              <a:rPr lang="zh-CN" altLang="en-US" noProof="1"/>
              <a:t>单击此处编辑母版标题样式</a:t>
            </a:r>
            <a:endParaRPr lang="ko-KR" altLang="en-US" noProof="1"/>
          </a:p>
        </p:txBody>
      </p:sp>
      <p:sp>
        <p:nvSpPr>
          <p:cNvPr id="1142787" name="Rectangle 3"/>
          <p:cNvSpPr>
            <a:spLocks noGrp="1" noChangeArrowheads="1"/>
          </p:cNvSpPr>
          <p:nvPr>
            <p:ph type="subTitle" idx="1"/>
          </p:nvPr>
        </p:nvSpPr>
        <p:spPr>
          <a:xfrm>
            <a:off x="1371600" y="3962400"/>
            <a:ext cx="7229475" cy="685800"/>
          </a:xfrm>
        </p:spPr>
        <p:txBody>
          <a:bodyPr/>
          <a:lstStyle>
            <a:lvl1pPr marL="0" indent="0" algn="ctr">
              <a:lnSpc>
                <a:spcPct val="100000"/>
              </a:lnSpc>
              <a:spcBef>
                <a:spcPct val="0"/>
              </a:spcBef>
              <a:buFontTx/>
              <a:buNone/>
              <a:defRPr sz="3200">
                <a:solidFill>
                  <a:srgbClr val="4A5C30"/>
                </a:solidFill>
              </a:defRPr>
            </a:lvl1pPr>
          </a:lstStyle>
          <a:p>
            <a:r>
              <a:rPr lang="zh-CN" altLang="en-US" noProof="1"/>
              <a:t>单击以编辑母版副标题样式</a:t>
            </a:r>
            <a:endParaRPr lang="ko-KR" altLang="en-US" noProof="1"/>
          </a:p>
        </p:txBody>
      </p:sp>
      <p:sp>
        <p:nvSpPr>
          <p:cNvPr id="12" name="Rectangle 12">
            <a:extLst>
              <a:ext uri="{FF2B5EF4-FFF2-40B4-BE49-F238E27FC236}">
                <a16:creationId xmlns:a16="http://schemas.microsoft.com/office/drawing/2014/main" id="{19047A18-FB6B-4E3D-926A-B95D19979A63}"/>
              </a:ext>
            </a:extLst>
          </p:cNvPr>
          <p:cNvSpPr>
            <a:spLocks noGrp="1" noChangeArrowheads="1"/>
          </p:cNvSpPr>
          <p:nvPr>
            <p:ph type="dt" sz="half" idx="10"/>
          </p:nvPr>
        </p:nvSpPr>
        <p:spPr>
          <a:xfrm>
            <a:off x="1131888" y="6284913"/>
            <a:ext cx="1905000" cy="457200"/>
          </a:xfrm>
        </p:spPr>
        <p:txBody>
          <a:bodyPr/>
          <a:lstStyle>
            <a:lvl1pPr>
              <a:defRPr/>
            </a:lvl1pPr>
          </a:lstStyle>
          <a:p>
            <a:pPr>
              <a:defRPr/>
            </a:pPr>
            <a:fld id="{939F510E-63F8-4F59-9955-97BAD86A4F16}" type="datetime1">
              <a:rPr lang="zh-CN" altLang="en-US"/>
              <a:pPr>
                <a:defRPr/>
              </a:pPr>
              <a:t>2020/12/3</a:t>
            </a:fld>
            <a:endParaRPr lang="en-US" altLang="ko-KR"/>
          </a:p>
        </p:txBody>
      </p:sp>
      <p:sp>
        <p:nvSpPr>
          <p:cNvPr id="13" name="Rectangle 13">
            <a:extLst>
              <a:ext uri="{FF2B5EF4-FFF2-40B4-BE49-F238E27FC236}">
                <a16:creationId xmlns:a16="http://schemas.microsoft.com/office/drawing/2014/main" id="{33ADE22C-ECC1-4FE6-B64D-AC44D7C04FE7}"/>
              </a:ext>
            </a:extLst>
          </p:cNvPr>
          <p:cNvSpPr>
            <a:spLocks noGrp="1" noChangeArrowheads="1"/>
          </p:cNvSpPr>
          <p:nvPr>
            <p:ph type="ftr" sz="quarter" idx="11"/>
          </p:nvPr>
        </p:nvSpPr>
        <p:spPr>
          <a:xfrm>
            <a:off x="3248025" y="6248400"/>
            <a:ext cx="2895600" cy="457200"/>
          </a:xfrm>
        </p:spPr>
        <p:txBody>
          <a:bodyPr/>
          <a:lstStyle>
            <a:lvl1pPr>
              <a:defRPr/>
            </a:lvl1pPr>
          </a:lstStyle>
          <a:p>
            <a:pPr>
              <a:defRPr/>
            </a:pPr>
            <a:endParaRPr lang="en-US" altLang="ko-KR"/>
          </a:p>
        </p:txBody>
      </p:sp>
      <p:sp>
        <p:nvSpPr>
          <p:cNvPr id="14" name="Rectangle 14">
            <a:extLst>
              <a:ext uri="{FF2B5EF4-FFF2-40B4-BE49-F238E27FC236}">
                <a16:creationId xmlns:a16="http://schemas.microsoft.com/office/drawing/2014/main" id="{315C228B-E566-43C1-82F1-E177DAC181BD}"/>
              </a:ext>
            </a:extLst>
          </p:cNvPr>
          <p:cNvSpPr>
            <a:spLocks noGrp="1" noChangeArrowheads="1"/>
          </p:cNvSpPr>
          <p:nvPr>
            <p:ph type="sldNum" sz="quarter" idx="12"/>
          </p:nvPr>
        </p:nvSpPr>
        <p:spPr>
          <a:xfrm>
            <a:off x="6677025" y="6248400"/>
            <a:ext cx="1905000" cy="457200"/>
          </a:xfrm>
        </p:spPr>
        <p:txBody>
          <a:bodyPr/>
          <a:lstStyle>
            <a:lvl1pPr>
              <a:defRPr/>
            </a:lvl1pPr>
          </a:lstStyle>
          <a:p>
            <a:pPr>
              <a:defRPr/>
            </a:pPr>
            <a:fld id="{E85EC7AF-E7FD-4E98-B34C-A51C0ECA9E6D}" type="slidenum">
              <a:rPr lang="ko-KR" altLang="en-US"/>
              <a:pPr>
                <a:defRPr/>
              </a:pPr>
              <a:t>‹#›</a:t>
            </a:fld>
            <a:endParaRPr lang="ko-KR" altLang="en-US"/>
          </a:p>
        </p:txBody>
      </p:sp>
    </p:spTree>
    <p:extLst>
      <p:ext uri="{BB962C8B-B14F-4D97-AF65-F5344CB8AC3E}">
        <p14:creationId xmlns:p14="http://schemas.microsoft.com/office/powerpoint/2010/main" val="364690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35F4D97E-2139-47EF-9A1F-292210B1DA71}"/>
              </a:ext>
            </a:extLst>
          </p:cNvPr>
          <p:cNvSpPr>
            <a:spLocks noGrp="1" noChangeArrowheads="1"/>
          </p:cNvSpPr>
          <p:nvPr>
            <p:ph type="dt" sz="half" idx="10"/>
          </p:nvPr>
        </p:nvSpPr>
        <p:spPr>
          <a:ln/>
        </p:spPr>
        <p:txBody>
          <a:bodyPr/>
          <a:lstStyle>
            <a:lvl1pPr>
              <a:defRPr/>
            </a:lvl1pPr>
          </a:lstStyle>
          <a:p>
            <a:pPr>
              <a:defRPr/>
            </a:pPr>
            <a:fld id="{8710C555-ADD2-4F54-84BA-929DEDC06D9C}"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33C32EE7-E07B-4168-9B1E-E536DF74C3AB}"/>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B02736D7-58AB-488E-A453-CFF5983C078E}"/>
              </a:ext>
            </a:extLst>
          </p:cNvPr>
          <p:cNvSpPr>
            <a:spLocks noGrp="1" noChangeArrowheads="1"/>
          </p:cNvSpPr>
          <p:nvPr>
            <p:ph type="sldNum" sz="quarter" idx="12"/>
          </p:nvPr>
        </p:nvSpPr>
        <p:spPr>
          <a:ln/>
        </p:spPr>
        <p:txBody>
          <a:bodyPr/>
          <a:lstStyle>
            <a:lvl1pPr>
              <a:defRPr/>
            </a:lvl1pPr>
          </a:lstStyle>
          <a:p>
            <a:pPr>
              <a:defRPr/>
            </a:pPr>
            <a:fld id="{6CAB927D-3810-46CC-A515-975AB7485C2D}" type="slidenum">
              <a:rPr lang="ko-KR" altLang="en-US"/>
              <a:pPr>
                <a:defRPr/>
              </a:pPr>
              <a:t>‹#›</a:t>
            </a:fld>
            <a:endParaRPr lang="ko-KR" altLang="en-US"/>
          </a:p>
        </p:txBody>
      </p:sp>
    </p:spTree>
    <p:extLst>
      <p:ext uri="{BB962C8B-B14F-4D97-AF65-F5344CB8AC3E}">
        <p14:creationId xmlns:p14="http://schemas.microsoft.com/office/powerpoint/2010/main" val="2078126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2BE7BFD9-B166-40FA-868E-A09B868EB484}"/>
              </a:ext>
            </a:extLst>
          </p:cNvPr>
          <p:cNvSpPr>
            <a:spLocks noGrp="1" noChangeArrowheads="1"/>
          </p:cNvSpPr>
          <p:nvPr>
            <p:ph type="dt" sz="half" idx="10"/>
          </p:nvPr>
        </p:nvSpPr>
        <p:spPr>
          <a:ln/>
        </p:spPr>
        <p:txBody>
          <a:bodyPr/>
          <a:lstStyle>
            <a:lvl1pPr>
              <a:defRPr/>
            </a:lvl1pPr>
          </a:lstStyle>
          <a:p>
            <a:pPr>
              <a:defRPr/>
            </a:pPr>
            <a:fld id="{0CF297FD-A748-411C-8D87-3618AA1B59D1}"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E189ADB9-08D3-44F1-A3B4-7B8A127699D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ECDBB248-873C-4034-BA27-7C356BC6961D}"/>
              </a:ext>
            </a:extLst>
          </p:cNvPr>
          <p:cNvSpPr>
            <a:spLocks noGrp="1" noChangeArrowheads="1"/>
          </p:cNvSpPr>
          <p:nvPr>
            <p:ph type="sldNum" sz="quarter" idx="12"/>
          </p:nvPr>
        </p:nvSpPr>
        <p:spPr>
          <a:ln/>
        </p:spPr>
        <p:txBody>
          <a:bodyPr/>
          <a:lstStyle>
            <a:lvl1pPr>
              <a:defRPr/>
            </a:lvl1pPr>
          </a:lstStyle>
          <a:p>
            <a:pPr>
              <a:defRPr/>
            </a:pPr>
            <a:fld id="{9D89C583-3754-4FDC-919D-7E1A87309EA6}" type="slidenum">
              <a:rPr lang="ko-KR" altLang="en-US"/>
              <a:pPr>
                <a:defRPr/>
              </a:pPr>
              <a:t>‹#›</a:t>
            </a:fld>
            <a:endParaRPr lang="ko-KR" altLang="en-US"/>
          </a:p>
        </p:txBody>
      </p:sp>
    </p:spTree>
    <p:extLst>
      <p:ext uri="{BB962C8B-B14F-4D97-AF65-F5344CB8AC3E}">
        <p14:creationId xmlns:p14="http://schemas.microsoft.com/office/powerpoint/2010/main" val="3821275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1395D085-A64B-41DD-86EC-6A62575B8B56}"/>
              </a:ext>
            </a:extLst>
          </p:cNvPr>
          <p:cNvSpPr>
            <a:spLocks noGrp="1" noChangeArrowheads="1"/>
          </p:cNvSpPr>
          <p:nvPr>
            <p:ph type="dt" sz="half" idx="10"/>
          </p:nvPr>
        </p:nvSpPr>
        <p:spPr>
          <a:ln/>
        </p:spPr>
        <p:txBody>
          <a:bodyPr/>
          <a:lstStyle>
            <a:lvl1pPr>
              <a:defRPr/>
            </a:lvl1pPr>
          </a:lstStyle>
          <a:p>
            <a:pPr>
              <a:defRPr/>
            </a:pPr>
            <a:fld id="{F7A7AE2E-EA07-4D0A-A318-C9A651FA3FBF}"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0AD9F5C5-43B3-457F-B5D6-3202F7291D7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2E2F4EAB-F345-460D-89B6-6D2A964B8231}"/>
              </a:ext>
            </a:extLst>
          </p:cNvPr>
          <p:cNvSpPr>
            <a:spLocks noGrp="1" noChangeArrowheads="1"/>
          </p:cNvSpPr>
          <p:nvPr>
            <p:ph type="sldNum" sz="quarter" idx="12"/>
          </p:nvPr>
        </p:nvSpPr>
        <p:spPr>
          <a:ln/>
        </p:spPr>
        <p:txBody>
          <a:bodyPr/>
          <a:lstStyle>
            <a:lvl1pPr>
              <a:defRPr/>
            </a:lvl1pPr>
          </a:lstStyle>
          <a:p>
            <a:pPr>
              <a:defRPr/>
            </a:pPr>
            <a:fld id="{923B0C40-9BB3-4BFA-9F85-69B9A5843AF9}" type="slidenum">
              <a:rPr lang="ko-KR" altLang="en-US"/>
              <a:pPr>
                <a:defRPr/>
              </a:pPr>
              <a:t>‹#›</a:t>
            </a:fld>
            <a:endParaRPr lang="ko-KR" altLang="en-US"/>
          </a:p>
        </p:txBody>
      </p:sp>
    </p:spTree>
    <p:extLst>
      <p:ext uri="{BB962C8B-B14F-4D97-AF65-F5344CB8AC3E}">
        <p14:creationId xmlns:p14="http://schemas.microsoft.com/office/powerpoint/2010/main" val="3106074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D6A88AD5-7C30-4261-9B09-A4362B8D69E4}"/>
              </a:ext>
            </a:extLst>
          </p:cNvPr>
          <p:cNvSpPr>
            <a:spLocks noGrp="1" noChangeArrowheads="1"/>
          </p:cNvSpPr>
          <p:nvPr>
            <p:ph type="dt" sz="half" idx="10"/>
          </p:nvPr>
        </p:nvSpPr>
        <p:spPr>
          <a:ln/>
        </p:spPr>
        <p:txBody>
          <a:bodyPr/>
          <a:lstStyle>
            <a:lvl1pPr>
              <a:defRPr/>
            </a:lvl1pPr>
          </a:lstStyle>
          <a:p>
            <a:pPr>
              <a:defRPr/>
            </a:pPr>
            <a:fld id="{31F85430-E514-4170-899E-8D662D0E9B95}"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DBAEC241-48B5-4573-834A-94C2F3CDAAFD}"/>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61CEEC85-DDC1-4972-AA34-C3975EE8B0D2}"/>
              </a:ext>
            </a:extLst>
          </p:cNvPr>
          <p:cNvSpPr>
            <a:spLocks noGrp="1" noChangeArrowheads="1"/>
          </p:cNvSpPr>
          <p:nvPr>
            <p:ph type="sldNum" sz="quarter" idx="12"/>
          </p:nvPr>
        </p:nvSpPr>
        <p:spPr>
          <a:ln/>
        </p:spPr>
        <p:txBody>
          <a:bodyPr/>
          <a:lstStyle>
            <a:lvl1pPr>
              <a:defRPr/>
            </a:lvl1pPr>
          </a:lstStyle>
          <a:p>
            <a:pPr>
              <a:defRPr/>
            </a:pPr>
            <a:fld id="{8751C543-B1AB-49C8-9F8C-D95E4A7AC098}" type="slidenum">
              <a:rPr lang="ko-KR" altLang="en-US"/>
              <a:pPr>
                <a:defRPr/>
              </a:pPr>
              <a:t>‹#›</a:t>
            </a:fld>
            <a:endParaRPr lang="ko-KR" altLang="en-US"/>
          </a:p>
        </p:txBody>
      </p:sp>
    </p:spTree>
    <p:extLst>
      <p:ext uri="{BB962C8B-B14F-4D97-AF65-F5344CB8AC3E}">
        <p14:creationId xmlns:p14="http://schemas.microsoft.com/office/powerpoint/2010/main" val="2301453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28D47191-4251-49A2-BD96-4D76FC2A03EA}"/>
              </a:ext>
            </a:extLst>
          </p:cNvPr>
          <p:cNvSpPr>
            <a:spLocks noGrp="1" noChangeArrowheads="1"/>
          </p:cNvSpPr>
          <p:nvPr>
            <p:ph type="dt" sz="half" idx="10"/>
          </p:nvPr>
        </p:nvSpPr>
        <p:spPr>
          <a:ln/>
        </p:spPr>
        <p:txBody>
          <a:bodyPr/>
          <a:lstStyle>
            <a:lvl1pPr>
              <a:defRPr/>
            </a:lvl1pPr>
          </a:lstStyle>
          <a:p>
            <a:pPr>
              <a:defRPr/>
            </a:pPr>
            <a:fld id="{6A317EDF-06B6-485A-A2C9-E5AE3F5DB728}"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E1E6AA2A-0783-4DDE-BC30-7EFAA0422F1D}"/>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3DA02E09-4D12-4494-A78E-61A9612A9870}"/>
              </a:ext>
            </a:extLst>
          </p:cNvPr>
          <p:cNvSpPr>
            <a:spLocks noGrp="1" noChangeArrowheads="1"/>
          </p:cNvSpPr>
          <p:nvPr>
            <p:ph type="sldNum" sz="quarter" idx="12"/>
          </p:nvPr>
        </p:nvSpPr>
        <p:spPr>
          <a:ln/>
        </p:spPr>
        <p:txBody>
          <a:bodyPr/>
          <a:lstStyle>
            <a:lvl1pPr>
              <a:defRPr/>
            </a:lvl1pPr>
          </a:lstStyle>
          <a:p>
            <a:pPr>
              <a:defRPr/>
            </a:pPr>
            <a:fld id="{D21CDC32-BC7E-4DE3-A283-FC497CD54248}" type="slidenum">
              <a:rPr lang="ko-KR" altLang="en-US"/>
              <a:pPr>
                <a:defRPr/>
              </a:pPr>
              <a:t>‹#›</a:t>
            </a:fld>
            <a:endParaRPr lang="ko-KR" altLang="en-US"/>
          </a:p>
        </p:txBody>
      </p:sp>
    </p:spTree>
    <p:extLst>
      <p:ext uri="{BB962C8B-B14F-4D97-AF65-F5344CB8AC3E}">
        <p14:creationId xmlns:p14="http://schemas.microsoft.com/office/powerpoint/2010/main" val="13353735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11981E8-4224-433C-9D09-E442B4C89C64}"/>
              </a:ext>
            </a:extLst>
          </p:cNvPr>
          <p:cNvSpPr>
            <a:spLocks noGrp="1" noChangeArrowheads="1"/>
          </p:cNvSpPr>
          <p:nvPr>
            <p:ph type="dt" sz="half" idx="10"/>
          </p:nvPr>
        </p:nvSpPr>
        <p:spPr>
          <a:ln/>
        </p:spPr>
        <p:txBody>
          <a:bodyPr/>
          <a:lstStyle>
            <a:lvl1pPr>
              <a:defRPr/>
            </a:lvl1pPr>
          </a:lstStyle>
          <a:p>
            <a:pPr>
              <a:defRPr/>
            </a:pPr>
            <a:fld id="{D0A1DDB2-AC7F-4C66-AC37-005F93117505}" type="datetime1">
              <a:rPr lang="zh-CN" altLang="en-US"/>
              <a:pPr>
                <a:defRPr/>
              </a:pPr>
              <a:t>2020/12/3</a:t>
            </a:fld>
            <a:endParaRPr lang="en-US" altLang="ko-KR"/>
          </a:p>
        </p:txBody>
      </p:sp>
      <p:sp>
        <p:nvSpPr>
          <p:cNvPr id="3" name="Rectangle 5">
            <a:extLst>
              <a:ext uri="{FF2B5EF4-FFF2-40B4-BE49-F238E27FC236}">
                <a16:creationId xmlns:a16="http://schemas.microsoft.com/office/drawing/2014/main" id="{84479660-1486-4CB3-93F1-95FA7A277335}"/>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a:extLst>
              <a:ext uri="{FF2B5EF4-FFF2-40B4-BE49-F238E27FC236}">
                <a16:creationId xmlns:a16="http://schemas.microsoft.com/office/drawing/2014/main" id="{B8CBC3DB-6BB9-4C75-9B6E-9EB90CDA02A7}"/>
              </a:ext>
            </a:extLst>
          </p:cNvPr>
          <p:cNvSpPr>
            <a:spLocks noGrp="1" noChangeArrowheads="1"/>
          </p:cNvSpPr>
          <p:nvPr>
            <p:ph type="sldNum" sz="quarter" idx="12"/>
          </p:nvPr>
        </p:nvSpPr>
        <p:spPr>
          <a:ln/>
        </p:spPr>
        <p:txBody>
          <a:bodyPr/>
          <a:lstStyle>
            <a:lvl1pPr>
              <a:defRPr/>
            </a:lvl1pPr>
          </a:lstStyle>
          <a:p>
            <a:pPr>
              <a:defRPr/>
            </a:pPr>
            <a:fld id="{EDC9B11E-20AB-4D03-B9F4-CF4AE666BDE2}" type="slidenum">
              <a:rPr lang="ko-KR" altLang="en-US"/>
              <a:pPr>
                <a:defRPr/>
              </a:pPr>
              <a:t>‹#›</a:t>
            </a:fld>
            <a:endParaRPr lang="ko-KR" altLang="en-US"/>
          </a:p>
        </p:txBody>
      </p:sp>
    </p:spTree>
    <p:extLst>
      <p:ext uri="{BB962C8B-B14F-4D97-AF65-F5344CB8AC3E}">
        <p14:creationId xmlns:p14="http://schemas.microsoft.com/office/powerpoint/2010/main" val="1610272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CF1AA5C2-E224-4920-AB99-2555581B7E8D}"/>
              </a:ext>
            </a:extLst>
          </p:cNvPr>
          <p:cNvSpPr>
            <a:spLocks noGrp="1" noChangeArrowheads="1"/>
          </p:cNvSpPr>
          <p:nvPr>
            <p:ph type="dt" sz="half" idx="10"/>
          </p:nvPr>
        </p:nvSpPr>
        <p:spPr>
          <a:ln/>
        </p:spPr>
        <p:txBody>
          <a:bodyPr/>
          <a:lstStyle>
            <a:lvl1pPr>
              <a:defRPr/>
            </a:lvl1pPr>
          </a:lstStyle>
          <a:p>
            <a:pPr>
              <a:defRPr/>
            </a:pPr>
            <a:fld id="{FA3270F0-200D-4BFF-9184-68C25A754D89}"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69FE0465-0FCB-42FF-AA8E-FF0E81B32F0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35CF4709-503B-49B7-957A-59EE04EDDB9E}"/>
              </a:ext>
            </a:extLst>
          </p:cNvPr>
          <p:cNvSpPr>
            <a:spLocks noGrp="1" noChangeArrowheads="1"/>
          </p:cNvSpPr>
          <p:nvPr>
            <p:ph type="sldNum" sz="quarter" idx="12"/>
          </p:nvPr>
        </p:nvSpPr>
        <p:spPr>
          <a:ln/>
        </p:spPr>
        <p:txBody>
          <a:bodyPr/>
          <a:lstStyle>
            <a:lvl1pPr>
              <a:defRPr/>
            </a:lvl1pPr>
          </a:lstStyle>
          <a:p>
            <a:pPr>
              <a:defRPr/>
            </a:pPr>
            <a:fld id="{94A7A99C-30D7-4C00-9339-DE07A5D51ACB}" type="slidenum">
              <a:rPr lang="ko-KR" altLang="en-US"/>
              <a:pPr>
                <a:defRPr/>
              </a:pPr>
              <a:t>‹#›</a:t>
            </a:fld>
            <a:endParaRPr lang="ko-KR" altLang="en-US"/>
          </a:p>
        </p:txBody>
      </p:sp>
    </p:spTree>
    <p:extLst>
      <p:ext uri="{BB962C8B-B14F-4D97-AF65-F5344CB8AC3E}">
        <p14:creationId xmlns:p14="http://schemas.microsoft.com/office/powerpoint/2010/main" val="7703954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79918FED-2993-4296-A7A8-0EBB2F23DF2B}"/>
              </a:ext>
            </a:extLst>
          </p:cNvPr>
          <p:cNvSpPr>
            <a:spLocks noGrp="1" noChangeArrowheads="1"/>
          </p:cNvSpPr>
          <p:nvPr>
            <p:ph type="dt" sz="half" idx="10"/>
          </p:nvPr>
        </p:nvSpPr>
        <p:spPr>
          <a:ln/>
        </p:spPr>
        <p:txBody>
          <a:bodyPr/>
          <a:lstStyle>
            <a:lvl1pPr>
              <a:defRPr/>
            </a:lvl1pPr>
          </a:lstStyle>
          <a:p>
            <a:pPr>
              <a:defRPr/>
            </a:pPr>
            <a:fld id="{72B6E60B-8CD8-4867-8D2D-20E96EBC9CA4}"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09F9695F-0F13-407C-8BFE-A01AA51F26F6}"/>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BD545C65-D582-418B-9955-C997AA3EB89C}"/>
              </a:ext>
            </a:extLst>
          </p:cNvPr>
          <p:cNvSpPr>
            <a:spLocks noGrp="1" noChangeArrowheads="1"/>
          </p:cNvSpPr>
          <p:nvPr>
            <p:ph type="sldNum" sz="quarter" idx="12"/>
          </p:nvPr>
        </p:nvSpPr>
        <p:spPr>
          <a:ln/>
        </p:spPr>
        <p:txBody>
          <a:bodyPr/>
          <a:lstStyle>
            <a:lvl1pPr>
              <a:defRPr/>
            </a:lvl1pPr>
          </a:lstStyle>
          <a:p>
            <a:pPr>
              <a:defRPr/>
            </a:pPr>
            <a:fld id="{53EAFF76-5C04-43D5-B93C-0CC33DCBEA23}" type="slidenum">
              <a:rPr lang="ko-KR" altLang="en-US"/>
              <a:pPr>
                <a:defRPr/>
              </a:pPr>
              <a:t>‹#›</a:t>
            </a:fld>
            <a:endParaRPr lang="ko-KR" altLang="en-US"/>
          </a:p>
        </p:txBody>
      </p:sp>
    </p:spTree>
    <p:extLst>
      <p:ext uri="{BB962C8B-B14F-4D97-AF65-F5344CB8AC3E}">
        <p14:creationId xmlns:p14="http://schemas.microsoft.com/office/powerpoint/2010/main" val="3093721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69C3DF45-253B-4874-B866-EB00E3DE4B73}"/>
              </a:ext>
            </a:extLst>
          </p:cNvPr>
          <p:cNvSpPr>
            <a:spLocks noGrp="1" noChangeArrowheads="1"/>
          </p:cNvSpPr>
          <p:nvPr>
            <p:ph type="dt" sz="half" idx="10"/>
          </p:nvPr>
        </p:nvSpPr>
        <p:spPr>
          <a:ln/>
        </p:spPr>
        <p:txBody>
          <a:bodyPr/>
          <a:lstStyle>
            <a:lvl1pPr>
              <a:defRPr/>
            </a:lvl1pPr>
          </a:lstStyle>
          <a:p>
            <a:pPr>
              <a:defRPr/>
            </a:pPr>
            <a:fld id="{97AC0319-2862-4E31-9F0C-7C14990EF294}"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BE05BD65-38EB-4BCE-8FA5-C4CE0D951E9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BA0B6F7E-3AF6-46DB-BE83-34F9FF5AE04B}"/>
              </a:ext>
            </a:extLst>
          </p:cNvPr>
          <p:cNvSpPr>
            <a:spLocks noGrp="1" noChangeArrowheads="1"/>
          </p:cNvSpPr>
          <p:nvPr>
            <p:ph type="sldNum" sz="quarter" idx="12"/>
          </p:nvPr>
        </p:nvSpPr>
        <p:spPr>
          <a:ln/>
        </p:spPr>
        <p:txBody>
          <a:bodyPr/>
          <a:lstStyle>
            <a:lvl1pPr>
              <a:defRPr/>
            </a:lvl1pPr>
          </a:lstStyle>
          <a:p>
            <a:pPr>
              <a:defRPr/>
            </a:pPr>
            <a:fld id="{8E908E06-E774-489C-A193-8CF0CF2A3E4A}" type="slidenum">
              <a:rPr lang="ko-KR" altLang="en-US"/>
              <a:pPr>
                <a:defRPr/>
              </a:pPr>
              <a:t>‹#›</a:t>
            </a:fld>
            <a:endParaRPr lang="ko-KR" altLang="en-US"/>
          </a:p>
        </p:txBody>
      </p:sp>
    </p:spTree>
    <p:extLst>
      <p:ext uri="{BB962C8B-B14F-4D97-AF65-F5344CB8AC3E}">
        <p14:creationId xmlns:p14="http://schemas.microsoft.com/office/powerpoint/2010/main" val="15031408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53288" y="285750"/>
            <a:ext cx="1890712" cy="51593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576388" y="285750"/>
            <a:ext cx="5524500" cy="51593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10812F44-331B-4373-B47D-7F7F84938FA6}"/>
              </a:ext>
            </a:extLst>
          </p:cNvPr>
          <p:cNvSpPr>
            <a:spLocks noGrp="1" noChangeArrowheads="1"/>
          </p:cNvSpPr>
          <p:nvPr>
            <p:ph type="dt" sz="half" idx="10"/>
          </p:nvPr>
        </p:nvSpPr>
        <p:spPr>
          <a:ln/>
        </p:spPr>
        <p:txBody>
          <a:bodyPr/>
          <a:lstStyle>
            <a:lvl1pPr>
              <a:defRPr/>
            </a:lvl1pPr>
          </a:lstStyle>
          <a:p>
            <a:pPr>
              <a:defRPr/>
            </a:pPr>
            <a:fld id="{F056F23E-A9B0-4EBC-992D-A97759EDE4C7}"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0E78015E-D56E-4001-AFAF-7A8522EA27A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E919C508-DB5C-4774-BCD1-25A8B0FC8590}"/>
              </a:ext>
            </a:extLst>
          </p:cNvPr>
          <p:cNvSpPr>
            <a:spLocks noGrp="1" noChangeArrowheads="1"/>
          </p:cNvSpPr>
          <p:nvPr>
            <p:ph type="sldNum" sz="quarter" idx="12"/>
          </p:nvPr>
        </p:nvSpPr>
        <p:spPr>
          <a:ln/>
        </p:spPr>
        <p:txBody>
          <a:bodyPr/>
          <a:lstStyle>
            <a:lvl1pPr>
              <a:defRPr/>
            </a:lvl1pPr>
          </a:lstStyle>
          <a:p>
            <a:pPr>
              <a:defRPr/>
            </a:pPr>
            <a:fld id="{2F543DAD-C9D9-4FF3-B2D1-23D9945E60A1}" type="slidenum">
              <a:rPr lang="ko-KR" altLang="en-US"/>
              <a:pPr>
                <a:defRPr/>
              </a:pPr>
              <a:t>‹#›</a:t>
            </a:fld>
            <a:endParaRPr lang="ko-KR" altLang="en-US"/>
          </a:p>
        </p:txBody>
      </p:sp>
    </p:spTree>
    <p:extLst>
      <p:ext uri="{BB962C8B-B14F-4D97-AF65-F5344CB8AC3E}">
        <p14:creationId xmlns:p14="http://schemas.microsoft.com/office/powerpoint/2010/main" val="22935758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C1EFA6AA-E772-4494-B08C-F09799E5E19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31888"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907268F3-9808-4DC6-B9B9-D6E658FCE71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81463"/>
            <a:ext cx="1131888"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43722CF8-1259-4394-B007-9B3214077029}"/>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1692F141-A68C-4750-9370-A5D3E5D7E271}"/>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96888"/>
            <a:ext cx="91440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47E42367-7A1F-4E32-A1AC-8456316F1606}"/>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95363"/>
            <a:ext cx="914400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9">
            <a:extLst>
              <a:ext uri="{FF2B5EF4-FFF2-40B4-BE49-F238E27FC236}">
                <a16:creationId xmlns:a16="http://schemas.microsoft.com/office/drawing/2014/main" id="{92127E9D-1A28-489B-83B3-5A6DEC4E69D5}"/>
              </a:ext>
            </a:extLst>
          </p:cNvPr>
          <p:cNvSpPr>
            <a:spLocks noChangeArrowheads="1"/>
          </p:cNvSpPr>
          <p:nvPr/>
        </p:nvSpPr>
        <p:spPr bwMode="auto">
          <a:xfrm>
            <a:off x="0" y="0"/>
            <a:ext cx="1123950" cy="1192213"/>
          </a:xfrm>
          <a:prstGeom prst="rect">
            <a:avLst/>
          </a:prstGeom>
          <a:solidFill>
            <a:srgbClr val="BB97C8"/>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pic>
        <p:nvPicPr>
          <p:cNvPr id="10" name="Picture 10">
            <a:extLst>
              <a:ext uri="{FF2B5EF4-FFF2-40B4-BE49-F238E27FC236}">
                <a16:creationId xmlns:a16="http://schemas.microsoft.com/office/drawing/2014/main" id="{54428457-CB0B-4D79-95D1-8716CD72E7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00138"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CB0259_5">
            <a:extLst>
              <a:ext uri="{FF2B5EF4-FFF2-40B4-BE49-F238E27FC236}">
                <a16:creationId xmlns:a16="http://schemas.microsoft.com/office/drawing/2014/main" id="{E1C84738-7D67-4499-B5EE-16C3B9DC6FA9}"/>
              </a:ext>
            </a:extLst>
          </p:cNvPr>
          <p:cNvPicPr>
            <a:picLocks noChangeAspect="1" noChangeArrowheads="1"/>
          </p:cNvPicPr>
          <p:nvPr/>
        </p:nvPicPr>
        <p:blipFill>
          <a:blip r:embed="rId7">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4467225" y="1990725"/>
            <a:ext cx="8080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6514" name="Rectangle 2"/>
          <p:cNvSpPr>
            <a:spLocks noGrp="1" noChangeArrowheads="1"/>
          </p:cNvSpPr>
          <p:nvPr>
            <p:ph type="ctrTitle"/>
          </p:nvPr>
        </p:nvSpPr>
        <p:spPr>
          <a:xfrm>
            <a:off x="1371600" y="2971800"/>
            <a:ext cx="7239000" cy="990600"/>
          </a:xfrm>
        </p:spPr>
        <p:txBody>
          <a:bodyPr/>
          <a:lstStyle>
            <a:lvl1pPr algn="ctr">
              <a:defRPr sz="4800"/>
            </a:lvl1pPr>
          </a:lstStyle>
          <a:p>
            <a:r>
              <a:rPr lang="zh-CN" altLang="en-US" noProof="1"/>
              <a:t>单击此处编辑母版标题样式</a:t>
            </a:r>
            <a:endParaRPr lang="ko-KR" altLang="en-US" noProof="1"/>
          </a:p>
        </p:txBody>
      </p:sp>
      <p:sp>
        <p:nvSpPr>
          <p:cNvPr id="1216515" name="Rectangle 3"/>
          <p:cNvSpPr>
            <a:spLocks noGrp="1" noChangeArrowheads="1"/>
          </p:cNvSpPr>
          <p:nvPr>
            <p:ph type="subTitle" idx="1"/>
          </p:nvPr>
        </p:nvSpPr>
        <p:spPr>
          <a:xfrm>
            <a:off x="1371600" y="3962400"/>
            <a:ext cx="7229475" cy="685800"/>
          </a:xfrm>
        </p:spPr>
        <p:txBody>
          <a:bodyPr/>
          <a:lstStyle>
            <a:lvl1pPr marL="0" indent="0" algn="ctr">
              <a:lnSpc>
                <a:spcPct val="100000"/>
              </a:lnSpc>
              <a:spcBef>
                <a:spcPct val="0"/>
              </a:spcBef>
              <a:buFontTx/>
              <a:buNone/>
              <a:defRPr sz="3200">
                <a:solidFill>
                  <a:srgbClr val="4A5C30"/>
                </a:solidFill>
              </a:defRPr>
            </a:lvl1pPr>
          </a:lstStyle>
          <a:p>
            <a:r>
              <a:rPr lang="zh-CN" altLang="en-US" noProof="1"/>
              <a:t>单击以编辑母版副标题样式</a:t>
            </a:r>
            <a:endParaRPr lang="ko-KR" altLang="en-US" noProof="1"/>
          </a:p>
        </p:txBody>
      </p:sp>
      <p:sp>
        <p:nvSpPr>
          <p:cNvPr id="12" name="Rectangle 12">
            <a:extLst>
              <a:ext uri="{FF2B5EF4-FFF2-40B4-BE49-F238E27FC236}">
                <a16:creationId xmlns:a16="http://schemas.microsoft.com/office/drawing/2014/main" id="{D4286E01-CC3E-4D12-A0F2-11A13501D147}"/>
              </a:ext>
            </a:extLst>
          </p:cNvPr>
          <p:cNvSpPr>
            <a:spLocks noGrp="1" noChangeArrowheads="1"/>
          </p:cNvSpPr>
          <p:nvPr>
            <p:ph type="dt" sz="half" idx="10"/>
          </p:nvPr>
        </p:nvSpPr>
        <p:spPr>
          <a:xfrm>
            <a:off x="1131888" y="6284913"/>
            <a:ext cx="1905000" cy="457200"/>
          </a:xfrm>
        </p:spPr>
        <p:txBody>
          <a:bodyPr/>
          <a:lstStyle>
            <a:lvl1pPr>
              <a:defRPr/>
            </a:lvl1pPr>
          </a:lstStyle>
          <a:p>
            <a:pPr>
              <a:defRPr/>
            </a:pPr>
            <a:fld id="{995B95BE-4CA3-49C4-BAA5-D44A928D9B4B}" type="datetime1">
              <a:rPr lang="zh-CN" altLang="en-US"/>
              <a:pPr>
                <a:defRPr/>
              </a:pPr>
              <a:t>2020/12/3</a:t>
            </a:fld>
            <a:endParaRPr lang="en-US" altLang="ko-KR"/>
          </a:p>
        </p:txBody>
      </p:sp>
      <p:sp>
        <p:nvSpPr>
          <p:cNvPr id="13" name="Rectangle 13">
            <a:extLst>
              <a:ext uri="{FF2B5EF4-FFF2-40B4-BE49-F238E27FC236}">
                <a16:creationId xmlns:a16="http://schemas.microsoft.com/office/drawing/2014/main" id="{17C18A67-7EEF-4043-B57D-3909F6916253}"/>
              </a:ext>
            </a:extLst>
          </p:cNvPr>
          <p:cNvSpPr>
            <a:spLocks noGrp="1" noChangeArrowheads="1"/>
          </p:cNvSpPr>
          <p:nvPr>
            <p:ph type="ftr" sz="quarter" idx="11"/>
          </p:nvPr>
        </p:nvSpPr>
        <p:spPr>
          <a:xfrm>
            <a:off x="3248025" y="6248400"/>
            <a:ext cx="2895600" cy="457200"/>
          </a:xfrm>
        </p:spPr>
        <p:txBody>
          <a:bodyPr/>
          <a:lstStyle>
            <a:lvl1pPr>
              <a:defRPr/>
            </a:lvl1pPr>
          </a:lstStyle>
          <a:p>
            <a:pPr>
              <a:defRPr/>
            </a:pPr>
            <a:endParaRPr lang="en-US" altLang="ko-KR"/>
          </a:p>
        </p:txBody>
      </p:sp>
      <p:sp>
        <p:nvSpPr>
          <p:cNvPr id="14" name="Rectangle 14">
            <a:extLst>
              <a:ext uri="{FF2B5EF4-FFF2-40B4-BE49-F238E27FC236}">
                <a16:creationId xmlns:a16="http://schemas.microsoft.com/office/drawing/2014/main" id="{F9BC5CA2-6BD8-4259-89EB-529189F20B0F}"/>
              </a:ext>
            </a:extLst>
          </p:cNvPr>
          <p:cNvSpPr>
            <a:spLocks noGrp="1" noChangeArrowheads="1"/>
          </p:cNvSpPr>
          <p:nvPr>
            <p:ph type="sldNum" sz="quarter" idx="12"/>
          </p:nvPr>
        </p:nvSpPr>
        <p:spPr>
          <a:xfrm>
            <a:off x="6677025" y="6248400"/>
            <a:ext cx="1905000" cy="457200"/>
          </a:xfrm>
        </p:spPr>
        <p:txBody>
          <a:bodyPr/>
          <a:lstStyle>
            <a:lvl1pPr>
              <a:defRPr/>
            </a:lvl1pPr>
          </a:lstStyle>
          <a:p>
            <a:pPr>
              <a:defRPr/>
            </a:pPr>
            <a:fld id="{732E5C6C-4B8B-474E-8319-D709805CF254}" type="slidenum">
              <a:rPr lang="ko-KR" altLang="en-US"/>
              <a:pPr>
                <a:defRPr/>
              </a:pPr>
              <a:t>‹#›</a:t>
            </a:fld>
            <a:endParaRPr lang="ko-KR" altLang="en-US"/>
          </a:p>
        </p:txBody>
      </p:sp>
    </p:spTree>
    <p:extLst>
      <p:ext uri="{BB962C8B-B14F-4D97-AF65-F5344CB8AC3E}">
        <p14:creationId xmlns:p14="http://schemas.microsoft.com/office/powerpoint/2010/main" val="21855926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ACF56B3E-8129-4A8A-B427-15F321695729}"/>
              </a:ext>
            </a:extLst>
          </p:cNvPr>
          <p:cNvSpPr>
            <a:spLocks noGrp="1" noChangeArrowheads="1"/>
          </p:cNvSpPr>
          <p:nvPr>
            <p:ph type="dt" sz="half" idx="10"/>
          </p:nvPr>
        </p:nvSpPr>
        <p:spPr>
          <a:ln/>
        </p:spPr>
        <p:txBody>
          <a:bodyPr/>
          <a:lstStyle>
            <a:lvl1pPr>
              <a:defRPr/>
            </a:lvl1pPr>
          </a:lstStyle>
          <a:p>
            <a:pPr>
              <a:defRPr/>
            </a:pPr>
            <a:fld id="{4469A514-623F-4E5B-A40A-1E26F228573E}"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E4E88208-3B97-4616-AC4C-43753C127A6B}"/>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99EC1071-0761-4429-B29C-AA89427A94A6}"/>
              </a:ext>
            </a:extLst>
          </p:cNvPr>
          <p:cNvSpPr>
            <a:spLocks noGrp="1" noChangeArrowheads="1"/>
          </p:cNvSpPr>
          <p:nvPr>
            <p:ph type="sldNum" sz="quarter" idx="12"/>
          </p:nvPr>
        </p:nvSpPr>
        <p:spPr>
          <a:ln/>
        </p:spPr>
        <p:txBody>
          <a:bodyPr/>
          <a:lstStyle>
            <a:lvl1pPr>
              <a:defRPr/>
            </a:lvl1pPr>
          </a:lstStyle>
          <a:p>
            <a:pPr>
              <a:defRPr/>
            </a:pPr>
            <a:fld id="{FD2846F7-75E1-4EAF-A44A-7EEA6412D2DA}" type="slidenum">
              <a:rPr lang="ko-KR" altLang="en-US"/>
              <a:pPr>
                <a:defRPr/>
              </a:pPr>
              <a:t>‹#›</a:t>
            </a:fld>
            <a:endParaRPr lang="ko-KR" altLang="en-US"/>
          </a:p>
        </p:txBody>
      </p:sp>
    </p:spTree>
    <p:extLst>
      <p:ext uri="{BB962C8B-B14F-4D97-AF65-F5344CB8AC3E}">
        <p14:creationId xmlns:p14="http://schemas.microsoft.com/office/powerpoint/2010/main" val="26862264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BA8459B6-2025-4AE3-BA56-F52D04267928}"/>
              </a:ext>
            </a:extLst>
          </p:cNvPr>
          <p:cNvSpPr>
            <a:spLocks noGrp="1" noChangeArrowheads="1"/>
          </p:cNvSpPr>
          <p:nvPr>
            <p:ph type="dt" sz="half" idx="10"/>
          </p:nvPr>
        </p:nvSpPr>
        <p:spPr>
          <a:ln/>
        </p:spPr>
        <p:txBody>
          <a:bodyPr/>
          <a:lstStyle>
            <a:lvl1pPr>
              <a:defRPr/>
            </a:lvl1pPr>
          </a:lstStyle>
          <a:p>
            <a:pPr>
              <a:defRPr/>
            </a:pPr>
            <a:fld id="{3A671F5A-7E72-435E-B1D1-6FD279A4E8EE}"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D3BC6E9D-9D85-45B0-A806-6BE1BAFAC8D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9A9AB60C-2F7A-4A6E-9EB1-98FE32B26180}"/>
              </a:ext>
            </a:extLst>
          </p:cNvPr>
          <p:cNvSpPr>
            <a:spLocks noGrp="1" noChangeArrowheads="1"/>
          </p:cNvSpPr>
          <p:nvPr>
            <p:ph type="sldNum" sz="quarter" idx="12"/>
          </p:nvPr>
        </p:nvSpPr>
        <p:spPr>
          <a:ln/>
        </p:spPr>
        <p:txBody>
          <a:bodyPr/>
          <a:lstStyle>
            <a:lvl1pPr>
              <a:defRPr/>
            </a:lvl1pPr>
          </a:lstStyle>
          <a:p>
            <a:pPr>
              <a:defRPr/>
            </a:pPr>
            <a:fld id="{D3A5381C-1A4C-4634-8C29-44897AA4DE15}" type="slidenum">
              <a:rPr lang="ko-KR" altLang="en-US"/>
              <a:pPr>
                <a:defRPr/>
              </a:pPr>
              <a:t>‹#›</a:t>
            </a:fld>
            <a:endParaRPr lang="ko-KR" altLang="en-US"/>
          </a:p>
        </p:txBody>
      </p:sp>
    </p:spTree>
    <p:extLst>
      <p:ext uri="{BB962C8B-B14F-4D97-AF65-F5344CB8AC3E}">
        <p14:creationId xmlns:p14="http://schemas.microsoft.com/office/powerpoint/2010/main" val="38778334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7F3FF582-8070-4B07-B07E-FA147247BE42}"/>
              </a:ext>
            </a:extLst>
          </p:cNvPr>
          <p:cNvSpPr>
            <a:spLocks noGrp="1" noChangeArrowheads="1"/>
          </p:cNvSpPr>
          <p:nvPr>
            <p:ph type="dt" sz="half" idx="10"/>
          </p:nvPr>
        </p:nvSpPr>
        <p:spPr>
          <a:ln/>
        </p:spPr>
        <p:txBody>
          <a:bodyPr/>
          <a:lstStyle>
            <a:lvl1pPr>
              <a:defRPr/>
            </a:lvl1pPr>
          </a:lstStyle>
          <a:p>
            <a:pPr>
              <a:defRPr/>
            </a:pPr>
            <a:fld id="{584CEBE0-C8E0-4E91-92C4-8C536A4F52A7}"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E6046738-4BAF-4B79-AA35-87248BBEC2E9}"/>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1D949131-23C3-47D7-98A7-50D1A9179869}"/>
              </a:ext>
            </a:extLst>
          </p:cNvPr>
          <p:cNvSpPr>
            <a:spLocks noGrp="1" noChangeArrowheads="1"/>
          </p:cNvSpPr>
          <p:nvPr>
            <p:ph type="sldNum" sz="quarter" idx="12"/>
          </p:nvPr>
        </p:nvSpPr>
        <p:spPr>
          <a:ln/>
        </p:spPr>
        <p:txBody>
          <a:bodyPr/>
          <a:lstStyle>
            <a:lvl1pPr>
              <a:defRPr/>
            </a:lvl1pPr>
          </a:lstStyle>
          <a:p>
            <a:pPr>
              <a:defRPr/>
            </a:pPr>
            <a:fld id="{FDA7819B-95D8-4E74-9B71-90EB697B5FDA}" type="slidenum">
              <a:rPr lang="ko-KR" altLang="en-US"/>
              <a:pPr>
                <a:defRPr/>
              </a:pPr>
              <a:t>‹#›</a:t>
            </a:fld>
            <a:endParaRPr lang="ko-KR" altLang="en-US"/>
          </a:p>
        </p:txBody>
      </p:sp>
    </p:spTree>
    <p:extLst>
      <p:ext uri="{BB962C8B-B14F-4D97-AF65-F5344CB8AC3E}">
        <p14:creationId xmlns:p14="http://schemas.microsoft.com/office/powerpoint/2010/main" val="2413123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83AD83EA-3A5B-427A-950A-F49E2D569A6E}"/>
              </a:ext>
            </a:extLst>
          </p:cNvPr>
          <p:cNvSpPr>
            <a:spLocks noGrp="1" noChangeArrowheads="1"/>
          </p:cNvSpPr>
          <p:nvPr>
            <p:ph type="dt" sz="half" idx="10"/>
          </p:nvPr>
        </p:nvSpPr>
        <p:spPr>
          <a:ln/>
        </p:spPr>
        <p:txBody>
          <a:bodyPr/>
          <a:lstStyle>
            <a:lvl1pPr>
              <a:defRPr/>
            </a:lvl1pPr>
          </a:lstStyle>
          <a:p>
            <a:pPr>
              <a:defRPr/>
            </a:pPr>
            <a:fld id="{539C2DCC-50F1-4251-B34C-1E8F28FBC150}"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3B91DAA0-9E2F-4182-BE63-D38EB098A70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F0A3C234-725C-49A0-933F-E8CA06F79517}"/>
              </a:ext>
            </a:extLst>
          </p:cNvPr>
          <p:cNvSpPr>
            <a:spLocks noGrp="1" noChangeArrowheads="1"/>
          </p:cNvSpPr>
          <p:nvPr>
            <p:ph type="sldNum" sz="quarter" idx="12"/>
          </p:nvPr>
        </p:nvSpPr>
        <p:spPr>
          <a:ln/>
        </p:spPr>
        <p:txBody>
          <a:bodyPr/>
          <a:lstStyle>
            <a:lvl1pPr>
              <a:defRPr/>
            </a:lvl1pPr>
          </a:lstStyle>
          <a:p>
            <a:pPr>
              <a:defRPr/>
            </a:pPr>
            <a:fld id="{31CD7E60-32B4-4BF0-9989-D4B7D6A28E80}" type="slidenum">
              <a:rPr lang="ko-KR" altLang="en-US"/>
              <a:pPr>
                <a:defRPr/>
              </a:pPr>
              <a:t>‹#›</a:t>
            </a:fld>
            <a:endParaRPr lang="ko-KR" altLang="en-US"/>
          </a:p>
        </p:txBody>
      </p:sp>
    </p:spTree>
    <p:extLst>
      <p:ext uri="{BB962C8B-B14F-4D97-AF65-F5344CB8AC3E}">
        <p14:creationId xmlns:p14="http://schemas.microsoft.com/office/powerpoint/2010/main" val="4115387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3181D79B-3A1B-4ED7-8A39-68276053F572}"/>
              </a:ext>
            </a:extLst>
          </p:cNvPr>
          <p:cNvSpPr>
            <a:spLocks noGrp="1" noChangeArrowheads="1"/>
          </p:cNvSpPr>
          <p:nvPr>
            <p:ph type="dt" sz="half" idx="10"/>
          </p:nvPr>
        </p:nvSpPr>
        <p:spPr>
          <a:ln/>
        </p:spPr>
        <p:txBody>
          <a:bodyPr/>
          <a:lstStyle>
            <a:lvl1pPr>
              <a:defRPr/>
            </a:lvl1pPr>
          </a:lstStyle>
          <a:p>
            <a:pPr>
              <a:defRPr/>
            </a:pPr>
            <a:fld id="{48024FAC-7495-402B-839C-63AA11885285}"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1E139E5F-7C3B-42AD-B718-61B9548A7B43}"/>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3720A090-4CC9-45AB-9503-8833FD1A922A}"/>
              </a:ext>
            </a:extLst>
          </p:cNvPr>
          <p:cNvSpPr>
            <a:spLocks noGrp="1" noChangeArrowheads="1"/>
          </p:cNvSpPr>
          <p:nvPr>
            <p:ph type="sldNum" sz="quarter" idx="12"/>
          </p:nvPr>
        </p:nvSpPr>
        <p:spPr>
          <a:ln/>
        </p:spPr>
        <p:txBody>
          <a:bodyPr/>
          <a:lstStyle>
            <a:lvl1pPr>
              <a:defRPr/>
            </a:lvl1pPr>
          </a:lstStyle>
          <a:p>
            <a:pPr>
              <a:defRPr/>
            </a:pPr>
            <a:fld id="{57878311-5105-46FC-BE46-76CE9C78EEEA}" type="slidenum">
              <a:rPr lang="ko-KR" altLang="en-US"/>
              <a:pPr>
                <a:defRPr/>
              </a:pPr>
              <a:t>‹#›</a:t>
            </a:fld>
            <a:endParaRPr lang="ko-KR" altLang="en-US"/>
          </a:p>
        </p:txBody>
      </p:sp>
    </p:spTree>
    <p:extLst>
      <p:ext uri="{BB962C8B-B14F-4D97-AF65-F5344CB8AC3E}">
        <p14:creationId xmlns:p14="http://schemas.microsoft.com/office/powerpoint/2010/main" val="32531468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AD17778-11DA-4601-BF14-846FE210FA9A}"/>
              </a:ext>
            </a:extLst>
          </p:cNvPr>
          <p:cNvSpPr>
            <a:spLocks noGrp="1" noChangeArrowheads="1"/>
          </p:cNvSpPr>
          <p:nvPr>
            <p:ph type="dt" sz="half" idx="10"/>
          </p:nvPr>
        </p:nvSpPr>
        <p:spPr>
          <a:ln/>
        </p:spPr>
        <p:txBody>
          <a:bodyPr/>
          <a:lstStyle>
            <a:lvl1pPr>
              <a:defRPr/>
            </a:lvl1pPr>
          </a:lstStyle>
          <a:p>
            <a:pPr>
              <a:defRPr/>
            </a:pPr>
            <a:fld id="{5D47D85F-4BC7-4675-ABB0-86CD3BD7E86A}" type="datetime1">
              <a:rPr lang="zh-CN" altLang="en-US"/>
              <a:pPr>
                <a:defRPr/>
              </a:pPr>
              <a:t>2020/12/3</a:t>
            </a:fld>
            <a:endParaRPr lang="en-US" altLang="ko-KR"/>
          </a:p>
        </p:txBody>
      </p:sp>
      <p:sp>
        <p:nvSpPr>
          <p:cNvPr id="3" name="Rectangle 5">
            <a:extLst>
              <a:ext uri="{FF2B5EF4-FFF2-40B4-BE49-F238E27FC236}">
                <a16:creationId xmlns:a16="http://schemas.microsoft.com/office/drawing/2014/main" id="{DF833FC2-BB18-4B0A-864E-324FC5711102}"/>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a:extLst>
              <a:ext uri="{FF2B5EF4-FFF2-40B4-BE49-F238E27FC236}">
                <a16:creationId xmlns:a16="http://schemas.microsoft.com/office/drawing/2014/main" id="{9CC7B401-D934-4A26-A92D-E4C0514D6A2C}"/>
              </a:ext>
            </a:extLst>
          </p:cNvPr>
          <p:cNvSpPr>
            <a:spLocks noGrp="1" noChangeArrowheads="1"/>
          </p:cNvSpPr>
          <p:nvPr>
            <p:ph type="sldNum" sz="quarter" idx="12"/>
          </p:nvPr>
        </p:nvSpPr>
        <p:spPr>
          <a:ln/>
        </p:spPr>
        <p:txBody>
          <a:bodyPr/>
          <a:lstStyle>
            <a:lvl1pPr>
              <a:defRPr/>
            </a:lvl1pPr>
          </a:lstStyle>
          <a:p>
            <a:pPr>
              <a:defRPr/>
            </a:pPr>
            <a:fld id="{49682564-3537-471F-BD13-E4836B960985}" type="slidenum">
              <a:rPr lang="ko-KR" altLang="en-US"/>
              <a:pPr>
                <a:defRPr/>
              </a:pPr>
              <a:t>‹#›</a:t>
            </a:fld>
            <a:endParaRPr lang="ko-KR" altLang="en-US"/>
          </a:p>
        </p:txBody>
      </p:sp>
    </p:spTree>
    <p:extLst>
      <p:ext uri="{BB962C8B-B14F-4D97-AF65-F5344CB8AC3E}">
        <p14:creationId xmlns:p14="http://schemas.microsoft.com/office/powerpoint/2010/main" val="16044178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FC18ED3A-DABC-4ED2-9EA5-13A1ED7DC46B}"/>
              </a:ext>
            </a:extLst>
          </p:cNvPr>
          <p:cNvSpPr>
            <a:spLocks noGrp="1" noChangeArrowheads="1"/>
          </p:cNvSpPr>
          <p:nvPr>
            <p:ph type="dt" sz="half" idx="10"/>
          </p:nvPr>
        </p:nvSpPr>
        <p:spPr>
          <a:ln/>
        </p:spPr>
        <p:txBody>
          <a:bodyPr/>
          <a:lstStyle>
            <a:lvl1pPr>
              <a:defRPr/>
            </a:lvl1pPr>
          </a:lstStyle>
          <a:p>
            <a:pPr>
              <a:defRPr/>
            </a:pPr>
            <a:fld id="{98884A4D-696A-4FA1-A098-84BD4E286486}"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5D3D6357-DA1C-47E5-812F-2BDE24F428F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3CE746FB-8882-48DE-A264-E6AAD2017BCB}"/>
              </a:ext>
            </a:extLst>
          </p:cNvPr>
          <p:cNvSpPr>
            <a:spLocks noGrp="1" noChangeArrowheads="1"/>
          </p:cNvSpPr>
          <p:nvPr>
            <p:ph type="sldNum" sz="quarter" idx="12"/>
          </p:nvPr>
        </p:nvSpPr>
        <p:spPr>
          <a:ln/>
        </p:spPr>
        <p:txBody>
          <a:bodyPr/>
          <a:lstStyle>
            <a:lvl1pPr>
              <a:defRPr/>
            </a:lvl1pPr>
          </a:lstStyle>
          <a:p>
            <a:pPr>
              <a:defRPr/>
            </a:pPr>
            <a:fld id="{193AB6BD-2FB2-462B-BD22-C3161D4A7326}" type="slidenum">
              <a:rPr lang="ko-KR" altLang="en-US"/>
              <a:pPr>
                <a:defRPr/>
              </a:pPr>
              <a:t>‹#›</a:t>
            </a:fld>
            <a:endParaRPr lang="ko-KR" altLang="en-US"/>
          </a:p>
        </p:txBody>
      </p:sp>
    </p:spTree>
    <p:extLst>
      <p:ext uri="{BB962C8B-B14F-4D97-AF65-F5344CB8AC3E}">
        <p14:creationId xmlns:p14="http://schemas.microsoft.com/office/powerpoint/2010/main" val="18119003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07C7012A-6F53-4B87-B7A7-DCC19213A2ED}"/>
              </a:ext>
            </a:extLst>
          </p:cNvPr>
          <p:cNvSpPr>
            <a:spLocks noGrp="1" noChangeArrowheads="1"/>
          </p:cNvSpPr>
          <p:nvPr>
            <p:ph type="dt" sz="half" idx="10"/>
          </p:nvPr>
        </p:nvSpPr>
        <p:spPr>
          <a:ln/>
        </p:spPr>
        <p:txBody>
          <a:bodyPr/>
          <a:lstStyle>
            <a:lvl1pPr>
              <a:defRPr/>
            </a:lvl1pPr>
          </a:lstStyle>
          <a:p>
            <a:pPr>
              <a:defRPr/>
            </a:pPr>
            <a:fld id="{5B3411D2-84EA-480A-9F86-751D3FFBD93F}"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CB8A68F9-D525-44BB-ABFE-FE39BFCB7F1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BB4B8045-9CFD-4D98-A1C3-DDF0F21F5E26}"/>
              </a:ext>
            </a:extLst>
          </p:cNvPr>
          <p:cNvSpPr>
            <a:spLocks noGrp="1" noChangeArrowheads="1"/>
          </p:cNvSpPr>
          <p:nvPr>
            <p:ph type="sldNum" sz="quarter" idx="12"/>
          </p:nvPr>
        </p:nvSpPr>
        <p:spPr>
          <a:ln/>
        </p:spPr>
        <p:txBody>
          <a:bodyPr/>
          <a:lstStyle>
            <a:lvl1pPr>
              <a:defRPr/>
            </a:lvl1pPr>
          </a:lstStyle>
          <a:p>
            <a:pPr>
              <a:defRPr/>
            </a:pPr>
            <a:fld id="{95CCF49B-1A4C-448D-B684-210A9719A080}" type="slidenum">
              <a:rPr lang="ko-KR" altLang="en-US"/>
              <a:pPr>
                <a:defRPr/>
              </a:pPr>
              <a:t>‹#›</a:t>
            </a:fld>
            <a:endParaRPr lang="ko-KR" altLang="en-US"/>
          </a:p>
        </p:txBody>
      </p:sp>
    </p:spTree>
    <p:extLst>
      <p:ext uri="{BB962C8B-B14F-4D97-AF65-F5344CB8AC3E}">
        <p14:creationId xmlns:p14="http://schemas.microsoft.com/office/powerpoint/2010/main" val="9598316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306ED6B7-88AC-40C9-97D2-B5C817A42E15}"/>
              </a:ext>
            </a:extLst>
          </p:cNvPr>
          <p:cNvSpPr>
            <a:spLocks noGrp="1" noChangeArrowheads="1"/>
          </p:cNvSpPr>
          <p:nvPr>
            <p:ph type="dt" sz="half" idx="10"/>
          </p:nvPr>
        </p:nvSpPr>
        <p:spPr>
          <a:ln/>
        </p:spPr>
        <p:txBody>
          <a:bodyPr/>
          <a:lstStyle>
            <a:lvl1pPr>
              <a:defRPr/>
            </a:lvl1pPr>
          </a:lstStyle>
          <a:p>
            <a:pPr>
              <a:defRPr/>
            </a:pPr>
            <a:fld id="{44AF1DE9-5FE3-47D1-9E41-07E3A484D5AC}"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941E883C-EA82-4FD3-BB87-86FAF3DC4773}"/>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3DF05D47-64DD-4E75-8BE5-6CF3422AE79A}"/>
              </a:ext>
            </a:extLst>
          </p:cNvPr>
          <p:cNvSpPr>
            <a:spLocks noGrp="1" noChangeArrowheads="1"/>
          </p:cNvSpPr>
          <p:nvPr>
            <p:ph type="sldNum" sz="quarter" idx="12"/>
          </p:nvPr>
        </p:nvSpPr>
        <p:spPr>
          <a:ln/>
        </p:spPr>
        <p:txBody>
          <a:bodyPr/>
          <a:lstStyle>
            <a:lvl1pPr>
              <a:defRPr/>
            </a:lvl1pPr>
          </a:lstStyle>
          <a:p>
            <a:pPr>
              <a:defRPr/>
            </a:pPr>
            <a:fld id="{36EF33E4-A17F-49BA-829B-EACDDA63247A}" type="slidenum">
              <a:rPr lang="ko-KR" altLang="en-US"/>
              <a:pPr>
                <a:defRPr/>
              </a:pPr>
              <a:t>‹#›</a:t>
            </a:fld>
            <a:endParaRPr lang="ko-KR" altLang="en-US"/>
          </a:p>
        </p:txBody>
      </p:sp>
    </p:spTree>
    <p:extLst>
      <p:ext uri="{BB962C8B-B14F-4D97-AF65-F5344CB8AC3E}">
        <p14:creationId xmlns:p14="http://schemas.microsoft.com/office/powerpoint/2010/main" val="37970482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53288" y="285750"/>
            <a:ext cx="1890712" cy="51593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576388" y="285750"/>
            <a:ext cx="5524500" cy="51593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6B509C2D-E554-414B-ABAC-B14BF9AA45CD}"/>
              </a:ext>
            </a:extLst>
          </p:cNvPr>
          <p:cNvSpPr>
            <a:spLocks noGrp="1" noChangeArrowheads="1"/>
          </p:cNvSpPr>
          <p:nvPr>
            <p:ph type="dt" sz="half" idx="10"/>
          </p:nvPr>
        </p:nvSpPr>
        <p:spPr>
          <a:ln/>
        </p:spPr>
        <p:txBody>
          <a:bodyPr/>
          <a:lstStyle>
            <a:lvl1pPr>
              <a:defRPr/>
            </a:lvl1pPr>
          </a:lstStyle>
          <a:p>
            <a:pPr>
              <a:defRPr/>
            </a:pPr>
            <a:fld id="{B10753E8-8CC9-449C-939D-24C5E0258764}"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8AB7AC7B-8618-4907-AE72-2AEFFC50DA17}"/>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78A56B75-8836-4DB3-8DCA-BA6B78479B3F}"/>
              </a:ext>
            </a:extLst>
          </p:cNvPr>
          <p:cNvSpPr>
            <a:spLocks noGrp="1" noChangeArrowheads="1"/>
          </p:cNvSpPr>
          <p:nvPr>
            <p:ph type="sldNum" sz="quarter" idx="12"/>
          </p:nvPr>
        </p:nvSpPr>
        <p:spPr>
          <a:ln/>
        </p:spPr>
        <p:txBody>
          <a:bodyPr/>
          <a:lstStyle>
            <a:lvl1pPr>
              <a:defRPr/>
            </a:lvl1pPr>
          </a:lstStyle>
          <a:p>
            <a:pPr>
              <a:defRPr/>
            </a:pPr>
            <a:fld id="{ECFFD2AB-0E2B-4819-927F-A6F585A0E664}" type="slidenum">
              <a:rPr lang="ko-KR" altLang="en-US"/>
              <a:pPr>
                <a:defRPr/>
              </a:pPr>
              <a:t>‹#›</a:t>
            </a:fld>
            <a:endParaRPr lang="ko-KR" altLang="en-US"/>
          </a:p>
        </p:txBody>
      </p:sp>
    </p:spTree>
    <p:extLst>
      <p:ext uri="{BB962C8B-B14F-4D97-AF65-F5344CB8AC3E}">
        <p14:creationId xmlns:p14="http://schemas.microsoft.com/office/powerpoint/2010/main" val="2974328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a:extLst>
              <a:ext uri="{FF2B5EF4-FFF2-40B4-BE49-F238E27FC236}">
                <a16:creationId xmlns:a16="http://schemas.microsoft.com/office/drawing/2014/main" id="{498A6C13-660D-46B6-BE85-6B5751B3B95A}"/>
              </a:ext>
            </a:extLst>
          </p:cNvPr>
          <p:cNvSpPr>
            <a:spLocks noGrp="1" noChangeArrowheads="1"/>
          </p:cNvSpPr>
          <p:nvPr>
            <p:ph type="dt" sz="half" idx="10"/>
          </p:nvPr>
        </p:nvSpPr>
        <p:spPr>
          <a:ln/>
        </p:spPr>
        <p:txBody>
          <a:bodyPr/>
          <a:lstStyle>
            <a:lvl1pPr>
              <a:defRPr/>
            </a:lvl1pPr>
          </a:lstStyle>
          <a:p>
            <a:pPr>
              <a:defRPr/>
            </a:pPr>
            <a:fld id="{17D49EDB-4AAD-4E86-BADA-F2BC6EBA1AF8}" type="datetime1">
              <a:rPr lang="zh-CN" altLang="en-US"/>
              <a:pPr>
                <a:defRPr/>
              </a:pPr>
              <a:t>2020/12/3</a:t>
            </a:fld>
            <a:endParaRPr lang="en-US" altLang="ko-KR"/>
          </a:p>
        </p:txBody>
      </p:sp>
      <p:sp>
        <p:nvSpPr>
          <p:cNvPr id="7" name="Rectangle 5">
            <a:extLst>
              <a:ext uri="{FF2B5EF4-FFF2-40B4-BE49-F238E27FC236}">
                <a16:creationId xmlns:a16="http://schemas.microsoft.com/office/drawing/2014/main" id="{8E95453F-1FAE-42B8-91A7-B393BF15CCB2}"/>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6">
            <a:extLst>
              <a:ext uri="{FF2B5EF4-FFF2-40B4-BE49-F238E27FC236}">
                <a16:creationId xmlns:a16="http://schemas.microsoft.com/office/drawing/2014/main" id="{14DE1C8B-714C-451A-914A-446C1F2D8ECC}"/>
              </a:ext>
            </a:extLst>
          </p:cNvPr>
          <p:cNvSpPr>
            <a:spLocks noGrp="1" noChangeArrowheads="1"/>
          </p:cNvSpPr>
          <p:nvPr>
            <p:ph type="sldNum" sz="quarter" idx="12"/>
          </p:nvPr>
        </p:nvSpPr>
        <p:spPr>
          <a:ln/>
        </p:spPr>
        <p:txBody>
          <a:bodyPr/>
          <a:lstStyle>
            <a:lvl1pPr>
              <a:defRPr/>
            </a:lvl1pPr>
          </a:lstStyle>
          <a:p>
            <a:pPr>
              <a:defRPr/>
            </a:pPr>
            <a:fld id="{F3C43A7D-2869-436E-8F07-15AF60166C4E}" type="slidenum">
              <a:rPr lang="ko-KR" altLang="en-US"/>
              <a:pPr>
                <a:defRPr/>
              </a:pPr>
              <a:t>‹#›</a:t>
            </a:fld>
            <a:endParaRPr lang="ko-KR" altLang="en-US"/>
          </a:p>
        </p:txBody>
      </p:sp>
    </p:spTree>
    <p:extLst>
      <p:ext uri="{BB962C8B-B14F-4D97-AF65-F5344CB8AC3E}">
        <p14:creationId xmlns:p14="http://schemas.microsoft.com/office/powerpoint/2010/main" val="15212604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a:extLst>
              <a:ext uri="{FF2B5EF4-FFF2-40B4-BE49-F238E27FC236}">
                <a16:creationId xmlns:a16="http://schemas.microsoft.com/office/drawing/2014/main" id="{B5643DCE-A402-4D5E-9B59-682252E2BE37}"/>
              </a:ext>
            </a:extLst>
          </p:cNvPr>
          <p:cNvSpPr>
            <a:spLocks noGrp="1" noChangeArrowheads="1"/>
          </p:cNvSpPr>
          <p:nvPr>
            <p:ph type="dt" sz="half" idx="10"/>
          </p:nvPr>
        </p:nvSpPr>
        <p:spPr>
          <a:ln/>
        </p:spPr>
        <p:txBody>
          <a:bodyPr/>
          <a:lstStyle>
            <a:lvl1pPr>
              <a:defRPr/>
            </a:lvl1pPr>
          </a:lstStyle>
          <a:p>
            <a:pPr>
              <a:defRPr/>
            </a:pPr>
            <a:fld id="{E699FA9E-BA3F-4910-AE7B-54AF32FE8F61}" type="datetime1">
              <a:rPr lang="zh-CN" altLang="en-US"/>
              <a:pPr>
                <a:defRPr/>
              </a:pPr>
              <a:t>2020/12/3</a:t>
            </a:fld>
            <a:endParaRPr lang="en-US" altLang="ko-KR"/>
          </a:p>
        </p:txBody>
      </p:sp>
      <p:sp>
        <p:nvSpPr>
          <p:cNvPr id="7" name="Rectangle 5">
            <a:extLst>
              <a:ext uri="{FF2B5EF4-FFF2-40B4-BE49-F238E27FC236}">
                <a16:creationId xmlns:a16="http://schemas.microsoft.com/office/drawing/2014/main" id="{FE39B022-4DCC-4D1E-9F0F-5A11DE5CF69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6">
            <a:extLst>
              <a:ext uri="{FF2B5EF4-FFF2-40B4-BE49-F238E27FC236}">
                <a16:creationId xmlns:a16="http://schemas.microsoft.com/office/drawing/2014/main" id="{BE420A68-1802-47BA-9434-DC0EEC52481C}"/>
              </a:ext>
            </a:extLst>
          </p:cNvPr>
          <p:cNvSpPr>
            <a:spLocks noGrp="1" noChangeArrowheads="1"/>
          </p:cNvSpPr>
          <p:nvPr>
            <p:ph type="sldNum" sz="quarter" idx="12"/>
          </p:nvPr>
        </p:nvSpPr>
        <p:spPr>
          <a:ln/>
        </p:spPr>
        <p:txBody>
          <a:bodyPr/>
          <a:lstStyle>
            <a:lvl1pPr>
              <a:defRPr/>
            </a:lvl1pPr>
          </a:lstStyle>
          <a:p>
            <a:pPr>
              <a:defRPr/>
            </a:pPr>
            <a:fld id="{A757BD83-0D64-494D-A8B2-D97EBD76CE88}" type="slidenum">
              <a:rPr lang="ko-KR" altLang="en-US"/>
              <a:pPr>
                <a:defRPr/>
              </a:pPr>
              <a:t>‹#›</a:t>
            </a:fld>
            <a:endParaRPr lang="ko-KR" altLang="en-US"/>
          </a:p>
        </p:txBody>
      </p:sp>
    </p:spTree>
    <p:extLst>
      <p:ext uri="{BB962C8B-B14F-4D97-AF65-F5344CB8AC3E}">
        <p14:creationId xmlns:p14="http://schemas.microsoft.com/office/powerpoint/2010/main" val="2119048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48F9E384-1864-4E8F-9B56-FA40B22B755D}"/>
              </a:ext>
            </a:extLst>
          </p:cNvPr>
          <p:cNvSpPr>
            <a:spLocks noGrp="1" noChangeArrowheads="1"/>
          </p:cNvSpPr>
          <p:nvPr>
            <p:ph type="dt" sz="half" idx="10"/>
          </p:nvPr>
        </p:nvSpPr>
        <p:spPr>
          <a:ln/>
        </p:spPr>
        <p:txBody>
          <a:bodyPr/>
          <a:lstStyle>
            <a:lvl1pPr>
              <a:defRPr/>
            </a:lvl1pPr>
          </a:lstStyle>
          <a:p>
            <a:pPr>
              <a:defRPr/>
            </a:pPr>
            <a:fld id="{7E387D8A-D50D-472F-A269-1D1F0268EF35}"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787A1FF1-9AA0-4351-B4F8-9D6844B9C82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4C776895-0957-4F3A-8316-1957685D88FC}"/>
              </a:ext>
            </a:extLst>
          </p:cNvPr>
          <p:cNvSpPr>
            <a:spLocks noGrp="1" noChangeArrowheads="1"/>
          </p:cNvSpPr>
          <p:nvPr>
            <p:ph type="sldNum" sz="quarter" idx="12"/>
          </p:nvPr>
        </p:nvSpPr>
        <p:spPr>
          <a:ln/>
        </p:spPr>
        <p:txBody>
          <a:bodyPr/>
          <a:lstStyle>
            <a:lvl1pPr>
              <a:defRPr/>
            </a:lvl1pPr>
          </a:lstStyle>
          <a:p>
            <a:pPr>
              <a:defRPr/>
            </a:pPr>
            <a:fld id="{0637D7BA-EDAC-4033-AC42-0ED2AB6113AD}" type="slidenum">
              <a:rPr lang="ko-KR" altLang="en-US"/>
              <a:pPr>
                <a:defRPr/>
              </a:pPr>
              <a:t>‹#›</a:t>
            </a:fld>
            <a:endParaRPr lang="ko-KR" altLang="en-US"/>
          </a:p>
        </p:txBody>
      </p:sp>
    </p:spTree>
    <p:extLst>
      <p:ext uri="{BB962C8B-B14F-4D97-AF65-F5344CB8AC3E}">
        <p14:creationId xmlns:p14="http://schemas.microsoft.com/office/powerpoint/2010/main" val="42696962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582738" y="285750"/>
            <a:ext cx="7561262" cy="857250"/>
          </a:xfrm>
        </p:spPr>
        <p:txBody>
          <a:bodyPr/>
          <a:lstStyle/>
          <a:p>
            <a:r>
              <a:rPr lang="zh-CN" altLang="en-US" noProof="1"/>
              <a:t>单击此处编辑母版标题样式</a:t>
            </a:r>
          </a:p>
        </p:txBody>
      </p:sp>
      <p:sp>
        <p:nvSpPr>
          <p:cNvPr id="3" name="内容占位符 2"/>
          <p:cNvSpPr>
            <a:spLocks noGrp="1"/>
          </p:cNvSpPr>
          <p:nvPr>
            <p:ph sz="quarter" idx="1"/>
          </p:nvPr>
        </p:nvSpPr>
        <p:spPr>
          <a:xfrm>
            <a:off x="1576388" y="1143000"/>
            <a:ext cx="3706812"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1576388" y="3370263"/>
            <a:ext cx="3706812"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CF3F34BE-7C3B-4353-A65C-B935527BAE2D}"/>
              </a:ext>
            </a:extLst>
          </p:cNvPr>
          <p:cNvSpPr>
            <a:spLocks noGrp="1" noChangeArrowheads="1"/>
          </p:cNvSpPr>
          <p:nvPr>
            <p:ph type="dt" sz="half" idx="10"/>
          </p:nvPr>
        </p:nvSpPr>
        <p:spPr>
          <a:ln/>
        </p:spPr>
        <p:txBody>
          <a:bodyPr/>
          <a:lstStyle>
            <a:lvl1pPr>
              <a:defRPr/>
            </a:lvl1pPr>
          </a:lstStyle>
          <a:p>
            <a:pPr>
              <a:defRPr/>
            </a:pPr>
            <a:fld id="{3E40FB78-806A-4E57-8F9B-095616CD772E}"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5E038742-8281-401C-8D9E-EC08FA5F997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0F4BBADC-DF06-456E-B906-91122C2B32DE}"/>
              </a:ext>
            </a:extLst>
          </p:cNvPr>
          <p:cNvSpPr>
            <a:spLocks noGrp="1" noChangeArrowheads="1"/>
          </p:cNvSpPr>
          <p:nvPr>
            <p:ph type="sldNum" sz="quarter" idx="12"/>
          </p:nvPr>
        </p:nvSpPr>
        <p:spPr>
          <a:ln/>
        </p:spPr>
        <p:txBody>
          <a:bodyPr/>
          <a:lstStyle>
            <a:lvl1pPr>
              <a:defRPr/>
            </a:lvl1pPr>
          </a:lstStyle>
          <a:p>
            <a:pPr>
              <a:defRPr/>
            </a:pPr>
            <a:fld id="{0697DCD2-2CD7-4D67-90E0-6F02AD7328BA}" type="slidenum">
              <a:rPr lang="ko-KR" altLang="en-US"/>
              <a:pPr>
                <a:defRPr/>
              </a:pPr>
              <a:t>‹#›</a:t>
            </a:fld>
            <a:endParaRPr lang="ko-KR" altLang="en-US"/>
          </a:p>
        </p:txBody>
      </p:sp>
    </p:spTree>
    <p:extLst>
      <p:ext uri="{BB962C8B-B14F-4D97-AF65-F5344CB8AC3E}">
        <p14:creationId xmlns:p14="http://schemas.microsoft.com/office/powerpoint/2010/main" val="32670024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576388" y="285750"/>
            <a:ext cx="7567612" cy="5159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a:extLst>
              <a:ext uri="{FF2B5EF4-FFF2-40B4-BE49-F238E27FC236}">
                <a16:creationId xmlns:a16="http://schemas.microsoft.com/office/drawing/2014/main" id="{AC90EDB7-2BF9-4B15-85C6-FD46E4007A3B}"/>
              </a:ext>
            </a:extLst>
          </p:cNvPr>
          <p:cNvSpPr>
            <a:spLocks noGrp="1" noChangeArrowheads="1"/>
          </p:cNvSpPr>
          <p:nvPr>
            <p:ph type="dt" sz="half" idx="10"/>
          </p:nvPr>
        </p:nvSpPr>
        <p:spPr>
          <a:ln/>
        </p:spPr>
        <p:txBody>
          <a:bodyPr/>
          <a:lstStyle>
            <a:lvl1pPr>
              <a:defRPr/>
            </a:lvl1pPr>
          </a:lstStyle>
          <a:p>
            <a:pPr>
              <a:defRPr/>
            </a:pPr>
            <a:fld id="{B31C4AB8-06D2-4062-88D3-E412F44FB29E}"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E7016CEC-D392-41ED-AF0D-A7E7BCF592EB}"/>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20EA26D6-F494-4C86-9310-A8423D180355}"/>
              </a:ext>
            </a:extLst>
          </p:cNvPr>
          <p:cNvSpPr>
            <a:spLocks noGrp="1" noChangeArrowheads="1"/>
          </p:cNvSpPr>
          <p:nvPr>
            <p:ph type="sldNum" sz="quarter" idx="12"/>
          </p:nvPr>
        </p:nvSpPr>
        <p:spPr>
          <a:ln/>
        </p:spPr>
        <p:txBody>
          <a:bodyPr/>
          <a:lstStyle>
            <a:lvl1pPr>
              <a:defRPr/>
            </a:lvl1pPr>
          </a:lstStyle>
          <a:p>
            <a:pPr>
              <a:defRPr/>
            </a:pPr>
            <a:fld id="{F98E6FBC-B793-44EE-8C45-16438369DA0A}" type="slidenum">
              <a:rPr lang="ko-KR" altLang="en-US"/>
              <a:pPr>
                <a:defRPr/>
              </a:pPr>
              <a:t>‹#›</a:t>
            </a:fld>
            <a:endParaRPr lang="ko-KR" altLang="en-US"/>
          </a:p>
        </p:txBody>
      </p:sp>
    </p:spTree>
    <p:extLst>
      <p:ext uri="{BB962C8B-B14F-4D97-AF65-F5344CB8AC3E}">
        <p14:creationId xmlns:p14="http://schemas.microsoft.com/office/powerpoint/2010/main" val="6631749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1281560A-6674-4E78-9B94-887424967C6F}"/>
              </a:ext>
            </a:extLst>
          </p:cNvPr>
          <p:cNvGrpSpPr>
            <a:grpSpLocks/>
          </p:cNvGrpSpPr>
          <p:nvPr/>
        </p:nvGrpSpPr>
        <p:grpSpPr bwMode="auto">
          <a:xfrm>
            <a:off x="0" y="0"/>
            <a:ext cx="9148763" cy="6851650"/>
            <a:chOff x="1" y="0"/>
            <a:chExt cx="5763" cy="4316"/>
          </a:xfrm>
        </p:grpSpPr>
        <p:sp>
          <p:nvSpPr>
            <p:cNvPr id="5" name="Freeform 3">
              <a:extLst>
                <a:ext uri="{FF2B5EF4-FFF2-40B4-BE49-F238E27FC236}">
                  <a16:creationId xmlns:a16="http://schemas.microsoft.com/office/drawing/2014/main" id="{2E449276-0120-4BB8-83CC-EC70129CBEFE}"/>
                </a:ext>
              </a:extLst>
            </p:cNvPr>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6" name="Freeform 4">
              <a:extLst>
                <a:ext uri="{FF2B5EF4-FFF2-40B4-BE49-F238E27FC236}">
                  <a16:creationId xmlns:a16="http://schemas.microsoft.com/office/drawing/2014/main" id="{8DBC5E7A-8ADB-4BBC-B3EF-90582F96589B}"/>
                </a:ext>
              </a:extLst>
            </p:cNvPr>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7" name="Freeform 5">
              <a:extLst>
                <a:ext uri="{FF2B5EF4-FFF2-40B4-BE49-F238E27FC236}">
                  <a16:creationId xmlns:a16="http://schemas.microsoft.com/office/drawing/2014/main" id="{0CEAC62B-C6BF-4B26-AEB5-B11D0B2A8687}"/>
                </a:ext>
              </a:extLst>
            </p:cNvPr>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grpSp>
          <p:nvGrpSpPr>
            <p:cNvPr id="8" name="Group 6">
              <a:extLst>
                <a:ext uri="{FF2B5EF4-FFF2-40B4-BE49-F238E27FC236}">
                  <a16:creationId xmlns:a16="http://schemas.microsoft.com/office/drawing/2014/main" id="{F5C2D62C-BA9E-48EB-AEC9-E0D15A79FFD0}"/>
                </a:ext>
              </a:extLst>
            </p:cNvPr>
            <p:cNvGrpSpPr>
              <a:grpSpLocks/>
            </p:cNvGrpSpPr>
            <p:nvPr/>
          </p:nvGrpSpPr>
          <p:grpSpPr bwMode="auto">
            <a:xfrm>
              <a:off x="288" y="0"/>
              <a:ext cx="5098" cy="4316"/>
              <a:chOff x="288" y="0"/>
              <a:chExt cx="5098" cy="4316"/>
            </a:xfrm>
          </p:grpSpPr>
          <p:sp>
            <p:nvSpPr>
              <p:cNvPr id="28" name="Freeform 7">
                <a:extLst>
                  <a:ext uri="{FF2B5EF4-FFF2-40B4-BE49-F238E27FC236}">
                    <a16:creationId xmlns:a16="http://schemas.microsoft.com/office/drawing/2014/main" id="{5F61728C-6FC4-41EB-B572-C160617ED719}"/>
                  </a:ext>
                </a:extLst>
              </p:cNvPr>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29" name="Freeform 8">
                <a:extLst>
                  <a:ext uri="{FF2B5EF4-FFF2-40B4-BE49-F238E27FC236}">
                    <a16:creationId xmlns:a16="http://schemas.microsoft.com/office/drawing/2014/main" id="{8B04F24C-5B90-4F38-B62C-57FB74191D63}"/>
                  </a:ext>
                </a:extLst>
              </p:cNvPr>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0" name="Freeform 9">
                <a:extLst>
                  <a:ext uri="{FF2B5EF4-FFF2-40B4-BE49-F238E27FC236}">
                    <a16:creationId xmlns:a16="http://schemas.microsoft.com/office/drawing/2014/main" id="{8BD4D575-FBB5-4D7A-9A13-AA4D52129159}"/>
                  </a:ext>
                </a:extLst>
              </p:cNvPr>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1" name="Freeform 10">
                <a:extLst>
                  <a:ext uri="{FF2B5EF4-FFF2-40B4-BE49-F238E27FC236}">
                    <a16:creationId xmlns:a16="http://schemas.microsoft.com/office/drawing/2014/main" id="{8ABADE99-CA74-4592-82F7-2D9CB9DB3C6F}"/>
                  </a:ext>
                </a:extLst>
              </p:cNvPr>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2" name="Freeform 11">
                <a:extLst>
                  <a:ext uri="{FF2B5EF4-FFF2-40B4-BE49-F238E27FC236}">
                    <a16:creationId xmlns:a16="http://schemas.microsoft.com/office/drawing/2014/main" id="{85FF092A-7DB1-4FB2-921F-02F03FA39518}"/>
                  </a:ext>
                </a:extLst>
              </p:cNvPr>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3" name="Freeform 12">
                <a:extLst>
                  <a:ext uri="{FF2B5EF4-FFF2-40B4-BE49-F238E27FC236}">
                    <a16:creationId xmlns:a16="http://schemas.microsoft.com/office/drawing/2014/main" id="{E0524611-4880-47EF-BD6C-796F8734849B}"/>
                  </a:ext>
                </a:extLst>
              </p:cNvPr>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4" name="Freeform 13">
                <a:extLst>
                  <a:ext uri="{FF2B5EF4-FFF2-40B4-BE49-F238E27FC236}">
                    <a16:creationId xmlns:a16="http://schemas.microsoft.com/office/drawing/2014/main" id="{151CA2C0-36E8-4448-8133-BF0A4C900DA1}"/>
                  </a:ext>
                </a:extLst>
              </p:cNvPr>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5" name="Freeform 14">
                <a:extLst>
                  <a:ext uri="{FF2B5EF4-FFF2-40B4-BE49-F238E27FC236}">
                    <a16:creationId xmlns:a16="http://schemas.microsoft.com/office/drawing/2014/main" id="{5476AEEA-1CA3-457C-A686-2EBC8B76BA37}"/>
                  </a:ext>
                </a:extLst>
              </p:cNvPr>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6" name="Freeform 15">
                <a:extLst>
                  <a:ext uri="{FF2B5EF4-FFF2-40B4-BE49-F238E27FC236}">
                    <a16:creationId xmlns:a16="http://schemas.microsoft.com/office/drawing/2014/main" id="{E6D41AE9-024E-4537-A0BC-F382992D1025}"/>
                  </a:ext>
                </a:extLst>
              </p:cNvPr>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7" name="Freeform 16">
                <a:extLst>
                  <a:ext uri="{FF2B5EF4-FFF2-40B4-BE49-F238E27FC236}">
                    <a16:creationId xmlns:a16="http://schemas.microsoft.com/office/drawing/2014/main" id="{3EE02CC3-807F-4EFE-A3B0-9A4283C28D0D}"/>
                  </a:ext>
                </a:extLst>
              </p:cNvPr>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8" name="Freeform 17">
                <a:extLst>
                  <a:ext uri="{FF2B5EF4-FFF2-40B4-BE49-F238E27FC236}">
                    <a16:creationId xmlns:a16="http://schemas.microsoft.com/office/drawing/2014/main" id="{DB748F0C-DB56-41A5-8563-340FFDE6FEF8}"/>
                  </a:ext>
                </a:extLst>
              </p:cNvPr>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39" name="Freeform 18">
                <a:extLst>
                  <a:ext uri="{FF2B5EF4-FFF2-40B4-BE49-F238E27FC236}">
                    <a16:creationId xmlns:a16="http://schemas.microsoft.com/office/drawing/2014/main" id="{AC232D1A-5462-49C6-BDAE-CECBBB6A17B5}"/>
                  </a:ext>
                </a:extLst>
              </p:cNvPr>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40" name="Freeform 19">
                <a:extLst>
                  <a:ext uri="{FF2B5EF4-FFF2-40B4-BE49-F238E27FC236}">
                    <a16:creationId xmlns:a16="http://schemas.microsoft.com/office/drawing/2014/main" id="{1C75AA55-6823-4F0D-BBFD-02FA5EF6FF96}"/>
                  </a:ext>
                </a:extLst>
              </p:cNvPr>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grpSp>
        <p:sp>
          <p:nvSpPr>
            <p:cNvPr id="9" name="Freeform 20">
              <a:extLst>
                <a:ext uri="{FF2B5EF4-FFF2-40B4-BE49-F238E27FC236}">
                  <a16:creationId xmlns:a16="http://schemas.microsoft.com/office/drawing/2014/main" id="{9287A87C-FD6C-4EB2-8039-AAC9AFAF4489}"/>
                </a:ext>
              </a:extLst>
            </p:cNvPr>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0" name="Freeform 21">
              <a:extLst>
                <a:ext uri="{FF2B5EF4-FFF2-40B4-BE49-F238E27FC236}">
                  <a16:creationId xmlns:a16="http://schemas.microsoft.com/office/drawing/2014/main" id="{591603E4-1826-433B-B9DF-5D294950313B}"/>
                </a:ext>
              </a:extLst>
            </p:cNvPr>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1" name="Freeform 22">
              <a:extLst>
                <a:ext uri="{FF2B5EF4-FFF2-40B4-BE49-F238E27FC236}">
                  <a16:creationId xmlns:a16="http://schemas.microsoft.com/office/drawing/2014/main" id="{11470A2C-E36F-4E26-9DE7-59CEEA301CC7}"/>
                </a:ext>
              </a:extLst>
            </p:cNvPr>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2" name="Freeform 23">
              <a:extLst>
                <a:ext uri="{FF2B5EF4-FFF2-40B4-BE49-F238E27FC236}">
                  <a16:creationId xmlns:a16="http://schemas.microsoft.com/office/drawing/2014/main" id="{10D740DC-3FBA-48C7-B27A-D6F5C6FF02A7}"/>
                </a:ext>
              </a:extLst>
            </p:cNvPr>
            <p:cNvSpPr>
              <a:spLocks/>
            </p:cNvSpPr>
            <p:nvPr/>
          </p:nvSpPr>
          <p:spPr bwMode="hidden">
            <a:xfrm>
              <a:off x="5041" y="0"/>
              <a:ext cx="719" cy="845"/>
            </a:xfrm>
            <a:custGeom>
              <a:avLst/>
              <a:gdLst>
                <a:gd name="T0" fmla="*/ 725 w 717"/>
                <a:gd name="T1" fmla="*/ 845 h 845"/>
                <a:gd name="T2" fmla="*/ 725 w 717"/>
                <a:gd name="T3" fmla="*/ 821 h 845"/>
                <a:gd name="T4" fmla="*/ 582 w 717"/>
                <a:gd name="T5" fmla="*/ 605 h 845"/>
                <a:gd name="T6" fmla="*/ 410 w 717"/>
                <a:gd name="T7" fmla="*/ 396 h 845"/>
                <a:gd name="T8" fmla="*/ 225 w 717"/>
                <a:gd name="T9" fmla="*/ 192 h 845"/>
                <a:gd name="T10" fmla="*/ 17 w 717"/>
                <a:gd name="T11" fmla="*/ 0 h 845"/>
                <a:gd name="T12" fmla="*/ 0 w 717"/>
                <a:gd name="T13" fmla="*/ 0 h 845"/>
                <a:gd name="T14" fmla="*/ 213 w 717"/>
                <a:gd name="T15" fmla="*/ 198 h 845"/>
                <a:gd name="T16" fmla="*/ 404 w 717"/>
                <a:gd name="T17" fmla="*/ 408 h 845"/>
                <a:gd name="T18" fmla="*/ 576 w 717"/>
                <a:gd name="T19" fmla="*/ 623 h 845"/>
                <a:gd name="T20" fmla="*/ 725 w 717"/>
                <a:gd name="T21" fmla="*/ 845 h 845"/>
                <a:gd name="T22" fmla="*/ 72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24">
              <a:extLst>
                <a:ext uri="{FF2B5EF4-FFF2-40B4-BE49-F238E27FC236}">
                  <a16:creationId xmlns:a16="http://schemas.microsoft.com/office/drawing/2014/main" id="{2B99578F-F198-4AD8-8C7F-FA8B659983C1}"/>
                </a:ext>
              </a:extLst>
            </p:cNvPr>
            <p:cNvSpPr>
              <a:spLocks/>
            </p:cNvSpPr>
            <p:nvPr/>
          </p:nvSpPr>
          <p:spPr bwMode="hidden">
            <a:xfrm>
              <a:off x="5352" y="0"/>
              <a:ext cx="408" cy="414"/>
            </a:xfrm>
            <a:custGeom>
              <a:avLst/>
              <a:gdLst>
                <a:gd name="T0" fmla="*/ 411 w 407"/>
                <a:gd name="T1" fmla="*/ 414 h 414"/>
                <a:gd name="T2" fmla="*/ 411 w 407"/>
                <a:gd name="T3" fmla="*/ 396 h 414"/>
                <a:gd name="T4" fmla="*/ 226 w 407"/>
                <a:gd name="T5" fmla="*/ 192 h 414"/>
                <a:gd name="T6" fmla="*/ 12 w 407"/>
                <a:gd name="T7" fmla="*/ 0 h 414"/>
                <a:gd name="T8" fmla="*/ 0 w 407"/>
                <a:gd name="T9" fmla="*/ 0 h 414"/>
                <a:gd name="T10" fmla="*/ 108 w 407"/>
                <a:gd name="T11" fmla="*/ 102 h 414"/>
                <a:gd name="T12" fmla="*/ 220 w 407"/>
                <a:gd name="T13" fmla="*/ 204 h 414"/>
                <a:gd name="T14" fmla="*/ 411 w 407"/>
                <a:gd name="T15" fmla="*/ 414 h 414"/>
                <a:gd name="T16" fmla="*/ 411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5">
              <a:extLst>
                <a:ext uri="{FF2B5EF4-FFF2-40B4-BE49-F238E27FC236}">
                  <a16:creationId xmlns:a16="http://schemas.microsoft.com/office/drawing/2014/main" id="{16EE3BE7-BC52-4876-BC30-E7C3435A1FDD}"/>
                </a:ext>
              </a:extLst>
            </p:cNvPr>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5" name="Freeform 26">
              <a:extLst>
                <a:ext uri="{FF2B5EF4-FFF2-40B4-BE49-F238E27FC236}">
                  <a16:creationId xmlns:a16="http://schemas.microsoft.com/office/drawing/2014/main" id="{D95A1CFD-36EC-4DB0-83D8-1D6EA3FDC654}"/>
                </a:ext>
              </a:extLst>
            </p:cNvPr>
            <p:cNvSpPr>
              <a:spLocks/>
            </p:cNvSpPr>
            <p:nvPr/>
          </p:nvSpPr>
          <p:spPr bwMode="hidden">
            <a:xfrm>
              <a:off x="6" y="0"/>
              <a:ext cx="588" cy="599"/>
            </a:xfrm>
            <a:custGeom>
              <a:avLst/>
              <a:gdLst>
                <a:gd name="T0" fmla="*/ 594 w 586"/>
                <a:gd name="T1" fmla="*/ 0 h 599"/>
                <a:gd name="T2" fmla="*/ 576 w 586"/>
                <a:gd name="T3" fmla="*/ 0 h 599"/>
                <a:gd name="T4" fmla="*/ 411 w 586"/>
                <a:gd name="T5" fmla="*/ 132 h 599"/>
                <a:gd name="T6" fmla="*/ 261 w 586"/>
                <a:gd name="T7" fmla="*/ 270 h 599"/>
                <a:gd name="T8" fmla="*/ 120 w 586"/>
                <a:gd name="T9" fmla="*/ 420 h 599"/>
                <a:gd name="T10" fmla="*/ 0 w 586"/>
                <a:gd name="T11" fmla="*/ 575 h 599"/>
                <a:gd name="T12" fmla="*/ 0 w 586"/>
                <a:gd name="T13" fmla="*/ 599 h 599"/>
                <a:gd name="T14" fmla="*/ 120 w 586"/>
                <a:gd name="T15" fmla="*/ 432 h 599"/>
                <a:gd name="T16" fmla="*/ 261 w 586"/>
                <a:gd name="T17" fmla="*/ 282 h 599"/>
                <a:gd name="T18" fmla="*/ 417 w 586"/>
                <a:gd name="T19" fmla="*/ 138 h 599"/>
                <a:gd name="T20" fmla="*/ 594 w 586"/>
                <a:gd name="T21" fmla="*/ 0 h 599"/>
                <a:gd name="T22" fmla="*/ 59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27">
              <a:extLst>
                <a:ext uri="{FF2B5EF4-FFF2-40B4-BE49-F238E27FC236}">
                  <a16:creationId xmlns:a16="http://schemas.microsoft.com/office/drawing/2014/main" id="{72C25797-4C2A-4CFB-B4EF-868575A516FE}"/>
                </a:ext>
              </a:extLst>
            </p:cNvPr>
            <p:cNvSpPr>
              <a:spLocks/>
            </p:cNvSpPr>
            <p:nvPr/>
          </p:nvSpPr>
          <p:spPr bwMode="hidden">
            <a:xfrm>
              <a:off x="6" y="0"/>
              <a:ext cx="270" cy="252"/>
            </a:xfrm>
            <a:custGeom>
              <a:avLst/>
              <a:gdLst>
                <a:gd name="T0" fmla="*/ 273 w 269"/>
                <a:gd name="T1" fmla="*/ 0 h 252"/>
                <a:gd name="T2" fmla="*/ 255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3 w 269"/>
                <a:gd name="T15" fmla="*/ 0 h 252"/>
                <a:gd name="T16" fmla="*/ 273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Line 28">
              <a:extLst>
                <a:ext uri="{FF2B5EF4-FFF2-40B4-BE49-F238E27FC236}">
                  <a16:creationId xmlns:a16="http://schemas.microsoft.com/office/drawing/2014/main" id="{FA3C4311-C1B7-48F7-9D46-BE06EA146E9C}"/>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45606715-3B7A-411E-921E-CB38D9C6257F}"/>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30">
              <a:extLst>
                <a:ext uri="{FF2B5EF4-FFF2-40B4-BE49-F238E27FC236}">
                  <a16:creationId xmlns:a16="http://schemas.microsoft.com/office/drawing/2014/main" id="{B6E975FB-ADE0-4410-8F03-852E05CEF401}"/>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0" name="Group 31">
              <a:extLst>
                <a:ext uri="{FF2B5EF4-FFF2-40B4-BE49-F238E27FC236}">
                  <a16:creationId xmlns:a16="http://schemas.microsoft.com/office/drawing/2014/main" id="{2383DC1E-5282-47E4-8013-41B7DB613F2C}"/>
                </a:ext>
              </a:extLst>
            </p:cNvPr>
            <p:cNvGrpSpPr>
              <a:grpSpLocks/>
            </p:cNvGrpSpPr>
            <p:nvPr/>
          </p:nvGrpSpPr>
          <p:grpSpPr bwMode="auto">
            <a:xfrm>
              <a:off x="1" y="392"/>
              <a:ext cx="5758" cy="1571"/>
              <a:chOff x="1" y="392"/>
              <a:chExt cx="5758" cy="1571"/>
            </a:xfrm>
          </p:grpSpPr>
          <p:sp>
            <p:nvSpPr>
              <p:cNvPr id="23" name="Line 32">
                <a:extLst>
                  <a:ext uri="{FF2B5EF4-FFF2-40B4-BE49-F238E27FC236}">
                    <a16:creationId xmlns:a16="http://schemas.microsoft.com/office/drawing/2014/main" id="{AF17C7B3-C84C-4EFD-8167-875DBFAB825F}"/>
                  </a:ext>
                </a:extLst>
              </p:cNvPr>
              <p:cNvSpPr>
                <a:spLocks noChangeShapeType="1"/>
              </p:cNvSpPr>
              <p:nvPr/>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3">
                <a:extLst>
                  <a:ext uri="{FF2B5EF4-FFF2-40B4-BE49-F238E27FC236}">
                    <a16:creationId xmlns:a16="http://schemas.microsoft.com/office/drawing/2014/main" id="{87861470-8A06-465D-A437-8DDB9A661CA5}"/>
                  </a:ext>
                </a:extLst>
              </p:cNvPr>
              <p:cNvSpPr>
                <a:spLocks noChangeShapeType="1"/>
              </p:cNvSpPr>
              <p:nvPr/>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4">
                <a:extLst>
                  <a:ext uri="{FF2B5EF4-FFF2-40B4-BE49-F238E27FC236}">
                    <a16:creationId xmlns:a16="http://schemas.microsoft.com/office/drawing/2014/main" id="{2E51E430-DC07-4C2D-B479-5C08A056244B}"/>
                  </a:ext>
                </a:extLst>
              </p:cNvPr>
              <p:cNvSpPr>
                <a:spLocks noChangeShapeType="1"/>
              </p:cNvSpPr>
              <p:nvPr/>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5">
                <a:extLst>
                  <a:ext uri="{FF2B5EF4-FFF2-40B4-BE49-F238E27FC236}">
                    <a16:creationId xmlns:a16="http://schemas.microsoft.com/office/drawing/2014/main" id="{AA12C8A7-136D-4A4F-84B9-1DBDF7A457E2}"/>
                  </a:ext>
                </a:extLst>
              </p:cNvPr>
              <p:cNvSpPr>
                <a:spLocks noChangeShapeType="1"/>
              </p:cNvSpPr>
              <p:nvPr/>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36">
                <a:extLst>
                  <a:ext uri="{FF2B5EF4-FFF2-40B4-BE49-F238E27FC236}">
                    <a16:creationId xmlns:a16="http://schemas.microsoft.com/office/drawing/2014/main" id="{613AEC2A-40D2-4D28-A257-514A789E53C1}"/>
                  </a:ext>
                </a:extLst>
              </p:cNvPr>
              <p:cNvSpPr>
                <a:spLocks noChangeShapeType="1"/>
              </p:cNvSpPr>
              <p:nvPr/>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 name="Line 37">
              <a:extLst>
                <a:ext uri="{FF2B5EF4-FFF2-40B4-BE49-F238E27FC236}">
                  <a16:creationId xmlns:a16="http://schemas.microsoft.com/office/drawing/2014/main" id="{B6ABA748-3574-473F-BCC7-3A3C6A78BFE9}"/>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8">
              <a:extLst>
                <a:ext uri="{FF2B5EF4-FFF2-40B4-BE49-F238E27FC236}">
                  <a16:creationId xmlns:a16="http://schemas.microsoft.com/office/drawing/2014/main" id="{F14B3318-C63A-4284-80A0-A9A609852BC0}"/>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0279"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noProof="1"/>
              <a:t>单击此处编辑母版标题样式</a:t>
            </a:r>
          </a:p>
        </p:txBody>
      </p:sp>
      <p:sp>
        <p:nvSpPr>
          <p:cNvPr id="1930280"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41" name="Rectangle 41">
            <a:extLst>
              <a:ext uri="{FF2B5EF4-FFF2-40B4-BE49-F238E27FC236}">
                <a16:creationId xmlns:a16="http://schemas.microsoft.com/office/drawing/2014/main" id="{D766C4D7-A8FB-49C8-8C2A-7912532563D1}"/>
              </a:ext>
            </a:extLst>
          </p:cNvPr>
          <p:cNvSpPr>
            <a:spLocks noGrp="1" noChangeArrowheads="1"/>
          </p:cNvSpPr>
          <p:nvPr>
            <p:ph type="dt" sz="quarter" idx="10"/>
          </p:nvPr>
        </p:nvSpPr>
        <p:spPr/>
        <p:txBody>
          <a:bodyPr/>
          <a:lstStyle>
            <a:lvl1pPr>
              <a:defRPr/>
            </a:lvl1pPr>
          </a:lstStyle>
          <a:p>
            <a:pPr>
              <a:defRPr/>
            </a:pPr>
            <a:fld id="{7FC64C03-EA66-42AB-87DB-12F75787C838}" type="datetime1">
              <a:rPr lang="zh-CN" altLang="en-US"/>
              <a:pPr>
                <a:defRPr/>
              </a:pPr>
              <a:t>2020/12/3</a:t>
            </a:fld>
            <a:endParaRPr lang="en-US" altLang="zh-CN"/>
          </a:p>
        </p:txBody>
      </p:sp>
      <p:sp>
        <p:nvSpPr>
          <p:cNvPr id="42" name="Rectangle 42">
            <a:extLst>
              <a:ext uri="{FF2B5EF4-FFF2-40B4-BE49-F238E27FC236}">
                <a16:creationId xmlns:a16="http://schemas.microsoft.com/office/drawing/2014/main" id="{53156FF5-E4BB-4819-B434-79DB98C28A1E}"/>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3" name="Rectangle 43">
            <a:extLst>
              <a:ext uri="{FF2B5EF4-FFF2-40B4-BE49-F238E27FC236}">
                <a16:creationId xmlns:a16="http://schemas.microsoft.com/office/drawing/2014/main" id="{A2014045-3060-4021-A8AF-826606D1A26A}"/>
              </a:ext>
            </a:extLst>
          </p:cNvPr>
          <p:cNvSpPr>
            <a:spLocks noGrp="1" noChangeArrowheads="1"/>
          </p:cNvSpPr>
          <p:nvPr>
            <p:ph type="sldNum" sz="quarter" idx="12"/>
          </p:nvPr>
        </p:nvSpPr>
        <p:spPr/>
        <p:txBody>
          <a:bodyPr/>
          <a:lstStyle>
            <a:lvl1pPr>
              <a:defRPr/>
            </a:lvl1pPr>
          </a:lstStyle>
          <a:p>
            <a:pPr>
              <a:defRPr/>
            </a:pPr>
            <a:fld id="{DB07B62F-25A8-4471-8D3D-A08983B75B0E}" type="slidenum">
              <a:rPr lang="en-US" altLang="zh-CN"/>
              <a:pPr>
                <a:defRPr/>
              </a:pPr>
              <a:t>‹#›</a:t>
            </a:fld>
            <a:endParaRPr lang="en-US" altLang="zh-CN"/>
          </a:p>
        </p:txBody>
      </p:sp>
    </p:spTree>
    <p:extLst>
      <p:ext uri="{BB962C8B-B14F-4D97-AF65-F5344CB8AC3E}">
        <p14:creationId xmlns:p14="http://schemas.microsoft.com/office/powerpoint/2010/main" val="13272059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0">
            <a:extLst>
              <a:ext uri="{FF2B5EF4-FFF2-40B4-BE49-F238E27FC236}">
                <a16:creationId xmlns:a16="http://schemas.microsoft.com/office/drawing/2014/main" id="{EA41389A-8A14-49E9-9B4A-15235E9EFD16}"/>
              </a:ext>
            </a:extLst>
          </p:cNvPr>
          <p:cNvSpPr>
            <a:spLocks noGrp="1" noChangeArrowheads="1"/>
          </p:cNvSpPr>
          <p:nvPr>
            <p:ph type="dt" sz="half" idx="10"/>
          </p:nvPr>
        </p:nvSpPr>
        <p:spPr>
          <a:ln/>
        </p:spPr>
        <p:txBody>
          <a:bodyPr/>
          <a:lstStyle>
            <a:lvl1pPr>
              <a:defRPr/>
            </a:lvl1pPr>
          </a:lstStyle>
          <a:p>
            <a:pPr>
              <a:defRPr/>
            </a:pPr>
            <a:fld id="{E94224E2-95A8-4109-87C5-B9CDAFDF9F40}" type="datetime1">
              <a:rPr lang="zh-CN" altLang="en-US"/>
              <a:pPr>
                <a:defRPr/>
              </a:pPr>
              <a:t>2020/12/3</a:t>
            </a:fld>
            <a:endParaRPr lang="en-US" altLang="zh-CN"/>
          </a:p>
        </p:txBody>
      </p:sp>
      <p:sp>
        <p:nvSpPr>
          <p:cNvPr id="5" name="Rectangle 41">
            <a:extLst>
              <a:ext uri="{FF2B5EF4-FFF2-40B4-BE49-F238E27FC236}">
                <a16:creationId xmlns:a16="http://schemas.microsoft.com/office/drawing/2014/main" id="{4D3A9118-D392-440E-ACB7-4493715595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1BA9822D-3DB4-4F22-8260-93440F1D95B6}"/>
              </a:ext>
            </a:extLst>
          </p:cNvPr>
          <p:cNvSpPr>
            <a:spLocks noGrp="1" noChangeArrowheads="1"/>
          </p:cNvSpPr>
          <p:nvPr>
            <p:ph type="sldNum" sz="quarter" idx="12"/>
          </p:nvPr>
        </p:nvSpPr>
        <p:spPr>
          <a:ln/>
        </p:spPr>
        <p:txBody>
          <a:bodyPr/>
          <a:lstStyle>
            <a:lvl1pPr>
              <a:defRPr/>
            </a:lvl1pPr>
          </a:lstStyle>
          <a:p>
            <a:pPr>
              <a:defRPr/>
            </a:pPr>
            <a:fld id="{DBD8427D-54A2-4250-B5F2-7E2628563022}" type="slidenum">
              <a:rPr lang="en-US" altLang="zh-CN"/>
              <a:pPr>
                <a:defRPr/>
              </a:pPr>
              <a:t>‹#›</a:t>
            </a:fld>
            <a:endParaRPr lang="en-US" altLang="zh-CN"/>
          </a:p>
        </p:txBody>
      </p:sp>
    </p:spTree>
    <p:extLst>
      <p:ext uri="{BB962C8B-B14F-4D97-AF65-F5344CB8AC3E}">
        <p14:creationId xmlns:p14="http://schemas.microsoft.com/office/powerpoint/2010/main" val="40132987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0">
            <a:extLst>
              <a:ext uri="{FF2B5EF4-FFF2-40B4-BE49-F238E27FC236}">
                <a16:creationId xmlns:a16="http://schemas.microsoft.com/office/drawing/2014/main" id="{2DA49019-6940-4D15-BAB7-8A6CFBBA3B9E}"/>
              </a:ext>
            </a:extLst>
          </p:cNvPr>
          <p:cNvSpPr>
            <a:spLocks noGrp="1" noChangeArrowheads="1"/>
          </p:cNvSpPr>
          <p:nvPr>
            <p:ph type="dt" sz="half" idx="10"/>
          </p:nvPr>
        </p:nvSpPr>
        <p:spPr>
          <a:ln/>
        </p:spPr>
        <p:txBody>
          <a:bodyPr/>
          <a:lstStyle>
            <a:lvl1pPr>
              <a:defRPr/>
            </a:lvl1pPr>
          </a:lstStyle>
          <a:p>
            <a:pPr>
              <a:defRPr/>
            </a:pPr>
            <a:fld id="{0F5BB4BD-C535-4B7D-B915-C22767CD3F3E}" type="datetime1">
              <a:rPr lang="zh-CN" altLang="en-US"/>
              <a:pPr>
                <a:defRPr/>
              </a:pPr>
              <a:t>2020/12/3</a:t>
            </a:fld>
            <a:endParaRPr lang="en-US" altLang="zh-CN"/>
          </a:p>
        </p:txBody>
      </p:sp>
      <p:sp>
        <p:nvSpPr>
          <p:cNvPr id="5" name="Rectangle 41">
            <a:extLst>
              <a:ext uri="{FF2B5EF4-FFF2-40B4-BE49-F238E27FC236}">
                <a16:creationId xmlns:a16="http://schemas.microsoft.com/office/drawing/2014/main" id="{8B60B92E-7BB2-430F-93C7-FA436912B4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BFEF22CC-8E00-49FF-A727-F7A38B8DE02A}"/>
              </a:ext>
            </a:extLst>
          </p:cNvPr>
          <p:cNvSpPr>
            <a:spLocks noGrp="1" noChangeArrowheads="1"/>
          </p:cNvSpPr>
          <p:nvPr>
            <p:ph type="sldNum" sz="quarter" idx="12"/>
          </p:nvPr>
        </p:nvSpPr>
        <p:spPr>
          <a:ln/>
        </p:spPr>
        <p:txBody>
          <a:bodyPr/>
          <a:lstStyle>
            <a:lvl1pPr>
              <a:defRPr/>
            </a:lvl1pPr>
          </a:lstStyle>
          <a:p>
            <a:pPr>
              <a:defRPr/>
            </a:pPr>
            <a:fld id="{52F6D5EB-970D-44AE-AD53-24CAA82B6822}" type="slidenum">
              <a:rPr lang="en-US" altLang="zh-CN"/>
              <a:pPr>
                <a:defRPr/>
              </a:pPr>
              <a:t>‹#›</a:t>
            </a:fld>
            <a:endParaRPr lang="en-US" altLang="zh-CN"/>
          </a:p>
        </p:txBody>
      </p:sp>
    </p:spTree>
    <p:extLst>
      <p:ext uri="{BB962C8B-B14F-4D97-AF65-F5344CB8AC3E}">
        <p14:creationId xmlns:p14="http://schemas.microsoft.com/office/powerpoint/2010/main" val="36217528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0">
            <a:extLst>
              <a:ext uri="{FF2B5EF4-FFF2-40B4-BE49-F238E27FC236}">
                <a16:creationId xmlns:a16="http://schemas.microsoft.com/office/drawing/2014/main" id="{86C2A88B-1BBB-42B1-B171-D9F4EB692431}"/>
              </a:ext>
            </a:extLst>
          </p:cNvPr>
          <p:cNvSpPr>
            <a:spLocks noGrp="1" noChangeArrowheads="1"/>
          </p:cNvSpPr>
          <p:nvPr>
            <p:ph type="dt" sz="half" idx="10"/>
          </p:nvPr>
        </p:nvSpPr>
        <p:spPr>
          <a:ln/>
        </p:spPr>
        <p:txBody>
          <a:bodyPr/>
          <a:lstStyle>
            <a:lvl1pPr>
              <a:defRPr/>
            </a:lvl1pPr>
          </a:lstStyle>
          <a:p>
            <a:pPr>
              <a:defRPr/>
            </a:pPr>
            <a:fld id="{063C06F5-D961-47DB-BF05-27B1BF31C3DD}" type="datetime1">
              <a:rPr lang="zh-CN" altLang="en-US"/>
              <a:pPr>
                <a:defRPr/>
              </a:pPr>
              <a:t>2020/12/3</a:t>
            </a:fld>
            <a:endParaRPr lang="en-US" altLang="zh-CN"/>
          </a:p>
        </p:txBody>
      </p:sp>
      <p:sp>
        <p:nvSpPr>
          <p:cNvPr id="6" name="Rectangle 41">
            <a:extLst>
              <a:ext uri="{FF2B5EF4-FFF2-40B4-BE49-F238E27FC236}">
                <a16:creationId xmlns:a16="http://schemas.microsoft.com/office/drawing/2014/main" id="{C521D88C-D223-4C88-8445-E46D4D06E9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EAA40C55-A727-4A4D-B1FB-E9E10DADD227}"/>
              </a:ext>
            </a:extLst>
          </p:cNvPr>
          <p:cNvSpPr>
            <a:spLocks noGrp="1" noChangeArrowheads="1"/>
          </p:cNvSpPr>
          <p:nvPr>
            <p:ph type="sldNum" sz="quarter" idx="12"/>
          </p:nvPr>
        </p:nvSpPr>
        <p:spPr>
          <a:ln/>
        </p:spPr>
        <p:txBody>
          <a:bodyPr/>
          <a:lstStyle>
            <a:lvl1pPr>
              <a:defRPr/>
            </a:lvl1pPr>
          </a:lstStyle>
          <a:p>
            <a:pPr>
              <a:defRPr/>
            </a:pPr>
            <a:fld id="{F9DE6E56-18B2-447E-95ED-2DC61E894322}" type="slidenum">
              <a:rPr lang="en-US" altLang="zh-CN"/>
              <a:pPr>
                <a:defRPr/>
              </a:pPr>
              <a:t>‹#›</a:t>
            </a:fld>
            <a:endParaRPr lang="en-US" altLang="zh-CN"/>
          </a:p>
        </p:txBody>
      </p:sp>
    </p:spTree>
    <p:extLst>
      <p:ext uri="{BB962C8B-B14F-4D97-AF65-F5344CB8AC3E}">
        <p14:creationId xmlns:p14="http://schemas.microsoft.com/office/powerpoint/2010/main" val="17372237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0">
            <a:extLst>
              <a:ext uri="{FF2B5EF4-FFF2-40B4-BE49-F238E27FC236}">
                <a16:creationId xmlns:a16="http://schemas.microsoft.com/office/drawing/2014/main" id="{54E88AC8-3BD1-4CEB-A5B2-9ED233CA0EF7}"/>
              </a:ext>
            </a:extLst>
          </p:cNvPr>
          <p:cNvSpPr>
            <a:spLocks noGrp="1" noChangeArrowheads="1"/>
          </p:cNvSpPr>
          <p:nvPr>
            <p:ph type="dt" sz="half" idx="10"/>
          </p:nvPr>
        </p:nvSpPr>
        <p:spPr>
          <a:ln/>
        </p:spPr>
        <p:txBody>
          <a:bodyPr/>
          <a:lstStyle>
            <a:lvl1pPr>
              <a:defRPr/>
            </a:lvl1pPr>
          </a:lstStyle>
          <a:p>
            <a:pPr>
              <a:defRPr/>
            </a:pPr>
            <a:fld id="{79CC690C-1765-4161-A9D2-34D179842CFF}" type="datetime1">
              <a:rPr lang="zh-CN" altLang="en-US"/>
              <a:pPr>
                <a:defRPr/>
              </a:pPr>
              <a:t>2020/12/3</a:t>
            </a:fld>
            <a:endParaRPr lang="en-US" altLang="zh-CN"/>
          </a:p>
        </p:txBody>
      </p:sp>
      <p:sp>
        <p:nvSpPr>
          <p:cNvPr id="8" name="Rectangle 41">
            <a:extLst>
              <a:ext uri="{FF2B5EF4-FFF2-40B4-BE49-F238E27FC236}">
                <a16:creationId xmlns:a16="http://schemas.microsoft.com/office/drawing/2014/main" id="{AA348704-299F-410A-A343-A17AEE1B12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E05424C7-D8B3-400D-85EE-FE150BCD23C7}"/>
              </a:ext>
            </a:extLst>
          </p:cNvPr>
          <p:cNvSpPr>
            <a:spLocks noGrp="1" noChangeArrowheads="1"/>
          </p:cNvSpPr>
          <p:nvPr>
            <p:ph type="sldNum" sz="quarter" idx="12"/>
          </p:nvPr>
        </p:nvSpPr>
        <p:spPr>
          <a:ln/>
        </p:spPr>
        <p:txBody>
          <a:bodyPr/>
          <a:lstStyle>
            <a:lvl1pPr>
              <a:defRPr/>
            </a:lvl1pPr>
          </a:lstStyle>
          <a:p>
            <a:pPr>
              <a:defRPr/>
            </a:pPr>
            <a:fld id="{2D95E3BD-3EFA-4B6D-9290-AAB0B06BE93C}" type="slidenum">
              <a:rPr lang="en-US" altLang="zh-CN"/>
              <a:pPr>
                <a:defRPr/>
              </a:pPr>
              <a:t>‹#›</a:t>
            </a:fld>
            <a:endParaRPr lang="en-US" altLang="zh-CN"/>
          </a:p>
        </p:txBody>
      </p:sp>
    </p:spTree>
    <p:extLst>
      <p:ext uri="{BB962C8B-B14F-4D97-AF65-F5344CB8AC3E}">
        <p14:creationId xmlns:p14="http://schemas.microsoft.com/office/powerpoint/2010/main" val="33545738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0">
            <a:extLst>
              <a:ext uri="{FF2B5EF4-FFF2-40B4-BE49-F238E27FC236}">
                <a16:creationId xmlns:a16="http://schemas.microsoft.com/office/drawing/2014/main" id="{4A25F933-9A91-44FA-B39B-A59A68A6A292}"/>
              </a:ext>
            </a:extLst>
          </p:cNvPr>
          <p:cNvSpPr>
            <a:spLocks noGrp="1" noChangeArrowheads="1"/>
          </p:cNvSpPr>
          <p:nvPr>
            <p:ph type="dt" sz="half" idx="10"/>
          </p:nvPr>
        </p:nvSpPr>
        <p:spPr>
          <a:ln/>
        </p:spPr>
        <p:txBody>
          <a:bodyPr/>
          <a:lstStyle>
            <a:lvl1pPr>
              <a:defRPr/>
            </a:lvl1pPr>
          </a:lstStyle>
          <a:p>
            <a:pPr>
              <a:defRPr/>
            </a:pPr>
            <a:fld id="{3D8A0988-7229-499A-B344-242B8957A910}" type="datetime1">
              <a:rPr lang="zh-CN" altLang="en-US"/>
              <a:pPr>
                <a:defRPr/>
              </a:pPr>
              <a:t>2020/12/3</a:t>
            </a:fld>
            <a:endParaRPr lang="en-US" altLang="zh-CN"/>
          </a:p>
        </p:txBody>
      </p:sp>
      <p:sp>
        <p:nvSpPr>
          <p:cNvPr id="4" name="Rectangle 41">
            <a:extLst>
              <a:ext uri="{FF2B5EF4-FFF2-40B4-BE49-F238E27FC236}">
                <a16:creationId xmlns:a16="http://schemas.microsoft.com/office/drawing/2014/main" id="{745200B0-92CF-4257-8699-8A048401387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4BC5F4BF-9C3B-4EB8-ACFF-5615C0C08419}"/>
              </a:ext>
            </a:extLst>
          </p:cNvPr>
          <p:cNvSpPr>
            <a:spLocks noGrp="1" noChangeArrowheads="1"/>
          </p:cNvSpPr>
          <p:nvPr>
            <p:ph type="sldNum" sz="quarter" idx="12"/>
          </p:nvPr>
        </p:nvSpPr>
        <p:spPr>
          <a:ln/>
        </p:spPr>
        <p:txBody>
          <a:bodyPr/>
          <a:lstStyle>
            <a:lvl1pPr>
              <a:defRPr/>
            </a:lvl1pPr>
          </a:lstStyle>
          <a:p>
            <a:pPr>
              <a:defRPr/>
            </a:pPr>
            <a:fld id="{628D84D7-17A8-4DD8-8D96-5461DFD4F732}" type="slidenum">
              <a:rPr lang="en-US" altLang="zh-CN"/>
              <a:pPr>
                <a:defRPr/>
              </a:pPr>
              <a:t>‹#›</a:t>
            </a:fld>
            <a:endParaRPr lang="en-US" altLang="zh-CN"/>
          </a:p>
        </p:txBody>
      </p:sp>
    </p:spTree>
    <p:extLst>
      <p:ext uri="{BB962C8B-B14F-4D97-AF65-F5344CB8AC3E}">
        <p14:creationId xmlns:p14="http://schemas.microsoft.com/office/powerpoint/2010/main" val="16964212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C51E9863-0C34-4071-9CB5-4389EE4D49C6}"/>
              </a:ext>
            </a:extLst>
          </p:cNvPr>
          <p:cNvSpPr>
            <a:spLocks noGrp="1" noChangeArrowheads="1"/>
          </p:cNvSpPr>
          <p:nvPr>
            <p:ph type="dt" sz="half" idx="10"/>
          </p:nvPr>
        </p:nvSpPr>
        <p:spPr>
          <a:ln/>
        </p:spPr>
        <p:txBody>
          <a:bodyPr/>
          <a:lstStyle>
            <a:lvl1pPr>
              <a:defRPr/>
            </a:lvl1pPr>
          </a:lstStyle>
          <a:p>
            <a:pPr>
              <a:defRPr/>
            </a:pPr>
            <a:fld id="{40DDA7D8-6F45-427B-B596-96DF186B9329}" type="datetime1">
              <a:rPr lang="zh-CN" altLang="en-US"/>
              <a:pPr>
                <a:defRPr/>
              </a:pPr>
              <a:t>2020/12/3</a:t>
            </a:fld>
            <a:endParaRPr lang="en-US" altLang="zh-CN"/>
          </a:p>
        </p:txBody>
      </p:sp>
      <p:sp>
        <p:nvSpPr>
          <p:cNvPr id="3" name="Rectangle 41">
            <a:extLst>
              <a:ext uri="{FF2B5EF4-FFF2-40B4-BE49-F238E27FC236}">
                <a16:creationId xmlns:a16="http://schemas.microsoft.com/office/drawing/2014/main" id="{558F7210-90C6-4B07-90A1-229D2BE624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8A8727F8-2738-4514-9E2E-3D02FDFE1800}"/>
              </a:ext>
            </a:extLst>
          </p:cNvPr>
          <p:cNvSpPr>
            <a:spLocks noGrp="1" noChangeArrowheads="1"/>
          </p:cNvSpPr>
          <p:nvPr>
            <p:ph type="sldNum" sz="quarter" idx="12"/>
          </p:nvPr>
        </p:nvSpPr>
        <p:spPr>
          <a:ln/>
        </p:spPr>
        <p:txBody>
          <a:bodyPr/>
          <a:lstStyle>
            <a:lvl1pPr>
              <a:defRPr/>
            </a:lvl1pPr>
          </a:lstStyle>
          <a:p>
            <a:pPr>
              <a:defRPr/>
            </a:pPr>
            <a:fld id="{45BFD8A7-C81D-4A5F-9345-098CBB7598FA}" type="slidenum">
              <a:rPr lang="en-US" altLang="zh-CN"/>
              <a:pPr>
                <a:defRPr/>
              </a:pPr>
              <a:t>‹#›</a:t>
            </a:fld>
            <a:endParaRPr lang="en-US" altLang="zh-CN"/>
          </a:p>
        </p:txBody>
      </p:sp>
    </p:spTree>
    <p:extLst>
      <p:ext uri="{BB962C8B-B14F-4D97-AF65-F5344CB8AC3E}">
        <p14:creationId xmlns:p14="http://schemas.microsoft.com/office/powerpoint/2010/main" val="3606322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0">
            <a:extLst>
              <a:ext uri="{FF2B5EF4-FFF2-40B4-BE49-F238E27FC236}">
                <a16:creationId xmlns:a16="http://schemas.microsoft.com/office/drawing/2014/main" id="{59D68A67-EE0F-4375-AAE2-8EC8E49B9651}"/>
              </a:ext>
            </a:extLst>
          </p:cNvPr>
          <p:cNvSpPr>
            <a:spLocks noGrp="1" noChangeArrowheads="1"/>
          </p:cNvSpPr>
          <p:nvPr>
            <p:ph type="dt" sz="half" idx="10"/>
          </p:nvPr>
        </p:nvSpPr>
        <p:spPr>
          <a:ln/>
        </p:spPr>
        <p:txBody>
          <a:bodyPr/>
          <a:lstStyle>
            <a:lvl1pPr>
              <a:defRPr/>
            </a:lvl1pPr>
          </a:lstStyle>
          <a:p>
            <a:pPr>
              <a:defRPr/>
            </a:pPr>
            <a:fld id="{CFCD7972-D41B-4842-B05A-2B6B1F835B48}" type="datetime1">
              <a:rPr lang="zh-CN" altLang="en-US"/>
              <a:pPr>
                <a:defRPr/>
              </a:pPr>
              <a:t>2020/12/3</a:t>
            </a:fld>
            <a:endParaRPr lang="en-US" altLang="zh-CN"/>
          </a:p>
        </p:txBody>
      </p:sp>
      <p:sp>
        <p:nvSpPr>
          <p:cNvPr id="6" name="Rectangle 41">
            <a:extLst>
              <a:ext uri="{FF2B5EF4-FFF2-40B4-BE49-F238E27FC236}">
                <a16:creationId xmlns:a16="http://schemas.microsoft.com/office/drawing/2014/main" id="{81C06E66-7FEE-47B9-8C46-01C5AA76D89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CDBE42BB-4A15-4223-81FD-C234B39819C1}"/>
              </a:ext>
            </a:extLst>
          </p:cNvPr>
          <p:cNvSpPr>
            <a:spLocks noGrp="1" noChangeArrowheads="1"/>
          </p:cNvSpPr>
          <p:nvPr>
            <p:ph type="sldNum" sz="quarter" idx="12"/>
          </p:nvPr>
        </p:nvSpPr>
        <p:spPr>
          <a:ln/>
        </p:spPr>
        <p:txBody>
          <a:bodyPr/>
          <a:lstStyle>
            <a:lvl1pPr>
              <a:defRPr/>
            </a:lvl1pPr>
          </a:lstStyle>
          <a:p>
            <a:pPr>
              <a:defRPr/>
            </a:pPr>
            <a:fld id="{EF13511A-B7AF-4E00-9783-C4E4A44933FF}" type="slidenum">
              <a:rPr lang="en-US" altLang="zh-CN"/>
              <a:pPr>
                <a:defRPr/>
              </a:pPr>
              <a:t>‹#›</a:t>
            </a:fld>
            <a:endParaRPr lang="en-US" altLang="zh-CN"/>
          </a:p>
        </p:txBody>
      </p:sp>
    </p:spTree>
    <p:extLst>
      <p:ext uri="{BB962C8B-B14F-4D97-AF65-F5344CB8AC3E}">
        <p14:creationId xmlns:p14="http://schemas.microsoft.com/office/powerpoint/2010/main" val="42275740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0">
            <a:extLst>
              <a:ext uri="{FF2B5EF4-FFF2-40B4-BE49-F238E27FC236}">
                <a16:creationId xmlns:a16="http://schemas.microsoft.com/office/drawing/2014/main" id="{F76917B9-1045-475A-94C1-9BD0D750303E}"/>
              </a:ext>
            </a:extLst>
          </p:cNvPr>
          <p:cNvSpPr>
            <a:spLocks noGrp="1" noChangeArrowheads="1"/>
          </p:cNvSpPr>
          <p:nvPr>
            <p:ph type="dt" sz="half" idx="10"/>
          </p:nvPr>
        </p:nvSpPr>
        <p:spPr>
          <a:ln/>
        </p:spPr>
        <p:txBody>
          <a:bodyPr/>
          <a:lstStyle>
            <a:lvl1pPr>
              <a:defRPr/>
            </a:lvl1pPr>
          </a:lstStyle>
          <a:p>
            <a:pPr>
              <a:defRPr/>
            </a:pPr>
            <a:fld id="{D3CF3DE4-91C7-4191-87E2-29537DEBBE99}" type="datetime1">
              <a:rPr lang="zh-CN" altLang="en-US"/>
              <a:pPr>
                <a:defRPr/>
              </a:pPr>
              <a:t>2020/12/3</a:t>
            </a:fld>
            <a:endParaRPr lang="en-US" altLang="zh-CN"/>
          </a:p>
        </p:txBody>
      </p:sp>
      <p:sp>
        <p:nvSpPr>
          <p:cNvPr id="6" name="Rectangle 41">
            <a:extLst>
              <a:ext uri="{FF2B5EF4-FFF2-40B4-BE49-F238E27FC236}">
                <a16:creationId xmlns:a16="http://schemas.microsoft.com/office/drawing/2014/main" id="{457C2E13-5966-4648-9530-AA2D5E137E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954D0236-62D2-4948-BD04-CE6CEFC378FD}"/>
              </a:ext>
            </a:extLst>
          </p:cNvPr>
          <p:cNvSpPr>
            <a:spLocks noGrp="1" noChangeArrowheads="1"/>
          </p:cNvSpPr>
          <p:nvPr>
            <p:ph type="sldNum" sz="quarter" idx="12"/>
          </p:nvPr>
        </p:nvSpPr>
        <p:spPr>
          <a:ln/>
        </p:spPr>
        <p:txBody>
          <a:bodyPr/>
          <a:lstStyle>
            <a:lvl1pPr>
              <a:defRPr/>
            </a:lvl1pPr>
          </a:lstStyle>
          <a:p>
            <a:pPr>
              <a:defRPr/>
            </a:pPr>
            <a:fld id="{8A27C809-D559-4088-A82B-9A779B644D51}" type="slidenum">
              <a:rPr lang="en-US" altLang="zh-CN"/>
              <a:pPr>
                <a:defRPr/>
              </a:pPr>
              <a:t>‹#›</a:t>
            </a:fld>
            <a:endParaRPr lang="en-US" altLang="zh-CN"/>
          </a:p>
        </p:txBody>
      </p:sp>
    </p:spTree>
    <p:extLst>
      <p:ext uri="{BB962C8B-B14F-4D97-AF65-F5344CB8AC3E}">
        <p14:creationId xmlns:p14="http://schemas.microsoft.com/office/powerpoint/2010/main" val="974481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0">
            <a:extLst>
              <a:ext uri="{FF2B5EF4-FFF2-40B4-BE49-F238E27FC236}">
                <a16:creationId xmlns:a16="http://schemas.microsoft.com/office/drawing/2014/main" id="{204595D2-53F9-486E-B4F2-552D89B9846D}"/>
              </a:ext>
            </a:extLst>
          </p:cNvPr>
          <p:cNvSpPr>
            <a:spLocks noGrp="1" noChangeArrowheads="1"/>
          </p:cNvSpPr>
          <p:nvPr>
            <p:ph type="dt" sz="half" idx="10"/>
          </p:nvPr>
        </p:nvSpPr>
        <p:spPr>
          <a:ln/>
        </p:spPr>
        <p:txBody>
          <a:bodyPr/>
          <a:lstStyle>
            <a:lvl1pPr>
              <a:defRPr/>
            </a:lvl1pPr>
          </a:lstStyle>
          <a:p>
            <a:pPr>
              <a:defRPr/>
            </a:pPr>
            <a:fld id="{AF0ECD20-F08F-4B4A-B690-E1EF1FBB4DA3}" type="datetime1">
              <a:rPr lang="zh-CN" altLang="en-US"/>
              <a:pPr>
                <a:defRPr/>
              </a:pPr>
              <a:t>2020/12/3</a:t>
            </a:fld>
            <a:endParaRPr lang="en-US" altLang="zh-CN"/>
          </a:p>
        </p:txBody>
      </p:sp>
      <p:sp>
        <p:nvSpPr>
          <p:cNvPr id="5" name="Rectangle 41">
            <a:extLst>
              <a:ext uri="{FF2B5EF4-FFF2-40B4-BE49-F238E27FC236}">
                <a16:creationId xmlns:a16="http://schemas.microsoft.com/office/drawing/2014/main" id="{B5353BEE-383D-4FDC-BA0D-55CF2BEA147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4280DD1F-E160-465D-B784-BFCD51E2AFC0}"/>
              </a:ext>
            </a:extLst>
          </p:cNvPr>
          <p:cNvSpPr>
            <a:spLocks noGrp="1" noChangeArrowheads="1"/>
          </p:cNvSpPr>
          <p:nvPr>
            <p:ph type="sldNum" sz="quarter" idx="12"/>
          </p:nvPr>
        </p:nvSpPr>
        <p:spPr>
          <a:ln/>
        </p:spPr>
        <p:txBody>
          <a:bodyPr/>
          <a:lstStyle>
            <a:lvl1pPr>
              <a:defRPr/>
            </a:lvl1pPr>
          </a:lstStyle>
          <a:p>
            <a:pPr>
              <a:defRPr/>
            </a:pPr>
            <a:fld id="{64375C81-A29D-4C88-975B-C73C139F9FAE}" type="slidenum">
              <a:rPr lang="en-US" altLang="zh-CN"/>
              <a:pPr>
                <a:defRPr/>
              </a:pPr>
              <a:t>‹#›</a:t>
            </a:fld>
            <a:endParaRPr lang="en-US" altLang="zh-CN"/>
          </a:p>
        </p:txBody>
      </p:sp>
    </p:spTree>
    <p:extLst>
      <p:ext uri="{BB962C8B-B14F-4D97-AF65-F5344CB8AC3E}">
        <p14:creationId xmlns:p14="http://schemas.microsoft.com/office/powerpoint/2010/main" val="3701787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0">
            <a:extLst>
              <a:ext uri="{FF2B5EF4-FFF2-40B4-BE49-F238E27FC236}">
                <a16:creationId xmlns:a16="http://schemas.microsoft.com/office/drawing/2014/main" id="{4D7BFC8D-0D8B-4375-8FB8-249E6383EC5A}"/>
              </a:ext>
            </a:extLst>
          </p:cNvPr>
          <p:cNvSpPr>
            <a:spLocks noGrp="1" noChangeArrowheads="1"/>
          </p:cNvSpPr>
          <p:nvPr>
            <p:ph type="dt" sz="half" idx="10"/>
          </p:nvPr>
        </p:nvSpPr>
        <p:spPr>
          <a:ln/>
        </p:spPr>
        <p:txBody>
          <a:bodyPr/>
          <a:lstStyle>
            <a:lvl1pPr>
              <a:defRPr/>
            </a:lvl1pPr>
          </a:lstStyle>
          <a:p>
            <a:pPr>
              <a:defRPr/>
            </a:pPr>
            <a:fld id="{52213ED0-6BA6-4D29-BDB4-B70E3C85DF5D}" type="datetime1">
              <a:rPr lang="zh-CN" altLang="en-US"/>
              <a:pPr>
                <a:defRPr/>
              </a:pPr>
              <a:t>2020/12/3</a:t>
            </a:fld>
            <a:endParaRPr lang="en-US" altLang="zh-CN"/>
          </a:p>
        </p:txBody>
      </p:sp>
      <p:sp>
        <p:nvSpPr>
          <p:cNvPr id="5" name="Rectangle 41">
            <a:extLst>
              <a:ext uri="{FF2B5EF4-FFF2-40B4-BE49-F238E27FC236}">
                <a16:creationId xmlns:a16="http://schemas.microsoft.com/office/drawing/2014/main" id="{D2C28CDD-EEC7-4C5C-98A8-44EF35B2C71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51105F5B-4AC1-4304-A984-9462CBA9C940}"/>
              </a:ext>
            </a:extLst>
          </p:cNvPr>
          <p:cNvSpPr>
            <a:spLocks noGrp="1" noChangeArrowheads="1"/>
          </p:cNvSpPr>
          <p:nvPr>
            <p:ph type="sldNum" sz="quarter" idx="12"/>
          </p:nvPr>
        </p:nvSpPr>
        <p:spPr>
          <a:ln/>
        </p:spPr>
        <p:txBody>
          <a:bodyPr/>
          <a:lstStyle>
            <a:lvl1pPr>
              <a:defRPr/>
            </a:lvl1pPr>
          </a:lstStyle>
          <a:p>
            <a:pPr>
              <a:defRPr/>
            </a:pPr>
            <a:fld id="{842DC031-C4A5-4E7B-B845-11FF8400C2C5}" type="slidenum">
              <a:rPr lang="en-US" altLang="zh-CN"/>
              <a:pPr>
                <a:defRPr/>
              </a:pPr>
              <a:t>‹#›</a:t>
            </a:fld>
            <a:endParaRPr lang="en-US" altLang="zh-CN"/>
          </a:p>
        </p:txBody>
      </p:sp>
    </p:spTree>
    <p:extLst>
      <p:ext uri="{BB962C8B-B14F-4D97-AF65-F5344CB8AC3E}">
        <p14:creationId xmlns:p14="http://schemas.microsoft.com/office/powerpoint/2010/main" val="18136848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a:p>
        </p:txBody>
      </p:sp>
      <p:sp>
        <p:nvSpPr>
          <p:cNvPr id="4" name="Rectangle 40">
            <a:extLst>
              <a:ext uri="{FF2B5EF4-FFF2-40B4-BE49-F238E27FC236}">
                <a16:creationId xmlns:a16="http://schemas.microsoft.com/office/drawing/2014/main" id="{52180834-B044-4847-9D7B-578DB4EB631C}"/>
              </a:ext>
            </a:extLst>
          </p:cNvPr>
          <p:cNvSpPr>
            <a:spLocks noGrp="1" noChangeArrowheads="1"/>
          </p:cNvSpPr>
          <p:nvPr>
            <p:ph type="dt" sz="half" idx="10"/>
          </p:nvPr>
        </p:nvSpPr>
        <p:spPr>
          <a:ln/>
        </p:spPr>
        <p:txBody>
          <a:bodyPr/>
          <a:lstStyle>
            <a:lvl1pPr>
              <a:defRPr/>
            </a:lvl1pPr>
          </a:lstStyle>
          <a:p>
            <a:pPr>
              <a:defRPr/>
            </a:pPr>
            <a:fld id="{8290A773-4501-4E1D-859A-FCABFA130627}" type="datetime1">
              <a:rPr lang="zh-CN" altLang="en-US"/>
              <a:pPr>
                <a:defRPr/>
              </a:pPr>
              <a:t>2020/12/3</a:t>
            </a:fld>
            <a:endParaRPr lang="en-US" altLang="zh-CN"/>
          </a:p>
        </p:txBody>
      </p:sp>
      <p:sp>
        <p:nvSpPr>
          <p:cNvPr id="5" name="Rectangle 41">
            <a:extLst>
              <a:ext uri="{FF2B5EF4-FFF2-40B4-BE49-F238E27FC236}">
                <a16:creationId xmlns:a16="http://schemas.microsoft.com/office/drawing/2014/main" id="{DE9027E7-20A8-40F0-86AF-7CE3770A17B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B4749242-8D38-49CF-B060-A35091C67DB5}"/>
              </a:ext>
            </a:extLst>
          </p:cNvPr>
          <p:cNvSpPr>
            <a:spLocks noGrp="1" noChangeArrowheads="1"/>
          </p:cNvSpPr>
          <p:nvPr>
            <p:ph type="sldNum" sz="quarter" idx="12"/>
          </p:nvPr>
        </p:nvSpPr>
        <p:spPr>
          <a:ln/>
        </p:spPr>
        <p:txBody>
          <a:bodyPr/>
          <a:lstStyle>
            <a:lvl1pPr>
              <a:defRPr/>
            </a:lvl1pPr>
          </a:lstStyle>
          <a:p>
            <a:pPr>
              <a:defRPr/>
            </a:pPr>
            <a:fld id="{48B6C484-9176-4CE6-9E2B-73A286F4F207}" type="slidenum">
              <a:rPr lang="en-US" altLang="zh-CN"/>
              <a:pPr>
                <a:defRPr/>
              </a:pPr>
              <a:t>‹#›</a:t>
            </a:fld>
            <a:endParaRPr lang="en-US" altLang="zh-CN"/>
          </a:p>
        </p:txBody>
      </p:sp>
    </p:spTree>
    <p:extLst>
      <p:ext uri="{BB962C8B-B14F-4D97-AF65-F5344CB8AC3E}">
        <p14:creationId xmlns:p14="http://schemas.microsoft.com/office/powerpoint/2010/main" val="36740935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185BA7F2-FF56-41BD-9D51-97A0449F0ACC}"/>
              </a:ext>
            </a:extLst>
          </p:cNvPr>
          <p:cNvGrpSpPr>
            <a:grpSpLocks/>
          </p:cNvGrpSpPr>
          <p:nvPr/>
        </p:nvGrpSpPr>
        <p:grpSpPr bwMode="auto">
          <a:xfrm>
            <a:off x="0" y="1422400"/>
            <a:ext cx="9147175" cy="5435600"/>
            <a:chOff x="0" y="896"/>
            <a:chExt cx="5762" cy="3424"/>
          </a:xfrm>
        </p:grpSpPr>
        <p:grpSp>
          <p:nvGrpSpPr>
            <p:cNvPr id="5" name="Group 3">
              <a:extLst>
                <a:ext uri="{FF2B5EF4-FFF2-40B4-BE49-F238E27FC236}">
                  <a16:creationId xmlns:a16="http://schemas.microsoft.com/office/drawing/2014/main" id="{69873997-7288-4966-A0AF-92DA63063417}"/>
                </a:ext>
              </a:extLst>
            </p:cNvPr>
            <p:cNvGrpSpPr>
              <a:grpSpLocks/>
            </p:cNvGrpSpPr>
            <p:nvPr userDrawn="1"/>
          </p:nvGrpSpPr>
          <p:grpSpPr bwMode="auto">
            <a:xfrm>
              <a:off x="20" y="896"/>
              <a:ext cx="5742" cy="3424"/>
              <a:chOff x="20" y="896"/>
              <a:chExt cx="5742" cy="3424"/>
            </a:xfrm>
          </p:grpSpPr>
          <p:sp>
            <p:nvSpPr>
              <p:cNvPr id="142" name="Freeform 4">
                <a:extLst>
                  <a:ext uri="{FF2B5EF4-FFF2-40B4-BE49-F238E27FC236}">
                    <a16:creationId xmlns:a16="http://schemas.microsoft.com/office/drawing/2014/main" id="{FAA5996B-13A8-4FD6-A55E-E20CDBDF2C65}"/>
                  </a:ext>
                </a:extLst>
              </p:cNvPr>
              <p:cNvSpPr>
                <a:spLocks/>
              </p:cNvSpPr>
              <p:nvPr/>
            </p:nvSpPr>
            <p:spPr bwMode="hidden">
              <a:xfrm>
                <a:off x="1399" y="1116"/>
                <a:ext cx="2815" cy="2110"/>
              </a:xfrm>
              <a:custGeom>
                <a:avLst/>
                <a:gdLst>
                  <a:gd name="T0" fmla="*/ 950 w 2815"/>
                  <a:gd name="T1" fmla="*/ 85 h 2110"/>
                  <a:gd name="T2" fmla="*/ 628 w 2815"/>
                  <a:gd name="T3" fmla="*/ 438 h 2110"/>
                  <a:gd name="T4" fmla="*/ 66 w 2815"/>
                  <a:gd name="T5" fmla="*/ 471 h 2110"/>
                  <a:gd name="T6" fmla="*/ 0 w 2815"/>
                  <a:gd name="T7" fmla="*/ 627 h 2110"/>
                  <a:gd name="T8" fmla="*/ 372 w 2815"/>
                  <a:gd name="T9" fmla="*/ 1026 h 2110"/>
                  <a:gd name="T10" fmla="*/ 611 w 2815"/>
                  <a:gd name="T11" fmla="*/ 902 h 2110"/>
                  <a:gd name="T12" fmla="*/ 992 w 2815"/>
                  <a:gd name="T13" fmla="*/ 1085 h 2110"/>
                  <a:gd name="T14" fmla="*/ 1116 w 2815"/>
                  <a:gd name="T15" fmla="*/ 1339 h 2110"/>
                  <a:gd name="T16" fmla="*/ 1083 w 2815"/>
                  <a:gd name="T17" fmla="*/ 1450 h 2110"/>
                  <a:gd name="T18" fmla="*/ 1124 w 2815"/>
                  <a:gd name="T19" fmla="*/ 1659 h 2110"/>
                  <a:gd name="T20" fmla="*/ 1149 w 2815"/>
                  <a:gd name="T21" fmla="*/ 1999 h 2110"/>
                  <a:gd name="T22" fmla="*/ 1463 w 2815"/>
                  <a:gd name="T23" fmla="*/ 2110 h 2110"/>
                  <a:gd name="T24" fmla="*/ 1686 w 2815"/>
                  <a:gd name="T25" fmla="*/ 2025 h 2110"/>
                  <a:gd name="T26" fmla="*/ 1603 w 2815"/>
                  <a:gd name="T27" fmla="*/ 1777 h 2110"/>
                  <a:gd name="T28" fmla="*/ 1991 w 2815"/>
                  <a:gd name="T29" fmla="*/ 1555 h 2110"/>
                  <a:gd name="T30" fmla="*/ 2281 w 2815"/>
                  <a:gd name="T31" fmla="*/ 1542 h 2110"/>
                  <a:gd name="T32" fmla="*/ 2446 w 2815"/>
                  <a:gd name="T33" fmla="*/ 1359 h 2110"/>
                  <a:gd name="T34" fmla="*/ 2361 w 2815"/>
                  <a:gd name="T35" fmla="*/ 1001 h 2110"/>
                  <a:gd name="T36" fmla="*/ 2606 w 2815"/>
                  <a:gd name="T37" fmla="*/ 893 h 2110"/>
                  <a:gd name="T38" fmla="*/ 2815 w 2815"/>
                  <a:gd name="T39" fmla="*/ 454 h 2110"/>
                  <a:gd name="T40" fmla="*/ 2518 w 2815"/>
                  <a:gd name="T41" fmla="*/ 0 h 21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 name="Freeform 5">
                <a:extLst>
                  <a:ext uri="{FF2B5EF4-FFF2-40B4-BE49-F238E27FC236}">
                    <a16:creationId xmlns:a16="http://schemas.microsoft.com/office/drawing/2014/main" id="{332DCA8A-66E1-426C-AE94-6CB75A078990}"/>
                  </a:ext>
                </a:extLst>
              </p:cNvPr>
              <p:cNvSpPr>
                <a:spLocks/>
              </p:cNvSpPr>
              <p:nvPr/>
            </p:nvSpPr>
            <p:spPr bwMode="hidden">
              <a:xfrm>
                <a:off x="672" y="1116"/>
                <a:ext cx="3966" cy="2366"/>
              </a:xfrm>
              <a:custGeom>
                <a:avLst/>
                <a:gdLst>
                  <a:gd name="T0" fmla="*/ 1423 w 3966"/>
                  <a:gd name="T1" fmla="*/ 65 h 2366"/>
                  <a:gd name="T2" fmla="*/ 1148 w 3966"/>
                  <a:gd name="T3" fmla="*/ 262 h 2366"/>
                  <a:gd name="T4" fmla="*/ 934 w 3966"/>
                  <a:gd name="T5" fmla="*/ 216 h 2366"/>
                  <a:gd name="T6" fmla="*/ 529 w 3966"/>
                  <a:gd name="T7" fmla="*/ 314 h 2366"/>
                  <a:gd name="T8" fmla="*/ 174 w 3966"/>
                  <a:gd name="T9" fmla="*/ 327 h 2366"/>
                  <a:gd name="T10" fmla="*/ 0 w 3966"/>
                  <a:gd name="T11" fmla="*/ 628 h 2366"/>
                  <a:gd name="T12" fmla="*/ 91 w 3966"/>
                  <a:gd name="T13" fmla="*/ 726 h 2366"/>
                  <a:gd name="T14" fmla="*/ 231 w 3966"/>
                  <a:gd name="T15" fmla="*/ 654 h 2366"/>
                  <a:gd name="T16" fmla="*/ 430 w 3966"/>
                  <a:gd name="T17" fmla="*/ 687 h 2366"/>
                  <a:gd name="T18" fmla="*/ 504 w 3966"/>
                  <a:gd name="T19" fmla="*/ 850 h 2366"/>
                  <a:gd name="T20" fmla="*/ 347 w 3966"/>
                  <a:gd name="T21" fmla="*/ 1020 h 2366"/>
                  <a:gd name="T22" fmla="*/ 529 w 3966"/>
                  <a:gd name="T23" fmla="*/ 1144 h 2366"/>
                  <a:gd name="T24" fmla="*/ 727 w 3966"/>
                  <a:gd name="T25" fmla="*/ 1105 h 2366"/>
                  <a:gd name="T26" fmla="*/ 901 w 3966"/>
                  <a:gd name="T27" fmla="*/ 1216 h 2366"/>
                  <a:gd name="T28" fmla="*/ 1256 w 3966"/>
                  <a:gd name="T29" fmla="*/ 1229 h 2366"/>
                  <a:gd name="T30" fmla="*/ 1611 w 3966"/>
                  <a:gd name="T31" fmla="*/ 1425 h 2366"/>
                  <a:gd name="T32" fmla="*/ 1694 w 3966"/>
                  <a:gd name="T33" fmla="*/ 1673 h 2366"/>
                  <a:gd name="T34" fmla="*/ 1619 w 3966"/>
                  <a:gd name="T35" fmla="*/ 2118 h 2366"/>
                  <a:gd name="T36" fmla="*/ 1694 w 3966"/>
                  <a:gd name="T37" fmla="*/ 2268 h 2366"/>
                  <a:gd name="T38" fmla="*/ 2132 w 3966"/>
                  <a:gd name="T39" fmla="*/ 2242 h 2366"/>
                  <a:gd name="T40" fmla="*/ 2289 w 3966"/>
                  <a:gd name="T41" fmla="*/ 2366 h 2366"/>
                  <a:gd name="T42" fmla="*/ 2594 w 3966"/>
                  <a:gd name="T43" fmla="*/ 2046 h 2366"/>
                  <a:gd name="T44" fmla="*/ 2537 w 3966"/>
                  <a:gd name="T45" fmla="*/ 1817 h 2366"/>
                  <a:gd name="T46" fmla="*/ 2818 w 3966"/>
                  <a:gd name="T47" fmla="*/ 1673 h 2366"/>
                  <a:gd name="T48" fmla="*/ 3016 w 3966"/>
                  <a:gd name="T49" fmla="*/ 1719 h 2366"/>
                  <a:gd name="T50" fmla="*/ 3280 w 3966"/>
                  <a:gd name="T51" fmla="*/ 1615 h 2366"/>
                  <a:gd name="T52" fmla="*/ 3405 w 3966"/>
                  <a:gd name="T53" fmla="*/ 1174 h 2366"/>
                  <a:gd name="T54" fmla="*/ 3643 w 3966"/>
                  <a:gd name="T55" fmla="*/ 922 h 2366"/>
                  <a:gd name="T56" fmla="*/ 3966 w 3966"/>
                  <a:gd name="T57" fmla="*/ 896 h 2366"/>
                  <a:gd name="T58" fmla="*/ 3908 w 3966"/>
                  <a:gd name="T59" fmla="*/ 733 h 2366"/>
                  <a:gd name="T60" fmla="*/ 3669 w 3966"/>
                  <a:gd name="T61" fmla="*/ 563 h 2366"/>
                  <a:gd name="T62" fmla="*/ 3817 w 3966"/>
                  <a:gd name="T63" fmla="*/ 210 h 2366"/>
                  <a:gd name="T64" fmla="*/ 3590 w 3966"/>
                  <a:gd name="T65" fmla="*/ 0 h 23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4" name="Freeform 6">
                <a:extLst>
                  <a:ext uri="{FF2B5EF4-FFF2-40B4-BE49-F238E27FC236}">
                    <a16:creationId xmlns:a16="http://schemas.microsoft.com/office/drawing/2014/main" id="{7C95681F-27FD-48E4-B285-B3B4620DF4D9}"/>
                  </a:ext>
                </a:extLst>
              </p:cNvPr>
              <p:cNvSpPr>
                <a:spLocks/>
              </p:cNvSpPr>
              <p:nvPr/>
            </p:nvSpPr>
            <p:spPr bwMode="hidden">
              <a:xfrm>
                <a:off x="20" y="1069"/>
                <a:ext cx="5732" cy="3107"/>
              </a:xfrm>
              <a:custGeom>
                <a:avLst/>
                <a:gdLst>
                  <a:gd name="T0" fmla="*/ 81 w 5732"/>
                  <a:gd name="T1" fmla="*/ 0 h 3107"/>
                  <a:gd name="T2" fmla="*/ 133 w 5732"/>
                  <a:gd name="T3" fmla="*/ 328 h 3107"/>
                  <a:gd name="T4" fmla="*/ 0 w 5732"/>
                  <a:gd name="T5" fmla="*/ 666 h 3107"/>
                  <a:gd name="T6" fmla="*/ 83 w 5732"/>
                  <a:gd name="T7" fmla="*/ 1221 h 3107"/>
                  <a:gd name="T8" fmla="*/ 413 w 5732"/>
                  <a:gd name="T9" fmla="*/ 1515 h 3107"/>
                  <a:gd name="T10" fmla="*/ 881 w 5732"/>
                  <a:gd name="T11" fmla="*/ 1700 h 3107"/>
                  <a:gd name="T12" fmla="*/ 1440 w 5732"/>
                  <a:gd name="T13" fmla="*/ 1651 h 3107"/>
                  <a:gd name="T14" fmla="*/ 1755 w 5732"/>
                  <a:gd name="T15" fmla="*/ 1940 h 3107"/>
                  <a:gd name="T16" fmla="*/ 1653 w 5732"/>
                  <a:gd name="T17" fmla="*/ 2126 h 3107"/>
                  <a:gd name="T18" fmla="*/ 1136 w 5732"/>
                  <a:gd name="T19" fmla="*/ 2142 h 3107"/>
                  <a:gd name="T20" fmla="*/ 911 w 5732"/>
                  <a:gd name="T21" fmla="*/ 2021 h 3107"/>
                  <a:gd name="T22" fmla="*/ 739 w 5732"/>
                  <a:gd name="T23" fmla="*/ 2142 h 3107"/>
                  <a:gd name="T24" fmla="*/ 954 w 5732"/>
                  <a:gd name="T25" fmla="*/ 2524 h 3107"/>
                  <a:gd name="T26" fmla="*/ 973 w 5732"/>
                  <a:gd name="T27" fmla="*/ 2905 h 3107"/>
                  <a:gd name="T28" fmla="*/ 1511 w 5732"/>
                  <a:gd name="T29" fmla="*/ 3107 h 3107"/>
                  <a:gd name="T30" fmla="*/ 1644 w 5732"/>
                  <a:gd name="T31" fmla="*/ 2922 h 3107"/>
                  <a:gd name="T32" fmla="*/ 2077 w 5732"/>
                  <a:gd name="T33" fmla="*/ 2797 h 3107"/>
                  <a:gd name="T34" fmla="*/ 2610 w 5732"/>
                  <a:gd name="T35" fmla="*/ 2962 h 3107"/>
                  <a:gd name="T36" fmla="*/ 3222 w 5732"/>
                  <a:gd name="T37" fmla="*/ 2812 h 3107"/>
                  <a:gd name="T38" fmla="*/ 3443 w 5732"/>
                  <a:gd name="T39" fmla="*/ 2922 h 3107"/>
                  <a:gd name="T40" fmla="*/ 3861 w 5732"/>
                  <a:gd name="T41" fmla="*/ 2648 h 3107"/>
                  <a:gd name="T42" fmla="*/ 4125 w 5732"/>
                  <a:gd name="T43" fmla="*/ 2311 h 3107"/>
                  <a:gd name="T44" fmla="*/ 4369 w 5732"/>
                  <a:gd name="T45" fmla="*/ 2318 h 3107"/>
                  <a:gd name="T46" fmla="*/ 4554 w 5732"/>
                  <a:gd name="T47" fmla="*/ 2445 h 3107"/>
                  <a:gd name="T48" fmla="*/ 5015 w 5732"/>
                  <a:gd name="T49" fmla="*/ 2142 h 3107"/>
                  <a:gd name="T50" fmla="*/ 5404 w 5732"/>
                  <a:gd name="T51" fmla="*/ 2185 h 3107"/>
                  <a:gd name="T52" fmla="*/ 5732 w 5732"/>
                  <a:gd name="T53" fmla="*/ 2069 h 31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5" name="Freeform 7">
                <a:extLst>
                  <a:ext uri="{FF2B5EF4-FFF2-40B4-BE49-F238E27FC236}">
                    <a16:creationId xmlns:a16="http://schemas.microsoft.com/office/drawing/2014/main" id="{78925921-D32A-42B0-88A9-5FC88B306D17}"/>
                  </a:ext>
                </a:extLst>
              </p:cNvPr>
              <p:cNvSpPr>
                <a:spLocks/>
              </p:cNvSpPr>
              <p:nvPr/>
            </p:nvSpPr>
            <p:spPr bwMode="hidden">
              <a:xfrm>
                <a:off x="242" y="1145"/>
                <a:ext cx="5512" cy="2760"/>
              </a:xfrm>
              <a:custGeom>
                <a:avLst/>
                <a:gdLst>
                  <a:gd name="T0" fmla="*/ 240 w 5512"/>
                  <a:gd name="T1" fmla="*/ 0 h 2760"/>
                  <a:gd name="T2" fmla="*/ 0 w 5512"/>
                  <a:gd name="T3" fmla="*/ 336 h 2760"/>
                  <a:gd name="T4" fmla="*/ 82 w 5512"/>
                  <a:gd name="T5" fmla="*/ 821 h 2760"/>
                  <a:gd name="T6" fmla="*/ 243 w 5512"/>
                  <a:gd name="T7" fmla="*/ 873 h 2760"/>
                  <a:gd name="T8" fmla="*/ 473 w 5512"/>
                  <a:gd name="T9" fmla="*/ 1087 h 2760"/>
                  <a:gd name="T10" fmla="*/ 557 w 5512"/>
                  <a:gd name="T11" fmla="*/ 1441 h 2760"/>
                  <a:gd name="T12" fmla="*/ 839 w 5512"/>
                  <a:gd name="T13" fmla="*/ 1499 h 2760"/>
                  <a:gd name="T14" fmla="*/ 1258 w 5512"/>
                  <a:gd name="T15" fmla="*/ 1349 h 2760"/>
                  <a:gd name="T16" fmla="*/ 1307 w 5512"/>
                  <a:gd name="T17" fmla="*/ 1493 h 2760"/>
                  <a:gd name="T18" fmla="*/ 1621 w 5512"/>
                  <a:gd name="T19" fmla="*/ 1513 h 2760"/>
                  <a:gd name="T20" fmla="*/ 1862 w 5512"/>
                  <a:gd name="T21" fmla="*/ 1865 h 2760"/>
                  <a:gd name="T22" fmla="*/ 1668 w 5512"/>
                  <a:gd name="T23" fmla="*/ 2166 h 2760"/>
                  <a:gd name="T24" fmla="*/ 1308 w 5512"/>
                  <a:gd name="T25" fmla="*/ 2217 h 2760"/>
                  <a:gd name="T26" fmla="*/ 992 w 5512"/>
                  <a:gd name="T27" fmla="*/ 2172 h 2760"/>
                  <a:gd name="T28" fmla="*/ 903 w 5512"/>
                  <a:gd name="T29" fmla="*/ 2244 h 2760"/>
                  <a:gd name="T30" fmla="*/ 1008 w 5512"/>
                  <a:gd name="T31" fmla="*/ 2415 h 2760"/>
                  <a:gd name="T32" fmla="*/ 992 w 5512"/>
                  <a:gd name="T33" fmla="*/ 2538 h 2760"/>
                  <a:gd name="T34" fmla="*/ 1137 w 5512"/>
                  <a:gd name="T35" fmla="*/ 2760 h 2760"/>
                  <a:gd name="T36" fmla="*/ 1661 w 5512"/>
                  <a:gd name="T37" fmla="*/ 2623 h 2760"/>
                  <a:gd name="T38" fmla="*/ 1725 w 5512"/>
                  <a:gd name="T39" fmla="*/ 2492 h 2760"/>
                  <a:gd name="T40" fmla="*/ 1895 w 5512"/>
                  <a:gd name="T41" fmla="*/ 2551 h 2760"/>
                  <a:gd name="T42" fmla="*/ 2338 w 5512"/>
                  <a:gd name="T43" fmla="*/ 2448 h 2760"/>
                  <a:gd name="T44" fmla="*/ 2443 w 5512"/>
                  <a:gd name="T45" fmla="*/ 2714 h 2760"/>
                  <a:gd name="T46" fmla="*/ 2870 w 5512"/>
                  <a:gd name="T47" fmla="*/ 2541 h 2760"/>
                  <a:gd name="T48" fmla="*/ 3264 w 5512"/>
                  <a:gd name="T49" fmla="*/ 2591 h 2760"/>
                  <a:gd name="T50" fmla="*/ 3522 w 5512"/>
                  <a:gd name="T51" fmla="*/ 2427 h 2760"/>
                  <a:gd name="T52" fmla="*/ 3594 w 5512"/>
                  <a:gd name="T53" fmla="*/ 2081 h 2760"/>
                  <a:gd name="T54" fmla="*/ 4013 w 5512"/>
                  <a:gd name="T55" fmla="*/ 2087 h 2760"/>
                  <a:gd name="T56" fmla="*/ 4070 w 5512"/>
                  <a:gd name="T57" fmla="*/ 1924 h 2760"/>
                  <a:gd name="T58" fmla="*/ 4239 w 5512"/>
                  <a:gd name="T59" fmla="*/ 1931 h 2760"/>
                  <a:gd name="T60" fmla="*/ 4465 w 5512"/>
                  <a:gd name="T61" fmla="*/ 2094 h 2760"/>
                  <a:gd name="T62" fmla="*/ 4836 w 5512"/>
                  <a:gd name="T63" fmla="*/ 1814 h 2760"/>
                  <a:gd name="T64" fmla="*/ 5225 w 5512"/>
                  <a:gd name="T65" fmla="*/ 1785 h 2760"/>
                  <a:gd name="T66" fmla="*/ 5367 w 5512"/>
                  <a:gd name="T67" fmla="*/ 1571 h 2760"/>
                  <a:gd name="T68" fmla="*/ 5512 w 5512"/>
                  <a:gd name="T69" fmla="*/ 1585 h 27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 name="Freeform 8">
                <a:extLst>
                  <a:ext uri="{FF2B5EF4-FFF2-40B4-BE49-F238E27FC236}">
                    <a16:creationId xmlns:a16="http://schemas.microsoft.com/office/drawing/2014/main" id="{34A8FC4C-202D-480F-91D3-F1137C3ADFDB}"/>
                  </a:ext>
                </a:extLst>
              </p:cNvPr>
              <p:cNvSpPr>
                <a:spLocks/>
              </p:cNvSpPr>
              <p:nvPr/>
            </p:nvSpPr>
            <p:spPr bwMode="hidden">
              <a:xfrm>
                <a:off x="4840" y="984"/>
                <a:ext cx="790" cy="1189"/>
              </a:xfrm>
              <a:custGeom>
                <a:avLst/>
                <a:gdLst>
                  <a:gd name="T0" fmla="*/ 139 w 790"/>
                  <a:gd name="T1" fmla="*/ 0 h 1189"/>
                  <a:gd name="T2" fmla="*/ 210 w 790"/>
                  <a:gd name="T3" fmla="*/ 233 h 1189"/>
                  <a:gd name="T4" fmla="*/ 159 w 790"/>
                  <a:gd name="T5" fmla="*/ 643 h 1189"/>
                  <a:gd name="T6" fmla="*/ 454 w 790"/>
                  <a:gd name="T7" fmla="*/ 771 h 1189"/>
                  <a:gd name="T8" fmla="*/ 605 w 790"/>
                  <a:gd name="T9" fmla="*/ 1046 h 1189"/>
                  <a:gd name="T10" fmla="*/ 790 w 790"/>
                  <a:gd name="T11" fmla="*/ 1189 h 1189"/>
                  <a:gd name="T12" fmla="*/ 540 w 790"/>
                  <a:gd name="T13" fmla="*/ 1111 h 1189"/>
                  <a:gd name="T14" fmla="*/ 363 w 790"/>
                  <a:gd name="T15" fmla="*/ 883 h 1189"/>
                  <a:gd name="T16" fmla="*/ 139 w 790"/>
                  <a:gd name="T17" fmla="*/ 852 h 1189"/>
                  <a:gd name="T18" fmla="*/ 0 w 790"/>
                  <a:gd name="T19" fmla="*/ 499 h 1189"/>
                  <a:gd name="T20" fmla="*/ 48 w 790"/>
                  <a:gd name="T21" fmla="*/ 209 h 1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 name="Freeform 9">
                <a:extLst>
                  <a:ext uri="{FF2B5EF4-FFF2-40B4-BE49-F238E27FC236}">
                    <a16:creationId xmlns:a16="http://schemas.microsoft.com/office/drawing/2014/main" id="{07556DB4-5A22-4C2D-BC64-87B13216D301}"/>
                  </a:ext>
                </a:extLst>
              </p:cNvPr>
              <p:cNvSpPr>
                <a:spLocks/>
              </p:cNvSpPr>
              <p:nvPr/>
            </p:nvSpPr>
            <p:spPr bwMode="hidden">
              <a:xfrm>
                <a:off x="5173" y="896"/>
                <a:ext cx="579" cy="1117"/>
              </a:xfrm>
              <a:custGeom>
                <a:avLst/>
                <a:gdLst>
                  <a:gd name="T0" fmla="*/ 0 w 579"/>
                  <a:gd name="T1" fmla="*/ 0 h 1117"/>
                  <a:gd name="T2" fmla="*/ 128 w 579"/>
                  <a:gd name="T3" fmla="*/ 328 h 1117"/>
                  <a:gd name="T4" fmla="*/ 9 w 579"/>
                  <a:gd name="T5" fmla="*/ 659 h 1117"/>
                  <a:gd name="T6" fmla="*/ 40 w 579"/>
                  <a:gd name="T7" fmla="*/ 763 h 1117"/>
                  <a:gd name="T8" fmla="*/ 234 w 579"/>
                  <a:gd name="T9" fmla="*/ 739 h 1117"/>
                  <a:gd name="T10" fmla="*/ 344 w 579"/>
                  <a:gd name="T11" fmla="*/ 1055 h 1117"/>
                  <a:gd name="T12" fmla="*/ 579 w 579"/>
                  <a:gd name="T13" fmla="*/ 1117 h 11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 name="Freeform 10">
                <a:extLst>
                  <a:ext uri="{FF2B5EF4-FFF2-40B4-BE49-F238E27FC236}">
                    <a16:creationId xmlns:a16="http://schemas.microsoft.com/office/drawing/2014/main" id="{2F42D7DA-D9CE-4198-894D-1B9B83CA2C76}"/>
                  </a:ext>
                </a:extLst>
              </p:cNvPr>
              <p:cNvSpPr>
                <a:spLocks/>
              </p:cNvSpPr>
              <p:nvPr/>
            </p:nvSpPr>
            <p:spPr bwMode="hidden">
              <a:xfrm>
                <a:off x="3291" y="968"/>
                <a:ext cx="2471" cy="2396"/>
              </a:xfrm>
              <a:custGeom>
                <a:avLst/>
                <a:gdLst>
                  <a:gd name="T0" fmla="*/ 1118 w 2471"/>
                  <a:gd name="T1" fmla="*/ 0 h 2396"/>
                  <a:gd name="T2" fmla="*/ 1179 w 2471"/>
                  <a:gd name="T3" fmla="*/ 225 h 2396"/>
                  <a:gd name="T4" fmla="*/ 1393 w 2471"/>
                  <a:gd name="T5" fmla="*/ 339 h 2396"/>
                  <a:gd name="T6" fmla="*/ 1404 w 2471"/>
                  <a:gd name="T7" fmla="*/ 548 h 2396"/>
                  <a:gd name="T8" fmla="*/ 1342 w 2471"/>
                  <a:gd name="T9" fmla="*/ 732 h 2396"/>
                  <a:gd name="T10" fmla="*/ 1434 w 2471"/>
                  <a:gd name="T11" fmla="*/ 925 h 2396"/>
                  <a:gd name="T12" fmla="*/ 1455 w 2471"/>
                  <a:gd name="T13" fmla="*/ 1109 h 2396"/>
                  <a:gd name="T14" fmla="*/ 1311 w 2471"/>
                  <a:gd name="T15" fmla="*/ 1142 h 2396"/>
                  <a:gd name="T16" fmla="*/ 926 w 2471"/>
                  <a:gd name="T17" fmla="*/ 1384 h 2396"/>
                  <a:gd name="T18" fmla="*/ 975 w 2471"/>
                  <a:gd name="T19" fmla="*/ 1456 h 2396"/>
                  <a:gd name="T20" fmla="*/ 956 w 2471"/>
                  <a:gd name="T21" fmla="*/ 1624 h 2396"/>
                  <a:gd name="T22" fmla="*/ 782 w 2471"/>
                  <a:gd name="T23" fmla="*/ 1817 h 2396"/>
                  <a:gd name="T24" fmla="*/ 539 w 2471"/>
                  <a:gd name="T25" fmla="*/ 1978 h 2396"/>
                  <a:gd name="T26" fmla="*/ 152 w 2471"/>
                  <a:gd name="T27" fmla="*/ 2026 h 2396"/>
                  <a:gd name="T28" fmla="*/ 19 w 2471"/>
                  <a:gd name="T29" fmla="*/ 2251 h 2396"/>
                  <a:gd name="T30" fmla="*/ 0 w 2471"/>
                  <a:gd name="T31" fmla="*/ 2396 h 2396"/>
                  <a:gd name="T32" fmla="*/ 213 w 2471"/>
                  <a:gd name="T33" fmla="*/ 2179 h 2396"/>
                  <a:gd name="T34" fmla="*/ 629 w 2471"/>
                  <a:gd name="T35" fmla="*/ 2090 h 2396"/>
                  <a:gd name="T36" fmla="*/ 894 w 2471"/>
                  <a:gd name="T37" fmla="*/ 1906 h 2396"/>
                  <a:gd name="T38" fmla="*/ 1230 w 2471"/>
                  <a:gd name="T39" fmla="*/ 1986 h 2396"/>
                  <a:gd name="T40" fmla="*/ 1668 w 2471"/>
                  <a:gd name="T41" fmla="*/ 1906 h 2396"/>
                  <a:gd name="T42" fmla="*/ 1983 w 2471"/>
                  <a:gd name="T43" fmla="*/ 1745 h 2396"/>
                  <a:gd name="T44" fmla="*/ 2014 w 2471"/>
                  <a:gd name="T45" fmla="*/ 1600 h 2396"/>
                  <a:gd name="T46" fmla="*/ 2237 w 2471"/>
                  <a:gd name="T47" fmla="*/ 1496 h 2396"/>
                  <a:gd name="T48" fmla="*/ 2359 w 2471"/>
                  <a:gd name="T49" fmla="*/ 1552 h 2396"/>
                  <a:gd name="T50" fmla="*/ 2471 w 2471"/>
                  <a:gd name="T51" fmla="*/ 1479 h 23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 name="Freeform 11">
                <a:extLst>
                  <a:ext uri="{FF2B5EF4-FFF2-40B4-BE49-F238E27FC236}">
                    <a16:creationId xmlns:a16="http://schemas.microsoft.com/office/drawing/2014/main" id="{E8D0619D-AD42-4972-A1B6-93AF8063CD6C}"/>
                  </a:ext>
                </a:extLst>
              </p:cNvPr>
              <p:cNvSpPr>
                <a:spLocks/>
              </p:cNvSpPr>
              <p:nvPr/>
            </p:nvSpPr>
            <p:spPr bwMode="hidden">
              <a:xfrm>
                <a:off x="2366" y="1067"/>
                <a:ext cx="1399" cy="1349"/>
              </a:xfrm>
              <a:custGeom>
                <a:avLst/>
                <a:gdLst>
                  <a:gd name="T0" fmla="*/ 620 w 1399"/>
                  <a:gd name="T1" fmla="*/ 155 h 1349"/>
                  <a:gd name="T2" fmla="*/ 421 w 1399"/>
                  <a:gd name="T3" fmla="*/ 155 h 1349"/>
                  <a:gd name="T4" fmla="*/ 205 w 1399"/>
                  <a:gd name="T5" fmla="*/ 507 h 1349"/>
                  <a:gd name="T6" fmla="*/ 0 w 1399"/>
                  <a:gd name="T7" fmla="*/ 673 h 1349"/>
                  <a:gd name="T8" fmla="*/ 487 w 1399"/>
                  <a:gd name="T9" fmla="*/ 783 h 1349"/>
                  <a:gd name="T10" fmla="*/ 425 w 1399"/>
                  <a:gd name="T11" fmla="*/ 1009 h 1349"/>
                  <a:gd name="T12" fmla="*/ 617 w 1399"/>
                  <a:gd name="T13" fmla="*/ 1086 h 1349"/>
                  <a:gd name="T14" fmla="*/ 498 w 1399"/>
                  <a:gd name="T15" fmla="*/ 1349 h 1349"/>
                  <a:gd name="T16" fmla="*/ 961 w 1399"/>
                  <a:gd name="T17" fmla="*/ 1035 h 1349"/>
                  <a:gd name="T18" fmla="*/ 926 w 1399"/>
                  <a:gd name="T19" fmla="*/ 776 h 1349"/>
                  <a:gd name="T20" fmla="*/ 1181 w 1399"/>
                  <a:gd name="T21" fmla="*/ 749 h 1349"/>
                  <a:gd name="T22" fmla="*/ 1399 w 1399"/>
                  <a:gd name="T23" fmla="*/ 601 h 1349"/>
                  <a:gd name="T24" fmla="*/ 1315 w 1399"/>
                  <a:gd name="T25" fmla="*/ 416 h 1349"/>
                  <a:gd name="T26" fmla="*/ 1341 w 1399"/>
                  <a:gd name="T27" fmla="*/ 196 h 1349"/>
                  <a:gd name="T28" fmla="*/ 1171 w 1399"/>
                  <a:gd name="T29" fmla="*/ 164 h 1349"/>
                  <a:gd name="T30" fmla="*/ 928 w 1399"/>
                  <a:gd name="T31" fmla="*/ 0 h 1349"/>
                  <a:gd name="T32" fmla="*/ 620 w 1399"/>
                  <a:gd name="T33" fmla="*/ 155 h 13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 name="Freeform 12">
                <a:extLst>
                  <a:ext uri="{FF2B5EF4-FFF2-40B4-BE49-F238E27FC236}">
                    <a16:creationId xmlns:a16="http://schemas.microsoft.com/office/drawing/2014/main" id="{9BAAB8F4-7AC2-4203-9FCD-4E0BF4533847}"/>
                  </a:ext>
                </a:extLst>
              </p:cNvPr>
              <p:cNvSpPr>
                <a:spLocks/>
              </p:cNvSpPr>
              <p:nvPr/>
            </p:nvSpPr>
            <p:spPr bwMode="hidden">
              <a:xfrm>
                <a:off x="4275" y="2031"/>
                <a:ext cx="1256" cy="810"/>
              </a:xfrm>
              <a:custGeom>
                <a:avLst/>
                <a:gdLst>
                  <a:gd name="T0" fmla="*/ 719 w 1256"/>
                  <a:gd name="T1" fmla="*/ 183 h 810"/>
                  <a:gd name="T2" fmla="*/ 760 w 1256"/>
                  <a:gd name="T3" fmla="*/ 33 h 810"/>
                  <a:gd name="T4" fmla="*/ 884 w 1256"/>
                  <a:gd name="T5" fmla="*/ 0 h 810"/>
                  <a:gd name="T6" fmla="*/ 983 w 1256"/>
                  <a:gd name="T7" fmla="*/ 78 h 810"/>
                  <a:gd name="T8" fmla="*/ 1082 w 1256"/>
                  <a:gd name="T9" fmla="*/ 248 h 810"/>
                  <a:gd name="T10" fmla="*/ 1256 w 1256"/>
                  <a:gd name="T11" fmla="*/ 229 h 810"/>
                  <a:gd name="T12" fmla="*/ 1248 w 1256"/>
                  <a:gd name="T13" fmla="*/ 359 h 810"/>
                  <a:gd name="T14" fmla="*/ 1016 w 1256"/>
                  <a:gd name="T15" fmla="*/ 431 h 810"/>
                  <a:gd name="T16" fmla="*/ 879 w 1256"/>
                  <a:gd name="T17" fmla="*/ 417 h 810"/>
                  <a:gd name="T18" fmla="*/ 719 w 1256"/>
                  <a:gd name="T19" fmla="*/ 481 h 810"/>
                  <a:gd name="T20" fmla="*/ 591 w 1256"/>
                  <a:gd name="T21" fmla="*/ 633 h 810"/>
                  <a:gd name="T22" fmla="*/ 423 w 1256"/>
                  <a:gd name="T23" fmla="*/ 537 h 810"/>
                  <a:gd name="T24" fmla="*/ 256 w 1256"/>
                  <a:gd name="T25" fmla="*/ 810 h 810"/>
                  <a:gd name="T26" fmla="*/ 66 w 1256"/>
                  <a:gd name="T27" fmla="*/ 764 h 810"/>
                  <a:gd name="T28" fmla="*/ 0 w 1256"/>
                  <a:gd name="T29" fmla="*/ 601 h 810"/>
                  <a:gd name="T30" fmla="*/ 157 w 1256"/>
                  <a:gd name="T31" fmla="*/ 483 h 810"/>
                  <a:gd name="T32" fmla="*/ 248 w 1256"/>
                  <a:gd name="T33" fmla="*/ 281 h 810"/>
                  <a:gd name="T34" fmla="*/ 438 w 1256"/>
                  <a:gd name="T35" fmla="*/ 150 h 810"/>
                  <a:gd name="T36" fmla="*/ 719 w 1256"/>
                  <a:gd name="T37" fmla="*/ 189 h 8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1" name="Freeform 13">
                <a:extLst>
                  <a:ext uri="{FF2B5EF4-FFF2-40B4-BE49-F238E27FC236}">
                    <a16:creationId xmlns:a16="http://schemas.microsoft.com/office/drawing/2014/main" id="{763B5288-B010-414F-A72B-1A606ECAD05F}"/>
                  </a:ext>
                </a:extLst>
              </p:cNvPr>
              <p:cNvSpPr>
                <a:spLocks/>
              </p:cNvSpPr>
              <p:nvPr/>
            </p:nvSpPr>
            <p:spPr bwMode="hidden">
              <a:xfrm>
                <a:off x="2914" y="3476"/>
                <a:ext cx="2848" cy="788"/>
              </a:xfrm>
              <a:custGeom>
                <a:avLst/>
                <a:gdLst>
                  <a:gd name="T0" fmla="*/ 2838 w 2848"/>
                  <a:gd name="T1" fmla="*/ 16 h 788"/>
                  <a:gd name="T2" fmla="*/ 2493 w 2848"/>
                  <a:gd name="T3" fmla="*/ 0 h 788"/>
                  <a:gd name="T4" fmla="*/ 2278 w 2848"/>
                  <a:gd name="T5" fmla="*/ 81 h 788"/>
                  <a:gd name="T6" fmla="*/ 1936 w 2848"/>
                  <a:gd name="T7" fmla="*/ 44 h 788"/>
                  <a:gd name="T8" fmla="*/ 1739 w 2848"/>
                  <a:gd name="T9" fmla="*/ 354 h 788"/>
                  <a:gd name="T10" fmla="*/ 1600 w 2848"/>
                  <a:gd name="T11" fmla="*/ 212 h 788"/>
                  <a:gd name="T12" fmla="*/ 1352 w 2848"/>
                  <a:gd name="T13" fmla="*/ 308 h 788"/>
                  <a:gd name="T14" fmla="*/ 1445 w 2848"/>
                  <a:gd name="T15" fmla="*/ 515 h 788"/>
                  <a:gd name="T16" fmla="*/ 1072 w 2848"/>
                  <a:gd name="T17" fmla="*/ 412 h 788"/>
                  <a:gd name="T18" fmla="*/ 888 w 2848"/>
                  <a:gd name="T19" fmla="*/ 540 h 788"/>
                  <a:gd name="T20" fmla="*/ 0 w 2848"/>
                  <a:gd name="T21" fmla="*/ 660 h 788"/>
                  <a:gd name="T22" fmla="*/ 288 w 2848"/>
                  <a:gd name="T23" fmla="*/ 788 h 788"/>
                  <a:gd name="T24" fmla="*/ 1040 w 2848"/>
                  <a:gd name="T25" fmla="*/ 676 h 788"/>
                  <a:gd name="T26" fmla="*/ 1272 w 2848"/>
                  <a:gd name="T27" fmla="*/ 748 h 788"/>
                  <a:gd name="T28" fmla="*/ 2096 w 2848"/>
                  <a:gd name="T29" fmla="*/ 691 h 788"/>
                  <a:gd name="T30" fmla="*/ 2320 w 2848"/>
                  <a:gd name="T31" fmla="*/ 748 h 788"/>
                  <a:gd name="T32" fmla="*/ 2456 w 2848"/>
                  <a:gd name="T33" fmla="*/ 596 h 788"/>
                  <a:gd name="T34" fmla="*/ 2712 w 2848"/>
                  <a:gd name="T35" fmla="*/ 716 h 788"/>
                  <a:gd name="T36" fmla="*/ 2716 w 2848"/>
                  <a:gd name="T37" fmla="*/ 339 h 788"/>
                  <a:gd name="T38" fmla="*/ 2848 w 2848"/>
                  <a:gd name="T39" fmla="*/ 258 h 7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Freeform 14">
                <a:extLst>
                  <a:ext uri="{FF2B5EF4-FFF2-40B4-BE49-F238E27FC236}">
                    <a16:creationId xmlns:a16="http://schemas.microsoft.com/office/drawing/2014/main" id="{0211C3DD-2B16-4C43-B24E-F461C4E682A7}"/>
                  </a:ext>
                </a:extLst>
              </p:cNvPr>
              <p:cNvSpPr>
                <a:spLocks/>
              </p:cNvSpPr>
              <p:nvPr/>
            </p:nvSpPr>
            <p:spPr bwMode="hidden">
              <a:xfrm>
                <a:off x="5443" y="922"/>
                <a:ext cx="319" cy="854"/>
              </a:xfrm>
              <a:custGeom>
                <a:avLst/>
                <a:gdLst>
                  <a:gd name="T0" fmla="*/ 0 w 319"/>
                  <a:gd name="T1" fmla="*/ 0 h 854"/>
                  <a:gd name="T2" fmla="*/ 106 w 319"/>
                  <a:gd name="T3" fmla="*/ 313 h 854"/>
                  <a:gd name="T4" fmla="*/ 106 w 319"/>
                  <a:gd name="T5" fmla="*/ 634 h 854"/>
                  <a:gd name="T6" fmla="*/ 268 w 319"/>
                  <a:gd name="T7" fmla="*/ 854 h 854"/>
                  <a:gd name="T8" fmla="*/ 278 w 319"/>
                  <a:gd name="T9" fmla="*/ 577 h 854"/>
                  <a:gd name="T10" fmla="*/ 238 w 319"/>
                  <a:gd name="T11" fmla="*/ 400 h 854"/>
                  <a:gd name="T12" fmla="*/ 319 w 319"/>
                  <a:gd name="T13" fmla="*/ 240 h 8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 name="Freeform 15">
                <a:extLst>
                  <a:ext uri="{FF2B5EF4-FFF2-40B4-BE49-F238E27FC236}">
                    <a16:creationId xmlns:a16="http://schemas.microsoft.com/office/drawing/2014/main" id="{4D397D97-C21C-4333-8B84-D92678933A5A}"/>
                  </a:ext>
                </a:extLst>
              </p:cNvPr>
              <p:cNvSpPr>
                <a:spLocks/>
              </p:cNvSpPr>
              <p:nvPr/>
            </p:nvSpPr>
            <p:spPr bwMode="hidden">
              <a:xfrm>
                <a:off x="4954" y="3568"/>
                <a:ext cx="646" cy="392"/>
              </a:xfrm>
              <a:custGeom>
                <a:avLst/>
                <a:gdLst>
                  <a:gd name="T0" fmla="*/ 504 w 646"/>
                  <a:gd name="T1" fmla="*/ 0 h 392"/>
                  <a:gd name="T2" fmla="*/ 320 w 646"/>
                  <a:gd name="T3" fmla="*/ 61 h 392"/>
                  <a:gd name="T4" fmla="*/ 238 w 646"/>
                  <a:gd name="T5" fmla="*/ 109 h 392"/>
                  <a:gd name="T6" fmla="*/ 144 w 646"/>
                  <a:gd name="T7" fmla="*/ 216 h 392"/>
                  <a:gd name="T8" fmla="*/ 0 w 646"/>
                  <a:gd name="T9" fmla="*/ 392 h 392"/>
                  <a:gd name="T10" fmla="*/ 360 w 646"/>
                  <a:gd name="T11" fmla="*/ 263 h 392"/>
                  <a:gd name="T12" fmla="*/ 432 w 646"/>
                  <a:gd name="T13" fmla="*/ 182 h 392"/>
                  <a:gd name="T14" fmla="*/ 646 w 646"/>
                  <a:gd name="T15" fmla="*/ 142 h 392"/>
                  <a:gd name="T16" fmla="*/ 504 w 646"/>
                  <a:gd name="T17" fmla="*/ 0 h 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 name="Freeform 16">
                <a:extLst>
                  <a:ext uri="{FF2B5EF4-FFF2-40B4-BE49-F238E27FC236}">
                    <a16:creationId xmlns:a16="http://schemas.microsoft.com/office/drawing/2014/main" id="{1A73BCE8-4E6B-4E92-AFB8-499631B35C44}"/>
                  </a:ext>
                </a:extLst>
              </p:cNvPr>
              <p:cNvSpPr>
                <a:spLocks/>
              </p:cNvSpPr>
              <p:nvPr/>
            </p:nvSpPr>
            <p:spPr bwMode="hidden">
              <a:xfrm>
                <a:off x="50" y="2400"/>
                <a:ext cx="2736" cy="1920"/>
              </a:xfrm>
              <a:custGeom>
                <a:avLst/>
                <a:gdLst>
                  <a:gd name="T0" fmla="*/ 0 w 2736"/>
                  <a:gd name="T1" fmla="*/ 0 h 1920"/>
                  <a:gd name="T2" fmla="*/ 96 w 2736"/>
                  <a:gd name="T3" fmla="*/ 336 h 1920"/>
                  <a:gd name="T4" fmla="*/ 384 w 2736"/>
                  <a:gd name="T5" fmla="*/ 384 h 1920"/>
                  <a:gd name="T6" fmla="*/ 576 w 2736"/>
                  <a:gd name="T7" fmla="*/ 720 h 1920"/>
                  <a:gd name="T8" fmla="*/ 528 w 2736"/>
                  <a:gd name="T9" fmla="*/ 960 h 1920"/>
                  <a:gd name="T10" fmla="*/ 672 w 2736"/>
                  <a:gd name="T11" fmla="*/ 1104 h 1920"/>
                  <a:gd name="T12" fmla="*/ 576 w 2736"/>
                  <a:gd name="T13" fmla="*/ 1392 h 1920"/>
                  <a:gd name="T14" fmla="*/ 624 w 2736"/>
                  <a:gd name="T15" fmla="*/ 1632 h 1920"/>
                  <a:gd name="T16" fmla="*/ 1488 w 2736"/>
                  <a:gd name="T17" fmla="*/ 1872 h 1920"/>
                  <a:gd name="T18" fmla="*/ 1680 w 2736"/>
                  <a:gd name="T19" fmla="*/ 1728 h 1920"/>
                  <a:gd name="T20" fmla="*/ 2208 w 2736"/>
                  <a:gd name="T21" fmla="*/ 1728 h 1920"/>
                  <a:gd name="T22" fmla="*/ 2304 w 2736"/>
                  <a:gd name="T23" fmla="*/ 1632 h 1920"/>
                  <a:gd name="T24" fmla="*/ 2736 w 2736"/>
                  <a:gd name="T25" fmla="*/ 1872 h 1920"/>
                  <a:gd name="T26" fmla="*/ 2640 w 2736"/>
                  <a:gd name="T27" fmla="*/ 1920 h 1920"/>
                  <a:gd name="T28" fmla="*/ 2304 w 2736"/>
                  <a:gd name="T29" fmla="*/ 1824 h 1920"/>
                  <a:gd name="T30" fmla="*/ 2160 w 2736"/>
                  <a:gd name="T31" fmla="*/ 1872 h 1920"/>
                  <a:gd name="T32" fmla="*/ 1632 w 2736"/>
                  <a:gd name="T33" fmla="*/ 1920 h 1920"/>
                  <a:gd name="T34" fmla="*/ 1440 w 2736"/>
                  <a:gd name="T35" fmla="*/ 1920 h 1920"/>
                  <a:gd name="T36" fmla="*/ 480 w 2736"/>
                  <a:gd name="T37" fmla="*/ 1824 h 1920"/>
                  <a:gd name="T38" fmla="*/ 192 w 2736"/>
                  <a:gd name="T39" fmla="*/ 1872 h 1920"/>
                  <a:gd name="T40" fmla="*/ 96 w 2736"/>
                  <a:gd name="T41" fmla="*/ 1680 h 1920"/>
                  <a:gd name="T42" fmla="*/ 288 w 2736"/>
                  <a:gd name="T43" fmla="*/ 1440 h 1920"/>
                  <a:gd name="T44" fmla="*/ 336 w 2736"/>
                  <a:gd name="T45" fmla="*/ 1104 h 1920"/>
                  <a:gd name="T46" fmla="*/ 144 w 2736"/>
                  <a:gd name="T47" fmla="*/ 864 h 1920"/>
                  <a:gd name="T48" fmla="*/ 240 w 2736"/>
                  <a:gd name="T49" fmla="*/ 624 h 1920"/>
                  <a:gd name="T50" fmla="*/ 48 w 2736"/>
                  <a:gd name="T51" fmla="*/ 528 h 1920"/>
                  <a:gd name="T52" fmla="*/ 0 w 2736"/>
                  <a:gd name="T53" fmla="*/ 0 h 19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 name="Group 17">
              <a:extLst>
                <a:ext uri="{FF2B5EF4-FFF2-40B4-BE49-F238E27FC236}">
                  <a16:creationId xmlns:a16="http://schemas.microsoft.com/office/drawing/2014/main" id="{F1920BCB-F521-4082-B2F8-9EF9FDF1C2EC}"/>
                </a:ext>
              </a:extLst>
            </p:cNvPr>
            <p:cNvGrpSpPr>
              <a:grpSpLocks/>
            </p:cNvGrpSpPr>
            <p:nvPr userDrawn="1"/>
          </p:nvGrpSpPr>
          <p:grpSpPr bwMode="auto">
            <a:xfrm>
              <a:off x="0" y="2291"/>
              <a:ext cx="1385" cy="1702"/>
              <a:chOff x="0" y="2291"/>
              <a:chExt cx="1385" cy="1702"/>
            </a:xfrm>
          </p:grpSpPr>
          <p:sp>
            <p:nvSpPr>
              <p:cNvPr id="7" name="Rectangle 18">
                <a:extLst>
                  <a:ext uri="{FF2B5EF4-FFF2-40B4-BE49-F238E27FC236}">
                    <a16:creationId xmlns:a16="http://schemas.microsoft.com/office/drawing/2014/main" id="{66642C51-297C-43EB-985C-B1D4314E8950}"/>
                  </a:ext>
                </a:extLst>
              </p:cNvPr>
              <p:cNvSpPr>
                <a:spLocks noChangeArrowheads="1"/>
              </p:cNvSpPr>
              <p:nvPr/>
            </p:nvSpPr>
            <p:spPr bwMode="ltGray">
              <a:xfrm rot="6798887">
                <a:off x="57" y="387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 name="Rectangle 19">
                <a:extLst>
                  <a:ext uri="{FF2B5EF4-FFF2-40B4-BE49-F238E27FC236}">
                    <a16:creationId xmlns:a16="http://schemas.microsoft.com/office/drawing/2014/main" id="{70C64949-AF76-4E75-93E1-B468CC08C593}"/>
                  </a:ext>
                </a:extLst>
              </p:cNvPr>
              <p:cNvSpPr>
                <a:spLocks noChangeArrowheads="1"/>
              </p:cNvSpPr>
              <p:nvPr/>
            </p:nvSpPr>
            <p:spPr bwMode="ltGray">
              <a:xfrm rot="6798887">
                <a:off x="27" y="387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 name="Rectangle 20">
                <a:extLst>
                  <a:ext uri="{FF2B5EF4-FFF2-40B4-BE49-F238E27FC236}">
                    <a16:creationId xmlns:a16="http://schemas.microsoft.com/office/drawing/2014/main" id="{8CB10ED7-BC60-4374-A2DC-D1A33321A4D8}"/>
                  </a:ext>
                </a:extLst>
              </p:cNvPr>
              <p:cNvSpPr>
                <a:spLocks noChangeArrowheads="1"/>
              </p:cNvSpPr>
              <p:nvPr/>
            </p:nvSpPr>
            <p:spPr bwMode="ltGray">
              <a:xfrm rot="6798887">
                <a:off x="1" y="386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 name="Rectangle 21">
                <a:extLst>
                  <a:ext uri="{FF2B5EF4-FFF2-40B4-BE49-F238E27FC236}">
                    <a16:creationId xmlns:a16="http://schemas.microsoft.com/office/drawing/2014/main" id="{4471914A-71AB-4228-BD15-2C3F6FD94A2D}"/>
                  </a:ext>
                </a:extLst>
              </p:cNvPr>
              <p:cNvSpPr>
                <a:spLocks noChangeArrowheads="1"/>
              </p:cNvSpPr>
              <p:nvPr/>
            </p:nvSpPr>
            <p:spPr bwMode="ltGray">
              <a:xfrm rot="5999912">
                <a:off x="203" y="387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 name="Rectangle 22">
                <a:extLst>
                  <a:ext uri="{FF2B5EF4-FFF2-40B4-BE49-F238E27FC236}">
                    <a16:creationId xmlns:a16="http://schemas.microsoft.com/office/drawing/2014/main" id="{AD5E9C7B-B7DA-44BC-A20F-6A90E9ECA27B}"/>
                  </a:ext>
                </a:extLst>
              </p:cNvPr>
              <p:cNvSpPr>
                <a:spLocks noChangeArrowheads="1"/>
              </p:cNvSpPr>
              <p:nvPr/>
            </p:nvSpPr>
            <p:spPr bwMode="ltGray">
              <a:xfrm rot="5999912">
                <a:off x="177" y="388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 name="Rectangle 23">
                <a:extLst>
                  <a:ext uri="{FF2B5EF4-FFF2-40B4-BE49-F238E27FC236}">
                    <a16:creationId xmlns:a16="http://schemas.microsoft.com/office/drawing/2014/main" id="{4817AF74-1728-4DD3-A4C5-576919E9492E}"/>
                  </a:ext>
                </a:extLst>
              </p:cNvPr>
              <p:cNvSpPr>
                <a:spLocks noChangeArrowheads="1"/>
              </p:cNvSpPr>
              <p:nvPr/>
            </p:nvSpPr>
            <p:spPr bwMode="ltGray">
              <a:xfrm rot="6250138">
                <a:off x="147" y="388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3" name="Rectangle 24">
                <a:extLst>
                  <a:ext uri="{FF2B5EF4-FFF2-40B4-BE49-F238E27FC236}">
                    <a16:creationId xmlns:a16="http://schemas.microsoft.com/office/drawing/2014/main" id="{3DDF2194-0855-45F3-ADA5-0490A97EA1B6}"/>
                  </a:ext>
                </a:extLst>
              </p:cNvPr>
              <p:cNvSpPr>
                <a:spLocks noChangeArrowheads="1"/>
              </p:cNvSpPr>
              <p:nvPr/>
            </p:nvSpPr>
            <p:spPr bwMode="ltGray">
              <a:xfrm rot="6238076">
                <a:off x="117" y="387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4" name="Rectangle 25">
                <a:extLst>
                  <a:ext uri="{FF2B5EF4-FFF2-40B4-BE49-F238E27FC236}">
                    <a16:creationId xmlns:a16="http://schemas.microsoft.com/office/drawing/2014/main" id="{5CCD7022-0AE3-45E2-AE56-75068E199482}"/>
                  </a:ext>
                </a:extLst>
              </p:cNvPr>
              <p:cNvSpPr>
                <a:spLocks noChangeArrowheads="1"/>
              </p:cNvSpPr>
              <p:nvPr/>
            </p:nvSpPr>
            <p:spPr bwMode="ltGray">
              <a:xfrm rot="5380717">
                <a:off x="357" y="386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5" name="Rectangle 26">
                <a:extLst>
                  <a:ext uri="{FF2B5EF4-FFF2-40B4-BE49-F238E27FC236}">
                    <a16:creationId xmlns:a16="http://schemas.microsoft.com/office/drawing/2014/main" id="{6900E984-BC30-4BC9-829C-282B76353DEE}"/>
                  </a:ext>
                </a:extLst>
              </p:cNvPr>
              <p:cNvSpPr>
                <a:spLocks noChangeArrowheads="1"/>
              </p:cNvSpPr>
              <p:nvPr/>
            </p:nvSpPr>
            <p:spPr bwMode="ltGray">
              <a:xfrm rot="5380717">
                <a:off x="327" y="386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6" name="Rectangle 27">
                <a:extLst>
                  <a:ext uri="{FF2B5EF4-FFF2-40B4-BE49-F238E27FC236}">
                    <a16:creationId xmlns:a16="http://schemas.microsoft.com/office/drawing/2014/main" id="{9461826A-B1E2-42BE-9C6A-F4845C5F95A0}"/>
                  </a:ext>
                </a:extLst>
              </p:cNvPr>
              <p:cNvSpPr>
                <a:spLocks noChangeArrowheads="1"/>
              </p:cNvSpPr>
              <p:nvPr/>
            </p:nvSpPr>
            <p:spPr bwMode="ltGray">
              <a:xfrm rot="5583200">
                <a:off x="297" y="386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7" name="Rectangle 28">
                <a:extLst>
                  <a:ext uri="{FF2B5EF4-FFF2-40B4-BE49-F238E27FC236}">
                    <a16:creationId xmlns:a16="http://schemas.microsoft.com/office/drawing/2014/main" id="{B94801E1-55D3-4AC6-ACE9-0B851136A3AB}"/>
                  </a:ext>
                </a:extLst>
              </p:cNvPr>
              <p:cNvSpPr>
                <a:spLocks noChangeArrowheads="1"/>
              </p:cNvSpPr>
              <p:nvPr/>
            </p:nvSpPr>
            <p:spPr bwMode="ltGray">
              <a:xfrm rot="5737625">
                <a:off x="265" y="387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8" name="Rectangle 29">
                <a:extLst>
                  <a:ext uri="{FF2B5EF4-FFF2-40B4-BE49-F238E27FC236}">
                    <a16:creationId xmlns:a16="http://schemas.microsoft.com/office/drawing/2014/main" id="{C4E004A3-011B-4076-93C4-97DC4BD8F538}"/>
                  </a:ext>
                </a:extLst>
              </p:cNvPr>
              <p:cNvSpPr>
                <a:spLocks noChangeArrowheads="1"/>
              </p:cNvSpPr>
              <p:nvPr/>
            </p:nvSpPr>
            <p:spPr bwMode="ltGray">
              <a:xfrm rot="4715477">
                <a:off x="511" y="382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9" name="Rectangle 30">
                <a:extLst>
                  <a:ext uri="{FF2B5EF4-FFF2-40B4-BE49-F238E27FC236}">
                    <a16:creationId xmlns:a16="http://schemas.microsoft.com/office/drawing/2014/main" id="{D8CB9571-E849-4CE7-A370-B9A34D5A256E}"/>
                  </a:ext>
                </a:extLst>
              </p:cNvPr>
              <p:cNvSpPr>
                <a:spLocks noChangeArrowheads="1"/>
              </p:cNvSpPr>
              <p:nvPr/>
            </p:nvSpPr>
            <p:spPr bwMode="ltGray">
              <a:xfrm rot="4924949">
                <a:off x="480" y="382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0" name="Rectangle 31">
                <a:extLst>
                  <a:ext uri="{FF2B5EF4-FFF2-40B4-BE49-F238E27FC236}">
                    <a16:creationId xmlns:a16="http://schemas.microsoft.com/office/drawing/2014/main" id="{6F337CDA-FECC-4DB2-A87C-89583527F35F}"/>
                  </a:ext>
                </a:extLst>
              </p:cNvPr>
              <p:cNvSpPr>
                <a:spLocks noChangeArrowheads="1"/>
              </p:cNvSpPr>
              <p:nvPr/>
            </p:nvSpPr>
            <p:spPr bwMode="ltGray">
              <a:xfrm rot="4924949">
                <a:off x="450" y="384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1" name="Rectangle 32">
                <a:extLst>
                  <a:ext uri="{FF2B5EF4-FFF2-40B4-BE49-F238E27FC236}">
                    <a16:creationId xmlns:a16="http://schemas.microsoft.com/office/drawing/2014/main" id="{DA3AAAFB-9849-4210-B43F-341A15F368F3}"/>
                  </a:ext>
                </a:extLst>
              </p:cNvPr>
              <p:cNvSpPr>
                <a:spLocks noChangeArrowheads="1"/>
              </p:cNvSpPr>
              <p:nvPr/>
            </p:nvSpPr>
            <p:spPr bwMode="ltGray">
              <a:xfrm rot="5041352">
                <a:off x="421" y="384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2" name="Rectangle 33">
                <a:extLst>
                  <a:ext uri="{FF2B5EF4-FFF2-40B4-BE49-F238E27FC236}">
                    <a16:creationId xmlns:a16="http://schemas.microsoft.com/office/drawing/2014/main" id="{7D4E554C-15AD-47F8-A104-38396D4D3157}"/>
                  </a:ext>
                </a:extLst>
              </p:cNvPr>
              <p:cNvSpPr>
                <a:spLocks noChangeArrowheads="1"/>
              </p:cNvSpPr>
              <p:nvPr/>
            </p:nvSpPr>
            <p:spPr bwMode="ltGray">
              <a:xfrm rot="3816889">
                <a:off x="658" y="375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3" name="Rectangle 34">
                <a:extLst>
                  <a:ext uri="{FF2B5EF4-FFF2-40B4-BE49-F238E27FC236}">
                    <a16:creationId xmlns:a16="http://schemas.microsoft.com/office/drawing/2014/main" id="{98D5BE23-AACE-4A19-B9B4-AD6F63168797}"/>
                  </a:ext>
                </a:extLst>
              </p:cNvPr>
              <p:cNvSpPr>
                <a:spLocks noChangeArrowheads="1"/>
              </p:cNvSpPr>
              <p:nvPr/>
            </p:nvSpPr>
            <p:spPr bwMode="ltGray">
              <a:xfrm rot="3816889">
                <a:off x="628" y="377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4" name="Rectangle 35">
                <a:extLst>
                  <a:ext uri="{FF2B5EF4-FFF2-40B4-BE49-F238E27FC236}">
                    <a16:creationId xmlns:a16="http://schemas.microsoft.com/office/drawing/2014/main" id="{A9BC1B20-07AA-4EBF-8624-B4BF22FB6F5C}"/>
                  </a:ext>
                </a:extLst>
              </p:cNvPr>
              <p:cNvSpPr>
                <a:spLocks noChangeArrowheads="1"/>
              </p:cNvSpPr>
              <p:nvPr/>
            </p:nvSpPr>
            <p:spPr bwMode="ltGray">
              <a:xfrm rot="4104184">
                <a:off x="600" y="378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5" name="Rectangle 36">
                <a:extLst>
                  <a:ext uri="{FF2B5EF4-FFF2-40B4-BE49-F238E27FC236}">
                    <a16:creationId xmlns:a16="http://schemas.microsoft.com/office/drawing/2014/main" id="{3082A332-914A-4C5D-A740-D6C486C77FAB}"/>
                  </a:ext>
                </a:extLst>
              </p:cNvPr>
              <p:cNvSpPr>
                <a:spLocks noChangeArrowheads="1"/>
              </p:cNvSpPr>
              <p:nvPr/>
            </p:nvSpPr>
            <p:spPr bwMode="ltGray">
              <a:xfrm rot="4325343">
                <a:off x="569" y="379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6" name="Rectangle 37">
                <a:extLst>
                  <a:ext uri="{FF2B5EF4-FFF2-40B4-BE49-F238E27FC236}">
                    <a16:creationId xmlns:a16="http://schemas.microsoft.com/office/drawing/2014/main" id="{31AD017A-DF44-49C2-9E0E-AE1ED1AA60FE}"/>
                  </a:ext>
                </a:extLst>
              </p:cNvPr>
              <p:cNvSpPr>
                <a:spLocks noChangeArrowheads="1"/>
              </p:cNvSpPr>
              <p:nvPr/>
            </p:nvSpPr>
            <p:spPr bwMode="ltGray">
              <a:xfrm rot="3368036">
                <a:off x="794" y="367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7" name="Rectangle 38">
                <a:extLst>
                  <a:ext uri="{FF2B5EF4-FFF2-40B4-BE49-F238E27FC236}">
                    <a16:creationId xmlns:a16="http://schemas.microsoft.com/office/drawing/2014/main" id="{CBACF82B-9BBC-402D-9693-19DE924B2737}"/>
                  </a:ext>
                </a:extLst>
              </p:cNvPr>
              <p:cNvSpPr>
                <a:spLocks noChangeArrowheads="1"/>
              </p:cNvSpPr>
              <p:nvPr/>
            </p:nvSpPr>
            <p:spPr bwMode="ltGray">
              <a:xfrm rot="3368036">
                <a:off x="766" y="369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8" name="Rectangle 39">
                <a:extLst>
                  <a:ext uri="{FF2B5EF4-FFF2-40B4-BE49-F238E27FC236}">
                    <a16:creationId xmlns:a16="http://schemas.microsoft.com/office/drawing/2014/main" id="{0F52551C-77F9-43BE-A078-12B6E1646AB1}"/>
                  </a:ext>
                </a:extLst>
              </p:cNvPr>
              <p:cNvSpPr>
                <a:spLocks noChangeArrowheads="1"/>
              </p:cNvSpPr>
              <p:nvPr/>
            </p:nvSpPr>
            <p:spPr bwMode="ltGray">
              <a:xfrm rot="3368036">
                <a:off x="740" y="370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9" name="Rectangle 40">
                <a:extLst>
                  <a:ext uri="{FF2B5EF4-FFF2-40B4-BE49-F238E27FC236}">
                    <a16:creationId xmlns:a16="http://schemas.microsoft.com/office/drawing/2014/main" id="{DE274FCD-7278-4D04-B28B-27251F9C5A09}"/>
                  </a:ext>
                </a:extLst>
              </p:cNvPr>
              <p:cNvSpPr>
                <a:spLocks noChangeArrowheads="1"/>
              </p:cNvSpPr>
              <p:nvPr/>
            </p:nvSpPr>
            <p:spPr bwMode="ltGray">
              <a:xfrm rot="3816889">
                <a:off x="710" y="372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0" name="Rectangle 41">
                <a:extLst>
                  <a:ext uri="{FF2B5EF4-FFF2-40B4-BE49-F238E27FC236}">
                    <a16:creationId xmlns:a16="http://schemas.microsoft.com/office/drawing/2014/main" id="{0EE03AAE-91CB-46B7-8B4B-B878764557E7}"/>
                  </a:ext>
                </a:extLst>
              </p:cNvPr>
              <p:cNvSpPr>
                <a:spLocks noChangeArrowheads="1"/>
              </p:cNvSpPr>
              <p:nvPr/>
            </p:nvSpPr>
            <p:spPr bwMode="ltGray">
              <a:xfrm rot="2302266">
                <a:off x="923" y="3587"/>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1" name="Rectangle 42">
                <a:extLst>
                  <a:ext uri="{FF2B5EF4-FFF2-40B4-BE49-F238E27FC236}">
                    <a16:creationId xmlns:a16="http://schemas.microsoft.com/office/drawing/2014/main" id="{3511E662-227F-4EF0-8B12-B7603CCC14B4}"/>
                  </a:ext>
                </a:extLst>
              </p:cNvPr>
              <p:cNvSpPr>
                <a:spLocks noChangeArrowheads="1"/>
              </p:cNvSpPr>
              <p:nvPr/>
            </p:nvSpPr>
            <p:spPr bwMode="ltGray">
              <a:xfrm rot="2302266">
                <a:off x="899" y="360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2" name="Rectangle 43">
                <a:extLst>
                  <a:ext uri="{FF2B5EF4-FFF2-40B4-BE49-F238E27FC236}">
                    <a16:creationId xmlns:a16="http://schemas.microsoft.com/office/drawing/2014/main" id="{F16D94EA-D6AE-4E2B-B0D1-DC80FEC010A6}"/>
                  </a:ext>
                </a:extLst>
              </p:cNvPr>
              <p:cNvSpPr>
                <a:spLocks noChangeArrowheads="1"/>
              </p:cNvSpPr>
              <p:nvPr/>
            </p:nvSpPr>
            <p:spPr bwMode="ltGray">
              <a:xfrm rot="2707562">
                <a:off x="869" y="361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3" name="Rectangle 44">
                <a:extLst>
                  <a:ext uri="{FF2B5EF4-FFF2-40B4-BE49-F238E27FC236}">
                    <a16:creationId xmlns:a16="http://schemas.microsoft.com/office/drawing/2014/main" id="{7FBD5516-B605-4392-9294-D394418A34FB}"/>
                  </a:ext>
                </a:extLst>
              </p:cNvPr>
              <p:cNvSpPr>
                <a:spLocks noChangeArrowheads="1"/>
              </p:cNvSpPr>
              <p:nvPr/>
            </p:nvSpPr>
            <p:spPr bwMode="ltGray">
              <a:xfrm rot="2707562">
                <a:off x="844" y="363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4" name="Rectangle 45">
                <a:extLst>
                  <a:ext uri="{FF2B5EF4-FFF2-40B4-BE49-F238E27FC236}">
                    <a16:creationId xmlns:a16="http://schemas.microsoft.com/office/drawing/2014/main" id="{069EA8D0-1599-4CD9-8463-54FE7DB58298}"/>
                  </a:ext>
                </a:extLst>
              </p:cNvPr>
              <p:cNvSpPr>
                <a:spLocks noChangeArrowheads="1"/>
              </p:cNvSpPr>
              <p:nvPr/>
            </p:nvSpPr>
            <p:spPr bwMode="ltGray">
              <a:xfrm rot="1525830">
                <a:off x="1027" y="3473"/>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5" name="Rectangle 46">
                <a:extLst>
                  <a:ext uri="{FF2B5EF4-FFF2-40B4-BE49-F238E27FC236}">
                    <a16:creationId xmlns:a16="http://schemas.microsoft.com/office/drawing/2014/main" id="{61490E22-DAFF-4413-80E0-E45367D0082C}"/>
                  </a:ext>
                </a:extLst>
              </p:cNvPr>
              <p:cNvSpPr>
                <a:spLocks noChangeArrowheads="1"/>
              </p:cNvSpPr>
              <p:nvPr/>
            </p:nvSpPr>
            <p:spPr bwMode="ltGray">
              <a:xfrm rot="1525830">
                <a:off x="1009" y="3497"/>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6" name="Rectangle 47">
                <a:extLst>
                  <a:ext uri="{FF2B5EF4-FFF2-40B4-BE49-F238E27FC236}">
                    <a16:creationId xmlns:a16="http://schemas.microsoft.com/office/drawing/2014/main" id="{CBDB5B26-B3D0-40B6-A1B2-E1ACFC5A5F29}"/>
                  </a:ext>
                </a:extLst>
              </p:cNvPr>
              <p:cNvSpPr>
                <a:spLocks noChangeArrowheads="1"/>
              </p:cNvSpPr>
              <p:nvPr/>
            </p:nvSpPr>
            <p:spPr bwMode="ltGray">
              <a:xfrm rot="1788117">
                <a:off x="990" y="3519"/>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7" name="Rectangle 48">
                <a:extLst>
                  <a:ext uri="{FF2B5EF4-FFF2-40B4-BE49-F238E27FC236}">
                    <a16:creationId xmlns:a16="http://schemas.microsoft.com/office/drawing/2014/main" id="{3E4790C3-6D8B-40FF-8A1E-891E4D048049}"/>
                  </a:ext>
                </a:extLst>
              </p:cNvPr>
              <p:cNvSpPr>
                <a:spLocks noChangeArrowheads="1"/>
              </p:cNvSpPr>
              <p:nvPr/>
            </p:nvSpPr>
            <p:spPr bwMode="ltGray">
              <a:xfrm rot="1788117">
                <a:off x="969" y="354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8" name="Rectangle 49">
                <a:extLst>
                  <a:ext uri="{FF2B5EF4-FFF2-40B4-BE49-F238E27FC236}">
                    <a16:creationId xmlns:a16="http://schemas.microsoft.com/office/drawing/2014/main" id="{ADC34917-B7A7-423A-AA04-9DE430C6FE98}"/>
                  </a:ext>
                </a:extLst>
              </p:cNvPr>
              <p:cNvSpPr>
                <a:spLocks noChangeArrowheads="1"/>
              </p:cNvSpPr>
              <p:nvPr/>
            </p:nvSpPr>
            <p:spPr bwMode="ltGray">
              <a:xfrm rot="841630">
                <a:off x="1113" y="3355"/>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9" name="Rectangle 50">
                <a:extLst>
                  <a:ext uri="{FF2B5EF4-FFF2-40B4-BE49-F238E27FC236}">
                    <a16:creationId xmlns:a16="http://schemas.microsoft.com/office/drawing/2014/main" id="{D82E7D0F-C573-4A7F-9D15-F29C3EC23FB3}"/>
                  </a:ext>
                </a:extLst>
              </p:cNvPr>
              <p:cNvSpPr>
                <a:spLocks noChangeArrowheads="1"/>
              </p:cNvSpPr>
              <p:nvPr/>
            </p:nvSpPr>
            <p:spPr bwMode="ltGray">
              <a:xfrm rot="841630">
                <a:off x="1100" y="337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0" name="Rectangle 51">
                <a:extLst>
                  <a:ext uri="{FF2B5EF4-FFF2-40B4-BE49-F238E27FC236}">
                    <a16:creationId xmlns:a16="http://schemas.microsoft.com/office/drawing/2014/main" id="{E3195E00-0C8E-4AA9-A1FE-6E7ED59BDFFB}"/>
                  </a:ext>
                </a:extLst>
              </p:cNvPr>
              <p:cNvSpPr>
                <a:spLocks noChangeArrowheads="1"/>
              </p:cNvSpPr>
              <p:nvPr/>
            </p:nvSpPr>
            <p:spPr bwMode="ltGray">
              <a:xfrm rot="1308689">
                <a:off x="1086" y="340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1" name="Rectangle 52">
                <a:extLst>
                  <a:ext uri="{FF2B5EF4-FFF2-40B4-BE49-F238E27FC236}">
                    <a16:creationId xmlns:a16="http://schemas.microsoft.com/office/drawing/2014/main" id="{AB1E6EEF-8C6C-4B63-997C-5FD28A2CE720}"/>
                  </a:ext>
                </a:extLst>
              </p:cNvPr>
              <p:cNvSpPr>
                <a:spLocks noChangeArrowheads="1"/>
              </p:cNvSpPr>
              <p:nvPr/>
            </p:nvSpPr>
            <p:spPr bwMode="ltGray">
              <a:xfrm rot="1308689">
                <a:off x="1064" y="3425"/>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2" name="Rectangle 53">
                <a:extLst>
                  <a:ext uri="{FF2B5EF4-FFF2-40B4-BE49-F238E27FC236}">
                    <a16:creationId xmlns:a16="http://schemas.microsoft.com/office/drawing/2014/main" id="{42069882-D201-4502-ABFE-1879F378327C}"/>
                  </a:ext>
                </a:extLst>
              </p:cNvPr>
              <p:cNvSpPr>
                <a:spLocks noChangeArrowheads="1"/>
              </p:cNvSpPr>
              <p:nvPr/>
            </p:nvSpPr>
            <p:spPr bwMode="ltGray">
              <a:xfrm rot="469913">
                <a:off x="1172" y="3225"/>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3" name="Rectangle 54">
                <a:extLst>
                  <a:ext uri="{FF2B5EF4-FFF2-40B4-BE49-F238E27FC236}">
                    <a16:creationId xmlns:a16="http://schemas.microsoft.com/office/drawing/2014/main" id="{9C29B68B-BC16-4556-9FD3-7D57E1011098}"/>
                  </a:ext>
                </a:extLst>
              </p:cNvPr>
              <p:cNvSpPr>
                <a:spLocks noChangeArrowheads="1"/>
              </p:cNvSpPr>
              <p:nvPr/>
            </p:nvSpPr>
            <p:spPr bwMode="ltGray">
              <a:xfrm rot="559869">
                <a:off x="1162" y="3250"/>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4" name="Rectangle 55">
                <a:extLst>
                  <a:ext uri="{FF2B5EF4-FFF2-40B4-BE49-F238E27FC236}">
                    <a16:creationId xmlns:a16="http://schemas.microsoft.com/office/drawing/2014/main" id="{C5AAFBFD-8CE1-4738-AA63-6484EB61CA78}"/>
                  </a:ext>
                </a:extLst>
              </p:cNvPr>
              <p:cNvSpPr>
                <a:spLocks noChangeArrowheads="1"/>
              </p:cNvSpPr>
              <p:nvPr/>
            </p:nvSpPr>
            <p:spPr bwMode="ltGray">
              <a:xfrm rot="734079">
                <a:off x="1154" y="327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5" name="Rectangle 56">
                <a:extLst>
                  <a:ext uri="{FF2B5EF4-FFF2-40B4-BE49-F238E27FC236}">
                    <a16:creationId xmlns:a16="http://schemas.microsoft.com/office/drawing/2014/main" id="{ED51DA1E-099B-4FB3-92F8-151F72078306}"/>
                  </a:ext>
                </a:extLst>
              </p:cNvPr>
              <p:cNvSpPr>
                <a:spLocks noChangeArrowheads="1"/>
              </p:cNvSpPr>
              <p:nvPr/>
            </p:nvSpPr>
            <p:spPr bwMode="ltGray">
              <a:xfrm rot="734079">
                <a:off x="1141" y="330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6" name="Rectangle 57">
                <a:extLst>
                  <a:ext uri="{FF2B5EF4-FFF2-40B4-BE49-F238E27FC236}">
                    <a16:creationId xmlns:a16="http://schemas.microsoft.com/office/drawing/2014/main" id="{EC33DD26-C2AF-4E07-A82C-2B24FE1A2C42}"/>
                  </a:ext>
                </a:extLst>
              </p:cNvPr>
              <p:cNvSpPr>
                <a:spLocks noChangeArrowheads="1"/>
              </p:cNvSpPr>
              <p:nvPr/>
            </p:nvSpPr>
            <p:spPr bwMode="ltGray">
              <a:xfrm rot="-293905">
                <a:off x="1211" y="309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7" name="Rectangle 58">
                <a:extLst>
                  <a:ext uri="{FF2B5EF4-FFF2-40B4-BE49-F238E27FC236}">
                    <a16:creationId xmlns:a16="http://schemas.microsoft.com/office/drawing/2014/main" id="{014D453B-ACDF-4DC0-8495-60BCE3845A16}"/>
                  </a:ext>
                </a:extLst>
              </p:cNvPr>
              <p:cNvSpPr>
                <a:spLocks noChangeArrowheads="1"/>
              </p:cNvSpPr>
              <p:nvPr/>
            </p:nvSpPr>
            <p:spPr bwMode="ltGray">
              <a:xfrm rot="-8">
                <a:off x="1201" y="312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8" name="Rectangle 59">
                <a:extLst>
                  <a:ext uri="{FF2B5EF4-FFF2-40B4-BE49-F238E27FC236}">
                    <a16:creationId xmlns:a16="http://schemas.microsoft.com/office/drawing/2014/main" id="{CE030219-A8A7-46B4-9295-71634BF4A588}"/>
                  </a:ext>
                </a:extLst>
              </p:cNvPr>
              <p:cNvSpPr>
                <a:spLocks noChangeArrowheads="1"/>
              </p:cNvSpPr>
              <p:nvPr/>
            </p:nvSpPr>
            <p:spPr bwMode="ltGray">
              <a:xfrm rot="-8">
                <a:off x="1200" y="3147"/>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49" name="Rectangle 60">
                <a:extLst>
                  <a:ext uri="{FF2B5EF4-FFF2-40B4-BE49-F238E27FC236}">
                    <a16:creationId xmlns:a16="http://schemas.microsoft.com/office/drawing/2014/main" id="{9292793C-03C5-439C-B02A-5568B4830EE3}"/>
                  </a:ext>
                </a:extLst>
              </p:cNvPr>
              <p:cNvSpPr>
                <a:spLocks noChangeArrowheads="1"/>
              </p:cNvSpPr>
              <p:nvPr/>
            </p:nvSpPr>
            <p:spPr bwMode="ltGray">
              <a:xfrm rot="214188">
                <a:off x="1189" y="3173"/>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0" name="Rectangle 61">
                <a:extLst>
                  <a:ext uri="{FF2B5EF4-FFF2-40B4-BE49-F238E27FC236}">
                    <a16:creationId xmlns:a16="http://schemas.microsoft.com/office/drawing/2014/main" id="{84575931-2F93-4104-B352-CE1F3DA1F214}"/>
                  </a:ext>
                </a:extLst>
              </p:cNvPr>
              <p:cNvSpPr>
                <a:spLocks noChangeArrowheads="1"/>
              </p:cNvSpPr>
              <p:nvPr/>
            </p:nvSpPr>
            <p:spPr bwMode="ltGray">
              <a:xfrm rot="-682388">
                <a:off x="1219" y="296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 name="Rectangle 62">
                <a:extLst>
                  <a:ext uri="{FF2B5EF4-FFF2-40B4-BE49-F238E27FC236}">
                    <a16:creationId xmlns:a16="http://schemas.microsoft.com/office/drawing/2014/main" id="{531F204C-D0F1-443E-B6A7-E5A954972B9E}"/>
                  </a:ext>
                </a:extLst>
              </p:cNvPr>
              <p:cNvSpPr>
                <a:spLocks noChangeArrowheads="1"/>
              </p:cNvSpPr>
              <p:nvPr/>
            </p:nvSpPr>
            <p:spPr bwMode="ltGray">
              <a:xfrm rot="-480400">
                <a:off x="1220" y="2991"/>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 name="Rectangle 63">
                <a:extLst>
                  <a:ext uri="{FF2B5EF4-FFF2-40B4-BE49-F238E27FC236}">
                    <a16:creationId xmlns:a16="http://schemas.microsoft.com/office/drawing/2014/main" id="{2624854A-4590-46A4-B6B9-52DA0182A2F0}"/>
                  </a:ext>
                </a:extLst>
              </p:cNvPr>
              <p:cNvSpPr>
                <a:spLocks noChangeArrowheads="1"/>
              </p:cNvSpPr>
              <p:nvPr/>
            </p:nvSpPr>
            <p:spPr bwMode="ltGray">
              <a:xfrm rot="-480400">
                <a:off x="1220" y="301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3" name="Rectangle 64">
                <a:extLst>
                  <a:ext uri="{FF2B5EF4-FFF2-40B4-BE49-F238E27FC236}">
                    <a16:creationId xmlns:a16="http://schemas.microsoft.com/office/drawing/2014/main" id="{546AF963-64C3-4F8E-A93B-D63C02F8BA77}"/>
                  </a:ext>
                </a:extLst>
              </p:cNvPr>
              <p:cNvSpPr>
                <a:spLocks noChangeArrowheads="1"/>
              </p:cNvSpPr>
              <p:nvPr/>
            </p:nvSpPr>
            <p:spPr bwMode="ltGray">
              <a:xfrm rot="-270546">
                <a:off x="1219" y="3041"/>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4" name="Rectangle 65">
                <a:extLst>
                  <a:ext uri="{FF2B5EF4-FFF2-40B4-BE49-F238E27FC236}">
                    <a16:creationId xmlns:a16="http://schemas.microsoft.com/office/drawing/2014/main" id="{0C5410FB-7095-4B8A-8BD0-4F120D950A97}"/>
                  </a:ext>
                </a:extLst>
              </p:cNvPr>
              <p:cNvSpPr>
                <a:spLocks noChangeArrowheads="1"/>
              </p:cNvSpPr>
              <p:nvPr/>
            </p:nvSpPr>
            <p:spPr bwMode="ltGray">
              <a:xfrm rot="-1132286">
                <a:off x="1207" y="2843"/>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5" name="Rectangle 66">
                <a:extLst>
                  <a:ext uri="{FF2B5EF4-FFF2-40B4-BE49-F238E27FC236}">
                    <a16:creationId xmlns:a16="http://schemas.microsoft.com/office/drawing/2014/main" id="{4BA64F63-4BE1-4581-88B0-443647C84BDE}"/>
                  </a:ext>
                </a:extLst>
              </p:cNvPr>
              <p:cNvSpPr>
                <a:spLocks noChangeArrowheads="1"/>
              </p:cNvSpPr>
              <p:nvPr/>
            </p:nvSpPr>
            <p:spPr bwMode="ltGray">
              <a:xfrm rot="-969272">
                <a:off x="1213" y="286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6" name="Rectangle 67">
                <a:extLst>
                  <a:ext uri="{FF2B5EF4-FFF2-40B4-BE49-F238E27FC236}">
                    <a16:creationId xmlns:a16="http://schemas.microsoft.com/office/drawing/2014/main" id="{28E299D9-E9DB-449C-AE6D-DBE20B030762}"/>
                  </a:ext>
                </a:extLst>
              </p:cNvPr>
              <p:cNvSpPr>
                <a:spLocks noChangeArrowheads="1"/>
              </p:cNvSpPr>
              <p:nvPr/>
            </p:nvSpPr>
            <p:spPr bwMode="ltGray">
              <a:xfrm rot="-969272">
                <a:off x="1216" y="288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7" name="Rectangle 68">
                <a:extLst>
                  <a:ext uri="{FF2B5EF4-FFF2-40B4-BE49-F238E27FC236}">
                    <a16:creationId xmlns:a16="http://schemas.microsoft.com/office/drawing/2014/main" id="{90067798-F5C4-4AC4-BC7B-E7E3EADC0D3D}"/>
                  </a:ext>
                </a:extLst>
              </p:cNvPr>
              <p:cNvSpPr>
                <a:spLocks noChangeArrowheads="1"/>
              </p:cNvSpPr>
              <p:nvPr/>
            </p:nvSpPr>
            <p:spPr bwMode="ltGray">
              <a:xfrm rot="-806259">
                <a:off x="1219" y="291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8" name="Rectangle 69">
                <a:extLst>
                  <a:ext uri="{FF2B5EF4-FFF2-40B4-BE49-F238E27FC236}">
                    <a16:creationId xmlns:a16="http://schemas.microsoft.com/office/drawing/2014/main" id="{26E45B0A-E069-4A27-95B6-1F4C956AB195}"/>
                  </a:ext>
                </a:extLst>
              </p:cNvPr>
              <p:cNvSpPr>
                <a:spLocks noChangeArrowheads="1"/>
              </p:cNvSpPr>
              <p:nvPr/>
            </p:nvSpPr>
            <p:spPr bwMode="ltGray">
              <a:xfrm rot="-1543941">
                <a:off x="1165" y="272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9" name="Rectangle 70">
                <a:extLst>
                  <a:ext uri="{FF2B5EF4-FFF2-40B4-BE49-F238E27FC236}">
                    <a16:creationId xmlns:a16="http://schemas.microsoft.com/office/drawing/2014/main" id="{36CFF6BD-0DAB-4498-80A9-AFB62BACBD79}"/>
                  </a:ext>
                </a:extLst>
              </p:cNvPr>
              <p:cNvSpPr>
                <a:spLocks noChangeArrowheads="1"/>
              </p:cNvSpPr>
              <p:nvPr/>
            </p:nvSpPr>
            <p:spPr bwMode="ltGray">
              <a:xfrm rot="-1341953">
                <a:off x="1176" y="2752"/>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0" name="Rectangle 71">
                <a:extLst>
                  <a:ext uri="{FF2B5EF4-FFF2-40B4-BE49-F238E27FC236}">
                    <a16:creationId xmlns:a16="http://schemas.microsoft.com/office/drawing/2014/main" id="{D106A711-A094-450D-AB1F-CBA787AF83D1}"/>
                  </a:ext>
                </a:extLst>
              </p:cNvPr>
              <p:cNvSpPr>
                <a:spLocks noChangeArrowheads="1"/>
              </p:cNvSpPr>
              <p:nvPr/>
            </p:nvSpPr>
            <p:spPr bwMode="ltGray">
              <a:xfrm rot="-1341953">
                <a:off x="1184" y="277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1" name="Rectangle 72">
                <a:extLst>
                  <a:ext uri="{FF2B5EF4-FFF2-40B4-BE49-F238E27FC236}">
                    <a16:creationId xmlns:a16="http://schemas.microsoft.com/office/drawing/2014/main" id="{7299E7DD-1BAF-4A61-92E0-749E845C7072}"/>
                  </a:ext>
                </a:extLst>
              </p:cNvPr>
              <p:cNvSpPr>
                <a:spLocks noChangeArrowheads="1"/>
              </p:cNvSpPr>
              <p:nvPr/>
            </p:nvSpPr>
            <p:spPr bwMode="ltGray">
              <a:xfrm rot="-1341953">
                <a:off x="1194" y="279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2" name="Rectangle 73">
                <a:extLst>
                  <a:ext uri="{FF2B5EF4-FFF2-40B4-BE49-F238E27FC236}">
                    <a16:creationId xmlns:a16="http://schemas.microsoft.com/office/drawing/2014/main" id="{75D1E402-2BAD-4946-81B7-3F173BC6171B}"/>
                  </a:ext>
                </a:extLst>
              </p:cNvPr>
              <p:cNvSpPr>
                <a:spLocks noChangeArrowheads="1"/>
              </p:cNvSpPr>
              <p:nvPr/>
            </p:nvSpPr>
            <p:spPr bwMode="ltGray">
              <a:xfrm rot="-1928746">
                <a:off x="1101" y="262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3" name="Rectangle 74">
                <a:extLst>
                  <a:ext uri="{FF2B5EF4-FFF2-40B4-BE49-F238E27FC236}">
                    <a16:creationId xmlns:a16="http://schemas.microsoft.com/office/drawing/2014/main" id="{090B8DBA-0C3C-4B1A-8F60-9BA14F1A9F0D}"/>
                  </a:ext>
                </a:extLst>
              </p:cNvPr>
              <p:cNvSpPr>
                <a:spLocks noChangeArrowheads="1"/>
              </p:cNvSpPr>
              <p:nvPr/>
            </p:nvSpPr>
            <p:spPr bwMode="ltGray">
              <a:xfrm rot="-1844175">
                <a:off x="1114" y="264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4" name="Rectangle 75">
                <a:extLst>
                  <a:ext uri="{FF2B5EF4-FFF2-40B4-BE49-F238E27FC236}">
                    <a16:creationId xmlns:a16="http://schemas.microsoft.com/office/drawing/2014/main" id="{81F718EF-2387-4E6E-9F28-E97C4FF31972}"/>
                  </a:ext>
                </a:extLst>
              </p:cNvPr>
              <p:cNvSpPr>
                <a:spLocks noChangeArrowheads="1"/>
              </p:cNvSpPr>
              <p:nvPr/>
            </p:nvSpPr>
            <p:spPr bwMode="ltGray">
              <a:xfrm rot="-1752383">
                <a:off x="1129" y="266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5" name="Rectangle 76">
                <a:extLst>
                  <a:ext uri="{FF2B5EF4-FFF2-40B4-BE49-F238E27FC236}">
                    <a16:creationId xmlns:a16="http://schemas.microsoft.com/office/drawing/2014/main" id="{D28C0478-E374-4C1E-A95F-05C71A943FAB}"/>
                  </a:ext>
                </a:extLst>
              </p:cNvPr>
              <p:cNvSpPr>
                <a:spLocks noChangeArrowheads="1"/>
              </p:cNvSpPr>
              <p:nvPr/>
            </p:nvSpPr>
            <p:spPr bwMode="ltGray">
              <a:xfrm rot="-1752383">
                <a:off x="1142" y="268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6" name="Rectangle 77">
                <a:extLst>
                  <a:ext uri="{FF2B5EF4-FFF2-40B4-BE49-F238E27FC236}">
                    <a16:creationId xmlns:a16="http://schemas.microsoft.com/office/drawing/2014/main" id="{6E23B8E1-7A43-4E94-9116-122729694201}"/>
                  </a:ext>
                </a:extLst>
              </p:cNvPr>
              <p:cNvSpPr>
                <a:spLocks noChangeArrowheads="1"/>
              </p:cNvSpPr>
              <p:nvPr/>
            </p:nvSpPr>
            <p:spPr bwMode="ltGray">
              <a:xfrm rot="-2466736">
                <a:off x="1014" y="253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7" name="Rectangle 78">
                <a:extLst>
                  <a:ext uri="{FF2B5EF4-FFF2-40B4-BE49-F238E27FC236}">
                    <a16:creationId xmlns:a16="http://schemas.microsoft.com/office/drawing/2014/main" id="{D06B7AF7-CBED-46C7-AF03-8FD47966414E}"/>
                  </a:ext>
                </a:extLst>
              </p:cNvPr>
              <p:cNvSpPr>
                <a:spLocks noChangeArrowheads="1"/>
              </p:cNvSpPr>
              <p:nvPr/>
            </p:nvSpPr>
            <p:spPr bwMode="ltGray">
              <a:xfrm rot="-2466736">
                <a:off x="1035" y="255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8" name="Rectangle 79">
                <a:extLst>
                  <a:ext uri="{FF2B5EF4-FFF2-40B4-BE49-F238E27FC236}">
                    <a16:creationId xmlns:a16="http://schemas.microsoft.com/office/drawing/2014/main" id="{39319026-AB7C-4A73-A38A-4F570409F8A7}"/>
                  </a:ext>
                </a:extLst>
              </p:cNvPr>
              <p:cNvSpPr>
                <a:spLocks noChangeArrowheads="1"/>
              </p:cNvSpPr>
              <p:nvPr/>
            </p:nvSpPr>
            <p:spPr bwMode="ltGray">
              <a:xfrm rot="-2466736">
                <a:off x="1050" y="257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9" name="Rectangle 80">
                <a:extLst>
                  <a:ext uri="{FF2B5EF4-FFF2-40B4-BE49-F238E27FC236}">
                    <a16:creationId xmlns:a16="http://schemas.microsoft.com/office/drawing/2014/main" id="{2019B104-98C2-4467-82DE-83D72B05039C}"/>
                  </a:ext>
                </a:extLst>
              </p:cNvPr>
              <p:cNvSpPr>
                <a:spLocks noChangeArrowheads="1"/>
              </p:cNvSpPr>
              <p:nvPr/>
            </p:nvSpPr>
            <p:spPr bwMode="ltGray">
              <a:xfrm rot="-2342866">
                <a:off x="1068" y="2590"/>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0" name="Freeform 81">
                <a:extLst>
                  <a:ext uri="{FF2B5EF4-FFF2-40B4-BE49-F238E27FC236}">
                    <a16:creationId xmlns:a16="http://schemas.microsoft.com/office/drawing/2014/main" id="{0448736C-215D-4B36-9D28-7D65B44E0F21}"/>
                  </a:ext>
                </a:extLst>
              </p:cNvPr>
              <p:cNvSpPr>
                <a:spLocks/>
              </p:cNvSpPr>
              <p:nvPr/>
            </p:nvSpPr>
            <p:spPr bwMode="ltGray">
              <a:xfrm>
                <a:off x="486" y="2563"/>
                <a:ext cx="180" cy="151"/>
              </a:xfrm>
              <a:custGeom>
                <a:avLst/>
                <a:gdLst>
                  <a:gd name="T0" fmla="*/ 0 w 180"/>
                  <a:gd name="T1" fmla="*/ 144 h 151"/>
                  <a:gd name="T2" fmla="*/ 28 w 180"/>
                  <a:gd name="T3" fmla="*/ 147 h 151"/>
                  <a:gd name="T4" fmla="*/ 64 w 180"/>
                  <a:gd name="T5" fmla="*/ 46 h 151"/>
                  <a:gd name="T6" fmla="*/ 94 w 180"/>
                  <a:gd name="T7" fmla="*/ 151 h 151"/>
                  <a:gd name="T8" fmla="*/ 129 w 180"/>
                  <a:gd name="T9" fmla="*/ 151 h 151"/>
                  <a:gd name="T10" fmla="*/ 180 w 180"/>
                  <a:gd name="T11" fmla="*/ 9 h 151"/>
                  <a:gd name="T12" fmla="*/ 148 w 180"/>
                  <a:gd name="T13" fmla="*/ 10 h 151"/>
                  <a:gd name="T14" fmla="*/ 112 w 180"/>
                  <a:gd name="T15" fmla="*/ 112 h 151"/>
                  <a:gd name="T16" fmla="*/ 79 w 180"/>
                  <a:gd name="T17" fmla="*/ 0 h 151"/>
                  <a:gd name="T18" fmla="*/ 48 w 180"/>
                  <a:gd name="T19" fmla="*/ 0 h 151"/>
                  <a:gd name="T20" fmla="*/ 0 w 180"/>
                  <a:gd name="T21" fmla="*/ 144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Rectangle 82">
                <a:extLst>
                  <a:ext uri="{FF2B5EF4-FFF2-40B4-BE49-F238E27FC236}">
                    <a16:creationId xmlns:a16="http://schemas.microsoft.com/office/drawing/2014/main" id="{503BDB9C-BC2C-403F-A542-5CA4483DB95E}"/>
                  </a:ext>
                </a:extLst>
              </p:cNvPr>
              <p:cNvSpPr>
                <a:spLocks noChangeArrowheads="1"/>
              </p:cNvSpPr>
              <p:nvPr/>
            </p:nvSpPr>
            <p:spPr bwMode="ltGray">
              <a:xfrm rot="6575641">
                <a:off x="-217" y="3138"/>
                <a:ext cx="122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2" name="Rectangle 83">
                <a:extLst>
                  <a:ext uri="{FF2B5EF4-FFF2-40B4-BE49-F238E27FC236}">
                    <a16:creationId xmlns:a16="http://schemas.microsoft.com/office/drawing/2014/main" id="{9897E489-D65E-4C76-99CE-105D3E326A29}"/>
                  </a:ext>
                </a:extLst>
              </p:cNvPr>
              <p:cNvSpPr>
                <a:spLocks noChangeArrowheads="1"/>
              </p:cNvSpPr>
              <p:nvPr/>
            </p:nvSpPr>
            <p:spPr bwMode="ltGray">
              <a:xfrm rot="238799">
                <a:off x="4" y="3146"/>
                <a:ext cx="103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3" name="Rectangle 84">
                <a:extLst>
                  <a:ext uri="{FF2B5EF4-FFF2-40B4-BE49-F238E27FC236}">
                    <a16:creationId xmlns:a16="http://schemas.microsoft.com/office/drawing/2014/main" id="{67DCA364-6CFE-402C-8CD1-C8A9E93A7276}"/>
                  </a:ext>
                </a:extLst>
              </p:cNvPr>
              <p:cNvSpPr>
                <a:spLocks noChangeArrowheads="1"/>
              </p:cNvSpPr>
              <p:nvPr/>
            </p:nvSpPr>
            <p:spPr bwMode="ltGray">
              <a:xfrm rot="-2957028">
                <a:off x="900" y="2464"/>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4" name="Rectangle 85">
                <a:extLst>
                  <a:ext uri="{FF2B5EF4-FFF2-40B4-BE49-F238E27FC236}">
                    <a16:creationId xmlns:a16="http://schemas.microsoft.com/office/drawing/2014/main" id="{8202969D-D041-40DF-811D-5EB8C80BCF40}"/>
                  </a:ext>
                </a:extLst>
              </p:cNvPr>
              <p:cNvSpPr>
                <a:spLocks noChangeArrowheads="1"/>
              </p:cNvSpPr>
              <p:nvPr/>
            </p:nvSpPr>
            <p:spPr bwMode="ltGray">
              <a:xfrm rot="-2957028">
                <a:off x="923" y="2478"/>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5" name="Rectangle 86">
                <a:extLst>
                  <a:ext uri="{FF2B5EF4-FFF2-40B4-BE49-F238E27FC236}">
                    <a16:creationId xmlns:a16="http://schemas.microsoft.com/office/drawing/2014/main" id="{DAEA3609-759F-4CC9-A3D6-4929B435D8F0}"/>
                  </a:ext>
                </a:extLst>
              </p:cNvPr>
              <p:cNvSpPr>
                <a:spLocks noChangeArrowheads="1"/>
              </p:cNvSpPr>
              <p:nvPr/>
            </p:nvSpPr>
            <p:spPr bwMode="ltGray">
              <a:xfrm rot="-2957028">
                <a:off x="954" y="249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6" name="Rectangle 87">
                <a:extLst>
                  <a:ext uri="{FF2B5EF4-FFF2-40B4-BE49-F238E27FC236}">
                    <a16:creationId xmlns:a16="http://schemas.microsoft.com/office/drawing/2014/main" id="{1C417471-6DCF-4C67-A227-9204C88A2390}"/>
                  </a:ext>
                </a:extLst>
              </p:cNvPr>
              <p:cNvSpPr>
                <a:spLocks noChangeArrowheads="1"/>
              </p:cNvSpPr>
              <p:nvPr/>
            </p:nvSpPr>
            <p:spPr bwMode="ltGray">
              <a:xfrm rot="-2661033">
                <a:off x="974" y="2509"/>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7" name="Rectangle 88">
                <a:extLst>
                  <a:ext uri="{FF2B5EF4-FFF2-40B4-BE49-F238E27FC236}">
                    <a16:creationId xmlns:a16="http://schemas.microsoft.com/office/drawing/2014/main" id="{4796581A-9107-4F80-8D45-A488DDA0EA2E}"/>
                  </a:ext>
                </a:extLst>
              </p:cNvPr>
              <p:cNvSpPr>
                <a:spLocks noChangeArrowheads="1"/>
              </p:cNvSpPr>
              <p:nvPr/>
            </p:nvSpPr>
            <p:spPr bwMode="ltGray">
              <a:xfrm rot="-3638503">
                <a:off x="782" y="2418"/>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8" name="Rectangle 89">
                <a:extLst>
                  <a:ext uri="{FF2B5EF4-FFF2-40B4-BE49-F238E27FC236}">
                    <a16:creationId xmlns:a16="http://schemas.microsoft.com/office/drawing/2014/main" id="{61CBE84A-DB03-41F1-A8AE-16AD8E692345}"/>
                  </a:ext>
                </a:extLst>
              </p:cNvPr>
              <p:cNvSpPr>
                <a:spLocks noChangeArrowheads="1"/>
              </p:cNvSpPr>
              <p:nvPr/>
            </p:nvSpPr>
            <p:spPr bwMode="ltGray">
              <a:xfrm rot="-3638503">
                <a:off x="808" y="242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9" name="Rectangle 90">
                <a:extLst>
                  <a:ext uri="{FF2B5EF4-FFF2-40B4-BE49-F238E27FC236}">
                    <a16:creationId xmlns:a16="http://schemas.microsoft.com/office/drawing/2014/main" id="{0A626DBE-BFD2-4058-A264-F55F80ED52C4}"/>
                  </a:ext>
                </a:extLst>
              </p:cNvPr>
              <p:cNvSpPr>
                <a:spLocks noChangeArrowheads="1"/>
              </p:cNvSpPr>
              <p:nvPr/>
            </p:nvSpPr>
            <p:spPr bwMode="ltGray">
              <a:xfrm rot="-3514633">
                <a:off x="830" y="243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0" name="Rectangle 91">
                <a:extLst>
                  <a:ext uri="{FF2B5EF4-FFF2-40B4-BE49-F238E27FC236}">
                    <a16:creationId xmlns:a16="http://schemas.microsoft.com/office/drawing/2014/main" id="{B3ADBB39-3264-4B26-9ADF-598213C48C08}"/>
                  </a:ext>
                </a:extLst>
              </p:cNvPr>
              <p:cNvSpPr>
                <a:spLocks noChangeArrowheads="1"/>
              </p:cNvSpPr>
              <p:nvPr/>
            </p:nvSpPr>
            <p:spPr bwMode="ltGray">
              <a:xfrm rot="-3220799">
                <a:off x="855" y="2444"/>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1" name="Rectangle 92">
                <a:extLst>
                  <a:ext uri="{FF2B5EF4-FFF2-40B4-BE49-F238E27FC236}">
                    <a16:creationId xmlns:a16="http://schemas.microsoft.com/office/drawing/2014/main" id="{4E6BCD34-B377-4301-9D5B-F6C50CE69C00}"/>
                  </a:ext>
                </a:extLst>
              </p:cNvPr>
              <p:cNvSpPr>
                <a:spLocks noChangeArrowheads="1"/>
              </p:cNvSpPr>
              <p:nvPr/>
            </p:nvSpPr>
            <p:spPr bwMode="ltGray">
              <a:xfrm rot="-4338250">
                <a:off x="643" y="2388"/>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2" name="Rectangle 93">
                <a:extLst>
                  <a:ext uri="{FF2B5EF4-FFF2-40B4-BE49-F238E27FC236}">
                    <a16:creationId xmlns:a16="http://schemas.microsoft.com/office/drawing/2014/main" id="{1CCC6E3B-5D99-419A-8FD2-27E790A5F7D6}"/>
                  </a:ext>
                </a:extLst>
              </p:cNvPr>
              <p:cNvSpPr>
                <a:spLocks noChangeArrowheads="1"/>
              </p:cNvSpPr>
              <p:nvPr/>
            </p:nvSpPr>
            <p:spPr bwMode="ltGray">
              <a:xfrm rot="-4250359">
                <a:off x="670" y="239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3" name="Rectangle 94">
                <a:extLst>
                  <a:ext uri="{FF2B5EF4-FFF2-40B4-BE49-F238E27FC236}">
                    <a16:creationId xmlns:a16="http://schemas.microsoft.com/office/drawing/2014/main" id="{60066AE4-D71A-4CBC-945A-0645584D47CD}"/>
                  </a:ext>
                </a:extLst>
              </p:cNvPr>
              <p:cNvSpPr>
                <a:spLocks noChangeArrowheads="1"/>
              </p:cNvSpPr>
              <p:nvPr/>
            </p:nvSpPr>
            <p:spPr bwMode="ltGray">
              <a:xfrm rot="-4250359">
                <a:off x="702" y="2398"/>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4" name="Rectangle 95">
                <a:extLst>
                  <a:ext uri="{FF2B5EF4-FFF2-40B4-BE49-F238E27FC236}">
                    <a16:creationId xmlns:a16="http://schemas.microsoft.com/office/drawing/2014/main" id="{69FDE429-C2CB-4B7E-8DDD-88311FDD5209}"/>
                  </a:ext>
                </a:extLst>
              </p:cNvPr>
              <p:cNvSpPr>
                <a:spLocks noChangeArrowheads="1"/>
              </p:cNvSpPr>
              <p:nvPr/>
            </p:nvSpPr>
            <p:spPr bwMode="ltGray">
              <a:xfrm rot="-3989246">
                <a:off x="732" y="240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5" name="Rectangle 96">
                <a:extLst>
                  <a:ext uri="{FF2B5EF4-FFF2-40B4-BE49-F238E27FC236}">
                    <a16:creationId xmlns:a16="http://schemas.microsoft.com/office/drawing/2014/main" id="{19000B17-AA52-436A-827B-51D6FDAB7476}"/>
                  </a:ext>
                </a:extLst>
              </p:cNvPr>
              <p:cNvSpPr>
                <a:spLocks noChangeArrowheads="1"/>
              </p:cNvSpPr>
              <p:nvPr/>
            </p:nvSpPr>
            <p:spPr bwMode="ltGray">
              <a:xfrm rot="-4862215">
                <a:off x="497" y="238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6" name="Rectangle 97">
                <a:extLst>
                  <a:ext uri="{FF2B5EF4-FFF2-40B4-BE49-F238E27FC236}">
                    <a16:creationId xmlns:a16="http://schemas.microsoft.com/office/drawing/2014/main" id="{2DD1C535-CDB5-498C-8BF4-8AA0596C394B}"/>
                  </a:ext>
                </a:extLst>
              </p:cNvPr>
              <p:cNvSpPr>
                <a:spLocks noChangeArrowheads="1"/>
              </p:cNvSpPr>
              <p:nvPr/>
            </p:nvSpPr>
            <p:spPr bwMode="ltGray">
              <a:xfrm rot="-4673370">
                <a:off x="528" y="238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7" name="Rectangle 98">
                <a:extLst>
                  <a:ext uri="{FF2B5EF4-FFF2-40B4-BE49-F238E27FC236}">
                    <a16:creationId xmlns:a16="http://schemas.microsoft.com/office/drawing/2014/main" id="{8FE23B04-E112-44D5-AC0C-4866B7467F70}"/>
                  </a:ext>
                </a:extLst>
              </p:cNvPr>
              <p:cNvSpPr>
                <a:spLocks noChangeArrowheads="1"/>
              </p:cNvSpPr>
              <p:nvPr/>
            </p:nvSpPr>
            <p:spPr bwMode="ltGray">
              <a:xfrm rot="-4646721">
                <a:off x="557" y="238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8" name="Rectangle 99">
                <a:extLst>
                  <a:ext uri="{FF2B5EF4-FFF2-40B4-BE49-F238E27FC236}">
                    <a16:creationId xmlns:a16="http://schemas.microsoft.com/office/drawing/2014/main" id="{ADAF1CFA-A1BE-42B6-B84E-09549FFFF4B1}"/>
                  </a:ext>
                </a:extLst>
              </p:cNvPr>
              <p:cNvSpPr>
                <a:spLocks noChangeArrowheads="1"/>
              </p:cNvSpPr>
              <p:nvPr/>
            </p:nvSpPr>
            <p:spPr bwMode="ltGray">
              <a:xfrm rot="-4580623">
                <a:off x="589" y="238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9" name="Rectangle 100">
                <a:extLst>
                  <a:ext uri="{FF2B5EF4-FFF2-40B4-BE49-F238E27FC236}">
                    <a16:creationId xmlns:a16="http://schemas.microsoft.com/office/drawing/2014/main" id="{C77C078C-F4EA-4509-8060-6DC108F82EF4}"/>
                  </a:ext>
                </a:extLst>
              </p:cNvPr>
              <p:cNvSpPr>
                <a:spLocks noChangeArrowheads="1"/>
              </p:cNvSpPr>
              <p:nvPr/>
            </p:nvSpPr>
            <p:spPr bwMode="ltGray">
              <a:xfrm rot="-5195129">
                <a:off x="349" y="240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0" name="Rectangle 101">
                <a:extLst>
                  <a:ext uri="{FF2B5EF4-FFF2-40B4-BE49-F238E27FC236}">
                    <a16:creationId xmlns:a16="http://schemas.microsoft.com/office/drawing/2014/main" id="{87BA1108-E2D3-4DEB-B69C-7C7A2B26D1C8}"/>
                  </a:ext>
                </a:extLst>
              </p:cNvPr>
              <p:cNvSpPr>
                <a:spLocks noChangeArrowheads="1"/>
              </p:cNvSpPr>
              <p:nvPr/>
            </p:nvSpPr>
            <p:spPr bwMode="ltGray">
              <a:xfrm rot="-5360484">
                <a:off x="379" y="240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1" name="Rectangle 102">
                <a:extLst>
                  <a:ext uri="{FF2B5EF4-FFF2-40B4-BE49-F238E27FC236}">
                    <a16:creationId xmlns:a16="http://schemas.microsoft.com/office/drawing/2014/main" id="{3F4E5635-4163-4FB9-8678-382A391FB58A}"/>
                  </a:ext>
                </a:extLst>
              </p:cNvPr>
              <p:cNvSpPr>
                <a:spLocks noChangeArrowheads="1"/>
              </p:cNvSpPr>
              <p:nvPr/>
            </p:nvSpPr>
            <p:spPr bwMode="ltGray">
              <a:xfrm rot="-5288939">
                <a:off x="413" y="239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2" name="Rectangle 103">
                <a:extLst>
                  <a:ext uri="{FF2B5EF4-FFF2-40B4-BE49-F238E27FC236}">
                    <a16:creationId xmlns:a16="http://schemas.microsoft.com/office/drawing/2014/main" id="{7C986976-0C7F-4711-8F3B-9B06C5017D03}"/>
                  </a:ext>
                </a:extLst>
              </p:cNvPr>
              <p:cNvSpPr>
                <a:spLocks noChangeArrowheads="1"/>
              </p:cNvSpPr>
              <p:nvPr/>
            </p:nvSpPr>
            <p:spPr bwMode="ltGray">
              <a:xfrm rot="-5164854">
                <a:off x="443" y="2392"/>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3" name="Rectangle 104">
                <a:extLst>
                  <a:ext uri="{FF2B5EF4-FFF2-40B4-BE49-F238E27FC236}">
                    <a16:creationId xmlns:a16="http://schemas.microsoft.com/office/drawing/2014/main" id="{06DAD140-0ECB-43FA-AB1D-DEB095AE92F1}"/>
                  </a:ext>
                </a:extLst>
              </p:cNvPr>
              <p:cNvSpPr>
                <a:spLocks noChangeArrowheads="1"/>
              </p:cNvSpPr>
              <p:nvPr/>
            </p:nvSpPr>
            <p:spPr bwMode="ltGray">
              <a:xfrm rot="-6132163">
                <a:off x="200" y="245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4" name="Rectangle 105">
                <a:extLst>
                  <a:ext uri="{FF2B5EF4-FFF2-40B4-BE49-F238E27FC236}">
                    <a16:creationId xmlns:a16="http://schemas.microsoft.com/office/drawing/2014/main" id="{73F231D3-9E87-44AD-B58F-23D37440ED88}"/>
                  </a:ext>
                </a:extLst>
              </p:cNvPr>
              <p:cNvSpPr>
                <a:spLocks noChangeArrowheads="1"/>
              </p:cNvSpPr>
              <p:nvPr/>
            </p:nvSpPr>
            <p:spPr bwMode="ltGray">
              <a:xfrm rot="-6220433">
                <a:off x="231" y="244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5" name="Rectangle 106">
                <a:extLst>
                  <a:ext uri="{FF2B5EF4-FFF2-40B4-BE49-F238E27FC236}">
                    <a16:creationId xmlns:a16="http://schemas.microsoft.com/office/drawing/2014/main" id="{9CD98E73-5375-496A-BB7E-E44927835440}"/>
                  </a:ext>
                </a:extLst>
              </p:cNvPr>
              <p:cNvSpPr>
                <a:spLocks noChangeArrowheads="1"/>
              </p:cNvSpPr>
              <p:nvPr/>
            </p:nvSpPr>
            <p:spPr bwMode="ltGray">
              <a:xfrm rot="-6110943">
                <a:off x="260" y="243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6" name="Rectangle 107">
                <a:extLst>
                  <a:ext uri="{FF2B5EF4-FFF2-40B4-BE49-F238E27FC236}">
                    <a16:creationId xmlns:a16="http://schemas.microsoft.com/office/drawing/2014/main" id="{5465A20A-F2FF-40BC-8044-E91FE9AFFB86}"/>
                  </a:ext>
                </a:extLst>
              </p:cNvPr>
              <p:cNvSpPr>
                <a:spLocks noChangeArrowheads="1"/>
              </p:cNvSpPr>
              <p:nvPr/>
            </p:nvSpPr>
            <p:spPr bwMode="ltGray">
              <a:xfrm rot="-5919570">
                <a:off x="287" y="241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7" name="Rectangle 108">
                <a:extLst>
                  <a:ext uri="{FF2B5EF4-FFF2-40B4-BE49-F238E27FC236}">
                    <a16:creationId xmlns:a16="http://schemas.microsoft.com/office/drawing/2014/main" id="{ABCA9781-3755-4DDF-BEFC-3D3595A1ABE5}"/>
                  </a:ext>
                </a:extLst>
              </p:cNvPr>
              <p:cNvSpPr>
                <a:spLocks noChangeArrowheads="1"/>
              </p:cNvSpPr>
              <p:nvPr/>
            </p:nvSpPr>
            <p:spPr bwMode="ltGray">
              <a:xfrm rot="-7376291">
                <a:off x="0" y="254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8" name="Rectangle 109">
                <a:extLst>
                  <a:ext uri="{FF2B5EF4-FFF2-40B4-BE49-F238E27FC236}">
                    <a16:creationId xmlns:a16="http://schemas.microsoft.com/office/drawing/2014/main" id="{028E2BBD-B059-45AA-A772-3DFC184D8497}"/>
                  </a:ext>
                </a:extLst>
              </p:cNvPr>
              <p:cNvSpPr>
                <a:spLocks noChangeArrowheads="1"/>
              </p:cNvSpPr>
              <p:nvPr/>
            </p:nvSpPr>
            <p:spPr bwMode="ltGray">
              <a:xfrm rot="-7168347">
                <a:off x="59" y="250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99" name="Rectangle 110">
                <a:extLst>
                  <a:ext uri="{FF2B5EF4-FFF2-40B4-BE49-F238E27FC236}">
                    <a16:creationId xmlns:a16="http://schemas.microsoft.com/office/drawing/2014/main" id="{336605E6-EEA3-4FCD-A180-C0D5F7C503E1}"/>
                  </a:ext>
                </a:extLst>
              </p:cNvPr>
              <p:cNvSpPr>
                <a:spLocks noChangeArrowheads="1"/>
              </p:cNvSpPr>
              <p:nvPr/>
            </p:nvSpPr>
            <p:spPr bwMode="ltGray">
              <a:xfrm rot="-6802416">
                <a:off x="86" y="249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0" name="Rectangle 111">
                <a:extLst>
                  <a:ext uri="{FF2B5EF4-FFF2-40B4-BE49-F238E27FC236}">
                    <a16:creationId xmlns:a16="http://schemas.microsoft.com/office/drawing/2014/main" id="{74DB7F23-DE3F-4A4C-A33A-C679F4F6BE76}"/>
                  </a:ext>
                </a:extLst>
              </p:cNvPr>
              <p:cNvSpPr>
                <a:spLocks noChangeArrowheads="1"/>
              </p:cNvSpPr>
              <p:nvPr/>
            </p:nvSpPr>
            <p:spPr bwMode="ltGray">
              <a:xfrm rot="-6802416">
                <a:off x="113" y="248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1" name="Rectangle 112">
                <a:extLst>
                  <a:ext uri="{FF2B5EF4-FFF2-40B4-BE49-F238E27FC236}">
                    <a16:creationId xmlns:a16="http://schemas.microsoft.com/office/drawing/2014/main" id="{D0F4F6F3-6173-487C-8A3B-DE2A007CB76A}"/>
                  </a:ext>
                </a:extLst>
              </p:cNvPr>
              <p:cNvSpPr>
                <a:spLocks noChangeArrowheads="1"/>
              </p:cNvSpPr>
              <p:nvPr/>
            </p:nvSpPr>
            <p:spPr bwMode="ltGray">
              <a:xfrm rot="-6457704">
                <a:off x="144" y="247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2" name="Rectangle 113">
                <a:extLst>
                  <a:ext uri="{FF2B5EF4-FFF2-40B4-BE49-F238E27FC236}">
                    <a16:creationId xmlns:a16="http://schemas.microsoft.com/office/drawing/2014/main" id="{92FAF767-E36B-4989-8A8F-5EC3930BA2F0}"/>
                  </a:ext>
                </a:extLst>
              </p:cNvPr>
              <p:cNvSpPr>
                <a:spLocks noChangeArrowheads="1"/>
              </p:cNvSpPr>
              <p:nvPr/>
            </p:nvSpPr>
            <p:spPr bwMode="ltGray">
              <a:xfrm rot="-1876771">
                <a:off x="0" y="3363"/>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3" name="Rectangle 114">
                <a:extLst>
                  <a:ext uri="{FF2B5EF4-FFF2-40B4-BE49-F238E27FC236}">
                    <a16:creationId xmlns:a16="http://schemas.microsoft.com/office/drawing/2014/main" id="{D325CB55-B08D-44FD-B96D-F8770E2B4ADF}"/>
                  </a:ext>
                </a:extLst>
              </p:cNvPr>
              <p:cNvSpPr>
                <a:spLocks noChangeArrowheads="1"/>
              </p:cNvSpPr>
              <p:nvPr/>
            </p:nvSpPr>
            <p:spPr bwMode="ltGray">
              <a:xfrm rot="3283992">
                <a:off x="511" y="3478"/>
                <a:ext cx="24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4" name="Rectangle 115">
                <a:extLst>
                  <a:ext uri="{FF2B5EF4-FFF2-40B4-BE49-F238E27FC236}">
                    <a16:creationId xmlns:a16="http://schemas.microsoft.com/office/drawing/2014/main" id="{8391973C-528D-40FF-9B9E-E8C8E96EEEA8}"/>
                  </a:ext>
                </a:extLst>
              </p:cNvPr>
              <p:cNvSpPr>
                <a:spLocks noChangeArrowheads="1"/>
              </p:cNvSpPr>
              <p:nvPr/>
            </p:nvSpPr>
            <p:spPr bwMode="ltGray">
              <a:xfrm rot="3283992">
                <a:off x="35" y="2798"/>
                <a:ext cx="24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5" name="Rectangle 116">
                <a:extLst>
                  <a:ext uri="{FF2B5EF4-FFF2-40B4-BE49-F238E27FC236}">
                    <a16:creationId xmlns:a16="http://schemas.microsoft.com/office/drawing/2014/main" id="{F26BE077-EBE3-4572-9CC8-DB6202B87D5B}"/>
                  </a:ext>
                </a:extLst>
              </p:cNvPr>
              <p:cNvSpPr>
                <a:spLocks noChangeArrowheads="1"/>
              </p:cNvSpPr>
              <p:nvPr/>
            </p:nvSpPr>
            <p:spPr bwMode="ltGray">
              <a:xfrm rot="-1876771">
                <a:off x="700" y="2851"/>
                <a:ext cx="31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6" name="Rectangle 117">
                <a:extLst>
                  <a:ext uri="{FF2B5EF4-FFF2-40B4-BE49-F238E27FC236}">
                    <a16:creationId xmlns:a16="http://schemas.microsoft.com/office/drawing/2014/main" id="{751B68BB-AC7F-446F-A0B6-FEFFA5EA5C6A}"/>
                  </a:ext>
                </a:extLst>
              </p:cNvPr>
              <p:cNvSpPr>
                <a:spLocks noChangeArrowheads="1"/>
              </p:cNvSpPr>
              <p:nvPr/>
            </p:nvSpPr>
            <p:spPr bwMode="ltGray">
              <a:xfrm rot="5908516">
                <a:off x="200" y="3915"/>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7" name="Rectangle 118">
                <a:extLst>
                  <a:ext uri="{FF2B5EF4-FFF2-40B4-BE49-F238E27FC236}">
                    <a16:creationId xmlns:a16="http://schemas.microsoft.com/office/drawing/2014/main" id="{F04DCBE0-010E-4715-959C-C559020A6EC8}"/>
                  </a:ext>
                </a:extLst>
              </p:cNvPr>
              <p:cNvSpPr>
                <a:spLocks noChangeArrowheads="1"/>
              </p:cNvSpPr>
              <p:nvPr/>
            </p:nvSpPr>
            <p:spPr bwMode="ltGray">
              <a:xfrm rot="6683973">
                <a:off x="45" y="3915"/>
                <a:ext cx="144"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8" name="Rectangle 119">
                <a:extLst>
                  <a:ext uri="{FF2B5EF4-FFF2-40B4-BE49-F238E27FC236}">
                    <a16:creationId xmlns:a16="http://schemas.microsoft.com/office/drawing/2014/main" id="{84E7B404-2AEB-403C-BAC3-8FCB2024BCB5}"/>
                  </a:ext>
                </a:extLst>
              </p:cNvPr>
              <p:cNvSpPr>
                <a:spLocks noChangeArrowheads="1"/>
              </p:cNvSpPr>
              <p:nvPr/>
            </p:nvSpPr>
            <p:spPr bwMode="ltGray">
              <a:xfrm rot="5245609">
                <a:off x="361" y="3893"/>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09" name="Rectangle 120">
                <a:extLst>
                  <a:ext uri="{FF2B5EF4-FFF2-40B4-BE49-F238E27FC236}">
                    <a16:creationId xmlns:a16="http://schemas.microsoft.com/office/drawing/2014/main" id="{F666F11F-9C20-4313-890D-882DE5BA60EA}"/>
                  </a:ext>
                </a:extLst>
              </p:cNvPr>
              <p:cNvSpPr>
                <a:spLocks noChangeArrowheads="1"/>
              </p:cNvSpPr>
              <p:nvPr/>
            </p:nvSpPr>
            <p:spPr bwMode="ltGray">
              <a:xfrm rot="4500520">
                <a:off x="522" y="3847"/>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0" name="Rectangle 121">
                <a:extLst>
                  <a:ext uri="{FF2B5EF4-FFF2-40B4-BE49-F238E27FC236}">
                    <a16:creationId xmlns:a16="http://schemas.microsoft.com/office/drawing/2014/main" id="{6058A95D-275D-46DF-86A2-8F74CA27B79E}"/>
                  </a:ext>
                </a:extLst>
              </p:cNvPr>
              <p:cNvSpPr>
                <a:spLocks noChangeArrowheads="1"/>
              </p:cNvSpPr>
              <p:nvPr/>
            </p:nvSpPr>
            <p:spPr bwMode="ltGray">
              <a:xfrm rot="3805227">
                <a:off x="670" y="3778"/>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1" name="Rectangle 122">
                <a:extLst>
                  <a:ext uri="{FF2B5EF4-FFF2-40B4-BE49-F238E27FC236}">
                    <a16:creationId xmlns:a16="http://schemas.microsoft.com/office/drawing/2014/main" id="{4C0C2EE6-D544-4F41-9AFF-38153C2C8494}"/>
                  </a:ext>
                </a:extLst>
              </p:cNvPr>
              <p:cNvSpPr>
                <a:spLocks noChangeArrowheads="1"/>
              </p:cNvSpPr>
              <p:nvPr/>
            </p:nvSpPr>
            <p:spPr bwMode="ltGray">
              <a:xfrm rot="3060138">
                <a:off x="813" y="3688"/>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2" name="Rectangle 123">
                <a:extLst>
                  <a:ext uri="{FF2B5EF4-FFF2-40B4-BE49-F238E27FC236}">
                    <a16:creationId xmlns:a16="http://schemas.microsoft.com/office/drawing/2014/main" id="{30070895-FFA9-4725-9A33-53244AEE3B91}"/>
                  </a:ext>
                </a:extLst>
              </p:cNvPr>
              <p:cNvSpPr>
                <a:spLocks noChangeArrowheads="1"/>
              </p:cNvSpPr>
              <p:nvPr/>
            </p:nvSpPr>
            <p:spPr bwMode="ltGray">
              <a:xfrm rot="2090281">
                <a:off x="938" y="3582"/>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3" name="Rectangle 124">
                <a:extLst>
                  <a:ext uri="{FF2B5EF4-FFF2-40B4-BE49-F238E27FC236}">
                    <a16:creationId xmlns:a16="http://schemas.microsoft.com/office/drawing/2014/main" id="{E337B2D1-0A31-4E2A-9073-25AEE713D094}"/>
                  </a:ext>
                </a:extLst>
              </p:cNvPr>
              <p:cNvSpPr>
                <a:spLocks noChangeArrowheads="1"/>
              </p:cNvSpPr>
              <p:nvPr/>
            </p:nvSpPr>
            <p:spPr bwMode="ltGray">
              <a:xfrm rot="-7168347">
                <a:off x="-18" y="2506"/>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4" name="Rectangle 125">
                <a:extLst>
                  <a:ext uri="{FF2B5EF4-FFF2-40B4-BE49-F238E27FC236}">
                    <a16:creationId xmlns:a16="http://schemas.microsoft.com/office/drawing/2014/main" id="{67353875-F3A6-4F13-9720-53B3962671BD}"/>
                  </a:ext>
                </a:extLst>
              </p:cNvPr>
              <p:cNvSpPr>
                <a:spLocks noChangeArrowheads="1"/>
              </p:cNvSpPr>
              <p:nvPr/>
            </p:nvSpPr>
            <p:spPr bwMode="ltGray">
              <a:xfrm rot="-6406501">
                <a:off x="136" y="2433"/>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5" name="Rectangle 126">
                <a:extLst>
                  <a:ext uri="{FF2B5EF4-FFF2-40B4-BE49-F238E27FC236}">
                    <a16:creationId xmlns:a16="http://schemas.microsoft.com/office/drawing/2014/main" id="{CC4177BA-B025-44B0-BA2F-452E8E74E4FC}"/>
                  </a:ext>
                </a:extLst>
              </p:cNvPr>
              <p:cNvSpPr>
                <a:spLocks noChangeArrowheads="1"/>
              </p:cNvSpPr>
              <p:nvPr/>
            </p:nvSpPr>
            <p:spPr bwMode="ltGray">
              <a:xfrm rot="-4970620">
                <a:off x="447" y="2364"/>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6" name="Rectangle 127">
                <a:extLst>
                  <a:ext uri="{FF2B5EF4-FFF2-40B4-BE49-F238E27FC236}">
                    <a16:creationId xmlns:a16="http://schemas.microsoft.com/office/drawing/2014/main" id="{FEA533CE-C372-41F8-80E1-74BB5D6D73CB}"/>
                  </a:ext>
                </a:extLst>
              </p:cNvPr>
              <p:cNvSpPr>
                <a:spLocks noChangeArrowheads="1"/>
              </p:cNvSpPr>
              <p:nvPr/>
            </p:nvSpPr>
            <p:spPr bwMode="ltGray">
              <a:xfrm rot="-4298502">
                <a:off x="597" y="2360"/>
                <a:ext cx="15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7" name="Rectangle 128">
                <a:extLst>
                  <a:ext uri="{FF2B5EF4-FFF2-40B4-BE49-F238E27FC236}">
                    <a16:creationId xmlns:a16="http://schemas.microsoft.com/office/drawing/2014/main" id="{DC607585-3E11-41DF-BE58-1AA3B0E988BE}"/>
                  </a:ext>
                </a:extLst>
              </p:cNvPr>
              <p:cNvSpPr>
                <a:spLocks noChangeArrowheads="1"/>
              </p:cNvSpPr>
              <p:nvPr/>
            </p:nvSpPr>
            <p:spPr bwMode="ltGray">
              <a:xfrm rot="-3676305">
                <a:off x="732" y="2378"/>
                <a:ext cx="15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8" name="Rectangle 129">
                <a:extLst>
                  <a:ext uri="{FF2B5EF4-FFF2-40B4-BE49-F238E27FC236}">
                    <a16:creationId xmlns:a16="http://schemas.microsoft.com/office/drawing/2014/main" id="{F82CE394-3DAF-4429-AAD2-9F941AE1FE0A}"/>
                  </a:ext>
                </a:extLst>
              </p:cNvPr>
              <p:cNvSpPr>
                <a:spLocks noChangeArrowheads="1"/>
              </p:cNvSpPr>
              <p:nvPr/>
            </p:nvSpPr>
            <p:spPr bwMode="ltGray">
              <a:xfrm rot="-3188616">
                <a:off x="862" y="2422"/>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19" name="Rectangle 130">
                <a:extLst>
                  <a:ext uri="{FF2B5EF4-FFF2-40B4-BE49-F238E27FC236}">
                    <a16:creationId xmlns:a16="http://schemas.microsoft.com/office/drawing/2014/main" id="{E8268FFD-D19B-4C09-94C7-F773ACFE5BC7}"/>
                  </a:ext>
                </a:extLst>
              </p:cNvPr>
              <p:cNvSpPr>
                <a:spLocks noChangeArrowheads="1"/>
              </p:cNvSpPr>
              <p:nvPr/>
            </p:nvSpPr>
            <p:spPr bwMode="ltGray">
              <a:xfrm rot="-2610246">
                <a:off x="984" y="2497"/>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0" name="Rectangle 131">
                <a:extLst>
                  <a:ext uri="{FF2B5EF4-FFF2-40B4-BE49-F238E27FC236}">
                    <a16:creationId xmlns:a16="http://schemas.microsoft.com/office/drawing/2014/main" id="{237AA366-54FB-4873-8782-510CDC48E2C6}"/>
                  </a:ext>
                </a:extLst>
              </p:cNvPr>
              <p:cNvSpPr>
                <a:spLocks noChangeArrowheads="1"/>
              </p:cNvSpPr>
              <p:nvPr/>
            </p:nvSpPr>
            <p:spPr bwMode="ltGray">
              <a:xfrm rot="-2190008">
                <a:off x="1075" y="2585"/>
                <a:ext cx="17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1" name="Rectangle 132">
                <a:extLst>
                  <a:ext uri="{FF2B5EF4-FFF2-40B4-BE49-F238E27FC236}">
                    <a16:creationId xmlns:a16="http://schemas.microsoft.com/office/drawing/2014/main" id="{92058662-1A71-49A1-B319-A980E6318B1E}"/>
                  </a:ext>
                </a:extLst>
              </p:cNvPr>
              <p:cNvSpPr>
                <a:spLocks noChangeArrowheads="1"/>
              </p:cNvSpPr>
              <p:nvPr/>
            </p:nvSpPr>
            <p:spPr bwMode="ltGray">
              <a:xfrm rot="-1728558">
                <a:off x="1147" y="2688"/>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2" name="Rectangle 133">
                <a:extLst>
                  <a:ext uri="{FF2B5EF4-FFF2-40B4-BE49-F238E27FC236}">
                    <a16:creationId xmlns:a16="http://schemas.microsoft.com/office/drawing/2014/main" id="{2F124B76-4063-4066-8110-A13A98028A6F}"/>
                  </a:ext>
                </a:extLst>
              </p:cNvPr>
              <p:cNvSpPr>
                <a:spLocks noChangeArrowheads="1"/>
              </p:cNvSpPr>
              <p:nvPr/>
            </p:nvSpPr>
            <p:spPr bwMode="ltGray">
              <a:xfrm rot="-1172118">
                <a:off x="1198" y="2805"/>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3" name="Rectangle 134">
                <a:extLst>
                  <a:ext uri="{FF2B5EF4-FFF2-40B4-BE49-F238E27FC236}">
                    <a16:creationId xmlns:a16="http://schemas.microsoft.com/office/drawing/2014/main" id="{7019DCAB-8A90-4B2A-8259-3A58DC93AAAC}"/>
                  </a:ext>
                </a:extLst>
              </p:cNvPr>
              <p:cNvSpPr>
                <a:spLocks noChangeArrowheads="1"/>
              </p:cNvSpPr>
              <p:nvPr/>
            </p:nvSpPr>
            <p:spPr bwMode="ltGray">
              <a:xfrm rot="-753845">
                <a:off x="1218" y="2930"/>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4" name="Rectangle 135">
                <a:extLst>
                  <a:ext uri="{FF2B5EF4-FFF2-40B4-BE49-F238E27FC236}">
                    <a16:creationId xmlns:a16="http://schemas.microsoft.com/office/drawing/2014/main" id="{D3937425-DDDD-4BB9-8A4B-951841B6920B}"/>
                  </a:ext>
                </a:extLst>
              </p:cNvPr>
              <p:cNvSpPr>
                <a:spLocks noChangeArrowheads="1"/>
              </p:cNvSpPr>
              <p:nvPr/>
            </p:nvSpPr>
            <p:spPr bwMode="ltGray">
              <a:xfrm rot="-287823">
                <a:off x="1213" y="3066"/>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5" name="Rectangle 136">
                <a:extLst>
                  <a:ext uri="{FF2B5EF4-FFF2-40B4-BE49-F238E27FC236}">
                    <a16:creationId xmlns:a16="http://schemas.microsoft.com/office/drawing/2014/main" id="{4353C990-21C3-43AF-A570-894F693C31B6}"/>
                  </a:ext>
                </a:extLst>
              </p:cNvPr>
              <p:cNvSpPr>
                <a:spLocks noChangeArrowheads="1"/>
              </p:cNvSpPr>
              <p:nvPr/>
            </p:nvSpPr>
            <p:spPr bwMode="ltGray">
              <a:xfrm rot="696741">
                <a:off x="1126" y="3337"/>
                <a:ext cx="15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6" name="Rectangle 137">
                <a:extLst>
                  <a:ext uri="{FF2B5EF4-FFF2-40B4-BE49-F238E27FC236}">
                    <a16:creationId xmlns:a16="http://schemas.microsoft.com/office/drawing/2014/main" id="{6EFFD6C3-52E7-492A-9A64-84E760562897}"/>
                  </a:ext>
                </a:extLst>
              </p:cNvPr>
              <p:cNvSpPr>
                <a:spLocks noChangeArrowheads="1"/>
              </p:cNvSpPr>
              <p:nvPr/>
            </p:nvSpPr>
            <p:spPr bwMode="ltGray">
              <a:xfrm rot="1529990">
                <a:off x="1041" y="3465"/>
                <a:ext cx="14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27" name="Freeform 138">
                <a:extLst>
                  <a:ext uri="{FF2B5EF4-FFF2-40B4-BE49-F238E27FC236}">
                    <a16:creationId xmlns:a16="http://schemas.microsoft.com/office/drawing/2014/main" id="{1C8DCDBE-933E-43F4-92FA-9CA904D5E5DF}"/>
                  </a:ext>
                </a:extLst>
              </p:cNvPr>
              <p:cNvSpPr>
                <a:spLocks/>
              </p:cNvSpPr>
              <p:nvPr/>
            </p:nvSpPr>
            <p:spPr bwMode="ltGray">
              <a:xfrm>
                <a:off x="850" y="3136"/>
                <a:ext cx="204" cy="120"/>
              </a:xfrm>
              <a:custGeom>
                <a:avLst/>
                <a:gdLst>
                  <a:gd name="T0" fmla="*/ 168 w 204"/>
                  <a:gd name="T1" fmla="*/ 120 h 120"/>
                  <a:gd name="T2" fmla="*/ 204 w 204"/>
                  <a:gd name="T3" fmla="*/ 12 h 120"/>
                  <a:gd name="T4" fmla="*/ 42 w 204"/>
                  <a:gd name="T5" fmla="*/ 0 h 120"/>
                  <a:gd name="T6" fmla="*/ 0 w 204"/>
                  <a:gd name="T7" fmla="*/ 108 h 120"/>
                  <a:gd name="T8" fmla="*/ 30 w 204"/>
                  <a:gd name="T9" fmla="*/ 114 h 120"/>
                  <a:gd name="T10" fmla="*/ 60 w 204"/>
                  <a:gd name="T11" fmla="*/ 30 h 120"/>
                  <a:gd name="T12" fmla="*/ 102 w 204"/>
                  <a:gd name="T13" fmla="*/ 36 h 120"/>
                  <a:gd name="T14" fmla="*/ 78 w 204"/>
                  <a:gd name="T15" fmla="*/ 108 h 120"/>
                  <a:gd name="T16" fmla="*/ 102 w 204"/>
                  <a:gd name="T17" fmla="*/ 108 h 120"/>
                  <a:gd name="T18" fmla="*/ 132 w 204"/>
                  <a:gd name="T19" fmla="*/ 36 h 120"/>
                  <a:gd name="T20" fmla="*/ 162 w 204"/>
                  <a:gd name="T21" fmla="*/ 36 h 120"/>
                  <a:gd name="T22" fmla="*/ 138 w 204"/>
                  <a:gd name="T23" fmla="*/ 114 h 120"/>
                  <a:gd name="T24" fmla="*/ 168 w 204"/>
                  <a:gd name="T25" fmla="*/ 120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139">
                <a:extLst>
                  <a:ext uri="{FF2B5EF4-FFF2-40B4-BE49-F238E27FC236}">
                    <a16:creationId xmlns:a16="http://schemas.microsoft.com/office/drawing/2014/main" id="{E2CC863D-2C94-4E9C-A3F0-A242A5E4A73E}"/>
                  </a:ext>
                </a:extLst>
              </p:cNvPr>
              <p:cNvSpPr>
                <a:spLocks/>
              </p:cNvSpPr>
              <p:nvPr/>
            </p:nvSpPr>
            <p:spPr bwMode="ltGray">
              <a:xfrm>
                <a:off x="19" y="2722"/>
                <a:ext cx="90" cy="78"/>
              </a:xfrm>
              <a:custGeom>
                <a:avLst/>
                <a:gdLst>
                  <a:gd name="T0" fmla="*/ 66 w 90"/>
                  <a:gd name="T1" fmla="*/ 36 h 78"/>
                  <a:gd name="T2" fmla="*/ 66 w 90"/>
                  <a:gd name="T3" fmla="*/ 36 h 78"/>
                  <a:gd name="T4" fmla="*/ 18 w 90"/>
                  <a:gd name="T5" fmla="*/ 24 h 78"/>
                  <a:gd name="T6" fmla="*/ 0 w 90"/>
                  <a:gd name="T7" fmla="*/ 30 h 78"/>
                  <a:gd name="T8" fmla="*/ 36 w 90"/>
                  <a:gd name="T9" fmla="*/ 78 h 78"/>
                  <a:gd name="T10" fmla="*/ 48 w 90"/>
                  <a:gd name="T11" fmla="*/ 72 h 78"/>
                  <a:gd name="T12" fmla="*/ 24 w 90"/>
                  <a:gd name="T13" fmla="*/ 36 h 78"/>
                  <a:gd name="T14" fmla="*/ 24 w 90"/>
                  <a:gd name="T15" fmla="*/ 36 h 78"/>
                  <a:gd name="T16" fmla="*/ 72 w 90"/>
                  <a:gd name="T17" fmla="*/ 54 h 78"/>
                  <a:gd name="T18" fmla="*/ 90 w 90"/>
                  <a:gd name="T19" fmla="*/ 42 h 78"/>
                  <a:gd name="T20" fmla="*/ 54 w 90"/>
                  <a:gd name="T21" fmla="*/ 0 h 78"/>
                  <a:gd name="T22" fmla="*/ 42 w 90"/>
                  <a:gd name="T23" fmla="*/ 6 h 78"/>
                  <a:gd name="T24" fmla="*/ 66 w 90"/>
                  <a:gd name="T25" fmla="*/ 36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8">
                    <a:moveTo>
                      <a:pt x="66" y="36"/>
                    </a:moveTo>
                    <a:lnTo>
                      <a:pt x="66" y="36"/>
                    </a:lnTo>
                    <a:lnTo>
                      <a:pt x="18" y="24"/>
                    </a:lnTo>
                    <a:lnTo>
                      <a:pt x="0" y="30"/>
                    </a:lnTo>
                    <a:lnTo>
                      <a:pt x="36" y="78"/>
                    </a:lnTo>
                    <a:lnTo>
                      <a:pt x="48" y="72"/>
                    </a:lnTo>
                    <a:lnTo>
                      <a:pt x="24" y="36"/>
                    </a:lnTo>
                    <a:lnTo>
                      <a:pt x="72" y="54"/>
                    </a:lnTo>
                    <a:lnTo>
                      <a:pt x="90" y="42"/>
                    </a:lnTo>
                    <a:lnTo>
                      <a:pt x="54" y="0"/>
                    </a:lnTo>
                    <a:lnTo>
                      <a:pt x="42" y="6"/>
                    </a:lnTo>
                    <a:lnTo>
                      <a:pt x="6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Freeform 140">
                <a:extLst>
                  <a:ext uri="{FF2B5EF4-FFF2-40B4-BE49-F238E27FC236}">
                    <a16:creationId xmlns:a16="http://schemas.microsoft.com/office/drawing/2014/main" id="{A786DCE4-7F9A-47D3-B992-6841668907BD}"/>
                  </a:ext>
                </a:extLst>
              </p:cNvPr>
              <p:cNvSpPr>
                <a:spLocks/>
              </p:cNvSpPr>
              <p:nvPr/>
            </p:nvSpPr>
            <p:spPr bwMode="ltGray">
              <a:xfrm>
                <a:off x="97" y="2651"/>
                <a:ext cx="101" cy="89"/>
              </a:xfrm>
              <a:custGeom>
                <a:avLst/>
                <a:gdLst>
                  <a:gd name="T0" fmla="*/ 54 w 101"/>
                  <a:gd name="T1" fmla="*/ 89 h 89"/>
                  <a:gd name="T2" fmla="*/ 65 w 101"/>
                  <a:gd name="T3" fmla="*/ 83 h 89"/>
                  <a:gd name="T4" fmla="*/ 48 w 101"/>
                  <a:gd name="T5" fmla="*/ 35 h 89"/>
                  <a:gd name="T6" fmla="*/ 89 w 101"/>
                  <a:gd name="T7" fmla="*/ 65 h 89"/>
                  <a:gd name="T8" fmla="*/ 101 w 101"/>
                  <a:gd name="T9" fmla="*/ 59 h 89"/>
                  <a:gd name="T10" fmla="*/ 83 w 101"/>
                  <a:gd name="T11" fmla="*/ 0 h 89"/>
                  <a:gd name="T12" fmla="*/ 71 w 101"/>
                  <a:gd name="T13" fmla="*/ 12 h 89"/>
                  <a:gd name="T14" fmla="*/ 83 w 101"/>
                  <a:gd name="T15" fmla="*/ 41 h 89"/>
                  <a:gd name="T16" fmla="*/ 48 w 101"/>
                  <a:gd name="T17" fmla="*/ 23 h 89"/>
                  <a:gd name="T18" fmla="*/ 36 w 101"/>
                  <a:gd name="T19" fmla="*/ 29 h 89"/>
                  <a:gd name="T20" fmla="*/ 45 w 101"/>
                  <a:gd name="T21" fmla="*/ 68 h 89"/>
                  <a:gd name="T22" fmla="*/ 18 w 101"/>
                  <a:gd name="T23" fmla="*/ 41 h 89"/>
                  <a:gd name="T24" fmla="*/ 0 w 101"/>
                  <a:gd name="T25" fmla="*/ 53 h 89"/>
                  <a:gd name="T26" fmla="*/ 54 w 101"/>
                  <a:gd name="T27" fmla="*/ 89 h 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 name="Freeform 141">
                <a:extLst>
                  <a:ext uri="{FF2B5EF4-FFF2-40B4-BE49-F238E27FC236}">
                    <a16:creationId xmlns:a16="http://schemas.microsoft.com/office/drawing/2014/main" id="{74B5705B-4A94-4F3A-B5F9-1B68CE0154D8}"/>
                  </a:ext>
                </a:extLst>
              </p:cNvPr>
              <p:cNvSpPr>
                <a:spLocks/>
              </p:cNvSpPr>
              <p:nvPr/>
            </p:nvSpPr>
            <p:spPr bwMode="ltGray">
              <a:xfrm>
                <a:off x="677" y="3502"/>
                <a:ext cx="83" cy="78"/>
              </a:xfrm>
              <a:custGeom>
                <a:avLst/>
                <a:gdLst>
                  <a:gd name="T0" fmla="*/ 36 w 83"/>
                  <a:gd name="T1" fmla="*/ 78 h 78"/>
                  <a:gd name="T2" fmla="*/ 83 w 83"/>
                  <a:gd name="T3" fmla="*/ 48 h 78"/>
                  <a:gd name="T4" fmla="*/ 54 w 83"/>
                  <a:gd name="T5" fmla="*/ 0 h 78"/>
                  <a:gd name="T6" fmla="*/ 0 w 83"/>
                  <a:gd name="T7" fmla="*/ 30 h 78"/>
                  <a:gd name="T8" fmla="*/ 6 w 83"/>
                  <a:gd name="T9" fmla="*/ 36 h 78"/>
                  <a:gd name="T10" fmla="*/ 42 w 83"/>
                  <a:gd name="T11" fmla="*/ 18 h 78"/>
                  <a:gd name="T12" fmla="*/ 54 w 83"/>
                  <a:gd name="T13" fmla="*/ 30 h 78"/>
                  <a:gd name="T14" fmla="*/ 24 w 83"/>
                  <a:gd name="T15" fmla="*/ 48 h 78"/>
                  <a:gd name="T16" fmla="*/ 30 w 83"/>
                  <a:gd name="T17" fmla="*/ 54 h 78"/>
                  <a:gd name="T18" fmla="*/ 60 w 83"/>
                  <a:gd name="T19" fmla="*/ 36 h 78"/>
                  <a:gd name="T20" fmla="*/ 66 w 83"/>
                  <a:gd name="T21" fmla="*/ 48 h 78"/>
                  <a:gd name="T22" fmla="*/ 30 w 83"/>
                  <a:gd name="T23" fmla="*/ 66 h 78"/>
                  <a:gd name="T24" fmla="*/ 36 w 83"/>
                  <a:gd name="T25" fmla="*/ 78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 name="Freeform 142">
                <a:extLst>
                  <a:ext uri="{FF2B5EF4-FFF2-40B4-BE49-F238E27FC236}">
                    <a16:creationId xmlns:a16="http://schemas.microsoft.com/office/drawing/2014/main" id="{6D3E0DCC-064F-424C-9679-9A8D55EA18A1}"/>
                  </a:ext>
                </a:extLst>
              </p:cNvPr>
              <p:cNvSpPr>
                <a:spLocks/>
              </p:cNvSpPr>
              <p:nvPr/>
            </p:nvSpPr>
            <p:spPr bwMode="ltGray">
              <a:xfrm>
                <a:off x="940" y="2782"/>
                <a:ext cx="90" cy="72"/>
              </a:xfrm>
              <a:custGeom>
                <a:avLst/>
                <a:gdLst>
                  <a:gd name="T0" fmla="*/ 90 w 90"/>
                  <a:gd name="T1" fmla="*/ 30 h 72"/>
                  <a:gd name="T2" fmla="*/ 66 w 90"/>
                  <a:gd name="T3" fmla="*/ 0 h 72"/>
                  <a:gd name="T4" fmla="*/ 0 w 90"/>
                  <a:gd name="T5" fmla="*/ 36 h 72"/>
                  <a:gd name="T6" fmla="*/ 24 w 90"/>
                  <a:gd name="T7" fmla="*/ 72 h 72"/>
                  <a:gd name="T8" fmla="*/ 36 w 90"/>
                  <a:gd name="T9" fmla="*/ 66 h 72"/>
                  <a:gd name="T10" fmla="*/ 18 w 90"/>
                  <a:gd name="T11" fmla="*/ 42 h 72"/>
                  <a:gd name="T12" fmla="*/ 36 w 90"/>
                  <a:gd name="T13" fmla="*/ 30 h 72"/>
                  <a:gd name="T14" fmla="*/ 54 w 90"/>
                  <a:gd name="T15" fmla="*/ 54 h 72"/>
                  <a:gd name="T16" fmla="*/ 60 w 90"/>
                  <a:gd name="T17" fmla="*/ 48 h 72"/>
                  <a:gd name="T18" fmla="*/ 48 w 90"/>
                  <a:gd name="T19" fmla="*/ 24 h 72"/>
                  <a:gd name="T20" fmla="*/ 60 w 90"/>
                  <a:gd name="T21" fmla="*/ 12 h 72"/>
                  <a:gd name="T22" fmla="*/ 78 w 90"/>
                  <a:gd name="T23" fmla="*/ 42 h 72"/>
                  <a:gd name="T24" fmla="*/ 90 w 90"/>
                  <a:gd name="T25" fmla="*/ 3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2" name="Freeform 143">
                <a:extLst>
                  <a:ext uri="{FF2B5EF4-FFF2-40B4-BE49-F238E27FC236}">
                    <a16:creationId xmlns:a16="http://schemas.microsoft.com/office/drawing/2014/main" id="{0C4B990D-AB44-4007-ACD1-01FB37896330}"/>
                  </a:ext>
                </a:extLst>
              </p:cNvPr>
              <p:cNvSpPr>
                <a:spLocks/>
              </p:cNvSpPr>
              <p:nvPr/>
            </p:nvSpPr>
            <p:spPr bwMode="ltGray">
              <a:xfrm>
                <a:off x="898" y="2716"/>
                <a:ext cx="90" cy="84"/>
              </a:xfrm>
              <a:custGeom>
                <a:avLst/>
                <a:gdLst>
                  <a:gd name="T0" fmla="*/ 42 w 90"/>
                  <a:gd name="T1" fmla="*/ 60 h 84"/>
                  <a:gd name="T2" fmla="*/ 42 w 90"/>
                  <a:gd name="T3" fmla="*/ 60 h 84"/>
                  <a:gd name="T4" fmla="*/ 72 w 90"/>
                  <a:gd name="T5" fmla="*/ 12 h 84"/>
                  <a:gd name="T6" fmla="*/ 66 w 90"/>
                  <a:gd name="T7" fmla="*/ 0 h 84"/>
                  <a:gd name="T8" fmla="*/ 0 w 90"/>
                  <a:gd name="T9" fmla="*/ 42 h 84"/>
                  <a:gd name="T10" fmla="*/ 6 w 90"/>
                  <a:gd name="T11" fmla="*/ 54 h 84"/>
                  <a:gd name="T12" fmla="*/ 54 w 90"/>
                  <a:gd name="T13" fmla="*/ 24 h 84"/>
                  <a:gd name="T14" fmla="*/ 54 w 90"/>
                  <a:gd name="T15" fmla="*/ 24 h 84"/>
                  <a:gd name="T16" fmla="*/ 18 w 90"/>
                  <a:gd name="T17" fmla="*/ 72 h 84"/>
                  <a:gd name="T18" fmla="*/ 24 w 90"/>
                  <a:gd name="T19" fmla="*/ 84 h 84"/>
                  <a:gd name="T20" fmla="*/ 90 w 90"/>
                  <a:gd name="T21" fmla="*/ 42 h 84"/>
                  <a:gd name="T22" fmla="*/ 84 w 90"/>
                  <a:gd name="T23" fmla="*/ 30 h 84"/>
                  <a:gd name="T24" fmla="*/ 42 w 90"/>
                  <a:gd name="T25" fmla="*/ 60 h 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84">
                    <a:moveTo>
                      <a:pt x="42" y="60"/>
                    </a:moveTo>
                    <a:lnTo>
                      <a:pt x="42" y="60"/>
                    </a:lnTo>
                    <a:lnTo>
                      <a:pt x="72" y="12"/>
                    </a:lnTo>
                    <a:lnTo>
                      <a:pt x="66" y="0"/>
                    </a:lnTo>
                    <a:lnTo>
                      <a:pt x="0" y="42"/>
                    </a:lnTo>
                    <a:lnTo>
                      <a:pt x="6" y="54"/>
                    </a:lnTo>
                    <a:lnTo>
                      <a:pt x="54" y="24"/>
                    </a:lnTo>
                    <a:lnTo>
                      <a:pt x="18" y="72"/>
                    </a:lnTo>
                    <a:lnTo>
                      <a:pt x="24" y="84"/>
                    </a:lnTo>
                    <a:lnTo>
                      <a:pt x="90" y="42"/>
                    </a:lnTo>
                    <a:lnTo>
                      <a:pt x="84" y="30"/>
                    </a:lnTo>
                    <a:lnTo>
                      <a:pt x="42" y="6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 name="Freeform 144">
                <a:extLst>
                  <a:ext uri="{FF2B5EF4-FFF2-40B4-BE49-F238E27FC236}">
                    <a16:creationId xmlns:a16="http://schemas.microsoft.com/office/drawing/2014/main" id="{4A439E7C-D646-43B1-ABAA-73CAFB481B60}"/>
                  </a:ext>
                </a:extLst>
              </p:cNvPr>
              <p:cNvSpPr>
                <a:spLocks/>
              </p:cNvSpPr>
              <p:nvPr/>
            </p:nvSpPr>
            <p:spPr bwMode="ltGray">
              <a:xfrm>
                <a:off x="7" y="3837"/>
                <a:ext cx="6" cy="12"/>
              </a:xfrm>
              <a:custGeom>
                <a:avLst/>
                <a:gdLst>
                  <a:gd name="T0" fmla="*/ 6 w 6"/>
                  <a:gd name="T1" fmla="*/ 0 h 12"/>
                  <a:gd name="T2" fmla="*/ 6 w 6"/>
                  <a:gd name="T3" fmla="*/ 0 h 12"/>
                  <a:gd name="T4" fmla="*/ 0 w 6"/>
                  <a:gd name="T5" fmla="*/ 0 h 12"/>
                  <a:gd name="T6" fmla="*/ 0 w 6"/>
                  <a:gd name="T7" fmla="*/ 0 h 12"/>
                  <a:gd name="T8" fmla="*/ 0 w 6"/>
                  <a:gd name="T9" fmla="*/ 12 h 12"/>
                  <a:gd name="T10" fmla="*/ 6 w 6"/>
                  <a:gd name="T11" fmla="*/ 0 h 12"/>
                  <a:gd name="T12" fmla="*/ 6 w 6"/>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2">
                    <a:moveTo>
                      <a:pt x="6" y="0"/>
                    </a:moveTo>
                    <a:lnTo>
                      <a:pt x="6" y="0"/>
                    </a:lnTo>
                    <a:lnTo>
                      <a:pt x="0" y="0"/>
                    </a:lnTo>
                    <a:lnTo>
                      <a:pt x="0" y="12"/>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4" name="Freeform 145">
                <a:extLst>
                  <a:ext uri="{FF2B5EF4-FFF2-40B4-BE49-F238E27FC236}">
                    <a16:creationId xmlns:a16="http://schemas.microsoft.com/office/drawing/2014/main" id="{BEBD0EF3-C9C0-4B4A-8B5D-81C2B5951B76}"/>
                  </a:ext>
                </a:extLst>
              </p:cNvPr>
              <p:cNvSpPr>
                <a:spLocks/>
              </p:cNvSpPr>
              <p:nvPr/>
            </p:nvSpPr>
            <p:spPr bwMode="ltGray">
              <a:xfrm>
                <a:off x="7" y="2555"/>
                <a:ext cx="30" cy="48"/>
              </a:xfrm>
              <a:custGeom>
                <a:avLst/>
                <a:gdLst>
                  <a:gd name="T0" fmla="*/ 18 w 30"/>
                  <a:gd name="T1" fmla="*/ 48 h 48"/>
                  <a:gd name="T2" fmla="*/ 18 w 30"/>
                  <a:gd name="T3" fmla="*/ 48 h 48"/>
                  <a:gd name="T4" fmla="*/ 30 w 30"/>
                  <a:gd name="T5" fmla="*/ 42 h 48"/>
                  <a:gd name="T6" fmla="*/ 0 w 30"/>
                  <a:gd name="T7" fmla="*/ 0 h 48"/>
                  <a:gd name="T8" fmla="*/ 0 w 30"/>
                  <a:gd name="T9" fmla="*/ 24 h 48"/>
                  <a:gd name="T10" fmla="*/ 18 w 30"/>
                  <a:gd name="T11" fmla="*/ 48 h 48"/>
                  <a:gd name="T12" fmla="*/ 18 w 30"/>
                  <a:gd name="T13" fmla="*/ 48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8">
                    <a:moveTo>
                      <a:pt x="18" y="48"/>
                    </a:moveTo>
                    <a:lnTo>
                      <a:pt x="18" y="48"/>
                    </a:lnTo>
                    <a:lnTo>
                      <a:pt x="30" y="42"/>
                    </a:lnTo>
                    <a:lnTo>
                      <a:pt x="0" y="0"/>
                    </a:lnTo>
                    <a:lnTo>
                      <a:pt x="0" y="24"/>
                    </a:lnTo>
                    <a:lnTo>
                      <a:pt x="18" y="4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 name="Freeform 146">
                <a:extLst>
                  <a:ext uri="{FF2B5EF4-FFF2-40B4-BE49-F238E27FC236}">
                    <a16:creationId xmlns:a16="http://schemas.microsoft.com/office/drawing/2014/main" id="{27C387B7-5BA8-461F-9B50-6C39242E9208}"/>
                  </a:ext>
                </a:extLst>
              </p:cNvPr>
              <p:cNvSpPr>
                <a:spLocks/>
              </p:cNvSpPr>
              <p:nvPr/>
            </p:nvSpPr>
            <p:spPr bwMode="ltGray">
              <a:xfrm>
                <a:off x="7" y="3843"/>
                <a:ext cx="36" cy="66"/>
              </a:xfrm>
              <a:custGeom>
                <a:avLst/>
                <a:gdLst>
                  <a:gd name="T0" fmla="*/ 36 w 36"/>
                  <a:gd name="T1" fmla="*/ 0 h 66"/>
                  <a:gd name="T2" fmla="*/ 24 w 36"/>
                  <a:gd name="T3" fmla="*/ 0 h 66"/>
                  <a:gd name="T4" fmla="*/ 24 w 36"/>
                  <a:gd name="T5" fmla="*/ 0 h 66"/>
                  <a:gd name="T6" fmla="*/ 0 w 36"/>
                  <a:gd name="T7" fmla="*/ 36 h 66"/>
                  <a:gd name="T8" fmla="*/ 0 w 36"/>
                  <a:gd name="T9" fmla="*/ 66 h 66"/>
                  <a:gd name="T10" fmla="*/ 36 w 36"/>
                  <a:gd name="T11" fmla="*/ 0 h 66"/>
                  <a:gd name="T12" fmla="*/ 36 w 36"/>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66">
                    <a:moveTo>
                      <a:pt x="36" y="0"/>
                    </a:moveTo>
                    <a:lnTo>
                      <a:pt x="24" y="0"/>
                    </a:lnTo>
                    <a:lnTo>
                      <a:pt x="0" y="36"/>
                    </a:lnTo>
                    <a:lnTo>
                      <a:pt x="0" y="66"/>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 name="Rectangle 147">
                <a:extLst>
                  <a:ext uri="{FF2B5EF4-FFF2-40B4-BE49-F238E27FC236}">
                    <a16:creationId xmlns:a16="http://schemas.microsoft.com/office/drawing/2014/main" id="{357D3819-8943-4CAE-A85C-D51A20456F20}"/>
                  </a:ext>
                </a:extLst>
              </p:cNvPr>
              <p:cNvSpPr>
                <a:spLocks noChangeArrowheads="1"/>
              </p:cNvSpPr>
              <p:nvPr/>
            </p:nvSpPr>
            <p:spPr bwMode="ltGray">
              <a:xfrm rot="244926">
                <a:off x="1177" y="3201"/>
                <a:ext cx="16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37" name="Rectangle 148">
                <a:extLst>
                  <a:ext uri="{FF2B5EF4-FFF2-40B4-BE49-F238E27FC236}">
                    <a16:creationId xmlns:a16="http://schemas.microsoft.com/office/drawing/2014/main" id="{1E8B6D76-A7C2-4E7E-BD92-118A3D16F4D9}"/>
                  </a:ext>
                </a:extLst>
              </p:cNvPr>
              <p:cNvSpPr>
                <a:spLocks noChangeArrowheads="1"/>
              </p:cNvSpPr>
              <p:nvPr/>
            </p:nvSpPr>
            <p:spPr bwMode="ltGray">
              <a:xfrm rot="-5598588">
                <a:off x="290" y="2386"/>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38" name="Freeform 149">
                <a:extLst>
                  <a:ext uri="{FF2B5EF4-FFF2-40B4-BE49-F238E27FC236}">
                    <a16:creationId xmlns:a16="http://schemas.microsoft.com/office/drawing/2014/main" id="{3B082778-6CE7-428D-87A5-C7978ABC9300}"/>
                  </a:ext>
                </a:extLst>
              </p:cNvPr>
              <p:cNvSpPr>
                <a:spLocks/>
              </p:cNvSpPr>
              <p:nvPr/>
            </p:nvSpPr>
            <p:spPr bwMode="ltGray">
              <a:xfrm>
                <a:off x="139" y="3573"/>
                <a:ext cx="144" cy="154"/>
              </a:xfrm>
              <a:custGeom>
                <a:avLst/>
                <a:gdLst>
                  <a:gd name="T0" fmla="*/ 0 w 144"/>
                  <a:gd name="T1" fmla="*/ 102 h 154"/>
                  <a:gd name="T2" fmla="*/ 59 w 144"/>
                  <a:gd name="T3" fmla="*/ 154 h 154"/>
                  <a:gd name="T4" fmla="*/ 117 w 144"/>
                  <a:gd name="T5" fmla="*/ 120 h 154"/>
                  <a:gd name="T6" fmla="*/ 62 w 144"/>
                  <a:gd name="T7" fmla="*/ 55 h 154"/>
                  <a:gd name="T8" fmla="*/ 104 w 144"/>
                  <a:gd name="T9" fmla="*/ 34 h 154"/>
                  <a:gd name="T10" fmla="*/ 117 w 144"/>
                  <a:gd name="T11" fmla="*/ 53 h 154"/>
                  <a:gd name="T12" fmla="*/ 141 w 144"/>
                  <a:gd name="T13" fmla="*/ 47 h 154"/>
                  <a:gd name="T14" fmla="*/ 97 w 144"/>
                  <a:gd name="T15" fmla="*/ 2 h 154"/>
                  <a:gd name="T16" fmla="*/ 36 w 144"/>
                  <a:gd name="T17" fmla="*/ 33 h 154"/>
                  <a:gd name="T18" fmla="*/ 90 w 144"/>
                  <a:gd name="T19" fmla="*/ 107 h 154"/>
                  <a:gd name="T20" fmla="*/ 28 w 144"/>
                  <a:gd name="T21" fmla="*/ 101 h 154"/>
                  <a:gd name="T22" fmla="*/ 0 w 144"/>
                  <a:gd name="T23" fmla="*/ 102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 name="Freeform 150">
                <a:extLst>
                  <a:ext uri="{FF2B5EF4-FFF2-40B4-BE49-F238E27FC236}">
                    <a16:creationId xmlns:a16="http://schemas.microsoft.com/office/drawing/2014/main" id="{BADDCB03-A8B7-4AC9-972D-00BAB0AF778A}"/>
                  </a:ext>
                </a:extLst>
              </p:cNvPr>
              <p:cNvSpPr>
                <a:spLocks/>
              </p:cNvSpPr>
              <p:nvPr/>
            </p:nvSpPr>
            <p:spPr bwMode="ltGray">
              <a:xfrm rot="-2857037">
                <a:off x="612" y="3543"/>
                <a:ext cx="68" cy="69"/>
              </a:xfrm>
              <a:custGeom>
                <a:avLst/>
                <a:gdLst>
                  <a:gd name="T0" fmla="*/ 0 w 144"/>
                  <a:gd name="T1" fmla="*/ 4 h 154"/>
                  <a:gd name="T2" fmla="*/ 3 w 144"/>
                  <a:gd name="T3" fmla="*/ 6 h 154"/>
                  <a:gd name="T4" fmla="*/ 6 w 144"/>
                  <a:gd name="T5" fmla="*/ 5 h 154"/>
                  <a:gd name="T6" fmla="*/ 3 w 144"/>
                  <a:gd name="T7" fmla="*/ 2 h 154"/>
                  <a:gd name="T8" fmla="*/ 5 w 144"/>
                  <a:gd name="T9" fmla="*/ 1 h 154"/>
                  <a:gd name="T10" fmla="*/ 6 w 144"/>
                  <a:gd name="T11" fmla="*/ 2 h 154"/>
                  <a:gd name="T12" fmla="*/ 7 w 144"/>
                  <a:gd name="T13" fmla="*/ 2 h 154"/>
                  <a:gd name="T14" fmla="*/ 5 w 144"/>
                  <a:gd name="T15" fmla="*/ 0 h 154"/>
                  <a:gd name="T16" fmla="*/ 2 w 144"/>
                  <a:gd name="T17" fmla="*/ 1 h 154"/>
                  <a:gd name="T18" fmla="*/ 4 w 144"/>
                  <a:gd name="T19" fmla="*/ 4 h 154"/>
                  <a:gd name="T20" fmla="*/ 1 w 144"/>
                  <a:gd name="T21" fmla="*/ 4 h 154"/>
                  <a:gd name="T22" fmla="*/ 0 w 144"/>
                  <a:gd name="T23" fmla="*/ 4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0" name="Freeform 151">
                <a:extLst>
                  <a:ext uri="{FF2B5EF4-FFF2-40B4-BE49-F238E27FC236}">
                    <a16:creationId xmlns:a16="http://schemas.microsoft.com/office/drawing/2014/main" id="{DB91AA0F-ABEC-43F1-A314-8C25468D9C6E}"/>
                  </a:ext>
                </a:extLst>
              </p:cNvPr>
              <p:cNvSpPr/>
              <p:nvPr/>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eaLnBrk="1" hangingPunct="1">
                  <a:spcBef>
                    <a:spcPct val="20000"/>
                  </a:spcBef>
                  <a:buClr>
                    <a:schemeClr val="tx1"/>
                  </a:buClr>
                  <a:buSzPct val="80000"/>
                  <a:buFontTx/>
                  <a:buChar char="•"/>
                  <a:defRPr/>
                </a:pPr>
                <a:endParaRPr lang="zh-CN" altLang="en-US"/>
              </a:p>
            </p:txBody>
          </p:sp>
          <p:sp>
            <p:nvSpPr>
              <p:cNvPr id="141" name="Oval 152">
                <a:extLst>
                  <a:ext uri="{FF2B5EF4-FFF2-40B4-BE49-F238E27FC236}">
                    <a16:creationId xmlns:a16="http://schemas.microsoft.com/office/drawing/2014/main" id="{73FE2600-37A4-4333-B320-5A772749F6A8}"/>
                  </a:ext>
                </a:extLst>
              </p:cNvPr>
              <p:cNvSpPr>
                <a:spLocks noChangeArrowheads="1"/>
              </p:cNvSpPr>
              <p:nvPr/>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ln>
              <a:effectLst/>
            </p:spPr>
            <p:txBody>
              <a:bodyPr/>
              <a:lstStyle/>
              <a:p>
                <a:pPr eaLnBrk="1" hangingPunct="1">
                  <a:spcBef>
                    <a:spcPct val="20000"/>
                  </a:spcBef>
                  <a:buClr>
                    <a:schemeClr val="tx1"/>
                  </a:buClr>
                  <a:buSzPct val="80000"/>
                  <a:buFontTx/>
                  <a:buChar char="•"/>
                  <a:defRPr/>
                </a:pPr>
                <a:endParaRPr lang="zh-CN" altLang="en-US"/>
              </a:p>
            </p:txBody>
          </p:sp>
        </p:grpSp>
      </p:grpSp>
      <p:sp>
        <p:nvSpPr>
          <p:cNvPr id="2010265" name="Rectangle 153"/>
          <p:cNvSpPr>
            <a:spLocks noGrp="1" noChangeArrowheads="1"/>
          </p:cNvSpPr>
          <p:nvPr>
            <p:ph type="ctrTitle" sz="quarter"/>
          </p:nvPr>
        </p:nvSpPr>
        <p:spPr>
          <a:xfrm>
            <a:off x="685800" y="1768475"/>
            <a:ext cx="7772400" cy="1736725"/>
          </a:xfrm>
        </p:spPr>
        <p:txBody>
          <a:bodyPr anchor="b" anchorCtr="1"/>
          <a:lstStyle>
            <a:lvl1pPr>
              <a:defRPr sz="5400"/>
            </a:lvl1pPr>
          </a:lstStyle>
          <a:p>
            <a:r>
              <a:rPr lang="zh-CN" altLang="en-US" noProof="1"/>
              <a:t>单击此处编辑母版标题样式</a:t>
            </a:r>
          </a:p>
        </p:txBody>
      </p:sp>
      <p:sp>
        <p:nvSpPr>
          <p:cNvPr id="2010266" name="Rectangle 154"/>
          <p:cNvSpPr>
            <a:spLocks noGrp="1" noChangeArrowheads="1"/>
          </p:cNvSpPr>
          <p:nvPr>
            <p:ph type="subTitle" sz="quarter" idx="1"/>
          </p:nvPr>
        </p:nvSpPr>
        <p:spPr>
          <a:xfrm>
            <a:off x="1371600" y="3886200"/>
            <a:ext cx="6400800" cy="1752600"/>
          </a:xfrm>
        </p:spPr>
        <p:txBody>
          <a:bodyPr/>
          <a:lstStyle>
            <a:lvl1pPr marL="0" indent="0" algn="ctr">
              <a:buFont typeface="Arial" panose="020B0604020202020204" pitchFamily="34" charset="0"/>
              <a:buNone/>
              <a:defRPr/>
            </a:lvl1pPr>
          </a:lstStyle>
          <a:p>
            <a:r>
              <a:rPr lang="zh-CN" altLang="en-US" noProof="1"/>
              <a:t>单击此处编辑母版副标题样式</a:t>
            </a:r>
          </a:p>
        </p:txBody>
      </p:sp>
      <p:sp>
        <p:nvSpPr>
          <p:cNvPr id="155" name="Rectangle 155">
            <a:extLst>
              <a:ext uri="{FF2B5EF4-FFF2-40B4-BE49-F238E27FC236}">
                <a16:creationId xmlns:a16="http://schemas.microsoft.com/office/drawing/2014/main" id="{785C8097-1000-4BBA-AD14-A82559A8E868}"/>
              </a:ext>
            </a:extLst>
          </p:cNvPr>
          <p:cNvSpPr>
            <a:spLocks noGrp="1" noChangeArrowheads="1"/>
          </p:cNvSpPr>
          <p:nvPr>
            <p:ph type="dt" sz="quarter" idx="10"/>
          </p:nvPr>
        </p:nvSpPr>
        <p:spPr>
          <a:xfrm>
            <a:off x="304800" y="6248400"/>
            <a:ext cx="2286000" cy="457200"/>
          </a:xfrm>
        </p:spPr>
        <p:txBody>
          <a:bodyPr/>
          <a:lstStyle>
            <a:lvl1pPr>
              <a:defRPr>
                <a:effectLst>
                  <a:outerShdw blurRad="38100" dist="38100" dir="2700000" algn="tl">
                    <a:srgbClr val="000000"/>
                  </a:outerShdw>
                </a:effectLst>
                <a:latin typeface="+mn-lt"/>
              </a:defRPr>
            </a:lvl1pPr>
          </a:lstStyle>
          <a:p>
            <a:pPr>
              <a:defRPr/>
            </a:pPr>
            <a:fld id="{8950E3C1-FE35-4F59-ADD2-FEDEE433EA05}" type="datetime1">
              <a:rPr lang="zh-CN" altLang="en-US"/>
              <a:pPr>
                <a:defRPr/>
              </a:pPr>
              <a:t>2020/12/3</a:t>
            </a:fld>
            <a:endParaRPr lang="en-US" altLang="zh-CN"/>
          </a:p>
        </p:txBody>
      </p:sp>
      <p:sp>
        <p:nvSpPr>
          <p:cNvPr id="156" name="Rectangle 156">
            <a:extLst>
              <a:ext uri="{FF2B5EF4-FFF2-40B4-BE49-F238E27FC236}">
                <a16:creationId xmlns:a16="http://schemas.microsoft.com/office/drawing/2014/main" id="{1706ED78-10C6-488C-9CA8-D7E16F53DDF2}"/>
              </a:ext>
            </a:extLst>
          </p:cNvPr>
          <p:cNvSpPr>
            <a:spLocks noGrp="1" noChangeArrowheads="1"/>
          </p:cNvSpPr>
          <p:nvPr>
            <p:ph type="ftr" sz="quarter" idx="11"/>
          </p:nvPr>
        </p:nvSpPr>
        <p:spPr>
          <a:xfrm>
            <a:off x="3124200" y="6248400"/>
            <a:ext cx="2895600" cy="457200"/>
          </a:xfrm>
        </p:spPr>
        <p:txBody>
          <a:bodyPr/>
          <a:lstStyle>
            <a:lvl1pPr>
              <a:defRPr>
                <a:effectLst>
                  <a:outerShdw blurRad="38100" dist="38100" dir="2700000" algn="tl">
                    <a:srgbClr val="000000"/>
                  </a:outerShdw>
                </a:effectLst>
                <a:latin typeface="+mn-lt"/>
              </a:defRPr>
            </a:lvl1pPr>
          </a:lstStyle>
          <a:p>
            <a:pPr>
              <a:defRPr/>
            </a:pPr>
            <a:endParaRPr lang="en-US" altLang="zh-CN"/>
          </a:p>
        </p:txBody>
      </p:sp>
      <p:sp>
        <p:nvSpPr>
          <p:cNvPr id="157" name="Rectangle 157">
            <a:extLst>
              <a:ext uri="{FF2B5EF4-FFF2-40B4-BE49-F238E27FC236}">
                <a16:creationId xmlns:a16="http://schemas.microsoft.com/office/drawing/2014/main" id="{52CE6388-D0FD-428B-974E-C06C40E3A3D3}"/>
              </a:ext>
            </a:extLst>
          </p:cNvPr>
          <p:cNvSpPr>
            <a:spLocks noGrp="1" noChangeArrowheads="1"/>
          </p:cNvSpPr>
          <p:nvPr>
            <p:ph type="sldNum" sz="quarter" idx="12"/>
          </p:nvPr>
        </p:nvSpPr>
        <p:spPr>
          <a:xfrm>
            <a:off x="6553200" y="6248400"/>
            <a:ext cx="2286000" cy="457200"/>
          </a:xfrm>
        </p:spPr>
        <p:txBody>
          <a:bodyPr/>
          <a:lstStyle>
            <a:lvl1pPr>
              <a:defRPr>
                <a:effectLst>
                  <a:outerShdw blurRad="38100" dist="38100" dir="2700000">
                    <a:srgbClr val="C0C0C0"/>
                  </a:outerShdw>
                </a:effectLst>
                <a:latin typeface="Tahoma" panose="020B0604030504040204" pitchFamily="34" charset="0"/>
              </a:defRPr>
            </a:lvl1pPr>
          </a:lstStyle>
          <a:p>
            <a:pPr>
              <a:defRPr/>
            </a:pPr>
            <a:fld id="{396CECE9-B554-468A-AA89-93775A39CE90}" type="slidenum">
              <a:rPr lang="en-US" altLang="zh-CN"/>
              <a:pPr>
                <a:defRPr/>
              </a:pPr>
              <a:t>‹#›</a:t>
            </a:fld>
            <a:endParaRPr lang="en-US" altLang="zh-CN"/>
          </a:p>
        </p:txBody>
      </p:sp>
    </p:spTree>
    <p:extLst>
      <p:ext uri="{BB962C8B-B14F-4D97-AF65-F5344CB8AC3E}">
        <p14:creationId xmlns:p14="http://schemas.microsoft.com/office/powerpoint/2010/main" val="10505603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78">
            <a:extLst>
              <a:ext uri="{FF2B5EF4-FFF2-40B4-BE49-F238E27FC236}">
                <a16:creationId xmlns:a16="http://schemas.microsoft.com/office/drawing/2014/main" id="{18BA01C6-58DE-494C-A772-F1DA91403D13}"/>
              </a:ext>
            </a:extLst>
          </p:cNvPr>
          <p:cNvSpPr>
            <a:spLocks noGrp="1" noChangeArrowheads="1"/>
          </p:cNvSpPr>
          <p:nvPr>
            <p:ph type="dt" sz="half" idx="10"/>
          </p:nvPr>
        </p:nvSpPr>
        <p:spPr>
          <a:ln/>
        </p:spPr>
        <p:txBody>
          <a:bodyPr/>
          <a:lstStyle>
            <a:lvl1pPr>
              <a:defRPr/>
            </a:lvl1pPr>
          </a:lstStyle>
          <a:p>
            <a:pPr>
              <a:defRPr/>
            </a:pPr>
            <a:fld id="{C27B2210-07A4-409F-90EB-63BDA331FB44}" type="datetime1">
              <a:rPr lang="zh-CN" altLang="en-US"/>
              <a:pPr>
                <a:defRPr/>
              </a:pPr>
              <a:t>2020/12/3</a:t>
            </a:fld>
            <a:endParaRPr lang="en-US" altLang="zh-CN"/>
          </a:p>
        </p:txBody>
      </p:sp>
      <p:sp>
        <p:nvSpPr>
          <p:cNvPr id="5" name="Rectangle 1179">
            <a:extLst>
              <a:ext uri="{FF2B5EF4-FFF2-40B4-BE49-F238E27FC236}">
                <a16:creationId xmlns:a16="http://schemas.microsoft.com/office/drawing/2014/main" id="{98CA5443-21CA-4F7A-882C-D451F406E21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80">
            <a:extLst>
              <a:ext uri="{FF2B5EF4-FFF2-40B4-BE49-F238E27FC236}">
                <a16:creationId xmlns:a16="http://schemas.microsoft.com/office/drawing/2014/main" id="{D704A788-8EB9-41A8-B786-D6FD6C2D62A8}"/>
              </a:ext>
            </a:extLst>
          </p:cNvPr>
          <p:cNvSpPr>
            <a:spLocks noGrp="1" noChangeArrowheads="1"/>
          </p:cNvSpPr>
          <p:nvPr>
            <p:ph type="sldNum" sz="quarter" idx="12"/>
          </p:nvPr>
        </p:nvSpPr>
        <p:spPr>
          <a:ln/>
        </p:spPr>
        <p:txBody>
          <a:bodyPr/>
          <a:lstStyle>
            <a:lvl1pPr>
              <a:defRPr/>
            </a:lvl1pPr>
          </a:lstStyle>
          <a:p>
            <a:pPr>
              <a:defRPr/>
            </a:pPr>
            <a:fld id="{DE4F08B4-1078-4F72-9D92-D4F2F14A370F}" type="slidenum">
              <a:rPr lang="en-US" altLang="zh-CN"/>
              <a:pPr>
                <a:defRPr/>
              </a:pPr>
              <a:t>‹#›</a:t>
            </a:fld>
            <a:endParaRPr lang="en-US" altLang="zh-CN"/>
          </a:p>
        </p:txBody>
      </p:sp>
    </p:spTree>
    <p:extLst>
      <p:ext uri="{BB962C8B-B14F-4D97-AF65-F5344CB8AC3E}">
        <p14:creationId xmlns:p14="http://schemas.microsoft.com/office/powerpoint/2010/main" val="39666635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178">
            <a:extLst>
              <a:ext uri="{FF2B5EF4-FFF2-40B4-BE49-F238E27FC236}">
                <a16:creationId xmlns:a16="http://schemas.microsoft.com/office/drawing/2014/main" id="{FA6B968C-436B-48E6-9168-B883E38F2EBF}"/>
              </a:ext>
            </a:extLst>
          </p:cNvPr>
          <p:cNvSpPr>
            <a:spLocks noGrp="1" noChangeArrowheads="1"/>
          </p:cNvSpPr>
          <p:nvPr>
            <p:ph type="dt" sz="half" idx="10"/>
          </p:nvPr>
        </p:nvSpPr>
        <p:spPr>
          <a:ln/>
        </p:spPr>
        <p:txBody>
          <a:bodyPr/>
          <a:lstStyle>
            <a:lvl1pPr>
              <a:defRPr/>
            </a:lvl1pPr>
          </a:lstStyle>
          <a:p>
            <a:pPr>
              <a:defRPr/>
            </a:pPr>
            <a:fld id="{71008931-A3F9-4F7D-ACC6-645F78602C48}" type="datetime1">
              <a:rPr lang="zh-CN" altLang="en-US"/>
              <a:pPr>
                <a:defRPr/>
              </a:pPr>
              <a:t>2020/12/3</a:t>
            </a:fld>
            <a:endParaRPr lang="en-US" altLang="zh-CN"/>
          </a:p>
        </p:txBody>
      </p:sp>
      <p:sp>
        <p:nvSpPr>
          <p:cNvPr id="5" name="Rectangle 1179">
            <a:extLst>
              <a:ext uri="{FF2B5EF4-FFF2-40B4-BE49-F238E27FC236}">
                <a16:creationId xmlns:a16="http://schemas.microsoft.com/office/drawing/2014/main" id="{11E30DF9-1610-4E3A-8CA6-58D2138D511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80">
            <a:extLst>
              <a:ext uri="{FF2B5EF4-FFF2-40B4-BE49-F238E27FC236}">
                <a16:creationId xmlns:a16="http://schemas.microsoft.com/office/drawing/2014/main" id="{37AD5250-8D8F-4479-990E-F6E46F5148B9}"/>
              </a:ext>
            </a:extLst>
          </p:cNvPr>
          <p:cNvSpPr>
            <a:spLocks noGrp="1" noChangeArrowheads="1"/>
          </p:cNvSpPr>
          <p:nvPr>
            <p:ph type="sldNum" sz="quarter" idx="12"/>
          </p:nvPr>
        </p:nvSpPr>
        <p:spPr>
          <a:ln/>
        </p:spPr>
        <p:txBody>
          <a:bodyPr/>
          <a:lstStyle>
            <a:lvl1pPr>
              <a:defRPr/>
            </a:lvl1pPr>
          </a:lstStyle>
          <a:p>
            <a:pPr>
              <a:defRPr/>
            </a:pPr>
            <a:fld id="{D5AA5E34-A02F-4387-BEB8-5D62DCEF71D1}" type="slidenum">
              <a:rPr lang="en-US" altLang="zh-CN"/>
              <a:pPr>
                <a:defRPr/>
              </a:pPr>
              <a:t>‹#›</a:t>
            </a:fld>
            <a:endParaRPr lang="en-US" altLang="zh-CN"/>
          </a:p>
        </p:txBody>
      </p:sp>
    </p:spTree>
    <p:extLst>
      <p:ext uri="{BB962C8B-B14F-4D97-AF65-F5344CB8AC3E}">
        <p14:creationId xmlns:p14="http://schemas.microsoft.com/office/powerpoint/2010/main" val="33361755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78">
            <a:extLst>
              <a:ext uri="{FF2B5EF4-FFF2-40B4-BE49-F238E27FC236}">
                <a16:creationId xmlns:a16="http://schemas.microsoft.com/office/drawing/2014/main" id="{26967DF1-BFEE-4C01-8B0A-E17B228CCDA7}"/>
              </a:ext>
            </a:extLst>
          </p:cNvPr>
          <p:cNvSpPr>
            <a:spLocks noGrp="1" noChangeArrowheads="1"/>
          </p:cNvSpPr>
          <p:nvPr>
            <p:ph type="dt" sz="half" idx="10"/>
          </p:nvPr>
        </p:nvSpPr>
        <p:spPr>
          <a:ln/>
        </p:spPr>
        <p:txBody>
          <a:bodyPr/>
          <a:lstStyle>
            <a:lvl1pPr>
              <a:defRPr/>
            </a:lvl1pPr>
          </a:lstStyle>
          <a:p>
            <a:pPr>
              <a:defRPr/>
            </a:pPr>
            <a:fld id="{7FAE6CFB-314C-43F5-8E33-C935881689BB}" type="datetime1">
              <a:rPr lang="zh-CN" altLang="en-US"/>
              <a:pPr>
                <a:defRPr/>
              </a:pPr>
              <a:t>2020/12/3</a:t>
            </a:fld>
            <a:endParaRPr lang="en-US" altLang="zh-CN"/>
          </a:p>
        </p:txBody>
      </p:sp>
      <p:sp>
        <p:nvSpPr>
          <p:cNvPr id="6" name="Rectangle 1179">
            <a:extLst>
              <a:ext uri="{FF2B5EF4-FFF2-40B4-BE49-F238E27FC236}">
                <a16:creationId xmlns:a16="http://schemas.microsoft.com/office/drawing/2014/main" id="{A2859FCC-4676-4223-9D60-881DE5195A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80">
            <a:extLst>
              <a:ext uri="{FF2B5EF4-FFF2-40B4-BE49-F238E27FC236}">
                <a16:creationId xmlns:a16="http://schemas.microsoft.com/office/drawing/2014/main" id="{AFDAB093-6EE5-45D5-BEDF-84DE5389E8BB}"/>
              </a:ext>
            </a:extLst>
          </p:cNvPr>
          <p:cNvSpPr>
            <a:spLocks noGrp="1" noChangeArrowheads="1"/>
          </p:cNvSpPr>
          <p:nvPr>
            <p:ph type="sldNum" sz="quarter" idx="12"/>
          </p:nvPr>
        </p:nvSpPr>
        <p:spPr>
          <a:ln/>
        </p:spPr>
        <p:txBody>
          <a:bodyPr/>
          <a:lstStyle>
            <a:lvl1pPr>
              <a:defRPr/>
            </a:lvl1pPr>
          </a:lstStyle>
          <a:p>
            <a:pPr>
              <a:defRPr/>
            </a:pPr>
            <a:fld id="{B5248302-5053-4CF9-AB62-D1C0ECAB8F30}" type="slidenum">
              <a:rPr lang="en-US" altLang="zh-CN"/>
              <a:pPr>
                <a:defRPr/>
              </a:pPr>
              <a:t>‹#›</a:t>
            </a:fld>
            <a:endParaRPr lang="en-US" altLang="zh-CN"/>
          </a:p>
        </p:txBody>
      </p:sp>
    </p:spTree>
    <p:extLst>
      <p:ext uri="{BB962C8B-B14F-4D97-AF65-F5344CB8AC3E}">
        <p14:creationId xmlns:p14="http://schemas.microsoft.com/office/powerpoint/2010/main" val="7062720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78">
            <a:extLst>
              <a:ext uri="{FF2B5EF4-FFF2-40B4-BE49-F238E27FC236}">
                <a16:creationId xmlns:a16="http://schemas.microsoft.com/office/drawing/2014/main" id="{718B1B5E-D731-46B2-97B0-D9F6662318B6}"/>
              </a:ext>
            </a:extLst>
          </p:cNvPr>
          <p:cNvSpPr>
            <a:spLocks noGrp="1" noChangeArrowheads="1"/>
          </p:cNvSpPr>
          <p:nvPr>
            <p:ph type="dt" sz="half" idx="10"/>
          </p:nvPr>
        </p:nvSpPr>
        <p:spPr>
          <a:ln/>
        </p:spPr>
        <p:txBody>
          <a:bodyPr/>
          <a:lstStyle>
            <a:lvl1pPr>
              <a:defRPr/>
            </a:lvl1pPr>
          </a:lstStyle>
          <a:p>
            <a:pPr>
              <a:defRPr/>
            </a:pPr>
            <a:fld id="{743ADB4F-63CA-40AE-80B8-FE192AF32B8E}" type="datetime1">
              <a:rPr lang="zh-CN" altLang="en-US"/>
              <a:pPr>
                <a:defRPr/>
              </a:pPr>
              <a:t>2020/12/3</a:t>
            </a:fld>
            <a:endParaRPr lang="en-US" altLang="zh-CN"/>
          </a:p>
        </p:txBody>
      </p:sp>
      <p:sp>
        <p:nvSpPr>
          <p:cNvPr id="8" name="Rectangle 1179">
            <a:extLst>
              <a:ext uri="{FF2B5EF4-FFF2-40B4-BE49-F238E27FC236}">
                <a16:creationId xmlns:a16="http://schemas.microsoft.com/office/drawing/2014/main" id="{7C6EAFC2-294D-4FD9-9BAD-F28D5110CA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180">
            <a:extLst>
              <a:ext uri="{FF2B5EF4-FFF2-40B4-BE49-F238E27FC236}">
                <a16:creationId xmlns:a16="http://schemas.microsoft.com/office/drawing/2014/main" id="{15AD93A7-153B-48EF-84FA-5C2A3C68AF9B}"/>
              </a:ext>
            </a:extLst>
          </p:cNvPr>
          <p:cNvSpPr>
            <a:spLocks noGrp="1" noChangeArrowheads="1"/>
          </p:cNvSpPr>
          <p:nvPr>
            <p:ph type="sldNum" sz="quarter" idx="12"/>
          </p:nvPr>
        </p:nvSpPr>
        <p:spPr>
          <a:ln/>
        </p:spPr>
        <p:txBody>
          <a:bodyPr/>
          <a:lstStyle>
            <a:lvl1pPr>
              <a:defRPr/>
            </a:lvl1pPr>
          </a:lstStyle>
          <a:p>
            <a:pPr>
              <a:defRPr/>
            </a:pPr>
            <a:fld id="{03AC00C7-9200-45FB-9612-E5CDA53982AB}" type="slidenum">
              <a:rPr lang="en-US" altLang="zh-CN"/>
              <a:pPr>
                <a:defRPr/>
              </a:pPr>
              <a:t>‹#›</a:t>
            </a:fld>
            <a:endParaRPr lang="en-US" altLang="zh-CN"/>
          </a:p>
        </p:txBody>
      </p:sp>
    </p:spTree>
    <p:extLst>
      <p:ext uri="{BB962C8B-B14F-4D97-AF65-F5344CB8AC3E}">
        <p14:creationId xmlns:p14="http://schemas.microsoft.com/office/powerpoint/2010/main" val="36393008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78">
            <a:extLst>
              <a:ext uri="{FF2B5EF4-FFF2-40B4-BE49-F238E27FC236}">
                <a16:creationId xmlns:a16="http://schemas.microsoft.com/office/drawing/2014/main" id="{CEB79726-0CE5-4C7F-AC6A-95933EAC78F2}"/>
              </a:ext>
            </a:extLst>
          </p:cNvPr>
          <p:cNvSpPr>
            <a:spLocks noGrp="1" noChangeArrowheads="1"/>
          </p:cNvSpPr>
          <p:nvPr>
            <p:ph type="dt" sz="half" idx="10"/>
          </p:nvPr>
        </p:nvSpPr>
        <p:spPr>
          <a:ln/>
        </p:spPr>
        <p:txBody>
          <a:bodyPr/>
          <a:lstStyle>
            <a:lvl1pPr>
              <a:defRPr/>
            </a:lvl1pPr>
          </a:lstStyle>
          <a:p>
            <a:pPr>
              <a:defRPr/>
            </a:pPr>
            <a:fld id="{25F646B7-1A40-4B6E-A17E-2802348AA873}" type="datetime1">
              <a:rPr lang="zh-CN" altLang="en-US"/>
              <a:pPr>
                <a:defRPr/>
              </a:pPr>
              <a:t>2020/12/3</a:t>
            </a:fld>
            <a:endParaRPr lang="en-US" altLang="zh-CN"/>
          </a:p>
        </p:txBody>
      </p:sp>
      <p:sp>
        <p:nvSpPr>
          <p:cNvPr id="4" name="Rectangle 1179">
            <a:extLst>
              <a:ext uri="{FF2B5EF4-FFF2-40B4-BE49-F238E27FC236}">
                <a16:creationId xmlns:a16="http://schemas.microsoft.com/office/drawing/2014/main" id="{FFF7C751-F321-434B-99B7-DEAFA05C4B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80">
            <a:extLst>
              <a:ext uri="{FF2B5EF4-FFF2-40B4-BE49-F238E27FC236}">
                <a16:creationId xmlns:a16="http://schemas.microsoft.com/office/drawing/2014/main" id="{7462733E-D697-4D34-A169-795A8643DAEA}"/>
              </a:ext>
            </a:extLst>
          </p:cNvPr>
          <p:cNvSpPr>
            <a:spLocks noGrp="1" noChangeArrowheads="1"/>
          </p:cNvSpPr>
          <p:nvPr>
            <p:ph type="sldNum" sz="quarter" idx="12"/>
          </p:nvPr>
        </p:nvSpPr>
        <p:spPr>
          <a:ln/>
        </p:spPr>
        <p:txBody>
          <a:bodyPr/>
          <a:lstStyle>
            <a:lvl1pPr>
              <a:defRPr/>
            </a:lvl1pPr>
          </a:lstStyle>
          <a:p>
            <a:pPr>
              <a:defRPr/>
            </a:pPr>
            <a:fld id="{A665FC3F-AFEF-4727-8306-3753C8AE5FE7}" type="slidenum">
              <a:rPr lang="en-US" altLang="zh-CN"/>
              <a:pPr>
                <a:defRPr/>
              </a:pPr>
              <a:t>‹#›</a:t>
            </a:fld>
            <a:endParaRPr lang="en-US" altLang="zh-CN"/>
          </a:p>
        </p:txBody>
      </p:sp>
    </p:spTree>
    <p:extLst>
      <p:ext uri="{BB962C8B-B14F-4D97-AF65-F5344CB8AC3E}">
        <p14:creationId xmlns:p14="http://schemas.microsoft.com/office/powerpoint/2010/main" val="37559372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78">
            <a:extLst>
              <a:ext uri="{FF2B5EF4-FFF2-40B4-BE49-F238E27FC236}">
                <a16:creationId xmlns:a16="http://schemas.microsoft.com/office/drawing/2014/main" id="{3E0A062E-5D70-4EDB-B8DE-B12111AEEA48}"/>
              </a:ext>
            </a:extLst>
          </p:cNvPr>
          <p:cNvSpPr>
            <a:spLocks noGrp="1" noChangeArrowheads="1"/>
          </p:cNvSpPr>
          <p:nvPr>
            <p:ph type="dt" sz="half" idx="10"/>
          </p:nvPr>
        </p:nvSpPr>
        <p:spPr>
          <a:ln/>
        </p:spPr>
        <p:txBody>
          <a:bodyPr/>
          <a:lstStyle>
            <a:lvl1pPr>
              <a:defRPr/>
            </a:lvl1pPr>
          </a:lstStyle>
          <a:p>
            <a:pPr>
              <a:defRPr/>
            </a:pPr>
            <a:fld id="{F5C9A4FA-4C3C-43D2-878D-6AEFC0B40BAA}" type="datetime1">
              <a:rPr lang="zh-CN" altLang="en-US"/>
              <a:pPr>
                <a:defRPr/>
              </a:pPr>
              <a:t>2020/12/3</a:t>
            </a:fld>
            <a:endParaRPr lang="en-US" altLang="zh-CN"/>
          </a:p>
        </p:txBody>
      </p:sp>
      <p:sp>
        <p:nvSpPr>
          <p:cNvPr id="3" name="Rectangle 1179">
            <a:extLst>
              <a:ext uri="{FF2B5EF4-FFF2-40B4-BE49-F238E27FC236}">
                <a16:creationId xmlns:a16="http://schemas.microsoft.com/office/drawing/2014/main" id="{8A95A2CD-279C-4F44-9E5D-01CCC5493F1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180">
            <a:extLst>
              <a:ext uri="{FF2B5EF4-FFF2-40B4-BE49-F238E27FC236}">
                <a16:creationId xmlns:a16="http://schemas.microsoft.com/office/drawing/2014/main" id="{1EA27746-DDF4-4F6B-9BDD-F77C01B42100}"/>
              </a:ext>
            </a:extLst>
          </p:cNvPr>
          <p:cNvSpPr>
            <a:spLocks noGrp="1" noChangeArrowheads="1"/>
          </p:cNvSpPr>
          <p:nvPr>
            <p:ph type="sldNum" sz="quarter" idx="12"/>
          </p:nvPr>
        </p:nvSpPr>
        <p:spPr>
          <a:ln/>
        </p:spPr>
        <p:txBody>
          <a:bodyPr/>
          <a:lstStyle>
            <a:lvl1pPr>
              <a:defRPr/>
            </a:lvl1pPr>
          </a:lstStyle>
          <a:p>
            <a:pPr>
              <a:defRPr/>
            </a:pPr>
            <a:fld id="{A01B6FCA-D5C6-4D63-9DD8-E3B9A446E5C6}" type="slidenum">
              <a:rPr lang="en-US" altLang="zh-CN"/>
              <a:pPr>
                <a:defRPr/>
              </a:pPr>
              <a:t>‹#›</a:t>
            </a:fld>
            <a:endParaRPr lang="en-US" altLang="zh-CN"/>
          </a:p>
        </p:txBody>
      </p:sp>
    </p:spTree>
    <p:extLst>
      <p:ext uri="{BB962C8B-B14F-4D97-AF65-F5344CB8AC3E}">
        <p14:creationId xmlns:p14="http://schemas.microsoft.com/office/powerpoint/2010/main" val="42625610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78">
            <a:extLst>
              <a:ext uri="{FF2B5EF4-FFF2-40B4-BE49-F238E27FC236}">
                <a16:creationId xmlns:a16="http://schemas.microsoft.com/office/drawing/2014/main" id="{F5CEB96C-88A5-40AD-94AF-7185409E50F4}"/>
              </a:ext>
            </a:extLst>
          </p:cNvPr>
          <p:cNvSpPr>
            <a:spLocks noGrp="1" noChangeArrowheads="1"/>
          </p:cNvSpPr>
          <p:nvPr>
            <p:ph type="dt" sz="half" idx="10"/>
          </p:nvPr>
        </p:nvSpPr>
        <p:spPr>
          <a:ln/>
        </p:spPr>
        <p:txBody>
          <a:bodyPr/>
          <a:lstStyle>
            <a:lvl1pPr>
              <a:defRPr/>
            </a:lvl1pPr>
          </a:lstStyle>
          <a:p>
            <a:pPr>
              <a:defRPr/>
            </a:pPr>
            <a:fld id="{EC4A4DC7-B3E9-4B96-B3F1-DE0546F61579}" type="datetime1">
              <a:rPr lang="zh-CN" altLang="en-US"/>
              <a:pPr>
                <a:defRPr/>
              </a:pPr>
              <a:t>2020/12/3</a:t>
            </a:fld>
            <a:endParaRPr lang="en-US" altLang="zh-CN"/>
          </a:p>
        </p:txBody>
      </p:sp>
      <p:sp>
        <p:nvSpPr>
          <p:cNvPr id="6" name="Rectangle 1179">
            <a:extLst>
              <a:ext uri="{FF2B5EF4-FFF2-40B4-BE49-F238E27FC236}">
                <a16:creationId xmlns:a16="http://schemas.microsoft.com/office/drawing/2014/main" id="{62427DC4-AD70-4EB2-8366-FA08364C8D7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80">
            <a:extLst>
              <a:ext uri="{FF2B5EF4-FFF2-40B4-BE49-F238E27FC236}">
                <a16:creationId xmlns:a16="http://schemas.microsoft.com/office/drawing/2014/main" id="{44A58F49-D9A6-4BD7-8B97-6428D0D43E9C}"/>
              </a:ext>
            </a:extLst>
          </p:cNvPr>
          <p:cNvSpPr>
            <a:spLocks noGrp="1" noChangeArrowheads="1"/>
          </p:cNvSpPr>
          <p:nvPr>
            <p:ph type="sldNum" sz="quarter" idx="12"/>
          </p:nvPr>
        </p:nvSpPr>
        <p:spPr>
          <a:ln/>
        </p:spPr>
        <p:txBody>
          <a:bodyPr/>
          <a:lstStyle>
            <a:lvl1pPr>
              <a:defRPr/>
            </a:lvl1pPr>
          </a:lstStyle>
          <a:p>
            <a:pPr>
              <a:defRPr/>
            </a:pPr>
            <a:fld id="{D5F08FAC-1D1A-48C2-9DFC-0970417B43EA}" type="slidenum">
              <a:rPr lang="en-US" altLang="zh-CN"/>
              <a:pPr>
                <a:defRPr/>
              </a:pPr>
              <a:t>‹#›</a:t>
            </a:fld>
            <a:endParaRPr lang="en-US" altLang="zh-CN"/>
          </a:p>
        </p:txBody>
      </p:sp>
    </p:spTree>
    <p:extLst>
      <p:ext uri="{BB962C8B-B14F-4D97-AF65-F5344CB8AC3E}">
        <p14:creationId xmlns:p14="http://schemas.microsoft.com/office/powerpoint/2010/main" val="39344193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78">
            <a:extLst>
              <a:ext uri="{FF2B5EF4-FFF2-40B4-BE49-F238E27FC236}">
                <a16:creationId xmlns:a16="http://schemas.microsoft.com/office/drawing/2014/main" id="{A1E5E6D8-11E7-42A6-96B1-13FD5FD95755}"/>
              </a:ext>
            </a:extLst>
          </p:cNvPr>
          <p:cNvSpPr>
            <a:spLocks noGrp="1" noChangeArrowheads="1"/>
          </p:cNvSpPr>
          <p:nvPr>
            <p:ph type="dt" sz="half" idx="10"/>
          </p:nvPr>
        </p:nvSpPr>
        <p:spPr>
          <a:ln/>
        </p:spPr>
        <p:txBody>
          <a:bodyPr/>
          <a:lstStyle>
            <a:lvl1pPr>
              <a:defRPr/>
            </a:lvl1pPr>
          </a:lstStyle>
          <a:p>
            <a:pPr>
              <a:defRPr/>
            </a:pPr>
            <a:fld id="{E479E73C-5031-4898-A1E3-E2B94CF9428D}" type="datetime1">
              <a:rPr lang="zh-CN" altLang="en-US"/>
              <a:pPr>
                <a:defRPr/>
              </a:pPr>
              <a:t>2020/12/3</a:t>
            </a:fld>
            <a:endParaRPr lang="en-US" altLang="zh-CN"/>
          </a:p>
        </p:txBody>
      </p:sp>
      <p:sp>
        <p:nvSpPr>
          <p:cNvPr id="6" name="Rectangle 1179">
            <a:extLst>
              <a:ext uri="{FF2B5EF4-FFF2-40B4-BE49-F238E27FC236}">
                <a16:creationId xmlns:a16="http://schemas.microsoft.com/office/drawing/2014/main" id="{1A760C3D-C5B7-4F87-A28C-3BC4EAD7E7E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80">
            <a:extLst>
              <a:ext uri="{FF2B5EF4-FFF2-40B4-BE49-F238E27FC236}">
                <a16:creationId xmlns:a16="http://schemas.microsoft.com/office/drawing/2014/main" id="{F61809AB-12DE-4252-AC4E-D935D7DC90ED}"/>
              </a:ext>
            </a:extLst>
          </p:cNvPr>
          <p:cNvSpPr>
            <a:spLocks noGrp="1" noChangeArrowheads="1"/>
          </p:cNvSpPr>
          <p:nvPr>
            <p:ph type="sldNum" sz="quarter" idx="12"/>
          </p:nvPr>
        </p:nvSpPr>
        <p:spPr>
          <a:ln/>
        </p:spPr>
        <p:txBody>
          <a:bodyPr/>
          <a:lstStyle>
            <a:lvl1pPr>
              <a:defRPr/>
            </a:lvl1pPr>
          </a:lstStyle>
          <a:p>
            <a:pPr>
              <a:defRPr/>
            </a:pPr>
            <a:fld id="{52DEB13B-41E7-4910-A054-442058D74E44}" type="slidenum">
              <a:rPr lang="en-US" altLang="zh-CN"/>
              <a:pPr>
                <a:defRPr/>
              </a:pPr>
              <a:t>‹#›</a:t>
            </a:fld>
            <a:endParaRPr lang="en-US" altLang="zh-CN"/>
          </a:p>
        </p:txBody>
      </p:sp>
    </p:spTree>
    <p:extLst>
      <p:ext uri="{BB962C8B-B14F-4D97-AF65-F5344CB8AC3E}">
        <p14:creationId xmlns:p14="http://schemas.microsoft.com/office/powerpoint/2010/main" val="4012292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78">
            <a:extLst>
              <a:ext uri="{FF2B5EF4-FFF2-40B4-BE49-F238E27FC236}">
                <a16:creationId xmlns:a16="http://schemas.microsoft.com/office/drawing/2014/main" id="{586D28DB-F178-4C5C-B11B-C45594B37F75}"/>
              </a:ext>
            </a:extLst>
          </p:cNvPr>
          <p:cNvSpPr>
            <a:spLocks noGrp="1" noChangeArrowheads="1"/>
          </p:cNvSpPr>
          <p:nvPr>
            <p:ph type="dt" sz="half" idx="10"/>
          </p:nvPr>
        </p:nvSpPr>
        <p:spPr>
          <a:ln/>
        </p:spPr>
        <p:txBody>
          <a:bodyPr/>
          <a:lstStyle>
            <a:lvl1pPr>
              <a:defRPr/>
            </a:lvl1pPr>
          </a:lstStyle>
          <a:p>
            <a:pPr>
              <a:defRPr/>
            </a:pPr>
            <a:fld id="{B800AB32-2BE5-4407-AE36-951E66BF101C}" type="datetime1">
              <a:rPr lang="zh-CN" altLang="en-US"/>
              <a:pPr>
                <a:defRPr/>
              </a:pPr>
              <a:t>2020/12/3</a:t>
            </a:fld>
            <a:endParaRPr lang="en-US" altLang="zh-CN"/>
          </a:p>
        </p:txBody>
      </p:sp>
      <p:sp>
        <p:nvSpPr>
          <p:cNvPr id="5" name="Rectangle 1179">
            <a:extLst>
              <a:ext uri="{FF2B5EF4-FFF2-40B4-BE49-F238E27FC236}">
                <a16:creationId xmlns:a16="http://schemas.microsoft.com/office/drawing/2014/main" id="{41D02529-E9DA-412F-B853-B776122162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80">
            <a:extLst>
              <a:ext uri="{FF2B5EF4-FFF2-40B4-BE49-F238E27FC236}">
                <a16:creationId xmlns:a16="http://schemas.microsoft.com/office/drawing/2014/main" id="{C239BA6B-BB27-406B-AFD9-15770C1E7FA0}"/>
              </a:ext>
            </a:extLst>
          </p:cNvPr>
          <p:cNvSpPr>
            <a:spLocks noGrp="1" noChangeArrowheads="1"/>
          </p:cNvSpPr>
          <p:nvPr>
            <p:ph type="sldNum" sz="quarter" idx="12"/>
          </p:nvPr>
        </p:nvSpPr>
        <p:spPr>
          <a:ln/>
        </p:spPr>
        <p:txBody>
          <a:bodyPr/>
          <a:lstStyle>
            <a:lvl1pPr>
              <a:defRPr/>
            </a:lvl1pPr>
          </a:lstStyle>
          <a:p>
            <a:pPr>
              <a:defRPr/>
            </a:pPr>
            <a:fld id="{D372622D-F7DD-4017-875C-725E45576F62}" type="slidenum">
              <a:rPr lang="en-US" altLang="zh-CN"/>
              <a:pPr>
                <a:defRPr/>
              </a:pPr>
              <a:t>‹#›</a:t>
            </a:fld>
            <a:endParaRPr lang="en-US" altLang="zh-CN"/>
          </a:p>
        </p:txBody>
      </p:sp>
    </p:spTree>
    <p:extLst>
      <p:ext uri="{BB962C8B-B14F-4D97-AF65-F5344CB8AC3E}">
        <p14:creationId xmlns:p14="http://schemas.microsoft.com/office/powerpoint/2010/main" val="14969092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78">
            <a:extLst>
              <a:ext uri="{FF2B5EF4-FFF2-40B4-BE49-F238E27FC236}">
                <a16:creationId xmlns:a16="http://schemas.microsoft.com/office/drawing/2014/main" id="{139565C0-13FF-4CAB-A7D9-4A3D0A32FCC0}"/>
              </a:ext>
            </a:extLst>
          </p:cNvPr>
          <p:cNvSpPr>
            <a:spLocks noGrp="1" noChangeArrowheads="1"/>
          </p:cNvSpPr>
          <p:nvPr>
            <p:ph type="dt" sz="half" idx="10"/>
          </p:nvPr>
        </p:nvSpPr>
        <p:spPr>
          <a:ln/>
        </p:spPr>
        <p:txBody>
          <a:bodyPr/>
          <a:lstStyle>
            <a:lvl1pPr>
              <a:defRPr/>
            </a:lvl1pPr>
          </a:lstStyle>
          <a:p>
            <a:pPr>
              <a:defRPr/>
            </a:pPr>
            <a:fld id="{8C87DFDA-3286-4CC8-82EB-1FD329C5DEC0}" type="datetime1">
              <a:rPr lang="zh-CN" altLang="en-US"/>
              <a:pPr>
                <a:defRPr/>
              </a:pPr>
              <a:t>2020/12/3</a:t>
            </a:fld>
            <a:endParaRPr lang="en-US" altLang="zh-CN"/>
          </a:p>
        </p:txBody>
      </p:sp>
      <p:sp>
        <p:nvSpPr>
          <p:cNvPr id="5" name="Rectangle 1179">
            <a:extLst>
              <a:ext uri="{FF2B5EF4-FFF2-40B4-BE49-F238E27FC236}">
                <a16:creationId xmlns:a16="http://schemas.microsoft.com/office/drawing/2014/main" id="{801BEB37-EEF3-4D8C-8E8D-8A9D39324E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80">
            <a:extLst>
              <a:ext uri="{FF2B5EF4-FFF2-40B4-BE49-F238E27FC236}">
                <a16:creationId xmlns:a16="http://schemas.microsoft.com/office/drawing/2014/main" id="{9E3737E2-22FE-43D9-9790-CB22511B2B5A}"/>
              </a:ext>
            </a:extLst>
          </p:cNvPr>
          <p:cNvSpPr>
            <a:spLocks noGrp="1" noChangeArrowheads="1"/>
          </p:cNvSpPr>
          <p:nvPr>
            <p:ph type="sldNum" sz="quarter" idx="12"/>
          </p:nvPr>
        </p:nvSpPr>
        <p:spPr>
          <a:ln/>
        </p:spPr>
        <p:txBody>
          <a:bodyPr/>
          <a:lstStyle>
            <a:lvl1pPr>
              <a:defRPr/>
            </a:lvl1pPr>
          </a:lstStyle>
          <a:p>
            <a:pPr>
              <a:defRPr/>
            </a:pPr>
            <a:fld id="{7D53275D-87D0-4632-83AA-BDDDFE88269A}" type="slidenum">
              <a:rPr lang="en-US" altLang="zh-CN"/>
              <a:pPr>
                <a:defRPr/>
              </a:pPr>
              <a:t>‹#›</a:t>
            </a:fld>
            <a:endParaRPr lang="en-US" altLang="zh-CN"/>
          </a:p>
        </p:txBody>
      </p:sp>
    </p:spTree>
    <p:extLst>
      <p:ext uri="{BB962C8B-B14F-4D97-AF65-F5344CB8AC3E}">
        <p14:creationId xmlns:p14="http://schemas.microsoft.com/office/powerpoint/2010/main" val="14855416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59FB2C99-434F-4249-9861-1B802DEED4C3}"/>
              </a:ext>
            </a:extLst>
          </p:cNvPr>
          <p:cNvGrpSpPr>
            <a:grpSpLocks/>
          </p:cNvGrpSpPr>
          <p:nvPr/>
        </p:nvGrpSpPr>
        <p:grpSpPr bwMode="auto">
          <a:xfrm>
            <a:off x="2084388" y="296863"/>
            <a:ext cx="6823075" cy="5353050"/>
            <a:chOff x="1313" y="187"/>
            <a:chExt cx="4298" cy="3372"/>
          </a:xfrm>
        </p:grpSpPr>
        <p:grpSp>
          <p:nvGrpSpPr>
            <p:cNvPr id="5" name="Group 3">
              <a:extLst>
                <a:ext uri="{FF2B5EF4-FFF2-40B4-BE49-F238E27FC236}">
                  <a16:creationId xmlns:a16="http://schemas.microsoft.com/office/drawing/2014/main" id="{00B14D23-3F07-4805-A316-BF27D69197FE}"/>
                </a:ext>
              </a:extLst>
            </p:cNvPr>
            <p:cNvGrpSpPr>
              <a:grpSpLocks/>
            </p:cNvGrpSpPr>
            <p:nvPr/>
          </p:nvGrpSpPr>
          <p:grpSpPr bwMode="auto">
            <a:xfrm>
              <a:off x="2194" y="601"/>
              <a:ext cx="596" cy="447"/>
              <a:chOff x="0" y="0"/>
              <a:chExt cx="768" cy="576"/>
            </a:xfrm>
          </p:grpSpPr>
          <p:sp>
            <p:nvSpPr>
              <p:cNvPr id="135" name="Oval 4">
                <a:extLst>
                  <a:ext uri="{FF2B5EF4-FFF2-40B4-BE49-F238E27FC236}">
                    <a16:creationId xmlns:a16="http://schemas.microsoft.com/office/drawing/2014/main" id="{677F42DC-6863-4BAC-A11B-6314DD8AB931}"/>
                  </a:ext>
                </a:extLst>
              </p:cNvPr>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36" name="Oval 5">
                <a:extLst>
                  <a:ext uri="{FF2B5EF4-FFF2-40B4-BE49-F238E27FC236}">
                    <a16:creationId xmlns:a16="http://schemas.microsoft.com/office/drawing/2014/main" id="{64E2BE8F-6985-4F2C-87A5-25718CCDAA40}"/>
                  </a:ext>
                </a:extLst>
              </p:cNvPr>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grpSp>
        <p:grpSp>
          <p:nvGrpSpPr>
            <p:cNvPr id="6" name="Group 6">
              <a:extLst>
                <a:ext uri="{FF2B5EF4-FFF2-40B4-BE49-F238E27FC236}">
                  <a16:creationId xmlns:a16="http://schemas.microsoft.com/office/drawing/2014/main" id="{E116AFA9-B345-42DE-B5B0-E818191990DE}"/>
                </a:ext>
              </a:extLst>
            </p:cNvPr>
            <p:cNvGrpSpPr>
              <a:grpSpLocks/>
            </p:cNvGrpSpPr>
            <p:nvPr/>
          </p:nvGrpSpPr>
          <p:grpSpPr bwMode="auto">
            <a:xfrm>
              <a:off x="1312" y="187"/>
              <a:ext cx="4299" cy="3372"/>
              <a:chOff x="0" y="0"/>
              <a:chExt cx="5533" cy="4341"/>
            </a:xfrm>
          </p:grpSpPr>
          <p:grpSp>
            <p:nvGrpSpPr>
              <p:cNvPr id="22" name="Group 7">
                <a:extLst>
                  <a:ext uri="{FF2B5EF4-FFF2-40B4-BE49-F238E27FC236}">
                    <a16:creationId xmlns:a16="http://schemas.microsoft.com/office/drawing/2014/main" id="{3AD4E9F7-A6F5-426B-916D-BBBF9A098FD8}"/>
                  </a:ext>
                </a:extLst>
              </p:cNvPr>
              <p:cNvGrpSpPr>
                <a:grpSpLocks/>
              </p:cNvGrpSpPr>
              <p:nvPr/>
            </p:nvGrpSpPr>
            <p:grpSpPr bwMode="auto">
              <a:xfrm>
                <a:off x="0" y="0"/>
                <a:ext cx="5470" cy="4341"/>
                <a:chOff x="0" y="0"/>
                <a:chExt cx="5470" cy="4341"/>
              </a:xfrm>
            </p:grpSpPr>
            <p:grpSp>
              <p:nvGrpSpPr>
                <p:cNvPr id="33" name="Group 8">
                  <a:extLst>
                    <a:ext uri="{FF2B5EF4-FFF2-40B4-BE49-F238E27FC236}">
                      <a16:creationId xmlns:a16="http://schemas.microsoft.com/office/drawing/2014/main" id="{C38F9653-790B-45FD-9B21-898D19988992}"/>
                    </a:ext>
                  </a:extLst>
                </p:cNvPr>
                <p:cNvGrpSpPr>
                  <a:grpSpLocks/>
                </p:cNvGrpSpPr>
                <p:nvPr/>
              </p:nvGrpSpPr>
              <p:grpSpPr bwMode="auto">
                <a:xfrm>
                  <a:off x="1339" y="787"/>
                  <a:ext cx="2919" cy="2150"/>
                  <a:chOff x="1265" y="815"/>
                  <a:chExt cx="2919" cy="2150"/>
                </a:xfrm>
              </p:grpSpPr>
              <p:sp>
                <p:nvSpPr>
                  <p:cNvPr id="133" name="Oval 9">
                    <a:extLst>
                      <a:ext uri="{FF2B5EF4-FFF2-40B4-BE49-F238E27FC236}">
                        <a16:creationId xmlns:a16="http://schemas.microsoft.com/office/drawing/2014/main" id="{219E676E-8DE0-437C-BA10-3295A49EBE62}"/>
                      </a:ext>
                    </a:extLst>
                  </p:cNvPr>
                  <p:cNvSpPr>
                    <a:spLocks noChangeArrowheads="1"/>
                  </p:cNvSpPr>
                  <p:nvPr/>
                </p:nvSpPr>
                <p:spPr bwMode="hidden">
                  <a:xfrm>
                    <a:off x="1265" y="815"/>
                    <a:ext cx="2919" cy="2150"/>
                  </a:xfrm>
                  <a:prstGeom prst="ellipse">
                    <a:avLst/>
                  </a:prstGeom>
                  <a:gradFill rotWithShape="0">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134" name="Oval 10">
                    <a:extLst>
                      <a:ext uri="{FF2B5EF4-FFF2-40B4-BE49-F238E27FC236}">
                        <a16:creationId xmlns:a16="http://schemas.microsoft.com/office/drawing/2014/main" id="{2E730C55-6A26-428A-A997-BCF30C08E167}"/>
                      </a:ext>
                    </a:extLst>
                  </p:cNvPr>
                  <p:cNvSpPr>
                    <a:spLocks noChangeArrowheads="1"/>
                  </p:cNvSpPr>
                  <p:nvPr/>
                </p:nvSpPr>
                <p:spPr bwMode="hidden">
                  <a:xfrm>
                    <a:off x="2379" y="1601"/>
                    <a:ext cx="578" cy="406"/>
                  </a:xfrm>
                  <a:prstGeom prst="ellipse">
                    <a:avLst/>
                  </a:prstGeom>
                  <a:gradFill rotWithShape="0">
                    <a:gsLst>
                      <a:gs pos="0">
                        <a:schemeClr val="accent2"/>
                      </a:gs>
                      <a:gs pos="100000">
                        <a:schemeClr val="bg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grpSp>
            <p:grpSp>
              <p:nvGrpSpPr>
                <p:cNvPr id="34" name="Group 11">
                  <a:extLst>
                    <a:ext uri="{FF2B5EF4-FFF2-40B4-BE49-F238E27FC236}">
                      <a16:creationId xmlns:a16="http://schemas.microsoft.com/office/drawing/2014/main" id="{B5692614-49E7-4240-ADF1-1C042EE91B7D}"/>
                    </a:ext>
                  </a:extLst>
                </p:cNvPr>
                <p:cNvGrpSpPr>
                  <a:grpSpLocks/>
                </p:cNvGrpSpPr>
                <p:nvPr/>
              </p:nvGrpSpPr>
              <p:grpSpPr bwMode="auto">
                <a:xfrm>
                  <a:off x="0" y="0"/>
                  <a:ext cx="5470" cy="4341"/>
                  <a:chOff x="0" y="0"/>
                  <a:chExt cx="5470" cy="4341"/>
                </a:xfrm>
              </p:grpSpPr>
              <p:grpSp>
                <p:nvGrpSpPr>
                  <p:cNvPr id="35" name="Group 12">
                    <a:extLst>
                      <a:ext uri="{FF2B5EF4-FFF2-40B4-BE49-F238E27FC236}">
                        <a16:creationId xmlns:a16="http://schemas.microsoft.com/office/drawing/2014/main" id="{DD867BE0-08B6-4112-B372-BA30A84A5688}"/>
                      </a:ext>
                    </a:extLst>
                  </p:cNvPr>
                  <p:cNvGrpSpPr>
                    <a:grpSpLocks/>
                  </p:cNvGrpSpPr>
                  <p:nvPr/>
                </p:nvGrpSpPr>
                <p:grpSpPr bwMode="auto">
                  <a:xfrm>
                    <a:off x="3544" y="1503"/>
                    <a:ext cx="1259" cy="2325"/>
                    <a:chOff x="3470" y="1531"/>
                    <a:chExt cx="1259" cy="2325"/>
                  </a:xfrm>
                </p:grpSpPr>
                <p:sp>
                  <p:nvSpPr>
                    <p:cNvPr id="131" name="Freeform 13">
                      <a:extLst>
                        <a:ext uri="{FF2B5EF4-FFF2-40B4-BE49-F238E27FC236}">
                          <a16:creationId xmlns:a16="http://schemas.microsoft.com/office/drawing/2014/main" id="{B1B92355-F4B5-4C5B-8CEA-31F40C016AC1}"/>
                        </a:ext>
                      </a:extLst>
                    </p:cNvPr>
                    <p:cNvSpPr>
                      <a:spLocks/>
                    </p:cNvSpPr>
                    <p:nvPr/>
                  </p:nvSpPr>
                  <p:spPr bwMode="hidden">
                    <a:xfrm rot="2711884">
                      <a:off x="2759" y="2229"/>
                      <a:ext cx="1724" cy="313"/>
                    </a:xfrm>
                    <a:custGeom>
                      <a:avLst/>
                      <a:gdLst>
                        <a:gd name="T0" fmla="*/ 0 w 2736"/>
                        <a:gd name="T1" fmla="*/ 75 h 504"/>
                        <a:gd name="T2" fmla="*/ 136 w 2736"/>
                        <a:gd name="T3" fmla="*/ 25 h 504"/>
                        <a:gd name="T4" fmla="*/ 280 w 2736"/>
                        <a:gd name="T5" fmla="*/ 4 h 504"/>
                        <a:gd name="T6" fmla="*/ 431 w 2736"/>
                        <a:gd name="T7" fmla="*/ 4 h 504"/>
                        <a:gd name="T8" fmla="*/ 429 w 2736"/>
                        <a:gd name="T9" fmla="*/ 16 h 504"/>
                        <a:gd name="T10" fmla="*/ 279 w 2736"/>
                        <a:gd name="T11" fmla="*/ 16 h 504"/>
                        <a:gd name="T12" fmla="*/ 103 w 2736"/>
                        <a:gd name="T13" fmla="*/ 43 h 504"/>
                        <a:gd name="T14" fmla="*/ 0 w 2736"/>
                        <a:gd name="T15" fmla="*/ 7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2" name="Freeform 14">
                      <a:extLst>
                        <a:ext uri="{FF2B5EF4-FFF2-40B4-BE49-F238E27FC236}">
                          <a16:creationId xmlns:a16="http://schemas.microsoft.com/office/drawing/2014/main" id="{5B3A7F81-3225-475D-ABCC-32270719BC58}"/>
                        </a:ext>
                      </a:extLst>
                    </p:cNvPr>
                    <p:cNvSpPr>
                      <a:spLocks/>
                    </p:cNvSpPr>
                    <p:nvPr/>
                  </p:nvSpPr>
                  <p:spPr bwMode="hidden">
                    <a:xfrm rot="2711884">
                      <a:off x="4022" y="3149"/>
                      <a:ext cx="924" cy="490"/>
                    </a:xfrm>
                    <a:custGeom>
                      <a:avLst/>
                      <a:gdLst>
                        <a:gd name="T0" fmla="*/ 1 w 1769"/>
                        <a:gd name="T1" fmla="*/ 1 h 791"/>
                        <a:gd name="T2" fmla="*/ 36 w 1769"/>
                        <a:gd name="T3" fmla="*/ 9 h 791"/>
                        <a:gd name="T4" fmla="*/ 86 w 1769"/>
                        <a:gd name="T5" fmla="*/ 30 h 791"/>
                        <a:gd name="T6" fmla="*/ 120 w 1769"/>
                        <a:gd name="T7" fmla="*/ 64 h 791"/>
                        <a:gd name="T8" fmla="*/ 131 w 1769"/>
                        <a:gd name="T9" fmla="*/ 90 h 791"/>
                        <a:gd name="T10" fmla="*/ 126 w 1769"/>
                        <a:gd name="T11" fmla="*/ 116 h 791"/>
                        <a:gd name="T12" fmla="*/ 119 w 1769"/>
                        <a:gd name="T13" fmla="*/ 94 h 791"/>
                        <a:gd name="T14" fmla="*/ 103 w 1769"/>
                        <a:gd name="T15" fmla="*/ 67 h 791"/>
                        <a:gd name="T16" fmla="*/ 83 w 1769"/>
                        <a:gd name="T17" fmla="*/ 43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36" name="Group 15">
                    <a:extLst>
                      <a:ext uri="{FF2B5EF4-FFF2-40B4-BE49-F238E27FC236}">
                        <a16:creationId xmlns:a16="http://schemas.microsoft.com/office/drawing/2014/main" id="{2C30F658-79C0-488E-AEFD-514445251E86}"/>
                      </a:ext>
                    </a:extLst>
                  </p:cNvPr>
                  <p:cNvGrpSpPr>
                    <a:grpSpLocks/>
                  </p:cNvGrpSpPr>
                  <p:nvPr/>
                </p:nvGrpSpPr>
                <p:grpSpPr bwMode="auto">
                  <a:xfrm>
                    <a:off x="2938" y="1992"/>
                    <a:ext cx="2462" cy="1331"/>
                    <a:chOff x="2864" y="2020"/>
                    <a:chExt cx="2462" cy="1331"/>
                  </a:xfrm>
                </p:grpSpPr>
                <p:sp>
                  <p:nvSpPr>
                    <p:cNvPr id="129" name="Freeform 16">
                      <a:extLst>
                        <a:ext uri="{FF2B5EF4-FFF2-40B4-BE49-F238E27FC236}">
                          <a16:creationId xmlns:a16="http://schemas.microsoft.com/office/drawing/2014/main" id="{76C82123-67E0-4D80-B067-53923B10721D}"/>
                        </a:ext>
                      </a:extLst>
                    </p:cNvPr>
                    <p:cNvSpPr>
                      <a:spLocks/>
                    </p:cNvSpPr>
                    <p:nvPr/>
                  </p:nvSpPr>
                  <p:spPr bwMode="hidden">
                    <a:xfrm rot="2104081">
                      <a:off x="2864" y="2020"/>
                      <a:ext cx="1813" cy="346"/>
                    </a:xfrm>
                    <a:custGeom>
                      <a:avLst/>
                      <a:gdLst>
                        <a:gd name="T0" fmla="*/ 0 w 2736"/>
                        <a:gd name="T1" fmla="*/ 112 h 504"/>
                        <a:gd name="T2" fmla="*/ 167 w 2736"/>
                        <a:gd name="T3" fmla="*/ 37 h 504"/>
                        <a:gd name="T4" fmla="*/ 343 w 2736"/>
                        <a:gd name="T5" fmla="*/ 5 h 504"/>
                        <a:gd name="T6" fmla="*/ 527 w 2736"/>
                        <a:gd name="T7" fmla="*/ 5 h 504"/>
                        <a:gd name="T8" fmla="*/ 524 w 2736"/>
                        <a:gd name="T9" fmla="*/ 23 h 504"/>
                        <a:gd name="T10" fmla="*/ 341 w 2736"/>
                        <a:gd name="T11" fmla="*/ 23 h 504"/>
                        <a:gd name="T12" fmla="*/ 126 w 2736"/>
                        <a:gd name="T13" fmla="*/ 65 h 504"/>
                        <a:gd name="T14" fmla="*/ 0 w 2736"/>
                        <a:gd name="T15" fmla="*/ 112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30" name="Freeform 17">
                      <a:extLst>
                        <a:ext uri="{FF2B5EF4-FFF2-40B4-BE49-F238E27FC236}">
                          <a16:creationId xmlns:a16="http://schemas.microsoft.com/office/drawing/2014/main" id="{9EEF4043-D221-4808-AC55-CACBB4CC56CC}"/>
                        </a:ext>
                      </a:extLst>
                    </p:cNvPr>
                    <p:cNvSpPr>
                      <a:spLocks/>
                    </p:cNvSpPr>
                    <p:nvPr/>
                  </p:nvSpPr>
                  <p:spPr bwMode="hidden">
                    <a:xfrm rot="2104081">
                      <a:off x="4352" y="2806"/>
                      <a:ext cx="974" cy="545"/>
                    </a:xfrm>
                    <a:custGeom>
                      <a:avLst/>
                      <a:gdLst>
                        <a:gd name="T0" fmla="*/ 1 w 1769"/>
                        <a:gd name="T1" fmla="*/ 2 h 791"/>
                        <a:gd name="T2" fmla="*/ 45 w 1769"/>
                        <a:gd name="T3" fmla="*/ 13 h 791"/>
                        <a:gd name="T4" fmla="*/ 106 w 1769"/>
                        <a:gd name="T5" fmla="*/ 45 h 791"/>
                        <a:gd name="T6" fmla="*/ 148 w 1769"/>
                        <a:gd name="T7" fmla="*/ 97 h 791"/>
                        <a:gd name="T8" fmla="*/ 161 w 1769"/>
                        <a:gd name="T9" fmla="*/ 137 h 791"/>
                        <a:gd name="T10" fmla="*/ 155 w 1769"/>
                        <a:gd name="T11" fmla="*/ 177 h 791"/>
                        <a:gd name="T12" fmla="*/ 146 w 1769"/>
                        <a:gd name="T13" fmla="*/ 143 h 791"/>
                        <a:gd name="T14" fmla="*/ 128 w 1769"/>
                        <a:gd name="T15" fmla="*/ 103 h 791"/>
                        <a:gd name="T16" fmla="*/ 102 w 1769"/>
                        <a:gd name="T17" fmla="*/ 67 h 791"/>
                        <a:gd name="T18" fmla="*/ 53 w 1769"/>
                        <a:gd name="T19" fmla="*/ 34 h 791"/>
                        <a:gd name="T20" fmla="*/ 0 w 1769"/>
                        <a:gd name="T21" fmla="*/ 17 h 791"/>
                        <a:gd name="T22" fmla="*/ 1 w 1769"/>
                        <a:gd name="T23" fmla="*/ 2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37" name="Group 18">
                    <a:extLst>
                      <a:ext uri="{FF2B5EF4-FFF2-40B4-BE49-F238E27FC236}">
                        <a16:creationId xmlns:a16="http://schemas.microsoft.com/office/drawing/2014/main" id="{EA41269B-4B81-4A03-BF79-6C3D3A7AD513}"/>
                      </a:ext>
                    </a:extLst>
                  </p:cNvPr>
                  <p:cNvGrpSpPr>
                    <a:grpSpLocks/>
                  </p:cNvGrpSpPr>
                  <p:nvPr/>
                </p:nvGrpSpPr>
                <p:grpSpPr bwMode="auto">
                  <a:xfrm>
                    <a:off x="2970" y="1804"/>
                    <a:ext cx="2478" cy="1064"/>
                    <a:chOff x="2896" y="1832"/>
                    <a:chExt cx="2478" cy="1064"/>
                  </a:xfrm>
                </p:grpSpPr>
                <p:sp>
                  <p:nvSpPr>
                    <p:cNvPr id="127" name="Freeform 19">
                      <a:extLst>
                        <a:ext uri="{FF2B5EF4-FFF2-40B4-BE49-F238E27FC236}">
                          <a16:creationId xmlns:a16="http://schemas.microsoft.com/office/drawing/2014/main" id="{DD774A2D-89FC-4209-B949-468823C565EC}"/>
                        </a:ext>
                      </a:extLst>
                    </p:cNvPr>
                    <p:cNvSpPr>
                      <a:spLocks/>
                    </p:cNvSpPr>
                    <p:nvPr/>
                  </p:nvSpPr>
                  <p:spPr bwMode="hidden">
                    <a:xfrm rot="1582915">
                      <a:off x="2896" y="1832"/>
                      <a:ext cx="1736" cy="304"/>
                    </a:xfrm>
                    <a:custGeom>
                      <a:avLst/>
                      <a:gdLst>
                        <a:gd name="T0" fmla="*/ 0 w 2736"/>
                        <a:gd name="T1" fmla="*/ 66 h 504"/>
                        <a:gd name="T2" fmla="*/ 140 w 2736"/>
                        <a:gd name="T3" fmla="*/ 22 h 504"/>
                        <a:gd name="T4" fmla="*/ 288 w 2736"/>
                        <a:gd name="T5" fmla="*/ 3 h 504"/>
                        <a:gd name="T6" fmla="*/ 444 w 2736"/>
                        <a:gd name="T7" fmla="*/ 3 h 504"/>
                        <a:gd name="T8" fmla="*/ 441 w 2736"/>
                        <a:gd name="T9" fmla="*/ 13 h 504"/>
                        <a:gd name="T10" fmla="*/ 286 w 2736"/>
                        <a:gd name="T11" fmla="*/ 13 h 504"/>
                        <a:gd name="T12" fmla="*/ 106 w 2736"/>
                        <a:gd name="T13" fmla="*/ 39 h 504"/>
                        <a:gd name="T14" fmla="*/ 0 w 2736"/>
                        <a:gd name="T15" fmla="*/ 66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28" name="Freeform 20">
                      <a:extLst>
                        <a:ext uri="{FF2B5EF4-FFF2-40B4-BE49-F238E27FC236}">
                          <a16:creationId xmlns:a16="http://schemas.microsoft.com/office/drawing/2014/main" id="{3FFF9EAA-F5A1-4735-9A4F-51571CD6F28A}"/>
                        </a:ext>
                      </a:extLst>
                    </p:cNvPr>
                    <p:cNvSpPr>
                      <a:spLocks/>
                    </p:cNvSpPr>
                    <p:nvPr/>
                  </p:nvSpPr>
                  <p:spPr bwMode="hidden">
                    <a:xfrm rot="1582915">
                      <a:off x="4442" y="2420"/>
                      <a:ext cx="932" cy="476"/>
                    </a:xfrm>
                    <a:custGeom>
                      <a:avLst/>
                      <a:gdLst>
                        <a:gd name="T0" fmla="*/ 1 w 1769"/>
                        <a:gd name="T1" fmla="*/ 1 h 791"/>
                        <a:gd name="T2" fmla="*/ 37 w 1769"/>
                        <a:gd name="T3" fmla="*/ 7 h 791"/>
                        <a:gd name="T4" fmla="*/ 89 w 1769"/>
                        <a:gd name="T5" fmla="*/ 26 h 791"/>
                        <a:gd name="T6" fmla="*/ 124 w 1769"/>
                        <a:gd name="T7" fmla="*/ 57 h 791"/>
                        <a:gd name="T8" fmla="*/ 135 w 1769"/>
                        <a:gd name="T9" fmla="*/ 79 h 791"/>
                        <a:gd name="T10" fmla="*/ 130 w 1769"/>
                        <a:gd name="T11" fmla="*/ 104 h 791"/>
                        <a:gd name="T12" fmla="*/ 122 w 1769"/>
                        <a:gd name="T13" fmla="*/ 83 h 791"/>
                        <a:gd name="T14" fmla="*/ 107 w 1769"/>
                        <a:gd name="T15" fmla="*/ 60 h 791"/>
                        <a:gd name="T16" fmla="*/ 85 w 1769"/>
                        <a:gd name="T17" fmla="*/ 39 h 791"/>
                        <a:gd name="T18" fmla="*/ 45 w 1769"/>
                        <a:gd name="T19" fmla="*/ 20 h 791"/>
                        <a:gd name="T20" fmla="*/ 0 w 1769"/>
                        <a:gd name="T21" fmla="*/ 10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38" name="Group 21">
                    <a:extLst>
                      <a:ext uri="{FF2B5EF4-FFF2-40B4-BE49-F238E27FC236}">
                        <a16:creationId xmlns:a16="http://schemas.microsoft.com/office/drawing/2014/main" id="{99A10E62-4FFA-48A2-9B19-79EAA2509C2B}"/>
                      </a:ext>
                    </a:extLst>
                  </p:cNvPr>
                  <p:cNvGrpSpPr>
                    <a:grpSpLocks/>
                  </p:cNvGrpSpPr>
                  <p:nvPr/>
                </p:nvGrpSpPr>
                <p:grpSpPr bwMode="auto">
                  <a:xfrm>
                    <a:off x="2998" y="1608"/>
                    <a:ext cx="2472" cy="927"/>
                    <a:chOff x="2924" y="1636"/>
                    <a:chExt cx="2472" cy="927"/>
                  </a:xfrm>
                </p:grpSpPr>
                <p:sp>
                  <p:nvSpPr>
                    <p:cNvPr id="125" name="Freeform 22">
                      <a:extLst>
                        <a:ext uri="{FF2B5EF4-FFF2-40B4-BE49-F238E27FC236}">
                          <a16:creationId xmlns:a16="http://schemas.microsoft.com/office/drawing/2014/main" id="{8561AB6E-CB8D-4715-8E0F-F562CC47AC28}"/>
                        </a:ext>
                      </a:extLst>
                    </p:cNvPr>
                    <p:cNvSpPr>
                      <a:spLocks/>
                    </p:cNvSpPr>
                    <p:nvPr/>
                  </p:nvSpPr>
                  <p:spPr bwMode="hidden">
                    <a:xfrm rot="1080363">
                      <a:off x="2924" y="1636"/>
                      <a:ext cx="1677" cy="335"/>
                    </a:xfrm>
                    <a:custGeom>
                      <a:avLst/>
                      <a:gdLst>
                        <a:gd name="T0" fmla="*/ 0 w 2736"/>
                        <a:gd name="T1" fmla="*/ 98 h 504"/>
                        <a:gd name="T2" fmla="*/ 122 w 2736"/>
                        <a:gd name="T3" fmla="*/ 33 h 504"/>
                        <a:gd name="T4" fmla="*/ 251 w 2736"/>
                        <a:gd name="T5" fmla="*/ 5 h 504"/>
                        <a:gd name="T6" fmla="*/ 386 w 2736"/>
                        <a:gd name="T7" fmla="*/ 5 h 504"/>
                        <a:gd name="T8" fmla="*/ 384 w 2736"/>
                        <a:gd name="T9" fmla="*/ 20 h 504"/>
                        <a:gd name="T10" fmla="*/ 249 w 2736"/>
                        <a:gd name="T11" fmla="*/ 20 h 504"/>
                        <a:gd name="T12" fmla="*/ 93 w 2736"/>
                        <a:gd name="T13" fmla="*/ 57 h 504"/>
                        <a:gd name="T14" fmla="*/ 0 w 2736"/>
                        <a:gd name="T15" fmla="*/ 9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26" name="Freeform 23">
                      <a:extLst>
                        <a:ext uri="{FF2B5EF4-FFF2-40B4-BE49-F238E27FC236}">
                          <a16:creationId xmlns:a16="http://schemas.microsoft.com/office/drawing/2014/main" id="{FBFB4185-9217-4FC8-B0AD-C2D9E511D264}"/>
                        </a:ext>
                      </a:extLst>
                    </p:cNvPr>
                    <p:cNvSpPr>
                      <a:spLocks/>
                    </p:cNvSpPr>
                    <p:nvPr/>
                  </p:nvSpPr>
                  <p:spPr bwMode="hidden">
                    <a:xfrm rot="1080363">
                      <a:off x="4495" y="2036"/>
                      <a:ext cx="901" cy="527"/>
                    </a:xfrm>
                    <a:custGeom>
                      <a:avLst/>
                      <a:gdLst>
                        <a:gd name="T0" fmla="*/ 1 w 1769"/>
                        <a:gd name="T1" fmla="*/ 1 h 791"/>
                        <a:gd name="T2" fmla="*/ 33 w 1769"/>
                        <a:gd name="T3" fmla="*/ 11 h 791"/>
                        <a:gd name="T4" fmla="*/ 78 w 1769"/>
                        <a:gd name="T5" fmla="*/ 39 h 791"/>
                        <a:gd name="T6" fmla="*/ 108 w 1769"/>
                        <a:gd name="T7" fmla="*/ 85 h 791"/>
                        <a:gd name="T8" fmla="*/ 118 w 1769"/>
                        <a:gd name="T9" fmla="*/ 120 h 791"/>
                        <a:gd name="T10" fmla="*/ 114 w 1769"/>
                        <a:gd name="T11" fmla="*/ 155 h 791"/>
                        <a:gd name="T12" fmla="*/ 107 w 1769"/>
                        <a:gd name="T13" fmla="*/ 125 h 791"/>
                        <a:gd name="T14" fmla="*/ 93 w 1769"/>
                        <a:gd name="T15" fmla="*/ 89 h 791"/>
                        <a:gd name="T16" fmla="*/ 75 w 1769"/>
                        <a:gd name="T17" fmla="*/ 58 h 791"/>
                        <a:gd name="T18" fmla="*/ 39 w 1769"/>
                        <a:gd name="T19" fmla="*/ 30 h 791"/>
                        <a:gd name="T20" fmla="*/ 0 w 1769"/>
                        <a:gd name="T21" fmla="*/ 15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39" name="Group 24">
                    <a:extLst>
                      <a:ext uri="{FF2B5EF4-FFF2-40B4-BE49-F238E27FC236}">
                        <a16:creationId xmlns:a16="http://schemas.microsoft.com/office/drawing/2014/main" id="{6A8993CF-50BE-48F8-AF96-829946145C5E}"/>
                      </a:ext>
                    </a:extLst>
                  </p:cNvPr>
                  <p:cNvGrpSpPr>
                    <a:grpSpLocks/>
                  </p:cNvGrpSpPr>
                  <p:nvPr/>
                </p:nvGrpSpPr>
                <p:grpSpPr bwMode="auto">
                  <a:xfrm>
                    <a:off x="3032" y="1386"/>
                    <a:ext cx="2341" cy="657"/>
                    <a:chOff x="2958" y="1414"/>
                    <a:chExt cx="2341" cy="657"/>
                  </a:xfrm>
                </p:grpSpPr>
                <p:sp>
                  <p:nvSpPr>
                    <p:cNvPr id="123" name="Freeform 25">
                      <a:extLst>
                        <a:ext uri="{FF2B5EF4-FFF2-40B4-BE49-F238E27FC236}">
                          <a16:creationId xmlns:a16="http://schemas.microsoft.com/office/drawing/2014/main" id="{1E5CDBF0-944D-4760-B533-2698FE952FAD}"/>
                        </a:ext>
                      </a:extLst>
                    </p:cNvPr>
                    <p:cNvSpPr>
                      <a:spLocks/>
                    </p:cNvSpPr>
                    <p:nvPr/>
                  </p:nvSpPr>
                  <p:spPr bwMode="hidden">
                    <a:xfrm rot="463793">
                      <a:off x="2958" y="1414"/>
                      <a:ext cx="1544" cy="312"/>
                    </a:xfrm>
                    <a:custGeom>
                      <a:avLst/>
                      <a:gdLst>
                        <a:gd name="T0" fmla="*/ 0 w 2736"/>
                        <a:gd name="T1" fmla="*/ 74 h 504"/>
                        <a:gd name="T2" fmla="*/ 87 w 2736"/>
                        <a:gd name="T3" fmla="*/ 25 h 504"/>
                        <a:gd name="T4" fmla="*/ 180 w 2736"/>
                        <a:gd name="T5" fmla="*/ 4 h 504"/>
                        <a:gd name="T6" fmla="*/ 278 w 2736"/>
                        <a:gd name="T7" fmla="*/ 4 h 504"/>
                        <a:gd name="T8" fmla="*/ 276 w 2736"/>
                        <a:gd name="T9" fmla="*/ 15 h 504"/>
                        <a:gd name="T10" fmla="*/ 179 w 2736"/>
                        <a:gd name="T11" fmla="*/ 15 h 504"/>
                        <a:gd name="T12" fmla="*/ 66 w 2736"/>
                        <a:gd name="T13" fmla="*/ 43 h 504"/>
                        <a:gd name="T14" fmla="*/ 0 w 2736"/>
                        <a:gd name="T15" fmla="*/ 7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24" name="Freeform 26">
                      <a:extLst>
                        <a:ext uri="{FF2B5EF4-FFF2-40B4-BE49-F238E27FC236}">
                          <a16:creationId xmlns:a16="http://schemas.microsoft.com/office/drawing/2014/main" id="{30CC7DCF-5818-4C8A-BF6E-F1055EEC3AE8}"/>
                        </a:ext>
                      </a:extLst>
                    </p:cNvPr>
                    <p:cNvSpPr>
                      <a:spLocks/>
                    </p:cNvSpPr>
                    <p:nvPr/>
                  </p:nvSpPr>
                  <p:spPr bwMode="hidden">
                    <a:xfrm rot="463793">
                      <a:off x="4469" y="1582"/>
                      <a:ext cx="830" cy="489"/>
                    </a:xfrm>
                    <a:custGeom>
                      <a:avLst/>
                      <a:gdLst>
                        <a:gd name="T0" fmla="*/ 0 w 1769"/>
                        <a:gd name="T1" fmla="*/ 1 h 791"/>
                        <a:gd name="T2" fmla="*/ 23 w 1769"/>
                        <a:gd name="T3" fmla="*/ 9 h 791"/>
                        <a:gd name="T4" fmla="*/ 56 w 1769"/>
                        <a:gd name="T5" fmla="*/ 30 h 791"/>
                        <a:gd name="T6" fmla="*/ 78 w 1769"/>
                        <a:gd name="T7" fmla="*/ 63 h 791"/>
                        <a:gd name="T8" fmla="*/ 85 w 1769"/>
                        <a:gd name="T9" fmla="*/ 88 h 791"/>
                        <a:gd name="T10" fmla="*/ 82 w 1769"/>
                        <a:gd name="T11" fmla="*/ 115 h 791"/>
                        <a:gd name="T12" fmla="*/ 77 w 1769"/>
                        <a:gd name="T13" fmla="*/ 93 h 791"/>
                        <a:gd name="T14" fmla="*/ 68 w 1769"/>
                        <a:gd name="T15" fmla="*/ 67 h 791"/>
                        <a:gd name="T16" fmla="*/ 53 w 1769"/>
                        <a:gd name="T17" fmla="*/ 43 h 791"/>
                        <a:gd name="T18" fmla="*/ 28 w 1769"/>
                        <a:gd name="T19" fmla="*/ 22 h 791"/>
                        <a:gd name="T20" fmla="*/ 0 w 1769"/>
                        <a:gd name="T21" fmla="*/ 1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40" name="Group 27">
                    <a:extLst>
                      <a:ext uri="{FF2B5EF4-FFF2-40B4-BE49-F238E27FC236}">
                        <a16:creationId xmlns:a16="http://schemas.microsoft.com/office/drawing/2014/main" id="{229EABF5-0414-4E36-8414-5D2671F50F0E}"/>
                      </a:ext>
                    </a:extLst>
                  </p:cNvPr>
                  <p:cNvGrpSpPr>
                    <a:grpSpLocks/>
                  </p:cNvGrpSpPr>
                  <p:nvPr/>
                </p:nvGrpSpPr>
                <p:grpSpPr bwMode="auto">
                  <a:xfrm>
                    <a:off x="3057" y="1241"/>
                    <a:ext cx="2150" cy="342"/>
                    <a:chOff x="2983" y="1269"/>
                    <a:chExt cx="2150" cy="342"/>
                  </a:xfrm>
                </p:grpSpPr>
                <p:sp>
                  <p:nvSpPr>
                    <p:cNvPr id="121" name="Freeform 28">
                      <a:extLst>
                        <a:ext uri="{FF2B5EF4-FFF2-40B4-BE49-F238E27FC236}">
                          <a16:creationId xmlns:a16="http://schemas.microsoft.com/office/drawing/2014/main" id="{EC52CF88-2436-4AB7-820B-D971B70AC642}"/>
                        </a:ext>
                      </a:extLst>
                    </p:cNvPr>
                    <p:cNvSpPr>
                      <a:spLocks/>
                    </p:cNvSpPr>
                    <p:nvPr/>
                  </p:nvSpPr>
                  <p:spPr bwMode="hidden">
                    <a:xfrm rot="-84182">
                      <a:off x="2983" y="1290"/>
                      <a:ext cx="1404" cy="219"/>
                    </a:xfrm>
                    <a:custGeom>
                      <a:avLst/>
                      <a:gdLst>
                        <a:gd name="T0" fmla="*/ 0 w 2736"/>
                        <a:gd name="T1" fmla="*/ 18 h 504"/>
                        <a:gd name="T2" fmla="*/ 60 w 2736"/>
                        <a:gd name="T3" fmla="*/ 6 h 504"/>
                        <a:gd name="T4" fmla="*/ 123 w 2736"/>
                        <a:gd name="T5" fmla="*/ 1 h 504"/>
                        <a:gd name="T6" fmla="*/ 189 w 2736"/>
                        <a:gd name="T7" fmla="*/ 1 h 504"/>
                        <a:gd name="T8" fmla="*/ 188 w 2736"/>
                        <a:gd name="T9" fmla="*/ 4 h 504"/>
                        <a:gd name="T10" fmla="*/ 122 w 2736"/>
                        <a:gd name="T11" fmla="*/ 4 h 504"/>
                        <a:gd name="T12" fmla="*/ 45 w 2736"/>
                        <a:gd name="T13" fmla="*/ 10 h 504"/>
                        <a:gd name="T14" fmla="*/ 0 w 2736"/>
                        <a:gd name="T15" fmla="*/ 1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22" name="Freeform 29">
                      <a:extLst>
                        <a:ext uri="{FF2B5EF4-FFF2-40B4-BE49-F238E27FC236}">
                          <a16:creationId xmlns:a16="http://schemas.microsoft.com/office/drawing/2014/main" id="{E6AE26B5-BE91-4AFD-95C3-D6E5653A7CC3}"/>
                        </a:ext>
                      </a:extLst>
                    </p:cNvPr>
                    <p:cNvSpPr>
                      <a:spLocks/>
                    </p:cNvSpPr>
                    <p:nvPr/>
                  </p:nvSpPr>
                  <p:spPr bwMode="hidden">
                    <a:xfrm rot="-84182">
                      <a:off x="4379" y="1269"/>
                      <a:ext cx="754" cy="342"/>
                    </a:xfrm>
                    <a:custGeom>
                      <a:avLst/>
                      <a:gdLst>
                        <a:gd name="T0" fmla="*/ 0 w 1769"/>
                        <a:gd name="T1" fmla="*/ 0 h 791"/>
                        <a:gd name="T2" fmla="*/ 16 w 1769"/>
                        <a:gd name="T3" fmla="*/ 2 h 791"/>
                        <a:gd name="T4" fmla="*/ 38 w 1769"/>
                        <a:gd name="T5" fmla="*/ 7 h 791"/>
                        <a:gd name="T6" fmla="*/ 53 w 1769"/>
                        <a:gd name="T7" fmla="*/ 15 h 791"/>
                        <a:gd name="T8" fmla="*/ 58 w 1769"/>
                        <a:gd name="T9" fmla="*/ 21 h 791"/>
                        <a:gd name="T10" fmla="*/ 56 w 1769"/>
                        <a:gd name="T11" fmla="*/ 28 h 791"/>
                        <a:gd name="T12" fmla="*/ 52 w 1769"/>
                        <a:gd name="T13" fmla="*/ 22 h 791"/>
                        <a:gd name="T14" fmla="*/ 46 w 1769"/>
                        <a:gd name="T15" fmla="*/ 16 h 791"/>
                        <a:gd name="T16" fmla="*/ 37 w 1769"/>
                        <a:gd name="T17" fmla="*/ 10 h 791"/>
                        <a:gd name="T18" fmla="*/ 19 w 1769"/>
                        <a:gd name="T19" fmla="*/ 6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41" name="Group 30">
                    <a:extLst>
                      <a:ext uri="{FF2B5EF4-FFF2-40B4-BE49-F238E27FC236}">
                        <a16:creationId xmlns:a16="http://schemas.microsoft.com/office/drawing/2014/main" id="{607C0CCF-F5EF-40B2-940B-10899C37996A}"/>
                      </a:ext>
                    </a:extLst>
                  </p:cNvPr>
                  <p:cNvGrpSpPr>
                    <a:grpSpLocks/>
                  </p:cNvGrpSpPr>
                  <p:nvPr/>
                </p:nvGrpSpPr>
                <p:grpSpPr bwMode="auto">
                  <a:xfrm>
                    <a:off x="3012" y="890"/>
                    <a:ext cx="1879" cy="426"/>
                    <a:chOff x="2938" y="918"/>
                    <a:chExt cx="1879" cy="426"/>
                  </a:xfrm>
                </p:grpSpPr>
                <p:sp>
                  <p:nvSpPr>
                    <p:cNvPr id="119" name="Freeform 31">
                      <a:extLst>
                        <a:ext uri="{FF2B5EF4-FFF2-40B4-BE49-F238E27FC236}">
                          <a16:creationId xmlns:a16="http://schemas.microsoft.com/office/drawing/2014/main" id="{CB4EE09E-F9B6-4A49-80A8-808ECC9767C0}"/>
                        </a:ext>
                      </a:extLst>
                    </p:cNvPr>
                    <p:cNvSpPr>
                      <a:spLocks/>
                    </p:cNvSpPr>
                    <p:nvPr/>
                  </p:nvSpPr>
                  <p:spPr bwMode="hidden">
                    <a:xfrm rot="-802576">
                      <a:off x="2938" y="1129"/>
                      <a:ext cx="1233" cy="215"/>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20" name="Freeform 32">
                      <a:extLst>
                        <a:ext uri="{FF2B5EF4-FFF2-40B4-BE49-F238E27FC236}">
                          <a16:creationId xmlns:a16="http://schemas.microsoft.com/office/drawing/2014/main" id="{8ECC362D-3ED0-496C-B4A3-C6389BF518A1}"/>
                        </a:ext>
                      </a:extLst>
                    </p:cNvPr>
                    <p:cNvSpPr>
                      <a:spLocks/>
                    </p:cNvSpPr>
                    <p:nvPr/>
                  </p:nvSpPr>
                  <p:spPr bwMode="hidden">
                    <a:xfrm rot="-802576">
                      <a:off x="4155" y="918"/>
                      <a:ext cx="662" cy="337"/>
                    </a:xfrm>
                    <a:custGeom>
                      <a:avLst/>
                      <a:gdLst>
                        <a:gd name="T0" fmla="*/ 0 w 1769"/>
                        <a:gd name="T1" fmla="*/ 0 h 791"/>
                        <a:gd name="T2" fmla="*/ 9 w 1769"/>
                        <a:gd name="T3" fmla="*/ 2 h 791"/>
                        <a:gd name="T4" fmla="*/ 23 w 1769"/>
                        <a:gd name="T5" fmla="*/ 6 h 791"/>
                        <a:gd name="T6" fmla="*/ 32 w 1769"/>
                        <a:gd name="T7" fmla="*/ 14 h 791"/>
                        <a:gd name="T8" fmla="*/ 34 w 1769"/>
                        <a:gd name="T9" fmla="*/ 20 h 791"/>
                        <a:gd name="T10" fmla="*/ 33 w 1769"/>
                        <a:gd name="T11" fmla="*/ 26 h 791"/>
                        <a:gd name="T12" fmla="*/ 31 w 1769"/>
                        <a:gd name="T13" fmla="*/ 21 h 791"/>
                        <a:gd name="T14" fmla="*/ 27 w 1769"/>
                        <a:gd name="T15" fmla="*/ 15 h 791"/>
                        <a:gd name="T16" fmla="*/ 22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42" name="Group 33">
                    <a:extLst>
                      <a:ext uri="{FF2B5EF4-FFF2-40B4-BE49-F238E27FC236}">
                        <a16:creationId xmlns:a16="http://schemas.microsoft.com/office/drawing/2014/main" id="{534E780A-5C7A-4D2C-945D-EF339EE45FE5}"/>
                      </a:ext>
                    </a:extLst>
                  </p:cNvPr>
                  <p:cNvGrpSpPr>
                    <a:grpSpLocks/>
                  </p:cNvGrpSpPr>
                  <p:nvPr/>
                </p:nvGrpSpPr>
                <p:grpSpPr bwMode="auto">
                  <a:xfrm>
                    <a:off x="711" y="1625"/>
                    <a:ext cx="1257" cy="2326"/>
                    <a:chOff x="637" y="1653"/>
                    <a:chExt cx="1257" cy="2326"/>
                  </a:xfrm>
                </p:grpSpPr>
                <p:sp>
                  <p:nvSpPr>
                    <p:cNvPr id="117" name="Freeform 34">
                      <a:extLst>
                        <a:ext uri="{FF2B5EF4-FFF2-40B4-BE49-F238E27FC236}">
                          <a16:creationId xmlns:a16="http://schemas.microsoft.com/office/drawing/2014/main" id="{B0A3E89B-539D-48C7-BA54-3DCDFC77A21B}"/>
                        </a:ext>
                      </a:extLst>
                    </p:cNvPr>
                    <p:cNvSpPr>
                      <a:spLocks/>
                    </p:cNvSpPr>
                    <p:nvPr/>
                  </p:nvSpPr>
                  <p:spPr bwMode="hidden">
                    <a:xfrm rot="18888116" flipH="1">
                      <a:off x="869" y="2351"/>
                      <a:ext cx="1724" cy="314"/>
                    </a:xfrm>
                    <a:custGeom>
                      <a:avLst/>
                      <a:gdLst>
                        <a:gd name="T0" fmla="*/ 0 w 2736"/>
                        <a:gd name="T1" fmla="*/ 76 h 504"/>
                        <a:gd name="T2" fmla="*/ 136 w 2736"/>
                        <a:gd name="T3" fmla="*/ 25 h 504"/>
                        <a:gd name="T4" fmla="*/ 280 w 2736"/>
                        <a:gd name="T5" fmla="*/ 4 h 504"/>
                        <a:gd name="T6" fmla="*/ 431 w 2736"/>
                        <a:gd name="T7" fmla="*/ 4 h 504"/>
                        <a:gd name="T8" fmla="*/ 429 w 2736"/>
                        <a:gd name="T9" fmla="*/ 16 h 504"/>
                        <a:gd name="T10" fmla="*/ 279 w 2736"/>
                        <a:gd name="T11" fmla="*/ 16 h 504"/>
                        <a:gd name="T12" fmla="*/ 103 w 2736"/>
                        <a:gd name="T13" fmla="*/ 44 h 504"/>
                        <a:gd name="T14" fmla="*/ 0 w 2736"/>
                        <a:gd name="T15" fmla="*/ 76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18" name="Freeform 35">
                      <a:extLst>
                        <a:ext uri="{FF2B5EF4-FFF2-40B4-BE49-F238E27FC236}">
                          <a16:creationId xmlns:a16="http://schemas.microsoft.com/office/drawing/2014/main" id="{A25E9291-EF7D-418D-A250-3BE759015230}"/>
                        </a:ext>
                      </a:extLst>
                    </p:cNvPr>
                    <p:cNvSpPr>
                      <a:spLocks/>
                    </p:cNvSpPr>
                    <p:nvPr/>
                  </p:nvSpPr>
                  <p:spPr bwMode="hidden">
                    <a:xfrm rot="18888116" flipH="1">
                      <a:off x="419" y="3271"/>
                      <a:ext cx="926" cy="490"/>
                    </a:xfrm>
                    <a:custGeom>
                      <a:avLst/>
                      <a:gdLst>
                        <a:gd name="T0" fmla="*/ 1 w 1769"/>
                        <a:gd name="T1" fmla="*/ 1 h 791"/>
                        <a:gd name="T2" fmla="*/ 37 w 1769"/>
                        <a:gd name="T3" fmla="*/ 9 h 791"/>
                        <a:gd name="T4" fmla="*/ 87 w 1769"/>
                        <a:gd name="T5" fmla="*/ 30 h 791"/>
                        <a:gd name="T6" fmla="*/ 121 w 1769"/>
                        <a:gd name="T7" fmla="*/ 64 h 791"/>
                        <a:gd name="T8" fmla="*/ 132 w 1769"/>
                        <a:gd name="T9" fmla="*/ 90 h 791"/>
                        <a:gd name="T10" fmla="*/ 127 w 1769"/>
                        <a:gd name="T11" fmla="*/ 116 h 791"/>
                        <a:gd name="T12" fmla="*/ 119 w 1769"/>
                        <a:gd name="T13" fmla="*/ 94 h 791"/>
                        <a:gd name="T14" fmla="*/ 104 w 1769"/>
                        <a:gd name="T15" fmla="*/ 67 h 791"/>
                        <a:gd name="T16" fmla="*/ 83 w 1769"/>
                        <a:gd name="T17" fmla="*/ 43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43" name="Group 36">
                    <a:extLst>
                      <a:ext uri="{FF2B5EF4-FFF2-40B4-BE49-F238E27FC236}">
                        <a16:creationId xmlns:a16="http://schemas.microsoft.com/office/drawing/2014/main" id="{29C1A745-A536-447A-9835-90E95238F0AC}"/>
                      </a:ext>
                    </a:extLst>
                  </p:cNvPr>
                  <p:cNvGrpSpPr>
                    <a:grpSpLocks/>
                  </p:cNvGrpSpPr>
                  <p:nvPr/>
                </p:nvGrpSpPr>
                <p:grpSpPr bwMode="auto">
                  <a:xfrm>
                    <a:off x="69" y="2168"/>
                    <a:ext cx="2462" cy="1333"/>
                    <a:chOff x="-5" y="2196"/>
                    <a:chExt cx="2462" cy="1333"/>
                  </a:xfrm>
                </p:grpSpPr>
                <p:sp>
                  <p:nvSpPr>
                    <p:cNvPr id="115" name="Freeform 37">
                      <a:extLst>
                        <a:ext uri="{FF2B5EF4-FFF2-40B4-BE49-F238E27FC236}">
                          <a16:creationId xmlns:a16="http://schemas.microsoft.com/office/drawing/2014/main" id="{86C3C9E2-7628-4F55-84BA-E24FFEF66DCE}"/>
                        </a:ext>
                      </a:extLst>
                    </p:cNvPr>
                    <p:cNvSpPr>
                      <a:spLocks/>
                    </p:cNvSpPr>
                    <p:nvPr/>
                  </p:nvSpPr>
                  <p:spPr bwMode="hidden">
                    <a:xfrm rot="19495919" flipH="1">
                      <a:off x="644" y="2196"/>
                      <a:ext cx="1812" cy="348"/>
                    </a:xfrm>
                    <a:custGeom>
                      <a:avLst/>
                      <a:gdLst>
                        <a:gd name="T0" fmla="*/ 0 w 2736"/>
                        <a:gd name="T1" fmla="*/ 115 h 504"/>
                        <a:gd name="T2" fmla="*/ 166 w 2736"/>
                        <a:gd name="T3" fmla="*/ 38 h 504"/>
                        <a:gd name="T4" fmla="*/ 342 w 2736"/>
                        <a:gd name="T5" fmla="*/ 6 h 504"/>
                        <a:gd name="T6" fmla="*/ 527 w 2736"/>
                        <a:gd name="T7" fmla="*/ 6 h 504"/>
                        <a:gd name="T8" fmla="*/ 523 w 2736"/>
                        <a:gd name="T9" fmla="*/ 23 h 504"/>
                        <a:gd name="T10" fmla="*/ 340 w 2736"/>
                        <a:gd name="T11" fmla="*/ 23 h 504"/>
                        <a:gd name="T12" fmla="*/ 126 w 2736"/>
                        <a:gd name="T13" fmla="*/ 66 h 504"/>
                        <a:gd name="T14" fmla="*/ 0 w 2736"/>
                        <a:gd name="T15" fmla="*/ 11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16" name="Freeform 38">
                      <a:extLst>
                        <a:ext uri="{FF2B5EF4-FFF2-40B4-BE49-F238E27FC236}">
                          <a16:creationId xmlns:a16="http://schemas.microsoft.com/office/drawing/2014/main" id="{32C93480-2FF2-47DB-AFD1-BA8977528C99}"/>
                        </a:ext>
                      </a:extLst>
                    </p:cNvPr>
                    <p:cNvSpPr>
                      <a:spLocks/>
                    </p:cNvSpPr>
                    <p:nvPr/>
                  </p:nvSpPr>
                  <p:spPr bwMode="hidden">
                    <a:xfrm rot="19495919" flipH="1">
                      <a:off x="-5" y="2984"/>
                      <a:ext cx="973" cy="546"/>
                    </a:xfrm>
                    <a:custGeom>
                      <a:avLst/>
                      <a:gdLst>
                        <a:gd name="T0" fmla="*/ 1 w 1769"/>
                        <a:gd name="T1" fmla="*/ 2 h 791"/>
                        <a:gd name="T2" fmla="*/ 45 w 1769"/>
                        <a:gd name="T3" fmla="*/ 13 h 791"/>
                        <a:gd name="T4" fmla="*/ 106 w 1769"/>
                        <a:gd name="T5" fmla="*/ 46 h 791"/>
                        <a:gd name="T6" fmla="*/ 147 w 1769"/>
                        <a:gd name="T7" fmla="*/ 98 h 791"/>
                        <a:gd name="T8" fmla="*/ 161 w 1769"/>
                        <a:gd name="T9" fmla="*/ 138 h 791"/>
                        <a:gd name="T10" fmla="*/ 155 w 1769"/>
                        <a:gd name="T11" fmla="*/ 179 h 791"/>
                        <a:gd name="T12" fmla="*/ 146 w 1769"/>
                        <a:gd name="T13" fmla="*/ 144 h 791"/>
                        <a:gd name="T14" fmla="*/ 127 w 1769"/>
                        <a:gd name="T15" fmla="*/ 103 h 791"/>
                        <a:gd name="T16" fmla="*/ 102 w 1769"/>
                        <a:gd name="T17" fmla="*/ 67 h 791"/>
                        <a:gd name="T18" fmla="*/ 53 w 1769"/>
                        <a:gd name="T19" fmla="*/ 35 h 791"/>
                        <a:gd name="T20" fmla="*/ 0 w 1769"/>
                        <a:gd name="T21" fmla="*/ 17 h 791"/>
                        <a:gd name="T22" fmla="*/ 1 w 1769"/>
                        <a:gd name="T23" fmla="*/ 2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44" name="Group 39">
                    <a:extLst>
                      <a:ext uri="{FF2B5EF4-FFF2-40B4-BE49-F238E27FC236}">
                        <a16:creationId xmlns:a16="http://schemas.microsoft.com/office/drawing/2014/main" id="{306D8ECB-F6EF-4124-8929-C4BC1FA20B61}"/>
                      </a:ext>
                    </a:extLst>
                  </p:cNvPr>
                  <p:cNvGrpSpPr>
                    <a:grpSpLocks/>
                  </p:cNvGrpSpPr>
                  <p:nvPr/>
                </p:nvGrpSpPr>
                <p:grpSpPr bwMode="auto">
                  <a:xfrm>
                    <a:off x="22" y="1981"/>
                    <a:ext cx="2477" cy="1063"/>
                    <a:chOff x="-52" y="2009"/>
                    <a:chExt cx="2477" cy="1063"/>
                  </a:xfrm>
                </p:grpSpPr>
                <p:sp>
                  <p:nvSpPr>
                    <p:cNvPr id="113" name="Freeform 40">
                      <a:extLst>
                        <a:ext uri="{FF2B5EF4-FFF2-40B4-BE49-F238E27FC236}">
                          <a16:creationId xmlns:a16="http://schemas.microsoft.com/office/drawing/2014/main" id="{79F011F4-66FE-4AA6-9DA2-27421ACD06E6}"/>
                        </a:ext>
                      </a:extLst>
                    </p:cNvPr>
                    <p:cNvSpPr>
                      <a:spLocks/>
                    </p:cNvSpPr>
                    <p:nvPr/>
                  </p:nvSpPr>
                  <p:spPr bwMode="hidden">
                    <a:xfrm rot="20017085" flipH="1">
                      <a:off x="689" y="2009"/>
                      <a:ext cx="1736" cy="304"/>
                    </a:xfrm>
                    <a:custGeom>
                      <a:avLst/>
                      <a:gdLst>
                        <a:gd name="T0" fmla="*/ 0 w 2736"/>
                        <a:gd name="T1" fmla="*/ 66 h 504"/>
                        <a:gd name="T2" fmla="*/ 140 w 2736"/>
                        <a:gd name="T3" fmla="*/ 22 h 504"/>
                        <a:gd name="T4" fmla="*/ 288 w 2736"/>
                        <a:gd name="T5" fmla="*/ 3 h 504"/>
                        <a:gd name="T6" fmla="*/ 444 w 2736"/>
                        <a:gd name="T7" fmla="*/ 3 h 504"/>
                        <a:gd name="T8" fmla="*/ 441 w 2736"/>
                        <a:gd name="T9" fmla="*/ 13 h 504"/>
                        <a:gd name="T10" fmla="*/ 286 w 2736"/>
                        <a:gd name="T11" fmla="*/ 13 h 504"/>
                        <a:gd name="T12" fmla="*/ 106 w 2736"/>
                        <a:gd name="T13" fmla="*/ 39 h 504"/>
                        <a:gd name="T14" fmla="*/ 0 w 2736"/>
                        <a:gd name="T15" fmla="*/ 66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14" name="Freeform 41">
                      <a:extLst>
                        <a:ext uri="{FF2B5EF4-FFF2-40B4-BE49-F238E27FC236}">
                          <a16:creationId xmlns:a16="http://schemas.microsoft.com/office/drawing/2014/main" id="{CCABD01D-C834-4CF2-948D-80FC52B97564}"/>
                        </a:ext>
                      </a:extLst>
                    </p:cNvPr>
                    <p:cNvSpPr>
                      <a:spLocks/>
                    </p:cNvSpPr>
                    <p:nvPr/>
                  </p:nvSpPr>
                  <p:spPr bwMode="hidden">
                    <a:xfrm rot="20017085" flipH="1">
                      <a:off x="-52" y="2596"/>
                      <a:ext cx="932" cy="476"/>
                    </a:xfrm>
                    <a:custGeom>
                      <a:avLst/>
                      <a:gdLst>
                        <a:gd name="T0" fmla="*/ 1 w 1769"/>
                        <a:gd name="T1" fmla="*/ 1 h 791"/>
                        <a:gd name="T2" fmla="*/ 37 w 1769"/>
                        <a:gd name="T3" fmla="*/ 7 h 791"/>
                        <a:gd name="T4" fmla="*/ 89 w 1769"/>
                        <a:gd name="T5" fmla="*/ 26 h 791"/>
                        <a:gd name="T6" fmla="*/ 124 w 1769"/>
                        <a:gd name="T7" fmla="*/ 57 h 791"/>
                        <a:gd name="T8" fmla="*/ 135 w 1769"/>
                        <a:gd name="T9" fmla="*/ 79 h 791"/>
                        <a:gd name="T10" fmla="*/ 130 w 1769"/>
                        <a:gd name="T11" fmla="*/ 104 h 791"/>
                        <a:gd name="T12" fmla="*/ 122 w 1769"/>
                        <a:gd name="T13" fmla="*/ 83 h 791"/>
                        <a:gd name="T14" fmla="*/ 107 w 1769"/>
                        <a:gd name="T15" fmla="*/ 60 h 791"/>
                        <a:gd name="T16" fmla="*/ 85 w 1769"/>
                        <a:gd name="T17" fmla="*/ 39 h 791"/>
                        <a:gd name="T18" fmla="*/ 45 w 1769"/>
                        <a:gd name="T19" fmla="*/ 20 h 791"/>
                        <a:gd name="T20" fmla="*/ 0 w 1769"/>
                        <a:gd name="T21" fmla="*/ 10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45" name="Group 42">
                    <a:extLst>
                      <a:ext uri="{FF2B5EF4-FFF2-40B4-BE49-F238E27FC236}">
                        <a16:creationId xmlns:a16="http://schemas.microsoft.com/office/drawing/2014/main" id="{98BA2F41-0845-4A6A-B157-94A984E98D30}"/>
                      </a:ext>
                    </a:extLst>
                  </p:cNvPr>
                  <p:cNvGrpSpPr>
                    <a:grpSpLocks/>
                  </p:cNvGrpSpPr>
                  <p:nvPr/>
                </p:nvGrpSpPr>
                <p:grpSpPr bwMode="auto">
                  <a:xfrm>
                    <a:off x="0" y="1786"/>
                    <a:ext cx="2472" cy="927"/>
                    <a:chOff x="-74" y="1814"/>
                    <a:chExt cx="2472" cy="927"/>
                  </a:xfrm>
                </p:grpSpPr>
                <p:sp>
                  <p:nvSpPr>
                    <p:cNvPr id="111" name="Freeform 43">
                      <a:extLst>
                        <a:ext uri="{FF2B5EF4-FFF2-40B4-BE49-F238E27FC236}">
                          <a16:creationId xmlns:a16="http://schemas.microsoft.com/office/drawing/2014/main" id="{F300C936-E94A-4C3E-821B-744C9E2AC23B}"/>
                        </a:ext>
                      </a:extLst>
                    </p:cNvPr>
                    <p:cNvSpPr>
                      <a:spLocks/>
                    </p:cNvSpPr>
                    <p:nvPr/>
                  </p:nvSpPr>
                  <p:spPr bwMode="hidden">
                    <a:xfrm rot="20519637" flipH="1">
                      <a:off x="721" y="1814"/>
                      <a:ext cx="1677" cy="335"/>
                    </a:xfrm>
                    <a:custGeom>
                      <a:avLst/>
                      <a:gdLst>
                        <a:gd name="T0" fmla="*/ 0 w 2736"/>
                        <a:gd name="T1" fmla="*/ 98 h 504"/>
                        <a:gd name="T2" fmla="*/ 122 w 2736"/>
                        <a:gd name="T3" fmla="*/ 33 h 504"/>
                        <a:gd name="T4" fmla="*/ 251 w 2736"/>
                        <a:gd name="T5" fmla="*/ 5 h 504"/>
                        <a:gd name="T6" fmla="*/ 386 w 2736"/>
                        <a:gd name="T7" fmla="*/ 5 h 504"/>
                        <a:gd name="T8" fmla="*/ 384 w 2736"/>
                        <a:gd name="T9" fmla="*/ 20 h 504"/>
                        <a:gd name="T10" fmla="*/ 249 w 2736"/>
                        <a:gd name="T11" fmla="*/ 20 h 504"/>
                        <a:gd name="T12" fmla="*/ 93 w 2736"/>
                        <a:gd name="T13" fmla="*/ 57 h 504"/>
                        <a:gd name="T14" fmla="*/ 0 w 2736"/>
                        <a:gd name="T15" fmla="*/ 9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12" name="Freeform 44">
                      <a:extLst>
                        <a:ext uri="{FF2B5EF4-FFF2-40B4-BE49-F238E27FC236}">
                          <a16:creationId xmlns:a16="http://schemas.microsoft.com/office/drawing/2014/main" id="{87FDEAC4-0F4E-4884-A8A1-905379406ED2}"/>
                        </a:ext>
                      </a:extLst>
                    </p:cNvPr>
                    <p:cNvSpPr>
                      <a:spLocks/>
                    </p:cNvSpPr>
                    <p:nvPr/>
                  </p:nvSpPr>
                  <p:spPr bwMode="hidden">
                    <a:xfrm rot="20519637" flipH="1">
                      <a:off x="-74" y="2214"/>
                      <a:ext cx="901" cy="527"/>
                    </a:xfrm>
                    <a:custGeom>
                      <a:avLst/>
                      <a:gdLst>
                        <a:gd name="T0" fmla="*/ 1 w 1769"/>
                        <a:gd name="T1" fmla="*/ 1 h 791"/>
                        <a:gd name="T2" fmla="*/ 33 w 1769"/>
                        <a:gd name="T3" fmla="*/ 11 h 791"/>
                        <a:gd name="T4" fmla="*/ 78 w 1769"/>
                        <a:gd name="T5" fmla="*/ 39 h 791"/>
                        <a:gd name="T6" fmla="*/ 108 w 1769"/>
                        <a:gd name="T7" fmla="*/ 85 h 791"/>
                        <a:gd name="T8" fmla="*/ 118 w 1769"/>
                        <a:gd name="T9" fmla="*/ 120 h 791"/>
                        <a:gd name="T10" fmla="*/ 114 w 1769"/>
                        <a:gd name="T11" fmla="*/ 155 h 791"/>
                        <a:gd name="T12" fmla="*/ 107 w 1769"/>
                        <a:gd name="T13" fmla="*/ 125 h 791"/>
                        <a:gd name="T14" fmla="*/ 93 w 1769"/>
                        <a:gd name="T15" fmla="*/ 89 h 791"/>
                        <a:gd name="T16" fmla="*/ 75 w 1769"/>
                        <a:gd name="T17" fmla="*/ 58 h 791"/>
                        <a:gd name="T18" fmla="*/ 39 w 1769"/>
                        <a:gd name="T19" fmla="*/ 30 h 791"/>
                        <a:gd name="T20" fmla="*/ 0 w 1769"/>
                        <a:gd name="T21" fmla="*/ 15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46" name="Group 45">
                    <a:extLst>
                      <a:ext uri="{FF2B5EF4-FFF2-40B4-BE49-F238E27FC236}">
                        <a16:creationId xmlns:a16="http://schemas.microsoft.com/office/drawing/2014/main" id="{39B4FC6F-B249-4479-9C85-062061E10CF9}"/>
                      </a:ext>
                    </a:extLst>
                  </p:cNvPr>
                  <p:cNvGrpSpPr>
                    <a:grpSpLocks/>
                  </p:cNvGrpSpPr>
                  <p:nvPr/>
                </p:nvGrpSpPr>
                <p:grpSpPr bwMode="auto">
                  <a:xfrm>
                    <a:off x="97" y="1563"/>
                    <a:ext cx="2340" cy="656"/>
                    <a:chOff x="23" y="1591"/>
                    <a:chExt cx="2340" cy="656"/>
                  </a:xfrm>
                </p:grpSpPr>
                <p:sp>
                  <p:nvSpPr>
                    <p:cNvPr id="109" name="Freeform 46">
                      <a:extLst>
                        <a:ext uri="{FF2B5EF4-FFF2-40B4-BE49-F238E27FC236}">
                          <a16:creationId xmlns:a16="http://schemas.microsoft.com/office/drawing/2014/main" id="{3E97D4E8-9F2A-48D2-AC35-4ABB9C753CE6}"/>
                        </a:ext>
                      </a:extLst>
                    </p:cNvPr>
                    <p:cNvSpPr>
                      <a:spLocks/>
                    </p:cNvSpPr>
                    <p:nvPr/>
                  </p:nvSpPr>
                  <p:spPr bwMode="hidden">
                    <a:xfrm rot="21136207" flipH="1">
                      <a:off x="818" y="1591"/>
                      <a:ext cx="1544" cy="313"/>
                    </a:xfrm>
                    <a:custGeom>
                      <a:avLst/>
                      <a:gdLst>
                        <a:gd name="T0" fmla="*/ 0 w 2736"/>
                        <a:gd name="T1" fmla="*/ 75 h 504"/>
                        <a:gd name="T2" fmla="*/ 87 w 2736"/>
                        <a:gd name="T3" fmla="*/ 25 h 504"/>
                        <a:gd name="T4" fmla="*/ 180 w 2736"/>
                        <a:gd name="T5" fmla="*/ 4 h 504"/>
                        <a:gd name="T6" fmla="*/ 278 w 2736"/>
                        <a:gd name="T7" fmla="*/ 4 h 504"/>
                        <a:gd name="T8" fmla="*/ 276 w 2736"/>
                        <a:gd name="T9" fmla="*/ 16 h 504"/>
                        <a:gd name="T10" fmla="*/ 179 w 2736"/>
                        <a:gd name="T11" fmla="*/ 16 h 504"/>
                        <a:gd name="T12" fmla="*/ 66 w 2736"/>
                        <a:gd name="T13" fmla="*/ 43 h 504"/>
                        <a:gd name="T14" fmla="*/ 0 w 2736"/>
                        <a:gd name="T15" fmla="*/ 7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10" name="Freeform 47">
                      <a:extLst>
                        <a:ext uri="{FF2B5EF4-FFF2-40B4-BE49-F238E27FC236}">
                          <a16:creationId xmlns:a16="http://schemas.microsoft.com/office/drawing/2014/main" id="{3DCDADB4-1C23-4904-A0BA-0227563DF8D3}"/>
                        </a:ext>
                      </a:extLst>
                    </p:cNvPr>
                    <p:cNvSpPr>
                      <a:spLocks/>
                    </p:cNvSpPr>
                    <p:nvPr/>
                  </p:nvSpPr>
                  <p:spPr bwMode="hidden">
                    <a:xfrm rot="21136207" flipH="1">
                      <a:off x="23" y="1758"/>
                      <a:ext cx="830" cy="489"/>
                    </a:xfrm>
                    <a:custGeom>
                      <a:avLst/>
                      <a:gdLst>
                        <a:gd name="T0" fmla="*/ 0 w 1769"/>
                        <a:gd name="T1" fmla="*/ 1 h 791"/>
                        <a:gd name="T2" fmla="*/ 23 w 1769"/>
                        <a:gd name="T3" fmla="*/ 9 h 791"/>
                        <a:gd name="T4" fmla="*/ 56 w 1769"/>
                        <a:gd name="T5" fmla="*/ 30 h 791"/>
                        <a:gd name="T6" fmla="*/ 78 w 1769"/>
                        <a:gd name="T7" fmla="*/ 63 h 791"/>
                        <a:gd name="T8" fmla="*/ 85 w 1769"/>
                        <a:gd name="T9" fmla="*/ 88 h 791"/>
                        <a:gd name="T10" fmla="*/ 82 w 1769"/>
                        <a:gd name="T11" fmla="*/ 115 h 791"/>
                        <a:gd name="T12" fmla="*/ 77 w 1769"/>
                        <a:gd name="T13" fmla="*/ 93 h 791"/>
                        <a:gd name="T14" fmla="*/ 68 w 1769"/>
                        <a:gd name="T15" fmla="*/ 67 h 791"/>
                        <a:gd name="T16" fmla="*/ 53 w 1769"/>
                        <a:gd name="T17" fmla="*/ 43 h 791"/>
                        <a:gd name="T18" fmla="*/ 28 w 1769"/>
                        <a:gd name="T19" fmla="*/ 22 h 791"/>
                        <a:gd name="T20" fmla="*/ 0 w 1769"/>
                        <a:gd name="T21" fmla="*/ 1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47" name="Group 48">
                    <a:extLst>
                      <a:ext uri="{FF2B5EF4-FFF2-40B4-BE49-F238E27FC236}">
                        <a16:creationId xmlns:a16="http://schemas.microsoft.com/office/drawing/2014/main" id="{0E42BA52-D9FE-4809-A54F-79D53B5D997E}"/>
                      </a:ext>
                    </a:extLst>
                  </p:cNvPr>
                  <p:cNvGrpSpPr>
                    <a:grpSpLocks/>
                  </p:cNvGrpSpPr>
                  <p:nvPr/>
                </p:nvGrpSpPr>
                <p:grpSpPr bwMode="auto">
                  <a:xfrm>
                    <a:off x="263" y="1417"/>
                    <a:ext cx="2150" cy="344"/>
                    <a:chOff x="189" y="1445"/>
                    <a:chExt cx="2150" cy="344"/>
                  </a:xfrm>
                </p:grpSpPr>
                <p:sp>
                  <p:nvSpPr>
                    <p:cNvPr id="107" name="Freeform 49">
                      <a:extLst>
                        <a:ext uri="{FF2B5EF4-FFF2-40B4-BE49-F238E27FC236}">
                          <a16:creationId xmlns:a16="http://schemas.microsoft.com/office/drawing/2014/main" id="{83EE35B9-2F44-4F2D-B5BE-746810837799}"/>
                        </a:ext>
                      </a:extLst>
                    </p:cNvPr>
                    <p:cNvSpPr>
                      <a:spLocks/>
                    </p:cNvSpPr>
                    <p:nvPr/>
                  </p:nvSpPr>
                  <p:spPr bwMode="hidden">
                    <a:xfrm rot="84182" flipH="1">
                      <a:off x="935" y="1466"/>
                      <a:ext cx="1404" cy="219"/>
                    </a:xfrm>
                    <a:custGeom>
                      <a:avLst/>
                      <a:gdLst>
                        <a:gd name="T0" fmla="*/ 0 w 2736"/>
                        <a:gd name="T1" fmla="*/ 18 h 504"/>
                        <a:gd name="T2" fmla="*/ 60 w 2736"/>
                        <a:gd name="T3" fmla="*/ 6 h 504"/>
                        <a:gd name="T4" fmla="*/ 123 w 2736"/>
                        <a:gd name="T5" fmla="*/ 1 h 504"/>
                        <a:gd name="T6" fmla="*/ 189 w 2736"/>
                        <a:gd name="T7" fmla="*/ 1 h 504"/>
                        <a:gd name="T8" fmla="*/ 188 w 2736"/>
                        <a:gd name="T9" fmla="*/ 4 h 504"/>
                        <a:gd name="T10" fmla="*/ 122 w 2736"/>
                        <a:gd name="T11" fmla="*/ 4 h 504"/>
                        <a:gd name="T12" fmla="*/ 45 w 2736"/>
                        <a:gd name="T13" fmla="*/ 10 h 504"/>
                        <a:gd name="T14" fmla="*/ 0 w 2736"/>
                        <a:gd name="T15" fmla="*/ 1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08" name="Freeform 50">
                      <a:extLst>
                        <a:ext uri="{FF2B5EF4-FFF2-40B4-BE49-F238E27FC236}">
                          <a16:creationId xmlns:a16="http://schemas.microsoft.com/office/drawing/2014/main" id="{31A18999-CA65-41E2-ACA2-3735499330C8}"/>
                        </a:ext>
                      </a:extLst>
                    </p:cNvPr>
                    <p:cNvSpPr>
                      <a:spLocks/>
                    </p:cNvSpPr>
                    <p:nvPr/>
                  </p:nvSpPr>
                  <p:spPr bwMode="hidden">
                    <a:xfrm rot="84182" flipH="1">
                      <a:off x="189" y="1445"/>
                      <a:ext cx="754" cy="344"/>
                    </a:xfrm>
                    <a:custGeom>
                      <a:avLst/>
                      <a:gdLst>
                        <a:gd name="T0" fmla="*/ 0 w 1769"/>
                        <a:gd name="T1" fmla="*/ 0 h 791"/>
                        <a:gd name="T2" fmla="*/ 16 w 1769"/>
                        <a:gd name="T3" fmla="*/ 2 h 791"/>
                        <a:gd name="T4" fmla="*/ 38 w 1769"/>
                        <a:gd name="T5" fmla="*/ 7 h 791"/>
                        <a:gd name="T6" fmla="*/ 53 w 1769"/>
                        <a:gd name="T7" fmla="*/ 16 h 791"/>
                        <a:gd name="T8" fmla="*/ 58 w 1769"/>
                        <a:gd name="T9" fmla="*/ 22 h 791"/>
                        <a:gd name="T10" fmla="*/ 56 w 1769"/>
                        <a:gd name="T11" fmla="*/ 28 h 791"/>
                        <a:gd name="T12" fmla="*/ 52 w 1769"/>
                        <a:gd name="T13" fmla="*/ 23 h 791"/>
                        <a:gd name="T14" fmla="*/ 46 w 1769"/>
                        <a:gd name="T15" fmla="*/ 16 h 791"/>
                        <a:gd name="T16" fmla="*/ 37 w 1769"/>
                        <a:gd name="T17" fmla="*/ 10 h 791"/>
                        <a:gd name="T18" fmla="*/ 19 w 1769"/>
                        <a:gd name="T19" fmla="*/ 6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48" name="Group 51">
                    <a:extLst>
                      <a:ext uri="{FF2B5EF4-FFF2-40B4-BE49-F238E27FC236}">
                        <a16:creationId xmlns:a16="http://schemas.microsoft.com/office/drawing/2014/main" id="{CE4B9460-C3BF-457A-B837-1E3607D9051C}"/>
                      </a:ext>
                    </a:extLst>
                  </p:cNvPr>
                  <p:cNvGrpSpPr>
                    <a:grpSpLocks/>
                  </p:cNvGrpSpPr>
                  <p:nvPr/>
                </p:nvGrpSpPr>
                <p:grpSpPr bwMode="auto">
                  <a:xfrm>
                    <a:off x="579" y="1066"/>
                    <a:ext cx="1879" cy="427"/>
                    <a:chOff x="505" y="1094"/>
                    <a:chExt cx="1879" cy="427"/>
                  </a:xfrm>
                </p:grpSpPr>
                <p:sp>
                  <p:nvSpPr>
                    <p:cNvPr id="105" name="Freeform 52">
                      <a:extLst>
                        <a:ext uri="{FF2B5EF4-FFF2-40B4-BE49-F238E27FC236}">
                          <a16:creationId xmlns:a16="http://schemas.microsoft.com/office/drawing/2014/main" id="{AF03F122-4175-4EE9-8BAF-4F8065EF6C1A}"/>
                        </a:ext>
                      </a:extLst>
                    </p:cNvPr>
                    <p:cNvSpPr>
                      <a:spLocks/>
                    </p:cNvSpPr>
                    <p:nvPr/>
                  </p:nvSpPr>
                  <p:spPr bwMode="hidden">
                    <a:xfrm rot="802576" flipH="1">
                      <a:off x="1151" y="1306"/>
                      <a:ext cx="1233" cy="215"/>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06" name="Freeform 53">
                      <a:extLst>
                        <a:ext uri="{FF2B5EF4-FFF2-40B4-BE49-F238E27FC236}">
                          <a16:creationId xmlns:a16="http://schemas.microsoft.com/office/drawing/2014/main" id="{82E74CE4-C541-4083-9746-CA9151609CE5}"/>
                        </a:ext>
                      </a:extLst>
                    </p:cNvPr>
                    <p:cNvSpPr>
                      <a:spLocks/>
                    </p:cNvSpPr>
                    <p:nvPr/>
                  </p:nvSpPr>
                  <p:spPr bwMode="hidden">
                    <a:xfrm rot="802576" flipH="1">
                      <a:off x="505" y="1094"/>
                      <a:ext cx="662" cy="340"/>
                    </a:xfrm>
                    <a:custGeom>
                      <a:avLst/>
                      <a:gdLst>
                        <a:gd name="T0" fmla="*/ 0 w 1769"/>
                        <a:gd name="T1" fmla="*/ 0 h 791"/>
                        <a:gd name="T2" fmla="*/ 9 w 1769"/>
                        <a:gd name="T3" fmla="*/ 2 h 791"/>
                        <a:gd name="T4" fmla="*/ 23 w 1769"/>
                        <a:gd name="T5" fmla="*/ 7 h 791"/>
                        <a:gd name="T6" fmla="*/ 32 w 1769"/>
                        <a:gd name="T7" fmla="*/ 15 h 791"/>
                        <a:gd name="T8" fmla="*/ 34 w 1769"/>
                        <a:gd name="T9" fmla="*/ 21 h 791"/>
                        <a:gd name="T10" fmla="*/ 33 w 1769"/>
                        <a:gd name="T11" fmla="*/ 27 h 791"/>
                        <a:gd name="T12" fmla="*/ 31 w 1769"/>
                        <a:gd name="T13" fmla="*/ 21 h 791"/>
                        <a:gd name="T14" fmla="*/ 27 w 1769"/>
                        <a:gd name="T15" fmla="*/ 15 h 791"/>
                        <a:gd name="T16" fmla="*/ 22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49" name="Group 54">
                    <a:extLst>
                      <a:ext uri="{FF2B5EF4-FFF2-40B4-BE49-F238E27FC236}">
                        <a16:creationId xmlns:a16="http://schemas.microsoft.com/office/drawing/2014/main" id="{17AAEA65-14DC-4DD3-8010-ACC8FB454CAC}"/>
                      </a:ext>
                    </a:extLst>
                  </p:cNvPr>
                  <p:cNvGrpSpPr>
                    <a:grpSpLocks/>
                  </p:cNvGrpSpPr>
                  <p:nvPr/>
                </p:nvGrpSpPr>
                <p:grpSpPr bwMode="auto">
                  <a:xfrm>
                    <a:off x="690" y="872"/>
                    <a:ext cx="1849" cy="553"/>
                    <a:chOff x="616" y="900"/>
                    <a:chExt cx="1849" cy="553"/>
                  </a:xfrm>
                </p:grpSpPr>
                <p:sp>
                  <p:nvSpPr>
                    <p:cNvPr id="103" name="Freeform 55">
                      <a:extLst>
                        <a:ext uri="{FF2B5EF4-FFF2-40B4-BE49-F238E27FC236}">
                          <a16:creationId xmlns:a16="http://schemas.microsoft.com/office/drawing/2014/main" id="{B443B9B8-5C08-4B9D-819E-E1361B90901D}"/>
                        </a:ext>
                      </a:extLst>
                    </p:cNvPr>
                    <p:cNvSpPr>
                      <a:spLocks/>
                    </p:cNvSpPr>
                    <p:nvPr/>
                  </p:nvSpPr>
                  <p:spPr bwMode="hidden">
                    <a:xfrm rot="1277471" flipH="1">
                      <a:off x="1232" y="1238"/>
                      <a:ext cx="1233" cy="215"/>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04" name="Freeform 56">
                      <a:extLst>
                        <a:ext uri="{FF2B5EF4-FFF2-40B4-BE49-F238E27FC236}">
                          <a16:creationId xmlns:a16="http://schemas.microsoft.com/office/drawing/2014/main" id="{9F2DD120-3B08-4B62-A1D5-CBB6832DFA50}"/>
                        </a:ext>
                      </a:extLst>
                    </p:cNvPr>
                    <p:cNvSpPr>
                      <a:spLocks/>
                    </p:cNvSpPr>
                    <p:nvPr/>
                  </p:nvSpPr>
                  <p:spPr bwMode="hidden">
                    <a:xfrm rot="1277471" flipH="1">
                      <a:off x="616" y="900"/>
                      <a:ext cx="662" cy="337"/>
                    </a:xfrm>
                    <a:custGeom>
                      <a:avLst/>
                      <a:gdLst>
                        <a:gd name="T0" fmla="*/ 0 w 1769"/>
                        <a:gd name="T1" fmla="*/ 0 h 791"/>
                        <a:gd name="T2" fmla="*/ 9 w 1769"/>
                        <a:gd name="T3" fmla="*/ 2 h 791"/>
                        <a:gd name="T4" fmla="*/ 23 w 1769"/>
                        <a:gd name="T5" fmla="*/ 6 h 791"/>
                        <a:gd name="T6" fmla="*/ 32 w 1769"/>
                        <a:gd name="T7" fmla="*/ 14 h 791"/>
                        <a:gd name="T8" fmla="*/ 34 w 1769"/>
                        <a:gd name="T9" fmla="*/ 20 h 791"/>
                        <a:gd name="T10" fmla="*/ 33 w 1769"/>
                        <a:gd name="T11" fmla="*/ 26 h 791"/>
                        <a:gd name="T12" fmla="*/ 31 w 1769"/>
                        <a:gd name="T13" fmla="*/ 21 h 791"/>
                        <a:gd name="T14" fmla="*/ 27 w 1769"/>
                        <a:gd name="T15" fmla="*/ 15 h 791"/>
                        <a:gd name="T16" fmla="*/ 22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0" name="Group 57">
                    <a:extLst>
                      <a:ext uri="{FF2B5EF4-FFF2-40B4-BE49-F238E27FC236}">
                        <a16:creationId xmlns:a16="http://schemas.microsoft.com/office/drawing/2014/main" id="{757F3060-F773-485B-A76A-CC344455BBA2}"/>
                      </a:ext>
                    </a:extLst>
                  </p:cNvPr>
                  <p:cNvGrpSpPr>
                    <a:grpSpLocks/>
                  </p:cNvGrpSpPr>
                  <p:nvPr/>
                </p:nvGrpSpPr>
                <p:grpSpPr bwMode="auto">
                  <a:xfrm>
                    <a:off x="911" y="590"/>
                    <a:ext cx="1767" cy="742"/>
                    <a:chOff x="911" y="590"/>
                    <a:chExt cx="1767" cy="742"/>
                  </a:xfrm>
                </p:grpSpPr>
                <p:sp>
                  <p:nvSpPr>
                    <p:cNvPr id="101" name="Freeform 58">
                      <a:extLst>
                        <a:ext uri="{FF2B5EF4-FFF2-40B4-BE49-F238E27FC236}">
                          <a16:creationId xmlns:a16="http://schemas.microsoft.com/office/drawing/2014/main" id="{0041931E-3763-47DE-808F-96AC410AC8FF}"/>
                        </a:ext>
                      </a:extLst>
                    </p:cNvPr>
                    <p:cNvSpPr>
                      <a:spLocks/>
                    </p:cNvSpPr>
                    <p:nvPr/>
                  </p:nvSpPr>
                  <p:spPr bwMode="hidden">
                    <a:xfrm rot="2028410" flipH="1">
                      <a:off x="1445" y="1117"/>
                      <a:ext cx="1233" cy="215"/>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02" name="Freeform 59">
                      <a:extLst>
                        <a:ext uri="{FF2B5EF4-FFF2-40B4-BE49-F238E27FC236}">
                          <a16:creationId xmlns:a16="http://schemas.microsoft.com/office/drawing/2014/main" id="{6A26B0AA-A226-4C9F-AFFF-E4582FD739AF}"/>
                        </a:ext>
                      </a:extLst>
                    </p:cNvPr>
                    <p:cNvSpPr>
                      <a:spLocks/>
                    </p:cNvSpPr>
                    <p:nvPr/>
                  </p:nvSpPr>
                  <p:spPr bwMode="hidden">
                    <a:xfrm rot="2028410" flipH="1">
                      <a:off x="911" y="590"/>
                      <a:ext cx="662" cy="337"/>
                    </a:xfrm>
                    <a:custGeom>
                      <a:avLst/>
                      <a:gdLst>
                        <a:gd name="T0" fmla="*/ 0 w 1769"/>
                        <a:gd name="T1" fmla="*/ 0 h 791"/>
                        <a:gd name="T2" fmla="*/ 9 w 1769"/>
                        <a:gd name="T3" fmla="*/ 2 h 791"/>
                        <a:gd name="T4" fmla="*/ 23 w 1769"/>
                        <a:gd name="T5" fmla="*/ 6 h 791"/>
                        <a:gd name="T6" fmla="*/ 32 w 1769"/>
                        <a:gd name="T7" fmla="*/ 14 h 791"/>
                        <a:gd name="T8" fmla="*/ 34 w 1769"/>
                        <a:gd name="T9" fmla="*/ 20 h 791"/>
                        <a:gd name="T10" fmla="*/ 33 w 1769"/>
                        <a:gd name="T11" fmla="*/ 26 h 791"/>
                        <a:gd name="T12" fmla="*/ 31 w 1769"/>
                        <a:gd name="T13" fmla="*/ 21 h 791"/>
                        <a:gd name="T14" fmla="*/ 27 w 1769"/>
                        <a:gd name="T15" fmla="*/ 15 h 791"/>
                        <a:gd name="T16" fmla="*/ 22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1" name="Group 60">
                    <a:extLst>
                      <a:ext uri="{FF2B5EF4-FFF2-40B4-BE49-F238E27FC236}">
                        <a16:creationId xmlns:a16="http://schemas.microsoft.com/office/drawing/2014/main" id="{D9D94321-D6DE-4154-8A9C-A3B3F4CEBBF1}"/>
                      </a:ext>
                    </a:extLst>
                  </p:cNvPr>
                  <p:cNvGrpSpPr>
                    <a:grpSpLocks/>
                  </p:cNvGrpSpPr>
                  <p:nvPr/>
                </p:nvGrpSpPr>
                <p:grpSpPr bwMode="auto">
                  <a:xfrm>
                    <a:off x="1120" y="300"/>
                    <a:ext cx="1693" cy="892"/>
                    <a:chOff x="1120" y="300"/>
                    <a:chExt cx="1693" cy="892"/>
                  </a:xfrm>
                </p:grpSpPr>
                <p:sp>
                  <p:nvSpPr>
                    <p:cNvPr id="99" name="Freeform 61">
                      <a:extLst>
                        <a:ext uri="{FF2B5EF4-FFF2-40B4-BE49-F238E27FC236}">
                          <a16:creationId xmlns:a16="http://schemas.microsoft.com/office/drawing/2014/main" id="{5AEA3AAB-1203-4C14-BD9A-AC15CC9A94B6}"/>
                        </a:ext>
                      </a:extLst>
                    </p:cNvPr>
                    <p:cNvSpPr>
                      <a:spLocks/>
                    </p:cNvSpPr>
                    <p:nvPr/>
                  </p:nvSpPr>
                  <p:spPr bwMode="hidden">
                    <a:xfrm rot="2664424" flipH="1">
                      <a:off x="1562" y="977"/>
                      <a:ext cx="1251" cy="215"/>
                    </a:xfrm>
                    <a:custGeom>
                      <a:avLst/>
                      <a:gdLst>
                        <a:gd name="T0" fmla="*/ 0 w 2736"/>
                        <a:gd name="T1" fmla="*/ 17 h 504"/>
                        <a:gd name="T2" fmla="*/ 38 w 2736"/>
                        <a:gd name="T3" fmla="*/ 6 h 504"/>
                        <a:gd name="T4" fmla="*/ 78 w 2736"/>
                        <a:gd name="T5" fmla="*/ 1 h 504"/>
                        <a:gd name="T6" fmla="*/ 120 w 2736"/>
                        <a:gd name="T7" fmla="*/ 1 h 504"/>
                        <a:gd name="T8" fmla="*/ 119 w 2736"/>
                        <a:gd name="T9" fmla="*/ 3 h 504"/>
                        <a:gd name="T10" fmla="*/ 77 w 2736"/>
                        <a:gd name="T11" fmla="*/ 3 h 504"/>
                        <a:gd name="T12" fmla="*/ 29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00" name="Freeform 62">
                      <a:extLst>
                        <a:ext uri="{FF2B5EF4-FFF2-40B4-BE49-F238E27FC236}">
                          <a16:creationId xmlns:a16="http://schemas.microsoft.com/office/drawing/2014/main" id="{BDFC6475-BCC3-416E-8B93-90FC7BC00686}"/>
                        </a:ext>
                      </a:extLst>
                    </p:cNvPr>
                    <p:cNvSpPr>
                      <a:spLocks/>
                    </p:cNvSpPr>
                    <p:nvPr/>
                  </p:nvSpPr>
                  <p:spPr bwMode="hidden">
                    <a:xfrm rot="2664424" flipH="1">
                      <a:off x="1120" y="300"/>
                      <a:ext cx="672" cy="339"/>
                    </a:xfrm>
                    <a:custGeom>
                      <a:avLst/>
                      <a:gdLst>
                        <a:gd name="T0" fmla="*/ 0 w 1769"/>
                        <a:gd name="T1" fmla="*/ 0 h 791"/>
                        <a:gd name="T2" fmla="*/ 10 w 1769"/>
                        <a:gd name="T3" fmla="*/ 2 h 791"/>
                        <a:gd name="T4" fmla="*/ 24 w 1769"/>
                        <a:gd name="T5" fmla="*/ 7 h 791"/>
                        <a:gd name="T6" fmla="*/ 33 w 1769"/>
                        <a:gd name="T7" fmla="*/ 15 h 791"/>
                        <a:gd name="T8" fmla="*/ 36 w 1769"/>
                        <a:gd name="T9" fmla="*/ 21 h 791"/>
                        <a:gd name="T10" fmla="*/ 35 w 1769"/>
                        <a:gd name="T11" fmla="*/ 27 h 791"/>
                        <a:gd name="T12" fmla="*/ 33 w 1769"/>
                        <a:gd name="T13" fmla="*/ 21 h 791"/>
                        <a:gd name="T14" fmla="*/ 29 w 1769"/>
                        <a:gd name="T15" fmla="*/ 15 h 791"/>
                        <a:gd name="T16" fmla="*/ 23 w 1769"/>
                        <a:gd name="T17" fmla="*/ 10 h 791"/>
                        <a:gd name="T18" fmla="*/ 12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2" name="Group 63">
                    <a:extLst>
                      <a:ext uri="{FF2B5EF4-FFF2-40B4-BE49-F238E27FC236}">
                        <a16:creationId xmlns:a16="http://schemas.microsoft.com/office/drawing/2014/main" id="{E729F058-B689-4307-AA74-92DD9D364C90}"/>
                      </a:ext>
                    </a:extLst>
                  </p:cNvPr>
                  <p:cNvGrpSpPr>
                    <a:grpSpLocks/>
                  </p:cNvGrpSpPr>
                  <p:nvPr/>
                </p:nvGrpSpPr>
                <p:grpSpPr bwMode="auto">
                  <a:xfrm>
                    <a:off x="1707" y="75"/>
                    <a:ext cx="778" cy="1514"/>
                    <a:chOff x="1633" y="103"/>
                    <a:chExt cx="778" cy="1514"/>
                  </a:xfrm>
                </p:grpSpPr>
                <p:sp>
                  <p:nvSpPr>
                    <p:cNvPr id="97" name="Freeform 64">
                      <a:extLst>
                        <a:ext uri="{FF2B5EF4-FFF2-40B4-BE49-F238E27FC236}">
                          <a16:creationId xmlns:a16="http://schemas.microsoft.com/office/drawing/2014/main" id="{2A596A74-0886-4ABC-8322-8D1E033E1D1B}"/>
                        </a:ext>
                      </a:extLst>
                    </p:cNvPr>
                    <p:cNvSpPr>
                      <a:spLocks/>
                    </p:cNvSpPr>
                    <p:nvPr/>
                  </p:nvSpPr>
                  <p:spPr bwMode="hidden">
                    <a:xfrm rot="3473776" flipH="1">
                      <a:off x="1743" y="948"/>
                      <a:ext cx="1101" cy="215"/>
                    </a:xfrm>
                    <a:custGeom>
                      <a:avLst/>
                      <a:gdLst>
                        <a:gd name="T0" fmla="*/ 0 w 2736"/>
                        <a:gd name="T1" fmla="*/ 17 h 504"/>
                        <a:gd name="T2" fmla="*/ 23 w 2736"/>
                        <a:gd name="T3" fmla="*/ 6 h 504"/>
                        <a:gd name="T4" fmla="*/ 47 w 2736"/>
                        <a:gd name="T5" fmla="*/ 1 h 504"/>
                        <a:gd name="T6" fmla="*/ 72 w 2736"/>
                        <a:gd name="T7" fmla="*/ 1 h 504"/>
                        <a:gd name="T8" fmla="*/ 71 w 2736"/>
                        <a:gd name="T9" fmla="*/ 3 h 504"/>
                        <a:gd name="T10" fmla="*/ 46 w 2736"/>
                        <a:gd name="T11" fmla="*/ 3 h 504"/>
                        <a:gd name="T12" fmla="*/ 1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98" name="Freeform 65">
                      <a:extLst>
                        <a:ext uri="{FF2B5EF4-FFF2-40B4-BE49-F238E27FC236}">
                          <a16:creationId xmlns:a16="http://schemas.microsoft.com/office/drawing/2014/main" id="{39A6023E-E72B-4932-8E36-9F09EF02D5B0}"/>
                        </a:ext>
                      </a:extLst>
                    </p:cNvPr>
                    <p:cNvSpPr>
                      <a:spLocks/>
                    </p:cNvSpPr>
                    <p:nvPr/>
                  </p:nvSpPr>
                  <p:spPr bwMode="hidden">
                    <a:xfrm rot="3473776" flipH="1">
                      <a:off x="1499" y="223"/>
                      <a:ext cx="591" cy="337"/>
                    </a:xfrm>
                    <a:custGeom>
                      <a:avLst/>
                      <a:gdLst>
                        <a:gd name="T0" fmla="*/ 0 w 1769"/>
                        <a:gd name="T1" fmla="*/ 0 h 791"/>
                        <a:gd name="T2" fmla="*/ 6 w 1769"/>
                        <a:gd name="T3" fmla="*/ 2 h 791"/>
                        <a:gd name="T4" fmla="*/ 14 w 1769"/>
                        <a:gd name="T5" fmla="*/ 6 h 791"/>
                        <a:gd name="T6" fmla="*/ 20 w 1769"/>
                        <a:gd name="T7" fmla="*/ 14 h 791"/>
                        <a:gd name="T8" fmla="*/ 22 w 1769"/>
                        <a:gd name="T9" fmla="*/ 20 h 791"/>
                        <a:gd name="T10" fmla="*/ 21 w 1769"/>
                        <a:gd name="T11" fmla="*/ 26 h 791"/>
                        <a:gd name="T12" fmla="*/ 20 w 1769"/>
                        <a:gd name="T13" fmla="*/ 21 h 791"/>
                        <a:gd name="T14" fmla="*/ 17 w 1769"/>
                        <a:gd name="T15" fmla="*/ 15 h 791"/>
                        <a:gd name="T16" fmla="*/ 14 w 1769"/>
                        <a:gd name="T17" fmla="*/ 10 h 791"/>
                        <a:gd name="T18" fmla="*/ 7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3" name="Group 66">
                    <a:extLst>
                      <a:ext uri="{FF2B5EF4-FFF2-40B4-BE49-F238E27FC236}">
                        <a16:creationId xmlns:a16="http://schemas.microsoft.com/office/drawing/2014/main" id="{4A836DF2-E778-46F3-86A4-DCF69033F4A4}"/>
                      </a:ext>
                    </a:extLst>
                  </p:cNvPr>
                  <p:cNvGrpSpPr>
                    <a:grpSpLocks/>
                  </p:cNvGrpSpPr>
                  <p:nvPr/>
                </p:nvGrpSpPr>
                <p:grpSpPr bwMode="auto">
                  <a:xfrm>
                    <a:off x="2009" y="0"/>
                    <a:ext cx="635" cy="1535"/>
                    <a:chOff x="1935" y="28"/>
                    <a:chExt cx="635" cy="1535"/>
                  </a:xfrm>
                </p:grpSpPr>
                <p:sp>
                  <p:nvSpPr>
                    <p:cNvPr id="95" name="Freeform 67">
                      <a:extLst>
                        <a:ext uri="{FF2B5EF4-FFF2-40B4-BE49-F238E27FC236}">
                          <a16:creationId xmlns:a16="http://schemas.microsoft.com/office/drawing/2014/main" id="{24718461-3289-4587-9643-73FA0F819743}"/>
                        </a:ext>
                      </a:extLst>
                    </p:cNvPr>
                    <p:cNvSpPr>
                      <a:spLocks/>
                    </p:cNvSpPr>
                    <p:nvPr/>
                  </p:nvSpPr>
                  <p:spPr bwMode="hidden">
                    <a:xfrm rot="4126480" flipH="1">
                      <a:off x="1921" y="914"/>
                      <a:ext cx="1061" cy="215"/>
                    </a:xfrm>
                    <a:custGeom>
                      <a:avLst/>
                      <a:gdLst>
                        <a:gd name="T0" fmla="*/ 0 w 2736"/>
                        <a:gd name="T1" fmla="*/ 17 h 504"/>
                        <a:gd name="T2" fmla="*/ 19 w 2736"/>
                        <a:gd name="T3" fmla="*/ 6 h 504"/>
                        <a:gd name="T4" fmla="*/ 40 w 2736"/>
                        <a:gd name="T5" fmla="*/ 1 h 504"/>
                        <a:gd name="T6" fmla="*/ 62 w 2736"/>
                        <a:gd name="T7" fmla="*/ 1 h 504"/>
                        <a:gd name="T8" fmla="*/ 62 w 2736"/>
                        <a:gd name="T9" fmla="*/ 3 h 504"/>
                        <a:gd name="T10" fmla="*/ 40 w 2736"/>
                        <a:gd name="T11" fmla="*/ 3 h 504"/>
                        <a:gd name="T12" fmla="*/ 15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96" name="Freeform 68">
                      <a:extLst>
                        <a:ext uri="{FF2B5EF4-FFF2-40B4-BE49-F238E27FC236}">
                          <a16:creationId xmlns:a16="http://schemas.microsoft.com/office/drawing/2014/main" id="{1E23F32E-30DD-48CB-A4C4-0C237C53E1DC}"/>
                        </a:ext>
                      </a:extLst>
                    </p:cNvPr>
                    <p:cNvSpPr>
                      <a:spLocks/>
                    </p:cNvSpPr>
                    <p:nvPr/>
                  </p:nvSpPr>
                  <p:spPr bwMode="hidden">
                    <a:xfrm rot="4126480" flipH="1">
                      <a:off x="1819" y="145"/>
                      <a:ext cx="570" cy="337"/>
                    </a:xfrm>
                    <a:custGeom>
                      <a:avLst/>
                      <a:gdLst>
                        <a:gd name="T0" fmla="*/ 0 w 1769"/>
                        <a:gd name="T1" fmla="*/ 0 h 791"/>
                        <a:gd name="T2" fmla="*/ 5 w 1769"/>
                        <a:gd name="T3" fmla="*/ 2 h 791"/>
                        <a:gd name="T4" fmla="*/ 13 w 1769"/>
                        <a:gd name="T5" fmla="*/ 6 h 791"/>
                        <a:gd name="T6" fmla="*/ 17 w 1769"/>
                        <a:gd name="T7" fmla="*/ 14 h 791"/>
                        <a:gd name="T8" fmla="*/ 19 w 1769"/>
                        <a:gd name="T9" fmla="*/ 20 h 791"/>
                        <a:gd name="T10" fmla="*/ 18 w 1769"/>
                        <a:gd name="T11" fmla="*/ 26 h 791"/>
                        <a:gd name="T12" fmla="*/ 17 w 1769"/>
                        <a:gd name="T13" fmla="*/ 21 h 791"/>
                        <a:gd name="T14" fmla="*/ 15 w 1769"/>
                        <a:gd name="T15" fmla="*/ 15 h 791"/>
                        <a:gd name="T16" fmla="*/ 12 w 1769"/>
                        <a:gd name="T17" fmla="*/ 10 h 791"/>
                        <a:gd name="T18" fmla="*/ 6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4" name="Group 69">
                    <a:extLst>
                      <a:ext uri="{FF2B5EF4-FFF2-40B4-BE49-F238E27FC236}">
                        <a16:creationId xmlns:a16="http://schemas.microsoft.com/office/drawing/2014/main" id="{0C4F3229-87EC-432D-A9B1-7C70DAC3EAB4}"/>
                      </a:ext>
                    </a:extLst>
                  </p:cNvPr>
                  <p:cNvGrpSpPr>
                    <a:grpSpLocks/>
                  </p:cNvGrpSpPr>
                  <p:nvPr/>
                </p:nvGrpSpPr>
                <p:grpSpPr bwMode="auto">
                  <a:xfrm>
                    <a:off x="2896" y="644"/>
                    <a:ext cx="1846" cy="566"/>
                    <a:chOff x="2822" y="672"/>
                    <a:chExt cx="1846" cy="566"/>
                  </a:xfrm>
                </p:grpSpPr>
                <p:sp>
                  <p:nvSpPr>
                    <p:cNvPr id="93" name="Freeform 70">
                      <a:extLst>
                        <a:ext uri="{FF2B5EF4-FFF2-40B4-BE49-F238E27FC236}">
                          <a16:creationId xmlns:a16="http://schemas.microsoft.com/office/drawing/2014/main" id="{9E55E182-2383-474C-BEFF-A713C9C56FEA}"/>
                        </a:ext>
                      </a:extLst>
                    </p:cNvPr>
                    <p:cNvSpPr>
                      <a:spLocks/>
                    </p:cNvSpPr>
                    <p:nvPr/>
                  </p:nvSpPr>
                  <p:spPr bwMode="hidden">
                    <a:xfrm rot="-1325434">
                      <a:off x="2822" y="1023"/>
                      <a:ext cx="1233" cy="215"/>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94" name="Freeform 71">
                      <a:extLst>
                        <a:ext uri="{FF2B5EF4-FFF2-40B4-BE49-F238E27FC236}">
                          <a16:creationId xmlns:a16="http://schemas.microsoft.com/office/drawing/2014/main" id="{B6601617-E138-4484-8B3D-70998E545551}"/>
                        </a:ext>
                      </a:extLst>
                    </p:cNvPr>
                    <p:cNvSpPr>
                      <a:spLocks/>
                    </p:cNvSpPr>
                    <p:nvPr/>
                  </p:nvSpPr>
                  <p:spPr bwMode="hidden">
                    <a:xfrm rot="-1325434">
                      <a:off x="4005" y="672"/>
                      <a:ext cx="663" cy="340"/>
                    </a:xfrm>
                    <a:custGeom>
                      <a:avLst/>
                      <a:gdLst>
                        <a:gd name="T0" fmla="*/ 0 w 1769"/>
                        <a:gd name="T1" fmla="*/ 0 h 791"/>
                        <a:gd name="T2" fmla="*/ 9 w 1769"/>
                        <a:gd name="T3" fmla="*/ 2 h 791"/>
                        <a:gd name="T4" fmla="*/ 23 w 1769"/>
                        <a:gd name="T5" fmla="*/ 7 h 791"/>
                        <a:gd name="T6" fmla="*/ 32 w 1769"/>
                        <a:gd name="T7" fmla="*/ 15 h 791"/>
                        <a:gd name="T8" fmla="*/ 35 w 1769"/>
                        <a:gd name="T9" fmla="*/ 21 h 791"/>
                        <a:gd name="T10" fmla="*/ 33 w 1769"/>
                        <a:gd name="T11" fmla="*/ 27 h 791"/>
                        <a:gd name="T12" fmla="*/ 31 w 1769"/>
                        <a:gd name="T13" fmla="*/ 21 h 791"/>
                        <a:gd name="T14" fmla="*/ 27 w 1769"/>
                        <a:gd name="T15" fmla="*/ 15 h 791"/>
                        <a:gd name="T16" fmla="*/ 22 w 1769"/>
                        <a:gd name="T17" fmla="*/ 10 h 791"/>
                        <a:gd name="T18" fmla="*/ 12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5" name="Group 72">
                    <a:extLst>
                      <a:ext uri="{FF2B5EF4-FFF2-40B4-BE49-F238E27FC236}">
                        <a16:creationId xmlns:a16="http://schemas.microsoft.com/office/drawing/2014/main" id="{3DC9A0F9-07FC-46F5-914D-2DB8D81735B9}"/>
                      </a:ext>
                    </a:extLst>
                  </p:cNvPr>
                  <p:cNvGrpSpPr>
                    <a:grpSpLocks/>
                  </p:cNvGrpSpPr>
                  <p:nvPr/>
                </p:nvGrpSpPr>
                <p:grpSpPr bwMode="auto">
                  <a:xfrm>
                    <a:off x="2757" y="417"/>
                    <a:ext cx="1782" cy="717"/>
                    <a:chOff x="2683" y="445"/>
                    <a:chExt cx="1782" cy="717"/>
                  </a:xfrm>
                </p:grpSpPr>
                <p:sp>
                  <p:nvSpPr>
                    <p:cNvPr id="91" name="Freeform 73">
                      <a:extLst>
                        <a:ext uri="{FF2B5EF4-FFF2-40B4-BE49-F238E27FC236}">
                          <a16:creationId xmlns:a16="http://schemas.microsoft.com/office/drawing/2014/main" id="{FDF94CDA-BEFB-4324-B0A4-D0A6307BCE77}"/>
                        </a:ext>
                      </a:extLst>
                    </p:cNvPr>
                    <p:cNvSpPr>
                      <a:spLocks/>
                    </p:cNvSpPr>
                    <p:nvPr/>
                  </p:nvSpPr>
                  <p:spPr bwMode="hidden">
                    <a:xfrm rot="-1921064">
                      <a:off x="2683" y="947"/>
                      <a:ext cx="1233" cy="215"/>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92" name="Freeform 74">
                      <a:extLst>
                        <a:ext uri="{FF2B5EF4-FFF2-40B4-BE49-F238E27FC236}">
                          <a16:creationId xmlns:a16="http://schemas.microsoft.com/office/drawing/2014/main" id="{20D83429-6FEA-4ED7-A821-6F070C46962B}"/>
                        </a:ext>
                      </a:extLst>
                    </p:cNvPr>
                    <p:cNvSpPr>
                      <a:spLocks/>
                    </p:cNvSpPr>
                    <p:nvPr/>
                  </p:nvSpPr>
                  <p:spPr bwMode="hidden">
                    <a:xfrm rot="-1921064">
                      <a:off x="3803" y="445"/>
                      <a:ext cx="663" cy="339"/>
                    </a:xfrm>
                    <a:custGeom>
                      <a:avLst/>
                      <a:gdLst>
                        <a:gd name="T0" fmla="*/ 0 w 1769"/>
                        <a:gd name="T1" fmla="*/ 0 h 791"/>
                        <a:gd name="T2" fmla="*/ 9 w 1769"/>
                        <a:gd name="T3" fmla="*/ 2 h 791"/>
                        <a:gd name="T4" fmla="*/ 23 w 1769"/>
                        <a:gd name="T5" fmla="*/ 7 h 791"/>
                        <a:gd name="T6" fmla="*/ 32 w 1769"/>
                        <a:gd name="T7" fmla="*/ 15 h 791"/>
                        <a:gd name="T8" fmla="*/ 35 w 1769"/>
                        <a:gd name="T9" fmla="*/ 21 h 791"/>
                        <a:gd name="T10" fmla="*/ 33 w 1769"/>
                        <a:gd name="T11" fmla="*/ 27 h 791"/>
                        <a:gd name="T12" fmla="*/ 31 w 1769"/>
                        <a:gd name="T13" fmla="*/ 21 h 791"/>
                        <a:gd name="T14" fmla="*/ 27 w 1769"/>
                        <a:gd name="T15" fmla="*/ 15 h 791"/>
                        <a:gd name="T16" fmla="*/ 22 w 1769"/>
                        <a:gd name="T17" fmla="*/ 10 h 791"/>
                        <a:gd name="T18" fmla="*/ 12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56" name="Freeform 75">
                    <a:extLst>
                      <a:ext uri="{FF2B5EF4-FFF2-40B4-BE49-F238E27FC236}">
                        <a16:creationId xmlns:a16="http://schemas.microsoft.com/office/drawing/2014/main" id="{F2659FE6-B5D5-4EE2-9B2D-9A3306BD2727}"/>
                      </a:ext>
                    </a:extLst>
                  </p:cNvPr>
                  <p:cNvSpPr>
                    <a:spLocks/>
                  </p:cNvSpPr>
                  <p:nvPr/>
                </p:nvSpPr>
                <p:spPr bwMode="hidden">
                  <a:xfrm rot="4578755" flipH="1">
                    <a:off x="2176" y="949"/>
                    <a:ext cx="1026" cy="144"/>
                  </a:xfrm>
                  <a:custGeom>
                    <a:avLst/>
                    <a:gdLst>
                      <a:gd name="T0" fmla="*/ 0 w 2736"/>
                      <a:gd name="T1" fmla="*/ 3 h 504"/>
                      <a:gd name="T2" fmla="*/ 17 w 2736"/>
                      <a:gd name="T3" fmla="*/ 1 h 504"/>
                      <a:gd name="T4" fmla="*/ 35 w 2736"/>
                      <a:gd name="T5" fmla="*/ 0 h 504"/>
                      <a:gd name="T6" fmla="*/ 54 w 2736"/>
                      <a:gd name="T7" fmla="*/ 0 h 504"/>
                      <a:gd name="T8" fmla="*/ 54 w 2736"/>
                      <a:gd name="T9" fmla="*/ 1 h 504"/>
                      <a:gd name="T10" fmla="*/ 35 w 2736"/>
                      <a:gd name="T11" fmla="*/ 1 h 504"/>
                      <a:gd name="T12" fmla="*/ 13 w 2736"/>
                      <a:gd name="T13" fmla="*/ 2 h 504"/>
                      <a:gd name="T14" fmla="*/ 0 w 2736"/>
                      <a:gd name="T15" fmla="*/ 3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57" name="Freeform 76">
                    <a:extLst>
                      <a:ext uri="{FF2B5EF4-FFF2-40B4-BE49-F238E27FC236}">
                        <a16:creationId xmlns:a16="http://schemas.microsoft.com/office/drawing/2014/main" id="{58D5AD9C-6CA8-44EB-BA14-677101FB6045}"/>
                      </a:ext>
                    </a:extLst>
                  </p:cNvPr>
                  <p:cNvSpPr>
                    <a:spLocks/>
                  </p:cNvSpPr>
                  <p:nvPr/>
                </p:nvSpPr>
                <p:spPr bwMode="hidden">
                  <a:xfrm rot="4578755" flipH="1">
                    <a:off x="2191" y="190"/>
                    <a:ext cx="552" cy="229"/>
                  </a:xfrm>
                  <a:custGeom>
                    <a:avLst/>
                    <a:gdLst>
                      <a:gd name="T0" fmla="*/ 0 w 1769"/>
                      <a:gd name="T1" fmla="*/ 0 h 791"/>
                      <a:gd name="T2" fmla="*/ 5 w 1769"/>
                      <a:gd name="T3" fmla="*/ 0 h 791"/>
                      <a:gd name="T4" fmla="*/ 11 w 1769"/>
                      <a:gd name="T5" fmla="*/ 1 h 791"/>
                      <a:gd name="T6" fmla="*/ 15 w 1769"/>
                      <a:gd name="T7" fmla="*/ 3 h 791"/>
                      <a:gd name="T8" fmla="*/ 17 w 1769"/>
                      <a:gd name="T9" fmla="*/ 4 h 791"/>
                      <a:gd name="T10" fmla="*/ 16 w 1769"/>
                      <a:gd name="T11" fmla="*/ 6 h 791"/>
                      <a:gd name="T12" fmla="*/ 15 w 1769"/>
                      <a:gd name="T13" fmla="*/ 4 h 791"/>
                      <a:gd name="T14" fmla="*/ 13 w 1769"/>
                      <a:gd name="T15" fmla="*/ 3 h 791"/>
                      <a:gd name="T16" fmla="*/ 11 w 1769"/>
                      <a:gd name="T17" fmla="*/ 2 h 791"/>
                      <a:gd name="T18" fmla="*/ 5 w 1769"/>
                      <a:gd name="T19" fmla="*/ 1 h 791"/>
                      <a:gd name="T20" fmla="*/ 0 w 1769"/>
                      <a:gd name="T21" fmla="*/ 1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58" name="Group 77">
                    <a:extLst>
                      <a:ext uri="{FF2B5EF4-FFF2-40B4-BE49-F238E27FC236}">
                        <a16:creationId xmlns:a16="http://schemas.microsoft.com/office/drawing/2014/main" id="{152D650E-1DB6-4E2B-8E8E-B51574F52713}"/>
                      </a:ext>
                    </a:extLst>
                  </p:cNvPr>
                  <p:cNvGrpSpPr>
                    <a:grpSpLocks/>
                  </p:cNvGrpSpPr>
                  <p:nvPr/>
                </p:nvGrpSpPr>
                <p:grpSpPr bwMode="auto">
                  <a:xfrm>
                    <a:off x="2874" y="13"/>
                    <a:ext cx="639" cy="1520"/>
                    <a:chOff x="2800" y="41"/>
                    <a:chExt cx="639" cy="1520"/>
                  </a:xfrm>
                </p:grpSpPr>
                <p:sp>
                  <p:nvSpPr>
                    <p:cNvPr id="89" name="Freeform 78">
                      <a:extLst>
                        <a:ext uri="{FF2B5EF4-FFF2-40B4-BE49-F238E27FC236}">
                          <a16:creationId xmlns:a16="http://schemas.microsoft.com/office/drawing/2014/main" id="{B8541B8B-4CDB-4263-A48B-B8E1C0443CDF}"/>
                        </a:ext>
                      </a:extLst>
                    </p:cNvPr>
                    <p:cNvSpPr>
                      <a:spLocks/>
                    </p:cNvSpPr>
                    <p:nvPr/>
                  </p:nvSpPr>
                  <p:spPr bwMode="hidden">
                    <a:xfrm rot="-3857755">
                      <a:off x="2361" y="938"/>
                      <a:ext cx="1062" cy="184"/>
                    </a:xfrm>
                    <a:custGeom>
                      <a:avLst/>
                      <a:gdLst>
                        <a:gd name="T0" fmla="*/ 0 w 2736"/>
                        <a:gd name="T1" fmla="*/ 9 h 504"/>
                        <a:gd name="T2" fmla="*/ 19 w 2736"/>
                        <a:gd name="T3" fmla="*/ 3 h 504"/>
                        <a:gd name="T4" fmla="*/ 40 w 2736"/>
                        <a:gd name="T5" fmla="*/ 0 h 504"/>
                        <a:gd name="T6" fmla="*/ 62 w 2736"/>
                        <a:gd name="T7" fmla="*/ 0 h 504"/>
                        <a:gd name="T8" fmla="*/ 62 w 2736"/>
                        <a:gd name="T9" fmla="*/ 2 h 504"/>
                        <a:gd name="T10" fmla="*/ 40 w 2736"/>
                        <a:gd name="T11" fmla="*/ 2 h 504"/>
                        <a:gd name="T12" fmla="*/ 15 w 2736"/>
                        <a:gd name="T13" fmla="*/ 5 h 504"/>
                        <a:gd name="T14" fmla="*/ 0 w 2736"/>
                        <a:gd name="T15" fmla="*/ 9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90" name="Freeform 79">
                      <a:extLst>
                        <a:ext uri="{FF2B5EF4-FFF2-40B4-BE49-F238E27FC236}">
                          <a16:creationId xmlns:a16="http://schemas.microsoft.com/office/drawing/2014/main" id="{F14E1483-96EC-4C87-95BA-2A3337EB0A89}"/>
                        </a:ext>
                      </a:extLst>
                    </p:cNvPr>
                    <p:cNvSpPr>
                      <a:spLocks/>
                    </p:cNvSpPr>
                    <p:nvPr/>
                  </p:nvSpPr>
                  <p:spPr bwMode="hidden">
                    <a:xfrm rot="-3857755">
                      <a:off x="3009" y="182"/>
                      <a:ext cx="570" cy="288"/>
                    </a:xfrm>
                    <a:custGeom>
                      <a:avLst/>
                      <a:gdLst>
                        <a:gd name="T0" fmla="*/ 0 w 1769"/>
                        <a:gd name="T1" fmla="*/ 0 h 791"/>
                        <a:gd name="T2" fmla="*/ 5 w 1769"/>
                        <a:gd name="T3" fmla="*/ 1 h 791"/>
                        <a:gd name="T4" fmla="*/ 13 w 1769"/>
                        <a:gd name="T5" fmla="*/ 4 h 791"/>
                        <a:gd name="T6" fmla="*/ 17 w 1769"/>
                        <a:gd name="T7" fmla="*/ 8 h 791"/>
                        <a:gd name="T8" fmla="*/ 19 w 1769"/>
                        <a:gd name="T9" fmla="*/ 11 h 791"/>
                        <a:gd name="T10" fmla="*/ 18 w 1769"/>
                        <a:gd name="T11" fmla="*/ 14 h 791"/>
                        <a:gd name="T12" fmla="*/ 17 w 1769"/>
                        <a:gd name="T13" fmla="*/ 11 h 791"/>
                        <a:gd name="T14" fmla="*/ 15 w 1769"/>
                        <a:gd name="T15" fmla="*/ 8 h 791"/>
                        <a:gd name="T16" fmla="*/ 12 w 1769"/>
                        <a:gd name="T17" fmla="*/ 5 h 791"/>
                        <a:gd name="T18" fmla="*/ 6 w 1769"/>
                        <a:gd name="T19" fmla="*/ 3 h 791"/>
                        <a:gd name="T20" fmla="*/ 0 w 1769"/>
                        <a:gd name="T21" fmla="*/ 1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59" name="Group 80">
                    <a:extLst>
                      <a:ext uri="{FF2B5EF4-FFF2-40B4-BE49-F238E27FC236}">
                        <a16:creationId xmlns:a16="http://schemas.microsoft.com/office/drawing/2014/main" id="{7AD57063-208E-46DB-A251-82F4D4E53671}"/>
                      </a:ext>
                    </a:extLst>
                  </p:cNvPr>
                  <p:cNvGrpSpPr>
                    <a:grpSpLocks/>
                  </p:cNvGrpSpPr>
                  <p:nvPr/>
                </p:nvGrpSpPr>
                <p:grpSpPr bwMode="auto">
                  <a:xfrm>
                    <a:off x="3009" y="135"/>
                    <a:ext cx="1016" cy="1463"/>
                    <a:chOff x="2935" y="163"/>
                    <a:chExt cx="1016" cy="1463"/>
                  </a:xfrm>
                </p:grpSpPr>
                <p:sp>
                  <p:nvSpPr>
                    <p:cNvPr id="87" name="Freeform 81">
                      <a:extLst>
                        <a:ext uri="{FF2B5EF4-FFF2-40B4-BE49-F238E27FC236}">
                          <a16:creationId xmlns:a16="http://schemas.microsoft.com/office/drawing/2014/main" id="{A8D5A70B-2531-430E-8629-6D1FE1DD106B}"/>
                        </a:ext>
                      </a:extLst>
                    </p:cNvPr>
                    <p:cNvSpPr>
                      <a:spLocks/>
                    </p:cNvSpPr>
                    <p:nvPr/>
                  </p:nvSpPr>
                  <p:spPr bwMode="hidden">
                    <a:xfrm rot="-2777260">
                      <a:off x="2486" y="907"/>
                      <a:ext cx="1155" cy="269"/>
                    </a:xfrm>
                    <a:custGeom>
                      <a:avLst/>
                      <a:gdLst>
                        <a:gd name="T0" fmla="*/ 0 w 2736"/>
                        <a:gd name="T1" fmla="*/ 41 h 504"/>
                        <a:gd name="T2" fmla="*/ 27 w 2736"/>
                        <a:gd name="T3" fmla="*/ 14 h 504"/>
                        <a:gd name="T4" fmla="*/ 57 w 2736"/>
                        <a:gd name="T5" fmla="*/ 2 h 504"/>
                        <a:gd name="T6" fmla="*/ 87 w 2736"/>
                        <a:gd name="T7" fmla="*/ 2 h 504"/>
                        <a:gd name="T8" fmla="*/ 87 w 2736"/>
                        <a:gd name="T9" fmla="*/ 8 h 504"/>
                        <a:gd name="T10" fmla="*/ 56 w 2736"/>
                        <a:gd name="T11" fmla="*/ 8 h 504"/>
                        <a:gd name="T12" fmla="*/ 21 w 2736"/>
                        <a:gd name="T13" fmla="*/ 23 h 504"/>
                        <a:gd name="T14" fmla="*/ 0 w 2736"/>
                        <a:gd name="T15" fmla="*/ 4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88" name="Freeform 82">
                      <a:extLst>
                        <a:ext uri="{FF2B5EF4-FFF2-40B4-BE49-F238E27FC236}">
                          <a16:creationId xmlns:a16="http://schemas.microsoft.com/office/drawing/2014/main" id="{34CC8D51-F77D-4D1C-96F7-E7333726A5AD}"/>
                        </a:ext>
                      </a:extLst>
                    </p:cNvPr>
                    <p:cNvSpPr>
                      <a:spLocks/>
                    </p:cNvSpPr>
                    <p:nvPr/>
                  </p:nvSpPr>
                  <p:spPr bwMode="hidden">
                    <a:xfrm rot="-2777260">
                      <a:off x="3419" y="252"/>
                      <a:ext cx="621" cy="422"/>
                    </a:xfrm>
                    <a:custGeom>
                      <a:avLst/>
                      <a:gdLst>
                        <a:gd name="T0" fmla="*/ 0 w 1769"/>
                        <a:gd name="T1" fmla="*/ 1 h 791"/>
                        <a:gd name="T2" fmla="*/ 7 w 1769"/>
                        <a:gd name="T3" fmla="*/ 5 h 791"/>
                        <a:gd name="T4" fmla="*/ 18 w 1769"/>
                        <a:gd name="T5" fmla="*/ 16 h 791"/>
                        <a:gd name="T6" fmla="*/ 25 w 1769"/>
                        <a:gd name="T7" fmla="*/ 35 h 791"/>
                        <a:gd name="T8" fmla="*/ 27 w 1769"/>
                        <a:gd name="T9" fmla="*/ 49 h 791"/>
                        <a:gd name="T10" fmla="*/ 26 w 1769"/>
                        <a:gd name="T11" fmla="*/ 64 h 791"/>
                        <a:gd name="T12" fmla="*/ 24 w 1769"/>
                        <a:gd name="T13" fmla="*/ 51 h 791"/>
                        <a:gd name="T14" fmla="*/ 21 w 1769"/>
                        <a:gd name="T15" fmla="*/ 37 h 791"/>
                        <a:gd name="T16" fmla="*/ 17 w 1769"/>
                        <a:gd name="T17" fmla="*/ 24 h 791"/>
                        <a:gd name="T18" fmla="*/ 9 w 1769"/>
                        <a:gd name="T19" fmla="*/ 12 h 791"/>
                        <a:gd name="T20" fmla="*/ 0 w 1769"/>
                        <a:gd name="T21" fmla="*/ 6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0" name="Group 83">
                    <a:extLst>
                      <a:ext uri="{FF2B5EF4-FFF2-40B4-BE49-F238E27FC236}">
                        <a16:creationId xmlns:a16="http://schemas.microsoft.com/office/drawing/2014/main" id="{C2785A0A-7987-4AD7-964F-EA25C8917BC7}"/>
                      </a:ext>
                    </a:extLst>
                  </p:cNvPr>
                  <p:cNvGrpSpPr>
                    <a:grpSpLocks/>
                  </p:cNvGrpSpPr>
                  <p:nvPr/>
                </p:nvGrpSpPr>
                <p:grpSpPr bwMode="auto">
                  <a:xfrm>
                    <a:off x="2805" y="4"/>
                    <a:ext cx="241" cy="1448"/>
                    <a:chOff x="2731" y="32"/>
                    <a:chExt cx="241" cy="1448"/>
                  </a:xfrm>
                </p:grpSpPr>
                <p:sp>
                  <p:nvSpPr>
                    <p:cNvPr id="85" name="Freeform 84">
                      <a:extLst>
                        <a:ext uri="{FF2B5EF4-FFF2-40B4-BE49-F238E27FC236}">
                          <a16:creationId xmlns:a16="http://schemas.microsoft.com/office/drawing/2014/main" id="{7E2478D6-2DE5-4E5A-8517-8CA4BA02D148}"/>
                        </a:ext>
                      </a:extLst>
                    </p:cNvPr>
                    <p:cNvSpPr>
                      <a:spLocks/>
                    </p:cNvSpPr>
                    <p:nvPr/>
                  </p:nvSpPr>
                  <p:spPr bwMode="hidden">
                    <a:xfrm rot="-4903748">
                      <a:off x="2297" y="960"/>
                      <a:ext cx="954" cy="86"/>
                    </a:xfrm>
                    <a:custGeom>
                      <a:avLst/>
                      <a:gdLst>
                        <a:gd name="T0" fmla="*/ 0 w 2736"/>
                        <a:gd name="T1" fmla="*/ 1 h 504"/>
                        <a:gd name="T2" fmla="*/ 13 w 2736"/>
                        <a:gd name="T3" fmla="*/ 0 h 504"/>
                        <a:gd name="T4" fmla="*/ 26 w 2736"/>
                        <a:gd name="T5" fmla="*/ 0 h 504"/>
                        <a:gd name="T6" fmla="*/ 40 w 2736"/>
                        <a:gd name="T7" fmla="*/ 0 h 504"/>
                        <a:gd name="T8" fmla="*/ 40 w 2736"/>
                        <a:gd name="T9" fmla="*/ 0 h 504"/>
                        <a:gd name="T10" fmla="*/ 26 w 2736"/>
                        <a:gd name="T11" fmla="*/ 0 h 504"/>
                        <a:gd name="T12" fmla="*/ 10 w 2736"/>
                        <a:gd name="T13" fmla="*/ 0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86" name="Freeform 85">
                      <a:extLst>
                        <a:ext uri="{FF2B5EF4-FFF2-40B4-BE49-F238E27FC236}">
                          <a16:creationId xmlns:a16="http://schemas.microsoft.com/office/drawing/2014/main" id="{24DAE9D1-E1ED-4369-902B-5E404A031DA7}"/>
                        </a:ext>
                      </a:extLst>
                    </p:cNvPr>
                    <p:cNvSpPr>
                      <a:spLocks/>
                    </p:cNvSpPr>
                    <p:nvPr/>
                  </p:nvSpPr>
                  <p:spPr bwMode="hidden">
                    <a:xfrm rot="-4903748">
                      <a:off x="2649" y="220"/>
                      <a:ext cx="512" cy="135"/>
                    </a:xfrm>
                    <a:custGeom>
                      <a:avLst/>
                      <a:gdLst>
                        <a:gd name="T0" fmla="*/ 0 w 1769"/>
                        <a:gd name="T1" fmla="*/ 0 h 791"/>
                        <a:gd name="T2" fmla="*/ 3 w 1769"/>
                        <a:gd name="T3" fmla="*/ 0 h 791"/>
                        <a:gd name="T4" fmla="*/ 8 w 1769"/>
                        <a:gd name="T5" fmla="*/ 0 h 791"/>
                        <a:gd name="T6" fmla="*/ 11 w 1769"/>
                        <a:gd name="T7" fmla="*/ 0 h 791"/>
                        <a:gd name="T8" fmla="*/ 12 w 1769"/>
                        <a:gd name="T9" fmla="*/ 1 h 791"/>
                        <a:gd name="T10" fmla="*/ 12 w 1769"/>
                        <a:gd name="T11" fmla="*/ 1 h 791"/>
                        <a:gd name="T12" fmla="*/ 11 w 1769"/>
                        <a:gd name="T13" fmla="*/ 1 h 791"/>
                        <a:gd name="T14" fmla="*/ 10 w 1769"/>
                        <a:gd name="T15" fmla="*/ 0 h 791"/>
                        <a:gd name="T16" fmla="*/ 8 w 1769"/>
                        <a:gd name="T17" fmla="*/ 0 h 791"/>
                        <a:gd name="T18" fmla="*/ 4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 name="Group 86">
                    <a:extLst>
                      <a:ext uri="{FF2B5EF4-FFF2-40B4-BE49-F238E27FC236}">
                        <a16:creationId xmlns:a16="http://schemas.microsoft.com/office/drawing/2014/main" id="{ABAF2732-0AD7-4A14-8B77-11B9CAA71D7C}"/>
                      </a:ext>
                    </a:extLst>
                  </p:cNvPr>
                  <p:cNvGrpSpPr>
                    <a:grpSpLocks/>
                  </p:cNvGrpSpPr>
                  <p:nvPr/>
                </p:nvGrpSpPr>
                <p:grpSpPr bwMode="auto">
                  <a:xfrm>
                    <a:off x="1017" y="1741"/>
                    <a:ext cx="1084" cy="2449"/>
                    <a:chOff x="943" y="1769"/>
                    <a:chExt cx="1084" cy="2449"/>
                  </a:xfrm>
                </p:grpSpPr>
                <p:sp>
                  <p:nvSpPr>
                    <p:cNvPr id="83" name="Freeform 87">
                      <a:extLst>
                        <a:ext uri="{FF2B5EF4-FFF2-40B4-BE49-F238E27FC236}">
                          <a16:creationId xmlns:a16="http://schemas.microsoft.com/office/drawing/2014/main" id="{4B4FDA89-BAF0-4735-95CC-A2788B33DF5A}"/>
                        </a:ext>
                      </a:extLst>
                    </p:cNvPr>
                    <p:cNvSpPr>
                      <a:spLocks/>
                    </p:cNvSpPr>
                    <p:nvPr/>
                  </p:nvSpPr>
                  <p:spPr bwMode="hidden">
                    <a:xfrm rot="18335692" flipH="1">
                      <a:off x="1002" y="2468"/>
                      <a:ext cx="1724" cy="311"/>
                    </a:xfrm>
                    <a:custGeom>
                      <a:avLst/>
                      <a:gdLst>
                        <a:gd name="T0" fmla="*/ 0 w 2736"/>
                        <a:gd name="T1" fmla="*/ 73 h 504"/>
                        <a:gd name="T2" fmla="*/ 136 w 2736"/>
                        <a:gd name="T3" fmla="*/ 24 h 504"/>
                        <a:gd name="T4" fmla="*/ 280 w 2736"/>
                        <a:gd name="T5" fmla="*/ 4 h 504"/>
                        <a:gd name="T6" fmla="*/ 431 w 2736"/>
                        <a:gd name="T7" fmla="*/ 4 h 504"/>
                        <a:gd name="T8" fmla="*/ 429 w 2736"/>
                        <a:gd name="T9" fmla="*/ 15 h 504"/>
                        <a:gd name="T10" fmla="*/ 279 w 2736"/>
                        <a:gd name="T11" fmla="*/ 15 h 504"/>
                        <a:gd name="T12" fmla="*/ 103 w 2736"/>
                        <a:gd name="T13" fmla="*/ 42 h 504"/>
                        <a:gd name="T14" fmla="*/ 0 w 2736"/>
                        <a:gd name="T15" fmla="*/ 73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84" name="Freeform 88">
                      <a:extLst>
                        <a:ext uri="{FF2B5EF4-FFF2-40B4-BE49-F238E27FC236}">
                          <a16:creationId xmlns:a16="http://schemas.microsoft.com/office/drawing/2014/main" id="{C92AF9EB-C421-4E19-B0AF-DE2FDAAA63BF}"/>
                        </a:ext>
                      </a:extLst>
                    </p:cNvPr>
                    <p:cNvSpPr>
                      <a:spLocks/>
                    </p:cNvSpPr>
                    <p:nvPr/>
                  </p:nvSpPr>
                  <p:spPr bwMode="hidden">
                    <a:xfrm rot="18335692" flipH="1">
                      <a:off x="726" y="3511"/>
                      <a:ext cx="924" cy="490"/>
                    </a:xfrm>
                    <a:custGeom>
                      <a:avLst/>
                      <a:gdLst>
                        <a:gd name="T0" fmla="*/ 1 w 1769"/>
                        <a:gd name="T1" fmla="*/ 1 h 791"/>
                        <a:gd name="T2" fmla="*/ 36 w 1769"/>
                        <a:gd name="T3" fmla="*/ 9 h 791"/>
                        <a:gd name="T4" fmla="*/ 86 w 1769"/>
                        <a:gd name="T5" fmla="*/ 30 h 791"/>
                        <a:gd name="T6" fmla="*/ 120 w 1769"/>
                        <a:gd name="T7" fmla="*/ 64 h 791"/>
                        <a:gd name="T8" fmla="*/ 131 w 1769"/>
                        <a:gd name="T9" fmla="*/ 90 h 791"/>
                        <a:gd name="T10" fmla="*/ 126 w 1769"/>
                        <a:gd name="T11" fmla="*/ 116 h 791"/>
                        <a:gd name="T12" fmla="*/ 119 w 1769"/>
                        <a:gd name="T13" fmla="*/ 94 h 791"/>
                        <a:gd name="T14" fmla="*/ 103 w 1769"/>
                        <a:gd name="T15" fmla="*/ 67 h 791"/>
                        <a:gd name="T16" fmla="*/ 83 w 1769"/>
                        <a:gd name="T17" fmla="*/ 43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2" name="Group 89">
                    <a:extLst>
                      <a:ext uri="{FF2B5EF4-FFF2-40B4-BE49-F238E27FC236}">
                        <a16:creationId xmlns:a16="http://schemas.microsoft.com/office/drawing/2014/main" id="{F8419D44-497E-42A5-AA27-9F1C50DDDD74}"/>
                      </a:ext>
                    </a:extLst>
                  </p:cNvPr>
                  <p:cNvGrpSpPr>
                    <a:grpSpLocks/>
                  </p:cNvGrpSpPr>
                  <p:nvPr/>
                </p:nvGrpSpPr>
                <p:grpSpPr bwMode="auto">
                  <a:xfrm>
                    <a:off x="1529" y="1908"/>
                    <a:ext cx="766" cy="2372"/>
                    <a:chOff x="1455" y="1936"/>
                    <a:chExt cx="766" cy="2372"/>
                  </a:xfrm>
                </p:grpSpPr>
                <p:sp>
                  <p:nvSpPr>
                    <p:cNvPr id="81" name="Freeform 90">
                      <a:extLst>
                        <a:ext uri="{FF2B5EF4-FFF2-40B4-BE49-F238E27FC236}">
                          <a16:creationId xmlns:a16="http://schemas.microsoft.com/office/drawing/2014/main" id="{314EB338-9430-42EB-8FC8-0B2BB7C5911D}"/>
                        </a:ext>
                      </a:extLst>
                    </p:cNvPr>
                    <p:cNvSpPr>
                      <a:spLocks/>
                    </p:cNvSpPr>
                    <p:nvPr/>
                  </p:nvSpPr>
                  <p:spPr bwMode="hidden">
                    <a:xfrm rot="17542885" flipH="1">
                      <a:off x="1257" y="2569"/>
                      <a:ext cx="1596" cy="310"/>
                    </a:xfrm>
                    <a:custGeom>
                      <a:avLst/>
                      <a:gdLst>
                        <a:gd name="T0" fmla="*/ 0 w 2736"/>
                        <a:gd name="T1" fmla="*/ 72 h 504"/>
                        <a:gd name="T2" fmla="*/ 100 w 2736"/>
                        <a:gd name="T3" fmla="*/ 24 h 504"/>
                        <a:gd name="T4" fmla="*/ 205 w 2736"/>
                        <a:gd name="T5" fmla="*/ 4 h 504"/>
                        <a:gd name="T6" fmla="*/ 317 w 2736"/>
                        <a:gd name="T7" fmla="*/ 4 h 504"/>
                        <a:gd name="T8" fmla="*/ 315 w 2736"/>
                        <a:gd name="T9" fmla="*/ 15 h 504"/>
                        <a:gd name="T10" fmla="*/ 204 w 2736"/>
                        <a:gd name="T11" fmla="*/ 15 h 504"/>
                        <a:gd name="T12" fmla="*/ 76 w 2736"/>
                        <a:gd name="T13" fmla="*/ 42 h 504"/>
                        <a:gd name="T14" fmla="*/ 0 w 2736"/>
                        <a:gd name="T15" fmla="*/ 72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82" name="Freeform 91">
                      <a:extLst>
                        <a:ext uri="{FF2B5EF4-FFF2-40B4-BE49-F238E27FC236}">
                          <a16:creationId xmlns:a16="http://schemas.microsoft.com/office/drawing/2014/main" id="{05EA1857-CBD8-408E-B340-3A7EA46C7DC6}"/>
                        </a:ext>
                      </a:extLst>
                    </p:cNvPr>
                    <p:cNvSpPr>
                      <a:spLocks/>
                    </p:cNvSpPr>
                    <p:nvPr/>
                  </p:nvSpPr>
                  <p:spPr bwMode="hidden">
                    <a:xfrm rot="17542885" flipH="1">
                      <a:off x="1272" y="3635"/>
                      <a:ext cx="856" cy="490"/>
                    </a:xfrm>
                    <a:custGeom>
                      <a:avLst/>
                      <a:gdLst>
                        <a:gd name="T0" fmla="*/ 0 w 1769"/>
                        <a:gd name="T1" fmla="*/ 1 h 791"/>
                        <a:gd name="T2" fmla="*/ 27 w 1769"/>
                        <a:gd name="T3" fmla="*/ 9 h 791"/>
                        <a:gd name="T4" fmla="*/ 63 w 1769"/>
                        <a:gd name="T5" fmla="*/ 30 h 791"/>
                        <a:gd name="T6" fmla="*/ 88 w 1769"/>
                        <a:gd name="T7" fmla="*/ 64 h 791"/>
                        <a:gd name="T8" fmla="*/ 96 w 1769"/>
                        <a:gd name="T9" fmla="*/ 90 h 791"/>
                        <a:gd name="T10" fmla="*/ 92 w 1769"/>
                        <a:gd name="T11" fmla="*/ 116 h 791"/>
                        <a:gd name="T12" fmla="*/ 87 w 1769"/>
                        <a:gd name="T13" fmla="*/ 94 h 791"/>
                        <a:gd name="T14" fmla="*/ 76 w 1769"/>
                        <a:gd name="T15" fmla="*/ 67 h 791"/>
                        <a:gd name="T16" fmla="*/ 61 w 1769"/>
                        <a:gd name="T17" fmla="*/ 43 h 791"/>
                        <a:gd name="T18" fmla="*/ 32 w 1769"/>
                        <a:gd name="T19" fmla="*/ 22 h 791"/>
                        <a:gd name="T20" fmla="*/ 0 w 1769"/>
                        <a:gd name="T21" fmla="*/ 1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3" name="Group 92">
                    <a:extLst>
                      <a:ext uri="{FF2B5EF4-FFF2-40B4-BE49-F238E27FC236}">
                        <a16:creationId xmlns:a16="http://schemas.microsoft.com/office/drawing/2014/main" id="{913138F3-D6C8-4BDA-B3E1-FBA0DECE6A9F}"/>
                      </a:ext>
                    </a:extLst>
                  </p:cNvPr>
                  <p:cNvGrpSpPr>
                    <a:grpSpLocks/>
                  </p:cNvGrpSpPr>
                  <p:nvPr/>
                </p:nvGrpSpPr>
                <p:grpSpPr bwMode="auto">
                  <a:xfrm rot="88588">
                    <a:off x="2060" y="1961"/>
                    <a:ext cx="460" cy="2329"/>
                    <a:chOff x="1954" y="1989"/>
                    <a:chExt cx="493" cy="2604"/>
                  </a:xfrm>
                </p:grpSpPr>
                <p:sp>
                  <p:nvSpPr>
                    <p:cNvPr id="79" name="Freeform 93">
                      <a:extLst>
                        <a:ext uri="{FF2B5EF4-FFF2-40B4-BE49-F238E27FC236}">
                          <a16:creationId xmlns:a16="http://schemas.microsoft.com/office/drawing/2014/main" id="{6AB275BC-B9A1-4660-BB93-048CCC376098}"/>
                        </a:ext>
                      </a:extLst>
                    </p:cNvPr>
                    <p:cNvSpPr>
                      <a:spLocks/>
                    </p:cNvSpPr>
                    <p:nvPr/>
                  </p:nvSpPr>
                  <p:spPr bwMode="hidden">
                    <a:xfrm rot="16782062" flipH="1">
                      <a:off x="1431" y="2683"/>
                      <a:ext cx="1711" cy="301"/>
                    </a:xfrm>
                    <a:custGeom>
                      <a:avLst/>
                      <a:gdLst>
                        <a:gd name="T0" fmla="*/ 0 w 2736"/>
                        <a:gd name="T1" fmla="*/ 65 h 504"/>
                        <a:gd name="T2" fmla="*/ 132 w 2736"/>
                        <a:gd name="T3" fmla="*/ 22 h 504"/>
                        <a:gd name="T4" fmla="*/ 272 w 2736"/>
                        <a:gd name="T5" fmla="*/ 3 h 504"/>
                        <a:gd name="T6" fmla="*/ 418 w 2736"/>
                        <a:gd name="T7" fmla="*/ 3 h 504"/>
                        <a:gd name="T8" fmla="*/ 416 w 2736"/>
                        <a:gd name="T9" fmla="*/ 13 h 504"/>
                        <a:gd name="T10" fmla="*/ 270 w 2736"/>
                        <a:gd name="T11" fmla="*/ 13 h 504"/>
                        <a:gd name="T12" fmla="*/ 100 w 2736"/>
                        <a:gd name="T13" fmla="*/ 37 h 504"/>
                        <a:gd name="T14" fmla="*/ 0 w 2736"/>
                        <a:gd name="T15" fmla="*/ 6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80" name="Freeform 94">
                      <a:extLst>
                        <a:ext uri="{FF2B5EF4-FFF2-40B4-BE49-F238E27FC236}">
                          <a16:creationId xmlns:a16="http://schemas.microsoft.com/office/drawing/2014/main" id="{D12BEA7E-5696-461A-9A61-62C9EC478885}"/>
                        </a:ext>
                      </a:extLst>
                    </p:cNvPr>
                    <p:cNvSpPr>
                      <a:spLocks/>
                    </p:cNvSpPr>
                    <p:nvPr/>
                  </p:nvSpPr>
                  <p:spPr bwMode="hidden">
                    <a:xfrm rot="16782062" flipH="1">
                      <a:off x="1724" y="3890"/>
                      <a:ext cx="918" cy="472"/>
                    </a:xfrm>
                    <a:custGeom>
                      <a:avLst/>
                      <a:gdLst>
                        <a:gd name="T0" fmla="*/ 1 w 1769"/>
                        <a:gd name="T1" fmla="*/ 1 h 791"/>
                        <a:gd name="T2" fmla="*/ 35 w 1769"/>
                        <a:gd name="T3" fmla="*/ 7 h 791"/>
                        <a:gd name="T4" fmla="*/ 84 w 1769"/>
                        <a:gd name="T5" fmla="*/ 25 h 791"/>
                        <a:gd name="T6" fmla="*/ 117 w 1769"/>
                        <a:gd name="T7" fmla="*/ 55 h 791"/>
                        <a:gd name="T8" fmla="*/ 127 w 1769"/>
                        <a:gd name="T9" fmla="*/ 77 h 791"/>
                        <a:gd name="T10" fmla="*/ 122 w 1769"/>
                        <a:gd name="T11" fmla="*/ 100 h 791"/>
                        <a:gd name="T12" fmla="*/ 115 w 1769"/>
                        <a:gd name="T13" fmla="*/ 80 h 791"/>
                        <a:gd name="T14" fmla="*/ 101 w 1769"/>
                        <a:gd name="T15" fmla="*/ 58 h 791"/>
                        <a:gd name="T16" fmla="*/ 80 w 1769"/>
                        <a:gd name="T17" fmla="*/ 38 h 791"/>
                        <a:gd name="T18" fmla="*/ 42 w 1769"/>
                        <a:gd name="T19" fmla="*/ 19 h 791"/>
                        <a:gd name="T20" fmla="*/ 0 w 1769"/>
                        <a:gd name="T21" fmla="*/ 10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4" name="Group 95">
                    <a:extLst>
                      <a:ext uri="{FF2B5EF4-FFF2-40B4-BE49-F238E27FC236}">
                        <a16:creationId xmlns:a16="http://schemas.microsoft.com/office/drawing/2014/main" id="{D84627EC-9D47-4F68-B70B-1C65E5E96A86}"/>
                      </a:ext>
                    </a:extLst>
                  </p:cNvPr>
                  <p:cNvGrpSpPr>
                    <a:grpSpLocks/>
                  </p:cNvGrpSpPr>
                  <p:nvPr/>
                </p:nvGrpSpPr>
                <p:grpSpPr bwMode="auto">
                  <a:xfrm>
                    <a:off x="3408" y="1689"/>
                    <a:ext cx="1125" cy="2425"/>
                    <a:chOff x="3334" y="1717"/>
                    <a:chExt cx="1125" cy="2425"/>
                  </a:xfrm>
                </p:grpSpPr>
                <p:sp>
                  <p:nvSpPr>
                    <p:cNvPr id="77" name="Freeform 96">
                      <a:extLst>
                        <a:ext uri="{FF2B5EF4-FFF2-40B4-BE49-F238E27FC236}">
                          <a16:creationId xmlns:a16="http://schemas.microsoft.com/office/drawing/2014/main" id="{6EEB8AA9-9C54-4218-A505-14C7315D3563}"/>
                        </a:ext>
                      </a:extLst>
                    </p:cNvPr>
                    <p:cNvSpPr>
                      <a:spLocks/>
                    </p:cNvSpPr>
                    <p:nvPr/>
                  </p:nvSpPr>
                  <p:spPr bwMode="hidden">
                    <a:xfrm rot="3144576">
                      <a:off x="2621" y="2417"/>
                      <a:ext cx="1724" cy="310"/>
                    </a:xfrm>
                    <a:custGeom>
                      <a:avLst/>
                      <a:gdLst>
                        <a:gd name="T0" fmla="*/ 0 w 2736"/>
                        <a:gd name="T1" fmla="*/ 72 h 504"/>
                        <a:gd name="T2" fmla="*/ 136 w 2736"/>
                        <a:gd name="T3" fmla="*/ 24 h 504"/>
                        <a:gd name="T4" fmla="*/ 280 w 2736"/>
                        <a:gd name="T5" fmla="*/ 4 h 504"/>
                        <a:gd name="T6" fmla="*/ 431 w 2736"/>
                        <a:gd name="T7" fmla="*/ 4 h 504"/>
                        <a:gd name="T8" fmla="*/ 429 w 2736"/>
                        <a:gd name="T9" fmla="*/ 15 h 504"/>
                        <a:gd name="T10" fmla="*/ 279 w 2736"/>
                        <a:gd name="T11" fmla="*/ 15 h 504"/>
                        <a:gd name="T12" fmla="*/ 103 w 2736"/>
                        <a:gd name="T13" fmla="*/ 42 h 504"/>
                        <a:gd name="T14" fmla="*/ 0 w 2736"/>
                        <a:gd name="T15" fmla="*/ 72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8" name="Freeform 97">
                      <a:extLst>
                        <a:ext uri="{FF2B5EF4-FFF2-40B4-BE49-F238E27FC236}">
                          <a16:creationId xmlns:a16="http://schemas.microsoft.com/office/drawing/2014/main" id="{AFDDBAFE-7F93-46A8-843D-513E51A76A4C}"/>
                        </a:ext>
                      </a:extLst>
                    </p:cNvPr>
                    <p:cNvSpPr>
                      <a:spLocks/>
                    </p:cNvSpPr>
                    <p:nvPr/>
                  </p:nvSpPr>
                  <p:spPr bwMode="hidden">
                    <a:xfrm rot="3144576">
                      <a:off x="3752" y="3435"/>
                      <a:ext cx="924" cy="490"/>
                    </a:xfrm>
                    <a:custGeom>
                      <a:avLst/>
                      <a:gdLst>
                        <a:gd name="T0" fmla="*/ 1 w 1769"/>
                        <a:gd name="T1" fmla="*/ 1 h 791"/>
                        <a:gd name="T2" fmla="*/ 36 w 1769"/>
                        <a:gd name="T3" fmla="*/ 9 h 791"/>
                        <a:gd name="T4" fmla="*/ 86 w 1769"/>
                        <a:gd name="T5" fmla="*/ 30 h 791"/>
                        <a:gd name="T6" fmla="*/ 120 w 1769"/>
                        <a:gd name="T7" fmla="*/ 64 h 791"/>
                        <a:gd name="T8" fmla="*/ 131 w 1769"/>
                        <a:gd name="T9" fmla="*/ 90 h 791"/>
                        <a:gd name="T10" fmla="*/ 126 w 1769"/>
                        <a:gd name="T11" fmla="*/ 116 h 791"/>
                        <a:gd name="T12" fmla="*/ 119 w 1769"/>
                        <a:gd name="T13" fmla="*/ 94 h 791"/>
                        <a:gd name="T14" fmla="*/ 103 w 1769"/>
                        <a:gd name="T15" fmla="*/ 67 h 791"/>
                        <a:gd name="T16" fmla="*/ 83 w 1769"/>
                        <a:gd name="T17" fmla="*/ 43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5" name="Group 98">
                    <a:extLst>
                      <a:ext uri="{FF2B5EF4-FFF2-40B4-BE49-F238E27FC236}">
                        <a16:creationId xmlns:a16="http://schemas.microsoft.com/office/drawing/2014/main" id="{F6079F19-4384-4D42-8631-1E2505B8DB79}"/>
                      </a:ext>
                    </a:extLst>
                  </p:cNvPr>
                  <p:cNvGrpSpPr>
                    <a:grpSpLocks/>
                  </p:cNvGrpSpPr>
                  <p:nvPr/>
                </p:nvGrpSpPr>
                <p:grpSpPr bwMode="auto">
                  <a:xfrm>
                    <a:off x="3255" y="1839"/>
                    <a:ext cx="882" cy="2424"/>
                    <a:chOff x="3181" y="1867"/>
                    <a:chExt cx="882" cy="2424"/>
                  </a:xfrm>
                </p:grpSpPr>
                <p:sp>
                  <p:nvSpPr>
                    <p:cNvPr id="75" name="Freeform 99">
                      <a:extLst>
                        <a:ext uri="{FF2B5EF4-FFF2-40B4-BE49-F238E27FC236}">
                          <a16:creationId xmlns:a16="http://schemas.microsoft.com/office/drawing/2014/main" id="{9F14001C-D7AE-4E10-BDF7-52A5457DD759}"/>
                        </a:ext>
                      </a:extLst>
                    </p:cNvPr>
                    <p:cNvSpPr>
                      <a:spLocks/>
                    </p:cNvSpPr>
                    <p:nvPr/>
                  </p:nvSpPr>
                  <p:spPr bwMode="hidden">
                    <a:xfrm rot="3745735">
                      <a:off x="2495" y="2531"/>
                      <a:ext cx="1649" cy="299"/>
                    </a:xfrm>
                    <a:custGeom>
                      <a:avLst/>
                      <a:gdLst>
                        <a:gd name="T0" fmla="*/ 0 w 2736"/>
                        <a:gd name="T1" fmla="*/ 62 h 504"/>
                        <a:gd name="T2" fmla="*/ 114 w 2736"/>
                        <a:gd name="T3" fmla="*/ 21 h 504"/>
                        <a:gd name="T4" fmla="*/ 234 w 2736"/>
                        <a:gd name="T5" fmla="*/ 3 h 504"/>
                        <a:gd name="T6" fmla="*/ 361 w 2736"/>
                        <a:gd name="T7" fmla="*/ 3 h 504"/>
                        <a:gd name="T8" fmla="*/ 359 w 2736"/>
                        <a:gd name="T9" fmla="*/ 12 h 504"/>
                        <a:gd name="T10" fmla="*/ 233 w 2736"/>
                        <a:gd name="T11" fmla="*/ 12 h 504"/>
                        <a:gd name="T12" fmla="*/ 86 w 2736"/>
                        <a:gd name="T13" fmla="*/ 36 h 504"/>
                        <a:gd name="T14" fmla="*/ 0 w 2736"/>
                        <a:gd name="T15" fmla="*/ 62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6" name="Freeform 100">
                      <a:extLst>
                        <a:ext uri="{FF2B5EF4-FFF2-40B4-BE49-F238E27FC236}">
                          <a16:creationId xmlns:a16="http://schemas.microsoft.com/office/drawing/2014/main" id="{F283AB71-AB03-49A9-9831-28CA4B3E6876}"/>
                        </a:ext>
                      </a:extLst>
                    </p:cNvPr>
                    <p:cNvSpPr>
                      <a:spLocks/>
                    </p:cNvSpPr>
                    <p:nvPr/>
                  </p:nvSpPr>
                  <p:spPr bwMode="hidden">
                    <a:xfrm rot="3745735">
                      <a:off x="3387" y="3615"/>
                      <a:ext cx="884" cy="467"/>
                    </a:xfrm>
                    <a:custGeom>
                      <a:avLst/>
                      <a:gdLst>
                        <a:gd name="T0" fmla="*/ 0 w 1769"/>
                        <a:gd name="T1" fmla="*/ 1 h 791"/>
                        <a:gd name="T2" fmla="*/ 30 w 1769"/>
                        <a:gd name="T3" fmla="*/ 6 h 791"/>
                        <a:gd name="T4" fmla="*/ 72 w 1769"/>
                        <a:gd name="T5" fmla="*/ 24 h 791"/>
                        <a:gd name="T6" fmla="*/ 100 w 1769"/>
                        <a:gd name="T7" fmla="*/ 53 h 791"/>
                        <a:gd name="T8" fmla="*/ 109 w 1769"/>
                        <a:gd name="T9" fmla="*/ 74 h 791"/>
                        <a:gd name="T10" fmla="*/ 105 w 1769"/>
                        <a:gd name="T11" fmla="*/ 96 h 791"/>
                        <a:gd name="T12" fmla="*/ 99 w 1769"/>
                        <a:gd name="T13" fmla="*/ 77 h 791"/>
                        <a:gd name="T14" fmla="*/ 86 w 1769"/>
                        <a:gd name="T15" fmla="*/ 55 h 791"/>
                        <a:gd name="T16" fmla="*/ 69 w 1769"/>
                        <a:gd name="T17" fmla="*/ 36 h 791"/>
                        <a:gd name="T18" fmla="*/ 36 w 1769"/>
                        <a:gd name="T19" fmla="*/ 18 h 791"/>
                        <a:gd name="T20" fmla="*/ 0 w 1769"/>
                        <a:gd name="T21" fmla="*/ 9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6" name="Group 101">
                    <a:extLst>
                      <a:ext uri="{FF2B5EF4-FFF2-40B4-BE49-F238E27FC236}">
                        <a16:creationId xmlns:a16="http://schemas.microsoft.com/office/drawing/2014/main" id="{45E56F23-6F0B-4009-B16C-8F865DA51AC3}"/>
                      </a:ext>
                    </a:extLst>
                  </p:cNvPr>
                  <p:cNvGrpSpPr>
                    <a:grpSpLocks/>
                  </p:cNvGrpSpPr>
                  <p:nvPr/>
                </p:nvGrpSpPr>
                <p:grpSpPr bwMode="auto">
                  <a:xfrm>
                    <a:off x="3080" y="1956"/>
                    <a:ext cx="620" cy="2385"/>
                    <a:chOff x="3006" y="1984"/>
                    <a:chExt cx="620" cy="2385"/>
                  </a:xfrm>
                </p:grpSpPr>
                <p:sp>
                  <p:nvSpPr>
                    <p:cNvPr id="73" name="Freeform 102">
                      <a:extLst>
                        <a:ext uri="{FF2B5EF4-FFF2-40B4-BE49-F238E27FC236}">
                          <a16:creationId xmlns:a16="http://schemas.microsoft.com/office/drawing/2014/main" id="{012E07A2-1EB6-4C7B-9D7F-4BE545BA318F}"/>
                        </a:ext>
                      </a:extLst>
                    </p:cNvPr>
                    <p:cNvSpPr>
                      <a:spLocks/>
                    </p:cNvSpPr>
                    <p:nvPr/>
                  </p:nvSpPr>
                  <p:spPr bwMode="hidden">
                    <a:xfrm rot="4286818">
                      <a:off x="2329" y="2661"/>
                      <a:ext cx="1600" cy="246"/>
                    </a:xfrm>
                    <a:custGeom>
                      <a:avLst/>
                      <a:gdLst>
                        <a:gd name="T0" fmla="*/ 0 w 2736"/>
                        <a:gd name="T1" fmla="*/ 29 h 504"/>
                        <a:gd name="T2" fmla="*/ 101 w 2736"/>
                        <a:gd name="T3" fmla="*/ 10 h 504"/>
                        <a:gd name="T4" fmla="*/ 208 w 2736"/>
                        <a:gd name="T5" fmla="*/ 1 h 504"/>
                        <a:gd name="T6" fmla="*/ 320 w 2736"/>
                        <a:gd name="T7" fmla="*/ 1 h 504"/>
                        <a:gd name="T8" fmla="*/ 318 w 2736"/>
                        <a:gd name="T9" fmla="*/ 6 h 504"/>
                        <a:gd name="T10" fmla="*/ 206 w 2736"/>
                        <a:gd name="T11" fmla="*/ 6 h 504"/>
                        <a:gd name="T12" fmla="*/ 76 w 2736"/>
                        <a:gd name="T13" fmla="*/ 17 h 504"/>
                        <a:gd name="T14" fmla="*/ 0 w 2736"/>
                        <a:gd name="T15" fmla="*/ 29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4" name="Freeform 103">
                      <a:extLst>
                        <a:ext uri="{FF2B5EF4-FFF2-40B4-BE49-F238E27FC236}">
                          <a16:creationId xmlns:a16="http://schemas.microsoft.com/office/drawing/2014/main" id="{E3D132CB-A880-47E6-80B8-56C1ED7C18AF}"/>
                        </a:ext>
                      </a:extLst>
                    </p:cNvPr>
                    <p:cNvSpPr>
                      <a:spLocks/>
                    </p:cNvSpPr>
                    <p:nvPr/>
                  </p:nvSpPr>
                  <p:spPr bwMode="hidden">
                    <a:xfrm rot="4286818">
                      <a:off x="2996" y="3739"/>
                      <a:ext cx="860" cy="387"/>
                    </a:xfrm>
                    <a:custGeom>
                      <a:avLst/>
                      <a:gdLst>
                        <a:gd name="T0" fmla="*/ 0 w 1769"/>
                        <a:gd name="T1" fmla="*/ 0 h 791"/>
                        <a:gd name="T2" fmla="*/ 27 w 1769"/>
                        <a:gd name="T3" fmla="*/ 3 h 791"/>
                        <a:gd name="T4" fmla="*/ 65 w 1769"/>
                        <a:gd name="T5" fmla="*/ 11 h 791"/>
                        <a:gd name="T6" fmla="*/ 90 w 1769"/>
                        <a:gd name="T7" fmla="*/ 24 h 791"/>
                        <a:gd name="T8" fmla="*/ 98 w 1769"/>
                        <a:gd name="T9" fmla="*/ 35 h 791"/>
                        <a:gd name="T10" fmla="*/ 94 w 1769"/>
                        <a:gd name="T11" fmla="*/ 45 h 791"/>
                        <a:gd name="T12" fmla="*/ 88 w 1769"/>
                        <a:gd name="T13" fmla="*/ 36 h 791"/>
                        <a:gd name="T14" fmla="*/ 77 w 1769"/>
                        <a:gd name="T15" fmla="*/ 26 h 791"/>
                        <a:gd name="T16" fmla="*/ 62 w 1769"/>
                        <a:gd name="T17" fmla="*/ 17 h 791"/>
                        <a:gd name="T18" fmla="*/ 33 w 1769"/>
                        <a:gd name="T19" fmla="*/ 9 h 791"/>
                        <a:gd name="T20" fmla="*/ 0 w 1769"/>
                        <a:gd name="T21" fmla="*/ 4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7" name="Group 104">
                    <a:extLst>
                      <a:ext uri="{FF2B5EF4-FFF2-40B4-BE49-F238E27FC236}">
                        <a16:creationId xmlns:a16="http://schemas.microsoft.com/office/drawing/2014/main" id="{DDC7A9D5-E739-4187-A077-9DFCBD6BB54F}"/>
                      </a:ext>
                    </a:extLst>
                  </p:cNvPr>
                  <p:cNvGrpSpPr>
                    <a:grpSpLocks/>
                  </p:cNvGrpSpPr>
                  <p:nvPr/>
                </p:nvGrpSpPr>
                <p:grpSpPr bwMode="auto">
                  <a:xfrm>
                    <a:off x="2893" y="2072"/>
                    <a:ext cx="404" cy="2220"/>
                    <a:chOff x="2819" y="2100"/>
                    <a:chExt cx="404" cy="2220"/>
                  </a:xfrm>
                </p:grpSpPr>
                <p:sp>
                  <p:nvSpPr>
                    <p:cNvPr id="71" name="Freeform 105">
                      <a:extLst>
                        <a:ext uri="{FF2B5EF4-FFF2-40B4-BE49-F238E27FC236}">
                          <a16:creationId xmlns:a16="http://schemas.microsoft.com/office/drawing/2014/main" id="{10FD93F4-2E2E-40CE-AED8-A67314CA8346}"/>
                        </a:ext>
                      </a:extLst>
                    </p:cNvPr>
                    <p:cNvSpPr>
                      <a:spLocks/>
                    </p:cNvSpPr>
                    <p:nvPr/>
                  </p:nvSpPr>
                  <p:spPr bwMode="hidden">
                    <a:xfrm rot="4898956">
                      <a:off x="2200" y="2706"/>
                      <a:ext cx="1471" cy="246"/>
                    </a:xfrm>
                    <a:custGeom>
                      <a:avLst/>
                      <a:gdLst>
                        <a:gd name="T0" fmla="*/ 0 w 2736"/>
                        <a:gd name="T1" fmla="*/ 29 h 504"/>
                        <a:gd name="T2" fmla="*/ 72 w 2736"/>
                        <a:gd name="T3" fmla="*/ 10 h 504"/>
                        <a:gd name="T4" fmla="*/ 148 w 2736"/>
                        <a:gd name="T5" fmla="*/ 1 h 504"/>
                        <a:gd name="T6" fmla="*/ 228 w 2736"/>
                        <a:gd name="T7" fmla="*/ 1 h 504"/>
                        <a:gd name="T8" fmla="*/ 227 w 2736"/>
                        <a:gd name="T9" fmla="*/ 6 h 504"/>
                        <a:gd name="T10" fmla="*/ 147 w 2736"/>
                        <a:gd name="T11" fmla="*/ 6 h 504"/>
                        <a:gd name="T12" fmla="*/ 55 w 2736"/>
                        <a:gd name="T13" fmla="*/ 17 h 504"/>
                        <a:gd name="T14" fmla="*/ 0 w 2736"/>
                        <a:gd name="T15" fmla="*/ 29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2" name="Freeform 106">
                      <a:extLst>
                        <a:ext uri="{FF2B5EF4-FFF2-40B4-BE49-F238E27FC236}">
                          <a16:creationId xmlns:a16="http://schemas.microsoft.com/office/drawing/2014/main" id="{3F667721-7C21-48D6-8CA5-92D8A65C04F0}"/>
                        </a:ext>
                      </a:extLst>
                    </p:cNvPr>
                    <p:cNvSpPr>
                      <a:spLocks/>
                    </p:cNvSpPr>
                    <p:nvPr/>
                  </p:nvSpPr>
                  <p:spPr bwMode="hidden">
                    <a:xfrm rot="4898956">
                      <a:off x="2629" y="3725"/>
                      <a:ext cx="790" cy="386"/>
                    </a:xfrm>
                    <a:custGeom>
                      <a:avLst/>
                      <a:gdLst>
                        <a:gd name="T0" fmla="*/ 0 w 1769"/>
                        <a:gd name="T1" fmla="*/ 0 h 791"/>
                        <a:gd name="T2" fmla="*/ 19 w 1769"/>
                        <a:gd name="T3" fmla="*/ 3 h 791"/>
                        <a:gd name="T4" fmla="*/ 46 w 1769"/>
                        <a:gd name="T5" fmla="*/ 11 h 791"/>
                        <a:gd name="T6" fmla="*/ 64 w 1769"/>
                        <a:gd name="T7" fmla="*/ 24 h 791"/>
                        <a:gd name="T8" fmla="*/ 70 w 1769"/>
                        <a:gd name="T9" fmla="*/ 35 h 791"/>
                        <a:gd name="T10" fmla="*/ 67 w 1769"/>
                        <a:gd name="T11" fmla="*/ 44 h 791"/>
                        <a:gd name="T12" fmla="*/ 63 w 1769"/>
                        <a:gd name="T13" fmla="*/ 36 h 791"/>
                        <a:gd name="T14" fmla="*/ 55 w 1769"/>
                        <a:gd name="T15" fmla="*/ 26 h 791"/>
                        <a:gd name="T16" fmla="*/ 44 w 1769"/>
                        <a:gd name="T17" fmla="*/ 17 h 791"/>
                        <a:gd name="T18" fmla="*/ 23 w 1769"/>
                        <a:gd name="T19" fmla="*/ 9 h 791"/>
                        <a:gd name="T20" fmla="*/ 0 w 1769"/>
                        <a:gd name="T21" fmla="*/ 4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8" name="Group 107">
                    <a:extLst>
                      <a:ext uri="{FF2B5EF4-FFF2-40B4-BE49-F238E27FC236}">
                        <a16:creationId xmlns:a16="http://schemas.microsoft.com/office/drawing/2014/main" id="{CC6E66A8-5ABF-4521-AD78-BE61FBF6010E}"/>
                      </a:ext>
                    </a:extLst>
                  </p:cNvPr>
                  <p:cNvGrpSpPr>
                    <a:grpSpLocks/>
                  </p:cNvGrpSpPr>
                  <p:nvPr/>
                </p:nvGrpSpPr>
                <p:grpSpPr bwMode="auto">
                  <a:xfrm>
                    <a:off x="2372" y="2107"/>
                    <a:ext cx="427" cy="2185"/>
                    <a:chOff x="2287" y="2135"/>
                    <a:chExt cx="427" cy="2185"/>
                  </a:xfrm>
                </p:grpSpPr>
                <p:sp>
                  <p:nvSpPr>
                    <p:cNvPr id="69" name="Freeform 108">
                      <a:extLst>
                        <a:ext uri="{FF2B5EF4-FFF2-40B4-BE49-F238E27FC236}">
                          <a16:creationId xmlns:a16="http://schemas.microsoft.com/office/drawing/2014/main" id="{8E72C858-F67A-46E7-8048-C9F7A2F8589C}"/>
                        </a:ext>
                      </a:extLst>
                    </p:cNvPr>
                    <p:cNvSpPr>
                      <a:spLocks/>
                    </p:cNvSpPr>
                    <p:nvPr/>
                  </p:nvSpPr>
                  <p:spPr bwMode="hidden">
                    <a:xfrm rot="5755659">
                      <a:off x="1895" y="2753"/>
                      <a:ext cx="1437" cy="189"/>
                    </a:xfrm>
                    <a:custGeom>
                      <a:avLst/>
                      <a:gdLst>
                        <a:gd name="T0" fmla="*/ 0 w 2736"/>
                        <a:gd name="T1" fmla="*/ 10 h 504"/>
                        <a:gd name="T2" fmla="*/ 66 w 2736"/>
                        <a:gd name="T3" fmla="*/ 3 h 504"/>
                        <a:gd name="T4" fmla="*/ 135 w 2736"/>
                        <a:gd name="T5" fmla="*/ 0 h 504"/>
                        <a:gd name="T6" fmla="*/ 209 w 2736"/>
                        <a:gd name="T7" fmla="*/ 0 h 504"/>
                        <a:gd name="T8" fmla="*/ 207 w 2736"/>
                        <a:gd name="T9" fmla="*/ 2 h 504"/>
                        <a:gd name="T10" fmla="*/ 134 w 2736"/>
                        <a:gd name="T11" fmla="*/ 2 h 504"/>
                        <a:gd name="T12" fmla="*/ 50 w 2736"/>
                        <a:gd name="T13" fmla="*/ 6 h 504"/>
                        <a:gd name="T14" fmla="*/ 0 w 2736"/>
                        <a:gd name="T15" fmla="*/ 1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0" name="Freeform 109">
                      <a:extLst>
                        <a:ext uri="{FF2B5EF4-FFF2-40B4-BE49-F238E27FC236}">
                          <a16:creationId xmlns:a16="http://schemas.microsoft.com/office/drawing/2014/main" id="{892A2B0C-79D4-4AB9-9A71-48D94F96DE80}"/>
                        </a:ext>
                      </a:extLst>
                    </p:cNvPr>
                    <p:cNvSpPr>
                      <a:spLocks/>
                    </p:cNvSpPr>
                    <p:nvPr/>
                  </p:nvSpPr>
                  <p:spPr bwMode="hidden">
                    <a:xfrm rot="5755659">
                      <a:off x="2039" y="3776"/>
                      <a:ext cx="771" cy="296"/>
                    </a:xfrm>
                    <a:custGeom>
                      <a:avLst/>
                      <a:gdLst>
                        <a:gd name="T0" fmla="*/ 0 w 1769"/>
                        <a:gd name="T1" fmla="*/ 0 h 791"/>
                        <a:gd name="T2" fmla="*/ 17 w 1769"/>
                        <a:gd name="T3" fmla="*/ 1 h 791"/>
                        <a:gd name="T4" fmla="*/ 42 w 1769"/>
                        <a:gd name="T5" fmla="*/ 4 h 791"/>
                        <a:gd name="T6" fmla="*/ 58 w 1769"/>
                        <a:gd name="T7" fmla="*/ 9 h 791"/>
                        <a:gd name="T8" fmla="*/ 63 w 1769"/>
                        <a:gd name="T9" fmla="*/ 12 h 791"/>
                        <a:gd name="T10" fmla="*/ 61 w 1769"/>
                        <a:gd name="T11" fmla="*/ 15 h 791"/>
                        <a:gd name="T12" fmla="*/ 58 w 1769"/>
                        <a:gd name="T13" fmla="*/ 12 h 791"/>
                        <a:gd name="T14" fmla="*/ 50 w 1769"/>
                        <a:gd name="T15" fmla="*/ 9 h 791"/>
                        <a:gd name="T16" fmla="*/ 40 w 1769"/>
                        <a:gd name="T17" fmla="*/ 6 h 791"/>
                        <a:gd name="T18" fmla="*/ 21 w 1769"/>
                        <a:gd name="T19" fmla="*/ 3 h 791"/>
                        <a:gd name="T20" fmla="*/ 0 w 1769"/>
                        <a:gd name="T21" fmla="*/ 1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grpSp>
          <p:grpSp>
            <p:nvGrpSpPr>
              <p:cNvPr id="23" name="Group 110">
                <a:extLst>
                  <a:ext uri="{FF2B5EF4-FFF2-40B4-BE49-F238E27FC236}">
                    <a16:creationId xmlns:a16="http://schemas.microsoft.com/office/drawing/2014/main" id="{BCEED74B-29E6-48D7-A3D6-202BA3C3C682}"/>
                  </a:ext>
                </a:extLst>
              </p:cNvPr>
              <p:cNvGrpSpPr>
                <a:grpSpLocks/>
              </p:cNvGrpSpPr>
              <p:nvPr/>
            </p:nvGrpSpPr>
            <p:grpSpPr bwMode="auto">
              <a:xfrm>
                <a:off x="73" y="313"/>
                <a:ext cx="5460" cy="3667"/>
                <a:chOff x="73" y="313"/>
                <a:chExt cx="5460" cy="3667"/>
              </a:xfrm>
            </p:grpSpPr>
            <p:grpSp>
              <p:nvGrpSpPr>
                <p:cNvPr id="24" name="Group 111">
                  <a:extLst>
                    <a:ext uri="{FF2B5EF4-FFF2-40B4-BE49-F238E27FC236}">
                      <a16:creationId xmlns:a16="http://schemas.microsoft.com/office/drawing/2014/main" id="{18FFB2F4-C01D-4B2C-9D91-5A5FBD75CDE0}"/>
                    </a:ext>
                  </a:extLst>
                </p:cNvPr>
                <p:cNvGrpSpPr>
                  <a:grpSpLocks/>
                </p:cNvGrpSpPr>
                <p:nvPr/>
              </p:nvGrpSpPr>
              <p:grpSpPr bwMode="auto">
                <a:xfrm>
                  <a:off x="73" y="313"/>
                  <a:ext cx="5460" cy="3667"/>
                  <a:chOff x="73" y="313"/>
                  <a:chExt cx="5460" cy="3667"/>
                </a:xfrm>
              </p:grpSpPr>
              <p:sp>
                <p:nvSpPr>
                  <p:cNvPr id="26" name="Arc 112">
                    <a:extLst>
                      <a:ext uri="{FF2B5EF4-FFF2-40B4-BE49-F238E27FC236}">
                        <a16:creationId xmlns:a16="http://schemas.microsoft.com/office/drawing/2014/main" id="{C42A5B88-D501-48CA-B322-79DD488BAE31}"/>
                      </a:ext>
                    </a:extLst>
                  </p:cNvPr>
                  <p:cNvSpPr>
                    <a:spLocks/>
                  </p:cNvSpPr>
                  <p:nvPr/>
                </p:nvSpPr>
                <p:spPr bwMode="hidden">
                  <a:xfrm flipV="1">
                    <a:off x="2965" y="456"/>
                    <a:ext cx="2568" cy="2047"/>
                  </a:xfrm>
                  <a:custGeom>
                    <a:avLst/>
                    <a:gdLst>
                      <a:gd name="T0" fmla="*/ 0 w 36729"/>
                      <a:gd name="T1" fmla="*/ 0 h 21600"/>
                      <a:gd name="T2" fmla="*/ 0 w 36729"/>
                      <a:gd name="T3" fmla="*/ 0 h 21600"/>
                      <a:gd name="T4" fmla="*/ 0 w 36729"/>
                      <a:gd name="T5" fmla="*/ 0 h 21600"/>
                      <a:gd name="T6" fmla="*/ 0 60000 65536"/>
                      <a:gd name="T7" fmla="*/ 0 60000 65536"/>
                      <a:gd name="T8" fmla="*/ 0 60000 65536"/>
                    </a:gdLst>
                    <a:ahLst/>
                    <a:cxnLst>
                      <a:cxn ang="T6">
                        <a:pos x="T0" y="T1"/>
                      </a:cxn>
                      <a:cxn ang="T7">
                        <a:pos x="T2" y="T3"/>
                      </a:cxn>
                      <a:cxn ang="T8">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lnTo>
                          <a:pt x="36729" y="1045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Arc 113">
                    <a:extLst>
                      <a:ext uri="{FF2B5EF4-FFF2-40B4-BE49-F238E27FC236}">
                        <a16:creationId xmlns:a16="http://schemas.microsoft.com/office/drawing/2014/main" id="{934A0BB5-A737-4E3E-A675-6149E7B2620B}"/>
                      </a:ext>
                    </a:extLst>
                  </p:cNvPr>
                  <p:cNvSpPr>
                    <a:spLocks/>
                  </p:cNvSpPr>
                  <p:nvPr/>
                </p:nvSpPr>
                <p:spPr bwMode="hidden">
                  <a:xfrm flipH="1">
                    <a:off x="387" y="1601"/>
                    <a:ext cx="2017" cy="2379"/>
                  </a:xfrm>
                  <a:custGeom>
                    <a:avLst/>
                    <a:gdLst>
                      <a:gd name="T0" fmla="*/ 0 w 30473"/>
                      <a:gd name="T1" fmla="*/ 0 h 22305"/>
                      <a:gd name="T2" fmla="*/ 0 w 30473"/>
                      <a:gd name="T3" fmla="*/ 0 h 22305"/>
                      <a:gd name="T4" fmla="*/ 0 w 30473"/>
                      <a:gd name="T5" fmla="*/ 0 h 22305"/>
                      <a:gd name="T6" fmla="*/ 0 60000 65536"/>
                      <a:gd name="T7" fmla="*/ 0 60000 65536"/>
                      <a:gd name="T8" fmla="*/ 0 60000 65536"/>
                    </a:gdLst>
                    <a:ahLst/>
                    <a:cxnLst>
                      <a:cxn ang="T6">
                        <a:pos x="T0" y="T1"/>
                      </a:cxn>
                      <a:cxn ang="T7">
                        <a:pos x="T2" y="T3"/>
                      </a:cxn>
                      <a:cxn ang="T8">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lnTo>
                          <a:pt x="-1" y="1906"/>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 name="Arc 114">
                    <a:extLst>
                      <a:ext uri="{FF2B5EF4-FFF2-40B4-BE49-F238E27FC236}">
                        <a16:creationId xmlns:a16="http://schemas.microsoft.com/office/drawing/2014/main" id="{EC43817B-7F0C-4C0B-9C08-2BFF3B1E4DE7}"/>
                      </a:ext>
                    </a:extLst>
                  </p:cNvPr>
                  <p:cNvSpPr>
                    <a:spLocks/>
                  </p:cNvSpPr>
                  <p:nvPr/>
                </p:nvSpPr>
                <p:spPr bwMode="hidden">
                  <a:xfrm>
                    <a:off x="3028" y="1181"/>
                    <a:ext cx="1426" cy="2380"/>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Arc 115">
                    <a:extLst>
                      <a:ext uri="{FF2B5EF4-FFF2-40B4-BE49-F238E27FC236}">
                        <a16:creationId xmlns:a16="http://schemas.microsoft.com/office/drawing/2014/main" id="{08DCCF41-C5E7-48BA-B462-80A41A7C7CEC}"/>
                      </a:ext>
                    </a:extLst>
                  </p:cNvPr>
                  <p:cNvSpPr>
                    <a:spLocks/>
                  </p:cNvSpPr>
                  <p:nvPr/>
                </p:nvSpPr>
                <p:spPr bwMode="hidden">
                  <a:xfrm flipH="1">
                    <a:off x="73" y="812"/>
                    <a:ext cx="2541" cy="2380"/>
                  </a:xfrm>
                  <a:custGeom>
                    <a:avLst/>
                    <a:gdLst>
                      <a:gd name="T0" fmla="*/ 0 w 36830"/>
                      <a:gd name="T1" fmla="*/ 0 h 22305"/>
                      <a:gd name="T2" fmla="*/ 0 w 36830"/>
                      <a:gd name="T3" fmla="*/ 0 h 22305"/>
                      <a:gd name="T4" fmla="*/ 0 w 36830"/>
                      <a:gd name="T5" fmla="*/ 0 h 22305"/>
                      <a:gd name="T6" fmla="*/ 0 60000 65536"/>
                      <a:gd name="T7" fmla="*/ 0 60000 65536"/>
                      <a:gd name="T8" fmla="*/ 0 60000 65536"/>
                    </a:gdLst>
                    <a:ahLst/>
                    <a:cxnLst>
                      <a:cxn ang="T6">
                        <a:pos x="T0" y="T1"/>
                      </a:cxn>
                      <a:cxn ang="T7">
                        <a:pos x="T2" y="T3"/>
                      </a:cxn>
                      <a:cxn ang="T8">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lnTo>
                          <a:pt x="0" y="628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 name="Arc 116">
                    <a:extLst>
                      <a:ext uri="{FF2B5EF4-FFF2-40B4-BE49-F238E27FC236}">
                        <a16:creationId xmlns:a16="http://schemas.microsoft.com/office/drawing/2014/main" id="{8882294A-1EEB-447D-9C1A-345645F4FE16}"/>
                      </a:ext>
                    </a:extLst>
                  </p:cNvPr>
                  <p:cNvSpPr>
                    <a:spLocks/>
                  </p:cNvSpPr>
                  <p:nvPr/>
                </p:nvSpPr>
                <p:spPr bwMode="hidden">
                  <a:xfrm flipH="1">
                    <a:off x="789" y="313"/>
                    <a:ext cx="1851" cy="2304"/>
                  </a:xfrm>
                  <a:custGeom>
                    <a:avLst/>
                    <a:gdLst>
                      <a:gd name="T0" fmla="*/ 0 w 31881"/>
                      <a:gd name="T1" fmla="*/ 0 h 21600"/>
                      <a:gd name="T2" fmla="*/ 0 w 31881"/>
                      <a:gd name="T3" fmla="*/ 0 h 21600"/>
                      <a:gd name="T4" fmla="*/ 0 w 31881"/>
                      <a:gd name="T5" fmla="*/ 0 h 21600"/>
                      <a:gd name="T6" fmla="*/ 0 60000 65536"/>
                      <a:gd name="T7" fmla="*/ 0 60000 65536"/>
                      <a:gd name="T8" fmla="*/ 0 60000 65536"/>
                    </a:gdLst>
                    <a:ahLst/>
                    <a:cxnLst>
                      <a:cxn ang="T6">
                        <a:pos x="T0" y="T1"/>
                      </a:cxn>
                      <a:cxn ang="T7">
                        <a:pos x="T2" y="T3"/>
                      </a:cxn>
                      <a:cxn ang="T8">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lnTo>
                          <a:pt x="-1" y="100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 name="Arc 117">
                    <a:extLst>
                      <a:ext uri="{FF2B5EF4-FFF2-40B4-BE49-F238E27FC236}">
                        <a16:creationId xmlns:a16="http://schemas.microsoft.com/office/drawing/2014/main" id="{5EF98910-FC16-432C-A517-349814905E7C}"/>
                      </a:ext>
                    </a:extLst>
                  </p:cNvPr>
                  <p:cNvSpPr>
                    <a:spLocks/>
                  </p:cNvSpPr>
                  <p:nvPr/>
                </p:nvSpPr>
                <p:spPr bwMode="hidden">
                  <a:xfrm>
                    <a:off x="2763" y="1281"/>
                    <a:ext cx="763" cy="2304"/>
                  </a:xfrm>
                  <a:custGeom>
                    <a:avLst/>
                    <a:gdLst>
                      <a:gd name="T0" fmla="*/ 0 w 31146"/>
                      <a:gd name="T1" fmla="*/ 0 h 21600"/>
                      <a:gd name="T2" fmla="*/ 0 w 31146"/>
                      <a:gd name="T3" fmla="*/ 0 h 21600"/>
                      <a:gd name="T4" fmla="*/ 0 w 31146"/>
                      <a:gd name="T5" fmla="*/ 0 h 21600"/>
                      <a:gd name="T6" fmla="*/ 0 60000 65536"/>
                      <a:gd name="T7" fmla="*/ 0 60000 65536"/>
                      <a:gd name="T8" fmla="*/ 0 60000 65536"/>
                    </a:gdLst>
                    <a:ahLst/>
                    <a:cxnLst>
                      <a:cxn ang="T6">
                        <a:pos x="T0" y="T1"/>
                      </a:cxn>
                      <a:cxn ang="T7">
                        <a:pos x="T2" y="T3"/>
                      </a:cxn>
                      <a:cxn ang="T8">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lnTo>
                          <a:pt x="-1" y="4511"/>
                        </a:lnTo>
                        <a:close/>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 name="Freeform 118">
                    <a:extLst>
                      <a:ext uri="{FF2B5EF4-FFF2-40B4-BE49-F238E27FC236}">
                        <a16:creationId xmlns:a16="http://schemas.microsoft.com/office/drawing/2014/main" id="{73B55F86-2840-4140-9A6E-1FC2B494D4AC}"/>
                      </a:ext>
                    </a:extLst>
                  </p:cNvPr>
                  <p:cNvSpPr>
                    <a:spLocks/>
                  </p:cNvSpPr>
                  <p:nvPr/>
                </p:nvSpPr>
                <p:spPr bwMode="hidden">
                  <a:xfrm flipH="1">
                    <a:off x="1799" y="438"/>
                    <a:ext cx="418" cy="1524"/>
                  </a:xfrm>
                  <a:custGeom>
                    <a:avLst/>
                    <a:gdLst>
                      <a:gd name="T0" fmla="*/ 0 w 776"/>
                      <a:gd name="T1" fmla="*/ 11 h 2368"/>
                      <a:gd name="T2" fmla="*/ 20 w 776"/>
                      <a:gd name="T3" fmla="*/ 3 h 2368"/>
                      <a:gd name="T4" fmla="*/ 8 w 776"/>
                      <a:gd name="T5" fmla="*/ 27 h 2368"/>
                      <a:gd name="T6" fmla="*/ 28 w 776"/>
                      <a:gd name="T7" fmla="*/ 27 h 2368"/>
                      <a:gd name="T8" fmla="*/ 16 w 776"/>
                      <a:gd name="T9" fmla="*/ 52 h 2368"/>
                      <a:gd name="T10" fmla="*/ 32 w 776"/>
                      <a:gd name="T11" fmla="*/ 60 h 2368"/>
                      <a:gd name="T12" fmla="*/ 24 w 776"/>
                      <a:gd name="T13" fmla="*/ 77 h 2368"/>
                      <a:gd name="T14" fmla="*/ 40 w 776"/>
                      <a:gd name="T15" fmla="*/ 85 h 2368"/>
                      <a:gd name="T16" fmla="*/ 32 w 776"/>
                      <a:gd name="T17" fmla="*/ 102 h 2368"/>
                      <a:gd name="T18" fmla="*/ 44 w 776"/>
                      <a:gd name="T19" fmla="*/ 110 h 2368"/>
                      <a:gd name="T20" fmla="*/ 40 w 776"/>
                      <a:gd name="T21" fmla="*/ 126 h 2368"/>
                      <a:gd name="T22" fmla="*/ 48 w 776"/>
                      <a:gd name="T23" fmla="*/ 142 h 2368"/>
                      <a:gd name="T24" fmla="*/ 48 w 776"/>
                      <a:gd name="T25" fmla="*/ 159 h 2368"/>
                      <a:gd name="T26" fmla="*/ 57 w 776"/>
                      <a:gd name="T27" fmla="*/ 184 h 2368"/>
                      <a:gd name="T28" fmla="*/ 52 w 776"/>
                      <a:gd name="T29" fmla="*/ 209 h 2368"/>
                      <a:gd name="T30" fmla="*/ 61 w 776"/>
                      <a:gd name="T31" fmla="*/ 225 h 2368"/>
                      <a:gd name="T32" fmla="*/ 57 w 776"/>
                      <a:gd name="T33" fmla="*/ 250 h 2368"/>
                      <a:gd name="T34" fmla="*/ 61 w 776"/>
                      <a:gd name="T35" fmla="*/ 275 h 2368"/>
                      <a:gd name="T36" fmla="*/ 57 w 776"/>
                      <a:gd name="T37" fmla="*/ 291 h 2368"/>
                      <a:gd name="T38" fmla="*/ 65 w 776"/>
                      <a:gd name="T39" fmla="*/ 315 h 2368"/>
                      <a:gd name="T40" fmla="*/ 61 w 776"/>
                      <a:gd name="T41" fmla="*/ 340 h 2368"/>
                      <a:gd name="T42" fmla="*/ 65 w 776"/>
                      <a:gd name="T43" fmla="*/ 373 h 2368"/>
                      <a:gd name="T44" fmla="*/ 61 w 776"/>
                      <a:gd name="T45" fmla="*/ 382 h 2368"/>
                      <a:gd name="T46" fmla="*/ 65 w 776"/>
                      <a:gd name="T47" fmla="*/ 406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 name="Freeform 119">
                  <a:extLst>
                    <a:ext uri="{FF2B5EF4-FFF2-40B4-BE49-F238E27FC236}">
                      <a16:creationId xmlns:a16="http://schemas.microsoft.com/office/drawing/2014/main" id="{60654C13-C33E-40F9-9E9A-BAF5764814BC}"/>
                    </a:ext>
                  </a:extLst>
                </p:cNvPr>
                <p:cNvSpPr>
                  <a:spLocks/>
                </p:cNvSpPr>
                <p:nvPr/>
              </p:nvSpPr>
              <p:spPr bwMode="hidden">
                <a:xfrm rot="-1346631">
                  <a:off x="3279" y="1529"/>
                  <a:ext cx="443" cy="837"/>
                </a:xfrm>
                <a:custGeom>
                  <a:avLst/>
                  <a:gdLst>
                    <a:gd name="T0" fmla="*/ 0 w 776"/>
                    <a:gd name="T1" fmla="*/ 1 h 2368"/>
                    <a:gd name="T2" fmla="*/ 26 w 776"/>
                    <a:gd name="T3" fmla="*/ 0 h 2368"/>
                    <a:gd name="T4" fmla="*/ 10 w 776"/>
                    <a:gd name="T5" fmla="*/ 2 h 2368"/>
                    <a:gd name="T6" fmla="*/ 36 w 776"/>
                    <a:gd name="T7" fmla="*/ 2 h 2368"/>
                    <a:gd name="T8" fmla="*/ 21 w 776"/>
                    <a:gd name="T9" fmla="*/ 5 h 2368"/>
                    <a:gd name="T10" fmla="*/ 41 w 776"/>
                    <a:gd name="T11" fmla="*/ 6 h 2368"/>
                    <a:gd name="T12" fmla="*/ 31 w 776"/>
                    <a:gd name="T13" fmla="*/ 7 h 2368"/>
                    <a:gd name="T14" fmla="*/ 51 w 776"/>
                    <a:gd name="T15" fmla="*/ 8 h 2368"/>
                    <a:gd name="T16" fmla="*/ 41 w 776"/>
                    <a:gd name="T17" fmla="*/ 9 h 2368"/>
                    <a:gd name="T18" fmla="*/ 56 w 776"/>
                    <a:gd name="T19" fmla="*/ 10 h 2368"/>
                    <a:gd name="T20" fmla="*/ 51 w 776"/>
                    <a:gd name="T21" fmla="*/ 12 h 2368"/>
                    <a:gd name="T22" fmla="*/ 61 w 776"/>
                    <a:gd name="T23" fmla="*/ 13 h 2368"/>
                    <a:gd name="T24" fmla="*/ 61 w 776"/>
                    <a:gd name="T25" fmla="*/ 14 h 2368"/>
                    <a:gd name="T26" fmla="*/ 71 w 776"/>
                    <a:gd name="T27" fmla="*/ 17 h 2368"/>
                    <a:gd name="T28" fmla="*/ 66 w 776"/>
                    <a:gd name="T29" fmla="*/ 19 h 2368"/>
                    <a:gd name="T30" fmla="*/ 76 w 776"/>
                    <a:gd name="T31" fmla="*/ 21 h 2368"/>
                    <a:gd name="T32" fmla="*/ 71 w 776"/>
                    <a:gd name="T33" fmla="*/ 23 h 2368"/>
                    <a:gd name="T34" fmla="*/ 76 w 776"/>
                    <a:gd name="T35" fmla="*/ 25 h 2368"/>
                    <a:gd name="T36" fmla="*/ 71 w 776"/>
                    <a:gd name="T37" fmla="*/ 27 h 2368"/>
                    <a:gd name="T38" fmla="*/ 82 w 776"/>
                    <a:gd name="T39" fmla="*/ 29 h 2368"/>
                    <a:gd name="T40" fmla="*/ 76 w 776"/>
                    <a:gd name="T41" fmla="*/ 31 h 2368"/>
                    <a:gd name="T42" fmla="*/ 82 w 776"/>
                    <a:gd name="T43" fmla="*/ 34 h 2368"/>
                    <a:gd name="T44" fmla="*/ 76 w 776"/>
                    <a:gd name="T45" fmla="*/ 35 h 2368"/>
                    <a:gd name="T46" fmla="*/ 82 w 776"/>
                    <a:gd name="T47" fmla="*/ 37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7" name="Group 120">
              <a:extLst>
                <a:ext uri="{FF2B5EF4-FFF2-40B4-BE49-F238E27FC236}">
                  <a16:creationId xmlns:a16="http://schemas.microsoft.com/office/drawing/2014/main" id="{FCB2A446-B8AA-49A9-A591-C74E08807017}"/>
                </a:ext>
              </a:extLst>
            </p:cNvPr>
            <p:cNvGrpSpPr>
              <a:grpSpLocks/>
            </p:cNvGrpSpPr>
            <p:nvPr/>
          </p:nvGrpSpPr>
          <p:grpSpPr bwMode="auto">
            <a:xfrm>
              <a:off x="1476" y="452"/>
              <a:ext cx="4040" cy="2966"/>
              <a:chOff x="210" y="337"/>
              <a:chExt cx="5198" cy="3818"/>
            </a:xfrm>
          </p:grpSpPr>
          <p:sp>
            <p:nvSpPr>
              <p:cNvPr id="8" name="Freeform 121">
                <a:extLst>
                  <a:ext uri="{FF2B5EF4-FFF2-40B4-BE49-F238E27FC236}">
                    <a16:creationId xmlns:a16="http://schemas.microsoft.com/office/drawing/2014/main" id="{6D5953D7-3A1C-4552-B8F8-D248AB1E3887}"/>
                  </a:ext>
                </a:extLst>
              </p:cNvPr>
              <p:cNvSpPr>
                <a:spLocks/>
              </p:cNvSpPr>
              <p:nvPr/>
            </p:nvSpPr>
            <p:spPr bwMode="hidden">
              <a:xfrm flipH="1">
                <a:off x="1934" y="2382"/>
                <a:ext cx="485" cy="1479"/>
              </a:xfrm>
              <a:custGeom>
                <a:avLst/>
                <a:gdLst>
                  <a:gd name="T0" fmla="*/ 0 w 776"/>
                  <a:gd name="T1" fmla="*/ 10 h 2368"/>
                  <a:gd name="T2" fmla="*/ 37 w 776"/>
                  <a:gd name="T3" fmla="*/ 2 h 2368"/>
                  <a:gd name="T4" fmla="*/ 15 w 776"/>
                  <a:gd name="T5" fmla="*/ 24 h 2368"/>
                  <a:gd name="T6" fmla="*/ 51 w 776"/>
                  <a:gd name="T7" fmla="*/ 24 h 2368"/>
                  <a:gd name="T8" fmla="*/ 29 w 776"/>
                  <a:gd name="T9" fmla="*/ 46 h 2368"/>
                  <a:gd name="T10" fmla="*/ 59 w 776"/>
                  <a:gd name="T11" fmla="*/ 54 h 2368"/>
                  <a:gd name="T12" fmla="*/ 44 w 776"/>
                  <a:gd name="T13" fmla="*/ 68 h 2368"/>
                  <a:gd name="T14" fmla="*/ 74 w 776"/>
                  <a:gd name="T15" fmla="*/ 76 h 2368"/>
                  <a:gd name="T16" fmla="*/ 59 w 776"/>
                  <a:gd name="T17" fmla="*/ 90 h 2368"/>
                  <a:gd name="T18" fmla="*/ 81 w 776"/>
                  <a:gd name="T19" fmla="*/ 97 h 2368"/>
                  <a:gd name="T20" fmla="*/ 74 w 776"/>
                  <a:gd name="T21" fmla="*/ 112 h 2368"/>
                  <a:gd name="T22" fmla="*/ 88 w 776"/>
                  <a:gd name="T23" fmla="*/ 127 h 2368"/>
                  <a:gd name="T24" fmla="*/ 88 w 776"/>
                  <a:gd name="T25" fmla="*/ 141 h 2368"/>
                  <a:gd name="T26" fmla="*/ 103 w 776"/>
                  <a:gd name="T27" fmla="*/ 163 h 2368"/>
                  <a:gd name="T28" fmla="*/ 96 w 776"/>
                  <a:gd name="T29" fmla="*/ 185 h 2368"/>
                  <a:gd name="T30" fmla="*/ 110 w 776"/>
                  <a:gd name="T31" fmla="*/ 200 h 2368"/>
                  <a:gd name="T32" fmla="*/ 103 w 776"/>
                  <a:gd name="T33" fmla="*/ 222 h 2368"/>
                  <a:gd name="T34" fmla="*/ 110 w 776"/>
                  <a:gd name="T35" fmla="*/ 244 h 2368"/>
                  <a:gd name="T36" fmla="*/ 103 w 776"/>
                  <a:gd name="T37" fmla="*/ 258 h 2368"/>
                  <a:gd name="T38" fmla="*/ 118 w 776"/>
                  <a:gd name="T39" fmla="*/ 280 h 2368"/>
                  <a:gd name="T40" fmla="*/ 110 w 776"/>
                  <a:gd name="T41" fmla="*/ 302 h 2368"/>
                  <a:gd name="T42" fmla="*/ 118 w 776"/>
                  <a:gd name="T43" fmla="*/ 331 h 2368"/>
                  <a:gd name="T44" fmla="*/ 110 w 776"/>
                  <a:gd name="T45" fmla="*/ 339 h 2368"/>
                  <a:gd name="T46" fmla="*/ 118 w 776"/>
                  <a:gd name="T47" fmla="*/ 36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Arc 122">
                <a:extLst>
                  <a:ext uri="{FF2B5EF4-FFF2-40B4-BE49-F238E27FC236}">
                    <a16:creationId xmlns:a16="http://schemas.microsoft.com/office/drawing/2014/main" id="{74E6768D-C187-4EDA-B107-AC3AC259ADBB}"/>
                  </a:ext>
                </a:extLst>
              </p:cNvPr>
              <p:cNvSpPr>
                <a:spLocks/>
              </p:cNvSpPr>
              <p:nvPr/>
            </p:nvSpPr>
            <p:spPr bwMode="hidden">
              <a:xfrm flipH="1">
                <a:off x="1054" y="1851"/>
                <a:ext cx="2122" cy="2304"/>
              </a:xfrm>
              <a:custGeom>
                <a:avLst/>
                <a:gdLst>
                  <a:gd name="T0" fmla="*/ 0 w 21600"/>
                  <a:gd name="T1" fmla="*/ 0 h 21602"/>
                  <a:gd name="T2" fmla="*/ 0 w 21600"/>
                  <a:gd name="T3" fmla="*/ 0 h 21602"/>
                  <a:gd name="T4" fmla="*/ 0 w 21600"/>
                  <a:gd name="T5" fmla="*/ 0 h 21602"/>
                  <a:gd name="T6" fmla="*/ 0 60000 65536"/>
                  <a:gd name="T7" fmla="*/ 0 60000 65536"/>
                  <a:gd name="T8" fmla="*/ 0 60000 65536"/>
                </a:gdLst>
                <a:ahLst/>
                <a:cxnLst>
                  <a:cxn ang="T6">
                    <a:pos x="T0" y="T1"/>
                  </a:cxn>
                  <a:cxn ang="T7">
                    <a:pos x="T2" y="T3"/>
                  </a:cxn>
                  <a:cxn ang="T8">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lnTo>
                      <a:pt x="5466" y="0"/>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Arc 123">
                <a:extLst>
                  <a:ext uri="{FF2B5EF4-FFF2-40B4-BE49-F238E27FC236}">
                    <a16:creationId xmlns:a16="http://schemas.microsoft.com/office/drawing/2014/main" id="{68AEF7EC-B810-4F16-B558-945B95E9409C}"/>
                  </a:ext>
                </a:extLst>
              </p:cNvPr>
              <p:cNvSpPr>
                <a:spLocks/>
              </p:cNvSpPr>
              <p:nvPr/>
            </p:nvSpPr>
            <p:spPr bwMode="hidden">
              <a:xfrm flipH="1">
                <a:off x="1266" y="1480"/>
                <a:ext cx="1244" cy="2379"/>
              </a:xfrm>
              <a:custGeom>
                <a:avLst/>
                <a:gdLst>
                  <a:gd name="T0" fmla="*/ 0 w 28940"/>
                  <a:gd name="T1" fmla="*/ 0 h 22305"/>
                  <a:gd name="T2" fmla="*/ 0 w 28940"/>
                  <a:gd name="T3" fmla="*/ 0 h 22305"/>
                  <a:gd name="T4" fmla="*/ 0 w 28940"/>
                  <a:gd name="T5" fmla="*/ 0 h 22305"/>
                  <a:gd name="T6" fmla="*/ 0 60000 65536"/>
                  <a:gd name="T7" fmla="*/ 0 60000 65536"/>
                  <a:gd name="T8" fmla="*/ 0 60000 65536"/>
                </a:gdLst>
                <a:ahLst/>
                <a:cxnLst>
                  <a:cxn ang="T6">
                    <a:pos x="T0" y="T1"/>
                  </a:cxn>
                  <a:cxn ang="T7">
                    <a:pos x="T2" y="T3"/>
                  </a:cxn>
                  <a:cxn ang="T8">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lnTo>
                      <a:pt x="0" y="128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Arc 124">
                <a:extLst>
                  <a:ext uri="{FF2B5EF4-FFF2-40B4-BE49-F238E27FC236}">
                    <a16:creationId xmlns:a16="http://schemas.microsoft.com/office/drawing/2014/main" id="{B853035E-251E-4CD3-96A8-08623F54B509}"/>
                  </a:ext>
                </a:extLst>
              </p:cNvPr>
              <p:cNvSpPr>
                <a:spLocks/>
              </p:cNvSpPr>
              <p:nvPr/>
            </p:nvSpPr>
            <p:spPr bwMode="hidden">
              <a:xfrm flipH="1">
                <a:off x="210" y="1169"/>
                <a:ext cx="2376" cy="2379"/>
              </a:xfrm>
              <a:custGeom>
                <a:avLst/>
                <a:gdLst>
                  <a:gd name="T0" fmla="*/ 0 w 34455"/>
                  <a:gd name="T1" fmla="*/ 0 h 22305"/>
                  <a:gd name="T2" fmla="*/ 0 w 34455"/>
                  <a:gd name="T3" fmla="*/ 0 h 22305"/>
                  <a:gd name="T4" fmla="*/ 0 w 34455"/>
                  <a:gd name="T5" fmla="*/ 0 h 22305"/>
                  <a:gd name="T6" fmla="*/ 0 60000 65536"/>
                  <a:gd name="T7" fmla="*/ 0 60000 65536"/>
                  <a:gd name="T8" fmla="*/ 0 60000 65536"/>
                </a:gdLst>
                <a:ahLst/>
                <a:cxnLst>
                  <a:cxn ang="T6">
                    <a:pos x="T0" y="T1"/>
                  </a:cxn>
                  <a:cxn ang="T7">
                    <a:pos x="T2" y="T3"/>
                  </a:cxn>
                  <a:cxn ang="T8">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lnTo>
                      <a:pt x="0" y="424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Arc 125">
                <a:extLst>
                  <a:ext uri="{FF2B5EF4-FFF2-40B4-BE49-F238E27FC236}">
                    <a16:creationId xmlns:a16="http://schemas.microsoft.com/office/drawing/2014/main" id="{6FC79185-26B7-4A55-BA07-B8D0E9B9C66C}"/>
                  </a:ext>
                </a:extLst>
              </p:cNvPr>
              <p:cNvSpPr>
                <a:spLocks/>
              </p:cNvSpPr>
              <p:nvPr/>
            </p:nvSpPr>
            <p:spPr bwMode="hidden">
              <a:xfrm>
                <a:off x="2840" y="1503"/>
                <a:ext cx="381" cy="2379"/>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Arc 126">
                <a:extLst>
                  <a:ext uri="{FF2B5EF4-FFF2-40B4-BE49-F238E27FC236}">
                    <a16:creationId xmlns:a16="http://schemas.microsoft.com/office/drawing/2014/main" id="{E9AF10B9-D665-42B0-850E-63EB857A3F69}"/>
                  </a:ext>
                </a:extLst>
              </p:cNvPr>
              <p:cNvSpPr>
                <a:spLocks/>
              </p:cNvSpPr>
              <p:nvPr/>
            </p:nvSpPr>
            <p:spPr bwMode="hidden">
              <a:xfrm>
                <a:off x="2940" y="1492"/>
                <a:ext cx="1004" cy="2379"/>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Freeform 127">
                <a:extLst>
                  <a:ext uri="{FF2B5EF4-FFF2-40B4-BE49-F238E27FC236}">
                    <a16:creationId xmlns:a16="http://schemas.microsoft.com/office/drawing/2014/main" id="{54E63096-910B-45B5-8753-ED3EEAAD8FD8}"/>
                  </a:ext>
                </a:extLst>
              </p:cNvPr>
              <p:cNvSpPr>
                <a:spLocks/>
              </p:cNvSpPr>
              <p:nvPr/>
            </p:nvSpPr>
            <p:spPr bwMode="hidden">
              <a:xfrm>
                <a:off x="3300" y="2635"/>
                <a:ext cx="485" cy="1479"/>
              </a:xfrm>
              <a:custGeom>
                <a:avLst/>
                <a:gdLst>
                  <a:gd name="T0" fmla="*/ 0 w 776"/>
                  <a:gd name="T1" fmla="*/ 10 h 2368"/>
                  <a:gd name="T2" fmla="*/ 37 w 776"/>
                  <a:gd name="T3" fmla="*/ 2 h 2368"/>
                  <a:gd name="T4" fmla="*/ 15 w 776"/>
                  <a:gd name="T5" fmla="*/ 24 h 2368"/>
                  <a:gd name="T6" fmla="*/ 51 w 776"/>
                  <a:gd name="T7" fmla="*/ 24 h 2368"/>
                  <a:gd name="T8" fmla="*/ 29 w 776"/>
                  <a:gd name="T9" fmla="*/ 46 h 2368"/>
                  <a:gd name="T10" fmla="*/ 59 w 776"/>
                  <a:gd name="T11" fmla="*/ 54 h 2368"/>
                  <a:gd name="T12" fmla="*/ 44 w 776"/>
                  <a:gd name="T13" fmla="*/ 68 h 2368"/>
                  <a:gd name="T14" fmla="*/ 74 w 776"/>
                  <a:gd name="T15" fmla="*/ 76 h 2368"/>
                  <a:gd name="T16" fmla="*/ 59 w 776"/>
                  <a:gd name="T17" fmla="*/ 90 h 2368"/>
                  <a:gd name="T18" fmla="*/ 81 w 776"/>
                  <a:gd name="T19" fmla="*/ 97 h 2368"/>
                  <a:gd name="T20" fmla="*/ 74 w 776"/>
                  <a:gd name="T21" fmla="*/ 112 h 2368"/>
                  <a:gd name="T22" fmla="*/ 88 w 776"/>
                  <a:gd name="T23" fmla="*/ 127 h 2368"/>
                  <a:gd name="T24" fmla="*/ 88 w 776"/>
                  <a:gd name="T25" fmla="*/ 141 h 2368"/>
                  <a:gd name="T26" fmla="*/ 103 w 776"/>
                  <a:gd name="T27" fmla="*/ 163 h 2368"/>
                  <a:gd name="T28" fmla="*/ 96 w 776"/>
                  <a:gd name="T29" fmla="*/ 185 h 2368"/>
                  <a:gd name="T30" fmla="*/ 110 w 776"/>
                  <a:gd name="T31" fmla="*/ 200 h 2368"/>
                  <a:gd name="T32" fmla="*/ 103 w 776"/>
                  <a:gd name="T33" fmla="*/ 222 h 2368"/>
                  <a:gd name="T34" fmla="*/ 110 w 776"/>
                  <a:gd name="T35" fmla="*/ 244 h 2368"/>
                  <a:gd name="T36" fmla="*/ 103 w 776"/>
                  <a:gd name="T37" fmla="*/ 258 h 2368"/>
                  <a:gd name="T38" fmla="*/ 118 w 776"/>
                  <a:gd name="T39" fmla="*/ 280 h 2368"/>
                  <a:gd name="T40" fmla="*/ 110 w 776"/>
                  <a:gd name="T41" fmla="*/ 302 h 2368"/>
                  <a:gd name="T42" fmla="*/ 118 w 776"/>
                  <a:gd name="T43" fmla="*/ 331 h 2368"/>
                  <a:gd name="T44" fmla="*/ 110 w 776"/>
                  <a:gd name="T45" fmla="*/ 339 h 2368"/>
                  <a:gd name="T46" fmla="*/ 118 w 776"/>
                  <a:gd name="T47" fmla="*/ 36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Freeform 128">
                <a:extLst>
                  <a:ext uri="{FF2B5EF4-FFF2-40B4-BE49-F238E27FC236}">
                    <a16:creationId xmlns:a16="http://schemas.microsoft.com/office/drawing/2014/main" id="{2A088895-BEBA-4DA6-9072-E293598D2304}"/>
                  </a:ext>
                </a:extLst>
              </p:cNvPr>
              <p:cNvSpPr>
                <a:spLocks/>
              </p:cNvSpPr>
              <p:nvPr/>
            </p:nvSpPr>
            <p:spPr bwMode="hidden">
              <a:xfrm rot="19660755" flipV="1">
                <a:off x="2547" y="2149"/>
                <a:ext cx="441" cy="838"/>
              </a:xfrm>
              <a:custGeom>
                <a:avLst/>
                <a:gdLst>
                  <a:gd name="T0" fmla="*/ 0 w 776"/>
                  <a:gd name="T1" fmla="*/ 1 h 2368"/>
                  <a:gd name="T2" fmla="*/ 25 w 776"/>
                  <a:gd name="T3" fmla="*/ 0 h 2368"/>
                  <a:gd name="T4" fmla="*/ 10 w 776"/>
                  <a:gd name="T5" fmla="*/ 2 h 2368"/>
                  <a:gd name="T6" fmla="*/ 35 w 776"/>
                  <a:gd name="T7" fmla="*/ 2 h 2368"/>
                  <a:gd name="T8" fmla="*/ 20 w 776"/>
                  <a:gd name="T9" fmla="*/ 5 h 2368"/>
                  <a:gd name="T10" fmla="*/ 40 w 776"/>
                  <a:gd name="T11" fmla="*/ 6 h 2368"/>
                  <a:gd name="T12" fmla="*/ 30 w 776"/>
                  <a:gd name="T13" fmla="*/ 7 h 2368"/>
                  <a:gd name="T14" fmla="*/ 50 w 776"/>
                  <a:gd name="T15" fmla="*/ 8 h 2368"/>
                  <a:gd name="T16" fmla="*/ 40 w 776"/>
                  <a:gd name="T17" fmla="*/ 9 h 2368"/>
                  <a:gd name="T18" fmla="*/ 55 w 776"/>
                  <a:gd name="T19" fmla="*/ 10 h 2368"/>
                  <a:gd name="T20" fmla="*/ 50 w 776"/>
                  <a:gd name="T21" fmla="*/ 12 h 2368"/>
                  <a:gd name="T22" fmla="*/ 60 w 776"/>
                  <a:gd name="T23" fmla="*/ 13 h 2368"/>
                  <a:gd name="T24" fmla="*/ 60 w 776"/>
                  <a:gd name="T25" fmla="*/ 15 h 2368"/>
                  <a:gd name="T26" fmla="*/ 70 w 776"/>
                  <a:gd name="T27" fmla="*/ 17 h 2368"/>
                  <a:gd name="T28" fmla="*/ 65 w 776"/>
                  <a:gd name="T29" fmla="*/ 19 h 2368"/>
                  <a:gd name="T30" fmla="*/ 75 w 776"/>
                  <a:gd name="T31" fmla="*/ 21 h 2368"/>
                  <a:gd name="T32" fmla="*/ 70 w 776"/>
                  <a:gd name="T33" fmla="*/ 23 h 2368"/>
                  <a:gd name="T34" fmla="*/ 75 w 776"/>
                  <a:gd name="T35" fmla="*/ 25 h 2368"/>
                  <a:gd name="T36" fmla="*/ 70 w 776"/>
                  <a:gd name="T37" fmla="*/ 27 h 2368"/>
                  <a:gd name="T38" fmla="*/ 80 w 776"/>
                  <a:gd name="T39" fmla="*/ 29 h 2368"/>
                  <a:gd name="T40" fmla="*/ 75 w 776"/>
                  <a:gd name="T41" fmla="*/ 31 h 2368"/>
                  <a:gd name="T42" fmla="*/ 80 w 776"/>
                  <a:gd name="T43" fmla="*/ 34 h 2368"/>
                  <a:gd name="T44" fmla="*/ 75 w 776"/>
                  <a:gd name="T45" fmla="*/ 35 h 2368"/>
                  <a:gd name="T46" fmla="*/ 80 w 776"/>
                  <a:gd name="T47" fmla="*/ 37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 name="Freeform 129">
                <a:extLst>
                  <a:ext uri="{FF2B5EF4-FFF2-40B4-BE49-F238E27FC236}">
                    <a16:creationId xmlns:a16="http://schemas.microsoft.com/office/drawing/2014/main" id="{6CB79A7F-620E-4126-A0F0-7701178E509C}"/>
                  </a:ext>
                </a:extLst>
              </p:cNvPr>
              <p:cNvSpPr>
                <a:spLocks/>
              </p:cNvSpPr>
              <p:nvPr/>
            </p:nvSpPr>
            <p:spPr bwMode="hidden">
              <a:xfrm flipH="1">
                <a:off x="489" y="2503"/>
                <a:ext cx="1085" cy="1524"/>
              </a:xfrm>
              <a:custGeom>
                <a:avLst/>
                <a:gdLst>
                  <a:gd name="T0" fmla="*/ 0 w 776"/>
                  <a:gd name="T1" fmla="*/ 11 h 2368"/>
                  <a:gd name="T2" fmla="*/ 919 w 776"/>
                  <a:gd name="T3" fmla="*/ 3 h 2368"/>
                  <a:gd name="T4" fmla="*/ 365 w 776"/>
                  <a:gd name="T5" fmla="*/ 27 h 2368"/>
                  <a:gd name="T6" fmla="*/ 1285 w 776"/>
                  <a:gd name="T7" fmla="*/ 27 h 2368"/>
                  <a:gd name="T8" fmla="*/ 733 w 776"/>
                  <a:gd name="T9" fmla="*/ 52 h 2368"/>
                  <a:gd name="T10" fmla="*/ 1468 w 776"/>
                  <a:gd name="T11" fmla="*/ 60 h 2368"/>
                  <a:gd name="T12" fmla="*/ 1100 w 776"/>
                  <a:gd name="T13" fmla="*/ 77 h 2368"/>
                  <a:gd name="T14" fmla="*/ 1834 w 776"/>
                  <a:gd name="T15" fmla="*/ 85 h 2368"/>
                  <a:gd name="T16" fmla="*/ 1468 w 776"/>
                  <a:gd name="T17" fmla="*/ 102 h 2368"/>
                  <a:gd name="T18" fmla="*/ 2018 w 776"/>
                  <a:gd name="T19" fmla="*/ 110 h 2368"/>
                  <a:gd name="T20" fmla="*/ 1834 w 776"/>
                  <a:gd name="T21" fmla="*/ 126 h 2368"/>
                  <a:gd name="T22" fmla="*/ 2201 w 776"/>
                  <a:gd name="T23" fmla="*/ 142 h 2368"/>
                  <a:gd name="T24" fmla="*/ 2201 w 776"/>
                  <a:gd name="T25" fmla="*/ 159 h 2368"/>
                  <a:gd name="T26" fmla="*/ 2568 w 776"/>
                  <a:gd name="T27" fmla="*/ 184 h 2368"/>
                  <a:gd name="T28" fmla="*/ 2383 w 776"/>
                  <a:gd name="T29" fmla="*/ 209 h 2368"/>
                  <a:gd name="T30" fmla="*/ 2753 w 776"/>
                  <a:gd name="T31" fmla="*/ 225 h 2368"/>
                  <a:gd name="T32" fmla="*/ 2568 w 776"/>
                  <a:gd name="T33" fmla="*/ 250 h 2368"/>
                  <a:gd name="T34" fmla="*/ 2753 w 776"/>
                  <a:gd name="T35" fmla="*/ 275 h 2368"/>
                  <a:gd name="T36" fmla="*/ 2568 w 776"/>
                  <a:gd name="T37" fmla="*/ 291 h 2368"/>
                  <a:gd name="T38" fmla="*/ 2936 w 776"/>
                  <a:gd name="T39" fmla="*/ 315 h 2368"/>
                  <a:gd name="T40" fmla="*/ 2753 w 776"/>
                  <a:gd name="T41" fmla="*/ 340 h 2368"/>
                  <a:gd name="T42" fmla="*/ 2936 w 776"/>
                  <a:gd name="T43" fmla="*/ 373 h 2368"/>
                  <a:gd name="T44" fmla="*/ 2753 w 776"/>
                  <a:gd name="T45" fmla="*/ 382 h 2368"/>
                  <a:gd name="T46" fmla="*/ 2936 w 776"/>
                  <a:gd name="T47" fmla="*/ 406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 name="Freeform 130">
                <a:extLst>
                  <a:ext uri="{FF2B5EF4-FFF2-40B4-BE49-F238E27FC236}">
                    <a16:creationId xmlns:a16="http://schemas.microsoft.com/office/drawing/2014/main" id="{23CB625C-33F4-485A-9AA3-7BE26E098285}"/>
                  </a:ext>
                </a:extLst>
              </p:cNvPr>
              <p:cNvSpPr>
                <a:spLocks/>
              </p:cNvSpPr>
              <p:nvPr/>
            </p:nvSpPr>
            <p:spPr bwMode="hidden">
              <a:xfrm flipH="1">
                <a:off x="1000" y="893"/>
                <a:ext cx="696" cy="1524"/>
              </a:xfrm>
              <a:custGeom>
                <a:avLst/>
                <a:gdLst>
                  <a:gd name="T0" fmla="*/ 0 w 776"/>
                  <a:gd name="T1" fmla="*/ 11 h 2368"/>
                  <a:gd name="T2" fmla="*/ 155 w 776"/>
                  <a:gd name="T3" fmla="*/ 3 h 2368"/>
                  <a:gd name="T4" fmla="*/ 62 w 776"/>
                  <a:gd name="T5" fmla="*/ 27 h 2368"/>
                  <a:gd name="T6" fmla="*/ 217 w 776"/>
                  <a:gd name="T7" fmla="*/ 27 h 2368"/>
                  <a:gd name="T8" fmla="*/ 124 w 776"/>
                  <a:gd name="T9" fmla="*/ 52 h 2368"/>
                  <a:gd name="T10" fmla="*/ 248 w 776"/>
                  <a:gd name="T11" fmla="*/ 60 h 2368"/>
                  <a:gd name="T12" fmla="*/ 186 w 776"/>
                  <a:gd name="T13" fmla="*/ 77 h 2368"/>
                  <a:gd name="T14" fmla="*/ 311 w 776"/>
                  <a:gd name="T15" fmla="*/ 85 h 2368"/>
                  <a:gd name="T16" fmla="*/ 248 w 776"/>
                  <a:gd name="T17" fmla="*/ 102 h 2368"/>
                  <a:gd name="T18" fmla="*/ 342 w 776"/>
                  <a:gd name="T19" fmla="*/ 110 h 2368"/>
                  <a:gd name="T20" fmla="*/ 311 w 776"/>
                  <a:gd name="T21" fmla="*/ 126 h 2368"/>
                  <a:gd name="T22" fmla="*/ 373 w 776"/>
                  <a:gd name="T23" fmla="*/ 142 h 2368"/>
                  <a:gd name="T24" fmla="*/ 373 w 776"/>
                  <a:gd name="T25" fmla="*/ 159 h 2368"/>
                  <a:gd name="T26" fmla="*/ 435 w 776"/>
                  <a:gd name="T27" fmla="*/ 184 h 2368"/>
                  <a:gd name="T28" fmla="*/ 404 w 776"/>
                  <a:gd name="T29" fmla="*/ 209 h 2368"/>
                  <a:gd name="T30" fmla="*/ 465 w 776"/>
                  <a:gd name="T31" fmla="*/ 225 h 2368"/>
                  <a:gd name="T32" fmla="*/ 435 w 776"/>
                  <a:gd name="T33" fmla="*/ 250 h 2368"/>
                  <a:gd name="T34" fmla="*/ 465 w 776"/>
                  <a:gd name="T35" fmla="*/ 275 h 2368"/>
                  <a:gd name="T36" fmla="*/ 435 w 776"/>
                  <a:gd name="T37" fmla="*/ 291 h 2368"/>
                  <a:gd name="T38" fmla="*/ 497 w 776"/>
                  <a:gd name="T39" fmla="*/ 315 h 2368"/>
                  <a:gd name="T40" fmla="*/ 465 w 776"/>
                  <a:gd name="T41" fmla="*/ 340 h 2368"/>
                  <a:gd name="T42" fmla="*/ 497 w 776"/>
                  <a:gd name="T43" fmla="*/ 373 h 2368"/>
                  <a:gd name="T44" fmla="*/ 465 w 776"/>
                  <a:gd name="T45" fmla="*/ 382 h 2368"/>
                  <a:gd name="T46" fmla="*/ 497 w 776"/>
                  <a:gd name="T47" fmla="*/ 406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 name="Freeform 131">
                <a:extLst>
                  <a:ext uri="{FF2B5EF4-FFF2-40B4-BE49-F238E27FC236}">
                    <a16:creationId xmlns:a16="http://schemas.microsoft.com/office/drawing/2014/main" id="{8D4DB7AC-FADD-4E1F-904F-49426CC85E30}"/>
                  </a:ext>
                </a:extLst>
              </p:cNvPr>
              <p:cNvSpPr>
                <a:spLocks/>
              </p:cNvSpPr>
              <p:nvPr/>
            </p:nvSpPr>
            <p:spPr bwMode="hidden">
              <a:xfrm>
                <a:off x="4401" y="2279"/>
                <a:ext cx="1007" cy="1600"/>
              </a:xfrm>
              <a:custGeom>
                <a:avLst/>
                <a:gdLst>
                  <a:gd name="T0" fmla="*/ 0 w 776"/>
                  <a:gd name="T1" fmla="*/ 14 h 2368"/>
                  <a:gd name="T2" fmla="*/ 680 w 776"/>
                  <a:gd name="T3" fmla="*/ 3 h 2368"/>
                  <a:gd name="T4" fmla="*/ 273 w 776"/>
                  <a:gd name="T5" fmla="*/ 33 h 2368"/>
                  <a:gd name="T6" fmla="*/ 952 w 776"/>
                  <a:gd name="T7" fmla="*/ 33 h 2368"/>
                  <a:gd name="T8" fmla="*/ 544 w 776"/>
                  <a:gd name="T9" fmla="*/ 64 h 2368"/>
                  <a:gd name="T10" fmla="*/ 1087 w 776"/>
                  <a:gd name="T11" fmla="*/ 74 h 2368"/>
                  <a:gd name="T12" fmla="*/ 816 w 776"/>
                  <a:gd name="T13" fmla="*/ 94 h 2368"/>
                  <a:gd name="T14" fmla="*/ 1361 w 776"/>
                  <a:gd name="T15" fmla="*/ 103 h 2368"/>
                  <a:gd name="T16" fmla="*/ 1087 w 776"/>
                  <a:gd name="T17" fmla="*/ 123 h 2368"/>
                  <a:gd name="T18" fmla="*/ 1498 w 776"/>
                  <a:gd name="T19" fmla="*/ 133 h 2368"/>
                  <a:gd name="T20" fmla="*/ 1361 w 776"/>
                  <a:gd name="T21" fmla="*/ 153 h 2368"/>
                  <a:gd name="T22" fmla="*/ 1631 w 776"/>
                  <a:gd name="T23" fmla="*/ 174 h 2368"/>
                  <a:gd name="T24" fmla="*/ 1631 w 776"/>
                  <a:gd name="T25" fmla="*/ 193 h 2368"/>
                  <a:gd name="T26" fmla="*/ 1906 w 776"/>
                  <a:gd name="T27" fmla="*/ 223 h 2368"/>
                  <a:gd name="T28" fmla="*/ 1770 w 776"/>
                  <a:gd name="T29" fmla="*/ 253 h 2368"/>
                  <a:gd name="T30" fmla="*/ 2041 w 776"/>
                  <a:gd name="T31" fmla="*/ 274 h 2368"/>
                  <a:gd name="T32" fmla="*/ 1906 w 776"/>
                  <a:gd name="T33" fmla="*/ 303 h 2368"/>
                  <a:gd name="T34" fmla="*/ 2041 w 776"/>
                  <a:gd name="T35" fmla="*/ 333 h 2368"/>
                  <a:gd name="T36" fmla="*/ 1906 w 776"/>
                  <a:gd name="T37" fmla="*/ 353 h 2368"/>
                  <a:gd name="T38" fmla="*/ 2179 w 776"/>
                  <a:gd name="T39" fmla="*/ 384 h 2368"/>
                  <a:gd name="T40" fmla="*/ 2041 w 776"/>
                  <a:gd name="T41" fmla="*/ 414 h 2368"/>
                  <a:gd name="T42" fmla="*/ 2179 w 776"/>
                  <a:gd name="T43" fmla="*/ 453 h 2368"/>
                  <a:gd name="T44" fmla="*/ 2041 w 776"/>
                  <a:gd name="T45" fmla="*/ 464 h 2368"/>
                  <a:gd name="T46" fmla="*/ 2179 w 776"/>
                  <a:gd name="T47" fmla="*/ 493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 name="Freeform 132">
                <a:extLst>
                  <a:ext uri="{FF2B5EF4-FFF2-40B4-BE49-F238E27FC236}">
                    <a16:creationId xmlns:a16="http://schemas.microsoft.com/office/drawing/2014/main" id="{17CB2F56-77C7-4231-948C-5080F7E3E782}"/>
                  </a:ext>
                </a:extLst>
              </p:cNvPr>
              <p:cNvSpPr>
                <a:spLocks/>
              </p:cNvSpPr>
              <p:nvPr/>
            </p:nvSpPr>
            <p:spPr bwMode="hidden">
              <a:xfrm>
                <a:off x="3878" y="1470"/>
                <a:ext cx="1518" cy="1067"/>
              </a:xfrm>
              <a:custGeom>
                <a:avLst/>
                <a:gdLst>
                  <a:gd name="T0" fmla="*/ 0 w 776"/>
                  <a:gd name="T1" fmla="*/ 3 h 2368"/>
                  <a:gd name="T2" fmla="*/ 3509 w 776"/>
                  <a:gd name="T3" fmla="*/ 0 h 2368"/>
                  <a:gd name="T4" fmla="*/ 1408 w 776"/>
                  <a:gd name="T5" fmla="*/ 6 h 2368"/>
                  <a:gd name="T6" fmla="*/ 4918 w 776"/>
                  <a:gd name="T7" fmla="*/ 6 h 2368"/>
                  <a:gd name="T8" fmla="*/ 2817 w 776"/>
                  <a:gd name="T9" fmla="*/ 13 h 2368"/>
                  <a:gd name="T10" fmla="*/ 5622 w 776"/>
                  <a:gd name="T11" fmla="*/ 14 h 2368"/>
                  <a:gd name="T12" fmla="*/ 4214 w 776"/>
                  <a:gd name="T13" fmla="*/ 18 h 2368"/>
                  <a:gd name="T14" fmla="*/ 7031 w 776"/>
                  <a:gd name="T15" fmla="*/ 20 h 2368"/>
                  <a:gd name="T16" fmla="*/ 5622 w 776"/>
                  <a:gd name="T17" fmla="*/ 24 h 2368"/>
                  <a:gd name="T18" fmla="*/ 7733 w 776"/>
                  <a:gd name="T19" fmla="*/ 27 h 2368"/>
                  <a:gd name="T20" fmla="*/ 7031 w 776"/>
                  <a:gd name="T21" fmla="*/ 31 h 2368"/>
                  <a:gd name="T22" fmla="*/ 8437 w 776"/>
                  <a:gd name="T23" fmla="*/ 34 h 2368"/>
                  <a:gd name="T24" fmla="*/ 8437 w 776"/>
                  <a:gd name="T25" fmla="*/ 38 h 2368"/>
                  <a:gd name="T26" fmla="*/ 9842 w 776"/>
                  <a:gd name="T27" fmla="*/ 44 h 2368"/>
                  <a:gd name="T28" fmla="*/ 9141 w 776"/>
                  <a:gd name="T29" fmla="*/ 50 h 2368"/>
                  <a:gd name="T30" fmla="*/ 10538 w 776"/>
                  <a:gd name="T31" fmla="*/ 54 h 2368"/>
                  <a:gd name="T32" fmla="*/ 9842 w 776"/>
                  <a:gd name="T33" fmla="*/ 60 h 2368"/>
                  <a:gd name="T34" fmla="*/ 10538 w 776"/>
                  <a:gd name="T35" fmla="*/ 66 h 2368"/>
                  <a:gd name="T36" fmla="*/ 9842 w 776"/>
                  <a:gd name="T37" fmla="*/ 70 h 2368"/>
                  <a:gd name="T38" fmla="*/ 11242 w 776"/>
                  <a:gd name="T39" fmla="*/ 76 h 2368"/>
                  <a:gd name="T40" fmla="*/ 10538 w 776"/>
                  <a:gd name="T41" fmla="*/ 82 h 2368"/>
                  <a:gd name="T42" fmla="*/ 11242 w 776"/>
                  <a:gd name="T43" fmla="*/ 90 h 2368"/>
                  <a:gd name="T44" fmla="*/ 10538 w 776"/>
                  <a:gd name="T45" fmla="*/ 91 h 2368"/>
                  <a:gd name="T46" fmla="*/ 11242 w 776"/>
                  <a:gd name="T47" fmla="*/ 9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 name="Freeform 133">
                <a:extLst>
                  <a:ext uri="{FF2B5EF4-FFF2-40B4-BE49-F238E27FC236}">
                    <a16:creationId xmlns:a16="http://schemas.microsoft.com/office/drawing/2014/main" id="{D50A0A92-CD87-416E-8AA7-F7A8F4E712FA}"/>
                  </a:ext>
                </a:extLst>
              </p:cNvPr>
              <p:cNvSpPr>
                <a:spLocks/>
              </p:cNvSpPr>
              <p:nvPr/>
            </p:nvSpPr>
            <p:spPr bwMode="hidden">
              <a:xfrm>
                <a:off x="3934" y="337"/>
                <a:ext cx="664" cy="1434"/>
              </a:xfrm>
              <a:custGeom>
                <a:avLst/>
                <a:gdLst>
                  <a:gd name="T0" fmla="*/ 0 w 776"/>
                  <a:gd name="T1" fmla="*/ 9 h 2368"/>
                  <a:gd name="T2" fmla="*/ 128 w 776"/>
                  <a:gd name="T3" fmla="*/ 2 h 2368"/>
                  <a:gd name="T4" fmla="*/ 51 w 776"/>
                  <a:gd name="T5" fmla="*/ 22 h 2368"/>
                  <a:gd name="T6" fmla="*/ 180 w 776"/>
                  <a:gd name="T7" fmla="*/ 22 h 2368"/>
                  <a:gd name="T8" fmla="*/ 103 w 776"/>
                  <a:gd name="T9" fmla="*/ 41 h 2368"/>
                  <a:gd name="T10" fmla="*/ 206 w 776"/>
                  <a:gd name="T11" fmla="*/ 47 h 2368"/>
                  <a:gd name="T12" fmla="*/ 154 w 776"/>
                  <a:gd name="T13" fmla="*/ 60 h 2368"/>
                  <a:gd name="T14" fmla="*/ 258 w 776"/>
                  <a:gd name="T15" fmla="*/ 67 h 2368"/>
                  <a:gd name="T16" fmla="*/ 206 w 776"/>
                  <a:gd name="T17" fmla="*/ 79 h 2368"/>
                  <a:gd name="T18" fmla="*/ 283 w 776"/>
                  <a:gd name="T19" fmla="*/ 86 h 2368"/>
                  <a:gd name="T20" fmla="*/ 258 w 776"/>
                  <a:gd name="T21" fmla="*/ 99 h 2368"/>
                  <a:gd name="T22" fmla="*/ 309 w 776"/>
                  <a:gd name="T23" fmla="*/ 112 h 2368"/>
                  <a:gd name="T24" fmla="*/ 309 w 776"/>
                  <a:gd name="T25" fmla="*/ 125 h 2368"/>
                  <a:gd name="T26" fmla="*/ 360 w 776"/>
                  <a:gd name="T27" fmla="*/ 144 h 2368"/>
                  <a:gd name="T28" fmla="*/ 335 w 776"/>
                  <a:gd name="T29" fmla="*/ 164 h 2368"/>
                  <a:gd name="T30" fmla="*/ 386 w 776"/>
                  <a:gd name="T31" fmla="*/ 176 h 2368"/>
                  <a:gd name="T32" fmla="*/ 360 w 776"/>
                  <a:gd name="T33" fmla="*/ 196 h 2368"/>
                  <a:gd name="T34" fmla="*/ 386 w 776"/>
                  <a:gd name="T35" fmla="*/ 215 h 2368"/>
                  <a:gd name="T36" fmla="*/ 360 w 776"/>
                  <a:gd name="T37" fmla="*/ 228 h 2368"/>
                  <a:gd name="T38" fmla="*/ 412 w 776"/>
                  <a:gd name="T39" fmla="*/ 248 h 2368"/>
                  <a:gd name="T40" fmla="*/ 386 w 776"/>
                  <a:gd name="T41" fmla="*/ 266 h 2368"/>
                  <a:gd name="T42" fmla="*/ 412 w 776"/>
                  <a:gd name="T43" fmla="*/ 292 h 2368"/>
                  <a:gd name="T44" fmla="*/ 386 w 776"/>
                  <a:gd name="T45" fmla="*/ 299 h 2368"/>
                  <a:gd name="T46" fmla="*/ 412 w 776"/>
                  <a:gd name="T47" fmla="*/ 319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 name="Freeform 134">
                <a:extLst>
                  <a:ext uri="{FF2B5EF4-FFF2-40B4-BE49-F238E27FC236}">
                    <a16:creationId xmlns:a16="http://schemas.microsoft.com/office/drawing/2014/main" id="{04DEDCF5-1844-42E1-9E05-4E2BA130AF81}"/>
                  </a:ext>
                </a:extLst>
              </p:cNvPr>
              <p:cNvSpPr>
                <a:spLocks/>
              </p:cNvSpPr>
              <p:nvPr/>
            </p:nvSpPr>
            <p:spPr bwMode="hidden">
              <a:xfrm rot="1346631" flipH="1">
                <a:off x="1702" y="1506"/>
                <a:ext cx="440" cy="837"/>
              </a:xfrm>
              <a:custGeom>
                <a:avLst/>
                <a:gdLst>
                  <a:gd name="T0" fmla="*/ 0 w 776"/>
                  <a:gd name="T1" fmla="*/ 1 h 2368"/>
                  <a:gd name="T2" fmla="*/ 25 w 776"/>
                  <a:gd name="T3" fmla="*/ 0 h 2368"/>
                  <a:gd name="T4" fmla="*/ 10 w 776"/>
                  <a:gd name="T5" fmla="*/ 2 h 2368"/>
                  <a:gd name="T6" fmla="*/ 35 w 776"/>
                  <a:gd name="T7" fmla="*/ 2 h 2368"/>
                  <a:gd name="T8" fmla="*/ 20 w 776"/>
                  <a:gd name="T9" fmla="*/ 5 h 2368"/>
                  <a:gd name="T10" fmla="*/ 40 w 776"/>
                  <a:gd name="T11" fmla="*/ 6 h 2368"/>
                  <a:gd name="T12" fmla="*/ 29 w 776"/>
                  <a:gd name="T13" fmla="*/ 7 h 2368"/>
                  <a:gd name="T14" fmla="*/ 49 w 776"/>
                  <a:gd name="T15" fmla="*/ 8 h 2368"/>
                  <a:gd name="T16" fmla="*/ 40 w 776"/>
                  <a:gd name="T17" fmla="*/ 9 h 2368"/>
                  <a:gd name="T18" fmla="*/ 54 w 776"/>
                  <a:gd name="T19" fmla="*/ 10 h 2368"/>
                  <a:gd name="T20" fmla="*/ 49 w 776"/>
                  <a:gd name="T21" fmla="*/ 12 h 2368"/>
                  <a:gd name="T22" fmla="*/ 60 w 776"/>
                  <a:gd name="T23" fmla="*/ 13 h 2368"/>
                  <a:gd name="T24" fmla="*/ 60 w 776"/>
                  <a:gd name="T25" fmla="*/ 14 h 2368"/>
                  <a:gd name="T26" fmla="*/ 69 w 776"/>
                  <a:gd name="T27" fmla="*/ 17 h 2368"/>
                  <a:gd name="T28" fmla="*/ 65 w 776"/>
                  <a:gd name="T29" fmla="*/ 19 h 2368"/>
                  <a:gd name="T30" fmla="*/ 74 w 776"/>
                  <a:gd name="T31" fmla="*/ 21 h 2368"/>
                  <a:gd name="T32" fmla="*/ 69 w 776"/>
                  <a:gd name="T33" fmla="*/ 23 h 2368"/>
                  <a:gd name="T34" fmla="*/ 74 w 776"/>
                  <a:gd name="T35" fmla="*/ 25 h 2368"/>
                  <a:gd name="T36" fmla="*/ 69 w 776"/>
                  <a:gd name="T37" fmla="*/ 27 h 2368"/>
                  <a:gd name="T38" fmla="*/ 79 w 776"/>
                  <a:gd name="T39" fmla="*/ 29 h 2368"/>
                  <a:gd name="T40" fmla="*/ 74 w 776"/>
                  <a:gd name="T41" fmla="*/ 31 h 2368"/>
                  <a:gd name="T42" fmla="*/ 79 w 776"/>
                  <a:gd name="T43" fmla="*/ 34 h 2368"/>
                  <a:gd name="T44" fmla="*/ 74 w 776"/>
                  <a:gd name="T45" fmla="*/ 35 h 2368"/>
                  <a:gd name="T46" fmla="*/ 79 w 776"/>
                  <a:gd name="T47" fmla="*/ 37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2014343" name="Rectangle 135"/>
          <p:cNvSpPr>
            <a:spLocks noGrp="1" noChangeArrowheads="1"/>
          </p:cNvSpPr>
          <p:nvPr>
            <p:ph type="ctrTitle" sz="quarter"/>
          </p:nvPr>
        </p:nvSpPr>
        <p:spPr>
          <a:xfrm>
            <a:off x="685800" y="1827213"/>
            <a:ext cx="7772400" cy="1627187"/>
          </a:xfrm>
        </p:spPr>
        <p:txBody>
          <a:bodyPr/>
          <a:lstStyle>
            <a:lvl1pPr>
              <a:defRPr/>
            </a:lvl1pPr>
          </a:lstStyle>
          <a:p>
            <a:r>
              <a:rPr lang="zh-CN" altLang="en-US" noProof="1"/>
              <a:t>单击此处编辑母版标题样式</a:t>
            </a:r>
          </a:p>
        </p:txBody>
      </p:sp>
      <p:sp>
        <p:nvSpPr>
          <p:cNvPr id="2014344"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zh-CN" altLang="en-US" noProof="1"/>
              <a:t>单击此处编辑母版副标题样式</a:t>
            </a:r>
          </a:p>
        </p:txBody>
      </p:sp>
      <p:sp>
        <p:nvSpPr>
          <p:cNvPr id="137" name="Rectangle 137">
            <a:extLst>
              <a:ext uri="{FF2B5EF4-FFF2-40B4-BE49-F238E27FC236}">
                <a16:creationId xmlns:a16="http://schemas.microsoft.com/office/drawing/2014/main" id="{161D5D14-E25E-4118-856F-441077E62D6C}"/>
              </a:ext>
            </a:extLst>
          </p:cNvPr>
          <p:cNvSpPr>
            <a:spLocks noGrp="1" noChangeArrowheads="1"/>
          </p:cNvSpPr>
          <p:nvPr>
            <p:ph type="dt" sz="quarter" idx="10"/>
          </p:nvPr>
        </p:nvSpPr>
        <p:spPr/>
        <p:txBody>
          <a:bodyPr/>
          <a:lstStyle>
            <a:lvl1pPr>
              <a:defRPr/>
            </a:lvl1pPr>
          </a:lstStyle>
          <a:p>
            <a:pPr>
              <a:defRPr/>
            </a:pPr>
            <a:fld id="{1B4927A9-15F7-406B-B5B1-AB9AF419A2BD}" type="datetime1">
              <a:rPr lang="zh-CN" altLang="en-US"/>
              <a:pPr>
                <a:defRPr/>
              </a:pPr>
              <a:t>2020/12/3</a:t>
            </a:fld>
            <a:endParaRPr lang="en-US" altLang="zh-CN"/>
          </a:p>
        </p:txBody>
      </p:sp>
      <p:sp>
        <p:nvSpPr>
          <p:cNvPr id="138" name="Rectangle 138">
            <a:extLst>
              <a:ext uri="{FF2B5EF4-FFF2-40B4-BE49-F238E27FC236}">
                <a16:creationId xmlns:a16="http://schemas.microsoft.com/office/drawing/2014/main" id="{CFF37332-EDDF-43B3-80AF-1198BA6CC70A}"/>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139" name="Rectangle 139">
            <a:extLst>
              <a:ext uri="{FF2B5EF4-FFF2-40B4-BE49-F238E27FC236}">
                <a16:creationId xmlns:a16="http://schemas.microsoft.com/office/drawing/2014/main" id="{20DD79FA-D91D-40AB-9C55-4099254D89B1}"/>
              </a:ext>
            </a:extLst>
          </p:cNvPr>
          <p:cNvSpPr>
            <a:spLocks noGrp="1" noChangeArrowheads="1"/>
          </p:cNvSpPr>
          <p:nvPr>
            <p:ph type="sldNum" sz="quarter" idx="12"/>
          </p:nvPr>
        </p:nvSpPr>
        <p:spPr/>
        <p:txBody>
          <a:bodyPr/>
          <a:lstStyle>
            <a:lvl1pPr>
              <a:defRPr/>
            </a:lvl1pPr>
          </a:lstStyle>
          <a:p>
            <a:pPr>
              <a:defRPr/>
            </a:pPr>
            <a:fld id="{BE2CBEBD-4756-4FCC-98D5-73E190EE1982}" type="slidenum">
              <a:rPr lang="en-US" altLang="zh-CN"/>
              <a:pPr>
                <a:defRPr/>
              </a:pPr>
              <a:t>‹#›</a:t>
            </a:fld>
            <a:endParaRPr lang="en-US" altLang="zh-CN"/>
          </a:p>
        </p:txBody>
      </p:sp>
    </p:spTree>
    <p:extLst>
      <p:ext uri="{BB962C8B-B14F-4D97-AF65-F5344CB8AC3E}">
        <p14:creationId xmlns:p14="http://schemas.microsoft.com/office/powerpoint/2010/main" val="429159275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39">
            <a:extLst>
              <a:ext uri="{FF2B5EF4-FFF2-40B4-BE49-F238E27FC236}">
                <a16:creationId xmlns:a16="http://schemas.microsoft.com/office/drawing/2014/main" id="{DDB39559-57D0-422F-A755-D051EDEC0B8C}"/>
              </a:ext>
            </a:extLst>
          </p:cNvPr>
          <p:cNvSpPr>
            <a:spLocks noGrp="1" noChangeArrowheads="1"/>
          </p:cNvSpPr>
          <p:nvPr>
            <p:ph type="dt" sz="half" idx="10"/>
          </p:nvPr>
        </p:nvSpPr>
        <p:spPr>
          <a:ln/>
        </p:spPr>
        <p:txBody>
          <a:bodyPr/>
          <a:lstStyle>
            <a:lvl1pPr>
              <a:defRPr/>
            </a:lvl1pPr>
          </a:lstStyle>
          <a:p>
            <a:pPr>
              <a:defRPr/>
            </a:pPr>
            <a:fld id="{45A226D0-EB43-4401-853D-283BED4E72FB}" type="datetime1">
              <a:rPr lang="zh-CN" altLang="en-US"/>
              <a:pPr>
                <a:defRPr/>
              </a:pPr>
              <a:t>2020/12/3</a:t>
            </a:fld>
            <a:endParaRPr lang="en-US" altLang="zh-CN"/>
          </a:p>
        </p:txBody>
      </p:sp>
      <p:sp>
        <p:nvSpPr>
          <p:cNvPr id="5" name="Rectangle 140">
            <a:extLst>
              <a:ext uri="{FF2B5EF4-FFF2-40B4-BE49-F238E27FC236}">
                <a16:creationId xmlns:a16="http://schemas.microsoft.com/office/drawing/2014/main" id="{3A3A47F8-B3AD-4957-9DC1-AEFB652BCE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1">
            <a:extLst>
              <a:ext uri="{FF2B5EF4-FFF2-40B4-BE49-F238E27FC236}">
                <a16:creationId xmlns:a16="http://schemas.microsoft.com/office/drawing/2014/main" id="{76C2F6B9-7266-4066-BDE6-A2E71F158D7F}"/>
              </a:ext>
            </a:extLst>
          </p:cNvPr>
          <p:cNvSpPr>
            <a:spLocks noGrp="1" noChangeArrowheads="1"/>
          </p:cNvSpPr>
          <p:nvPr>
            <p:ph type="sldNum" sz="quarter" idx="12"/>
          </p:nvPr>
        </p:nvSpPr>
        <p:spPr>
          <a:ln/>
        </p:spPr>
        <p:txBody>
          <a:bodyPr/>
          <a:lstStyle>
            <a:lvl1pPr>
              <a:defRPr/>
            </a:lvl1pPr>
          </a:lstStyle>
          <a:p>
            <a:pPr>
              <a:defRPr/>
            </a:pPr>
            <a:fld id="{06A20CC3-4405-44A4-8E17-0C1E84105FF1}" type="slidenum">
              <a:rPr lang="en-US" altLang="zh-CN"/>
              <a:pPr>
                <a:defRPr/>
              </a:pPr>
              <a:t>‹#›</a:t>
            </a:fld>
            <a:endParaRPr lang="en-US" altLang="zh-CN"/>
          </a:p>
        </p:txBody>
      </p:sp>
    </p:spTree>
    <p:extLst>
      <p:ext uri="{BB962C8B-B14F-4D97-AF65-F5344CB8AC3E}">
        <p14:creationId xmlns:p14="http://schemas.microsoft.com/office/powerpoint/2010/main" val="37048030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39">
            <a:extLst>
              <a:ext uri="{FF2B5EF4-FFF2-40B4-BE49-F238E27FC236}">
                <a16:creationId xmlns:a16="http://schemas.microsoft.com/office/drawing/2014/main" id="{07A2F4BF-F999-4581-8DE2-A3F5761457D6}"/>
              </a:ext>
            </a:extLst>
          </p:cNvPr>
          <p:cNvSpPr>
            <a:spLocks noGrp="1" noChangeArrowheads="1"/>
          </p:cNvSpPr>
          <p:nvPr>
            <p:ph type="dt" sz="half" idx="10"/>
          </p:nvPr>
        </p:nvSpPr>
        <p:spPr>
          <a:ln/>
        </p:spPr>
        <p:txBody>
          <a:bodyPr/>
          <a:lstStyle>
            <a:lvl1pPr>
              <a:defRPr/>
            </a:lvl1pPr>
          </a:lstStyle>
          <a:p>
            <a:pPr>
              <a:defRPr/>
            </a:pPr>
            <a:fld id="{B64797FC-CA26-47B9-91B2-2FCFE5AE8FBC}" type="datetime1">
              <a:rPr lang="zh-CN" altLang="en-US"/>
              <a:pPr>
                <a:defRPr/>
              </a:pPr>
              <a:t>2020/12/3</a:t>
            </a:fld>
            <a:endParaRPr lang="en-US" altLang="zh-CN"/>
          </a:p>
        </p:txBody>
      </p:sp>
      <p:sp>
        <p:nvSpPr>
          <p:cNvPr id="5" name="Rectangle 140">
            <a:extLst>
              <a:ext uri="{FF2B5EF4-FFF2-40B4-BE49-F238E27FC236}">
                <a16:creationId xmlns:a16="http://schemas.microsoft.com/office/drawing/2014/main" id="{88AB02B1-DAC4-41C2-B779-2028428C504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1">
            <a:extLst>
              <a:ext uri="{FF2B5EF4-FFF2-40B4-BE49-F238E27FC236}">
                <a16:creationId xmlns:a16="http://schemas.microsoft.com/office/drawing/2014/main" id="{C19B1D42-6BAC-4F5E-A845-5ECB21752CCB}"/>
              </a:ext>
            </a:extLst>
          </p:cNvPr>
          <p:cNvSpPr>
            <a:spLocks noGrp="1" noChangeArrowheads="1"/>
          </p:cNvSpPr>
          <p:nvPr>
            <p:ph type="sldNum" sz="quarter" idx="12"/>
          </p:nvPr>
        </p:nvSpPr>
        <p:spPr>
          <a:ln/>
        </p:spPr>
        <p:txBody>
          <a:bodyPr/>
          <a:lstStyle>
            <a:lvl1pPr>
              <a:defRPr/>
            </a:lvl1pPr>
          </a:lstStyle>
          <a:p>
            <a:pPr>
              <a:defRPr/>
            </a:pPr>
            <a:fld id="{42EAF5EC-3729-4C2C-A786-3B8D0207F468}" type="slidenum">
              <a:rPr lang="en-US" altLang="zh-CN"/>
              <a:pPr>
                <a:defRPr/>
              </a:pPr>
              <a:t>‹#›</a:t>
            </a:fld>
            <a:endParaRPr lang="en-US" altLang="zh-CN"/>
          </a:p>
        </p:txBody>
      </p:sp>
    </p:spTree>
    <p:extLst>
      <p:ext uri="{BB962C8B-B14F-4D97-AF65-F5344CB8AC3E}">
        <p14:creationId xmlns:p14="http://schemas.microsoft.com/office/powerpoint/2010/main" val="2372111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39">
            <a:extLst>
              <a:ext uri="{FF2B5EF4-FFF2-40B4-BE49-F238E27FC236}">
                <a16:creationId xmlns:a16="http://schemas.microsoft.com/office/drawing/2014/main" id="{7F7EECE1-CC2F-4EE9-A68A-365E3B47C4DA}"/>
              </a:ext>
            </a:extLst>
          </p:cNvPr>
          <p:cNvSpPr>
            <a:spLocks noGrp="1" noChangeArrowheads="1"/>
          </p:cNvSpPr>
          <p:nvPr>
            <p:ph type="dt" sz="half" idx="10"/>
          </p:nvPr>
        </p:nvSpPr>
        <p:spPr>
          <a:ln/>
        </p:spPr>
        <p:txBody>
          <a:bodyPr/>
          <a:lstStyle>
            <a:lvl1pPr>
              <a:defRPr/>
            </a:lvl1pPr>
          </a:lstStyle>
          <a:p>
            <a:pPr>
              <a:defRPr/>
            </a:pPr>
            <a:fld id="{5AB34AD1-F285-42C4-B474-2C94FB27FB48}" type="datetime1">
              <a:rPr lang="zh-CN" altLang="en-US"/>
              <a:pPr>
                <a:defRPr/>
              </a:pPr>
              <a:t>2020/12/3</a:t>
            </a:fld>
            <a:endParaRPr lang="en-US" altLang="zh-CN"/>
          </a:p>
        </p:txBody>
      </p:sp>
      <p:sp>
        <p:nvSpPr>
          <p:cNvPr id="6" name="Rectangle 140">
            <a:extLst>
              <a:ext uri="{FF2B5EF4-FFF2-40B4-BE49-F238E27FC236}">
                <a16:creationId xmlns:a16="http://schemas.microsoft.com/office/drawing/2014/main" id="{73CBB4C2-61FD-4EC0-A5D9-CBD40BA083F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41">
            <a:extLst>
              <a:ext uri="{FF2B5EF4-FFF2-40B4-BE49-F238E27FC236}">
                <a16:creationId xmlns:a16="http://schemas.microsoft.com/office/drawing/2014/main" id="{ADD7B909-B889-4185-9DFC-AEF0346506E8}"/>
              </a:ext>
            </a:extLst>
          </p:cNvPr>
          <p:cNvSpPr>
            <a:spLocks noGrp="1" noChangeArrowheads="1"/>
          </p:cNvSpPr>
          <p:nvPr>
            <p:ph type="sldNum" sz="quarter" idx="12"/>
          </p:nvPr>
        </p:nvSpPr>
        <p:spPr>
          <a:ln/>
        </p:spPr>
        <p:txBody>
          <a:bodyPr/>
          <a:lstStyle>
            <a:lvl1pPr>
              <a:defRPr/>
            </a:lvl1pPr>
          </a:lstStyle>
          <a:p>
            <a:pPr>
              <a:defRPr/>
            </a:pPr>
            <a:fld id="{6E4B42B5-9733-4640-9635-340B19F237A4}" type="slidenum">
              <a:rPr lang="en-US" altLang="zh-CN"/>
              <a:pPr>
                <a:defRPr/>
              </a:pPr>
              <a:t>‹#›</a:t>
            </a:fld>
            <a:endParaRPr lang="en-US" altLang="zh-CN"/>
          </a:p>
        </p:txBody>
      </p:sp>
    </p:spTree>
    <p:extLst>
      <p:ext uri="{BB962C8B-B14F-4D97-AF65-F5344CB8AC3E}">
        <p14:creationId xmlns:p14="http://schemas.microsoft.com/office/powerpoint/2010/main" val="23997968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39">
            <a:extLst>
              <a:ext uri="{FF2B5EF4-FFF2-40B4-BE49-F238E27FC236}">
                <a16:creationId xmlns:a16="http://schemas.microsoft.com/office/drawing/2014/main" id="{701A41E5-619A-49E0-A1EC-551734A314CC}"/>
              </a:ext>
            </a:extLst>
          </p:cNvPr>
          <p:cNvSpPr>
            <a:spLocks noGrp="1" noChangeArrowheads="1"/>
          </p:cNvSpPr>
          <p:nvPr>
            <p:ph type="dt" sz="half" idx="10"/>
          </p:nvPr>
        </p:nvSpPr>
        <p:spPr>
          <a:ln/>
        </p:spPr>
        <p:txBody>
          <a:bodyPr/>
          <a:lstStyle>
            <a:lvl1pPr>
              <a:defRPr/>
            </a:lvl1pPr>
          </a:lstStyle>
          <a:p>
            <a:pPr>
              <a:defRPr/>
            </a:pPr>
            <a:fld id="{600D81B2-0DC8-4A9D-9AAA-E1C3B87867DB}" type="datetime1">
              <a:rPr lang="zh-CN" altLang="en-US"/>
              <a:pPr>
                <a:defRPr/>
              </a:pPr>
              <a:t>2020/12/3</a:t>
            </a:fld>
            <a:endParaRPr lang="en-US" altLang="zh-CN"/>
          </a:p>
        </p:txBody>
      </p:sp>
      <p:sp>
        <p:nvSpPr>
          <p:cNvPr id="8" name="Rectangle 140">
            <a:extLst>
              <a:ext uri="{FF2B5EF4-FFF2-40B4-BE49-F238E27FC236}">
                <a16:creationId xmlns:a16="http://schemas.microsoft.com/office/drawing/2014/main" id="{38C0F347-5A84-49A8-867B-FB2AFAFFB56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41">
            <a:extLst>
              <a:ext uri="{FF2B5EF4-FFF2-40B4-BE49-F238E27FC236}">
                <a16:creationId xmlns:a16="http://schemas.microsoft.com/office/drawing/2014/main" id="{CDD3478F-F766-4ACE-A426-F48B27BB72B3}"/>
              </a:ext>
            </a:extLst>
          </p:cNvPr>
          <p:cNvSpPr>
            <a:spLocks noGrp="1" noChangeArrowheads="1"/>
          </p:cNvSpPr>
          <p:nvPr>
            <p:ph type="sldNum" sz="quarter" idx="12"/>
          </p:nvPr>
        </p:nvSpPr>
        <p:spPr>
          <a:ln/>
        </p:spPr>
        <p:txBody>
          <a:bodyPr/>
          <a:lstStyle>
            <a:lvl1pPr>
              <a:defRPr/>
            </a:lvl1pPr>
          </a:lstStyle>
          <a:p>
            <a:pPr>
              <a:defRPr/>
            </a:pPr>
            <a:fld id="{C1A93844-9CEF-488D-B522-E33EE07685EE}" type="slidenum">
              <a:rPr lang="en-US" altLang="zh-CN"/>
              <a:pPr>
                <a:defRPr/>
              </a:pPr>
              <a:t>‹#›</a:t>
            </a:fld>
            <a:endParaRPr lang="en-US" altLang="zh-CN"/>
          </a:p>
        </p:txBody>
      </p:sp>
    </p:spTree>
    <p:extLst>
      <p:ext uri="{BB962C8B-B14F-4D97-AF65-F5344CB8AC3E}">
        <p14:creationId xmlns:p14="http://schemas.microsoft.com/office/powerpoint/2010/main" val="111764385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39">
            <a:extLst>
              <a:ext uri="{FF2B5EF4-FFF2-40B4-BE49-F238E27FC236}">
                <a16:creationId xmlns:a16="http://schemas.microsoft.com/office/drawing/2014/main" id="{EFBD19EC-B82A-4AA7-B4DB-20610DBF94E8}"/>
              </a:ext>
            </a:extLst>
          </p:cNvPr>
          <p:cNvSpPr>
            <a:spLocks noGrp="1" noChangeArrowheads="1"/>
          </p:cNvSpPr>
          <p:nvPr>
            <p:ph type="dt" sz="half" idx="10"/>
          </p:nvPr>
        </p:nvSpPr>
        <p:spPr>
          <a:ln/>
        </p:spPr>
        <p:txBody>
          <a:bodyPr/>
          <a:lstStyle>
            <a:lvl1pPr>
              <a:defRPr/>
            </a:lvl1pPr>
          </a:lstStyle>
          <a:p>
            <a:pPr>
              <a:defRPr/>
            </a:pPr>
            <a:fld id="{8B442612-327A-4BD4-8ED8-192370E52191}" type="datetime1">
              <a:rPr lang="zh-CN" altLang="en-US"/>
              <a:pPr>
                <a:defRPr/>
              </a:pPr>
              <a:t>2020/12/3</a:t>
            </a:fld>
            <a:endParaRPr lang="en-US" altLang="zh-CN"/>
          </a:p>
        </p:txBody>
      </p:sp>
      <p:sp>
        <p:nvSpPr>
          <p:cNvPr id="4" name="Rectangle 140">
            <a:extLst>
              <a:ext uri="{FF2B5EF4-FFF2-40B4-BE49-F238E27FC236}">
                <a16:creationId xmlns:a16="http://schemas.microsoft.com/office/drawing/2014/main" id="{D4030B38-7BAD-450D-BA62-21D9319EA5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41">
            <a:extLst>
              <a:ext uri="{FF2B5EF4-FFF2-40B4-BE49-F238E27FC236}">
                <a16:creationId xmlns:a16="http://schemas.microsoft.com/office/drawing/2014/main" id="{19D1131E-CA05-40DB-989F-8892633F4788}"/>
              </a:ext>
            </a:extLst>
          </p:cNvPr>
          <p:cNvSpPr>
            <a:spLocks noGrp="1" noChangeArrowheads="1"/>
          </p:cNvSpPr>
          <p:nvPr>
            <p:ph type="sldNum" sz="quarter" idx="12"/>
          </p:nvPr>
        </p:nvSpPr>
        <p:spPr>
          <a:ln/>
        </p:spPr>
        <p:txBody>
          <a:bodyPr/>
          <a:lstStyle>
            <a:lvl1pPr>
              <a:defRPr/>
            </a:lvl1pPr>
          </a:lstStyle>
          <a:p>
            <a:pPr>
              <a:defRPr/>
            </a:pPr>
            <a:fld id="{B19FDB53-021C-428F-8963-A6422A93FD69}" type="slidenum">
              <a:rPr lang="en-US" altLang="zh-CN"/>
              <a:pPr>
                <a:defRPr/>
              </a:pPr>
              <a:t>‹#›</a:t>
            </a:fld>
            <a:endParaRPr lang="en-US" altLang="zh-CN"/>
          </a:p>
        </p:txBody>
      </p:sp>
    </p:spTree>
    <p:extLst>
      <p:ext uri="{BB962C8B-B14F-4D97-AF65-F5344CB8AC3E}">
        <p14:creationId xmlns:p14="http://schemas.microsoft.com/office/powerpoint/2010/main" val="22319973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39">
            <a:extLst>
              <a:ext uri="{FF2B5EF4-FFF2-40B4-BE49-F238E27FC236}">
                <a16:creationId xmlns:a16="http://schemas.microsoft.com/office/drawing/2014/main" id="{922C8ED6-1D9A-4276-98FE-ADE09C7E8449}"/>
              </a:ext>
            </a:extLst>
          </p:cNvPr>
          <p:cNvSpPr>
            <a:spLocks noGrp="1" noChangeArrowheads="1"/>
          </p:cNvSpPr>
          <p:nvPr>
            <p:ph type="dt" sz="half" idx="10"/>
          </p:nvPr>
        </p:nvSpPr>
        <p:spPr>
          <a:ln/>
        </p:spPr>
        <p:txBody>
          <a:bodyPr/>
          <a:lstStyle>
            <a:lvl1pPr>
              <a:defRPr/>
            </a:lvl1pPr>
          </a:lstStyle>
          <a:p>
            <a:pPr>
              <a:defRPr/>
            </a:pPr>
            <a:fld id="{815DAEEA-B84B-42CA-808E-29F2FF83CEFD}" type="datetime1">
              <a:rPr lang="zh-CN" altLang="en-US"/>
              <a:pPr>
                <a:defRPr/>
              </a:pPr>
              <a:t>2020/12/3</a:t>
            </a:fld>
            <a:endParaRPr lang="en-US" altLang="zh-CN"/>
          </a:p>
        </p:txBody>
      </p:sp>
      <p:sp>
        <p:nvSpPr>
          <p:cNvPr id="3" name="Rectangle 140">
            <a:extLst>
              <a:ext uri="{FF2B5EF4-FFF2-40B4-BE49-F238E27FC236}">
                <a16:creationId xmlns:a16="http://schemas.microsoft.com/office/drawing/2014/main" id="{FAC045C1-1F85-4357-AA2B-8520E7153BE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41">
            <a:extLst>
              <a:ext uri="{FF2B5EF4-FFF2-40B4-BE49-F238E27FC236}">
                <a16:creationId xmlns:a16="http://schemas.microsoft.com/office/drawing/2014/main" id="{27D3882B-42FD-4657-A81A-647A3913367D}"/>
              </a:ext>
            </a:extLst>
          </p:cNvPr>
          <p:cNvSpPr>
            <a:spLocks noGrp="1" noChangeArrowheads="1"/>
          </p:cNvSpPr>
          <p:nvPr>
            <p:ph type="sldNum" sz="quarter" idx="12"/>
          </p:nvPr>
        </p:nvSpPr>
        <p:spPr>
          <a:ln/>
        </p:spPr>
        <p:txBody>
          <a:bodyPr/>
          <a:lstStyle>
            <a:lvl1pPr>
              <a:defRPr/>
            </a:lvl1pPr>
          </a:lstStyle>
          <a:p>
            <a:pPr>
              <a:defRPr/>
            </a:pPr>
            <a:fld id="{9DAF3496-A1C5-4F16-B890-12E3BB73AD46}" type="slidenum">
              <a:rPr lang="en-US" altLang="zh-CN"/>
              <a:pPr>
                <a:defRPr/>
              </a:pPr>
              <a:t>‹#›</a:t>
            </a:fld>
            <a:endParaRPr lang="en-US" altLang="zh-CN"/>
          </a:p>
        </p:txBody>
      </p:sp>
    </p:spTree>
    <p:extLst>
      <p:ext uri="{BB962C8B-B14F-4D97-AF65-F5344CB8AC3E}">
        <p14:creationId xmlns:p14="http://schemas.microsoft.com/office/powerpoint/2010/main" val="147184997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39">
            <a:extLst>
              <a:ext uri="{FF2B5EF4-FFF2-40B4-BE49-F238E27FC236}">
                <a16:creationId xmlns:a16="http://schemas.microsoft.com/office/drawing/2014/main" id="{84A3CB69-3AF3-47B9-A4A4-32BFC491A29E}"/>
              </a:ext>
            </a:extLst>
          </p:cNvPr>
          <p:cNvSpPr>
            <a:spLocks noGrp="1" noChangeArrowheads="1"/>
          </p:cNvSpPr>
          <p:nvPr>
            <p:ph type="dt" sz="half" idx="10"/>
          </p:nvPr>
        </p:nvSpPr>
        <p:spPr>
          <a:ln/>
        </p:spPr>
        <p:txBody>
          <a:bodyPr/>
          <a:lstStyle>
            <a:lvl1pPr>
              <a:defRPr/>
            </a:lvl1pPr>
          </a:lstStyle>
          <a:p>
            <a:pPr>
              <a:defRPr/>
            </a:pPr>
            <a:fld id="{5AAF2312-EC2F-4F9C-93B4-BAEB0BB3ACE3}" type="datetime1">
              <a:rPr lang="zh-CN" altLang="en-US"/>
              <a:pPr>
                <a:defRPr/>
              </a:pPr>
              <a:t>2020/12/3</a:t>
            </a:fld>
            <a:endParaRPr lang="en-US" altLang="zh-CN"/>
          </a:p>
        </p:txBody>
      </p:sp>
      <p:sp>
        <p:nvSpPr>
          <p:cNvPr id="6" name="Rectangle 140">
            <a:extLst>
              <a:ext uri="{FF2B5EF4-FFF2-40B4-BE49-F238E27FC236}">
                <a16:creationId xmlns:a16="http://schemas.microsoft.com/office/drawing/2014/main" id="{A7A4F73D-753B-4143-BFCB-C16F2490EE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41">
            <a:extLst>
              <a:ext uri="{FF2B5EF4-FFF2-40B4-BE49-F238E27FC236}">
                <a16:creationId xmlns:a16="http://schemas.microsoft.com/office/drawing/2014/main" id="{FA896634-BB25-4207-BD56-41C7E98ECAF8}"/>
              </a:ext>
            </a:extLst>
          </p:cNvPr>
          <p:cNvSpPr>
            <a:spLocks noGrp="1" noChangeArrowheads="1"/>
          </p:cNvSpPr>
          <p:nvPr>
            <p:ph type="sldNum" sz="quarter" idx="12"/>
          </p:nvPr>
        </p:nvSpPr>
        <p:spPr>
          <a:ln/>
        </p:spPr>
        <p:txBody>
          <a:bodyPr/>
          <a:lstStyle>
            <a:lvl1pPr>
              <a:defRPr/>
            </a:lvl1pPr>
          </a:lstStyle>
          <a:p>
            <a:pPr>
              <a:defRPr/>
            </a:pPr>
            <a:fld id="{8171D8C3-0DCD-4F9A-9252-E1F3A243A4AC}" type="slidenum">
              <a:rPr lang="en-US" altLang="zh-CN"/>
              <a:pPr>
                <a:defRPr/>
              </a:pPr>
              <a:t>‹#›</a:t>
            </a:fld>
            <a:endParaRPr lang="en-US" altLang="zh-CN"/>
          </a:p>
        </p:txBody>
      </p:sp>
    </p:spTree>
    <p:extLst>
      <p:ext uri="{BB962C8B-B14F-4D97-AF65-F5344CB8AC3E}">
        <p14:creationId xmlns:p14="http://schemas.microsoft.com/office/powerpoint/2010/main" val="16191926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39">
            <a:extLst>
              <a:ext uri="{FF2B5EF4-FFF2-40B4-BE49-F238E27FC236}">
                <a16:creationId xmlns:a16="http://schemas.microsoft.com/office/drawing/2014/main" id="{09E964F3-918A-4965-893B-7EC044292DFB}"/>
              </a:ext>
            </a:extLst>
          </p:cNvPr>
          <p:cNvSpPr>
            <a:spLocks noGrp="1" noChangeArrowheads="1"/>
          </p:cNvSpPr>
          <p:nvPr>
            <p:ph type="dt" sz="half" idx="10"/>
          </p:nvPr>
        </p:nvSpPr>
        <p:spPr>
          <a:ln/>
        </p:spPr>
        <p:txBody>
          <a:bodyPr/>
          <a:lstStyle>
            <a:lvl1pPr>
              <a:defRPr/>
            </a:lvl1pPr>
          </a:lstStyle>
          <a:p>
            <a:pPr>
              <a:defRPr/>
            </a:pPr>
            <a:fld id="{48741FCA-2F7F-48C8-8B6A-C0E8C7D17BDC}" type="datetime1">
              <a:rPr lang="zh-CN" altLang="en-US"/>
              <a:pPr>
                <a:defRPr/>
              </a:pPr>
              <a:t>2020/12/3</a:t>
            </a:fld>
            <a:endParaRPr lang="en-US" altLang="zh-CN"/>
          </a:p>
        </p:txBody>
      </p:sp>
      <p:sp>
        <p:nvSpPr>
          <p:cNvPr id="6" name="Rectangle 140">
            <a:extLst>
              <a:ext uri="{FF2B5EF4-FFF2-40B4-BE49-F238E27FC236}">
                <a16:creationId xmlns:a16="http://schemas.microsoft.com/office/drawing/2014/main" id="{E30D36FA-EB75-407A-8189-1F32C5ECA3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41">
            <a:extLst>
              <a:ext uri="{FF2B5EF4-FFF2-40B4-BE49-F238E27FC236}">
                <a16:creationId xmlns:a16="http://schemas.microsoft.com/office/drawing/2014/main" id="{6EDF7DB9-76D4-4AEA-927D-9521C7152BF9}"/>
              </a:ext>
            </a:extLst>
          </p:cNvPr>
          <p:cNvSpPr>
            <a:spLocks noGrp="1" noChangeArrowheads="1"/>
          </p:cNvSpPr>
          <p:nvPr>
            <p:ph type="sldNum" sz="quarter" idx="12"/>
          </p:nvPr>
        </p:nvSpPr>
        <p:spPr>
          <a:ln/>
        </p:spPr>
        <p:txBody>
          <a:bodyPr/>
          <a:lstStyle>
            <a:lvl1pPr>
              <a:defRPr/>
            </a:lvl1pPr>
          </a:lstStyle>
          <a:p>
            <a:pPr>
              <a:defRPr/>
            </a:pPr>
            <a:fld id="{18E5D29E-6F45-4308-B777-FEB3ECE6EA4A}" type="slidenum">
              <a:rPr lang="en-US" altLang="zh-CN"/>
              <a:pPr>
                <a:defRPr/>
              </a:pPr>
              <a:t>‹#›</a:t>
            </a:fld>
            <a:endParaRPr lang="en-US" altLang="zh-CN"/>
          </a:p>
        </p:txBody>
      </p:sp>
    </p:spTree>
    <p:extLst>
      <p:ext uri="{BB962C8B-B14F-4D97-AF65-F5344CB8AC3E}">
        <p14:creationId xmlns:p14="http://schemas.microsoft.com/office/powerpoint/2010/main" val="37799672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39">
            <a:extLst>
              <a:ext uri="{FF2B5EF4-FFF2-40B4-BE49-F238E27FC236}">
                <a16:creationId xmlns:a16="http://schemas.microsoft.com/office/drawing/2014/main" id="{4D7DB994-797D-42F2-9116-813481156A32}"/>
              </a:ext>
            </a:extLst>
          </p:cNvPr>
          <p:cNvSpPr>
            <a:spLocks noGrp="1" noChangeArrowheads="1"/>
          </p:cNvSpPr>
          <p:nvPr>
            <p:ph type="dt" sz="half" idx="10"/>
          </p:nvPr>
        </p:nvSpPr>
        <p:spPr>
          <a:ln/>
        </p:spPr>
        <p:txBody>
          <a:bodyPr/>
          <a:lstStyle>
            <a:lvl1pPr>
              <a:defRPr/>
            </a:lvl1pPr>
          </a:lstStyle>
          <a:p>
            <a:pPr>
              <a:defRPr/>
            </a:pPr>
            <a:fld id="{D302D501-0ACD-408C-B9DE-2DF119C63C40}" type="datetime1">
              <a:rPr lang="zh-CN" altLang="en-US"/>
              <a:pPr>
                <a:defRPr/>
              </a:pPr>
              <a:t>2020/12/3</a:t>
            </a:fld>
            <a:endParaRPr lang="en-US" altLang="zh-CN"/>
          </a:p>
        </p:txBody>
      </p:sp>
      <p:sp>
        <p:nvSpPr>
          <p:cNvPr id="5" name="Rectangle 140">
            <a:extLst>
              <a:ext uri="{FF2B5EF4-FFF2-40B4-BE49-F238E27FC236}">
                <a16:creationId xmlns:a16="http://schemas.microsoft.com/office/drawing/2014/main" id="{62759D65-2F59-449C-A25F-9F14AAAB40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1">
            <a:extLst>
              <a:ext uri="{FF2B5EF4-FFF2-40B4-BE49-F238E27FC236}">
                <a16:creationId xmlns:a16="http://schemas.microsoft.com/office/drawing/2014/main" id="{AF4060E2-66FD-4FD9-A75C-0F152CD92FBD}"/>
              </a:ext>
            </a:extLst>
          </p:cNvPr>
          <p:cNvSpPr>
            <a:spLocks noGrp="1" noChangeArrowheads="1"/>
          </p:cNvSpPr>
          <p:nvPr>
            <p:ph type="sldNum" sz="quarter" idx="12"/>
          </p:nvPr>
        </p:nvSpPr>
        <p:spPr>
          <a:ln/>
        </p:spPr>
        <p:txBody>
          <a:bodyPr/>
          <a:lstStyle>
            <a:lvl1pPr>
              <a:defRPr/>
            </a:lvl1pPr>
          </a:lstStyle>
          <a:p>
            <a:pPr>
              <a:defRPr/>
            </a:pPr>
            <a:fld id="{9735F727-7338-4C8C-B2DE-18BD1AD86C65}" type="slidenum">
              <a:rPr lang="en-US" altLang="zh-CN"/>
              <a:pPr>
                <a:defRPr/>
              </a:pPr>
              <a:t>‹#›</a:t>
            </a:fld>
            <a:endParaRPr lang="en-US" altLang="zh-CN"/>
          </a:p>
        </p:txBody>
      </p:sp>
    </p:spTree>
    <p:extLst>
      <p:ext uri="{BB962C8B-B14F-4D97-AF65-F5344CB8AC3E}">
        <p14:creationId xmlns:p14="http://schemas.microsoft.com/office/powerpoint/2010/main" val="15031030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301625"/>
            <a:ext cx="1943100" cy="57943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301625"/>
            <a:ext cx="5676900" cy="57943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39">
            <a:extLst>
              <a:ext uri="{FF2B5EF4-FFF2-40B4-BE49-F238E27FC236}">
                <a16:creationId xmlns:a16="http://schemas.microsoft.com/office/drawing/2014/main" id="{0473DC8D-D4E7-4D54-8E61-33AE53843983}"/>
              </a:ext>
            </a:extLst>
          </p:cNvPr>
          <p:cNvSpPr>
            <a:spLocks noGrp="1" noChangeArrowheads="1"/>
          </p:cNvSpPr>
          <p:nvPr>
            <p:ph type="dt" sz="half" idx="10"/>
          </p:nvPr>
        </p:nvSpPr>
        <p:spPr>
          <a:ln/>
        </p:spPr>
        <p:txBody>
          <a:bodyPr/>
          <a:lstStyle>
            <a:lvl1pPr>
              <a:defRPr/>
            </a:lvl1pPr>
          </a:lstStyle>
          <a:p>
            <a:pPr>
              <a:defRPr/>
            </a:pPr>
            <a:fld id="{19A1E46F-8145-4C21-A1CF-9DCB5B070945}" type="datetime1">
              <a:rPr lang="zh-CN" altLang="en-US"/>
              <a:pPr>
                <a:defRPr/>
              </a:pPr>
              <a:t>2020/12/3</a:t>
            </a:fld>
            <a:endParaRPr lang="en-US" altLang="zh-CN"/>
          </a:p>
        </p:txBody>
      </p:sp>
      <p:sp>
        <p:nvSpPr>
          <p:cNvPr id="5" name="Rectangle 140">
            <a:extLst>
              <a:ext uri="{FF2B5EF4-FFF2-40B4-BE49-F238E27FC236}">
                <a16:creationId xmlns:a16="http://schemas.microsoft.com/office/drawing/2014/main" id="{BD291511-6A7C-4390-B04A-37DA6C580D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1">
            <a:extLst>
              <a:ext uri="{FF2B5EF4-FFF2-40B4-BE49-F238E27FC236}">
                <a16:creationId xmlns:a16="http://schemas.microsoft.com/office/drawing/2014/main" id="{4413FC1C-4EAD-4D46-AFC4-5EE06EAE5CD1}"/>
              </a:ext>
            </a:extLst>
          </p:cNvPr>
          <p:cNvSpPr>
            <a:spLocks noGrp="1" noChangeArrowheads="1"/>
          </p:cNvSpPr>
          <p:nvPr>
            <p:ph type="sldNum" sz="quarter" idx="12"/>
          </p:nvPr>
        </p:nvSpPr>
        <p:spPr>
          <a:ln/>
        </p:spPr>
        <p:txBody>
          <a:bodyPr/>
          <a:lstStyle>
            <a:lvl1pPr>
              <a:defRPr/>
            </a:lvl1pPr>
          </a:lstStyle>
          <a:p>
            <a:pPr>
              <a:defRPr/>
            </a:pPr>
            <a:fld id="{329E077E-A0F5-4FD8-9AC4-660456184332}" type="slidenum">
              <a:rPr lang="en-US" altLang="zh-CN"/>
              <a:pPr>
                <a:defRPr/>
              </a:pPr>
              <a:t>‹#›</a:t>
            </a:fld>
            <a:endParaRPr lang="en-US" altLang="zh-CN"/>
          </a:p>
        </p:txBody>
      </p:sp>
    </p:spTree>
    <p:extLst>
      <p:ext uri="{BB962C8B-B14F-4D97-AF65-F5344CB8AC3E}">
        <p14:creationId xmlns:p14="http://schemas.microsoft.com/office/powerpoint/2010/main" val="259898648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301625"/>
            <a:ext cx="7772400" cy="146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139">
            <a:extLst>
              <a:ext uri="{FF2B5EF4-FFF2-40B4-BE49-F238E27FC236}">
                <a16:creationId xmlns:a16="http://schemas.microsoft.com/office/drawing/2014/main" id="{D168F0AE-0546-4148-AB72-18B8DA1FD449}"/>
              </a:ext>
            </a:extLst>
          </p:cNvPr>
          <p:cNvSpPr>
            <a:spLocks noGrp="1" noChangeArrowheads="1"/>
          </p:cNvSpPr>
          <p:nvPr>
            <p:ph type="dt" sz="half" idx="10"/>
          </p:nvPr>
        </p:nvSpPr>
        <p:spPr>
          <a:ln/>
        </p:spPr>
        <p:txBody>
          <a:bodyPr/>
          <a:lstStyle>
            <a:lvl1pPr>
              <a:defRPr/>
            </a:lvl1pPr>
          </a:lstStyle>
          <a:p>
            <a:pPr>
              <a:defRPr/>
            </a:pPr>
            <a:fld id="{D9D47840-AA07-4E12-9D2D-E68643238DB8}" type="datetime1">
              <a:rPr lang="zh-CN" altLang="en-US"/>
              <a:pPr>
                <a:defRPr/>
              </a:pPr>
              <a:t>2020/12/3</a:t>
            </a:fld>
            <a:endParaRPr lang="en-US" altLang="zh-CN"/>
          </a:p>
        </p:txBody>
      </p:sp>
      <p:sp>
        <p:nvSpPr>
          <p:cNvPr id="7" name="Rectangle 140">
            <a:extLst>
              <a:ext uri="{FF2B5EF4-FFF2-40B4-BE49-F238E27FC236}">
                <a16:creationId xmlns:a16="http://schemas.microsoft.com/office/drawing/2014/main" id="{5519C98F-6652-41C6-8E94-DD11913E5E2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41">
            <a:extLst>
              <a:ext uri="{FF2B5EF4-FFF2-40B4-BE49-F238E27FC236}">
                <a16:creationId xmlns:a16="http://schemas.microsoft.com/office/drawing/2014/main" id="{7401846A-F186-4BE7-9ED5-EDD1AE815387}"/>
              </a:ext>
            </a:extLst>
          </p:cNvPr>
          <p:cNvSpPr>
            <a:spLocks noGrp="1" noChangeArrowheads="1"/>
          </p:cNvSpPr>
          <p:nvPr>
            <p:ph type="sldNum" sz="quarter" idx="12"/>
          </p:nvPr>
        </p:nvSpPr>
        <p:spPr>
          <a:ln/>
        </p:spPr>
        <p:txBody>
          <a:bodyPr/>
          <a:lstStyle>
            <a:lvl1pPr>
              <a:defRPr/>
            </a:lvl1pPr>
          </a:lstStyle>
          <a:p>
            <a:pPr>
              <a:defRPr/>
            </a:pPr>
            <a:fld id="{5AD1CDEE-9CA9-4AC3-9E5A-14446D7CCF9B}" type="slidenum">
              <a:rPr lang="en-US" altLang="zh-CN"/>
              <a:pPr>
                <a:defRPr/>
              </a:pPr>
              <a:t>‹#›</a:t>
            </a:fld>
            <a:endParaRPr lang="en-US" altLang="zh-CN"/>
          </a:p>
        </p:txBody>
      </p:sp>
    </p:spTree>
    <p:extLst>
      <p:ext uri="{BB962C8B-B14F-4D97-AF65-F5344CB8AC3E}">
        <p14:creationId xmlns:p14="http://schemas.microsoft.com/office/powerpoint/2010/main" val="8751749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B3333F4F-57F4-401B-AF1B-F0ACFC296814}"/>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31888"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E23A0873-1EB8-4438-99DE-4105243AFE5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81463"/>
            <a:ext cx="1131888"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80D5AA7E-173F-4A47-900B-DDDF531AAC4B}"/>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1D3094FA-2537-4C52-BF5F-A63B729EBA9C}"/>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96888"/>
            <a:ext cx="91440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DE26A49D-3DBF-4691-A90A-FE50DA1A676B}"/>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95363"/>
            <a:ext cx="914400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9">
            <a:extLst>
              <a:ext uri="{FF2B5EF4-FFF2-40B4-BE49-F238E27FC236}">
                <a16:creationId xmlns:a16="http://schemas.microsoft.com/office/drawing/2014/main" id="{2BCAF10D-7D65-4EC2-8C95-D838A9E667AF}"/>
              </a:ext>
            </a:extLst>
          </p:cNvPr>
          <p:cNvSpPr>
            <a:spLocks noChangeArrowheads="1"/>
          </p:cNvSpPr>
          <p:nvPr/>
        </p:nvSpPr>
        <p:spPr bwMode="auto">
          <a:xfrm>
            <a:off x="0" y="0"/>
            <a:ext cx="1123950" cy="1192213"/>
          </a:xfrm>
          <a:prstGeom prst="rect">
            <a:avLst/>
          </a:prstGeom>
          <a:solidFill>
            <a:srgbClr val="BB97C8"/>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pic>
        <p:nvPicPr>
          <p:cNvPr id="10" name="Picture 10">
            <a:extLst>
              <a:ext uri="{FF2B5EF4-FFF2-40B4-BE49-F238E27FC236}">
                <a16:creationId xmlns:a16="http://schemas.microsoft.com/office/drawing/2014/main" id="{F935A713-6925-48CC-A2CA-B7CBEA7D78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00138"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CB0259_5">
            <a:extLst>
              <a:ext uri="{FF2B5EF4-FFF2-40B4-BE49-F238E27FC236}">
                <a16:creationId xmlns:a16="http://schemas.microsoft.com/office/drawing/2014/main" id="{2CCB0E68-A5EE-4AA9-A15D-B67DF4DCED3B}"/>
              </a:ext>
            </a:extLst>
          </p:cNvPr>
          <p:cNvPicPr>
            <a:picLocks noChangeAspect="1" noChangeArrowheads="1"/>
          </p:cNvPicPr>
          <p:nvPr/>
        </p:nvPicPr>
        <p:blipFill>
          <a:blip r:embed="rId7">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4467225" y="1990725"/>
            <a:ext cx="8080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6514" name="Rectangle 2"/>
          <p:cNvSpPr>
            <a:spLocks noGrp="1" noChangeArrowheads="1"/>
          </p:cNvSpPr>
          <p:nvPr>
            <p:ph type="ctrTitle"/>
          </p:nvPr>
        </p:nvSpPr>
        <p:spPr>
          <a:xfrm>
            <a:off x="1371600" y="2971800"/>
            <a:ext cx="7239000" cy="990600"/>
          </a:xfrm>
        </p:spPr>
        <p:txBody>
          <a:bodyPr/>
          <a:lstStyle>
            <a:lvl1pPr algn="ctr">
              <a:defRPr sz="4800"/>
            </a:lvl1pPr>
          </a:lstStyle>
          <a:p>
            <a:r>
              <a:rPr lang="zh-CN" altLang="en-US" noProof="1"/>
              <a:t>单击此处编辑母版标题样式</a:t>
            </a:r>
            <a:endParaRPr lang="ko-KR" altLang="en-US" noProof="1"/>
          </a:p>
        </p:txBody>
      </p:sp>
      <p:sp>
        <p:nvSpPr>
          <p:cNvPr id="1216515" name="Rectangle 3"/>
          <p:cNvSpPr>
            <a:spLocks noGrp="1" noChangeArrowheads="1"/>
          </p:cNvSpPr>
          <p:nvPr>
            <p:ph type="subTitle" idx="1"/>
          </p:nvPr>
        </p:nvSpPr>
        <p:spPr>
          <a:xfrm>
            <a:off x="1371600" y="3962400"/>
            <a:ext cx="7229475" cy="685800"/>
          </a:xfrm>
        </p:spPr>
        <p:txBody>
          <a:bodyPr/>
          <a:lstStyle>
            <a:lvl1pPr marL="0" indent="0" algn="ctr">
              <a:lnSpc>
                <a:spcPct val="100000"/>
              </a:lnSpc>
              <a:spcBef>
                <a:spcPct val="0"/>
              </a:spcBef>
              <a:buFontTx/>
              <a:buNone/>
              <a:defRPr sz="3200">
                <a:solidFill>
                  <a:srgbClr val="4A5C30"/>
                </a:solidFill>
              </a:defRPr>
            </a:lvl1pPr>
          </a:lstStyle>
          <a:p>
            <a:r>
              <a:rPr lang="zh-CN" altLang="en-US" noProof="1"/>
              <a:t>单击以编辑母版副标题样式</a:t>
            </a:r>
            <a:endParaRPr lang="ko-KR" altLang="en-US" noProof="1"/>
          </a:p>
        </p:txBody>
      </p:sp>
      <p:sp>
        <p:nvSpPr>
          <p:cNvPr id="12" name="Rectangle 12">
            <a:extLst>
              <a:ext uri="{FF2B5EF4-FFF2-40B4-BE49-F238E27FC236}">
                <a16:creationId xmlns:a16="http://schemas.microsoft.com/office/drawing/2014/main" id="{BE5BB1EF-C5A4-4F6D-B061-28CF3D1D8AAB}"/>
              </a:ext>
            </a:extLst>
          </p:cNvPr>
          <p:cNvSpPr>
            <a:spLocks noGrp="1" noChangeArrowheads="1"/>
          </p:cNvSpPr>
          <p:nvPr>
            <p:ph type="dt" sz="half" idx="10"/>
          </p:nvPr>
        </p:nvSpPr>
        <p:spPr>
          <a:xfrm>
            <a:off x="1131888" y="6284913"/>
            <a:ext cx="1905000" cy="457200"/>
          </a:xfrm>
        </p:spPr>
        <p:txBody>
          <a:bodyPr/>
          <a:lstStyle>
            <a:lvl1pPr>
              <a:defRPr/>
            </a:lvl1pPr>
          </a:lstStyle>
          <a:p>
            <a:pPr>
              <a:defRPr/>
            </a:pPr>
            <a:fld id="{4D472AA7-271E-485E-9765-AF8E94B66489}" type="datetime1">
              <a:rPr lang="zh-CN" altLang="en-US"/>
              <a:pPr>
                <a:defRPr/>
              </a:pPr>
              <a:t>2020/12/3</a:t>
            </a:fld>
            <a:endParaRPr lang="en-US" altLang="ko-KR"/>
          </a:p>
        </p:txBody>
      </p:sp>
      <p:sp>
        <p:nvSpPr>
          <p:cNvPr id="13" name="Rectangle 13">
            <a:extLst>
              <a:ext uri="{FF2B5EF4-FFF2-40B4-BE49-F238E27FC236}">
                <a16:creationId xmlns:a16="http://schemas.microsoft.com/office/drawing/2014/main" id="{40494603-C397-4FBE-8251-28D1F81EE8A5}"/>
              </a:ext>
            </a:extLst>
          </p:cNvPr>
          <p:cNvSpPr>
            <a:spLocks noGrp="1" noChangeArrowheads="1"/>
          </p:cNvSpPr>
          <p:nvPr>
            <p:ph type="ftr" sz="quarter" idx="11"/>
          </p:nvPr>
        </p:nvSpPr>
        <p:spPr>
          <a:xfrm>
            <a:off x="3248025" y="6248400"/>
            <a:ext cx="2895600" cy="457200"/>
          </a:xfrm>
        </p:spPr>
        <p:txBody>
          <a:bodyPr/>
          <a:lstStyle>
            <a:lvl1pPr>
              <a:defRPr/>
            </a:lvl1pPr>
          </a:lstStyle>
          <a:p>
            <a:pPr>
              <a:defRPr/>
            </a:pPr>
            <a:endParaRPr lang="en-US" altLang="ko-KR"/>
          </a:p>
        </p:txBody>
      </p:sp>
      <p:sp>
        <p:nvSpPr>
          <p:cNvPr id="14" name="Rectangle 14">
            <a:extLst>
              <a:ext uri="{FF2B5EF4-FFF2-40B4-BE49-F238E27FC236}">
                <a16:creationId xmlns:a16="http://schemas.microsoft.com/office/drawing/2014/main" id="{0813CADE-9BD6-46B2-A438-2F7A25642F63}"/>
              </a:ext>
            </a:extLst>
          </p:cNvPr>
          <p:cNvSpPr>
            <a:spLocks noGrp="1" noChangeArrowheads="1"/>
          </p:cNvSpPr>
          <p:nvPr>
            <p:ph type="sldNum" sz="quarter" idx="12"/>
          </p:nvPr>
        </p:nvSpPr>
        <p:spPr>
          <a:xfrm>
            <a:off x="6677025" y="6248400"/>
            <a:ext cx="1905000" cy="457200"/>
          </a:xfrm>
        </p:spPr>
        <p:txBody>
          <a:bodyPr/>
          <a:lstStyle>
            <a:lvl1pPr>
              <a:defRPr/>
            </a:lvl1pPr>
          </a:lstStyle>
          <a:p>
            <a:pPr>
              <a:defRPr/>
            </a:pPr>
            <a:fld id="{43B667DB-E9A6-4E44-B4F8-513B19EDEB6B}" type="slidenum">
              <a:rPr lang="ko-KR" altLang="en-US"/>
              <a:pPr>
                <a:defRPr/>
              </a:pPr>
              <a:t>‹#›</a:t>
            </a:fld>
            <a:endParaRPr lang="ko-KR" altLang="en-US"/>
          </a:p>
        </p:txBody>
      </p:sp>
    </p:spTree>
    <p:extLst>
      <p:ext uri="{BB962C8B-B14F-4D97-AF65-F5344CB8AC3E}">
        <p14:creationId xmlns:p14="http://schemas.microsoft.com/office/powerpoint/2010/main" val="200793184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65BDE9BE-2D53-4D21-8B14-12E5E6B9C05E}"/>
              </a:ext>
            </a:extLst>
          </p:cNvPr>
          <p:cNvSpPr>
            <a:spLocks noGrp="1" noChangeArrowheads="1"/>
          </p:cNvSpPr>
          <p:nvPr>
            <p:ph type="dt" sz="half" idx="10"/>
          </p:nvPr>
        </p:nvSpPr>
        <p:spPr>
          <a:ln/>
        </p:spPr>
        <p:txBody>
          <a:bodyPr/>
          <a:lstStyle>
            <a:lvl1pPr>
              <a:defRPr/>
            </a:lvl1pPr>
          </a:lstStyle>
          <a:p>
            <a:pPr>
              <a:defRPr/>
            </a:pPr>
            <a:fld id="{8308AE3A-5B3C-4036-BBA5-2D82744925FE}"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580C7EA5-8C6C-4413-80D7-1E0C0B470CD5}"/>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C1EC654B-0675-4508-AFCF-0995F7DE3953}"/>
              </a:ext>
            </a:extLst>
          </p:cNvPr>
          <p:cNvSpPr>
            <a:spLocks noGrp="1" noChangeArrowheads="1"/>
          </p:cNvSpPr>
          <p:nvPr>
            <p:ph type="sldNum" sz="quarter" idx="12"/>
          </p:nvPr>
        </p:nvSpPr>
        <p:spPr>
          <a:ln/>
        </p:spPr>
        <p:txBody>
          <a:bodyPr/>
          <a:lstStyle>
            <a:lvl1pPr>
              <a:defRPr/>
            </a:lvl1pPr>
          </a:lstStyle>
          <a:p>
            <a:pPr>
              <a:defRPr/>
            </a:pPr>
            <a:fld id="{C58CE1FC-2D93-4892-99F0-7705A1DA0601}" type="slidenum">
              <a:rPr lang="ko-KR" altLang="en-US"/>
              <a:pPr>
                <a:defRPr/>
              </a:pPr>
              <a:t>‹#›</a:t>
            </a:fld>
            <a:endParaRPr lang="ko-KR" altLang="en-US"/>
          </a:p>
        </p:txBody>
      </p:sp>
    </p:spTree>
    <p:extLst>
      <p:ext uri="{BB962C8B-B14F-4D97-AF65-F5344CB8AC3E}">
        <p14:creationId xmlns:p14="http://schemas.microsoft.com/office/powerpoint/2010/main" val="53036291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FE8C9048-0813-472E-9054-4C25D29A14EE}"/>
              </a:ext>
            </a:extLst>
          </p:cNvPr>
          <p:cNvSpPr>
            <a:spLocks noGrp="1" noChangeArrowheads="1"/>
          </p:cNvSpPr>
          <p:nvPr>
            <p:ph type="dt" sz="half" idx="10"/>
          </p:nvPr>
        </p:nvSpPr>
        <p:spPr>
          <a:ln/>
        </p:spPr>
        <p:txBody>
          <a:bodyPr/>
          <a:lstStyle>
            <a:lvl1pPr>
              <a:defRPr/>
            </a:lvl1pPr>
          </a:lstStyle>
          <a:p>
            <a:pPr>
              <a:defRPr/>
            </a:pPr>
            <a:fld id="{971BBB60-250A-4AFE-BFE3-2CD1B3C4109B}"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0F4CC80E-40CA-4845-9C93-4D6286C6A97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6AC9A2F2-8E9D-4E72-AB56-9AAB3A4F1B0E}"/>
              </a:ext>
            </a:extLst>
          </p:cNvPr>
          <p:cNvSpPr>
            <a:spLocks noGrp="1" noChangeArrowheads="1"/>
          </p:cNvSpPr>
          <p:nvPr>
            <p:ph type="sldNum" sz="quarter" idx="12"/>
          </p:nvPr>
        </p:nvSpPr>
        <p:spPr>
          <a:ln/>
        </p:spPr>
        <p:txBody>
          <a:bodyPr/>
          <a:lstStyle>
            <a:lvl1pPr>
              <a:defRPr/>
            </a:lvl1pPr>
          </a:lstStyle>
          <a:p>
            <a:pPr>
              <a:defRPr/>
            </a:pPr>
            <a:fld id="{E81F5892-9A24-4EA1-B881-C2C700F999D4}" type="slidenum">
              <a:rPr lang="ko-KR" altLang="en-US"/>
              <a:pPr>
                <a:defRPr/>
              </a:pPr>
              <a:t>‹#›</a:t>
            </a:fld>
            <a:endParaRPr lang="ko-KR" altLang="en-US"/>
          </a:p>
        </p:txBody>
      </p:sp>
    </p:spTree>
    <p:extLst>
      <p:ext uri="{BB962C8B-B14F-4D97-AF65-F5344CB8AC3E}">
        <p14:creationId xmlns:p14="http://schemas.microsoft.com/office/powerpoint/2010/main" val="147607338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77779FE1-D1B9-42EF-A3E0-26B361FB17FF}"/>
              </a:ext>
            </a:extLst>
          </p:cNvPr>
          <p:cNvSpPr>
            <a:spLocks noGrp="1" noChangeArrowheads="1"/>
          </p:cNvSpPr>
          <p:nvPr>
            <p:ph type="dt" sz="half" idx="10"/>
          </p:nvPr>
        </p:nvSpPr>
        <p:spPr>
          <a:ln/>
        </p:spPr>
        <p:txBody>
          <a:bodyPr/>
          <a:lstStyle>
            <a:lvl1pPr>
              <a:defRPr/>
            </a:lvl1pPr>
          </a:lstStyle>
          <a:p>
            <a:pPr>
              <a:defRPr/>
            </a:pPr>
            <a:fld id="{45E91D0F-F06E-4428-9870-36DFBC2F7157}"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B0622967-051D-4016-9BDF-6DC671C3275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D842EE99-106F-4441-A5DF-3620D7F195B4}"/>
              </a:ext>
            </a:extLst>
          </p:cNvPr>
          <p:cNvSpPr>
            <a:spLocks noGrp="1" noChangeArrowheads="1"/>
          </p:cNvSpPr>
          <p:nvPr>
            <p:ph type="sldNum" sz="quarter" idx="12"/>
          </p:nvPr>
        </p:nvSpPr>
        <p:spPr>
          <a:ln/>
        </p:spPr>
        <p:txBody>
          <a:bodyPr/>
          <a:lstStyle>
            <a:lvl1pPr>
              <a:defRPr/>
            </a:lvl1pPr>
          </a:lstStyle>
          <a:p>
            <a:pPr>
              <a:defRPr/>
            </a:pPr>
            <a:fld id="{B8118216-5010-48FB-9E78-BBBD5B2231CA}" type="slidenum">
              <a:rPr lang="ko-KR" altLang="en-US"/>
              <a:pPr>
                <a:defRPr/>
              </a:pPr>
              <a:t>‹#›</a:t>
            </a:fld>
            <a:endParaRPr lang="ko-KR" altLang="en-US"/>
          </a:p>
        </p:txBody>
      </p:sp>
    </p:spTree>
    <p:extLst>
      <p:ext uri="{BB962C8B-B14F-4D97-AF65-F5344CB8AC3E}">
        <p14:creationId xmlns:p14="http://schemas.microsoft.com/office/powerpoint/2010/main" val="38959319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CA4FECEC-73E6-472D-8FB1-750EDF60A6AB}"/>
              </a:ext>
            </a:extLst>
          </p:cNvPr>
          <p:cNvSpPr>
            <a:spLocks noGrp="1" noChangeArrowheads="1"/>
          </p:cNvSpPr>
          <p:nvPr>
            <p:ph type="dt" sz="half" idx="10"/>
          </p:nvPr>
        </p:nvSpPr>
        <p:spPr>
          <a:ln/>
        </p:spPr>
        <p:txBody>
          <a:bodyPr/>
          <a:lstStyle>
            <a:lvl1pPr>
              <a:defRPr/>
            </a:lvl1pPr>
          </a:lstStyle>
          <a:p>
            <a:pPr>
              <a:defRPr/>
            </a:pPr>
            <a:fld id="{D60E8EBA-DCC4-4123-8B58-B808FEDFDE45}"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05159F5B-FDE7-4F44-96DC-832EABCF835D}"/>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35ACCD9C-0B58-43DE-8C19-C58BC77B596F}"/>
              </a:ext>
            </a:extLst>
          </p:cNvPr>
          <p:cNvSpPr>
            <a:spLocks noGrp="1" noChangeArrowheads="1"/>
          </p:cNvSpPr>
          <p:nvPr>
            <p:ph type="sldNum" sz="quarter" idx="12"/>
          </p:nvPr>
        </p:nvSpPr>
        <p:spPr>
          <a:ln/>
        </p:spPr>
        <p:txBody>
          <a:bodyPr/>
          <a:lstStyle>
            <a:lvl1pPr>
              <a:defRPr/>
            </a:lvl1pPr>
          </a:lstStyle>
          <a:p>
            <a:pPr>
              <a:defRPr/>
            </a:pPr>
            <a:fld id="{7193A714-A31A-4706-9044-C4D539727332}" type="slidenum">
              <a:rPr lang="ko-KR" altLang="en-US"/>
              <a:pPr>
                <a:defRPr/>
              </a:pPr>
              <a:t>‹#›</a:t>
            </a:fld>
            <a:endParaRPr lang="ko-KR" altLang="en-US"/>
          </a:p>
        </p:txBody>
      </p:sp>
    </p:spTree>
    <p:extLst>
      <p:ext uri="{BB962C8B-B14F-4D97-AF65-F5344CB8AC3E}">
        <p14:creationId xmlns:p14="http://schemas.microsoft.com/office/powerpoint/2010/main" val="345202287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781FFA12-09DE-4763-B57D-F74D1E72170D}"/>
              </a:ext>
            </a:extLst>
          </p:cNvPr>
          <p:cNvSpPr>
            <a:spLocks noGrp="1" noChangeArrowheads="1"/>
          </p:cNvSpPr>
          <p:nvPr>
            <p:ph type="dt" sz="half" idx="10"/>
          </p:nvPr>
        </p:nvSpPr>
        <p:spPr>
          <a:ln/>
        </p:spPr>
        <p:txBody>
          <a:bodyPr/>
          <a:lstStyle>
            <a:lvl1pPr>
              <a:defRPr/>
            </a:lvl1pPr>
          </a:lstStyle>
          <a:p>
            <a:pPr>
              <a:defRPr/>
            </a:pPr>
            <a:fld id="{3EE429DD-C5D7-4168-A655-6C6A09A473D3}"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4D473435-5B46-4481-8129-592834D23BF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6F00B2FC-09BF-4715-8CD7-3E924226DC58}"/>
              </a:ext>
            </a:extLst>
          </p:cNvPr>
          <p:cNvSpPr>
            <a:spLocks noGrp="1" noChangeArrowheads="1"/>
          </p:cNvSpPr>
          <p:nvPr>
            <p:ph type="sldNum" sz="quarter" idx="12"/>
          </p:nvPr>
        </p:nvSpPr>
        <p:spPr>
          <a:ln/>
        </p:spPr>
        <p:txBody>
          <a:bodyPr/>
          <a:lstStyle>
            <a:lvl1pPr>
              <a:defRPr/>
            </a:lvl1pPr>
          </a:lstStyle>
          <a:p>
            <a:pPr>
              <a:defRPr/>
            </a:pPr>
            <a:fld id="{81588706-FF65-4E9D-863D-0DAB51564CA5}" type="slidenum">
              <a:rPr lang="ko-KR" altLang="en-US"/>
              <a:pPr>
                <a:defRPr/>
              </a:pPr>
              <a:t>‹#›</a:t>
            </a:fld>
            <a:endParaRPr lang="ko-KR" altLang="en-US"/>
          </a:p>
        </p:txBody>
      </p:sp>
    </p:spTree>
    <p:extLst>
      <p:ext uri="{BB962C8B-B14F-4D97-AF65-F5344CB8AC3E}">
        <p14:creationId xmlns:p14="http://schemas.microsoft.com/office/powerpoint/2010/main" val="33523957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C627AD2-FB40-4AA7-BDFB-77C4E12CE27E}"/>
              </a:ext>
            </a:extLst>
          </p:cNvPr>
          <p:cNvSpPr>
            <a:spLocks noGrp="1" noChangeArrowheads="1"/>
          </p:cNvSpPr>
          <p:nvPr>
            <p:ph type="dt" sz="half" idx="10"/>
          </p:nvPr>
        </p:nvSpPr>
        <p:spPr>
          <a:ln/>
        </p:spPr>
        <p:txBody>
          <a:bodyPr/>
          <a:lstStyle>
            <a:lvl1pPr>
              <a:defRPr/>
            </a:lvl1pPr>
          </a:lstStyle>
          <a:p>
            <a:pPr>
              <a:defRPr/>
            </a:pPr>
            <a:fld id="{EB85428C-6F06-405A-8D63-FA92E5060BA6}" type="datetime1">
              <a:rPr lang="zh-CN" altLang="en-US"/>
              <a:pPr>
                <a:defRPr/>
              </a:pPr>
              <a:t>2020/12/3</a:t>
            </a:fld>
            <a:endParaRPr lang="en-US" altLang="ko-KR"/>
          </a:p>
        </p:txBody>
      </p:sp>
      <p:sp>
        <p:nvSpPr>
          <p:cNvPr id="3" name="Rectangle 5">
            <a:extLst>
              <a:ext uri="{FF2B5EF4-FFF2-40B4-BE49-F238E27FC236}">
                <a16:creationId xmlns:a16="http://schemas.microsoft.com/office/drawing/2014/main" id="{40A24C98-A4CB-453D-89A5-B35D7CEF91D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a:extLst>
              <a:ext uri="{FF2B5EF4-FFF2-40B4-BE49-F238E27FC236}">
                <a16:creationId xmlns:a16="http://schemas.microsoft.com/office/drawing/2014/main" id="{ED1BB623-9BC3-4DEF-9F64-ABFB8F40DB4D}"/>
              </a:ext>
            </a:extLst>
          </p:cNvPr>
          <p:cNvSpPr>
            <a:spLocks noGrp="1" noChangeArrowheads="1"/>
          </p:cNvSpPr>
          <p:nvPr>
            <p:ph type="sldNum" sz="quarter" idx="12"/>
          </p:nvPr>
        </p:nvSpPr>
        <p:spPr>
          <a:ln/>
        </p:spPr>
        <p:txBody>
          <a:bodyPr/>
          <a:lstStyle>
            <a:lvl1pPr>
              <a:defRPr/>
            </a:lvl1pPr>
          </a:lstStyle>
          <a:p>
            <a:pPr>
              <a:defRPr/>
            </a:pPr>
            <a:fld id="{604F2CEE-378F-4BD5-BE3C-C9E7025B74DD}" type="slidenum">
              <a:rPr lang="ko-KR" altLang="en-US"/>
              <a:pPr>
                <a:defRPr/>
              </a:pPr>
              <a:t>‹#›</a:t>
            </a:fld>
            <a:endParaRPr lang="ko-KR" altLang="en-US"/>
          </a:p>
        </p:txBody>
      </p:sp>
    </p:spTree>
    <p:extLst>
      <p:ext uri="{BB962C8B-B14F-4D97-AF65-F5344CB8AC3E}">
        <p14:creationId xmlns:p14="http://schemas.microsoft.com/office/powerpoint/2010/main" val="25871601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8EC51F84-0468-4AAE-AE5E-61040D84BC3E}"/>
              </a:ext>
            </a:extLst>
          </p:cNvPr>
          <p:cNvSpPr>
            <a:spLocks noGrp="1" noChangeArrowheads="1"/>
          </p:cNvSpPr>
          <p:nvPr>
            <p:ph type="dt" sz="half" idx="10"/>
          </p:nvPr>
        </p:nvSpPr>
        <p:spPr>
          <a:ln/>
        </p:spPr>
        <p:txBody>
          <a:bodyPr/>
          <a:lstStyle>
            <a:lvl1pPr>
              <a:defRPr/>
            </a:lvl1pPr>
          </a:lstStyle>
          <a:p>
            <a:pPr>
              <a:defRPr/>
            </a:pPr>
            <a:fld id="{36A4B5C8-068C-4F57-B558-DD70022E10AB}"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F52D9C1D-8FA8-463D-845C-26E768AF6D2A}"/>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ECFAA1D9-79EB-46A2-8812-456535E02C34}"/>
              </a:ext>
            </a:extLst>
          </p:cNvPr>
          <p:cNvSpPr>
            <a:spLocks noGrp="1" noChangeArrowheads="1"/>
          </p:cNvSpPr>
          <p:nvPr>
            <p:ph type="sldNum" sz="quarter" idx="12"/>
          </p:nvPr>
        </p:nvSpPr>
        <p:spPr>
          <a:ln/>
        </p:spPr>
        <p:txBody>
          <a:bodyPr/>
          <a:lstStyle>
            <a:lvl1pPr>
              <a:defRPr/>
            </a:lvl1pPr>
          </a:lstStyle>
          <a:p>
            <a:pPr>
              <a:defRPr/>
            </a:pPr>
            <a:fld id="{A0B25CB9-3367-4F39-A79A-57B03DE44D43}" type="slidenum">
              <a:rPr lang="ko-KR" altLang="en-US"/>
              <a:pPr>
                <a:defRPr/>
              </a:pPr>
              <a:t>‹#›</a:t>
            </a:fld>
            <a:endParaRPr lang="ko-KR" altLang="en-US"/>
          </a:p>
        </p:txBody>
      </p:sp>
    </p:spTree>
    <p:extLst>
      <p:ext uri="{BB962C8B-B14F-4D97-AF65-F5344CB8AC3E}">
        <p14:creationId xmlns:p14="http://schemas.microsoft.com/office/powerpoint/2010/main" val="83129305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151A0EED-4823-4E81-9715-89109CA90CE7}"/>
              </a:ext>
            </a:extLst>
          </p:cNvPr>
          <p:cNvSpPr>
            <a:spLocks noGrp="1" noChangeArrowheads="1"/>
          </p:cNvSpPr>
          <p:nvPr>
            <p:ph type="dt" sz="half" idx="10"/>
          </p:nvPr>
        </p:nvSpPr>
        <p:spPr>
          <a:ln/>
        </p:spPr>
        <p:txBody>
          <a:bodyPr/>
          <a:lstStyle>
            <a:lvl1pPr>
              <a:defRPr/>
            </a:lvl1pPr>
          </a:lstStyle>
          <a:p>
            <a:pPr>
              <a:defRPr/>
            </a:pPr>
            <a:fld id="{C35A1050-E782-4741-AD3B-BBC8939A792A}"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43E9A26D-EA0D-43A5-9878-CA23F58D74D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F55387E2-6846-4121-A197-2466147AEFCE}"/>
              </a:ext>
            </a:extLst>
          </p:cNvPr>
          <p:cNvSpPr>
            <a:spLocks noGrp="1" noChangeArrowheads="1"/>
          </p:cNvSpPr>
          <p:nvPr>
            <p:ph type="sldNum" sz="quarter" idx="12"/>
          </p:nvPr>
        </p:nvSpPr>
        <p:spPr>
          <a:ln/>
        </p:spPr>
        <p:txBody>
          <a:bodyPr/>
          <a:lstStyle>
            <a:lvl1pPr>
              <a:defRPr/>
            </a:lvl1pPr>
          </a:lstStyle>
          <a:p>
            <a:pPr>
              <a:defRPr/>
            </a:pPr>
            <a:fld id="{449F2E3F-49FE-4C09-A455-26259D69466C}" type="slidenum">
              <a:rPr lang="ko-KR" altLang="en-US"/>
              <a:pPr>
                <a:defRPr/>
              </a:pPr>
              <a:t>‹#›</a:t>
            </a:fld>
            <a:endParaRPr lang="ko-KR" altLang="en-US"/>
          </a:p>
        </p:txBody>
      </p:sp>
    </p:spTree>
    <p:extLst>
      <p:ext uri="{BB962C8B-B14F-4D97-AF65-F5344CB8AC3E}">
        <p14:creationId xmlns:p14="http://schemas.microsoft.com/office/powerpoint/2010/main" val="331635944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3A496DA0-04D9-4A83-978D-45287CE8D5DE}"/>
              </a:ext>
            </a:extLst>
          </p:cNvPr>
          <p:cNvSpPr>
            <a:spLocks noGrp="1" noChangeArrowheads="1"/>
          </p:cNvSpPr>
          <p:nvPr>
            <p:ph type="dt" sz="half" idx="10"/>
          </p:nvPr>
        </p:nvSpPr>
        <p:spPr>
          <a:ln/>
        </p:spPr>
        <p:txBody>
          <a:bodyPr/>
          <a:lstStyle>
            <a:lvl1pPr>
              <a:defRPr/>
            </a:lvl1pPr>
          </a:lstStyle>
          <a:p>
            <a:pPr>
              <a:defRPr/>
            </a:pPr>
            <a:fld id="{DA67D63B-1B6C-4CC2-88E1-4C967CD09702}"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008A7246-9CB3-4A2D-BAA3-F7F076388C8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BEE567F9-7949-4C46-9D5C-13EF15A10EA5}"/>
              </a:ext>
            </a:extLst>
          </p:cNvPr>
          <p:cNvSpPr>
            <a:spLocks noGrp="1" noChangeArrowheads="1"/>
          </p:cNvSpPr>
          <p:nvPr>
            <p:ph type="sldNum" sz="quarter" idx="12"/>
          </p:nvPr>
        </p:nvSpPr>
        <p:spPr>
          <a:ln/>
        </p:spPr>
        <p:txBody>
          <a:bodyPr/>
          <a:lstStyle>
            <a:lvl1pPr>
              <a:defRPr/>
            </a:lvl1pPr>
          </a:lstStyle>
          <a:p>
            <a:pPr>
              <a:defRPr/>
            </a:pPr>
            <a:fld id="{A5B4CE08-5C4F-4A63-BD0E-5F4BAED48D8D}" type="slidenum">
              <a:rPr lang="ko-KR" altLang="en-US"/>
              <a:pPr>
                <a:defRPr/>
              </a:pPr>
              <a:t>‹#›</a:t>
            </a:fld>
            <a:endParaRPr lang="ko-KR" altLang="en-US"/>
          </a:p>
        </p:txBody>
      </p:sp>
    </p:spTree>
    <p:extLst>
      <p:ext uri="{BB962C8B-B14F-4D97-AF65-F5344CB8AC3E}">
        <p14:creationId xmlns:p14="http://schemas.microsoft.com/office/powerpoint/2010/main" val="56184466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53288" y="285750"/>
            <a:ext cx="1890712" cy="51593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576388" y="285750"/>
            <a:ext cx="5524500" cy="51593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39D8105C-8EC3-4F56-9E37-21C6B40396BC}"/>
              </a:ext>
            </a:extLst>
          </p:cNvPr>
          <p:cNvSpPr>
            <a:spLocks noGrp="1" noChangeArrowheads="1"/>
          </p:cNvSpPr>
          <p:nvPr>
            <p:ph type="dt" sz="half" idx="10"/>
          </p:nvPr>
        </p:nvSpPr>
        <p:spPr>
          <a:ln/>
        </p:spPr>
        <p:txBody>
          <a:bodyPr/>
          <a:lstStyle>
            <a:lvl1pPr>
              <a:defRPr/>
            </a:lvl1pPr>
          </a:lstStyle>
          <a:p>
            <a:pPr>
              <a:defRPr/>
            </a:pPr>
            <a:fld id="{3F417BB3-164A-477B-9893-72089F0A2C52}"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3F00759C-B847-4D64-81F7-013939448DF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F33C322A-72DF-4D5E-97F6-653BC41C6EAC}"/>
              </a:ext>
            </a:extLst>
          </p:cNvPr>
          <p:cNvSpPr>
            <a:spLocks noGrp="1" noChangeArrowheads="1"/>
          </p:cNvSpPr>
          <p:nvPr>
            <p:ph type="sldNum" sz="quarter" idx="12"/>
          </p:nvPr>
        </p:nvSpPr>
        <p:spPr>
          <a:ln/>
        </p:spPr>
        <p:txBody>
          <a:bodyPr/>
          <a:lstStyle>
            <a:lvl1pPr>
              <a:defRPr/>
            </a:lvl1pPr>
          </a:lstStyle>
          <a:p>
            <a:pPr>
              <a:defRPr/>
            </a:pPr>
            <a:fld id="{6E4122CD-7FC8-4249-8940-F973E8424910}" type="slidenum">
              <a:rPr lang="ko-KR" altLang="en-US"/>
              <a:pPr>
                <a:defRPr/>
              </a:pPr>
              <a:t>‹#›</a:t>
            </a:fld>
            <a:endParaRPr lang="ko-KR" altLang="en-US"/>
          </a:p>
        </p:txBody>
      </p:sp>
    </p:spTree>
    <p:extLst>
      <p:ext uri="{BB962C8B-B14F-4D97-AF65-F5344CB8AC3E}">
        <p14:creationId xmlns:p14="http://schemas.microsoft.com/office/powerpoint/2010/main" val="14847995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a:extLst>
              <a:ext uri="{FF2B5EF4-FFF2-40B4-BE49-F238E27FC236}">
                <a16:creationId xmlns:a16="http://schemas.microsoft.com/office/drawing/2014/main" id="{5BA9AA8C-AFA3-49DA-A367-3C70A7D2F509}"/>
              </a:ext>
            </a:extLst>
          </p:cNvPr>
          <p:cNvSpPr>
            <a:spLocks noGrp="1" noChangeArrowheads="1"/>
          </p:cNvSpPr>
          <p:nvPr>
            <p:ph type="dt" sz="half" idx="10"/>
          </p:nvPr>
        </p:nvSpPr>
        <p:spPr>
          <a:ln/>
        </p:spPr>
        <p:txBody>
          <a:bodyPr/>
          <a:lstStyle>
            <a:lvl1pPr>
              <a:defRPr/>
            </a:lvl1pPr>
          </a:lstStyle>
          <a:p>
            <a:pPr>
              <a:defRPr/>
            </a:pPr>
            <a:fld id="{5527E231-9A9D-4533-99EF-1569DAA03CA9}" type="datetime1">
              <a:rPr lang="zh-CN" altLang="en-US"/>
              <a:pPr>
                <a:defRPr/>
              </a:pPr>
              <a:t>2020/12/3</a:t>
            </a:fld>
            <a:endParaRPr lang="en-US" altLang="ko-KR"/>
          </a:p>
        </p:txBody>
      </p:sp>
      <p:sp>
        <p:nvSpPr>
          <p:cNvPr id="7" name="Rectangle 5">
            <a:extLst>
              <a:ext uri="{FF2B5EF4-FFF2-40B4-BE49-F238E27FC236}">
                <a16:creationId xmlns:a16="http://schemas.microsoft.com/office/drawing/2014/main" id="{CEB6E456-CBC8-431C-AA8A-B57BD5DD2DD6}"/>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6">
            <a:extLst>
              <a:ext uri="{FF2B5EF4-FFF2-40B4-BE49-F238E27FC236}">
                <a16:creationId xmlns:a16="http://schemas.microsoft.com/office/drawing/2014/main" id="{A2E0BB1B-FE61-4FAE-AC7C-C7430B8D7ED8}"/>
              </a:ext>
            </a:extLst>
          </p:cNvPr>
          <p:cNvSpPr>
            <a:spLocks noGrp="1" noChangeArrowheads="1"/>
          </p:cNvSpPr>
          <p:nvPr>
            <p:ph type="sldNum" sz="quarter" idx="12"/>
          </p:nvPr>
        </p:nvSpPr>
        <p:spPr>
          <a:ln/>
        </p:spPr>
        <p:txBody>
          <a:bodyPr/>
          <a:lstStyle>
            <a:lvl1pPr>
              <a:defRPr/>
            </a:lvl1pPr>
          </a:lstStyle>
          <a:p>
            <a:pPr>
              <a:defRPr/>
            </a:pPr>
            <a:fld id="{D5277AB5-F86B-423E-B289-7D9B7B2478D9}" type="slidenum">
              <a:rPr lang="ko-KR" altLang="en-US"/>
              <a:pPr>
                <a:defRPr/>
              </a:pPr>
              <a:t>‹#›</a:t>
            </a:fld>
            <a:endParaRPr lang="ko-KR" altLang="en-US"/>
          </a:p>
        </p:txBody>
      </p:sp>
    </p:spTree>
    <p:extLst>
      <p:ext uri="{BB962C8B-B14F-4D97-AF65-F5344CB8AC3E}">
        <p14:creationId xmlns:p14="http://schemas.microsoft.com/office/powerpoint/2010/main" val="97839743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a:extLst>
              <a:ext uri="{FF2B5EF4-FFF2-40B4-BE49-F238E27FC236}">
                <a16:creationId xmlns:a16="http://schemas.microsoft.com/office/drawing/2014/main" id="{B40A164D-9CD0-45E3-9943-FF1210816116}"/>
              </a:ext>
            </a:extLst>
          </p:cNvPr>
          <p:cNvSpPr>
            <a:spLocks noGrp="1" noChangeArrowheads="1"/>
          </p:cNvSpPr>
          <p:nvPr>
            <p:ph type="dt" sz="half" idx="10"/>
          </p:nvPr>
        </p:nvSpPr>
        <p:spPr>
          <a:ln/>
        </p:spPr>
        <p:txBody>
          <a:bodyPr/>
          <a:lstStyle>
            <a:lvl1pPr>
              <a:defRPr/>
            </a:lvl1pPr>
          </a:lstStyle>
          <a:p>
            <a:pPr>
              <a:defRPr/>
            </a:pPr>
            <a:fld id="{C309DA77-1370-4147-BFBA-9C8AC299C13A}" type="datetime1">
              <a:rPr lang="zh-CN" altLang="en-US"/>
              <a:pPr>
                <a:defRPr/>
              </a:pPr>
              <a:t>2020/12/3</a:t>
            </a:fld>
            <a:endParaRPr lang="en-US" altLang="ko-KR"/>
          </a:p>
        </p:txBody>
      </p:sp>
      <p:sp>
        <p:nvSpPr>
          <p:cNvPr id="7" name="Rectangle 5">
            <a:extLst>
              <a:ext uri="{FF2B5EF4-FFF2-40B4-BE49-F238E27FC236}">
                <a16:creationId xmlns:a16="http://schemas.microsoft.com/office/drawing/2014/main" id="{5118BC4A-E19E-4714-9237-49A68027EC8B}"/>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6">
            <a:extLst>
              <a:ext uri="{FF2B5EF4-FFF2-40B4-BE49-F238E27FC236}">
                <a16:creationId xmlns:a16="http://schemas.microsoft.com/office/drawing/2014/main" id="{441E2A6E-1D16-482B-95C0-2ED5D964A823}"/>
              </a:ext>
            </a:extLst>
          </p:cNvPr>
          <p:cNvSpPr>
            <a:spLocks noGrp="1" noChangeArrowheads="1"/>
          </p:cNvSpPr>
          <p:nvPr>
            <p:ph type="sldNum" sz="quarter" idx="12"/>
          </p:nvPr>
        </p:nvSpPr>
        <p:spPr>
          <a:ln/>
        </p:spPr>
        <p:txBody>
          <a:bodyPr/>
          <a:lstStyle>
            <a:lvl1pPr>
              <a:defRPr/>
            </a:lvl1pPr>
          </a:lstStyle>
          <a:p>
            <a:pPr>
              <a:defRPr/>
            </a:pPr>
            <a:fld id="{52D12850-6607-46C0-AC64-8833C3DCEC0D}" type="slidenum">
              <a:rPr lang="ko-KR" altLang="en-US"/>
              <a:pPr>
                <a:defRPr/>
              </a:pPr>
              <a:t>‹#›</a:t>
            </a:fld>
            <a:endParaRPr lang="ko-KR" altLang="en-US"/>
          </a:p>
        </p:txBody>
      </p:sp>
    </p:spTree>
    <p:extLst>
      <p:ext uri="{BB962C8B-B14F-4D97-AF65-F5344CB8AC3E}">
        <p14:creationId xmlns:p14="http://schemas.microsoft.com/office/powerpoint/2010/main" val="114138267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D1F7EDDC-EE13-4D39-9108-7425A2AD4A94}"/>
              </a:ext>
            </a:extLst>
          </p:cNvPr>
          <p:cNvSpPr>
            <a:spLocks noGrp="1" noChangeArrowheads="1"/>
          </p:cNvSpPr>
          <p:nvPr>
            <p:ph type="dt" sz="half" idx="10"/>
          </p:nvPr>
        </p:nvSpPr>
        <p:spPr>
          <a:ln/>
        </p:spPr>
        <p:txBody>
          <a:bodyPr/>
          <a:lstStyle>
            <a:lvl1pPr>
              <a:defRPr/>
            </a:lvl1pPr>
          </a:lstStyle>
          <a:p>
            <a:pPr>
              <a:defRPr/>
            </a:pPr>
            <a:fld id="{45934156-83EC-4E39-80A4-02E75BF0381E}"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971368AA-B8D2-434A-8C94-E156DDD6A717}"/>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AE0CB3C8-D254-44AF-ADA8-B20121B49FF4}"/>
              </a:ext>
            </a:extLst>
          </p:cNvPr>
          <p:cNvSpPr>
            <a:spLocks noGrp="1" noChangeArrowheads="1"/>
          </p:cNvSpPr>
          <p:nvPr>
            <p:ph type="sldNum" sz="quarter" idx="12"/>
          </p:nvPr>
        </p:nvSpPr>
        <p:spPr>
          <a:ln/>
        </p:spPr>
        <p:txBody>
          <a:bodyPr/>
          <a:lstStyle>
            <a:lvl1pPr>
              <a:defRPr/>
            </a:lvl1pPr>
          </a:lstStyle>
          <a:p>
            <a:pPr>
              <a:defRPr/>
            </a:pPr>
            <a:fld id="{4660937E-D8A4-41FA-A3D6-6AE8CD26EBB7}" type="slidenum">
              <a:rPr lang="ko-KR" altLang="en-US"/>
              <a:pPr>
                <a:defRPr/>
              </a:pPr>
              <a:t>‹#›</a:t>
            </a:fld>
            <a:endParaRPr lang="ko-KR" altLang="en-US"/>
          </a:p>
        </p:txBody>
      </p:sp>
    </p:spTree>
    <p:extLst>
      <p:ext uri="{BB962C8B-B14F-4D97-AF65-F5344CB8AC3E}">
        <p14:creationId xmlns:p14="http://schemas.microsoft.com/office/powerpoint/2010/main" val="344908792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582738" y="285750"/>
            <a:ext cx="7561262" cy="857250"/>
          </a:xfrm>
        </p:spPr>
        <p:txBody>
          <a:bodyPr/>
          <a:lstStyle/>
          <a:p>
            <a:r>
              <a:rPr lang="zh-CN" altLang="en-US" noProof="1"/>
              <a:t>单击此处编辑母版标题样式</a:t>
            </a:r>
          </a:p>
        </p:txBody>
      </p:sp>
      <p:sp>
        <p:nvSpPr>
          <p:cNvPr id="3" name="内容占位符 2"/>
          <p:cNvSpPr>
            <a:spLocks noGrp="1"/>
          </p:cNvSpPr>
          <p:nvPr>
            <p:ph sz="quarter" idx="1"/>
          </p:nvPr>
        </p:nvSpPr>
        <p:spPr>
          <a:xfrm>
            <a:off x="1576388" y="1143000"/>
            <a:ext cx="3706812"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1576388" y="3370263"/>
            <a:ext cx="3706812"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10A8971F-5B2C-44B4-9555-303D100271E1}"/>
              </a:ext>
            </a:extLst>
          </p:cNvPr>
          <p:cNvSpPr>
            <a:spLocks noGrp="1" noChangeArrowheads="1"/>
          </p:cNvSpPr>
          <p:nvPr>
            <p:ph type="dt" sz="half" idx="10"/>
          </p:nvPr>
        </p:nvSpPr>
        <p:spPr>
          <a:ln/>
        </p:spPr>
        <p:txBody>
          <a:bodyPr/>
          <a:lstStyle>
            <a:lvl1pPr>
              <a:defRPr/>
            </a:lvl1pPr>
          </a:lstStyle>
          <a:p>
            <a:pPr>
              <a:defRPr/>
            </a:pPr>
            <a:fld id="{102EC21C-4A93-4F52-9EBF-BC2578BCD173}"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066F0733-2360-4A40-B406-96290AD3EE7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E5E84E2E-F03A-4020-AD16-F370A503C18A}"/>
              </a:ext>
            </a:extLst>
          </p:cNvPr>
          <p:cNvSpPr>
            <a:spLocks noGrp="1" noChangeArrowheads="1"/>
          </p:cNvSpPr>
          <p:nvPr>
            <p:ph type="sldNum" sz="quarter" idx="12"/>
          </p:nvPr>
        </p:nvSpPr>
        <p:spPr>
          <a:ln/>
        </p:spPr>
        <p:txBody>
          <a:bodyPr/>
          <a:lstStyle>
            <a:lvl1pPr>
              <a:defRPr/>
            </a:lvl1pPr>
          </a:lstStyle>
          <a:p>
            <a:pPr>
              <a:defRPr/>
            </a:pPr>
            <a:fld id="{1989344A-9A38-44D7-AC32-64C583F688F6}" type="slidenum">
              <a:rPr lang="ko-KR" altLang="en-US"/>
              <a:pPr>
                <a:defRPr/>
              </a:pPr>
              <a:t>‹#›</a:t>
            </a:fld>
            <a:endParaRPr lang="ko-KR" altLang="en-US"/>
          </a:p>
        </p:txBody>
      </p:sp>
    </p:spTree>
    <p:extLst>
      <p:ext uri="{BB962C8B-B14F-4D97-AF65-F5344CB8AC3E}">
        <p14:creationId xmlns:p14="http://schemas.microsoft.com/office/powerpoint/2010/main" val="34159121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576388" y="285750"/>
            <a:ext cx="7567612" cy="5159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a:extLst>
              <a:ext uri="{FF2B5EF4-FFF2-40B4-BE49-F238E27FC236}">
                <a16:creationId xmlns:a16="http://schemas.microsoft.com/office/drawing/2014/main" id="{91E63DE6-4694-4A71-B3DA-A17339FFD466}"/>
              </a:ext>
            </a:extLst>
          </p:cNvPr>
          <p:cNvSpPr>
            <a:spLocks noGrp="1" noChangeArrowheads="1"/>
          </p:cNvSpPr>
          <p:nvPr>
            <p:ph type="dt" sz="half" idx="10"/>
          </p:nvPr>
        </p:nvSpPr>
        <p:spPr>
          <a:ln/>
        </p:spPr>
        <p:txBody>
          <a:bodyPr/>
          <a:lstStyle>
            <a:lvl1pPr>
              <a:defRPr/>
            </a:lvl1pPr>
          </a:lstStyle>
          <a:p>
            <a:pPr>
              <a:defRPr/>
            </a:pPr>
            <a:fld id="{EFE1CB99-03FB-48BB-8EEE-2405787E9038}"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C983FD6A-85EB-45CC-A6E2-D19994A3292E}"/>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DDF4389F-67DE-41BD-A8E9-19BBF784B1C8}"/>
              </a:ext>
            </a:extLst>
          </p:cNvPr>
          <p:cNvSpPr>
            <a:spLocks noGrp="1" noChangeArrowheads="1"/>
          </p:cNvSpPr>
          <p:nvPr>
            <p:ph type="sldNum" sz="quarter" idx="12"/>
          </p:nvPr>
        </p:nvSpPr>
        <p:spPr>
          <a:ln/>
        </p:spPr>
        <p:txBody>
          <a:bodyPr/>
          <a:lstStyle>
            <a:lvl1pPr>
              <a:defRPr/>
            </a:lvl1pPr>
          </a:lstStyle>
          <a:p>
            <a:pPr>
              <a:defRPr/>
            </a:pPr>
            <a:fld id="{84441946-819A-4FDD-BDEA-6AE33C6A14CC}" type="slidenum">
              <a:rPr lang="ko-KR" altLang="en-US"/>
              <a:pPr>
                <a:defRPr/>
              </a:pPr>
              <a:t>‹#›</a:t>
            </a:fld>
            <a:endParaRPr lang="ko-KR" altLang="en-US"/>
          </a:p>
        </p:txBody>
      </p:sp>
    </p:spTree>
    <p:extLst>
      <p:ext uri="{BB962C8B-B14F-4D97-AF65-F5344CB8AC3E}">
        <p14:creationId xmlns:p14="http://schemas.microsoft.com/office/powerpoint/2010/main" val="101062436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71542A41-880B-4783-8081-EBE26A2C41E7}"/>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31888"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078628C6-E8BB-4E52-A024-CD93F00F3D0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81463"/>
            <a:ext cx="1131888"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655CDD1B-AA52-4366-8602-738C958D30DF}"/>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83FBD17B-B24F-432D-8473-15F592F9E033}"/>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96888"/>
            <a:ext cx="91440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7CAD3F70-90EF-4D32-BF14-E0F73B694D46}"/>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95363"/>
            <a:ext cx="914400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9">
            <a:extLst>
              <a:ext uri="{FF2B5EF4-FFF2-40B4-BE49-F238E27FC236}">
                <a16:creationId xmlns:a16="http://schemas.microsoft.com/office/drawing/2014/main" id="{86FFD529-B25C-4ED5-BBE6-17B6D8E3456F}"/>
              </a:ext>
            </a:extLst>
          </p:cNvPr>
          <p:cNvSpPr>
            <a:spLocks noChangeArrowheads="1"/>
          </p:cNvSpPr>
          <p:nvPr/>
        </p:nvSpPr>
        <p:spPr bwMode="auto">
          <a:xfrm>
            <a:off x="0" y="0"/>
            <a:ext cx="1123950" cy="1192213"/>
          </a:xfrm>
          <a:prstGeom prst="rect">
            <a:avLst/>
          </a:prstGeom>
          <a:solidFill>
            <a:srgbClr val="BB97C8"/>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pic>
        <p:nvPicPr>
          <p:cNvPr id="10" name="Picture 10">
            <a:extLst>
              <a:ext uri="{FF2B5EF4-FFF2-40B4-BE49-F238E27FC236}">
                <a16:creationId xmlns:a16="http://schemas.microsoft.com/office/drawing/2014/main" id="{7D1B2C4C-B52D-4A2A-9518-79CACAC6F3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00138"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CB0259_5">
            <a:extLst>
              <a:ext uri="{FF2B5EF4-FFF2-40B4-BE49-F238E27FC236}">
                <a16:creationId xmlns:a16="http://schemas.microsoft.com/office/drawing/2014/main" id="{FAB4600B-BF67-4673-A368-D5724626A2E9}"/>
              </a:ext>
            </a:extLst>
          </p:cNvPr>
          <p:cNvPicPr>
            <a:picLocks noChangeAspect="1" noChangeArrowheads="1"/>
          </p:cNvPicPr>
          <p:nvPr/>
        </p:nvPicPr>
        <p:blipFill>
          <a:blip r:embed="rId7">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4467225" y="1990725"/>
            <a:ext cx="8080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6514" name="Rectangle 2"/>
          <p:cNvSpPr>
            <a:spLocks noGrp="1" noChangeArrowheads="1"/>
          </p:cNvSpPr>
          <p:nvPr>
            <p:ph type="ctrTitle"/>
          </p:nvPr>
        </p:nvSpPr>
        <p:spPr>
          <a:xfrm>
            <a:off x="1371600" y="2971800"/>
            <a:ext cx="7239000" cy="990600"/>
          </a:xfrm>
        </p:spPr>
        <p:txBody>
          <a:bodyPr/>
          <a:lstStyle>
            <a:lvl1pPr algn="ctr">
              <a:defRPr sz="4800"/>
            </a:lvl1pPr>
          </a:lstStyle>
          <a:p>
            <a:r>
              <a:rPr lang="zh-CN" altLang="en-US" noProof="1"/>
              <a:t>单击此处编辑母版标题样式</a:t>
            </a:r>
            <a:endParaRPr lang="ko-KR" altLang="en-US" noProof="1"/>
          </a:p>
        </p:txBody>
      </p:sp>
      <p:sp>
        <p:nvSpPr>
          <p:cNvPr id="1216515" name="Rectangle 3"/>
          <p:cNvSpPr>
            <a:spLocks noGrp="1" noChangeArrowheads="1"/>
          </p:cNvSpPr>
          <p:nvPr>
            <p:ph type="subTitle" idx="1"/>
          </p:nvPr>
        </p:nvSpPr>
        <p:spPr>
          <a:xfrm>
            <a:off x="1371600" y="3962400"/>
            <a:ext cx="7229475" cy="685800"/>
          </a:xfrm>
        </p:spPr>
        <p:txBody>
          <a:bodyPr/>
          <a:lstStyle>
            <a:lvl1pPr marL="0" indent="0" algn="ctr">
              <a:lnSpc>
                <a:spcPct val="100000"/>
              </a:lnSpc>
              <a:spcBef>
                <a:spcPct val="0"/>
              </a:spcBef>
              <a:buFontTx/>
              <a:buNone/>
              <a:defRPr sz="3200">
                <a:solidFill>
                  <a:srgbClr val="4A5C30"/>
                </a:solidFill>
              </a:defRPr>
            </a:lvl1pPr>
          </a:lstStyle>
          <a:p>
            <a:r>
              <a:rPr lang="zh-CN" altLang="en-US" noProof="1"/>
              <a:t>单击以编辑母版副标题样式</a:t>
            </a:r>
            <a:endParaRPr lang="ko-KR" altLang="en-US" noProof="1"/>
          </a:p>
        </p:txBody>
      </p:sp>
      <p:sp>
        <p:nvSpPr>
          <p:cNvPr id="12" name="Rectangle 12">
            <a:extLst>
              <a:ext uri="{FF2B5EF4-FFF2-40B4-BE49-F238E27FC236}">
                <a16:creationId xmlns:a16="http://schemas.microsoft.com/office/drawing/2014/main" id="{8FBE3598-B93E-4449-8456-A1E9808339D3}"/>
              </a:ext>
            </a:extLst>
          </p:cNvPr>
          <p:cNvSpPr>
            <a:spLocks noGrp="1" noChangeArrowheads="1"/>
          </p:cNvSpPr>
          <p:nvPr>
            <p:ph type="dt" sz="half" idx="10"/>
          </p:nvPr>
        </p:nvSpPr>
        <p:spPr>
          <a:xfrm>
            <a:off x="1131888" y="6284913"/>
            <a:ext cx="1905000" cy="457200"/>
          </a:xfrm>
        </p:spPr>
        <p:txBody>
          <a:bodyPr/>
          <a:lstStyle>
            <a:lvl1pPr>
              <a:defRPr/>
            </a:lvl1pPr>
          </a:lstStyle>
          <a:p>
            <a:pPr>
              <a:defRPr/>
            </a:pPr>
            <a:fld id="{EE6DAC56-3497-4167-A60B-FA3F509C60A2}" type="datetime1">
              <a:rPr lang="zh-CN" altLang="en-US"/>
              <a:pPr>
                <a:defRPr/>
              </a:pPr>
              <a:t>2020/12/3</a:t>
            </a:fld>
            <a:endParaRPr lang="en-US" altLang="ko-KR"/>
          </a:p>
        </p:txBody>
      </p:sp>
      <p:sp>
        <p:nvSpPr>
          <p:cNvPr id="13" name="Rectangle 13">
            <a:extLst>
              <a:ext uri="{FF2B5EF4-FFF2-40B4-BE49-F238E27FC236}">
                <a16:creationId xmlns:a16="http://schemas.microsoft.com/office/drawing/2014/main" id="{E0805CCD-4FD7-45AA-817C-F5F9C67314F2}"/>
              </a:ext>
            </a:extLst>
          </p:cNvPr>
          <p:cNvSpPr>
            <a:spLocks noGrp="1" noChangeArrowheads="1"/>
          </p:cNvSpPr>
          <p:nvPr>
            <p:ph type="ftr" sz="quarter" idx="11"/>
          </p:nvPr>
        </p:nvSpPr>
        <p:spPr>
          <a:xfrm>
            <a:off x="3248025" y="6248400"/>
            <a:ext cx="2895600" cy="457200"/>
          </a:xfrm>
        </p:spPr>
        <p:txBody>
          <a:bodyPr/>
          <a:lstStyle>
            <a:lvl1pPr>
              <a:defRPr/>
            </a:lvl1pPr>
          </a:lstStyle>
          <a:p>
            <a:pPr>
              <a:defRPr/>
            </a:pPr>
            <a:endParaRPr lang="en-US" altLang="ko-KR"/>
          </a:p>
        </p:txBody>
      </p:sp>
      <p:sp>
        <p:nvSpPr>
          <p:cNvPr id="14" name="Rectangle 14">
            <a:extLst>
              <a:ext uri="{FF2B5EF4-FFF2-40B4-BE49-F238E27FC236}">
                <a16:creationId xmlns:a16="http://schemas.microsoft.com/office/drawing/2014/main" id="{6370EFAC-13A8-4215-8487-5E87AED77576}"/>
              </a:ext>
            </a:extLst>
          </p:cNvPr>
          <p:cNvSpPr>
            <a:spLocks noGrp="1" noChangeArrowheads="1"/>
          </p:cNvSpPr>
          <p:nvPr>
            <p:ph type="sldNum" sz="quarter" idx="12"/>
          </p:nvPr>
        </p:nvSpPr>
        <p:spPr>
          <a:xfrm>
            <a:off x="6677025" y="6248400"/>
            <a:ext cx="1905000" cy="457200"/>
          </a:xfrm>
        </p:spPr>
        <p:txBody>
          <a:bodyPr/>
          <a:lstStyle>
            <a:lvl1pPr>
              <a:defRPr/>
            </a:lvl1pPr>
          </a:lstStyle>
          <a:p>
            <a:pPr>
              <a:defRPr/>
            </a:pPr>
            <a:fld id="{03C7694D-D969-4581-AC59-0CBDC2263B7E}" type="slidenum">
              <a:rPr lang="ko-KR" altLang="en-US"/>
              <a:pPr>
                <a:defRPr/>
              </a:pPr>
              <a:t>‹#›</a:t>
            </a:fld>
            <a:endParaRPr lang="ko-KR" altLang="en-US"/>
          </a:p>
        </p:txBody>
      </p:sp>
    </p:spTree>
    <p:extLst>
      <p:ext uri="{BB962C8B-B14F-4D97-AF65-F5344CB8AC3E}">
        <p14:creationId xmlns:p14="http://schemas.microsoft.com/office/powerpoint/2010/main" val="16663463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5E1E8818-CF86-442B-B709-98D12A052657}"/>
              </a:ext>
            </a:extLst>
          </p:cNvPr>
          <p:cNvSpPr>
            <a:spLocks noGrp="1" noChangeArrowheads="1"/>
          </p:cNvSpPr>
          <p:nvPr>
            <p:ph type="dt" sz="half" idx="10"/>
          </p:nvPr>
        </p:nvSpPr>
        <p:spPr>
          <a:ln/>
        </p:spPr>
        <p:txBody>
          <a:bodyPr/>
          <a:lstStyle>
            <a:lvl1pPr>
              <a:defRPr/>
            </a:lvl1pPr>
          </a:lstStyle>
          <a:p>
            <a:pPr>
              <a:defRPr/>
            </a:pPr>
            <a:fld id="{91123E54-45A6-4B4C-BF6D-B2442CB029DF}"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5EBED61D-9641-4074-A1A5-17698FC55179}"/>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DB449D0E-4A11-4572-ADD5-EC8CC6BF59FF}"/>
              </a:ext>
            </a:extLst>
          </p:cNvPr>
          <p:cNvSpPr>
            <a:spLocks noGrp="1" noChangeArrowheads="1"/>
          </p:cNvSpPr>
          <p:nvPr>
            <p:ph type="sldNum" sz="quarter" idx="12"/>
          </p:nvPr>
        </p:nvSpPr>
        <p:spPr>
          <a:ln/>
        </p:spPr>
        <p:txBody>
          <a:bodyPr/>
          <a:lstStyle>
            <a:lvl1pPr>
              <a:defRPr/>
            </a:lvl1pPr>
          </a:lstStyle>
          <a:p>
            <a:pPr>
              <a:defRPr/>
            </a:pPr>
            <a:fld id="{026550DB-9F63-4B28-A130-81780FD52222}" type="slidenum">
              <a:rPr lang="ko-KR" altLang="en-US"/>
              <a:pPr>
                <a:defRPr/>
              </a:pPr>
              <a:t>‹#›</a:t>
            </a:fld>
            <a:endParaRPr lang="ko-KR" altLang="en-US"/>
          </a:p>
        </p:txBody>
      </p:sp>
    </p:spTree>
    <p:extLst>
      <p:ext uri="{BB962C8B-B14F-4D97-AF65-F5344CB8AC3E}">
        <p14:creationId xmlns:p14="http://schemas.microsoft.com/office/powerpoint/2010/main" val="397113838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255D94F0-0872-4ED3-BFEE-5B076085B730}"/>
              </a:ext>
            </a:extLst>
          </p:cNvPr>
          <p:cNvSpPr>
            <a:spLocks noGrp="1" noChangeArrowheads="1"/>
          </p:cNvSpPr>
          <p:nvPr>
            <p:ph type="dt" sz="half" idx="10"/>
          </p:nvPr>
        </p:nvSpPr>
        <p:spPr>
          <a:ln/>
        </p:spPr>
        <p:txBody>
          <a:bodyPr/>
          <a:lstStyle>
            <a:lvl1pPr>
              <a:defRPr/>
            </a:lvl1pPr>
          </a:lstStyle>
          <a:p>
            <a:pPr>
              <a:defRPr/>
            </a:pPr>
            <a:fld id="{1CEF5351-1482-46F7-A1E6-6389814EEDC1}"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3BF720DE-C395-41DC-94D7-8FDC6B8C59C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01BA7429-4A45-484D-91A6-AC051985BDEE}"/>
              </a:ext>
            </a:extLst>
          </p:cNvPr>
          <p:cNvSpPr>
            <a:spLocks noGrp="1" noChangeArrowheads="1"/>
          </p:cNvSpPr>
          <p:nvPr>
            <p:ph type="sldNum" sz="quarter" idx="12"/>
          </p:nvPr>
        </p:nvSpPr>
        <p:spPr>
          <a:ln/>
        </p:spPr>
        <p:txBody>
          <a:bodyPr/>
          <a:lstStyle>
            <a:lvl1pPr>
              <a:defRPr/>
            </a:lvl1pPr>
          </a:lstStyle>
          <a:p>
            <a:pPr>
              <a:defRPr/>
            </a:pPr>
            <a:fld id="{93B0789E-09AC-4500-935C-39950ADE87C7}" type="slidenum">
              <a:rPr lang="ko-KR" altLang="en-US"/>
              <a:pPr>
                <a:defRPr/>
              </a:pPr>
              <a:t>‹#›</a:t>
            </a:fld>
            <a:endParaRPr lang="ko-KR" altLang="en-US"/>
          </a:p>
        </p:txBody>
      </p:sp>
    </p:spTree>
    <p:extLst>
      <p:ext uri="{BB962C8B-B14F-4D97-AF65-F5344CB8AC3E}">
        <p14:creationId xmlns:p14="http://schemas.microsoft.com/office/powerpoint/2010/main" val="75974580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55C3FD36-32A1-46AE-A371-41814A01BA69}"/>
              </a:ext>
            </a:extLst>
          </p:cNvPr>
          <p:cNvSpPr>
            <a:spLocks noGrp="1" noChangeArrowheads="1"/>
          </p:cNvSpPr>
          <p:nvPr>
            <p:ph type="dt" sz="half" idx="10"/>
          </p:nvPr>
        </p:nvSpPr>
        <p:spPr>
          <a:ln/>
        </p:spPr>
        <p:txBody>
          <a:bodyPr/>
          <a:lstStyle>
            <a:lvl1pPr>
              <a:defRPr/>
            </a:lvl1pPr>
          </a:lstStyle>
          <a:p>
            <a:pPr>
              <a:defRPr/>
            </a:pPr>
            <a:fld id="{39BFC55C-439D-42F5-B9D3-69D8E361A9BE}"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74B7EC32-D2E0-4DB1-9867-E83FFDAF4166}"/>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CD7D156D-8C9B-4716-9F13-A10B66B5F1B8}"/>
              </a:ext>
            </a:extLst>
          </p:cNvPr>
          <p:cNvSpPr>
            <a:spLocks noGrp="1" noChangeArrowheads="1"/>
          </p:cNvSpPr>
          <p:nvPr>
            <p:ph type="sldNum" sz="quarter" idx="12"/>
          </p:nvPr>
        </p:nvSpPr>
        <p:spPr>
          <a:ln/>
        </p:spPr>
        <p:txBody>
          <a:bodyPr/>
          <a:lstStyle>
            <a:lvl1pPr>
              <a:defRPr/>
            </a:lvl1pPr>
          </a:lstStyle>
          <a:p>
            <a:pPr>
              <a:defRPr/>
            </a:pPr>
            <a:fld id="{6AB763A6-F7FF-46E5-A613-21BEEA8A06F5}" type="slidenum">
              <a:rPr lang="ko-KR" altLang="en-US"/>
              <a:pPr>
                <a:defRPr/>
              </a:pPr>
              <a:t>‹#›</a:t>
            </a:fld>
            <a:endParaRPr lang="ko-KR" altLang="en-US"/>
          </a:p>
        </p:txBody>
      </p:sp>
    </p:spTree>
    <p:extLst>
      <p:ext uri="{BB962C8B-B14F-4D97-AF65-F5344CB8AC3E}">
        <p14:creationId xmlns:p14="http://schemas.microsoft.com/office/powerpoint/2010/main" val="6447219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52532D2B-6004-479E-A989-759F4BDB5A2A}"/>
              </a:ext>
            </a:extLst>
          </p:cNvPr>
          <p:cNvSpPr>
            <a:spLocks noGrp="1" noChangeArrowheads="1"/>
          </p:cNvSpPr>
          <p:nvPr>
            <p:ph type="dt" sz="half" idx="10"/>
          </p:nvPr>
        </p:nvSpPr>
        <p:spPr>
          <a:ln/>
        </p:spPr>
        <p:txBody>
          <a:bodyPr/>
          <a:lstStyle>
            <a:lvl1pPr>
              <a:defRPr/>
            </a:lvl1pPr>
          </a:lstStyle>
          <a:p>
            <a:pPr>
              <a:defRPr/>
            </a:pPr>
            <a:fld id="{22D6D345-58D1-4624-A0DC-FC1C79BA6D66}"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D3B63C94-FF3A-472B-81C3-CEF6172C93C9}"/>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7F41C511-2E5C-4599-9300-9ECBC0F30CD5}"/>
              </a:ext>
            </a:extLst>
          </p:cNvPr>
          <p:cNvSpPr>
            <a:spLocks noGrp="1" noChangeArrowheads="1"/>
          </p:cNvSpPr>
          <p:nvPr>
            <p:ph type="sldNum" sz="quarter" idx="12"/>
          </p:nvPr>
        </p:nvSpPr>
        <p:spPr>
          <a:ln/>
        </p:spPr>
        <p:txBody>
          <a:bodyPr/>
          <a:lstStyle>
            <a:lvl1pPr>
              <a:defRPr/>
            </a:lvl1pPr>
          </a:lstStyle>
          <a:p>
            <a:pPr>
              <a:defRPr/>
            </a:pPr>
            <a:fld id="{7A8DF7E3-0800-4AF7-AA76-14738C93169D}" type="slidenum">
              <a:rPr lang="ko-KR" altLang="en-US"/>
              <a:pPr>
                <a:defRPr/>
              </a:pPr>
              <a:t>‹#›</a:t>
            </a:fld>
            <a:endParaRPr lang="ko-KR" altLang="en-US"/>
          </a:p>
        </p:txBody>
      </p:sp>
    </p:spTree>
    <p:extLst>
      <p:ext uri="{BB962C8B-B14F-4D97-AF65-F5344CB8AC3E}">
        <p14:creationId xmlns:p14="http://schemas.microsoft.com/office/powerpoint/2010/main" val="220098942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B0099440-A25B-4A0A-BB5C-6CB4FC43A024}"/>
              </a:ext>
            </a:extLst>
          </p:cNvPr>
          <p:cNvSpPr>
            <a:spLocks noGrp="1" noChangeArrowheads="1"/>
          </p:cNvSpPr>
          <p:nvPr>
            <p:ph type="dt" sz="half" idx="10"/>
          </p:nvPr>
        </p:nvSpPr>
        <p:spPr>
          <a:ln/>
        </p:spPr>
        <p:txBody>
          <a:bodyPr/>
          <a:lstStyle>
            <a:lvl1pPr>
              <a:defRPr/>
            </a:lvl1pPr>
          </a:lstStyle>
          <a:p>
            <a:pPr>
              <a:defRPr/>
            </a:pPr>
            <a:fld id="{3F61E36D-7754-4B65-BFB9-8103440CC7CC}"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735E239D-664E-4865-85B4-7B7769288C8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ACB34C0E-5A01-4B42-8F43-179F10E08C6D}"/>
              </a:ext>
            </a:extLst>
          </p:cNvPr>
          <p:cNvSpPr>
            <a:spLocks noGrp="1" noChangeArrowheads="1"/>
          </p:cNvSpPr>
          <p:nvPr>
            <p:ph type="sldNum" sz="quarter" idx="12"/>
          </p:nvPr>
        </p:nvSpPr>
        <p:spPr>
          <a:ln/>
        </p:spPr>
        <p:txBody>
          <a:bodyPr/>
          <a:lstStyle>
            <a:lvl1pPr>
              <a:defRPr/>
            </a:lvl1pPr>
          </a:lstStyle>
          <a:p>
            <a:pPr>
              <a:defRPr/>
            </a:pPr>
            <a:fld id="{B1DA68E2-3CD2-44C1-BF19-A8830597C3E7}" type="slidenum">
              <a:rPr lang="ko-KR" altLang="en-US"/>
              <a:pPr>
                <a:defRPr/>
              </a:pPr>
              <a:t>‹#›</a:t>
            </a:fld>
            <a:endParaRPr lang="ko-KR" altLang="en-US"/>
          </a:p>
        </p:txBody>
      </p:sp>
    </p:spTree>
    <p:extLst>
      <p:ext uri="{BB962C8B-B14F-4D97-AF65-F5344CB8AC3E}">
        <p14:creationId xmlns:p14="http://schemas.microsoft.com/office/powerpoint/2010/main" val="270371889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F3B0ADC-969B-42C3-A5F4-F64BE879262B}"/>
              </a:ext>
            </a:extLst>
          </p:cNvPr>
          <p:cNvSpPr>
            <a:spLocks noGrp="1" noChangeArrowheads="1"/>
          </p:cNvSpPr>
          <p:nvPr>
            <p:ph type="dt" sz="half" idx="10"/>
          </p:nvPr>
        </p:nvSpPr>
        <p:spPr>
          <a:ln/>
        </p:spPr>
        <p:txBody>
          <a:bodyPr/>
          <a:lstStyle>
            <a:lvl1pPr>
              <a:defRPr/>
            </a:lvl1pPr>
          </a:lstStyle>
          <a:p>
            <a:pPr>
              <a:defRPr/>
            </a:pPr>
            <a:fld id="{DFB968A8-F21C-4837-A8D9-6441086A85B2}" type="datetime1">
              <a:rPr lang="zh-CN" altLang="en-US"/>
              <a:pPr>
                <a:defRPr/>
              </a:pPr>
              <a:t>2020/12/3</a:t>
            </a:fld>
            <a:endParaRPr lang="en-US" altLang="ko-KR"/>
          </a:p>
        </p:txBody>
      </p:sp>
      <p:sp>
        <p:nvSpPr>
          <p:cNvPr id="3" name="Rectangle 5">
            <a:extLst>
              <a:ext uri="{FF2B5EF4-FFF2-40B4-BE49-F238E27FC236}">
                <a16:creationId xmlns:a16="http://schemas.microsoft.com/office/drawing/2014/main" id="{320E3FE9-E693-488E-A1AB-1D1475A032C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a:extLst>
              <a:ext uri="{FF2B5EF4-FFF2-40B4-BE49-F238E27FC236}">
                <a16:creationId xmlns:a16="http://schemas.microsoft.com/office/drawing/2014/main" id="{EF149906-8496-47F3-96BE-DA3A1AD69116}"/>
              </a:ext>
            </a:extLst>
          </p:cNvPr>
          <p:cNvSpPr>
            <a:spLocks noGrp="1" noChangeArrowheads="1"/>
          </p:cNvSpPr>
          <p:nvPr>
            <p:ph type="sldNum" sz="quarter" idx="12"/>
          </p:nvPr>
        </p:nvSpPr>
        <p:spPr>
          <a:ln/>
        </p:spPr>
        <p:txBody>
          <a:bodyPr/>
          <a:lstStyle>
            <a:lvl1pPr>
              <a:defRPr/>
            </a:lvl1pPr>
          </a:lstStyle>
          <a:p>
            <a:pPr>
              <a:defRPr/>
            </a:pPr>
            <a:fld id="{A4D435B1-49B8-4EC0-A450-8F20AD1987E7}" type="slidenum">
              <a:rPr lang="ko-KR" altLang="en-US"/>
              <a:pPr>
                <a:defRPr/>
              </a:pPr>
              <a:t>‹#›</a:t>
            </a:fld>
            <a:endParaRPr lang="ko-KR" altLang="en-US"/>
          </a:p>
        </p:txBody>
      </p:sp>
    </p:spTree>
    <p:extLst>
      <p:ext uri="{BB962C8B-B14F-4D97-AF65-F5344CB8AC3E}">
        <p14:creationId xmlns:p14="http://schemas.microsoft.com/office/powerpoint/2010/main" val="9732319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ED9582BC-FD95-4B2D-88B2-85CF5BC14FE6}"/>
              </a:ext>
            </a:extLst>
          </p:cNvPr>
          <p:cNvSpPr>
            <a:spLocks noGrp="1" noChangeArrowheads="1"/>
          </p:cNvSpPr>
          <p:nvPr>
            <p:ph type="dt" sz="half" idx="10"/>
          </p:nvPr>
        </p:nvSpPr>
        <p:spPr>
          <a:ln/>
        </p:spPr>
        <p:txBody>
          <a:bodyPr/>
          <a:lstStyle>
            <a:lvl1pPr>
              <a:defRPr/>
            </a:lvl1pPr>
          </a:lstStyle>
          <a:p>
            <a:pPr>
              <a:defRPr/>
            </a:pPr>
            <a:fld id="{F356224C-6554-41D2-A8E6-C4A2AF8C83E8}"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86A43993-AA89-493E-8D8D-ADA875AA3063}"/>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BC1716E5-D7BE-4008-AD5F-0D8982AF7CB1}"/>
              </a:ext>
            </a:extLst>
          </p:cNvPr>
          <p:cNvSpPr>
            <a:spLocks noGrp="1" noChangeArrowheads="1"/>
          </p:cNvSpPr>
          <p:nvPr>
            <p:ph type="sldNum" sz="quarter" idx="12"/>
          </p:nvPr>
        </p:nvSpPr>
        <p:spPr>
          <a:ln/>
        </p:spPr>
        <p:txBody>
          <a:bodyPr/>
          <a:lstStyle>
            <a:lvl1pPr>
              <a:defRPr/>
            </a:lvl1pPr>
          </a:lstStyle>
          <a:p>
            <a:pPr>
              <a:defRPr/>
            </a:pPr>
            <a:fld id="{A3C3A80D-E029-4823-ABB0-23F446199BD3}" type="slidenum">
              <a:rPr lang="ko-KR" altLang="en-US"/>
              <a:pPr>
                <a:defRPr/>
              </a:pPr>
              <a:t>‹#›</a:t>
            </a:fld>
            <a:endParaRPr lang="ko-KR" altLang="en-US"/>
          </a:p>
        </p:txBody>
      </p:sp>
    </p:spTree>
    <p:extLst>
      <p:ext uri="{BB962C8B-B14F-4D97-AF65-F5344CB8AC3E}">
        <p14:creationId xmlns:p14="http://schemas.microsoft.com/office/powerpoint/2010/main" val="339854894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9F377A8D-2374-421B-9D67-661E38623D93}"/>
              </a:ext>
            </a:extLst>
          </p:cNvPr>
          <p:cNvSpPr>
            <a:spLocks noGrp="1" noChangeArrowheads="1"/>
          </p:cNvSpPr>
          <p:nvPr>
            <p:ph type="dt" sz="half" idx="10"/>
          </p:nvPr>
        </p:nvSpPr>
        <p:spPr>
          <a:ln/>
        </p:spPr>
        <p:txBody>
          <a:bodyPr/>
          <a:lstStyle>
            <a:lvl1pPr>
              <a:defRPr/>
            </a:lvl1pPr>
          </a:lstStyle>
          <a:p>
            <a:pPr>
              <a:defRPr/>
            </a:pPr>
            <a:fld id="{E19CC85A-0CCF-4775-BC30-54988C388545}"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3D4E9000-0887-4B96-8F49-4B4D186B9DD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7D792CAE-0FE1-41DD-9B69-AD5B398EEA4F}"/>
              </a:ext>
            </a:extLst>
          </p:cNvPr>
          <p:cNvSpPr>
            <a:spLocks noGrp="1" noChangeArrowheads="1"/>
          </p:cNvSpPr>
          <p:nvPr>
            <p:ph type="sldNum" sz="quarter" idx="12"/>
          </p:nvPr>
        </p:nvSpPr>
        <p:spPr>
          <a:ln/>
        </p:spPr>
        <p:txBody>
          <a:bodyPr/>
          <a:lstStyle>
            <a:lvl1pPr>
              <a:defRPr/>
            </a:lvl1pPr>
          </a:lstStyle>
          <a:p>
            <a:pPr>
              <a:defRPr/>
            </a:pPr>
            <a:fld id="{B3BF1F73-BDE8-45C9-AC4C-E374F4B12CA6}" type="slidenum">
              <a:rPr lang="ko-KR" altLang="en-US"/>
              <a:pPr>
                <a:defRPr/>
              </a:pPr>
              <a:t>‹#›</a:t>
            </a:fld>
            <a:endParaRPr lang="ko-KR" altLang="en-US"/>
          </a:p>
        </p:txBody>
      </p:sp>
    </p:spTree>
    <p:extLst>
      <p:ext uri="{BB962C8B-B14F-4D97-AF65-F5344CB8AC3E}">
        <p14:creationId xmlns:p14="http://schemas.microsoft.com/office/powerpoint/2010/main" val="243319729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9202FEC2-9BD5-4CA4-84B3-9E8C840504A4}"/>
              </a:ext>
            </a:extLst>
          </p:cNvPr>
          <p:cNvSpPr>
            <a:spLocks noGrp="1" noChangeArrowheads="1"/>
          </p:cNvSpPr>
          <p:nvPr>
            <p:ph type="dt" sz="half" idx="10"/>
          </p:nvPr>
        </p:nvSpPr>
        <p:spPr>
          <a:ln/>
        </p:spPr>
        <p:txBody>
          <a:bodyPr/>
          <a:lstStyle>
            <a:lvl1pPr>
              <a:defRPr/>
            </a:lvl1pPr>
          </a:lstStyle>
          <a:p>
            <a:pPr>
              <a:defRPr/>
            </a:pPr>
            <a:fld id="{02544F91-792B-4447-85E7-780E80568836}"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8D7BC312-9D6E-4D80-B5E1-B9B69CDD4283}"/>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DBE606CD-3E95-454E-A1F7-910264379FE1}"/>
              </a:ext>
            </a:extLst>
          </p:cNvPr>
          <p:cNvSpPr>
            <a:spLocks noGrp="1" noChangeArrowheads="1"/>
          </p:cNvSpPr>
          <p:nvPr>
            <p:ph type="sldNum" sz="quarter" idx="12"/>
          </p:nvPr>
        </p:nvSpPr>
        <p:spPr>
          <a:ln/>
        </p:spPr>
        <p:txBody>
          <a:bodyPr/>
          <a:lstStyle>
            <a:lvl1pPr>
              <a:defRPr/>
            </a:lvl1pPr>
          </a:lstStyle>
          <a:p>
            <a:pPr>
              <a:defRPr/>
            </a:pPr>
            <a:fld id="{7D2EA386-2F0A-4887-A402-726FFA69BA00}" type="slidenum">
              <a:rPr lang="ko-KR" altLang="en-US"/>
              <a:pPr>
                <a:defRPr/>
              </a:pPr>
              <a:t>‹#›</a:t>
            </a:fld>
            <a:endParaRPr lang="ko-KR" altLang="en-US"/>
          </a:p>
        </p:txBody>
      </p:sp>
    </p:spTree>
    <p:extLst>
      <p:ext uri="{BB962C8B-B14F-4D97-AF65-F5344CB8AC3E}">
        <p14:creationId xmlns:p14="http://schemas.microsoft.com/office/powerpoint/2010/main" val="344397161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53288" y="285750"/>
            <a:ext cx="1890712" cy="51593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576388" y="285750"/>
            <a:ext cx="5524500" cy="51593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888B73B2-1F2D-4FB2-B76C-6803E232FE0A}"/>
              </a:ext>
            </a:extLst>
          </p:cNvPr>
          <p:cNvSpPr>
            <a:spLocks noGrp="1" noChangeArrowheads="1"/>
          </p:cNvSpPr>
          <p:nvPr>
            <p:ph type="dt" sz="half" idx="10"/>
          </p:nvPr>
        </p:nvSpPr>
        <p:spPr>
          <a:ln/>
        </p:spPr>
        <p:txBody>
          <a:bodyPr/>
          <a:lstStyle>
            <a:lvl1pPr>
              <a:defRPr/>
            </a:lvl1pPr>
          </a:lstStyle>
          <a:p>
            <a:pPr>
              <a:defRPr/>
            </a:pPr>
            <a:fld id="{56D3EB15-7AD1-48FC-AB7C-4E5A87B7DC5A}" type="datetime1">
              <a:rPr lang="zh-CN" altLang="en-US"/>
              <a:pPr>
                <a:defRPr/>
              </a:pPr>
              <a:t>2020/12/3</a:t>
            </a:fld>
            <a:endParaRPr lang="en-US" altLang="ko-KR"/>
          </a:p>
        </p:txBody>
      </p:sp>
      <p:sp>
        <p:nvSpPr>
          <p:cNvPr id="5" name="Rectangle 5">
            <a:extLst>
              <a:ext uri="{FF2B5EF4-FFF2-40B4-BE49-F238E27FC236}">
                <a16:creationId xmlns:a16="http://schemas.microsoft.com/office/drawing/2014/main" id="{FD02F966-B5BE-46F4-942D-D27F5DA590BA}"/>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88841EFE-B4BF-4AD0-B024-A3A7D757546D}"/>
              </a:ext>
            </a:extLst>
          </p:cNvPr>
          <p:cNvSpPr>
            <a:spLocks noGrp="1" noChangeArrowheads="1"/>
          </p:cNvSpPr>
          <p:nvPr>
            <p:ph type="sldNum" sz="quarter" idx="12"/>
          </p:nvPr>
        </p:nvSpPr>
        <p:spPr>
          <a:ln/>
        </p:spPr>
        <p:txBody>
          <a:bodyPr/>
          <a:lstStyle>
            <a:lvl1pPr>
              <a:defRPr/>
            </a:lvl1pPr>
          </a:lstStyle>
          <a:p>
            <a:pPr>
              <a:defRPr/>
            </a:pPr>
            <a:fld id="{635776A8-C7E4-41E0-B9E6-A11CEF0516C7}" type="slidenum">
              <a:rPr lang="ko-KR" altLang="en-US"/>
              <a:pPr>
                <a:defRPr/>
              </a:pPr>
              <a:t>‹#›</a:t>
            </a:fld>
            <a:endParaRPr lang="ko-KR" altLang="en-US"/>
          </a:p>
        </p:txBody>
      </p:sp>
    </p:spTree>
    <p:extLst>
      <p:ext uri="{BB962C8B-B14F-4D97-AF65-F5344CB8AC3E}">
        <p14:creationId xmlns:p14="http://schemas.microsoft.com/office/powerpoint/2010/main" val="328971961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a:extLst>
              <a:ext uri="{FF2B5EF4-FFF2-40B4-BE49-F238E27FC236}">
                <a16:creationId xmlns:a16="http://schemas.microsoft.com/office/drawing/2014/main" id="{C9A97D17-4B1E-4B3C-A1DD-862C8C6BBB0C}"/>
              </a:ext>
            </a:extLst>
          </p:cNvPr>
          <p:cNvSpPr>
            <a:spLocks noGrp="1" noChangeArrowheads="1"/>
          </p:cNvSpPr>
          <p:nvPr>
            <p:ph type="dt" sz="half" idx="10"/>
          </p:nvPr>
        </p:nvSpPr>
        <p:spPr>
          <a:ln/>
        </p:spPr>
        <p:txBody>
          <a:bodyPr/>
          <a:lstStyle>
            <a:lvl1pPr>
              <a:defRPr/>
            </a:lvl1pPr>
          </a:lstStyle>
          <a:p>
            <a:pPr>
              <a:defRPr/>
            </a:pPr>
            <a:fld id="{3B1DFF70-A8C9-4370-8584-917B54B28486}" type="datetime1">
              <a:rPr lang="zh-CN" altLang="en-US"/>
              <a:pPr>
                <a:defRPr/>
              </a:pPr>
              <a:t>2020/12/3</a:t>
            </a:fld>
            <a:endParaRPr lang="en-US" altLang="ko-KR"/>
          </a:p>
        </p:txBody>
      </p:sp>
      <p:sp>
        <p:nvSpPr>
          <p:cNvPr id="7" name="Rectangle 5">
            <a:extLst>
              <a:ext uri="{FF2B5EF4-FFF2-40B4-BE49-F238E27FC236}">
                <a16:creationId xmlns:a16="http://schemas.microsoft.com/office/drawing/2014/main" id="{528F84A3-C5DC-44A1-9A81-E7302494405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6">
            <a:extLst>
              <a:ext uri="{FF2B5EF4-FFF2-40B4-BE49-F238E27FC236}">
                <a16:creationId xmlns:a16="http://schemas.microsoft.com/office/drawing/2014/main" id="{2CE8A583-B807-4B6F-B41F-7A0B45AD35BD}"/>
              </a:ext>
            </a:extLst>
          </p:cNvPr>
          <p:cNvSpPr>
            <a:spLocks noGrp="1" noChangeArrowheads="1"/>
          </p:cNvSpPr>
          <p:nvPr>
            <p:ph type="sldNum" sz="quarter" idx="12"/>
          </p:nvPr>
        </p:nvSpPr>
        <p:spPr>
          <a:ln/>
        </p:spPr>
        <p:txBody>
          <a:bodyPr/>
          <a:lstStyle>
            <a:lvl1pPr>
              <a:defRPr/>
            </a:lvl1pPr>
          </a:lstStyle>
          <a:p>
            <a:pPr>
              <a:defRPr/>
            </a:pPr>
            <a:fld id="{D7393FF4-B06B-49DA-91EA-424697B1E4C7}" type="slidenum">
              <a:rPr lang="ko-KR" altLang="en-US"/>
              <a:pPr>
                <a:defRPr/>
              </a:pPr>
              <a:t>‹#›</a:t>
            </a:fld>
            <a:endParaRPr lang="ko-KR" altLang="en-US"/>
          </a:p>
        </p:txBody>
      </p:sp>
    </p:spTree>
    <p:extLst>
      <p:ext uri="{BB962C8B-B14F-4D97-AF65-F5344CB8AC3E}">
        <p14:creationId xmlns:p14="http://schemas.microsoft.com/office/powerpoint/2010/main" val="109238575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内容占位符 2"/>
          <p:cNvSpPr>
            <a:spLocks noGrp="1"/>
          </p:cNvSpPr>
          <p:nvPr>
            <p:ph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a:extLst>
              <a:ext uri="{FF2B5EF4-FFF2-40B4-BE49-F238E27FC236}">
                <a16:creationId xmlns:a16="http://schemas.microsoft.com/office/drawing/2014/main" id="{29D2A41A-188C-40A7-B5B2-6DFE198C432A}"/>
              </a:ext>
            </a:extLst>
          </p:cNvPr>
          <p:cNvSpPr>
            <a:spLocks noGrp="1" noChangeArrowheads="1"/>
          </p:cNvSpPr>
          <p:nvPr>
            <p:ph type="dt" sz="half" idx="10"/>
          </p:nvPr>
        </p:nvSpPr>
        <p:spPr>
          <a:ln/>
        </p:spPr>
        <p:txBody>
          <a:bodyPr/>
          <a:lstStyle>
            <a:lvl1pPr>
              <a:defRPr/>
            </a:lvl1pPr>
          </a:lstStyle>
          <a:p>
            <a:pPr>
              <a:defRPr/>
            </a:pPr>
            <a:fld id="{3F56CB3A-EFE7-4B2A-A49C-D014AE0879FC}" type="datetime1">
              <a:rPr lang="zh-CN" altLang="en-US"/>
              <a:pPr>
                <a:defRPr/>
              </a:pPr>
              <a:t>2020/12/3</a:t>
            </a:fld>
            <a:endParaRPr lang="en-US" altLang="ko-KR"/>
          </a:p>
        </p:txBody>
      </p:sp>
      <p:sp>
        <p:nvSpPr>
          <p:cNvPr id="7" name="Rectangle 5">
            <a:extLst>
              <a:ext uri="{FF2B5EF4-FFF2-40B4-BE49-F238E27FC236}">
                <a16:creationId xmlns:a16="http://schemas.microsoft.com/office/drawing/2014/main" id="{52298BFB-5895-469F-888E-63F08935F17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6">
            <a:extLst>
              <a:ext uri="{FF2B5EF4-FFF2-40B4-BE49-F238E27FC236}">
                <a16:creationId xmlns:a16="http://schemas.microsoft.com/office/drawing/2014/main" id="{BAD0F455-3192-4B74-83A5-7DE9DB2060EB}"/>
              </a:ext>
            </a:extLst>
          </p:cNvPr>
          <p:cNvSpPr>
            <a:spLocks noGrp="1" noChangeArrowheads="1"/>
          </p:cNvSpPr>
          <p:nvPr>
            <p:ph type="sldNum" sz="quarter" idx="12"/>
          </p:nvPr>
        </p:nvSpPr>
        <p:spPr>
          <a:ln/>
        </p:spPr>
        <p:txBody>
          <a:bodyPr/>
          <a:lstStyle>
            <a:lvl1pPr>
              <a:defRPr/>
            </a:lvl1pPr>
          </a:lstStyle>
          <a:p>
            <a:pPr>
              <a:defRPr/>
            </a:pPr>
            <a:fld id="{2EF210FC-ED70-4E42-92D4-BF1E4746BD59}" type="slidenum">
              <a:rPr lang="ko-KR" altLang="en-US"/>
              <a:pPr>
                <a:defRPr/>
              </a:pPr>
              <a:t>‹#›</a:t>
            </a:fld>
            <a:endParaRPr lang="ko-KR" altLang="en-US"/>
          </a:p>
        </p:txBody>
      </p:sp>
    </p:spTree>
    <p:extLst>
      <p:ext uri="{BB962C8B-B14F-4D97-AF65-F5344CB8AC3E}">
        <p14:creationId xmlns:p14="http://schemas.microsoft.com/office/powerpoint/2010/main" val="339489576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82738" y="285750"/>
            <a:ext cx="7561262"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576388" y="1143000"/>
            <a:ext cx="3706812"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35600" y="1143000"/>
            <a:ext cx="3708400" cy="43021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06D73AFA-5E00-4521-AC36-4B96EF8B1017}"/>
              </a:ext>
            </a:extLst>
          </p:cNvPr>
          <p:cNvSpPr>
            <a:spLocks noGrp="1" noChangeArrowheads="1"/>
          </p:cNvSpPr>
          <p:nvPr>
            <p:ph type="dt" sz="half" idx="10"/>
          </p:nvPr>
        </p:nvSpPr>
        <p:spPr>
          <a:ln/>
        </p:spPr>
        <p:txBody>
          <a:bodyPr/>
          <a:lstStyle>
            <a:lvl1pPr>
              <a:defRPr/>
            </a:lvl1pPr>
          </a:lstStyle>
          <a:p>
            <a:pPr>
              <a:defRPr/>
            </a:pPr>
            <a:fld id="{40B12D22-8D33-4A01-9736-ED3525456FAE}" type="datetime1">
              <a:rPr lang="zh-CN" altLang="en-US"/>
              <a:pPr>
                <a:defRPr/>
              </a:pPr>
              <a:t>2020/12/3</a:t>
            </a:fld>
            <a:endParaRPr lang="en-US" altLang="ko-KR"/>
          </a:p>
        </p:txBody>
      </p:sp>
      <p:sp>
        <p:nvSpPr>
          <p:cNvPr id="6" name="Rectangle 5">
            <a:extLst>
              <a:ext uri="{FF2B5EF4-FFF2-40B4-BE49-F238E27FC236}">
                <a16:creationId xmlns:a16="http://schemas.microsoft.com/office/drawing/2014/main" id="{8A46F1F0-FD62-4D6A-A258-30F3E3CCD01D}"/>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0D4AF4B9-8446-42D7-BC35-6D619494EA45}"/>
              </a:ext>
            </a:extLst>
          </p:cNvPr>
          <p:cNvSpPr>
            <a:spLocks noGrp="1" noChangeArrowheads="1"/>
          </p:cNvSpPr>
          <p:nvPr>
            <p:ph type="sldNum" sz="quarter" idx="12"/>
          </p:nvPr>
        </p:nvSpPr>
        <p:spPr>
          <a:ln/>
        </p:spPr>
        <p:txBody>
          <a:bodyPr/>
          <a:lstStyle>
            <a:lvl1pPr>
              <a:defRPr/>
            </a:lvl1pPr>
          </a:lstStyle>
          <a:p>
            <a:pPr>
              <a:defRPr/>
            </a:pPr>
            <a:fld id="{BBD81E0A-B800-45F3-BDB2-DC3416988FF7}" type="slidenum">
              <a:rPr lang="ko-KR" altLang="en-US"/>
              <a:pPr>
                <a:defRPr/>
              </a:pPr>
              <a:t>‹#›</a:t>
            </a:fld>
            <a:endParaRPr lang="ko-KR" altLang="en-US"/>
          </a:p>
        </p:txBody>
      </p:sp>
    </p:spTree>
    <p:extLst>
      <p:ext uri="{BB962C8B-B14F-4D97-AF65-F5344CB8AC3E}">
        <p14:creationId xmlns:p14="http://schemas.microsoft.com/office/powerpoint/2010/main" val="335033480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582738" y="285750"/>
            <a:ext cx="7561262" cy="857250"/>
          </a:xfrm>
        </p:spPr>
        <p:txBody>
          <a:bodyPr/>
          <a:lstStyle/>
          <a:p>
            <a:r>
              <a:rPr lang="zh-CN" altLang="en-US" noProof="1"/>
              <a:t>单击此处编辑母版标题样式</a:t>
            </a:r>
          </a:p>
        </p:txBody>
      </p:sp>
      <p:sp>
        <p:nvSpPr>
          <p:cNvPr id="3" name="内容占位符 2"/>
          <p:cNvSpPr>
            <a:spLocks noGrp="1"/>
          </p:cNvSpPr>
          <p:nvPr>
            <p:ph sz="quarter" idx="1"/>
          </p:nvPr>
        </p:nvSpPr>
        <p:spPr>
          <a:xfrm>
            <a:off x="1576388" y="1143000"/>
            <a:ext cx="3706812"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435600" y="1143000"/>
            <a:ext cx="3708400" cy="20748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1576388" y="3370263"/>
            <a:ext cx="3706812"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435600" y="3370263"/>
            <a:ext cx="3708400" cy="20748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B00BF359-DCFC-4703-8FFA-FAA36C18EB0C}"/>
              </a:ext>
            </a:extLst>
          </p:cNvPr>
          <p:cNvSpPr>
            <a:spLocks noGrp="1" noChangeArrowheads="1"/>
          </p:cNvSpPr>
          <p:nvPr>
            <p:ph type="dt" sz="half" idx="10"/>
          </p:nvPr>
        </p:nvSpPr>
        <p:spPr>
          <a:ln/>
        </p:spPr>
        <p:txBody>
          <a:bodyPr/>
          <a:lstStyle>
            <a:lvl1pPr>
              <a:defRPr/>
            </a:lvl1pPr>
          </a:lstStyle>
          <a:p>
            <a:pPr>
              <a:defRPr/>
            </a:pPr>
            <a:fld id="{75D23677-C41C-4920-BDE0-92F8708FE70C}" type="datetime1">
              <a:rPr lang="zh-CN" altLang="en-US"/>
              <a:pPr>
                <a:defRPr/>
              </a:pPr>
              <a:t>2020/12/3</a:t>
            </a:fld>
            <a:endParaRPr lang="en-US" altLang="ko-KR"/>
          </a:p>
        </p:txBody>
      </p:sp>
      <p:sp>
        <p:nvSpPr>
          <p:cNvPr id="8" name="Rectangle 5">
            <a:extLst>
              <a:ext uri="{FF2B5EF4-FFF2-40B4-BE49-F238E27FC236}">
                <a16:creationId xmlns:a16="http://schemas.microsoft.com/office/drawing/2014/main" id="{43FB926B-401B-4592-86A4-129C16DEC87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91E146C5-ED15-40EC-95E4-632BFC5DEDE2}"/>
              </a:ext>
            </a:extLst>
          </p:cNvPr>
          <p:cNvSpPr>
            <a:spLocks noGrp="1" noChangeArrowheads="1"/>
          </p:cNvSpPr>
          <p:nvPr>
            <p:ph type="sldNum" sz="quarter" idx="12"/>
          </p:nvPr>
        </p:nvSpPr>
        <p:spPr>
          <a:ln/>
        </p:spPr>
        <p:txBody>
          <a:bodyPr/>
          <a:lstStyle>
            <a:lvl1pPr>
              <a:defRPr/>
            </a:lvl1pPr>
          </a:lstStyle>
          <a:p>
            <a:pPr>
              <a:defRPr/>
            </a:pPr>
            <a:fld id="{BFFC54E9-68A4-487B-81C4-BAB3C0F0CCC5}" type="slidenum">
              <a:rPr lang="ko-KR" altLang="en-US"/>
              <a:pPr>
                <a:defRPr/>
              </a:pPr>
              <a:t>‹#›</a:t>
            </a:fld>
            <a:endParaRPr lang="ko-KR" altLang="en-US"/>
          </a:p>
        </p:txBody>
      </p:sp>
    </p:spTree>
    <p:extLst>
      <p:ext uri="{BB962C8B-B14F-4D97-AF65-F5344CB8AC3E}">
        <p14:creationId xmlns:p14="http://schemas.microsoft.com/office/powerpoint/2010/main" val="93908865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576388" y="285750"/>
            <a:ext cx="7567612" cy="5159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a:extLst>
              <a:ext uri="{FF2B5EF4-FFF2-40B4-BE49-F238E27FC236}">
                <a16:creationId xmlns:a16="http://schemas.microsoft.com/office/drawing/2014/main" id="{AFA4287B-ADDD-4654-B253-1E1498E9F7F5}"/>
              </a:ext>
            </a:extLst>
          </p:cNvPr>
          <p:cNvSpPr>
            <a:spLocks noGrp="1" noChangeArrowheads="1"/>
          </p:cNvSpPr>
          <p:nvPr>
            <p:ph type="dt" sz="half" idx="10"/>
          </p:nvPr>
        </p:nvSpPr>
        <p:spPr>
          <a:ln/>
        </p:spPr>
        <p:txBody>
          <a:bodyPr/>
          <a:lstStyle>
            <a:lvl1pPr>
              <a:defRPr/>
            </a:lvl1pPr>
          </a:lstStyle>
          <a:p>
            <a:pPr>
              <a:defRPr/>
            </a:pPr>
            <a:fld id="{44BD61A6-F592-47E7-893F-8ACE900FBE45}" type="datetime1">
              <a:rPr lang="zh-CN" altLang="en-US"/>
              <a:pPr>
                <a:defRPr/>
              </a:pPr>
              <a:t>2020/12/3</a:t>
            </a:fld>
            <a:endParaRPr lang="en-US" altLang="ko-KR"/>
          </a:p>
        </p:txBody>
      </p:sp>
      <p:sp>
        <p:nvSpPr>
          <p:cNvPr id="4" name="Rectangle 5">
            <a:extLst>
              <a:ext uri="{FF2B5EF4-FFF2-40B4-BE49-F238E27FC236}">
                <a16:creationId xmlns:a16="http://schemas.microsoft.com/office/drawing/2014/main" id="{E475466F-B544-434E-B7DC-00DB5AE6838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FBC4BFA5-B834-4271-ABEC-B57A7A9E89D1}"/>
              </a:ext>
            </a:extLst>
          </p:cNvPr>
          <p:cNvSpPr>
            <a:spLocks noGrp="1" noChangeArrowheads="1"/>
          </p:cNvSpPr>
          <p:nvPr>
            <p:ph type="sldNum" sz="quarter" idx="12"/>
          </p:nvPr>
        </p:nvSpPr>
        <p:spPr>
          <a:ln/>
        </p:spPr>
        <p:txBody>
          <a:bodyPr/>
          <a:lstStyle>
            <a:lvl1pPr>
              <a:defRPr/>
            </a:lvl1pPr>
          </a:lstStyle>
          <a:p>
            <a:pPr>
              <a:defRPr/>
            </a:pPr>
            <a:fld id="{702319E5-B406-4031-939F-6F36DCE8EC9B}" type="slidenum">
              <a:rPr lang="ko-KR" altLang="en-US"/>
              <a:pPr>
                <a:defRPr/>
              </a:pPr>
              <a:t>‹#›</a:t>
            </a:fld>
            <a:endParaRPr lang="ko-KR" altLang="en-US"/>
          </a:p>
        </p:txBody>
      </p:sp>
    </p:spTree>
    <p:extLst>
      <p:ext uri="{BB962C8B-B14F-4D97-AF65-F5344CB8AC3E}">
        <p14:creationId xmlns:p14="http://schemas.microsoft.com/office/powerpoint/2010/main" val="2480728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5.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7.emf"/><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image" Target="../media/image5.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theme" Target="../theme/theme3.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image" Target="../media/image14.emf"/><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image" Target="../media/image6.png"/><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5.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image" Target="../media/image5.png"/><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theme" Target="../theme/theme7.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image" Target="../media/image14.emf"/><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19" Type="http://schemas.openxmlformats.org/officeDocument/2006/relationships/image" Target="../media/image6.png"/><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18" Type="http://schemas.openxmlformats.org/officeDocument/2006/relationships/image" Target="../media/image5.png"/><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theme" Target="../theme/theme8.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image" Target="../media/image14.emf"/><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10" Type="http://schemas.openxmlformats.org/officeDocument/2006/relationships/slideLayout" Target="../slideLayouts/slideLayout101.xml"/><Relationship Id="rId19" Type="http://schemas.openxmlformats.org/officeDocument/2006/relationships/image" Target="../media/image6.png"/><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nbl10_1_2">
            <a:extLst>
              <a:ext uri="{FF2B5EF4-FFF2-40B4-BE49-F238E27FC236}">
                <a16:creationId xmlns:a16="http://schemas.microsoft.com/office/drawing/2014/main" id="{0212FBEA-B47C-45DC-8AB7-D8B42797D9E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nbl10_1_2_2">
            <a:extLst>
              <a:ext uri="{FF2B5EF4-FFF2-40B4-BE49-F238E27FC236}">
                <a16:creationId xmlns:a16="http://schemas.microsoft.com/office/drawing/2014/main" id="{3E6D5838-235B-4F04-822D-F6A7BB207D4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22860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a:extLst>
              <a:ext uri="{FF2B5EF4-FFF2-40B4-BE49-F238E27FC236}">
                <a16:creationId xmlns:a16="http://schemas.microsoft.com/office/drawing/2014/main" id="{AF78B7F4-4F2B-4FB7-8B7E-D849AD0AC28D}"/>
              </a:ext>
            </a:extLst>
          </p:cNvPr>
          <p:cNvSpPr>
            <a:spLocks noGrp="1" noChangeArrowheads="1"/>
          </p:cNvSpPr>
          <p:nvPr>
            <p:ph type="title" idx="4294967295"/>
          </p:nvPr>
        </p:nvSpPr>
        <p:spPr bwMode="auto">
          <a:xfrm>
            <a:off x="703263" y="152400"/>
            <a:ext cx="7772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9" name="Rectangle 5">
            <a:extLst>
              <a:ext uri="{FF2B5EF4-FFF2-40B4-BE49-F238E27FC236}">
                <a16:creationId xmlns:a16="http://schemas.microsoft.com/office/drawing/2014/main" id="{2D188555-1B30-48EA-85CD-51E489E93F21}"/>
              </a:ext>
            </a:extLst>
          </p:cNvPr>
          <p:cNvSpPr>
            <a:spLocks noGrp="1" noChangeArrowheads="1"/>
          </p:cNvSpPr>
          <p:nvPr>
            <p:ph type="body" idx="4294967295"/>
          </p:nvPr>
        </p:nvSpPr>
        <p:spPr bwMode="auto">
          <a:xfrm>
            <a:off x="703263"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220166" name="Rectangle 6">
            <a:extLst>
              <a:ext uri="{FF2B5EF4-FFF2-40B4-BE49-F238E27FC236}">
                <a16:creationId xmlns:a16="http://schemas.microsoft.com/office/drawing/2014/main" id="{14865796-62B9-4D38-B297-0ECE407D9B6F}"/>
              </a:ext>
            </a:extLst>
          </p:cNvPr>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latinLnBrk="1" hangingPunct="1">
              <a:spcBef>
                <a:spcPct val="0"/>
              </a:spcBef>
              <a:buClrTx/>
              <a:buSzTx/>
              <a:buFontTx/>
              <a:buNone/>
              <a:defRPr kumimoji="1" sz="1400">
                <a:solidFill>
                  <a:schemeClr val="tx1"/>
                </a:solidFill>
                <a:latin typeface="+mn-lt"/>
                <a:ea typeface="+mn-ea"/>
              </a:defRPr>
            </a:lvl1pPr>
          </a:lstStyle>
          <a:p>
            <a:pPr>
              <a:defRPr/>
            </a:pPr>
            <a:fld id="{F81504D9-728B-4C8E-89E9-053E83F049ED}" type="datetime1">
              <a:rPr lang="zh-CN" altLang="en-US"/>
              <a:pPr>
                <a:defRPr/>
              </a:pPr>
              <a:t>2020/12/3</a:t>
            </a:fld>
            <a:endParaRPr lang="en-US" altLang="ko-KR"/>
          </a:p>
        </p:txBody>
      </p:sp>
      <p:sp>
        <p:nvSpPr>
          <p:cNvPr id="220167" name="Rectangle 7">
            <a:extLst>
              <a:ext uri="{FF2B5EF4-FFF2-40B4-BE49-F238E27FC236}">
                <a16:creationId xmlns:a16="http://schemas.microsoft.com/office/drawing/2014/main" id="{EE7B36F7-02FF-4112-9C4D-FFBA6A664E72}"/>
              </a:ext>
            </a:extLst>
          </p:cNvPr>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latinLnBrk="1" hangingPunct="1">
              <a:spcBef>
                <a:spcPct val="0"/>
              </a:spcBef>
              <a:buClrTx/>
              <a:buSzTx/>
              <a:buFontTx/>
              <a:buNone/>
              <a:defRPr kumimoji="1" sz="1400">
                <a:solidFill>
                  <a:schemeClr val="tx1"/>
                </a:solidFill>
                <a:latin typeface="+mn-lt"/>
                <a:ea typeface="+mn-ea"/>
              </a:defRPr>
            </a:lvl1pPr>
          </a:lstStyle>
          <a:p>
            <a:pPr>
              <a:defRPr/>
            </a:pPr>
            <a:endParaRPr lang="en-US" altLang="ko-KR"/>
          </a:p>
        </p:txBody>
      </p:sp>
      <p:sp>
        <p:nvSpPr>
          <p:cNvPr id="220168" name="Rectangle 8">
            <a:extLst>
              <a:ext uri="{FF2B5EF4-FFF2-40B4-BE49-F238E27FC236}">
                <a16:creationId xmlns:a16="http://schemas.microsoft.com/office/drawing/2014/main" id="{69EB67DC-40FB-4A6B-B0DD-63D4098436C2}"/>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latinLnBrk="1" hangingPunct="1">
              <a:spcBef>
                <a:spcPct val="0"/>
              </a:spcBef>
              <a:buClrTx/>
              <a:buSzPct val="80000"/>
              <a:buFont typeface="Arial" panose="020B0604020202020204" pitchFamily="34" charset="0"/>
              <a:buNone/>
              <a:defRPr sz="1400" noProof="1">
                <a:solidFill>
                  <a:schemeClr val="tx1"/>
                </a:solidFill>
                <a:latin typeface="-소망M" pitchFamily="18" charset="-127"/>
                <a:ea typeface="-소망M" pitchFamily="18" charset="-127"/>
              </a:defRPr>
            </a:lvl1pPr>
          </a:lstStyle>
          <a:p>
            <a:pPr>
              <a:defRPr/>
            </a:pPr>
            <a:fld id="{2E8F677D-B9CD-4DEC-A488-3792AE72DE38}" type="slidenum">
              <a:rPr lang="ko-KR" altLang="en-US"/>
              <a:pPr>
                <a:defRPr/>
              </a:pPr>
              <a:t>‹#›</a:t>
            </a:fld>
            <a:endParaRPr lang="ko-KR" altLang="en-US"/>
          </a:p>
        </p:txBody>
      </p:sp>
    </p:spTree>
  </p:cSld>
  <p:clrMap bg1="lt1" tx1="dk1" bg2="lt2" tx2="dk2" accent1="accent1" accent2="accent2" accent3="accent3" accent4="accent4" accent5="accent5" accent6="accent6" hlink="hlink" folHlink="folHlink"/>
  <p:sldLayoutIdLst>
    <p:sldLayoutId id="2147484651" r:id="rId1"/>
    <p:sldLayoutId id="2147484552" r:id="rId2"/>
    <p:sldLayoutId id="2147484553" r:id="rId3"/>
    <p:sldLayoutId id="2147484554" r:id="rId4"/>
    <p:sldLayoutId id="2147484555" r:id="rId5"/>
    <p:sldLayoutId id="2147484556" r:id="rId6"/>
    <p:sldLayoutId id="2147484557" r:id="rId7"/>
    <p:sldLayoutId id="2147484558" r:id="rId8"/>
    <p:sldLayoutId id="2147484559" r:id="rId9"/>
    <p:sldLayoutId id="2147484560" r:id="rId10"/>
    <p:sldLayoutId id="2147484561" r:id="rId11"/>
    <p:sldLayoutId id="2147484562" r:id="rId12"/>
    <p:sldLayoutId id="2147484563" r:id="rId13"/>
  </p:sldLayoutIdLst>
  <p:txStyles>
    <p:titleStyle>
      <a:lvl1pPr algn="l" rtl="0" eaLnBrk="0" fontAlgn="base" latinLnBrk="1" hangingPunct="0">
        <a:spcBef>
          <a:spcPct val="0"/>
        </a:spcBef>
        <a:spcAft>
          <a:spcPct val="0"/>
        </a:spcAft>
        <a:defRPr sz="3200">
          <a:solidFill>
            <a:srgbClr val="000066"/>
          </a:solidFill>
          <a:latin typeface="+mj-lt"/>
          <a:ea typeface="+mj-ea"/>
          <a:cs typeface="+mj-cs"/>
        </a:defRPr>
      </a:lvl1pPr>
      <a:lvl2pPr algn="l" rtl="0" eaLnBrk="0" fontAlgn="base" latinLnBrk="1" hangingPunct="0">
        <a:spcBef>
          <a:spcPct val="0"/>
        </a:spcBef>
        <a:spcAft>
          <a:spcPct val="0"/>
        </a:spcAft>
        <a:defRPr sz="3200">
          <a:solidFill>
            <a:srgbClr val="000066"/>
          </a:solidFill>
          <a:latin typeface="-소망B" pitchFamily="18" charset="-127"/>
          <a:ea typeface="-소망B" pitchFamily="18" charset="-127"/>
        </a:defRPr>
      </a:lvl2pPr>
      <a:lvl3pPr algn="l" rtl="0" eaLnBrk="0" fontAlgn="base" latinLnBrk="1" hangingPunct="0">
        <a:spcBef>
          <a:spcPct val="0"/>
        </a:spcBef>
        <a:spcAft>
          <a:spcPct val="0"/>
        </a:spcAft>
        <a:defRPr sz="3200">
          <a:solidFill>
            <a:srgbClr val="000066"/>
          </a:solidFill>
          <a:latin typeface="-소망B" pitchFamily="18" charset="-127"/>
          <a:ea typeface="-소망B" pitchFamily="18" charset="-127"/>
        </a:defRPr>
      </a:lvl3pPr>
      <a:lvl4pPr algn="l" rtl="0" eaLnBrk="0" fontAlgn="base" latinLnBrk="1" hangingPunct="0">
        <a:spcBef>
          <a:spcPct val="0"/>
        </a:spcBef>
        <a:spcAft>
          <a:spcPct val="0"/>
        </a:spcAft>
        <a:defRPr sz="3200">
          <a:solidFill>
            <a:srgbClr val="000066"/>
          </a:solidFill>
          <a:latin typeface="-소망B" pitchFamily="18" charset="-127"/>
          <a:ea typeface="-소망B" pitchFamily="18" charset="-127"/>
        </a:defRPr>
      </a:lvl4pPr>
      <a:lvl5pPr algn="l" rtl="0" eaLnBrk="0" fontAlgn="base" latinLnBrk="1" hangingPunct="0">
        <a:spcBef>
          <a:spcPct val="0"/>
        </a:spcBef>
        <a:spcAft>
          <a:spcPct val="0"/>
        </a:spcAft>
        <a:defRPr sz="3200">
          <a:solidFill>
            <a:srgbClr val="000066"/>
          </a:solidFill>
          <a:latin typeface="-소망B" pitchFamily="18" charset="-127"/>
          <a:ea typeface="-소망B" pitchFamily="18" charset="-127"/>
        </a:defRPr>
      </a:lvl5pPr>
      <a:lvl6pPr marL="457200" algn="l" rtl="0" fontAlgn="base" latinLnBrk="1">
        <a:spcBef>
          <a:spcPct val="0"/>
        </a:spcBef>
        <a:spcAft>
          <a:spcPct val="0"/>
        </a:spcAft>
        <a:defRPr kumimoji="1" sz="3200">
          <a:solidFill>
            <a:srgbClr val="000066"/>
          </a:solidFill>
          <a:latin typeface="-소망B" pitchFamily="18" charset="-127"/>
          <a:ea typeface="-소망B" pitchFamily="18" charset="-127"/>
        </a:defRPr>
      </a:lvl6pPr>
      <a:lvl7pPr marL="914400" algn="l" rtl="0" fontAlgn="base" latinLnBrk="1">
        <a:spcBef>
          <a:spcPct val="0"/>
        </a:spcBef>
        <a:spcAft>
          <a:spcPct val="0"/>
        </a:spcAft>
        <a:defRPr kumimoji="1" sz="3200">
          <a:solidFill>
            <a:srgbClr val="000066"/>
          </a:solidFill>
          <a:latin typeface="-소망B" pitchFamily="18" charset="-127"/>
          <a:ea typeface="-소망B" pitchFamily="18" charset="-127"/>
        </a:defRPr>
      </a:lvl7pPr>
      <a:lvl8pPr marL="1371600" algn="l" rtl="0" fontAlgn="base" latinLnBrk="1">
        <a:spcBef>
          <a:spcPct val="0"/>
        </a:spcBef>
        <a:spcAft>
          <a:spcPct val="0"/>
        </a:spcAft>
        <a:defRPr kumimoji="1" sz="3200">
          <a:solidFill>
            <a:srgbClr val="000066"/>
          </a:solidFill>
          <a:latin typeface="-소망B" pitchFamily="18" charset="-127"/>
          <a:ea typeface="-소망B" pitchFamily="18" charset="-127"/>
        </a:defRPr>
      </a:lvl8pPr>
      <a:lvl9pPr marL="1828800" algn="l" rtl="0" fontAlgn="base" latinLnBrk="1">
        <a:spcBef>
          <a:spcPct val="0"/>
        </a:spcBef>
        <a:spcAft>
          <a:spcPct val="0"/>
        </a:spcAft>
        <a:defRPr kumimoji="1" sz="3200">
          <a:solidFill>
            <a:srgbClr val="000066"/>
          </a:solidFill>
          <a:latin typeface="-소망B" pitchFamily="18" charset="-127"/>
          <a:ea typeface="-소망B" pitchFamily="18" charset="-127"/>
        </a:defRPr>
      </a:lvl9pPr>
    </p:titleStyle>
    <p:bodyStyle>
      <a:lvl1pPr marL="342900" indent="-342900" algn="l" rtl="0" eaLnBrk="0" fontAlgn="base" latinLnBrk="1" hangingPunct="0">
        <a:spcBef>
          <a:spcPct val="20000"/>
        </a:spcBef>
        <a:spcAft>
          <a:spcPct val="0"/>
        </a:spcAft>
        <a:buChar char="•"/>
        <a:defRPr sz="2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000">
          <a:solidFill>
            <a:schemeClr val="tx1"/>
          </a:solidFill>
          <a:latin typeface="+mn-lt"/>
          <a:ea typeface="+mn-ea"/>
        </a:defRPr>
      </a:lvl2pPr>
      <a:lvl3pPr marL="1143000" indent="-228600" algn="l" rtl="0" eaLnBrk="0" fontAlgn="base" latinLnBrk="1" hangingPunct="0">
        <a:spcBef>
          <a:spcPct val="20000"/>
        </a:spcBef>
        <a:spcAft>
          <a:spcPct val="0"/>
        </a:spcAft>
        <a:buChar char="•"/>
        <a:defRPr sz="2000">
          <a:solidFill>
            <a:schemeClr val="tx1"/>
          </a:solidFill>
          <a:latin typeface="+mn-lt"/>
          <a:ea typeface="+mn-ea"/>
        </a:defRPr>
      </a:lvl3pPr>
      <a:lvl4pPr marL="1600200" indent="-228600" algn="l" rtl="0" eaLnBrk="0" fontAlgn="base" latinLnBrk="1" hangingPunct="0">
        <a:spcBef>
          <a:spcPct val="20000"/>
        </a:spcBef>
        <a:spcAft>
          <a:spcPct val="0"/>
        </a:spcAft>
        <a:buChar char="•"/>
        <a:defRPr sz="1600">
          <a:solidFill>
            <a:schemeClr val="tx1"/>
          </a:solidFill>
          <a:latin typeface="+mn-lt"/>
          <a:ea typeface="+mn-ea"/>
        </a:defRPr>
      </a:lvl4pPr>
      <a:lvl5pPr marL="2057400" indent="-228600" algn="l" rtl="0" eaLnBrk="0" fontAlgn="base" latinLnBrk="1" hangingPunct="0">
        <a:spcBef>
          <a:spcPct val="20000"/>
        </a:spcBef>
        <a:spcAft>
          <a:spcPct val="0"/>
        </a:spcAft>
        <a:buChar char="•"/>
        <a:defRPr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202CCCD-FBDB-49C2-B02D-6C5933C37B27}"/>
              </a:ext>
            </a:extLst>
          </p:cNvPr>
          <p:cNvSpPr>
            <a:spLocks noGrp="1" noChangeArrowheads="1"/>
          </p:cNvSpPr>
          <p:nvPr>
            <p:ph type="title" idx="4294967295"/>
          </p:nvPr>
        </p:nvSpPr>
        <p:spPr bwMode="auto">
          <a:xfrm>
            <a:off x="1582738" y="285750"/>
            <a:ext cx="756126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2051" name="Rectangle 3">
            <a:extLst>
              <a:ext uri="{FF2B5EF4-FFF2-40B4-BE49-F238E27FC236}">
                <a16:creationId xmlns:a16="http://schemas.microsoft.com/office/drawing/2014/main" id="{14CE5DAD-1E60-46D6-9D6D-F0748DE47095}"/>
              </a:ext>
            </a:extLst>
          </p:cNvPr>
          <p:cNvSpPr>
            <a:spLocks noGrp="1" noChangeArrowheads="1"/>
          </p:cNvSpPr>
          <p:nvPr>
            <p:ph type="body" idx="4294967295"/>
          </p:nvPr>
        </p:nvSpPr>
        <p:spPr bwMode="auto">
          <a:xfrm>
            <a:off x="1576388" y="1143000"/>
            <a:ext cx="7567612"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141764" name="Rectangle 4">
            <a:extLst>
              <a:ext uri="{FF2B5EF4-FFF2-40B4-BE49-F238E27FC236}">
                <a16:creationId xmlns:a16="http://schemas.microsoft.com/office/drawing/2014/main" id="{1E9D81CF-FC2A-444C-847D-68F6DB66031D}"/>
              </a:ext>
            </a:extLst>
          </p:cNvPr>
          <p:cNvSpPr>
            <a:spLocks noGrp="1" noChangeArrowheads="1"/>
          </p:cNvSpPr>
          <p:nvPr>
            <p:ph type="dt" sz="half" idx="2"/>
          </p:nvPr>
        </p:nvSpPr>
        <p:spPr bwMode="auto">
          <a:xfrm>
            <a:off x="1581150" y="5953125"/>
            <a:ext cx="1905000" cy="457200"/>
          </a:xfrm>
          <a:prstGeom prst="rect">
            <a:avLst/>
          </a:prstGeom>
          <a:noFill/>
          <a:ln w="9525">
            <a:noFill/>
            <a:miter lim="800000"/>
          </a:ln>
          <a:effectLst/>
        </p:spPr>
        <p:txBody>
          <a:bodyPr vert="horz" wrap="square" lIns="91440" tIns="45720" rIns="91440" bIns="45720" numCol="1" anchor="t" anchorCtr="0" compatLnSpc="1"/>
          <a:lstStyle>
            <a:lvl1pPr eaLnBrk="1" latinLnBrk="1" hangingPunct="1">
              <a:spcBef>
                <a:spcPct val="0"/>
              </a:spcBef>
              <a:buClrTx/>
              <a:buSzTx/>
              <a:buFontTx/>
              <a:buNone/>
              <a:defRPr kumimoji="1" sz="1400">
                <a:solidFill>
                  <a:schemeClr val="tx1"/>
                </a:solidFill>
                <a:latin typeface="+mn-lt"/>
                <a:ea typeface="+mn-ea"/>
              </a:defRPr>
            </a:lvl1pPr>
          </a:lstStyle>
          <a:p>
            <a:pPr>
              <a:defRPr/>
            </a:pPr>
            <a:fld id="{F1879BAE-0B2B-41D4-BE45-8F6395B37697}" type="datetime1">
              <a:rPr lang="zh-CN" altLang="en-US"/>
              <a:pPr>
                <a:defRPr/>
              </a:pPr>
              <a:t>2020/12/3</a:t>
            </a:fld>
            <a:endParaRPr lang="en-US" altLang="ko-KR"/>
          </a:p>
        </p:txBody>
      </p:sp>
      <p:sp>
        <p:nvSpPr>
          <p:cNvPr id="1141765" name="Rectangle 5">
            <a:extLst>
              <a:ext uri="{FF2B5EF4-FFF2-40B4-BE49-F238E27FC236}">
                <a16:creationId xmlns:a16="http://schemas.microsoft.com/office/drawing/2014/main" id="{E4FA901B-5869-42B5-AA39-C568C9963217}"/>
              </a:ext>
            </a:extLst>
          </p:cNvPr>
          <p:cNvSpPr>
            <a:spLocks noGrp="1" noChangeArrowheads="1"/>
          </p:cNvSpPr>
          <p:nvPr>
            <p:ph type="ftr" sz="quarter" idx="3"/>
          </p:nvPr>
        </p:nvSpPr>
        <p:spPr bwMode="auto">
          <a:xfrm>
            <a:off x="3743325" y="5961063"/>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latinLnBrk="1" hangingPunct="1">
              <a:spcBef>
                <a:spcPct val="0"/>
              </a:spcBef>
              <a:buClrTx/>
              <a:buSzTx/>
              <a:buFontTx/>
              <a:buNone/>
              <a:defRPr kumimoji="1" sz="1400">
                <a:solidFill>
                  <a:schemeClr val="tx1"/>
                </a:solidFill>
                <a:latin typeface="+mn-lt"/>
                <a:ea typeface="+mn-ea"/>
              </a:defRPr>
            </a:lvl1pPr>
          </a:lstStyle>
          <a:p>
            <a:pPr>
              <a:defRPr/>
            </a:pPr>
            <a:endParaRPr lang="en-US" altLang="ko-KR"/>
          </a:p>
        </p:txBody>
      </p:sp>
      <p:sp>
        <p:nvSpPr>
          <p:cNvPr id="1141766" name="Rectangle 6">
            <a:extLst>
              <a:ext uri="{FF2B5EF4-FFF2-40B4-BE49-F238E27FC236}">
                <a16:creationId xmlns:a16="http://schemas.microsoft.com/office/drawing/2014/main" id="{FF9A75A0-4BB4-4ADA-B6D5-712F1AD05C6D}"/>
              </a:ext>
            </a:extLst>
          </p:cNvPr>
          <p:cNvSpPr>
            <a:spLocks noGrp="1" noChangeArrowheads="1"/>
          </p:cNvSpPr>
          <p:nvPr>
            <p:ph type="sldNum" sz="quarter" idx="4"/>
          </p:nvPr>
        </p:nvSpPr>
        <p:spPr bwMode="auto">
          <a:xfrm>
            <a:off x="6992938" y="596265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latinLnBrk="1" hangingPunct="1">
              <a:spcBef>
                <a:spcPct val="0"/>
              </a:spcBef>
              <a:buClrTx/>
              <a:buSzPct val="80000"/>
              <a:buFont typeface="Arial" panose="020B0604020202020204" pitchFamily="34" charset="0"/>
              <a:buNone/>
              <a:defRPr sz="1400" noProof="1">
                <a:solidFill>
                  <a:schemeClr val="tx1"/>
                </a:solidFill>
                <a:latin typeface="-윤명조240" pitchFamily="18" charset="-127"/>
                <a:ea typeface="-윤명조240" pitchFamily="18" charset="-127"/>
              </a:defRPr>
            </a:lvl1pPr>
          </a:lstStyle>
          <a:p>
            <a:pPr>
              <a:defRPr/>
            </a:pPr>
            <a:fld id="{2A68A891-F690-46F7-A7FA-A0D0B175821D}" type="slidenum">
              <a:rPr lang="ko-KR" altLang="en-US"/>
              <a:pPr>
                <a:defRPr/>
              </a:pPr>
              <a:t>‹#›</a:t>
            </a:fld>
            <a:endParaRPr lang="ko-KR" altLang="en-US"/>
          </a:p>
        </p:txBody>
      </p:sp>
      <p:pic>
        <p:nvPicPr>
          <p:cNvPr id="2055" name="Picture 7">
            <a:extLst>
              <a:ext uri="{FF2B5EF4-FFF2-40B4-BE49-F238E27FC236}">
                <a16:creationId xmlns:a16="http://schemas.microsoft.com/office/drawing/2014/main" id="{98B4701C-664B-4747-9B7B-2C04C3D71E1D}"/>
              </a:ext>
            </a:extLst>
          </p:cNvPr>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066800" cy="437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8">
            <a:extLst>
              <a:ext uri="{FF2B5EF4-FFF2-40B4-BE49-F238E27FC236}">
                <a16:creationId xmlns:a16="http://schemas.microsoft.com/office/drawing/2014/main" id="{FC297C68-2EBF-4AF1-B049-1BC1F33F754C}"/>
              </a:ext>
            </a:extLst>
          </p:cNvPr>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4360863"/>
            <a:ext cx="10795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7" name="Rectangle 9">
            <a:extLst>
              <a:ext uri="{FF2B5EF4-FFF2-40B4-BE49-F238E27FC236}">
                <a16:creationId xmlns:a16="http://schemas.microsoft.com/office/drawing/2014/main" id="{EF6E4E98-7597-4DEA-A598-3FAF94FD7247}"/>
              </a:ext>
            </a:extLst>
          </p:cNvPr>
          <p:cNvSpPr>
            <a:spLocks noChangeArrowheads="1"/>
          </p:cNvSpPr>
          <p:nvPr/>
        </p:nvSpPr>
        <p:spPr bwMode="auto">
          <a:xfrm>
            <a:off x="0" y="0"/>
            <a:ext cx="1057275" cy="1131888"/>
          </a:xfrm>
          <a:prstGeom prst="rect">
            <a:avLst/>
          </a:prstGeom>
          <a:solidFill>
            <a:srgbClr val="636581"/>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058" name="Rectangle 10">
            <a:extLst>
              <a:ext uri="{FF2B5EF4-FFF2-40B4-BE49-F238E27FC236}">
                <a16:creationId xmlns:a16="http://schemas.microsoft.com/office/drawing/2014/main" id="{BC78863B-952F-4134-AE28-FCB98E3876C9}"/>
              </a:ext>
            </a:extLst>
          </p:cNvPr>
          <p:cNvSpPr>
            <a:spLocks noChangeArrowheads="1"/>
          </p:cNvSpPr>
          <p:nvPr/>
        </p:nvSpPr>
        <p:spPr bwMode="auto">
          <a:xfrm>
            <a:off x="0" y="6589713"/>
            <a:ext cx="9159875" cy="266700"/>
          </a:xfrm>
          <a:prstGeom prst="rect">
            <a:avLst/>
          </a:prstGeom>
          <a:solidFill>
            <a:srgbClr val="C0C0C0"/>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2059" name="Line 11">
            <a:extLst>
              <a:ext uri="{FF2B5EF4-FFF2-40B4-BE49-F238E27FC236}">
                <a16:creationId xmlns:a16="http://schemas.microsoft.com/office/drawing/2014/main" id="{735E87DE-09BF-4BF0-A085-6C7B410EC0F3}"/>
              </a:ext>
            </a:extLst>
          </p:cNvPr>
          <p:cNvSpPr>
            <a:spLocks noChangeShapeType="1"/>
          </p:cNvSpPr>
          <p:nvPr/>
        </p:nvSpPr>
        <p:spPr bwMode="auto">
          <a:xfrm>
            <a:off x="0" y="1123950"/>
            <a:ext cx="9158288" cy="0"/>
          </a:xfrm>
          <a:prstGeom prst="line">
            <a:avLst/>
          </a:prstGeom>
          <a:noFill/>
          <a:ln w="9525">
            <a:solidFill>
              <a:srgbClr val="3F3B9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60" name="Picture 12" descr="CB0259_5">
            <a:extLst>
              <a:ext uri="{FF2B5EF4-FFF2-40B4-BE49-F238E27FC236}">
                <a16:creationId xmlns:a16="http://schemas.microsoft.com/office/drawing/2014/main" id="{7D22CEA9-6C60-454F-91B2-F5B6BC17A626}"/>
              </a:ext>
            </a:extLst>
          </p:cNvPr>
          <p:cNvPicPr>
            <a:picLocks noChangeAspect="1" noChangeArrowheads="1"/>
          </p:cNvPicPr>
          <p:nvPr/>
        </p:nvPicPr>
        <p:blipFill>
          <a:blip r:embed="rId15">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214313" y="171450"/>
            <a:ext cx="7508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52" r:id="rId1"/>
    <p:sldLayoutId id="2147484564" r:id="rId2"/>
    <p:sldLayoutId id="2147484565" r:id="rId3"/>
    <p:sldLayoutId id="2147484566" r:id="rId4"/>
    <p:sldLayoutId id="2147484567" r:id="rId5"/>
    <p:sldLayoutId id="2147484568" r:id="rId6"/>
    <p:sldLayoutId id="2147484569" r:id="rId7"/>
    <p:sldLayoutId id="2147484570" r:id="rId8"/>
    <p:sldLayoutId id="2147484571" r:id="rId9"/>
    <p:sldLayoutId id="2147484572" r:id="rId10"/>
    <p:sldLayoutId id="2147484573" r:id="rId11"/>
  </p:sldLayoutIdLst>
  <p:txStyles>
    <p:titleStyle>
      <a:lvl1pPr algn="l" rtl="0" eaLnBrk="0" fontAlgn="base" latinLnBrk="1" hangingPunct="0">
        <a:spcBef>
          <a:spcPct val="0"/>
        </a:spcBef>
        <a:spcAft>
          <a:spcPct val="0"/>
        </a:spcAft>
        <a:defRPr sz="3600">
          <a:solidFill>
            <a:srgbClr val="3F3B91"/>
          </a:solidFill>
          <a:latin typeface="+mj-lt"/>
          <a:ea typeface="+mj-ea"/>
          <a:cs typeface="+mj-cs"/>
        </a:defRPr>
      </a:lvl1pPr>
      <a:lvl2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2pPr>
      <a:lvl3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3pPr>
      <a:lvl4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4pPr>
      <a:lvl5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5pPr>
      <a:lvl6pPr marL="457200" algn="l" rtl="0" fontAlgn="base" latinLnBrk="1">
        <a:spcBef>
          <a:spcPct val="0"/>
        </a:spcBef>
        <a:spcAft>
          <a:spcPct val="0"/>
        </a:spcAft>
        <a:defRPr kumimoji="1" sz="3600">
          <a:solidFill>
            <a:srgbClr val="3F3B91"/>
          </a:solidFill>
          <a:latin typeface="-윤명조240" pitchFamily="18" charset="-127"/>
          <a:ea typeface="-윤명조240" pitchFamily="18" charset="-127"/>
        </a:defRPr>
      </a:lvl6pPr>
      <a:lvl7pPr marL="914400" algn="l" rtl="0" fontAlgn="base" latinLnBrk="1">
        <a:spcBef>
          <a:spcPct val="0"/>
        </a:spcBef>
        <a:spcAft>
          <a:spcPct val="0"/>
        </a:spcAft>
        <a:defRPr kumimoji="1" sz="3600">
          <a:solidFill>
            <a:srgbClr val="3F3B91"/>
          </a:solidFill>
          <a:latin typeface="-윤명조240" pitchFamily="18" charset="-127"/>
          <a:ea typeface="-윤명조240" pitchFamily="18" charset="-127"/>
        </a:defRPr>
      </a:lvl7pPr>
      <a:lvl8pPr marL="1371600" algn="l" rtl="0" fontAlgn="base" latinLnBrk="1">
        <a:spcBef>
          <a:spcPct val="0"/>
        </a:spcBef>
        <a:spcAft>
          <a:spcPct val="0"/>
        </a:spcAft>
        <a:defRPr kumimoji="1" sz="3600">
          <a:solidFill>
            <a:srgbClr val="3F3B91"/>
          </a:solidFill>
          <a:latin typeface="-윤명조240" pitchFamily="18" charset="-127"/>
          <a:ea typeface="-윤명조240" pitchFamily="18" charset="-127"/>
        </a:defRPr>
      </a:lvl8pPr>
      <a:lvl9pPr marL="1828800" algn="l" rtl="0" fontAlgn="base" latinLnBrk="1">
        <a:spcBef>
          <a:spcPct val="0"/>
        </a:spcBef>
        <a:spcAft>
          <a:spcPct val="0"/>
        </a:spcAft>
        <a:defRPr kumimoji="1" sz="3600">
          <a:solidFill>
            <a:srgbClr val="3F3B91"/>
          </a:solidFill>
          <a:latin typeface="-윤명조240" pitchFamily="18" charset="-127"/>
          <a:ea typeface="-윤명조240" pitchFamily="18" charset="-127"/>
        </a:defRPr>
      </a:lvl9pPr>
    </p:titleStyle>
    <p:bodyStyle>
      <a:lvl1pPr marL="342900" indent="-342900" algn="l" rtl="0" eaLnBrk="0" fontAlgn="base" latinLnBrk="1" hangingPunct="0">
        <a:lnSpc>
          <a:spcPts val="2400"/>
        </a:lnSpc>
        <a:spcBef>
          <a:spcPct val="20000"/>
        </a:spcBef>
        <a:spcAft>
          <a:spcPct val="0"/>
        </a:spcAft>
        <a:buChar char="•"/>
        <a:defRPr sz="2200">
          <a:solidFill>
            <a:schemeClr val="tx1"/>
          </a:solidFill>
          <a:latin typeface="+mn-lt"/>
          <a:ea typeface="+mn-ea"/>
          <a:cs typeface="+mn-cs"/>
        </a:defRPr>
      </a:lvl1pPr>
      <a:lvl2pPr marL="742950" indent="-285750" algn="l" rtl="0" eaLnBrk="0" fontAlgn="base" latinLnBrk="1" hangingPunct="0">
        <a:lnSpc>
          <a:spcPts val="2400"/>
        </a:lnSpc>
        <a:spcBef>
          <a:spcPct val="20000"/>
        </a:spcBef>
        <a:spcAft>
          <a:spcPct val="0"/>
        </a:spcAft>
        <a:buChar char="•"/>
        <a:defRPr sz="2000">
          <a:solidFill>
            <a:schemeClr val="tx1"/>
          </a:solidFill>
          <a:latin typeface="+mn-lt"/>
          <a:ea typeface="+mn-ea"/>
        </a:defRPr>
      </a:lvl2pPr>
      <a:lvl3pPr marL="1143000" indent="-228600" algn="l" rtl="0" eaLnBrk="0" fontAlgn="base" latinLnBrk="1" hangingPunct="0">
        <a:lnSpc>
          <a:spcPts val="2400"/>
        </a:lnSpc>
        <a:spcBef>
          <a:spcPct val="20000"/>
        </a:spcBef>
        <a:spcAft>
          <a:spcPct val="0"/>
        </a:spcAft>
        <a:buChar char="•"/>
        <a:defRPr sz="2000">
          <a:solidFill>
            <a:schemeClr val="tx1"/>
          </a:solidFill>
          <a:latin typeface="+mn-lt"/>
          <a:ea typeface="+mn-ea"/>
        </a:defRPr>
      </a:lvl3pPr>
      <a:lvl4pPr marL="1600200" indent="-228600" algn="l" rtl="0" eaLnBrk="0" fontAlgn="base" latinLnBrk="1" hangingPunct="0">
        <a:lnSpc>
          <a:spcPts val="2400"/>
        </a:lnSpc>
        <a:spcBef>
          <a:spcPct val="20000"/>
        </a:spcBef>
        <a:spcAft>
          <a:spcPct val="0"/>
        </a:spcAft>
        <a:buChar char="•"/>
        <a:defRPr sz="1600">
          <a:solidFill>
            <a:schemeClr val="tx1"/>
          </a:solidFill>
          <a:latin typeface="+mn-lt"/>
          <a:ea typeface="+mn-ea"/>
        </a:defRPr>
      </a:lvl4pPr>
      <a:lvl5pPr marL="2057400" indent="-228600" algn="l" rtl="0" eaLnBrk="0" fontAlgn="base" latinLnBrk="1" hangingPunct="0">
        <a:lnSpc>
          <a:spcPts val="2400"/>
        </a:lnSpc>
        <a:spcBef>
          <a:spcPct val="20000"/>
        </a:spcBef>
        <a:spcAft>
          <a:spcPct val="0"/>
        </a:spcAft>
        <a:buChar char="•"/>
        <a:defRPr sz="1400">
          <a:solidFill>
            <a:schemeClr val="tx1"/>
          </a:solidFill>
          <a:latin typeface="+mn-lt"/>
          <a:ea typeface="+mn-ea"/>
        </a:defRPr>
      </a:lvl5pPr>
      <a:lvl6pPr marL="2514600" indent="-228600" algn="l" rtl="0" fontAlgn="base" latinLnBrk="1">
        <a:lnSpc>
          <a:spcPts val="2400"/>
        </a:lnSpc>
        <a:spcBef>
          <a:spcPct val="20000"/>
        </a:spcBef>
        <a:spcAft>
          <a:spcPct val="0"/>
        </a:spcAft>
        <a:buChar char="•"/>
        <a:defRPr kumimoji="1" sz="1400">
          <a:solidFill>
            <a:schemeClr val="tx1"/>
          </a:solidFill>
          <a:latin typeface="+mn-lt"/>
          <a:ea typeface="+mn-ea"/>
        </a:defRPr>
      </a:lvl6pPr>
      <a:lvl7pPr marL="2971800" indent="-228600" algn="l" rtl="0" fontAlgn="base" latinLnBrk="1">
        <a:lnSpc>
          <a:spcPts val="2400"/>
        </a:lnSpc>
        <a:spcBef>
          <a:spcPct val="20000"/>
        </a:spcBef>
        <a:spcAft>
          <a:spcPct val="0"/>
        </a:spcAft>
        <a:buChar char="•"/>
        <a:defRPr kumimoji="1" sz="1400">
          <a:solidFill>
            <a:schemeClr val="tx1"/>
          </a:solidFill>
          <a:latin typeface="+mn-lt"/>
          <a:ea typeface="+mn-ea"/>
        </a:defRPr>
      </a:lvl7pPr>
      <a:lvl8pPr marL="3429000" indent="-228600" algn="l" rtl="0" fontAlgn="base" latinLnBrk="1">
        <a:lnSpc>
          <a:spcPts val="2400"/>
        </a:lnSpc>
        <a:spcBef>
          <a:spcPct val="20000"/>
        </a:spcBef>
        <a:spcAft>
          <a:spcPct val="0"/>
        </a:spcAft>
        <a:buChar char="•"/>
        <a:defRPr kumimoji="1" sz="1400">
          <a:solidFill>
            <a:schemeClr val="tx1"/>
          </a:solidFill>
          <a:latin typeface="+mn-lt"/>
          <a:ea typeface="+mn-ea"/>
        </a:defRPr>
      </a:lvl8pPr>
      <a:lvl9pPr marL="3886200" indent="-228600" algn="l" rtl="0" fontAlgn="base" latinLnBrk="1">
        <a:lnSpc>
          <a:spcPts val="2400"/>
        </a:lnSpc>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B2C655B-2973-4F5E-8F95-9867167F97FD}"/>
              </a:ext>
            </a:extLst>
          </p:cNvPr>
          <p:cNvSpPr>
            <a:spLocks noGrp="1" noChangeArrowheads="1"/>
          </p:cNvSpPr>
          <p:nvPr>
            <p:ph type="title" idx="4294967295"/>
          </p:nvPr>
        </p:nvSpPr>
        <p:spPr bwMode="auto">
          <a:xfrm>
            <a:off x="1582738" y="285750"/>
            <a:ext cx="756126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3075" name="Rectangle 3">
            <a:extLst>
              <a:ext uri="{FF2B5EF4-FFF2-40B4-BE49-F238E27FC236}">
                <a16:creationId xmlns:a16="http://schemas.microsoft.com/office/drawing/2014/main" id="{B649CEEC-D673-4D5B-AED2-26A87D509EB8}"/>
              </a:ext>
            </a:extLst>
          </p:cNvPr>
          <p:cNvSpPr>
            <a:spLocks noGrp="1" noChangeArrowheads="1"/>
          </p:cNvSpPr>
          <p:nvPr>
            <p:ph type="body" idx="4294967295"/>
          </p:nvPr>
        </p:nvSpPr>
        <p:spPr bwMode="auto">
          <a:xfrm>
            <a:off x="1576388" y="1143000"/>
            <a:ext cx="7567612"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215492" name="Rectangle 4">
            <a:extLst>
              <a:ext uri="{FF2B5EF4-FFF2-40B4-BE49-F238E27FC236}">
                <a16:creationId xmlns:a16="http://schemas.microsoft.com/office/drawing/2014/main" id="{B18EFE09-26AF-44F8-B479-09EB905679EF}"/>
              </a:ext>
            </a:extLst>
          </p:cNvPr>
          <p:cNvSpPr>
            <a:spLocks noGrp="1" noChangeArrowheads="1"/>
          </p:cNvSpPr>
          <p:nvPr>
            <p:ph type="dt" sz="half" idx="2"/>
          </p:nvPr>
        </p:nvSpPr>
        <p:spPr bwMode="auto">
          <a:xfrm>
            <a:off x="1581150" y="5953125"/>
            <a:ext cx="1905000" cy="457200"/>
          </a:xfrm>
          <a:prstGeom prst="rect">
            <a:avLst/>
          </a:prstGeom>
          <a:noFill/>
          <a:ln w="9525">
            <a:noFill/>
            <a:miter lim="800000"/>
          </a:ln>
          <a:effectLst/>
        </p:spPr>
        <p:txBody>
          <a:bodyPr vert="horz" wrap="square" lIns="91440" tIns="45720" rIns="91440" bIns="45720" numCol="1" anchor="t" anchorCtr="0" compatLnSpc="1"/>
          <a:lstStyle>
            <a:lvl1pPr eaLnBrk="1" latinLnBrk="1" hangingPunct="1">
              <a:spcBef>
                <a:spcPct val="0"/>
              </a:spcBef>
              <a:buClrTx/>
              <a:buSzTx/>
              <a:buFontTx/>
              <a:buNone/>
              <a:defRPr kumimoji="1" sz="1400">
                <a:solidFill>
                  <a:schemeClr val="tx1"/>
                </a:solidFill>
                <a:latin typeface="+mn-lt"/>
                <a:ea typeface="+mn-ea"/>
              </a:defRPr>
            </a:lvl1pPr>
          </a:lstStyle>
          <a:p>
            <a:pPr>
              <a:defRPr/>
            </a:pPr>
            <a:fld id="{DC0D26EB-63CD-4317-9C17-693F39B3E60E}" type="datetime1">
              <a:rPr lang="zh-CN" altLang="en-US"/>
              <a:pPr>
                <a:defRPr/>
              </a:pPr>
              <a:t>2020/12/3</a:t>
            </a:fld>
            <a:endParaRPr lang="en-US" altLang="ko-KR"/>
          </a:p>
        </p:txBody>
      </p:sp>
      <p:sp>
        <p:nvSpPr>
          <p:cNvPr id="1215493" name="Rectangle 5">
            <a:extLst>
              <a:ext uri="{FF2B5EF4-FFF2-40B4-BE49-F238E27FC236}">
                <a16:creationId xmlns:a16="http://schemas.microsoft.com/office/drawing/2014/main" id="{E1CB91AA-681E-4584-8A8D-D2B4A024B481}"/>
              </a:ext>
            </a:extLst>
          </p:cNvPr>
          <p:cNvSpPr>
            <a:spLocks noGrp="1" noChangeArrowheads="1"/>
          </p:cNvSpPr>
          <p:nvPr>
            <p:ph type="ftr" sz="quarter" idx="3"/>
          </p:nvPr>
        </p:nvSpPr>
        <p:spPr bwMode="auto">
          <a:xfrm>
            <a:off x="3743325" y="5961063"/>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latinLnBrk="1" hangingPunct="1">
              <a:spcBef>
                <a:spcPct val="0"/>
              </a:spcBef>
              <a:buClrTx/>
              <a:buSzTx/>
              <a:buFontTx/>
              <a:buNone/>
              <a:defRPr kumimoji="1" sz="1400">
                <a:solidFill>
                  <a:schemeClr val="tx1"/>
                </a:solidFill>
                <a:latin typeface="+mn-lt"/>
                <a:ea typeface="+mn-ea"/>
              </a:defRPr>
            </a:lvl1pPr>
          </a:lstStyle>
          <a:p>
            <a:pPr>
              <a:defRPr/>
            </a:pPr>
            <a:endParaRPr lang="en-US" altLang="ko-KR"/>
          </a:p>
        </p:txBody>
      </p:sp>
      <p:sp>
        <p:nvSpPr>
          <p:cNvPr id="1215494" name="Rectangle 6">
            <a:extLst>
              <a:ext uri="{FF2B5EF4-FFF2-40B4-BE49-F238E27FC236}">
                <a16:creationId xmlns:a16="http://schemas.microsoft.com/office/drawing/2014/main" id="{00EDFEA2-A22C-4D0D-A4F2-DA31FD7A1A46}"/>
              </a:ext>
            </a:extLst>
          </p:cNvPr>
          <p:cNvSpPr>
            <a:spLocks noGrp="1" noChangeArrowheads="1"/>
          </p:cNvSpPr>
          <p:nvPr>
            <p:ph type="sldNum" sz="quarter" idx="4"/>
          </p:nvPr>
        </p:nvSpPr>
        <p:spPr bwMode="auto">
          <a:xfrm>
            <a:off x="6992938" y="596265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latinLnBrk="1" hangingPunct="1">
              <a:spcBef>
                <a:spcPct val="0"/>
              </a:spcBef>
              <a:buClrTx/>
              <a:buSzPct val="80000"/>
              <a:buFont typeface="Arial" panose="020B0604020202020204" pitchFamily="34" charset="0"/>
              <a:buNone/>
              <a:defRPr sz="1400" noProof="1">
                <a:solidFill>
                  <a:schemeClr val="tx1"/>
                </a:solidFill>
                <a:latin typeface="-윤명조240" pitchFamily="18" charset="-127"/>
                <a:ea typeface="-윤명조240" pitchFamily="18" charset="-127"/>
              </a:defRPr>
            </a:lvl1pPr>
          </a:lstStyle>
          <a:p>
            <a:pPr>
              <a:defRPr/>
            </a:pPr>
            <a:fld id="{1F5AC5D1-1053-496B-BD11-1FF7AA76F149}" type="slidenum">
              <a:rPr lang="ko-KR" altLang="en-US"/>
              <a:pPr>
                <a:defRPr/>
              </a:pPr>
              <a:t>‹#›</a:t>
            </a:fld>
            <a:endParaRPr lang="ko-KR" altLang="en-US"/>
          </a:p>
        </p:txBody>
      </p:sp>
      <p:pic>
        <p:nvPicPr>
          <p:cNvPr id="3079" name="Picture 7">
            <a:extLst>
              <a:ext uri="{FF2B5EF4-FFF2-40B4-BE49-F238E27FC236}">
                <a16:creationId xmlns:a16="http://schemas.microsoft.com/office/drawing/2014/main" id="{82CE3C9E-6F02-4AE8-8102-8B6702D7CC6F}"/>
              </a:ext>
            </a:extLst>
          </p:cNvPr>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1066800" cy="437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8">
            <a:extLst>
              <a:ext uri="{FF2B5EF4-FFF2-40B4-BE49-F238E27FC236}">
                <a16:creationId xmlns:a16="http://schemas.microsoft.com/office/drawing/2014/main" id="{6176FFA4-F5E1-40D5-ABCA-3D5EBBDE9AB0}"/>
              </a:ext>
            </a:extLst>
          </p:cNvPr>
          <p:cNvPicPr preferRelativeResize="0">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4360863"/>
            <a:ext cx="10795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1" name="Rectangle 9">
            <a:extLst>
              <a:ext uri="{FF2B5EF4-FFF2-40B4-BE49-F238E27FC236}">
                <a16:creationId xmlns:a16="http://schemas.microsoft.com/office/drawing/2014/main" id="{529239AB-FAB5-4F20-817C-F8C27BB3FF2A}"/>
              </a:ext>
            </a:extLst>
          </p:cNvPr>
          <p:cNvSpPr>
            <a:spLocks noChangeArrowheads="1"/>
          </p:cNvSpPr>
          <p:nvPr/>
        </p:nvSpPr>
        <p:spPr bwMode="auto">
          <a:xfrm>
            <a:off x="0" y="0"/>
            <a:ext cx="1057275" cy="1131888"/>
          </a:xfrm>
          <a:prstGeom prst="rect">
            <a:avLst/>
          </a:prstGeom>
          <a:solidFill>
            <a:srgbClr val="636581"/>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082" name="Rectangle 10">
            <a:extLst>
              <a:ext uri="{FF2B5EF4-FFF2-40B4-BE49-F238E27FC236}">
                <a16:creationId xmlns:a16="http://schemas.microsoft.com/office/drawing/2014/main" id="{76EEF7B7-D3FB-4A58-A8B9-A0AEA2160CAA}"/>
              </a:ext>
            </a:extLst>
          </p:cNvPr>
          <p:cNvSpPr>
            <a:spLocks noChangeArrowheads="1"/>
          </p:cNvSpPr>
          <p:nvPr/>
        </p:nvSpPr>
        <p:spPr bwMode="auto">
          <a:xfrm>
            <a:off x="0" y="6589713"/>
            <a:ext cx="9159875" cy="266700"/>
          </a:xfrm>
          <a:prstGeom prst="rect">
            <a:avLst/>
          </a:prstGeom>
          <a:solidFill>
            <a:srgbClr val="C0C0C0"/>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3083" name="Line 11">
            <a:extLst>
              <a:ext uri="{FF2B5EF4-FFF2-40B4-BE49-F238E27FC236}">
                <a16:creationId xmlns:a16="http://schemas.microsoft.com/office/drawing/2014/main" id="{C7C19900-A31A-4C4C-99CB-52057404B0FC}"/>
              </a:ext>
            </a:extLst>
          </p:cNvPr>
          <p:cNvSpPr>
            <a:spLocks noChangeShapeType="1"/>
          </p:cNvSpPr>
          <p:nvPr/>
        </p:nvSpPr>
        <p:spPr bwMode="auto">
          <a:xfrm>
            <a:off x="0" y="1123950"/>
            <a:ext cx="9158288" cy="0"/>
          </a:xfrm>
          <a:prstGeom prst="line">
            <a:avLst/>
          </a:prstGeom>
          <a:noFill/>
          <a:ln w="9525">
            <a:solidFill>
              <a:srgbClr val="3F3B9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084" name="Picture 12" descr="CB0259_5">
            <a:extLst>
              <a:ext uri="{FF2B5EF4-FFF2-40B4-BE49-F238E27FC236}">
                <a16:creationId xmlns:a16="http://schemas.microsoft.com/office/drawing/2014/main" id="{9DDBAD94-519F-4878-A4E2-1FEBE927503C}"/>
              </a:ext>
            </a:extLst>
          </p:cNvPr>
          <p:cNvPicPr>
            <a:picLocks noChangeAspect="1" noChangeArrowheads="1"/>
          </p:cNvPicPr>
          <p:nvPr/>
        </p:nvPicPr>
        <p:blipFill>
          <a:blip r:embed="rId20">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214313" y="171450"/>
            <a:ext cx="7508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53" r:id="rId1"/>
    <p:sldLayoutId id="2147484574" r:id="rId2"/>
    <p:sldLayoutId id="2147484575" r:id="rId3"/>
    <p:sldLayoutId id="2147484576" r:id="rId4"/>
    <p:sldLayoutId id="2147484577" r:id="rId5"/>
    <p:sldLayoutId id="2147484578" r:id="rId6"/>
    <p:sldLayoutId id="2147484579" r:id="rId7"/>
    <p:sldLayoutId id="2147484580" r:id="rId8"/>
    <p:sldLayoutId id="2147484581" r:id="rId9"/>
    <p:sldLayoutId id="2147484582" r:id="rId10"/>
    <p:sldLayoutId id="2147484583" r:id="rId11"/>
    <p:sldLayoutId id="2147484584" r:id="rId12"/>
    <p:sldLayoutId id="2147484585" r:id="rId13"/>
    <p:sldLayoutId id="2147484586" r:id="rId14"/>
    <p:sldLayoutId id="2147484587" r:id="rId15"/>
    <p:sldLayoutId id="2147484588" r:id="rId16"/>
  </p:sldLayoutIdLst>
  <p:txStyles>
    <p:titleStyle>
      <a:lvl1pPr algn="l" rtl="0" eaLnBrk="0" fontAlgn="base" latinLnBrk="1" hangingPunct="0">
        <a:spcBef>
          <a:spcPct val="0"/>
        </a:spcBef>
        <a:spcAft>
          <a:spcPct val="0"/>
        </a:spcAft>
        <a:defRPr sz="3600">
          <a:solidFill>
            <a:srgbClr val="3F3B91"/>
          </a:solidFill>
          <a:latin typeface="+mj-lt"/>
          <a:ea typeface="+mj-ea"/>
          <a:cs typeface="+mj-cs"/>
        </a:defRPr>
      </a:lvl1pPr>
      <a:lvl2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2pPr>
      <a:lvl3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3pPr>
      <a:lvl4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4pPr>
      <a:lvl5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5pPr>
      <a:lvl6pPr marL="457200" algn="l" rtl="0" fontAlgn="base" latinLnBrk="1">
        <a:spcBef>
          <a:spcPct val="0"/>
        </a:spcBef>
        <a:spcAft>
          <a:spcPct val="0"/>
        </a:spcAft>
        <a:defRPr kumimoji="1" sz="3600">
          <a:solidFill>
            <a:srgbClr val="3F3B91"/>
          </a:solidFill>
          <a:latin typeface="-윤명조240" pitchFamily="18" charset="-127"/>
          <a:ea typeface="-윤명조240" pitchFamily="18" charset="-127"/>
        </a:defRPr>
      </a:lvl6pPr>
      <a:lvl7pPr marL="914400" algn="l" rtl="0" fontAlgn="base" latinLnBrk="1">
        <a:spcBef>
          <a:spcPct val="0"/>
        </a:spcBef>
        <a:spcAft>
          <a:spcPct val="0"/>
        </a:spcAft>
        <a:defRPr kumimoji="1" sz="3600">
          <a:solidFill>
            <a:srgbClr val="3F3B91"/>
          </a:solidFill>
          <a:latin typeface="-윤명조240" pitchFamily="18" charset="-127"/>
          <a:ea typeface="-윤명조240" pitchFamily="18" charset="-127"/>
        </a:defRPr>
      </a:lvl7pPr>
      <a:lvl8pPr marL="1371600" algn="l" rtl="0" fontAlgn="base" latinLnBrk="1">
        <a:spcBef>
          <a:spcPct val="0"/>
        </a:spcBef>
        <a:spcAft>
          <a:spcPct val="0"/>
        </a:spcAft>
        <a:defRPr kumimoji="1" sz="3600">
          <a:solidFill>
            <a:srgbClr val="3F3B91"/>
          </a:solidFill>
          <a:latin typeface="-윤명조240" pitchFamily="18" charset="-127"/>
          <a:ea typeface="-윤명조240" pitchFamily="18" charset="-127"/>
        </a:defRPr>
      </a:lvl8pPr>
      <a:lvl9pPr marL="1828800" algn="l" rtl="0" fontAlgn="base" latinLnBrk="1">
        <a:spcBef>
          <a:spcPct val="0"/>
        </a:spcBef>
        <a:spcAft>
          <a:spcPct val="0"/>
        </a:spcAft>
        <a:defRPr kumimoji="1" sz="3600">
          <a:solidFill>
            <a:srgbClr val="3F3B91"/>
          </a:solidFill>
          <a:latin typeface="-윤명조240" pitchFamily="18" charset="-127"/>
          <a:ea typeface="-윤명조240" pitchFamily="18" charset="-127"/>
        </a:defRPr>
      </a:lvl9pPr>
    </p:titleStyle>
    <p:bodyStyle>
      <a:lvl1pPr marL="342900" indent="-342900" algn="l" rtl="0" eaLnBrk="0" fontAlgn="base" latinLnBrk="1" hangingPunct="0">
        <a:lnSpc>
          <a:spcPts val="2400"/>
        </a:lnSpc>
        <a:spcBef>
          <a:spcPct val="20000"/>
        </a:spcBef>
        <a:spcAft>
          <a:spcPct val="0"/>
        </a:spcAft>
        <a:buChar char="•"/>
        <a:defRPr sz="2200">
          <a:solidFill>
            <a:schemeClr val="tx1"/>
          </a:solidFill>
          <a:latin typeface="+mn-lt"/>
          <a:ea typeface="+mn-ea"/>
          <a:cs typeface="+mn-cs"/>
        </a:defRPr>
      </a:lvl1pPr>
      <a:lvl2pPr marL="742950" indent="-285750" algn="l" rtl="0" eaLnBrk="0" fontAlgn="base" latinLnBrk="1" hangingPunct="0">
        <a:lnSpc>
          <a:spcPts val="2400"/>
        </a:lnSpc>
        <a:spcBef>
          <a:spcPct val="20000"/>
        </a:spcBef>
        <a:spcAft>
          <a:spcPct val="0"/>
        </a:spcAft>
        <a:buChar char="•"/>
        <a:defRPr sz="2000">
          <a:solidFill>
            <a:schemeClr val="tx1"/>
          </a:solidFill>
          <a:latin typeface="+mn-lt"/>
          <a:ea typeface="+mn-ea"/>
        </a:defRPr>
      </a:lvl2pPr>
      <a:lvl3pPr marL="1143000" indent="-228600" algn="l" rtl="0" eaLnBrk="0" fontAlgn="base" latinLnBrk="1" hangingPunct="0">
        <a:lnSpc>
          <a:spcPts val="2400"/>
        </a:lnSpc>
        <a:spcBef>
          <a:spcPct val="20000"/>
        </a:spcBef>
        <a:spcAft>
          <a:spcPct val="0"/>
        </a:spcAft>
        <a:buChar char="•"/>
        <a:defRPr sz="2000">
          <a:solidFill>
            <a:schemeClr val="tx1"/>
          </a:solidFill>
          <a:latin typeface="+mn-lt"/>
          <a:ea typeface="+mn-ea"/>
        </a:defRPr>
      </a:lvl3pPr>
      <a:lvl4pPr marL="1600200" indent="-228600" algn="l" rtl="0" eaLnBrk="0" fontAlgn="base" latinLnBrk="1" hangingPunct="0">
        <a:lnSpc>
          <a:spcPts val="2400"/>
        </a:lnSpc>
        <a:spcBef>
          <a:spcPct val="20000"/>
        </a:spcBef>
        <a:spcAft>
          <a:spcPct val="0"/>
        </a:spcAft>
        <a:buChar char="•"/>
        <a:defRPr sz="1600">
          <a:solidFill>
            <a:schemeClr val="tx1"/>
          </a:solidFill>
          <a:latin typeface="+mn-lt"/>
          <a:ea typeface="+mn-ea"/>
        </a:defRPr>
      </a:lvl4pPr>
      <a:lvl5pPr marL="2057400" indent="-228600" algn="l" rtl="0" eaLnBrk="0" fontAlgn="base" latinLnBrk="1" hangingPunct="0">
        <a:lnSpc>
          <a:spcPts val="2400"/>
        </a:lnSpc>
        <a:spcBef>
          <a:spcPct val="20000"/>
        </a:spcBef>
        <a:spcAft>
          <a:spcPct val="0"/>
        </a:spcAft>
        <a:buChar char="•"/>
        <a:defRPr sz="1400">
          <a:solidFill>
            <a:schemeClr val="tx1"/>
          </a:solidFill>
          <a:latin typeface="+mn-lt"/>
          <a:ea typeface="+mn-ea"/>
        </a:defRPr>
      </a:lvl5pPr>
      <a:lvl6pPr marL="2514600" indent="-228600" algn="l" rtl="0" fontAlgn="base" latinLnBrk="1">
        <a:lnSpc>
          <a:spcPts val="2400"/>
        </a:lnSpc>
        <a:spcBef>
          <a:spcPct val="20000"/>
        </a:spcBef>
        <a:spcAft>
          <a:spcPct val="0"/>
        </a:spcAft>
        <a:buChar char="•"/>
        <a:defRPr kumimoji="1" sz="1400">
          <a:solidFill>
            <a:schemeClr val="tx1"/>
          </a:solidFill>
          <a:latin typeface="+mn-lt"/>
          <a:ea typeface="+mn-ea"/>
        </a:defRPr>
      </a:lvl6pPr>
      <a:lvl7pPr marL="2971800" indent="-228600" algn="l" rtl="0" fontAlgn="base" latinLnBrk="1">
        <a:lnSpc>
          <a:spcPts val="2400"/>
        </a:lnSpc>
        <a:spcBef>
          <a:spcPct val="20000"/>
        </a:spcBef>
        <a:spcAft>
          <a:spcPct val="0"/>
        </a:spcAft>
        <a:buChar char="•"/>
        <a:defRPr kumimoji="1" sz="1400">
          <a:solidFill>
            <a:schemeClr val="tx1"/>
          </a:solidFill>
          <a:latin typeface="+mn-lt"/>
          <a:ea typeface="+mn-ea"/>
        </a:defRPr>
      </a:lvl7pPr>
      <a:lvl8pPr marL="3429000" indent="-228600" algn="l" rtl="0" fontAlgn="base" latinLnBrk="1">
        <a:lnSpc>
          <a:spcPts val="2400"/>
        </a:lnSpc>
        <a:spcBef>
          <a:spcPct val="20000"/>
        </a:spcBef>
        <a:spcAft>
          <a:spcPct val="0"/>
        </a:spcAft>
        <a:buChar char="•"/>
        <a:defRPr kumimoji="1" sz="1400">
          <a:solidFill>
            <a:schemeClr val="tx1"/>
          </a:solidFill>
          <a:latin typeface="+mn-lt"/>
          <a:ea typeface="+mn-ea"/>
        </a:defRPr>
      </a:lvl8pPr>
      <a:lvl9pPr marL="3886200" indent="-228600" algn="l" rtl="0" fontAlgn="base" latinLnBrk="1">
        <a:lnSpc>
          <a:spcPts val="2400"/>
        </a:lnSpc>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1"/>
            </a:gs>
            <a:gs pos="100000">
              <a:srgbClr val="002850"/>
            </a:gs>
          </a:gsLst>
          <a:lin ang="5400000" scaled="1"/>
        </a:gradFill>
        <a:effectLst/>
      </p:bgPr>
    </p:bg>
    <p:spTree>
      <p:nvGrpSpPr>
        <p:cNvPr id="1" name=""/>
        <p:cNvGrpSpPr/>
        <p:nvPr/>
      </p:nvGrpSpPr>
      <p:grpSpPr>
        <a:xfrm>
          <a:off x="0" y="0"/>
          <a:ext cx="0" cy="0"/>
          <a:chOff x="0" y="0"/>
          <a:chExt cx="0" cy="0"/>
        </a:xfrm>
      </p:grpSpPr>
      <p:grpSp>
        <p:nvGrpSpPr>
          <p:cNvPr id="4098" name="Group 2">
            <a:extLst>
              <a:ext uri="{FF2B5EF4-FFF2-40B4-BE49-F238E27FC236}">
                <a16:creationId xmlns:a16="http://schemas.microsoft.com/office/drawing/2014/main" id="{DDE4BA2B-4320-4E9E-BCAA-1C30B75D9BCD}"/>
              </a:ext>
            </a:extLst>
          </p:cNvPr>
          <p:cNvGrpSpPr>
            <a:grpSpLocks/>
          </p:cNvGrpSpPr>
          <p:nvPr/>
        </p:nvGrpSpPr>
        <p:grpSpPr bwMode="auto">
          <a:xfrm>
            <a:off x="1588" y="0"/>
            <a:ext cx="9148762" cy="6851650"/>
            <a:chOff x="1" y="0"/>
            <a:chExt cx="5763" cy="4316"/>
          </a:xfrm>
        </p:grpSpPr>
        <p:sp>
          <p:nvSpPr>
            <p:cNvPr id="1929219" name="Freeform 3">
              <a:extLst>
                <a:ext uri="{FF2B5EF4-FFF2-40B4-BE49-F238E27FC236}">
                  <a16:creationId xmlns:a16="http://schemas.microsoft.com/office/drawing/2014/main" id="{21F5FE6B-93CC-4D3C-90BF-FFD0B55589F5}"/>
                </a:ext>
              </a:extLst>
            </p:cNvPr>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0" name="Freeform 4">
              <a:extLst>
                <a:ext uri="{FF2B5EF4-FFF2-40B4-BE49-F238E27FC236}">
                  <a16:creationId xmlns:a16="http://schemas.microsoft.com/office/drawing/2014/main" id="{AA4634C4-9115-4425-9740-0E942FF7F010}"/>
                </a:ext>
              </a:extLst>
            </p:cNvPr>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1" name="Freeform 5">
              <a:extLst>
                <a:ext uri="{FF2B5EF4-FFF2-40B4-BE49-F238E27FC236}">
                  <a16:creationId xmlns:a16="http://schemas.microsoft.com/office/drawing/2014/main" id="{E7FF7711-E615-49F9-B0AD-0CDF5758F318}"/>
                </a:ext>
              </a:extLst>
            </p:cNvPr>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grpSp>
          <p:nvGrpSpPr>
            <p:cNvPr id="4107" name="Group 6">
              <a:extLst>
                <a:ext uri="{FF2B5EF4-FFF2-40B4-BE49-F238E27FC236}">
                  <a16:creationId xmlns:a16="http://schemas.microsoft.com/office/drawing/2014/main" id="{812E954B-9F79-40E6-8173-EDEBCEEF0EB9}"/>
                </a:ext>
              </a:extLst>
            </p:cNvPr>
            <p:cNvGrpSpPr>
              <a:grpSpLocks/>
            </p:cNvGrpSpPr>
            <p:nvPr/>
          </p:nvGrpSpPr>
          <p:grpSpPr bwMode="auto">
            <a:xfrm>
              <a:off x="288" y="0"/>
              <a:ext cx="5098" cy="4316"/>
              <a:chOff x="288" y="0"/>
              <a:chExt cx="5098" cy="4316"/>
            </a:xfrm>
          </p:grpSpPr>
          <p:sp>
            <p:nvSpPr>
              <p:cNvPr id="1929223" name="Freeform 7">
                <a:extLst>
                  <a:ext uri="{FF2B5EF4-FFF2-40B4-BE49-F238E27FC236}">
                    <a16:creationId xmlns:a16="http://schemas.microsoft.com/office/drawing/2014/main" id="{52D28DF2-4365-4B3C-A982-2AFE4B8A6792}"/>
                  </a:ext>
                </a:extLst>
              </p:cNvPr>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4" name="Freeform 8">
                <a:extLst>
                  <a:ext uri="{FF2B5EF4-FFF2-40B4-BE49-F238E27FC236}">
                    <a16:creationId xmlns:a16="http://schemas.microsoft.com/office/drawing/2014/main" id="{3EB967FE-F45A-4160-A488-BED41CC20FA4}"/>
                  </a:ext>
                </a:extLst>
              </p:cNvPr>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5" name="Freeform 9">
                <a:extLst>
                  <a:ext uri="{FF2B5EF4-FFF2-40B4-BE49-F238E27FC236}">
                    <a16:creationId xmlns:a16="http://schemas.microsoft.com/office/drawing/2014/main" id="{8EE2EAC2-3B50-4663-BAD8-760DABFC20E5}"/>
                  </a:ext>
                </a:extLst>
              </p:cNvPr>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6" name="Freeform 10">
                <a:extLst>
                  <a:ext uri="{FF2B5EF4-FFF2-40B4-BE49-F238E27FC236}">
                    <a16:creationId xmlns:a16="http://schemas.microsoft.com/office/drawing/2014/main" id="{A6624BB9-A615-4272-A352-CB6A6CF86B1D}"/>
                  </a:ext>
                </a:extLst>
              </p:cNvPr>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7" name="Freeform 11">
                <a:extLst>
                  <a:ext uri="{FF2B5EF4-FFF2-40B4-BE49-F238E27FC236}">
                    <a16:creationId xmlns:a16="http://schemas.microsoft.com/office/drawing/2014/main" id="{2C01DE51-2CCE-4482-BE8C-0AA6873346A5}"/>
                  </a:ext>
                </a:extLst>
              </p:cNvPr>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8" name="Freeform 12">
                <a:extLst>
                  <a:ext uri="{FF2B5EF4-FFF2-40B4-BE49-F238E27FC236}">
                    <a16:creationId xmlns:a16="http://schemas.microsoft.com/office/drawing/2014/main" id="{54F6F35C-0018-46F3-880A-AC53560B0001}"/>
                  </a:ext>
                </a:extLst>
              </p:cNvPr>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29" name="Freeform 13">
                <a:extLst>
                  <a:ext uri="{FF2B5EF4-FFF2-40B4-BE49-F238E27FC236}">
                    <a16:creationId xmlns:a16="http://schemas.microsoft.com/office/drawing/2014/main" id="{4A6AF615-9B6D-4188-8E95-B2130B8926C9}"/>
                  </a:ext>
                </a:extLst>
              </p:cNvPr>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0" name="Freeform 14">
                <a:extLst>
                  <a:ext uri="{FF2B5EF4-FFF2-40B4-BE49-F238E27FC236}">
                    <a16:creationId xmlns:a16="http://schemas.microsoft.com/office/drawing/2014/main" id="{4D1B258D-A0C4-44C8-8AA7-907E5FD3E54F}"/>
                  </a:ext>
                </a:extLst>
              </p:cNvPr>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1" name="Freeform 15">
                <a:extLst>
                  <a:ext uri="{FF2B5EF4-FFF2-40B4-BE49-F238E27FC236}">
                    <a16:creationId xmlns:a16="http://schemas.microsoft.com/office/drawing/2014/main" id="{23FF6073-7F8C-4BC6-88F4-DDB44C913355}"/>
                  </a:ext>
                </a:extLst>
              </p:cNvPr>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2" name="Freeform 16">
                <a:extLst>
                  <a:ext uri="{FF2B5EF4-FFF2-40B4-BE49-F238E27FC236}">
                    <a16:creationId xmlns:a16="http://schemas.microsoft.com/office/drawing/2014/main" id="{5DC3DBB0-6C2C-4293-AF11-149071AB4E41}"/>
                  </a:ext>
                </a:extLst>
              </p:cNvPr>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3" name="Freeform 17">
                <a:extLst>
                  <a:ext uri="{FF2B5EF4-FFF2-40B4-BE49-F238E27FC236}">
                    <a16:creationId xmlns:a16="http://schemas.microsoft.com/office/drawing/2014/main" id="{6E92B584-8E8B-47C5-82DF-47230F7056A0}"/>
                  </a:ext>
                </a:extLst>
              </p:cNvPr>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4" name="Freeform 18">
                <a:extLst>
                  <a:ext uri="{FF2B5EF4-FFF2-40B4-BE49-F238E27FC236}">
                    <a16:creationId xmlns:a16="http://schemas.microsoft.com/office/drawing/2014/main" id="{D0FB3F9A-97C7-4C44-AB22-FDCB9BD358ED}"/>
                  </a:ext>
                </a:extLst>
              </p:cNvPr>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5" name="Freeform 19">
                <a:extLst>
                  <a:ext uri="{FF2B5EF4-FFF2-40B4-BE49-F238E27FC236}">
                    <a16:creationId xmlns:a16="http://schemas.microsoft.com/office/drawing/2014/main" id="{DAFB265A-A150-47BC-9107-55B6058EC5CF}"/>
                  </a:ext>
                </a:extLst>
              </p:cNvPr>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grpSp>
        <p:sp>
          <p:nvSpPr>
            <p:cNvPr id="1929236" name="Freeform 20">
              <a:extLst>
                <a:ext uri="{FF2B5EF4-FFF2-40B4-BE49-F238E27FC236}">
                  <a16:creationId xmlns:a16="http://schemas.microsoft.com/office/drawing/2014/main" id="{A1655292-263A-42E0-B065-BD5FF22532FF}"/>
                </a:ext>
              </a:extLst>
            </p:cNvPr>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7" name="Freeform 21">
              <a:extLst>
                <a:ext uri="{FF2B5EF4-FFF2-40B4-BE49-F238E27FC236}">
                  <a16:creationId xmlns:a16="http://schemas.microsoft.com/office/drawing/2014/main" id="{2E970FE2-65DD-408F-A813-9FA0CD19404E}"/>
                </a:ext>
              </a:extLst>
            </p:cNvPr>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1929238" name="Freeform 22">
              <a:extLst>
                <a:ext uri="{FF2B5EF4-FFF2-40B4-BE49-F238E27FC236}">
                  <a16:creationId xmlns:a16="http://schemas.microsoft.com/office/drawing/2014/main" id="{F87156A1-BAD2-49A7-B2EF-37BE703994A6}"/>
                </a:ext>
              </a:extLst>
            </p:cNvPr>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4111" name="Freeform 23">
              <a:extLst>
                <a:ext uri="{FF2B5EF4-FFF2-40B4-BE49-F238E27FC236}">
                  <a16:creationId xmlns:a16="http://schemas.microsoft.com/office/drawing/2014/main" id="{2CBA588E-20F5-4B3C-BE2D-EB3683ECF405}"/>
                </a:ext>
              </a:extLst>
            </p:cNvPr>
            <p:cNvSpPr>
              <a:spLocks/>
            </p:cNvSpPr>
            <p:nvPr/>
          </p:nvSpPr>
          <p:spPr bwMode="hidden">
            <a:xfrm>
              <a:off x="5041" y="0"/>
              <a:ext cx="719" cy="845"/>
            </a:xfrm>
            <a:custGeom>
              <a:avLst/>
              <a:gdLst>
                <a:gd name="T0" fmla="*/ 725 w 717"/>
                <a:gd name="T1" fmla="*/ 845 h 845"/>
                <a:gd name="T2" fmla="*/ 725 w 717"/>
                <a:gd name="T3" fmla="*/ 821 h 845"/>
                <a:gd name="T4" fmla="*/ 582 w 717"/>
                <a:gd name="T5" fmla="*/ 605 h 845"/>
                <a:gd name="T6" fmla="*/ 410 w 717"/>
                <a:gd name="T7" fmla="*/ 396 h 845"/>
                <a:gd name="T8" fmla="*/ 225 w 717"/>
                <a:gd name="T9" fmla="*/ 192 h 845"/>
                <a:gd name="T10" fmla="*/ 17 w 717"/>
                <a:gd name="T11" fmla="*/ 0 h 845"/>
                <a:gd name="T12" fmla="*/ 0 w 717"/>
                <a:gd name="T13" fmla="*/ 0 h 845"/>
                <a:gd name="T14" fmla="*/ 213 w 717"/>
                <a:gd name="T15" fmla="*/ 198 h 845"/>
                <a:gd name="T16" fmla="*/ 404 w 717"/>
                <a:gd name="T17" fmla="*/ 408 h 845"/>
                <a:gd name="T18" fmla="*/ 576 w 717"/>
                <a:gd name="T19" fmla="*/ 623 h 845"/>
                <a:gd name="T20" fmla="*/ 725 w 717"/>
                <a:gd name="T21" fmla="*/ 845 h 845"/>
                <a:gd name="T22" fmla="*/ 72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2" name="Freeform 24">
              <a:extLst>
                <a:ext uri="{FF2B5EF4-FFF2-40B4-BE49-F238E27FC236}">
                  <a16:creationId xmlns:a16="http://schemas.microsoft.com/office/drawing/2014/main" id="{F261D8EC-0614-447F-ABDA-1A51D0DA950F}"/>
                </a:ext>
              </a:extLst>
            </p:cNvPr>
            <p:cNvSpPr>
              <a:spLocks/>
            </p:cNvSpPr>
            <p:nvPr/>
          </p:nvSpPr>
          <p:spPr bwMode="hidden">
            <a:xfrm>
              <a:off x="5352" y="0"/>
              <a:ext cx="408" cy="414"/>
            </a:xfrm>
            <a:custGeom>
              <a:avLst/>
              <a:gdLst>
                <a:gd name="T0" fmla="*/ 411 w 407"/>
                <a:gd name="T1" fmla="*/ 414 h 414"/>
                <a:gd name="T2" fmla="*/ 411 w 407"/>
                <a:gd name="T3" fmla="*/ 396 h 414"/>
                <a:gd name="T4" fmla="*/ 226 w 407"/>
                <a:gd name="T5" fmla="*/ 192 h 414"/>
                <a:gd name="T6" fmla="*/ 12 w 407"/>
                <a:gd name="T7" fmla="*/ 0 h 414"/>
                <a:gd name="T8" fmla="*/ 0 w 407"/>
                <a:gd name="T9" fmla="*/ 0 h 414"/>
                <a:gd name="T10" fmla="*/ 108 w 407"/>
                <a:gd name="T11" fmla="*/ 102 h 414"/>
                <a:gd name="T12" fmla="*/ 220 w 407"/>
                <a:gd name="T13" fmla="*/ 204 h 414"/>
                <a:gd name="T14" fmla="*/ 411 w 407"/>
                <a:gd name="T15" fmla="*/ 414 h 414"/>
                <a:gd name="T16" fmla="*/ 411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29241" name="Freeform 25">
              <a:extLst>
                <a:ext uri="{FF2B5EF4-FFF2-40B4-BE49-F238E27FC236}">
                  <a16:creationId xmlns:a16="http://schemas.microsoft.com/office/drawing/2014/main" id="{4C7A7487-CC14-4FE3-B6FD-3AE2DDE81BBD}"/>
                </a:ext>
              </a:extLst>
            </p:cNvPr>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spcBef>
                  <a:spcPct val="20000"/>
                </a:spcBef>
                <a:buClr>
                  <a:schemeClr val="tx1"/>
                </a:buClr>
                <a:buSzPct val="80000"/>
                <a:buFontTx/>
                <a:buChar char="•"/>
                <a:defRPr/>
              </a:pPr>
              <a:endParaRPr lang="zh-CN" altLang="en-US"/>
            </a:p>
          </p:txBody>
        </p:sp>
        <p:sp>
          <p:nvSpPr>
            <p:cNvPr id="4114" name="Freeform 26">
              <a:extLst>
                <a:ext uri="{FF2B5EF4-FFF2-40B4-BE49-F238E27FC236}">
                  <a16:creationId xmlns:a16="http://schemas.microsoft.com/office/drawing/2014/main" id="{E88472B2-744F-4DA2-90BB-DA4B1E6EC4DE}"/>
                </a:ext>
              </a:extLst>
            </p:cNvPr>
            <p:cNvSpPr>
              <a:spLocks/>
            </p:cNvSpPr>
            <p:nvPr/>
          </p:nvSpPr>
          <p:spPr bwMode="hidden">
            <a:xfrm>
              <a:off x="6" y="0"/>
              <a:ext cx="588" cy="599"/>
            </a:xfrm>
            <a:custGeom>
              <a:avLst/>
              <a:gdLst>
                <a:gd name="T0" fmla="*/ 594 w 586"/>
                <a:gd name="T1" fmla="*/ 0 h 599"/>
                <a:gd name="T2" fmla="*/ 576 w 586"/>
                <a:gd name="T3" fmla="*/ 0 h 599"/>
                <a:gd name="T4" fmla="*/ 411 w 586"/>
                <a:gd name="T5" fmla="*/ 132 h 599"/>
                <a:gd name="T6" fmla="*/ 261 w 586"/>
                <a:gd name="T7" fmla="*/ 270 h 599"/>
                <a:gd name="T8" fmla="*/ 120 w 586"/>
                <a:gd name="T9" fmla="*/ 420 h 599"/>
                <a:gd name="T10" fmla="*/ 0 w 586"/>
                <a:gd name="T11" fmla="*/ 575 h 599"/>
                <a:gd name="T12" fmla="*/ 0 w 586"/>
                <a:gd name="T13" fmla="*/ 599 h 599"/>
                <a:gd name="T14" fmla="*/ 120 w 586"/>
                <a:gd name="T15" fmla="*/ 432 h 599"/>
                <a:gd name="T16" fmla="*/ 261 w 586"/>
                <a:gd name="T17" fmla="*/ 282 h 599"/>
                <a:gd name="T18" fmla="*/ 417 w 586"/>
                <a:gd name="T19" fmla="*/ 138 h 599"/>
                <a:gd name="T20" fmla="*/ 594 w 586"/>
                <a:gd name="T21" fmla="*/ 0 h 599"/>
                <a:gd name="T22" fmla="*/ 59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5" name="Freeform 27">
              <a:extLst>
                <a:ext uri="{FF2B5EF4-FFF2-40B4-BE49-F238E27FC236}">
                  <a16:creationId xmlns:a16="http://schemas.microsoft.com/office/drawing/2014/main" id="{17E1FF27-2BB4-4D41-918D-B24BF2934604}"/>
                </a:ext>
              </a:extLst>
            </p:cNvPr>
            <p:cNvSpPr>
              <a:spLocks/>
            </p:cNvSpPr>
            <p:nvPr/>
          </p:nvSpPr>
          <p:spPr bwMode="hidden">
            <a:xfrm>
              <a:off x="6" y="0"/>
              <a:ext cx="270" cy="252"/>
            </a:xfrm>
            <a:custGeom>
              <a:avLst/>
              <a:gdLst>
                <a:gd name="T0" fmla="*/ 273 w 269"/>
                <a:gd name="T1" fmla="*/ 0 h 252"/>
                <a:gd name="T2" fmla="*/ 255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3 w 269"/>
                <a:gd name="T15" fmla="*/ 0 h 252"/>
                <a:gd name="T16" fmla="*/ 273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6" name="Line 28">
              <a:extLst>
                <a:ext uri="{FF2B5EF4-FFF2-40B4-BE49-F238E27FC236}">
                  <a16:creationId xmlns:a16="http://schemas.microsoft.com/office/drawing/2014/main" id="{5EE8DFE9-9911-402F-9651-EAEEFE35FF72}"/>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7" name="Line 29">
              <a:extLst>
                <a:ext uri="{FF2B5EF4-FFF2-40B4-BE49-F238E27FC236}">
                  <a16:creationId xmlns:a16="http://schemas.microsoft.com/office/drawing/2014/main" id="{C53A4727-876C-47A1-B166-7A182C3A20F6}"/>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8" name="Line 30">
              <a:extLst>
                <a:ext uri="{FF2B5EF4-FFF2-40B4-BE49-F238E27FC236}">
                  <a16:creationId xmlns:a16="http://schemas.microsoft.com/office/drawing/2014/main" id="{34226039-53AD-4BC8-B248-7552FA22FEB9}"/>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119" name="Group 31">
              <a:extLst>
                <a:ext uri="{FF2B5EF4-FFF2-40B4-BE49-F238E27FC236}">
                  <a16:creationId xmlns:a16="http://schemas.microsoft.com/office/drawing/2014/main" id="{FAFD2776-79B5-47CD-B34F-5BC085885778}"/>
                </a:ext>
              </a:extLst>
            </p:cNvPr>
            <p:cNvGrpSpPr>
              <a:grpSpLocks/>
            </p:cNvGrpSpPr>
            <p:nvPr/>
          </p:nvGrpSpPr>
          <p:grpSpPr bwMode="auto">
            <a:xfrm>
              <a:off x="1" y="392"/>
              <a:ext cx="5758" cy="1571"/>
              <a:chOff x="1" y="392"/>
              <a:chExt cx="5758" cy="1571"/>
            </a:xfrm>
          </p:grpSpPr>
          <p:sp>
            <p:nvSpPr>
              <p:cNvPr id="4122" name="Line 32">
                <a:extLst>
                  <a:ext uri="{FF2B5EF4-FFF2-40B4-BE49-F238E27FC236}">
                    <a16:creationId xmlns:a16="http://schemas.microsoft.com/office/drawing/2014/main" id="{50589639-7339-432A-85C0-555A85A61352}"/>
                  </a:ext>
                </a:extLst>
              </p:cNvPr>
              <p:cNvSpPr>
                <a:spLocks noChangeShapeType="1"/>
              </p:cNvSpPr>
              <p:nvPr/>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3" name="Line 33">
                <a:extLst>
                  <a:ext uri="{FF2B5EF4-FFF2-40B4-BE49-F238E27FC236}">
                    <a16:creationId xmlns:a16="http://schemas.microsoft.com/office/drawing/2014/main" id="{1D04B18E-745E-4655-8A3D-FA8F39A46736}"/>
                  </a:ext>
                </a:extLst>
              </p:cNvPr>
              <p:cNvSpPr>
                <a:spLocks noChangeShapeType="1"/>
              </p:cNvSpPr>
              <p:nvPr/>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4" name="Line 34">
                <a:extLst>
                  <a:ext uri="{FF2B5EF4-FFF2-40B4-BE49-F238E27FC236}">
                    <a16:creationId xmlns:a16="http://schemas.microsoft.com/office/drawing/2014/main" id="{E47D6FF3-2C00-428B-B05A-E4207160519D}"/>
                  </a:ext>
                </a:extLst>
              </p:cNvPr>
              <p:cNvSpPr>
                <a:spLocks noChangeShapeType="1"/>
              </p:cNvSpPr>
              <p:nvPr/>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5" name="Line 35">
                <a:extLst>
                  <a:ext uri="{FF2B5EF4-FFF2-40B4-BE49-F238E27FC236}">
                    <a16:creationId xmlns:a16="http://schemas.microsoft.com/office/drawing/2014/main" id="{9CD94B7B-9664-459C-9D1F-3CF10BC3E15A}"/>
                  </a:ext>
                </a:extLst>
              </p:cNvPr>
              <p:cNvSpPr>
                <a:spLocks noChangeShapeType="1"/>
              </p:cNvSpPr>
              <p:nvPr/>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6" name="Line 36">
                <a:extLst>
                  <a:ext uri="{FF2B5EF4-FFF2-40B4-BE49-F238E27FC236}">
                    <a16:creationId xmlns:a16="http://schemas.microsoft.com/office/drawing/2014/main" id="{32755A2F-B64F-4A1B-8B56-994E3FCB6970}"/>
                  </a:ext>
                </a:extLst>
              </p:cNvPr>
              <p:cNvSpPr>
                <a:spLocks noChangeShapeType="1"/>
              </p:cNvSpPr>
              <p:nvPr/>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20" name="Line 37">
              <a:extLst>
                <a:ext uri="{FF2B5EF4-FFF2-40B4-BE49-F238E27FC236}">
                  <a16:creationId xmlns:a16="http://schemas.microsoft.com/office/drawing/2014/main" id="{E41577EE-5462-4352-9845-C16A316C628C}"/>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1" name="Line 38">
              <a:extLst>
                <a:ext uri="{FF2B5EF4-FFF2-40B4-BE49-F238E27FC236}">
                  <a16:creationId xmlns:a16="http://schemas.microsoft.com/office/drawing/2014/main" id="{095B0A95-7E79-4730-938C-8726FA54FB60}"/>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29255" name="Rectangle 39">
            <a:extLst>
              <a:ext uri="{FF2B5EF4-FFF2-40B4-BE49-F238E27FC236}">
                <a16:creationId xmlns:a16="http://schemas.microsoft.com/office/drawing/2014/main" id="{3774D312-228F-4F59-AB66-73CF04931653}"/>
              </a:ext>
            </a:extLst>
          </p:cNvPr>
          <p:cNvSpPr>
            <a:spLocks noGrp="1" noChangeArrowheads="1"/>
          </p:cNvSpPr>
          <p:nvPr>
            <p:ph type="title"/>
          </p:nvPr>
        </p:nvSpPr>
        <p:spPr bwMode="auto">
          <a:xfrm>
            <a:off x="457200" y="2778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noProof="1"/>
              <a:t>单击此处编辑母版标题样式</a:t>
            </a:r>
          </a:p>
        </p:txBody>
      </p:sp>
      <p:sp>
        <p:nvSpPr>
          <p:cNvPr id="1929256" name="Rectangle 40">
            <a:extLst>
              <a:ext uri="{FF2B5EF4-FFF2-40B4-BE49-F238E27FC236}">
                <a16:creationId xmlns:a16="http://schemas.microsoft.com/office/drawing/2014/main" id="{30588716-E48B-4928-BE86-17F1AA544D9A}"/>
              </a:ext>
            </a:extLst>
          </p:cNvPr>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ClrTx/>
              <a:buSzTx/>
              <a:buFontTx/>
              <a:buNone/>
              <a:defRPr sz="1000">
                <a:solidFill>
                  <a:schemeClr val="tx1"/>
                </a:solidFill>
                <a:effectLst>
                  <a:outerShdw blurRad="38100" dist="38100" dir="2700000" algn="tl">
                    <a:srgbClr val="000000"/>
                  </a:outerShdw>
                </a:effectLst>
                <a:latin typeface="+mn-lt"/>
              </a:defRPr>
            </a:lvl1pPr>
          </a:lstStyle>
          <a:p>
            <a:pPr>
              <a:defRPr/>
            </a:pPr>
            <a:fld id="{EE3E0929-8C4E-412B-A0B9-C0D1653203B4}" type="datetime1">
              <a:rPr lang="zh-CN" altLang="en-US"/>
              <a:pPr>
                <a:defRPr/>
              </a:pPr>
              <a:t>2020/12/3</a:t>
            </a:fld>
            <a:endParaRPr lang="en-US" altLang="zh-CN"/>
          </a:p>
        </p:txBody>
      </p:sp>
      <p:sp>
        <p:nvSpPr>
          <p:cNvPr id="1929257" name="Rectangle 41">
            <a:extLst>
              <a:ext uri="{FF2B5EF4-FFF2-40B4-BE49-F238E27FC236}">
                <a16:creationId xmlns:a16="http://schemas.microsoft.com/office/drawing/2014/main" id="{5E8BBECC-7883-4927-B500-ABD1C85C3EE8}"/>
              </a:ext>
            </a:extLst>
          </p:cNvPr>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ClrTx/>
              <a:buSzTx/>
              <a:buFontTx/>
              <a:buNone/>
              <a:defRPr sz="1000">
                <a:solidFill>
                  <a:schemeClr val="tx1"/>
                </a:solidFill>
                <a:effectLst>
                  <a:outerShdw blurRad="38100" dist="38100" dir="2700000" algn="tl">
                    <a:srgbClr val="000000"/>
                  </a:outerShdw>
                </a:effectLst>
                <a:latin typeface="+mn-lt"/>
              </a:defRPr>
            </a:lvl1pPr>
          </a:lstStyle>
          <a:p>
            <a:pPr>
              <a:defRPr/>
            </a:pPr>
            <a:endParaRPr lang="en-US" altLang="zh-CN"/>
          </a:p>
        </p:txBody>
      </p:sp>
      <p:sp>
        <p:nvSpPr>
          <p:cNvPr id="1929258" name="Rectangle 42">
            <a:extLst>
              <a:ext uri="{FF2B5EF4-FFF2-40B4-BE49-F238E27FC236}">
                <a16:creationId xmlns:a16="http://schemas.microsoft.com/office/drawing/2014/main" id="{2AEC762D-5114-4024-BB4F-7685F069D004}"/>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ClrTx/>
              <a:buSzPct val="80000"/>
              <a:buFont typeface="Arial" panose="020B0604020202020204" pitchFamily="34" charset="0"/>
              <a:buNone/>
              <a:defRPr sz="1000" noProof="1">
                <a:solidFill>
                  <a:schemeClr val="tx1"/>
                </a:solidFill>
                <a:effectLst>
                  <a:outerShdw blurRad="38100" dist="38100" dir="2700000">
                    <a:srgbClr val="C0C0C0"/>
                  </a:outerShdw>
                </a:effectLst>
                <a:latin typeface="Verdana" panose="020B0604030504040204" pitchFamily="34" charset="0"/>
              </a:defRPr>
            </a:lvl1pPr>
          </a:lstStyle>
          <a:p>
            <a:pPr>
              <a:defRPr/>
            </a:pPr>
            <a:fld id="{9736DB22-8BBE-44C0-BB3F-B1111C6FC832}" type="slidenum">
              <a:rPr lang="en-US" altLang="zh-CN"/>
              <a:pPr>
                <a:defRPr/>
              </a:pPr>
              <a:t>‹#›</a:t>
            </a:fld>
            <a:endParaRPr lang="en-US" altLang="zh-CN"/>
          </a:p>
        </p:txBody>
      </p:sp>
      <p:sp>
        <p:nvSpPr>
          <p:cNvPr id="1929259" name="Rectangle 43">
            <a:extLst>
              <a:ext uri="{FF2B5EF4-FFF2-40B4-BE49-F238E27FC236}">
                <a16:creationId xmlns:a16="http://schemas.microsoft.com/office/drawing/2014/main" id="{D80CEED6-30F0-4511-8F17-E693024F31BC}"/>
              </a:ext>
            </a:extLst>
          </p:cNvPr>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 bg1="dk2" tx1="lt1" bg2="dk1" tx2="lt2" accent1="accent1" accent2="accent2" accent3="accent3" accent4="accent4" accent5="accent5" accent6="accent6" hlink="hlink" folHlink="folHlink"/>
  <p:sldLayoutIdLst>
    <p:sldLayoutId id="2147484654" r:id="rId1"/>
    <p:sldLayoutId id="2147484589" r:id="rId2"/>
    <p:sldLayoutId id="2147484590" r:id="rId3"/>
    <p:sldLayoutId id="2147484591" r:id="rId4"/>
    <p:sldLayoutId id="2147484592" r:id="rId5"/>
    <p:sldLayoutId id="2147484593" r:id="rId6"/>
    <p:sldLayoutId id="2147484594" r:id="rId7"/>
    <p:sldLayoutId id="2147484595" r:id="rId8"/>
    <p:sldLayoutId id="2147484596" r:id="rId9"/>
    <p:sldLayoutId id="2147484597" r:id="rId10"/>
    <p:sldLayoutId id="2147484598" r:id="rId11"/>
    <p:sldLayoutId id="2147484599"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1"/>
            </a:gs>
            <a:gs pos="100000">
              <a:srgbClr val="525462"/>
            </a:gs>
          </a:gsLst>
          <a:lin ang="5400000" scaled="1"/>
        </a:gradFill>
        <a:effectLst/>
      </p:bgPr>
    </p:bg>
    <p:spTree>
      <p:nvGrpSpPr>
        <p:cNvPr id="1" name=""/>
        <p:cNvGrpSpPr/>
        <p:nvPr/>
      </p:nvGrpSpPr>
      <p:grpSpPr>
        <a:xfrm>
          <a:off x="0" y="0"/>
          <a:ext cx="0" cy="0"/>
          <a:chOff x="0" y="0"/>
          <a:chExt cx="0" cy="0"/>
        </a:xfrm>
      </p:grpSpPr>
      <p:grpSp>
        <p:nvGrpSpPr>
          <p:cNvPr id="5122" name="Group 1026">
            <a:extLst>
              <a:ext uri="{FF2B5EF4-FFF2-40B4-BE49-F238E27FC236}">
                <a16:creationId xmlns:a16="http://schemas.microsoft.com/office/drawing/2014/main" id="{EF22A03C-3D02-40CE-BD9F-B38BF9D11945}"/>
              </a:ext>
            </a:extLst>
          </p:cNvPr>
          <p:cNvGrpSpPr>
            <a:grpSpLocks/>
          </p:cNvGrpSpPr>
          <p:nvPr/>
        </p:nvGrpSpPr>
        <p:grpSpPr bwMode="auto">
          <a:xfrm>
            <a:off x="0" y="1422400"/>
            <a:ext cx="9147175" cy="5435600"/>
            <a:chOff x="0" y="896"/>
            <a:chExt cx="5762" cy="3424"/>
          </a:xfrm>
        </p:grpSpPr>
        <p:grpSp>
          <p:nvGrpSpPr>
            <p:cNvPr id="5128" name="Group 1027">
              <a:extLst>
                <a:ext uri="{FF2B5EF4-FFF2-40B4-BE49-F238E27FC236}">
                  <a16:creationId xmlns:a16="http://schemas.microsoft.com/office/drawing/2014/main" id="{8A13B2D1-1D7D-43BA-B8EE-C33476FD0079}"/>
                </a:ext>
              </a:extLst>
            </p:cNvPr>
            <p:cNvGrpSpPr>
              <a:grpSpLocks/>
            </p:cNvGrpSpPr>
            <p:nvPr userDrawn="1"/>
          </p:nvGrpSpPr>
          <p:grpSpPr bwMode="auto">
            <a:xfrm>
              <a:off x="20" y="896"/>
              <a:ext cx="5742" cy="3424"/>
              <a:chOff x="20" y="896"/>
              <a:chExt cx="5742" cy="3424"/>
            </a:xfrm>
          </p:grpSpPr>
          <p:sp>
            <p:nvSpPr>
              <p:cNvPr id="5265" name="Freeform 1028">
                <a:extLst>
                  <a:ext uri="{FF2B5EF4-FFF2-40B4-BE49-F238E27FC236}">
                    <a16:creationId xmlns:a16="http://schemas.microsoft.com/office/drawing/2014/main" id="{46E0CEC6-858B-46AB-A8FB-DB004B7A351E}"/>
                  </a:ext>
                </a:extLst>
              </p:cNvPr>
              <p:cNvSpPr>
                <a:spLocks/>
              </p:cNvSpPr>
              <p:nvPr/>
            </p:nvSpPr>
            <p:spPr bwMode="hidden">
              <a:xfrm>
                <a:off x="1399" y="1116"/>
                <a:ext cx="2815" cy="2110"/>
              </a:xfrm>
              <a:custGeom>
                <a:avLst/>
                <a:gdLst>
                  <a:gd name="T0" fmla="*/ 950 w 2815"/>
                  <a:gd name="T1" fmla="*/ 85 h 2110"/>
                  <a:gd name="T2" fmla="*/ 628 w 2815"/>
                  <a:gd name="T3" fmla="*/ 438 h 2110"/>
                  <a:gd name="T4" fmla="*/ 66 w 2815"/>
                  <a:gd name="T5" fmla="*/ 471 h 2110"/>
                  <a:gd name="T6" fmla="*/ 0 w 2815"/>
                  <a:gd name="T7" fmla="*/ 627 h 2110"/>
                  <a:gd name="T8" fmla="*/ 372 w 2815"/>
                  <a:gd name="T9" fmla="*/ 1026 h 2110"/>
                  <a:gd name="T10" fmla="*/ 611 w 2815"/>
                  <a:gd name="T11" fmla="*/ 902 h 2110"/>
                  <a:gd name="T12" fmla="*/ 992 w 2815"/>
                  <a:gd name="T13" fmla="*/ 1085 h 2110"/>
                  <a:gd name="T14" fmla="*/ 1116 w 2815"/>
                  <a:gd name="T15" fmla="*/ 1339 h 2110"/>
                  <a:gd name="T16" fmla="*/ 1083 w 2815"/>
                  <a:gd name="T17" fmla="*/ 1450 h 2110"/>
                  <a:gd name="T18" fmla="*/ 1124 w 2815"/>
                  <a:gd name="T19" fmla="*/ 1659 h 2110"/>
                  <a:gd name="T20" fmla="*/ 1149 w 2815"/>
                  <a:gd name="T21" fmla="*/ 1999 h 2110"/>
                  <a:gd name="T22" fmla="*/ 1463 w 2815"/>
                  <a:gd name="T23" fmla="*/ 2110 h 2110"/>
                  <a:gd name="T24" fmla="*/ 1686 w 2815"/>
                  <a:gd name="T25" fmla="*/ 2025 h 2110"/>
                  <a:gd name="T26" fmla="*/ 1603 w 2815"/>
                  <a:gd name="T27" fmla="*/ 1777 h 2110"/>
                  <a:gd name="T28" fmla="*/ 1991 w 2815"/>
                  <a:gd name="T29" fmla="*/ 1555 h 2110"/>
                  <a:gd name="T30" fmla="*/ 2281 w 2815"/>
                  <a:gd name="T31" fmla="*/ 1542 h 2110"/>
                  <a:gd name="T32" fmla="*/ 2446 w 2815"/>
                  <a:gd name="T33" fmla="*/ 1359 h 2110"/>
                  <a:gd name="T34" fmla="*/ 2361 w 2815"/>
                  <a:gd name="T35" fmla="*/ 1001 h 2110"/>
                  <a:gd name="T36" fmla="*/ 2606 w 2815"/>
                  <a:gd name="T37" fmla="*/ 893 h 2110"/>
                  <a:gd name="T38" fmla="*/ 2815 w 2815"/>
                  <a:gd name="T39" fmla="*/ 454 h 2110"/>
                  <a:gd name="T40" fmla="*/ 2518 w 2815"/>
                  <a:gd name="T41" fmla="*/ 0 h 21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66" name="Freeform 1029">
                <a:extLst>
                  <a:ext uri="{FF2B5EF4-FFF2-40B4-BE49-F238E27FC236}">
                    <a16:creationId xmlns:a16="http://schemas.microsoft.com/office/drawing/2014/main" id="{D812125D-BD9F-402D-9EDE-4CC644E5A799}"/>
                  </a:ext>
                </a:extLst>
              </p:cNvPr>
              <p:cNvSpPr>
                <a:spLocks/>
              </p:cNvSpPr>
              <p:nvPr/>
            </p:nvSpPr>
            <p:spPr bwMode="hidden">
              <a:xfrm>
                <a:off x="672" y="1116"/>
                <a:ext cx="3966" cy="2366"/>
              </a:xfrm>
              <a:custGeom>
                <a:avLst/>
                <a:gdLst>
                  <a:gd name="T0" fmla="*/ 1423 w 3966"/>
                  <a:gd name="T1" fmla="*/ 65 h 2366"/>
                  <a:gd name="T2" fmla="*/ 1148 w 3966"/>
                  <a:gd name="T3" fmla="*/ 262 h 2366"/>
                  <a:gd name="T4" fmla="*/ 934 w 3966"/>
                  <a:gd name="T5" fmla="*/ 216 h 2366"/>
                  <a:gd name="T6" fmla="*/ 529 w 3966"/>
                  <a:gd name="T7" fmla="*/ 314 h 2366"/>
                  <a:gd name="T8" fmla="*/ 174 w 3966"/>
                  <a:gd name="T9" fmla="*/ 327 h 2366"/>
                  <a:gd name="T10" fmla="*/ 0 w 3966"/>
                  <a:gd name="T11" fmla="*/ 628 h 2366"/>
                  <a:gd name="T12" fmla="*/ 91 w 3966"/>
                  <a:gd name="T13" fmla="*/ 726 h 2366"/>
                  <a:gd name="T14" fmla="*/ 231 w 3966"/>
                  <a:gd name="T15" fmla="*/ 654 h 2366"/>
                  <a:gd name="T16" fmla="*/ 430 w 3966"/>
                  <a:gd name="T17" fmla="*/ 687 h 2366"/>
                  <a:gd name="T18" fmla="*/ 504 w 3966"/>
                  <a:gd name="T19" fmla="*/ 850 h 2366"/>
                  <a:gd name="T20" fmla="*/ 347 w 3966"/>
                  <a:gd name="T21" fmla="*/ 1020 h 2366"/>
                  <a:gd name="T22" fmla="*/ 529 w 3966"/>
                  <a:gd name="T23" fmla="*/ 1144 h 2366"/>
                  <a:gd name="T24" fmla="*/ 727 w 3966"/>
                  <a:gd name="T25" fmla="*/ 1105 h 2366"/>
                  <a:gd name="T26" fmla="*/ 901 w 3966"/>
                  <a:gd name="T27" fmla="*/ 1216 h 2366"/>
                  <a:gd name="T28" fmla="*/ 1256 w 3966"/>
                  <a:gd name="T29" fmla="*/ 1229 h 2366"/>
                  <a:gd name="T30" fmla="*/ 1611 w 3966"/>
                  <a:gd name="T31" fmla="*/ 1425 h 2366"/>
                  <a:gd name="T32" fmla="*/ 1694 w 3966"/>
                  <a:gd name="T33" fmla="*/ 1673 h 2366"/>
                  <a:gd name="T34" fmla="*/ 1619 w 3966"/>
                  <a:gd name="T35" fmla="*/ 2118 h 2366"/>
                  <a:gd name="T36" fmla="*/ 1694 w 3966"/>
                  <a:gd name="T37" fmla="*/ 2268 h 2366"/>
                  <a:gd name="T38" fmla="*/ 2132 w 3966"/>
                  <a:gd name="T39" fmla="*/ 2242 h 2366"/>
                  <a:gd name="T40" fmla="*/ 2289 w 3966"/>
                  <a:gd name="T41" fmla="*/ 2366 h 2366"/>
                  <a:gd name="T42" fmla="*/ 2594 w 3966"/>
                  <a:gd name="T43" fmla="*/ 2046 h 2366"/>
                  <a:gd name="T44" fmla="*/ 2537 w 3966"/>
                  <a:gd name="T45" fmla="*/ 1817 h 2366"/>
                  <a:gd name="T46" fmla="*/ 2818 w 3966"/>
                  <a:gd name="T47" fmla="*/ 1673 h 2366"/>
                  <a:gd name="T48" fmla="*/ 3016 w 3966"/>
                  <a:gd name="T49" fmla="*/ 1719 h 2366"/>
                  <a:gd name="T50" fmla="*/ 3280 w 3966"/>
                  <a:gd name="T51" fmla="*/ 1615 h 2366"/>
                  <a:gd name="T52" fmla="*/ 3405 w 3966"/>
                  <a:gd name="T53" fmla="*/ 1174 h 2366"/>
                  <a:gd name="T54" fmla="*/ 3643 w 3966"/>
                  <a:gd name="T55" fmla="*/ 922 h 2366"/>
                  <a:gd name="T56" fmla="*/ 3966 w 3966"/>
                  <a:gd name="T57" fmla="*/ 896 h 2366"/>
                  <a:gd name="T58" fmla="*/ 3908 w 3966"/>
                  <a:gd name="T59" fmla="*/ 733 h 2366"/>
                  <a:gd name="T60" fmla="*/ 3669 w 3966"/>
                  <a:gd name="T61" fmla="*/ 563 h 2366"/>
                  <a:gd name="T62" fmla="*/ 3817 w 3966"/>
                  <a:gd name="T63" fmla="*/ 210 h 2366"/>
                  <a:gd name="T64" fmla="*/ 3590 w 3966"/>
                  <a:gd name="T65" fmla="*/ 0 h 23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67" name="Freeform 1030">
                <a:extLst>
                  <a:ext uri="{FF2B5EF4-FFF2-40B4-BE49-F238E27FC236}">
                    <a16:creationId xmlns:a16="http://schemas.microsoft.com/office/drawing/2014/main" id="{EE780EA7-A9DA-4372-B104-038AC3154423}"/>
                  </a:ext>
                </a:extLst>
              </p:cNvPr>
              <p:cNvSpPr>
                <a:spLocks/>
              </p:cNvSpPr>
              <p:nvPr/>
            </p:nvSpPr>
            <p:spPr bwMode="hidden">
              <a:xfrm>
                <a:off x="20" y="1069"/>
                <a:ext cx="5732" cy="3107"/>
              </a:xfrm>
              <a:custGeom>
                <a:avLst/>
                <a:gdLst>
                  <a:gd name="T0" fmla="*/ 81 w 5732"/>
                  <a:gd name="T1" fmla="*/ 0 h 3107"/>
                  <a:gd name="T2" fmla="*/ 133 w 5732"/>
                  <a:gd name="T3" fmla="*/ 328 h 3107"/>
                  <a:gd name="T4" fmla="*/ 0 w 5732"/>
                  <a:gd name="T5" fmla="*/ 666 h 3107"/>
                  <a:gd name="T6" fmla="*/ 83 w 5732"/>
                  <a:gd name="T7" fmla="*/ 1221 h 3107"/>
                  <a:gd name="T8" fmla="*/ 413 w 5732"/>
                  <a:gd name="T9" fmla="*/ 1515 h 3107"/>
                  <a:gd name="T10" fmla="*/ 881 w 5732"/>
                  <a:gd name="T11" fmla="*/ 1700 h 3107"/>
                  <a:gd name="T12" fmla="*/ 1440 w 5732"/>
                  <a:gd name="T13" fmla="*/ 1651 h 3107"/>
                  <a:gd name="T14" fmla="*/ 1755 w 5732"/>
                  <a:gd name="T15" fmla="*/ 1940 h 3107"/>
                  <a:gd name="T16" fmla="*/ 1653 w 5732"/>
                  <a:gd name="T17" fmla="*/ 2126 h 3107"/>
                  <a:gd name="T18" fmla="*/ 1136 w 5732"/>
                  <a:gd name="T19" fmla="*/ 2142 h 3107"/>
                  <a:gd name="T20" fmla="*/ 911 w 5732"/>
                  <a:gd name="T21" fmla="*/ 2021 h 3107"/>
                  <a:gd name="T22" fmla="*/ 739 w 5732"/>
                  <a:gd name="T23" fmla="*/ 2142 h 3107"/>
                  <a:gd name="T24" fmla="*/ 954 w 5732"/>
                  <a:gd name="T25" fmla="*/ 2524 h 3107"/>
                  <a:gd name="T26" fmla="*/ 973 w 5732"/>
                  <a:gd name="T27" fmla="*/ 2905 h 3107"/>
                  <a:gd name="T28" fmla="*/ 1511 w 5732"/>
                  <a:gd name="T29" fmla="*/ 3107 h 3107"/>
                  <a:gd name="T30" fmla="*/ 1644 w 5732"/>
                  <a:gd name="T31" fmla="*/ 2922 h 3107"/>
                  <a:gd name="T32" fmla="*/ 2077 w 5732"/>
                  <a:gd name="T33" fmla="*/ 2797 h 3107"/>
                  <a:gd name="T34" fmla="*/ 2610 w 5732"/>
                  <a:gd name="T35" fmla="*/ 2962 h 3107"/>
                  <a:gd name="T36" fmla="*/ 3222 w 5732"/>
                  <a:gd name="T37" fmla="*/ 2812 h 3107"/>
                  <a:gd name="T38" fmla="*/ 3443 w 5732"/>
                  <a:gd name="T39" fmla="*/ 2922 h 3107"/>
                  <a:gd name="T40" fmla="*/ 3861 w 5732"/>
                  <a:gd name="T41" fmla="*/ 2648 h 3107"/>
                  <a:gd name="T42" fmla="*/ 4125 w 5732"/>
                  <a:gd name="T43" fmla="*/ 2311 h 3107"/>
                  <a:gd name="T44" fmla="*/ 4369 w 5732"/>
                  <a:gd name="T45" fmla="*/ 2318 h 3107"/>
                  <a:gd name="T46" fmla="*/ 4554 w 5732"/>
                  <a:gd name="T47" fmla="*/ 2445 h 3107"/>
                  <a:gd name="T48" fmla="*/ 5015 w 5732"/>
                  <a:gd name="T49" fmla="*/ 2142 h 3107"/>
                  <a:gd name="T50" fmla="*/ 5404 w 5732"/>
                  <a:gd name="T51" fmla="*/ 2185 h 3107"/>
                  <a:gd name="T52" fmla="*/ 5732 w 5732"/>
                  <a:gd name="T53" fmla="*/ 2069 h 31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68" name="Freeform 1031">
                <a:extLst>
                  <a:ext uri="{FF2B5EF4-FFF2-40B4-BE49-F238E27FC236}">
                    <a16:creationId xmlns:a16="http://schemas.microsoft.com/office/drawing/2014/main" id="{55444879-C94D-4B14-BEAF-79C8E53A812D}"/>
                  </a:ext>
                </a:extLst>
              </p:cNvPr>
              <p:cNvSpPr>
                <a:spLocks/>
              </p:cNvSpPr>
              <p:nvPr/>
            </p:nvSpPr>
            <p:spPr bwMode="hidden">
              <a:xfrm>
                <a:off x="242" y="1145"/>
                <a:ext cx="5512" cy="2760"/>
              </a:xfrm>
              <a:custGeom>
                <a:avLst/>
                <a:gdLst>
                  <a:gd name="T0" fmla="*/ 240 w 5512"/>
                  <a:gd name="T1" fmla="*/ 0 h 2760"/>
                  <a:gd name="T2" fmla="*/ 0 w 5512"/>
                  <a:gd name="T3" fmla="*/ 336 h 2760"/>
                  <a:gd name="T4" fmla="*/ 82 w 5512"/>
                  <a:gd name="T5" fmla="*/ 821 h 2760"/>
                  <a:gd name="T6" fmla="*/ 243 w 5512"/>
                  <a:gd name="T7" fmla="*/ 873 h 2760"/>
                  <a:gd name="T8" fmla="*/ 473 w 5512"/>
                  <a:gd name="T9" fmla="*/ 1087 h 2760"/>
                  <a:gd name="T10" fmla="*/ 557 w 5512"/>
                  <a:gd name="T11" fmla="*/ 1441 h 2760"/>
                  <a:gd name="T12" fmla="*/ 839 w 5512"/>
                  <a:gd name="T13" fmla="*/ 1499 h 2760"/>
                  <a:gd name="T14" fmla="*/ 1258 w 5512"/>
                  <a:gd name="T15" fmla="*/ 1349 h 2760"/>
                  <a:gd name="T16" fmla="*/ 1307 w 5512"/>
                  <a:gd name="T17" fmla="*/ 1493 h 2760"/>
                  <a:gd name="T18" fmla="*/ 1621 w 5512"/>
                  <a:gd name="T19" fmla="*/ 1513 h 2760"/>
                  <a:gd name="T20" fmla="*/ 1862 w 5512"/>
                  <a:gd name="T21" fmla="*/ 1865 h 2760"/>
                  <a:gd name="T22" fmla="*/ 1668 w 5512"/>
                  <a:gd name="T23" fmla="*/ 2166 h 2760"/>
                  <a:gd name="T24" fmla="*/ 1308 w 5512"/>
                  <a:gd name="T25" fmla="*/ 2217 h 2760"/>
                  <a:gd name="T26" fmla="*/ 992 w 5512"/>
                  <a:gd name="T27" fmla="*/ 2172 h 2760"/>
                  <a:gd name="T28" fmla="*/ 903 w 5512"/>
                  <a:gd name="T29" fmla="*/ 2244 h 2760"/>
                  <a:gd name="T30" fmla="*/ 1008 w 5512"/>
                  <a:gd name="T31" fmla="*/ 2415 h 2760"/>
                  <a:gd name="T32" fmla="*/ 992 w 5512"/>
                  <a:gd name="T33" fmla="*/ 2538 h 2760"/>
                  <a:gd name="T34" fmla="*/ 1137 w 5512"/>
                  <a:gd name="T35" fmla="*/ 2760 h 2760"/>
                  <a:gd name="T36" fmla="*/ 1661 w 5512"/>
                  <a:gd name="T37" fmla="*/ 2623 h 2760"/>
                  <a:gd name="T38" fmla="*/ 1725 w 5512"/>
                  <a:gd name="T39" fmla="*/ 2492 h 2760"/>
                  <a:gd name="T40" fmla="*/ 1895 w 5512"/>
                  <a:gd name="T41" fmla="*/ 2551 h 2760"/>
                  <a:gd name="T42" fmla="*/ 2338 w 5512"/>
                  <a:gd name="T43" fmla="*/ 2448 h 2760"/>
                  <a:gd name="T44" fmla="*/ 2443 w 5512"/>
                  <a:gd name="T45" fmla="*/ 2714 h 2760"/>
                  <a:gd name="T46" fmla="*/ 2870 w 5512"/>
                  <a:gd name="T47" fmla="*/ 2541 h 2760"/>
                  <a:gd name="T48" fmla="*/ 3264 w 5512"/>
                  <a:gd name="T49" fmla="*/ 2591 h 2760"/>
                  <a:gd name="T50" fmla="*/ 3522 w 5512"/>
                  <a:gd name="T51" fmla="*/ 2427 h 2760"/>
                  <a:gd name="T52" fmla="*/ 3594 w 5512"/>
                  <a:gd name="T53" fmla="*/ 2081 h 2760"/>
                  <a:gd name="T54" fmla="*/ 4013 w 5512"/>
                  <a:gd name="T55" fmla="*/ 2087 h 2760"/>
                  <a:gd name="T56" fmla="*/ 4070 w 5512"/>
                  <a:gd name="T57" fmla="*/ 1924 h 2760"/>
                  <a:gd name="T58" fmla="*/ 4239 w 5512"/>
                  <a:gd name="T59" fmla="*/ 1931 h 2760"/>
                  <a:gd name="T60" fmla="*/ 4465 w 5512"/>
                  <a:gd name="T61" fmla="*/ 2094 h 2760"/>
                  <a:gd name="T62" fmla="*/ 4836 w 5512"/>
                  <a:gd name="T63" fmla="*/ 1814 h 2760"/>
                  <a:gd name="T64" fmla="*/ 5225 w 5512"/>
                  <a:gd name="T65" fmla="*/ 1785 h 2760"/>
                  <a:gd name="T66" fmla="*/ 5367 w 5512"/>
                  <a:gd name="T67" fmla="*/ 1571 h 2760"/>
                  <a:gd name="T68" fmla="*/ 5512 w 5512"/>
                  <a:gd name="T69" fmla="*/ 1585 h 27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69" name="Freeform 1032">
                <a:extLst>
                  <a:ext uri="{FF2B5EF4-FFF2-40B4-BE49-F238E27FC236}">
                    <a16:creationId xmlns:a16="http://schemas.microsoft.com/office/drawing/2014/main" id="{E5AD141A-5C42-41B3-9179-01A2EC1C16BF}"/>
                  </a:ext>
                </a:extLst>
              </p:cNvPr>
              <p:cNvSpPr>
                <a:spLocks/>
              </p:cNvSpPr>
              <p:nvPr/>
            </p:nvSpPr>
            <p:spPr bwMode="hidden">
              <a:xfrm>
                <a:off x="4840" y="984"/>
                <a:ext cx="790" cy="1189"/>
              </a:xfrm>
              <a:custGeom>
                <a:avLst/>
                <a:gdLst>
                  <a:gd name="T0" fmla="*/ 139 w 790"/>
                  <a:gd name="T1" fmla="*/ 0 h 1189"/>
                  <a:gd name="T2" fmla="*/ 210 w 790"/>
                  <a:gd name="T3" fmla="*/ 233 h 1189"/>
                  <a:gd name="T4" fmla="*/ 159 w 790"/>
                  <a:gd name="T5" fmla="*/ 643 h 1189"/>
                  <a:gd name="T6" fmla="*/ 454 w 790"/>
                  <a:gd name="T7" fmla="*/ 771 h 1189"/>
                  <a:gd name="T8" fmla="*/ 605 w 790"/>
                  <a:gd name="T9" fmla="*/ 1046 h 1189"/>
                  <a:gd name="T10" fmla="*/ 790 w 790"/>
                  <a:gd name="T11" fmla="*/ 1189 h 1189"/>
                  <a:gd name="T12" fmla="*/ 540 w 790"/>
                  <a:gd name="T13" fmla="*/ 1111 h 1189"/>
                  <a:gd name="T14" fmla="*/ 363 w 790"/>
                  <a:gd name="T15" fmla="*/ 883 h 1189"/>
                  <a:gd name="T16" fmla="*/ 139 w 790"/>
                  <a:gd name="T17" fmla="*/ 852 h 1189"/>
                  <a:gd name="T18" fmla="*/ 0 w 790"/>
                  <a:gd name="T19" fmla="*/ 499 h 1189"/>
                  <a:gd name="T20" fmla="*/ 48 w 790"/>
                  <a:gd name="T21" fmla="*/ 209 h 1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0" name="Freeform 1033">
                <a:extLst>
                  <a:ext uri="{FF2B5EF4-FFF2-40B4-BE49-F238E27FC236}">
                    <a16:creationId xmlns:a16="http://schemas.microsoft.com/office/drawing/2014/main" id="{B3D748DA-1091-4C36-A0A5-FB940C5050BD}"/>
                  </a:ext>
                </a:extLst>
              </p:cNvPr>
              <p:cNvSpPr>
                <a:spLocks/>
              </p:cNvSpPr>
              <p:nvPr/>
            </p:nvSpPr>
            <p:spPr bwMode="hidden">
              <a:xfrm>
                <a:off x="5173" y="896"/>
                <a:ext cx="579" cy="1117"/>
              </a:xfrm>
              <a:custGeom>
                <a:avLst/>
                <a:gdLst>
                  <a:gd name="T0" fmla="*/ 0 w 579"/>
                  <a:gd name="T1" fmla="*/ 0 h 1117"/>
                  <a:gd name="T2" fmla="*/ 128 w 579"/>
                  <a:gd name="T3" fmla="*/ 328 h 1117"/>
                  <a:gd name="T4" fmla="*/ 9 w 579"/>
                  <a:gd name="T5" fmla="*/ 659 h 1117"/>
                  <a:gd name="T6" fmla="*/ 40 w 579"/>
                  <a:gd name="T7" fmla="*/ 763 h 1117"/>
                  <a:gd name="T8" fmla="*/ 234 w 579"/>
                  <a:gd name="T9" fmla="*/ 739 h 1117"/>
                  <a:gd name="T10" fmla="*/ 344 w 579"/>
                  <a:gd name="T11" fmla="*/ 1055 h 1117"/>
                  <a:gd name="T12" fmla="*/ 579 w 579"/>
                  <a:gd name="T13" fmla="*/ 1117 h 11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1" name="Freeform 1034">
                <a:extLst>
                  <a:ext uri="{FF2B5EF4-FFF2-40B4-BE49-F238E27FC236}">
                    <a16:creationId xmlns:a16="http://schemas.microsoft.com/office/drawing/2014/main" id="{189719E9-47AD-4AFD-BF14-3F58A5405B99}"/>
                  </a:ext>
                </a:extLst>
              </p:cNvPr>
              <p:cNvSpPr>
                <a:spLocks/>
              </p:cNvSpPr>
              <p:nvPr/>
            </p:nvSpPr>
            <p:spPr bwMode="hidden">
              <a:xfrm>
                <a:off x="3291" y="968"/>
                <a:ext cx="2471" cy="2396"/>
              </a:xfrm>
              <a:custGeom>
                <a:avLst/>
                <a:gdLst>
                  <a:gd name="T0" fmla="*/ 1118 w 2471"/>
                  <a:gd name="T1" fmla="*/ 0 h 2396"/>
                  <a:gd name="T2" fmla="*/ 1179 w 2471"/>
                  <a:gd name="T3" fmla="*/ 225 h 2396"/>
                  <a:gd name="T4" fmla="*/ 1393 w 2471"/>
                  <a:gd name="T5" fmla="*/ 339 h 2396"/>
                  <a:gd name="T6" fmla="*/ 1404 w 2471"/>
                  <a:gd name="T7" fmla="*/ 548 h 2396"/>
                  <a:gd name="T8" fmla="*/ 1342 w 2471"/>
                  <a:gd name="T9" fmla="*/ 732 h 2396"/>
                  <a:gd name="T10" fmla="*/ 1434 w 2471"/>
                  <a:gd name="T11" fmla="*/ 925 h 2396"/>
                  <a:gd name="T12" fmla="*/ 1455 w 2471"/>
                  <a:gd name="T13" fmla="*/ 1109 h 2396"/>
                  <a:gd name="T14" fmla="*/ 1311 w 2471"/>
                  <a:gd name="T15" fmla="*/ 1142 h 2396"/>
                  <a:gd name="T16" fmla="*/ 926 w 2471"/>
                  <a:gd name="T17" fmla="*/ 1384 h 2396"/>
                  <a:gd name="T18" fmla="*/ 975 w 2471"/>
                  <a:gd name="T19" fmla="*/ 1456 h 2396"/>
                  <a:gd name="T20" fmla="*/ 956 w 2471"/>
                  <a:gd name="T21" fmla="*/ 1624 h 2396"/>
                  <a:gd name="T22" fmla="*/ 782 w 2471"/>
                  <a:gd name="T23" fmla="*/ 1817 h 2396"/>
                  <a:gd name="T24" fmla="*/ 539 w 2471"/>
                  <a:gd name="T25" fmla="*/ 1978 h 2396"/>
                  <a:gd name="T26" fmla="*/ 152 w 2471"/>
                  <a:gd name="T27" fmla="*/ 2026 h 2396"/>
                  <a:gd name="T28" fmla="*/ 19 w 2471"/>
                  <a:gd name="T29" fmla="*/ 2251 h 2396"/>
                  <a:gd name="T30" fmla="*/ 0 w 2471"/>
                  <a:gd name="T31" fmla="*/ 2396 h 2396"/>
                  <a:gd name="T32" fmla="*/ 213 w 2471"/>
                  <a:gd name="T33" fmla="*/ 2179 h 2396"/>
                  <a:gd name="T34" fmla="*/ 629 w 2471"/>
                  <a:gd name="T35" fmla="*/ 2090 h 2396"/>
                  <a:gd name="T36" fmla="*/ 894 w 2471"/>
                  <a:gd name="T37" fmla="*/ 1906 h 2396"/>
                  <a:gd name="T38" fmla="*/ 1230 w 2471"/>
                  <a:gd name="T39" fmla="*/ 1986 h 2396"/>
                  <a:gd name="T40" fmla="*/ 1668 w 2471"/>
                  <a:gd name="T41" fmla="*/ 1906 h 2396"/>
                  <a:gd name="T42" fmla="*/ 1983 w 2471"/>
                  <a:gd name="T43" fmla="*/ 1745 h 2396"/>
                  <a:gd name="T44" fmla="*/ 2014 w 2471"/>
                  <a:gd name="T45" fmla="*/ 1600 h 2396"/>
                  <a:gd name="T46" fmla="*/ 2237 w 2471"/>
                  <a:gd name="T47" fmla="*/ 1496 h 2396"/>
                  <a:gd name="T48" fmla="*/ 2359 w 2471"/>
                  <a:gd name="T49" fmla="*/ 1552 h 2396"/>
                  <a:gd name="T50" fmla="*/ 2471 w 2471"/>
                  <a:gd name="T51" fmla="*/ 1479 h 23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2" name="Freeform 1035">
                <a:extLst>
                  <a:ext uri="{FF2B5EF4-FFF2-40B4-BE49-F238E27FC236}">
                    <a16:creationId xmlns:a16="http://schemas.microsoft.com/office/drawing/2014/main" id="{5D18622A-6D5B-4775-9CAA-C3F745213CA0}"/>
                  </a:ext>
                </a:extLst>
              </p:cNvPr>
              <p:cNvSpPr>
                <a:spLocks/>
              </p:cNvSpPr>
              <p:nvPr/>
            </p:nvSpPr>
            <p:spPr bwMode="hidden">
              <a:xfrm>
                <a:off x="2366" y="1067"/>
                <a:ext cx="1399" cy="1349"/>
              </a:xfrm>
              <a:custGeom>
                <a:avLst/>
                <a:gdLst>
                  <a:gd name="T0" fmla="*/ 620 w 1399"/>
                  <a:gd name="T1" fmla="*/ 155 h 1349"/>
                  <a:gd name="T2" fmla="*/ 421 w 1399"/>
                  <a:gd name="T3" fmla="*/ 155 h 1349"/>
                  <a:gd name="T4" fmla="*/ 205 w 1399"/>
                  <a:gd name="T5" fmla="*/ 507 h 1349"/>
                  <a:gd name="T6" fmla="*/ 0 w 1399"/>
                  <a:gd name="T7" fmla="*/ 673 h 1349"/>
                  <a:gd name="T8" fmla="*/ 487 w 1399"/>
                  <a:gd name="T9" fmla="*/ 783 h 1349"/>
                  <a:gd name="T10" fmla="*/ 425 w 1399"/>
                  <a:gd name="T11" fmla="*/ 1009 h 1349"/>
                  <a:gd name="T12" fmla="*/ 617 w 1399"/>
                  <a:gd name="T13" fmla="*/ 1086 h 1349"/>
                  <a:gd name="T14" fmla="*/ 498 w 1399"/>
                  <a:gd name="T15" fmla="*/ 1349 h 1349"/>
                  <a:gd name="T16" fmla="*/ 961 w 1399"/>
                  <a:gd name="T17" fmla="*/ 1035 h 1349"/>
                  <a:gd name="T18" fmla="*/ 926 w 1399"/>
                  <a:gd name="T19" fmla="*/ 776 h 1349"/>
                  <a:gd name="T20" fmla="*/ 1181 w 1399"/>
                  <a:gd name="T21" fmla="*/ 749 h 1349"/>
                  <a:gd name="T22" fmla="*/ 1399 w 1399"/>
                  <a:gd name="T23" fmla="*/ 601 h 1349"/>
                  <a:gd name="T24" fmla="*/ 1315 w 1399"/>
                  <a:gd name="T25" fmla="*/ 416 h 1349"/>
                  <a:gd name="T26" fmla="*/ 1341 w 1399"/>
                  <a:gd name="T27" fmla="*/ 196 h 1349"/>
                  <a:gd name="T28" fmla="*/ 1171 w 1399"/>
                  <a:gd name="T29" fmla="*/ 164 h 1349"/>
                  <a:gd name="T30" fmla="*/ 928 w 1399"/>
                  <a:gd name="T31" fmla="*/ 0 h 1349"/>
                  <a:gd name="T32" fmla="*/ 620 w 1399"/>
                  <a:gd name="T33" fmla="*/ 155 h 13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3" name="Freeform 1036">
                <a:extLst>
                  <a:ext uri="{FF2B5EF4-FFF2-40B4-BE49-F238E27FC236}">
                    <a16:creationId xmlns:a16="http://schemas.microsoft.com/office/drawing/2014/main" id="{683B9C8E-45AF-4088-B14D-7D56C3150D9E}"/>
                  </a:ext>
                </a:extLst>
              </p:cNvPr>
              <p:cNvSpPr>
                <a:spLocks/>
              </p:cNvSpPr>
              <p:nvPr/>
            </p:nvSpPr>
            <p:spPr bwMode="hidden">
              <a:xfrm>
                <a:off x="4275" y="2031"/>
                <a:ext cx="1256" cy="810"/>
              </a:xfrm>
              <a:custGeom>
                <a:avLst/>
                <a:gdLst>
                  <a:gd name="T0" fmla="*/ 719 w 1256"/>
                  <a:gd name="T1" fmla="*/ 183 h 810"/>
                  <a:gd name="T2" fmla="*/ 760 w 1256"/>
                  <a:gd name="T3" fmla="*/ 33 h 810"/>
                  <a:gd name="T4" fmla="*/ 884 w 1256"/>
                  <a:gd name="T5" fmla="*/ 0 h 810"/>
                  <a:gd name="T6" fmla="*/ 983 w 1256"/>
                  <a:gd name="T7" fmla="*/ 78 h 810"/>
                  <a:gd name="T8" fmla="*/ 1082 w 1256"/>
                  <a:gd name="T9" fmla="*/ 248 h 810"/>
                  <a:gd name="T10" fmla="*/ 1256 w 1256"/>
                  <a:gd name="T11" fmla="*/ 229 h 810"/>
                  <a:gd name="T12" fmla="*/ 1248 w 1256"/>
                  <a:gd name="T13" fmla="*/ 359 h 810"/>
                  <a:gd name="T14" fmla="*/ 1016 w 1256"/>
                  <a:gd name="T15" fmla="*/ 431 h 810"/>
                  <a:gd name="T16" fmla="*/ 879 w 1256"/>
                  <a:gd name="T17" fmla="*/ 417 h 810"/>
                  <a:gd name="T18" fmla="*/ 719 w 1256"/>
                  <a:gd name="T19" fmla="*/ 481 h 810"/>
                  <a:gd name="T20" fmla="*/ 591 w 1256"/>
                  <a:gd name="T21" fmla="*/ 633 h 810"/>
                  <a:gd name="T22" fmla="*/ 423 w 1256"/>
                  <a:gd name="T23" fmla="*/ 537 h 810"/>
                  <a:gd name="T24" fmla="*/ 256 w 1256"/>
                  <a:gd name="T25" fmla="*/ 810 h 810"/>
                  <a:gd name="T26" fmla="*/ 66 w 1256"/>
                  <a:gd name="T27" fmla="*/ 764 h 810"/>
                  <a:gd name="T28" fmla="*/ 0 w 1256"/>
                  <a:gd name="T29" fmla="*/ 601 h 810"/>
                  <a:gd name="T30" fmla="*/ 157 w 1256"/>
                  <a:gd name="T31" fmla="*/ 483 h 810"/>
                  <a:gd name="T32" fmla="*/ 248 w 1256"/>
                  <a:gd name="T33" fmla="*/ 281 h 810"/>
                  <a:gd name="T34" fmla="*/ 438 w 1256"/>
                  <a:gd name="T35" fmla="*/ 150 h 810"/>
                  <a:gd name="T36" fmla="*/ 719 w 1256"/>
                  <a:gd name="T37" fmla="*/ 189 h 8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4" name="Freeform 1037">
                <a:extLst>
                  <a:ext uri="{FF2B5EF4-FFF2-40B4-BE49-F238E27FC236}">
                    <a16:creationId xmlns:a16="http://schemas.microsoft.com/office/drawing/2014/main" id="{C0FA274F-FFA4-4E83-B6D2-8F6FA4B0AA25}"/>
                  </a:ext>
                </a:extLst>
              </p:cNvPr>
              <p:cNvSpPr>
                <a:spLocks/>
              </p:cNvSpPr>
              <p:nvPr/>
            </p:nvSpPr>
            <p:spPr bwMode="hidden">
              <a:xfrm>
                <a:off x="2914" y="3476"/>
                <a:ext cx="2848" cy="788"/>
              </a:xfrm>
              <a:custGeom>
                <a:avLst/>
                <a:gdLst>
                  <a:gd name="T0" fmla="*/ 2838 w 2848"/>
                  <a:gd name="T1" fmla="*/ 16 h 788"/>
                  <a:gd name="T2" fmla="*/ 2493 w 2848"/>
                  <a:gd name="T3" fmla="*/ 0 h 788"/>
                  <a:gd name="T4" fmla="*/ 2278 w 2848"/>
                  <a:gd name="T5" fmla="*/ 81 h 788"/>
                  <a:gd name="T6" fmla="*/ 1936 w 2848"/>
                  <a:gd name="T7" fmla="*/ 44 h 788"/>
                  <a:gd name="T8" fmla="*/ 1739 w 2848"/>
                  <a:gd name="T9" fmla="*/ 354 h 788"/>
                  <a:gd name="T10" fmla="*/ 1600 w 2848"/>
                  <a:gd name="T11" fmla="*/ 212 h 788"/>
                  <a:gd name="T12" fmla="*/ 1352 w 2848"/>
                  <a:gd name="T13" fmla="*/ 308 h 788"/>
                  <a:gd name="T14" fmla="*/ 1445 w 2848"/>
                  <a:gd name="T15" fmla="*/ 515 h 788"/>
                  <a:gd name="T16" fmla="*/ 1072 w 2848"/>
                  <a:gd name="T17" fmla="*/ 412 h 788"/>
                  <a:gd name="T18" fmla="*/ 888 w 2848"/>
                  <a:gd name="T19" fmla="*/ 540 h 788"/>
                  <a:gd name="T20" fmla="*/ 0 w 2848"/>
                  <a:gd name="T21" fmla="*/ 660 h 788"/>
                  <a:gd name="T22" fmla="*/ 288 w 2848"/>
                  <a:gd name="T23" fmla="*/ 788 h 788"/>
                  <a:gd name="T24" fmla="*/ 1040 w 2848"/>
                  <a:gd name="T25" fmla="*/ 676 h 788"/>
                  <a:gd name="T26" fmla="*/ 1272 w 2848"/>
                  <a:gd name="T27" fmla="*/ 748 h 788"/>
                  <a:gd name="T28" fmla="*/ 2096 w 2848"/>
                  <a:gd name="T29" fmla="*/ 691 h 788"/>
                  <a:gd name="T30" fmla="*/ 2320 w 2848"/>
                  <a:gd name="T31" fmla="*/ 748 h 788"/>
                  <a:gd name="T32" fmla="*/ 2456 w 2848"/>
                  <a:gd name="T33" fmla="*/ 596 h 788"/>
                  <a:gd name="T34" fmla="*/ 2712 w 2848"/>
                  <a:gd name="T35" fmla="*/ 716 h 788"/>
                  <a:gd name="T36" fmla="*/ 2716 w 2848"/>
                  <a:gd name="T37" fmla="*/ 339 h 788"/>
                  <a:gd name="T38" fmla="*/ 2848 w 2848"/>
                  <a:gd name="T39" fmla="*/ 258 h 7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5" name="Freeform 1038">
                <a:extLst>
                  <a:ext uri="{FF2B5EF4-FFF2-40B4-BE49-F238E27FC236}">
                    <a16:creationId xmlns:a16="http://schemas.microsoft.com/office/drawing/2014/main" id="{24F5D78A-7D77-4323-B514-AC3BFBDFA8F6}"/>
                  </a:ext>
                </a:extLst>
              </p:cNvPr>
              <p:cNvSpPr>
                <a:spLocks/>
              </p:cNvSpPr>
              <p:nvPr/>
            </p:nvSpPr>
            <p:spPr bwMode="hidden">
              <a:xfrm>
                <a:off x="5443" y="922"/>
                <a:ext cx="319" cy="854"/>
              </a:xfrm>
              <a:custGeom>
                <a:avLst/>
                <a:gdLst>
                  <a:gd name="T0" fmla="*/ 0 w 319"/>
                  <a:gd name="T1" fmla="*/ 0 h 854"/>
                  <a:gd name="T2" fmla="*/ 106 w 319"/>
                  <a:gd name="T3" fmla="*/ 313 h 854"/>
                  <a:gd name="T4" fmla="*/ 106 w 319"/>
                  <a:gd name="T5" fmla="*/ 634 h 854"/>
                  <a:gd name="T6" fmla="*/ 268 w 319"/>
                  <a:gd name="T7" fmla="*/ 854 h 854"/>
                  <a:gd name="T8" fmla="*/ 278 w 319"/>
                  <a:gd name="T9" fmla="*/ 577 h 854"/>
                  <a:gd name="T10" fmla="*/ 238 w 319"/>
                  <a:gd name="T11" fmla="*/ 400 h 854"/>
                  <a:gd name="T12" fmla="*/ 319 w 319"/>
                  <a:gd name="T13" fmla="*/ 240 h 8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6" name="Freeform 1039">
                <a:extLst>
                  <a:ext uri="{FF2B5EF4-FFF2-40B4-BE49-F238E27FC236}">
                    <a16:creationId xmlns:a16="http://schemas.microsoft.com/office/drawing/2014/main" id="{66B83B9A-0095-4DFF-B25F-A7BC8C010D4F}"/>
                  </a:ext>
                </a:extLst>
              </p:cNvPr>
              <p:cNvSpPr>
                <a:spLocks/>
              </p:cNvSpPr>
              <p:nvPr/>
            </p:nvSpPr>
            <p:spPr bwMode="hidden">
              <a:xfrm>
                <a:off x="4954" y="3568"/>
                <a:ext cx="646" cy="392"/>
              </a:xfrm>
              <a:custGeom>
                <a:avLst/>
                <a:gdLst>
                  <a:gd name="T0" fmla="*/ 504 w 646"/>
                  <a:gd name="T1" fmla="*/ 0 h 392"/>
                  <a:gd name="T2" fmla="*/ 320 w 646"/>
                  <a:gd name="T3" fmla="*/ 61 h 392"/>
                  <a:gd name="T4" fmla="*/ 238 w 646"/>
                  <a:gd name="T5" fmla="*/ 109 h 392"/>
                  <a:gd name="T6" fmla="*/ 144 w 646"/>
                  <a:gd name="T7" fmla="*/ 216 h 392"/>
                  <a:gd name="T8" fmla="*/ 0 w 646"/>
                  <a:gd name="T9" fmla="*/ 392 h 392"/>
                  <a:gd name="T10" fmla="*/ 360 w 646"/>
                  <a:gd name="T11" fmla="*/ 263 h 392"/>
                  <a:gd name="T12" fmla="*/ 432 w 646"/>
                  <a:gd name="T13" fmla="*/ 182 h 392"/>
                  <a:gd name="T14" fmla="*/ 646 w 646"/>
                  <a:gd name="T15" fmla="*/ 142 h 392"/>
                  <a:gd name="T16" fmla="*/ 504 w 646"/>
                  <a:gd name="T17" fmla="*/ 0 h 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77" name="Freeform 1040">
                <a:extLst>
                  <a:ext uri="{FF2B5EF4-FFF2-40B4-BE49-F238E27FC236}">
                    <a16:creationId xmlns:a16="http://schemas.microsoft.com/office/drawing/2014/main" id="{9114CB96-FB26-4EB4-BEDC-3AA41E470013}"/>
                  </a:ext>
                </a:extLst>
              </p:cNvPr>
              <p:cNvSpPr>
                <a:spLocks/>
              </p:cNvSpPr>
              <p:nvPr/>
            </p:nvSpPr>
            <p:spPr bwMode="hidden">
              <a:xfrm>
                <a:off x="50" y="2400"/>
                <a:ext cx="2736" cy="1920"/>
              </a:xfrm>
              <a:custGeom>
                <a:avLst/>
                <a:gdLst>
                  <a:gd name="T0" fmla="*/ 0 w 2736"/>
                  <a:gd name="T1" fmla="*/ 0 h 1920"/>
                  <a:gd name="T2" fmla="*/ 96 w 2736"/>
                  <a:gd name="T3" fmla="*/ 336 h 1920"/>
                  <a:gd name="T4" fmla="*/ 384 w 2736"/>
                  <a:gd name="T5" fmla="*/ 384 h 1920"/>
                  <a:gd name="T6" fmla="*/ 576 w 2736"/>
                  <a:gd name="T7" fmla="*/ 720 h 1920"/>
                  <a:gd name="T8" fmla="*/ 528 w 2736"/>
                  <a:gd name="T9" fmla="*/ 960 h 1920"/>
                  <a:gd name="T10" fmla="*/ 672 w 2736"/>
                  <a:gd name="T11" fmla="*/ 1104 h 1920"/>
                  <a:gd name="T12" fmla="*/ 576 w 2736"/>
                  <a:gd name="T13" fmla="*/ 1392 h 1920"/>
                  <a:gd name="T14" fmla="*/ 624 w 2736"/>
                  <a:gd name="T15" fmla="*/ 1632 h 1920"/>
                  <a:gd name="T16" fmla="*/ 1488 w 2736"/>
                  <a:gd name="T17" fmla="*/ 1872 h 1920"/>
                  <a:gd name="T18" fmla="*/ 1680 w 2736"/>
                  <a:gd name="T19" fmla="*/ 1728 h 1920"/>
                  <a:gd name="T20" fmla="*/ 2208 w 2736"/>
                  <a:gd name="T21" fmla="*/ 1728 h 1920"/>
                  <a:gd name="T22" fmla="*/ 2304 w 2736"/>
                  <a:gd name="T23" fmla="*/ 1632 h 1920"/>
                  <a:gd name="T24" fmla="*/ 2736 w 2736"/>
                  <a:gd name="T25" fmla="*/ 1872 h 1920"/>
                  <a:gd name="T26" fmla="*/ 2640 w 2736"/>
                  <a:gd name="T27" fmla="*/ 1920 h 1920"/>
                  <a:gd name="T28" fmla="*/ 2304 w 2736"/>
                  <a:gd name="T29" fmla="*/ 1824 h 1920"/>
                  <a:gd name="T30" fmla="*/ 2160 w 2736"/>
                  <a:gd name="T31" fmla="*/ 1872 h 1920"/>
                  <a:gd name="T32" fmla="*/ 1632 w 2736"/>
                  <a:gd name="T33" fmla="*/ 1920 h 1920"/>
                  <a:gd name="T34" fmla="*/ 1440 w 2736"/>
                  <a:gd name="T35" fmla="*/ 1920 h 1920"/>
                  <a:gd name="T36" fmla="*/ 480 w 2736"/>
                  <a:gd name="T37" fmla="*/ 1824 h 1920"/>
                  <a:gd name="T38" fmla="*/ 192 w 2736"/>
                  <a:gd name="T39" fmla="*/ 1872 h 1920"/>
                  <a:gd name="T40" fmla="*/ 96 w 2736"/>
                  <a:gd name="T41" fmla="*/ 1680 h 1920"/>
                  <a:gd name="T42" fmla="*/ 288 w 2736"/>
                  <a:gd name="T43" fmla="*/ 1440 h 1920"/>
                  <a:gd name="T44" fmla="*/ 336 w 2736"/>
                  <a:gd name="T45" fmla="*/ 1104 h 1920"/>
                  <a:gd name="T46" fmla="*/ 144 w 2736"/>
                  <a:gd name="T47" fmla="*/ 864 h 1920"/>
                  <a:gd name="T48" fmla="*/ 240 w 2736"/>
                  <a:gd name="T49" fmla="*/ 624 h 1920"/>
                  <a:gd name="T50" fmla="*/ 48 w 2736"/>
                  <a:gd name="T51" fmla="*/ 528 h 1920"/>
                  <a:gd name="T52" fmla="*/ 0 w 2736"/>
                  <a:gd name="T53" fmla="*/ 0 h 19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129" name="Group 1041">
              <a:extLst>
                <a:ext uri="{FF2B5EF4-FFF2-40B4-BE49-F238E27FC236}">
                  <a16:creationId xmlns:a16="http://schemas.microsoft.com/office/drawing/2014/main" id="{A74E22C5-4593-4FA1-B822-B7F5E8F0713C}"/>
                </a:ext>
              </a:extLst>
            </p:cNvPr>
            <p:cNvGrpSpPr>
              <a:grpSpLocks/>
            </p:cNvGrpSpPr>
            <p:nvPr userDrawn="1"/>
          </p:nvGrpSpPr>
          <p:grpSpPr bwMode="auto">
            <a:xfrm>
              <a:off x="0" y="2291"/>
              <a:ext cx="1385" cy="1702"/>
              <a:chOff x="0" y="2291"/>
              <a:chExt cx="1385" cy="1702"/>
            </a:xfrm>
          </p:grpSpPr>
          <p:sp>
            <p:nvSpPr>
              <p:cNvPr id="5130" name="Rectangle 1042">
                <a:extLst>
                  <a:ext uri="{FF2B5EF4-FFF2-40B4-BE49-F238E27FC236}">
                    <a16:creationId xmlns:a16="http://schemas.microsoft.com/office/drawing/2014/main" id="{08AC8008-119E-4287-810A-B60F52A5EEA9}"/>
                  </a:ext>
                </a:extLst>
              </p:cNvPr>
              <p:cNvSpPr>
                <a:spLocks noChangeArrowheads="1"/>
              </p:cNvSpPr>
              <p:nvPr/>
            </p:nvSpPr>
            <p:spPr bwMode="ltGray">
              <a:xfrm rot="6798887">
                <a:off x="57" y="387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1" name="Rectangle 1043">
                <a:extLst>
                  <a:ext uri="{FF2B5EF4-FFF2-40B4-BE49-F238E27FC236}">
                    <a16:creationId xmlns:a16="http://schemas.microsoft.com/office/drawing/2014/main" id="{C2FB0482-DA9E-46DB-ACA4-A69CDA70F725}"/>
                  </a:ext>
                </a:extLst>
              </p:cNvPr>
              <p:cNvSpPr>
                <a:spLocks noChangeArrowheads="1"/>
              </p:cNvSpPr>
              <p:nvPr/>
            </p:nvSpPr>
            <p:spPr bwMode="ltGray">
              <a:xfrm rot="6798887">
                <a:off x="27" y="387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2" name="Rectangle 1044">
                <a:extLst>
                  <a:ext uri="{FF2B5EF4-FFF2-40B4-BE49-F238E27FC236}">
                    <a16:creationId xmlns:a16="http://schemas.microsoft.com/office/drawing/2014/main" id="{AD5A3DA0-3D51-4B62-BC0A-BEEC8FCEC10E}"/>
                  </a:ext>
                </a:extLst>
              </p:cNvPr>
              <p:cNvSpPr>
                <a:spLocks noChangeArrowheads="1"/>
              </p:cNvSpPr>
              <p:nvPr/>
            </p:nvSpPr>
            <p:spPr bwMode="ltGray">
              <a:xfrm rot="6798887">
                <a:off x="1" y="386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3" name="Rectangle 1045">
                <a:extLst>
                  <a:ext uri="{FF2B5EF4-FFF2-40B4-BE49-F238E27FC236}">
                    <a16:creationId xmlns:a16="http://schemas.microsoft.com/office/drawing/2014/main" id="{41BF73FC-5B6C-450E-BAA7-45AFE6993FA7}"/>
                  </a:ext>
                </a:extLst>
              </p:cNvPr>
              <p:cNvSpPr>
                <a:spLocks noChangeArrowheads="1"/>
              </p:cNvSpPr>
              <p:nvPr/>
            </p:nvSpPr>
            <p:spPr bwMode="ltGray">
              <a:xfrm rot="5999912">
                <a:off x="203" y="387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4" name="Rectangle 1046">
                <a:extLst>
                  <a:ext uri="{FF2B5EF4-FFF2-40B4-BE49-F238E27FC236}">
                    <a16:creationId xmlns:a16="http://schemas.microsoft.com/office/drawing/2014/main" id="{A54A1036-6A8A-463D-8552-E0716C86B442}"/>
                  </a:ext>
                </a:extLst>
              </p:cNvPr>
              <p:cNvSpPr>
                <a:spLocks noChangeArrowheads="1"/>
              </p:cNvSpPr>
              <p:nvPr/>
            </p:nvSpPr>
            <p:spPr bwMode="ltGray">
              <a:xfrm rot="5999912">
                <a:off x="177" y="388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5" name="Rectangle 1047">
                <a:extLst>
                  <a:ext uri="{FF2B5EF4-FFF2-40B4-BE49-F238E27FC236}">
                    <a16:creationId xmlns:a16="http://schemas.microsoft.com/office/drawing/2014/main" id="{B399EDF2-CFBE-43AB-9E74-D475FB3E3AFE}"/>
                  </a:ext>
                </a:extLst>
              </p:cNvPr>
              <p:cNvSpPr>
                <a:spLocks noChangeArrowheads="1"/>
              </p:cNvSpPr>
              <p:nvPr/>
            </p:nvSpPr>
            <p:spPr bwMode="ltGray">
              <a:xfrm rot="6250138">
                <a:off x="147" y="388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6" name="Rectangle 1048">
                <a:extLst>
                  <a:ext uri="{FF2B5EF4-FFF2-40B4-BE49-F238E27FC236}">
                    <a16:creationId xmlns:a16="http://schemas.microsoft.com/office/drawing/2014/main" id="{E95F421F-9C96-4BCE-8762-346F30891B18}"/>
                  </a:ext>
                </a:extLst>
              </p:cNvPr>
              <p:cNvSpPr>
                <a:spLocks noChangeArrowheads="1"/>
              </p:cNvSpPr>
              <p:nvPr/>
            </p:nvSpPr>
            <p:spPr bwMode="ltGray">
              <a:xfrm rot="6238076">
                <a:off x="117" y="387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7" name="Rectangle 1049">
                <a:extLst>
                  <a:ext uri="{FF2B5EF4-FFF2-40B4-BE49-F238E27FC236}">
                    <a16:creationId xmlns:a16="http://schemas.microsoft.com/office/drawing/2014/main" id="{FBF8C1E1-7038-4604-AB33-4134A21721DE}"/>
                  </a:ext>
                </a:extLst>
              </p:cNvPr>
              <p:cNvSpPr>
                <a:spLocks noChangeArrowheads="1"/>
              </p:cNvSpPr>
              <p:nvPr/>
            </p:nvSpPr>
            <p:spPr bwMode="ltGray">
              <a:xfrm rot="5380717">
                <a:off x="357" y="386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8" name="Rectangle 1050">
                <a:extLst>
                  <a:ext uri="{FF2B5EF4-FFF2-40B4-BE49-F238E27FC236}">
                    <a16:creationId xmlns:a16="http://schemas.microsoft.com/office/drawing/2014/main" id="{2F3D747A-1D96-4D1B-A456-3A004BE37237}"/>
                  </a:ext>
                </a:extLst>
              </p:cNvPr>
              <p:cNvSpPr>
                <a:spLocks noChangeArrowheads="1"/>
              </p:cNvSpPr>
              <p:nvPr/>
            </p:nvSpPr>
            <p:spPr bwMode="ltGray">
              <a:xfrm rot="5380717">
                <a:off x="327" y="386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39" name="Rectangle 1051">
                <a:extLst>
                  <a:ext uri="{FF2B5EF4-FFF2-40B4-BE49-F238E27FC236}">
                    <a16:creationId xmlns:a16="http://schemas.microsoft.com/office/drawing/2014/main" id="{EC0B6D71-00F4-47D1-9EFE-6EDF3F10AAA8}"/>
                  </a:ext>
                </a:extLst>
              </p:cNvPr>
              <p:cNvSpPr>
                <a:spLocks noChangeArrowheads="1"/>
              </p:cNvSpPr>
              <p:nvPr/>
            </p:nvSpPr>
            <p:spPr bwMode="ltGray">
              <a:xfrm rot="5583200">
                <a:off x="297" y="386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0" name="Rectangle 1052">
                <a:extLst>
                  <a:ext uri="{FF2B5EF4-FFF2-40B4-BE49-F238E27FC236}">
                    <a16:creationId xmlns:a16="http://schemas.microsoft.com/office/drawing/2014/main" id="{95063DB3-8088-478E-99B2-652E90F309AE}"/>
                  </a:ext>
                </a:extLst>
              </p:cNvPr>
              <p:cNvSpPr>
                <a:spLocks noChangeArrowheads="1"/>
              </p:cNvSpPr>
              <p:nvPr/>
            </p:nvSpPr>
            <p:spPr bwMode="ltGray">
              <a:xfrm rot="5737625">
                <a:off x="265" y="387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1" name="Rectangle 1053">
                <a:extLst>
                  <a:ext uri="{FF2B5EF4-FFF2-40B4-BE49-F238E27FC236}">
                    <a16:creationId xmlns:a16="http://schemas.microsoft.com/office/drawing/2014/main" id="{172E2FEF-38AE-418F-B684-C50754FDAF6D}"/>
                  </a:ext>
                </a:extLst>
              </p:cNvPr>
              <p:cNvSpPr>
                <a:spLocks noChangeArrowheads="1"/>
              </p:cNvSpPr>
              <p:nvPr/>
            </p:nvSpPr>
            <p:spPr bwMode="ltGray">
              <a:xfrm rot="4715477">
                <a:off x="511" y="382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2" name="Rectangle 1054">
                <a:extLst>
                  <a:ext uri="{FF2B5EF4-FFF2-40B4-BE49-F238E27FC236}">
                    <a16:creationId xmlns:a16="http://schemas.microsoft.com/office/drawing/2014/main" id="{0C50F069-9D76-4E61-9260-4EDBFAC4F5BF}"/>
                  </a:ext>
                </a:extLst>
              </p:cNvPr>
              <p:cNvSpPr>
                <a:spLocks noChangeArrowheads="1"/>
              </p:cNvSpPr>
              <p:nvPr/>
            </p:nvSpPr>
            <p:spPr bwMode="ltGray">
              <a:xfrm rot="4924949">
                <a:off x="480" y="382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3" name="Rectangle 1055">
                <a:extLst>
                  <a:ext uri="{FF2B5EF4-FFF2-40B4-BE49-F238E27FC236}">
                    <a16:creationId xmlns:a16="http://schemas.microsoft.com/office/drawing/2014/main" id="{4F9C99BB-C637-46E8-8576-3460F13B490A}"/>
                  </a:ext>
                </a:extLst>
              </p:cNvPr>
              <p:cNvSpPr>
                <a:spLocks noChangeArrowheads="1"/>
              </p:cNvSpPr>
              <p:nvPr/>
            </p:nvSpPr>
            <p:spPr bwMode="ltGray">
              <a:xfrm rot="4924949">
                <a:off x="450" y="384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4" name="Rectangle 1056">
                <a:extLst>
                  <a:ext uri="{FF2B5EF4-FFF2-40B4-BE49-F238E27FC236}">
                    <a16:creationId xmlns:a16="http://schemas.microsoft.com/office/drawing/2014/main" id="{23D1862F-E5C5-486A-A21C-BC2C77A7FE39}"/>
                  </a:ext>
                </a:extLst>
              </p:cNvPr>
              <p:cNvSpPr>
                <a:spLocks noChangeArrowheads="1"/>
              </p:cNvSpPr>
              <p:nvPr/>
            </p:nvSpPr>
            <p:spPr bwMode="ltGray">
              <a:xfrm rot="5041352">
                <a:off x="421" y="384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5" name="Rectangle 1057">
                <a:extLst>
                  <a:ext uri="{FF2B5EF4-FFF2-40B4-BE49-F238E27FC236}">
                    <a16:creationId xmlns:a16="http://schemas.microsoft.com/office/drawing/2014/main" id="{5C8DEDFE-240E-432C-ADFE-EB31D6195D3E}"/>
                  </a:ext>
                </a:extLst>
              </p:cNvPr>
              <p:cNvSpPr>
                <a:spLocks noChangeArrowheads="1"/>
              </p:cNvSpPr>
              <p:nvPr/>
            </p:nvSpPr>
            <p:spPr bwMode="ltGray">
              <a:xfrm rot="3816889">
                <a:off x="658" y="375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6" name="Rectangle 1058">
                <a:extLst>
                  <a:ext uri="{FF2B5EF4-FFF2-40B4-BE49-F238E27FC236}">
                    <a16:creationId xmlns:a16="http://schemas.microsoft.com/office/drawing/2014/main" id="{EE5AA939-770D-4C6F-8621-FBFBADFE6DD5}"/>
                  </a:ext>
                </a:extLst>
              </p:cNvPr>
              <p:cNvSpPr>
                <a:spLocks noChangeArrowheads="1"/>
              </p:cNvSpPr>
              <p:nvPr/>
            </p:nvSpPr>
            <p:spPr bwMode="ltGray">
              <a:xfrm rot="3816889">
                <a:off x="628" y="377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7" name="Rectangle 1059">
                <a:extLst>
                  <a:ext uri="{FF2B5EF4-FFF2-40B4-BE49-F238E27FC236}">
                    <a16:creationId xmlns:a16="http://schemas.microsoft.com/office/drawing/2014/main" id="{A8AA861F-65CE-421E-AD92-380E435213D8}"/>
                  </a:ext>
                </a:extLst>
              </p:cNvPr>
              <p:cNvSpPr>
                <a:spLocks noChangeArrowheads="1"/>
              </p:cNvSpPr>
              <p:nvPr/>
            </p:nvSpPr>
            <p:spPr bwMode="ltGray">
              <a:xfrm rot="4104184">
                <a:off x="600" y="378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8" name="Rectangle 1060">
                <a:extLst>
                  <a:ext uri="{FF2B5EF4-FFF2-40B4-BE49-F238E27FC236}">
                    <a16:creationId xmlns:a16="http://schemas.microsoft.com/office/drawing/2014/main" id="{60EA6484-7C1D-4CA5-B59E-109BC01461D2}"/>
                  </a:ext>
                </a:extLst>
              </p:cNvPr>
              <p:cNvSpPr>
                <a:spLocks noChangeArrowheads="1"/>
              </p:cNvSpPr>
              <p:nvPr/>
            </p:nvSpPr>
            <p:spPr bwMode="ltGray">
              <a:xfrm rot="4325343">
                <a:off x="569" y="379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49" name="Rectangle 1061">
                <a:extLst>
                  <a:ext uri="{FF2B5EF4-FFF2-40B4-BE49-F238E27FC236}">
                    <a16:creationId xmlns:a16="http://schemas.microsoft.com/office/drawing/2014/main" id="{455AADDF-2A36-4048-9E59-31B3FE1DBD0D}"/>
                  </a:ext>
                </a:extLst>
              </p:cNvPr>
              <p:cNvSpPr>
                <a:spLocks noChangeArrowheads="1"/>
              </p:cNvSpPr>
              <p:nvPr/>
            </p:nvSpPr>
            <p:spPr bwMode="ltGray">
              <a:xfrm rot="3368036">
                <a:off x="794" y="367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0" name="Rectangle 1062">
                <a:extLst>
                  <a:ext uri="{FF2B5EF4-FFF2-40B4-BE49-F238E27FC236}">
                    <a16:creationId xmlns:a16="http://schemas.microsoft.com/office/drawing/2014/main" id="{8D0278A2-4F0A-4317-8C78-5F997F7D45A3}"/>
                  </a:ext>
                </a:extLst>
              </p:cNvPr>
              <p:cNvSpPr>
                <a:spLocks noChangeArrowheads="1"/>
              </p:cNvSpPr>
              <p:nvPr/>
            </p:nvSpPr>
            <p:spPr bwMode="ltGray">
              <a:xfrm rot="3368036">
                <a:off x="766" y="369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1" name="Rectangle 1063">
                <a:extLst>
                  <a:ext uri="{FF2B5EF4-FFF2-40B4-BE49-F238E27FC236}">
                    <a16:creationId xmlns:a16="http://schemas.microsoft.com/office/drawing/2014/main" id="{B77AEB3A-22C1-40FC-AAF7-0F750E0CF9C0}"/>
                  </a:ext>
                </a:extLst>
              </p:cNvPr>
              <p:cNvSpPr>
                <a:spLocks noChangeArrowheads="1"/>
              </p:cNvSpPr>
              <p:nvPr/>
            </p:nvSpPr>
            <p:spPr bwMode="ltGray">
              <a:xfrm rot="3368036">
                <a:off x="740" y="370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2" name="Rectangle 1064">
                <a:extLst>
                  <a:ext uri="{FF2B5EF4-FFF2-40B4-BE49-F238E27FC236}">
                    <a16:creationId xmlns:a16="http://schemas.microsoft.com/office/drawing/2014/main" id="{075A80D1-F6FC-4B7E-8DF7-BE9E8A3F1D94}"/>
                  </a:ext>
                </a:extLst>
              </p:cNvPr>
              <p:cNvSpPr>
                <a:spLocks noChangeArrowheads="1"/>
              </p:cNvSpPr>
              <p:nvPr/>
            </p:nvSpPr>
            <p:spPr bwMode="ltGray">
              <a:xfrm rot="3816889">
                <a:off x="710" y="372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3" name="Rectangle 1065">
                <a:extLst>
                  <a:ext uri="{FF2B5EF4-FFF2-40B4-BE49-F238E27FC236}">
                    <a16:creationId xmlns:a16="http://schemas.microsoft.com/office/drawing/2014/main" id="{2CC07F69-BE60-47F6-AEE5-9FC201CE756A}"/>
                  </a:ext>
                </a:extLst>
              </p:cNvPr>
              <p:cNvSpPr>
                <a:spLocks noChangeArrowheads="1"/>
              </p:cNvSpPr>
              <p:nvPr/>
            </p:nvSpPr>
            <p:spPr bwMode="ltGray">
              <a:xfrm rot="2302266">
                <a:off x="923" y="3587"/>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4" name="Rectangle 1066">
                <a:extLst>
                  <a:ext uri="{FF2B5EF4-FFF2-40B4-BE49-F238E27FC236}">
                    <a16:creationId xmlns:a16="http://schemas.microsoft.com/office/drawing/2014/main" id="{E0233132-9737-4CF6-9F46-202A5C51A150}"/>
                  </a:ext>
                </a:extLst>
              </p:cNvPr>
              <p:cNvSpPr>
                <a:spLocks noChangeArrowheads="1"/>
              </p:cNvSpPr>
              <p:nvPr/>
            </p:nvSpPr>
            <p:spPr bwMode="ltGray">
              <a:xfrm rot="2302266">
                <a:off x="899" y="360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5" name="Rectangle 1067">
                <a:extLst>
                  <a:ext uri="{FF2B5EF4-FFF2-40B4-BE49-F238E27FC236}">
                    <a16:creationId xmlns:a16="http://schemas.microsoft.com/office/drawing/2014/main" id="{84664F7D-7330-4B7E-9DAA-B54B357C27E0}"/>
                  </a:ext>
                </a:extLst>
              </p:cNvPr>
              <p:cNvSpPr>
                <a:spLocks noChangeArrowheads="1"/>
              </p:cNvSpPr>
              <p:nvPr/>
            </p:nvSpPr>
            <p:spPr bwMode="ltGray">
              <a:xfrm rot="2707562">
                <a:off x="869" y="361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6" name="Rectangle 1068">
                <a:extLst>
                  <a:ext uri="{FF2B5EF4-FFF2-40B4-BE49-F238E27FC236}">
                    <a16:creationId xmlns:a16="http://schemas.microsoft.com/office/drawing/2014/main" id="{7FF372DA-AD87-4493-BE42-A49D4D52C765}"/>
                  </a:ext>
                </a:extLst>
              </p:cNvPr>
              <p:cNvSpPr>
                <a:spLocks noChangeArrowheads="1"/>
              </p:cNvSpPr>
              <p:nvPr/>
            </p:nvSpPr>
            <p:spPr bwMode="ltGray">
              <a:xfrm rot="2707562">
                <a:off x="844" y="363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7" name="Rectangle 1069">
                <a:extLst>
                  <a:ext uri="{FF2B5EF4-FFF2-40B4-BE49-F238E27FC236}">
                    <a16:creationId xmlns:a16="http://schemas.microsoft.com/office/drawing/2014/main" id="{3A6CAC33-9E3E-405C-87F2-63F8CABF5FFB}"/>
                  </a:ext>
                </a:extLst>
              </p:cNvPr>
              <p:cNvSpPr>
                <a:spLocks noChangeArrowheads="1"/>
              </p:cNvSpPr>
              <p:nvPr/>
            </p:nvSpPr>
            <p:spPr bwMode="ltGray">
              <a:xfrm rot="1525830">
                <a:off x="1027" y="3473"/>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8" name="Rectangle 1070">
                <a:extLst>
                  <a:ext uri="{FF2B5EF4-FFF2-40B4-BE49-F238E27FC236}">
                    <a16:creationId xmlns:a16="http://schemas.microsoft.com/office/drawing/2014/main" id="{6C68F6B4-E286-4258-A632-F2C3237D4918}"/>
                  </a:ext>
                </a:extLst>
              </p:cNvPr>
              <p:cNvSpPr>
                <a:spLocks noChangeArrowheads="1"/>
              </p:cNvSpPr>
              <p:nvPr/>
            </p:nvSpPr>
            <p:spPr bwMode="ltGray">
              <a:xfrm rot="1525830">
                <a:off x="1009" y="3497"/>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59" name="Rectangle 1071">
                <a:extLst>
                  <a:ext uri="{FF2B5EF4-FFF2-40B4-BE49-F238E27FC236}">
                    <a16:creationId xmlns:a16="http://schemas.microsoft.com/office/drawing/2014/main" id="{ECE8E509-CB92-4610-AD48-63CC0E5689B0}"/>
                  </a:ext>
                </a:extLst>
              </p:cNvPr>
              <p:cNvSpPr>
                <a:spLocks noChangeArrowheads="1"/>
              </p:cNvSpPr>
              <p:nvPr/>
            </p:nvSpPr>
            <p:spPr bwMode="ltGray">
              <a:xfrm rot="1788117">
                <a:off x="990" y="3519"/>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0" name="Rectangle 1072">
                <a:extLst>
                  <a:ext uri="{FF2B5EF4-FFF2-40B4-BE49-F238E27FC236}">
                    <a16:creationId xmlns:a16="http://schemas.microsoft.com/office/drawing/2014/main" id="{1C8F7C63-DCB8-46E1-AD8A-59F492FC6EBB}"/>
                  </a:ext>
                </a:extLst>
              </p:cNvPr>
              <p:cNvSpPr>
                <a:spLocks noChangeArrowheads="1"/>
              </p:cNvSpPr>
              <p:nvPr/>
            </p:nvSpPr>
            <p:spPr bwMode="ltGray">
              <a:xfrm rot="1788117">
                <a:off x="969" y="354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1" name="Rectangle 1073">
                <a:extLst>
                  <a:ext uri="{FF2B5EF4-FFF2-40B4-BE49-F238E27FC236}">
                    <a16:creationId xmlns:a16="http://schemas.microsoft.com/office/drawing/2014/main" id="{BAE7BD48-88E7-4E55-B00B-D2D5F1094692}"/>
                  </a:ext>
                </a:extLst>
              </p:cNvPr>
              <p:cNvSpPr>
                <a:spLocks noChangeArrowheads="1"/>
              </p:cNvSpPr>
              <p:nvPr/>
            </p:nvSpPr>
            <p:spPr bwMode="ltGray">
              <a:xfrm rot="841630">
                <a:off x="1113" y="3355"/>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2" name="Rectangle 1074">
                <a:extLst>
                  <a:ext uri="{FF2B5EF4-FFF2-40B4-BE49-F238E27FC236}">
                    <a16:creationId xmlns:a16="http://schemas.microsoft.com/office/drawing/2014/main" id="{E03B02F0-A1BA-4249-8CF4-F8FA64F3431D}"/>
                  </a:ext>
                </a:extLst>
              </p:cNvPr>
              <p:cNvSpPr>
                <a:spLocks noChangeArrowheads="1"/>
              </p:cNvSpPr>
              <p:nvPr/>
            </p:nvSpPr>
            <p:spPr bwMode="ltGray">
              <a:xfrm rot="841630">
                <a:off x="1100" y="337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3" name="Rectangle 1075">
                <a:extLst>
                  <a:ext uri="{FF2B5EF4-FFF2-40B4-BE49-F238E27FC236}">
                    <a16:creationId xmlns:a16="http://schemas.microsoft.com/office/drawing/2014/main" id="{91E322F7-9ACE-4D96-8F7F-C23E5FC60B2F}"/>
                  </a:ext>
                </a:extLst>
              </p:cNvPr>
              <p:cNvSpPr>
                <a:spLocks noChangeArrowheads="1"/>
              </p:cNvSpPr>
              <p:nvPr/>
            </p:nvSpPr>
            <p:spPr bwMode="ltGray">
              <a:xfrm rot="1308689">
                <a:off x="1086" y="340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4" name="Rectangle 1076">
                <a:extLst>
                  <a:ext uri="{FF2B5EF4-FFF2-40B4-BE49-F238E27FC236}">
                    <a16:creationId xmlns:a16="http://schemas.microsoft.com/office/drawing/2014/main" id="{F45D04DB-0538-45B7-B56F-22EB6C5A4644}"/>
                  </a:ext>
                </a:extLst>
              </p:cNvPr>
              <p:cNvSpPr>
                <a:spLocks noChangeArrowheads="1"/>
              </p:cNvSpPr>
              <p:nvPr/>
            </p:nvSpPr>
            <p:spPr bwMode="ltGray">
              <a:xfrm rot="1308689">
                <a:off x="1064" y="3425"/>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5" name="Rectangle 1077">
                <a:extLst>
                  <a:ext uri="{FF2B5EF4-FFF2-40B4-BE49-F238E27FC236}">
                    <a16:creationId xmlns:a16="http://schemas.microsoft.com/office/drawing/2014/main" id="{01E9572F-3121-4721-8A1D-77DD5096B429}"/>
                  </a:ext>
                </a:extLst>
              </p:cNvPr>
              <p:cNvSpPr>
                <a:spLocks noChangeArrowheads="1"/>
              </p:cNvSpPr>
              <p:nvPr/>
            </p:nvSpPr>
            <p:spPr bwMode="ltGray">
              <a:xfrm rot="469913">
                <a:off x="1172" y="3225"/>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6" name="Rectangle 1078">
                <a:extLst>
                  <a:ext uri="{FF2B5EF4-FFF2-40B4-BE49-F238E27FC236}">
                    <a16:creationId xmlns:a16="http://schemas.microsoft.com/office/drawing/2014/main" id="{68CAFB6A-7E31-47DD-81DC-8D99557768B4}"/>
                  </a:ext>
                </a:extLst>
              </p:cNvPr>
              <p:cNvSpPr>
                <a:spLocks noChangeArrowheads="1"/>
              </p:cNvSpPr>
              <p:nvPr/>
            </p:nvSpPr>
            <p:spPr bwMode="ltGray">
              <a:xfrm rot="559869">
                <a:off x="1162" y="3250"/>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7" name="Rectangle 1079">
                <a:extLst>
                  <a:ext uri="{FF2B5EF4-FFF2-40B4-BE49-F238E27FC236}">
                    <a16:creationId xmlns:a16="http://schemas.microsoft.com/office/drawing/2014/main" id="{64820142-2999-4084-B261-B906AB35B340}"/>
                  </a:ext>
                </a:extLst>
              </p:cNvPr>
              <p:cNvSpPr>
                <a:spLocks noChangeArrowheads="1"/>
              </p:cNvSpPr>
              <p:nvPr/>
            </p:nvSpPr>
            <p:spPr bwMode="ltGray">
              <a:xfrm rot="734079">
                <a:off x="1154" y="327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8" name="Rectangle 1080">
                <a:extLst>
                  <a:ext uri="{FF2B5EF4-FFF2-40B4-BE49-F238E27FC236}">
                    <a16:creationId xmlns:a16="http://schemas.microsoft.com/office/drawing/2014/main" id="{F7BB11F7-F0B2-411D-B4E4-085CCF59335A}"/>
                  </a:ext>
                </a:extLst>
              </p:cNvPr>
              <p:cNvSpPr>
                <a:spLocks noChangeArrowheads="1"/>
              </p:cNvSpPr>
              <p:nvPr/>
            </p:nvSpPr>
            <p:spPr bwMode="ltGray">
              <a:xfrm rot="734079">
                <a:off x="1141" y="330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69" name="Rectangle 1081">
                <a:extLst>
                  <a:ext uri="{FF2B5EF4-FFF2-40B4-BE49-F238E27FC236}">
                    <a16:creationId xmlns:a16="http://schemas.microsoft.com/office/drawing/2014/main" id="{3B93FCDE-D6D8-40CB-87F1-804DCD4F0A09}"/>
                  </a:ext>
                </a:extLst>
              </p:cNvPr>
              <p:cNvSpPr>
                <a:spLocks noChangeArrowheads="1"/>
              </p:cNvSpPr>
              <p:nvPr/>
            </p:nvSpPr>
            <p:spPr bwMode="ltGray">
              <a:xfrm rot="-293905">
                <a:off x="1211" y="309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0" name="Rectangle 1082">
                <a:extLst>
                  <a:ext uri="{FF2B5EF4-FFF2-40B4-BE49-F238E27FC236}">
                    <a16:creationId xmlns:a16="http://schemas.microsoft.com/office/drawing/2014/main" id="{D36D9774-46DB-408D-8F05-68244548DFA1}"/>
                  </a:ext>
                </a:extLst>
              </p:cNvPr>
              <p:cNvSpPr>
                <a:spLocks noChangeArrowheads="1"/>
              </p:cNvSpPr>
              <p:nvPr/>
            </p:nvSpPr>
            <p:spPr bwMode="ltGray">
              <a:xfrm rot="-8">
                <a:off x="1201" y="312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1" name="Rectangle 1083">
                <a:extLst>
                  <a:ext uri="{FF2B5EF4-FFF2-40B4-BE49-F238E27FC236}">
                    <a16:creationId xmlns:a16="http://schemas.microsoft.com/office/drawing/2014/main" id="{1C741208-C548-4217-929F-FE8FE8F9D94B}"/>
                  </a:ext>
                </a:extLst>
              </p:cNvPr>
              <p:cNvSpPr>
                <a:spLocks noChangeArrowheads="1"/>
              </p:cNvSpPr>
              <p:nvPr/>
            </p:nvSpPr>
            <p:spPr bwMode="ltGray">
              <a:xfrm rot="-8">
                <a:off x="1200" y="3147"/>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2" name="Rectangle 1084">
                <a:extLst>
                  <a:ext uri="{FF2B5EF4-FFF2-40B4-BE49-F238E27FC236}">
                    <a16:creationId xmlns:a16="http://schemas.microsoft.com/office/drawing/2014/main" id="{607A069F-A398-42B9-800D-E08D00347992}"/>
                  </a:ext>
                </a:extLst>
              </p:cNvPr>
              <p:cNvSpPr>
                <a:spLocks noChangeArrowheads="1"/>
              </p:cNvSpPr>
              <p:nvPr/>
            </p:nvSpPr>
            <p:spPr bwMode="ltGray">
              <a:xfrm rot="214188">
                <a:off x="1189" y="3173"/>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3" name="Rectangle 1085">
                <a:extLst>
                  <a:ext uri="{FF2B5EF4-FFF2-40B4-BE49-F238E27FC236}">
                    <a16:creationId xmlns:a16="http://schemas.microsoft.com/office/drawing/2014/main" id="{46B85156-8A0D-4738-BB1C-F03568174E1E}"/>
                  </a:ext>
                </a:extLst>
              </p:cNvPr>
              <p:cNvSpPr>
                <a:spLocks noChangeArrowheads="1"/>
              </p:cNvSpPr>
              <p:nvPr/>
            </p:nvSpPr>
            <p:spPr bwMode="ltGray">
              <a:xfrm rot="-682388">
                <a:off x="1219" y="296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4" name="Rectangle 1086">
                <a:extLst>
                  <a:ext uri="{FF2B5EF4-FFF2-40B4-BE49-F238E27FC236}">
                    <a16:creationId xmlns:a16="http://schemas.microsoft.com/office/drawing/2014/main" id="{447C963D-1F7C-4B29-91B3-67931824A1BB}"/>
                  </a:ext>
                </a:extLst>
              </p:cNvPr>
              <p:cNvSpPr>
                <a:spLocks noChangeArrowheads="1"/>
              </p:cNvSpPr>
              <p:nvPr/>
            </p:nvSpPr>
            <p:spPr bwMode="ltGray">
              <a:xfrm rot="-480400">
                <a:off x="1220" y="2991"/>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5" name="Rectangle 1087">
                <a:extLst>
                  <a:ext uri="{FF2B5EF4-FFF2-40B4-BE49-F238E27FC236}">
                    <a16:creationId xmlns:a16="http://schemas.microsoft.com/office/drawing/2014/main" id="{7FCB5104-1926-4872-8A6E-75448A0A531F}"/>
                  </a:ext>
                </a:extLst>
              </p:cNvPr>
              <p:cNvSpPr>
                <a:spLocks noChangeArrowheads="1"/>
              </p:cNvSpPr>
              <p:nvPr/>
            </p:nvSpPr>
            <p:spPr bwMode="ltGray">
              <a:xfrm rot="-480400">
                <a:off x="1220" y="301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6" name="Rectangle 1088">
                <a:extLst>
                  <a:ext uri="{FF2B5EF4-FFF2-40B4-BE49-F238E27FC236}">
                    <a16:creationId xmlns:a16="http://schemas.microsoft.com/office/drawing/2014/main" id="{A4EAA576-B899-4E6A-9ADF-B6FF874AFEEE}"/>
                  </a:ext>
                </a:extLst>
              </p:cNvPr>
              <p:cNvSpPr>
                <a:spLocks noChangeArrowheads="1"/>
              </p:cNvSpPr>
              <p:nvPr/>
            </p:nvSpPr>
            <p:spPr bwMode="ltGray">
              <a:xfrm rot="-270546">
                <a:off x="1219" y="3041"/>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7" name="Rectangle 1089">
                <a:extLst>
                  <a:ext uri="{FF2B5EF4-FFF2-40B4-BE49-F238E27FC236}">
                    <a16:creationId xmlns:a16="http://schemas.microsoft.com/office/drawing/2014/main" id="{A336265D-962A-42D9-B05B-F8723E6053C5}"/>
                  </a:ext>
                </a:extLst>
              </p:cNvPr>
              <p:cNvSpPr>
                <a:spLocks noChangeArrowheads="1"/>
              </p:cNvSpPr>
              <p:nvPr/>
            </p:nvSpPr>
            <p:spPr bwMode="ltGray">
              <a:xfrm rot="-1132286">
                <a:off x="1207" y="2843"/>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8" name="Rectangle 1090">
                <a:extLst>
                  <a:ext uri="{FF2B5EF4-FFF2-40B4-BE49-F238E27FC236}">
                    <a16:creationId xmlns:a16="http://schemas.microsoft.com/office/drawing/2014/main" id="{53A15233-A2E6-4A2C-8DA3-AAF0C97E39D8}"/>
                  </a:ext>
                </a:extLst>
              </p:cNvPr>
              <p:cNvSpPr>
                <a:spLocks noChangeArrowheads="1"/>
              </p:cNvSpPr>
              <p:nvPr/>
            </p:nvSpPr>
            <p:spPr bwMode="ltGray">
              <a:xfrm rot="-969272">
                <a:off x="1213" y="286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79" name="Rectangle 1091">
                <a:extLst>
                  <a:ext uri="{FF2B5EF4-FFF2-40B4-BE49-F238E27FC236}">
                    <a16:creationId xmlns:a16="http://schemas.microsoft.com/office/drawing/2014/main" id="{D6F5E803-2FB1-440B-987E-B32D9D0B6FFA}"/>
                  </a:ext>
                </a:extLst>
              </p:cNvPr>
              <p:cNvSpPr>
                <a:spLocks noChangeArrowheads="1"/>
              </p:cNvSpPr>
              <p:nvPr/>
            </p:nvSpPr>
            <p:spPr bwMode="ltGray">
              <a:xfrm rot="-969272">
                <a:off x="1216" y="288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0" name="Rectangle 1092">
                <a:extLst>
                  <a:ext uri="{FF2B5EF4-FFF2-40B4-BE49-F238E27FC236}">
                    <a16:creationId xmlns:a16="http://schemas.microsoft.com/office/drawing/2014/main" id="{569BDA3F-19C5-41BF-B1B3-07A2DCA1840C}"/>
                  </a:ext>
                </a:extLst>
              </p:cNvPr>
              <p:cNvSpPr>
                <a:spLocks noChangeArrowheads="1"/>
              </p:cNvSpPr>
              <p:nvPr/>
            </p:nvSpPr>
            <p:spPr bwMode="ltGray">
              <a:xfrm rot="-806259">
                <a:off x="1219" y="291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1" name="Rectangle 1093">
                <a:extLst>
                  <a:ext uri="{FF2B5EF4-FFF2-40B4-BE49-F238E27FC236}">
                    <a16:creationId xmlns:a16="http://schemas.microsoft.com/office/drawing/2014/main" id="{971761A6-7388-4DEC-9D39-DA0796C8B9F8}"/>
                  </a:ext>
                </a:extLst>
              </p:cNvPr>
              <p:cNvSpPr>
                <a:spLocks noChangeArrowheads="1"/>
              </p:cNvSpPr>
              <p:nvPr/>
            </p:nvSpPr>
            <p:spPr bwMode="ltGray">
              <a:xfrm rot="-1543941">
                <a:off x="1165" y="272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2" name="Rectangle 1094">
                <a:extLst>
                  <a:ext uri="{FF2B5EF4-FFF2-40B4-BE49-F238E27FC236}">
                    <a16:creationId xmlns:a16="http://schemas.microsoft.com/office/drawing/2014/main" id="{1BEDF8BB-30EB-431B-9301-48C8B645C19B}"/>
                  </a:ext>
                </a:extLst>
              </p:cNvPr>
              <p:cNvSpPr>
                <a:spLocks noChangeArrowheads="1"/>
              </p:cNvSpPr>
              <p:nvPr/>
            </p:nvSpPr>
            <p:spPr bwMode="ltGray">
              <a:xfrm rot="-1341953">
                <a:off x="1176" y="2752"/>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3" name="Rectangle 1095">
                <a:extLst>
                  <a:ext uri="{FF2B5EF4-FFF2-40B4-BE49-F238E27FC236}">
                    <a16:creationId xmlns:a16="http://schemas.microsoft.com/office/drawing/2014/main" id="{94CC5F46-1394-4F38-908A-A83D1B2010F7}"/>
                  </a:ext>
                </a:extLst>
              </p:cNvPr>
              <p:cNvSpPr>
                <a:spLocks noChangeArrowheads="1"/>
              </p:cNvSpPr>
              <p:nvPr/>
            </p:nvSpPr>
            <p:spPr bwMode="ltGray">
              <a:xfrm rot="-1341953">
                <a:off x="1184" y="277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4" name="Rectangle 1096">
                <a:extLst>
                  <a:ext uri="{FF2B5EF4-FFF2-40B4-BE49-F238E27FC236}">
                    <a16:creationId xmlns:a16="http://schemas.microsoft.com/office/drawing/2014/main" id="{7754CE26-3192-4C27-B91F-B1BF15DD7FED}"/>
                  </a:ext>
                </a:extLst>
              </p:cNvPr>
              <p:cNvSpPr>
                <a:spLocks noChangeArrowheads="1"/>
              </p:cNvSpPr>
              <p:nvPr/>
            </p:nvSpPr>
            <p:spPr bwMode="ltGray">
              <a:xfrm rot="-1341953">
                <a:off x="1194" y="279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5" name="Rectangle 1097">
                <a:extLst>
                  <a:ext uri="{FF2B5EF4-FFF2-40B4-BE49-F238E27FC236}">
                    <a16:creationId xmlns:a16="http://schemas.microsoft.com/office/drawing/2014/main" id="{DEF10C7B-6FCA-482D-B065-AB5C709398F5}"/>
                  </a:ext>
                </a:extLst>
              </p:cNvPr>
              <p:cNvSpPr>
                <a:spLocks noChangeArrowheads="1"/>
              </p:cNvSpPr>
              <p:nvPr/>
            </p:nvSpPr>
            <p:spPr bwMode="ltGray">
              <a:xfrm rot="-1928746">
                <a:off x="1101" y="262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6" name="Rectangle 1098">
                <a:extLst>
                  <a:ext uri="{FF2B5EF4-FFF2-40B4-BE49-F238E27FC236}">
                    <a16:creationId xmlns:a16="http://schemas.microsoft.com/office/drawing/2014/main" id="{5E4E67DF-8231-4BC7-A091-D1F4238A9DF0}"/>
                  </a:ext>
                </a:extLst>
              </p:cNvPr>
              <p:cNvSpPr>
                <a:spLocks noChangeArrowheads="1"/>
              </p:cNvSpPr>
              <p:nvPr/>
            </p:nvSpPr>
            <p:spPr bwMode="ltGray">
              <a:xfrm rot="-1844175">
                <a:off x="1114" y="264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7" name="Rectangle 1099">
                <a:extLst>
                  <a:ext uri="{FF2B5EF4-FFF2-40B4-BE49-F238E27FC236}">
                    <a16:creationId xmlns:a16="http://schemas.microsoft.com/office/drawing/2014/main" id="{FB270DFC-19A1-4BBB-9D38-164F3C3A05B5}"/>
                  </a:ext>
                </a:extLst>
              </p:cNvPr>
              <p:cNvSpPr>
                <a:spLocks noChangeArrowheads="1"/>
              </p:cNvSpPr>
              <p:nvPr/>
            </p:nvSpPr>
            <p:spPr bwMode="ltGray">
              <a:xfrm rot="-1752383">
                <a:off x="1129" y="266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8" name="Rectangle 1100">
                <a:extLst>
                  <a:ext uri="{FF2B5EF4-FFF2-40B4-BE49-F238E27FC236}">
                    <a16:creationId xmlns:a16="http://schemas.microsoft.com/office/drawing/2014/main" id="{E21FE535-B1CA-497F-A66E-F254508CB498}"/>
                  </a:ext>
                </a:extLst>
              </p:cNvPr>
              <p:cNvSpPr>
                <a:spLocks noChangeArrowheads="1"/>
              </p:cNvSpPr>
              <p:nvPr/>
            </p:nvSpPr>
            <p:spPr bwMode="ltGray">
              <a:xfrm rot="-1752383">
                <a:off x="1142" y="268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89" name="Rectangle 1101">
                <a:extLst>
                  <a:ext uri="{FF2B5EF4-FFF2-40B4-BE49-F238E27FC236}">
                    <a16:creationId xmlns:a16="http://schemas.microsoft.com/office/drawing/2014/main" id="{27643864-CEE4-40D1-A1FE-60301E92EBB7}"/>
                  </a:ext>
                </a:extLst>
              </p:cNvPr>
              <p:cNvSpPr>
                <a:spLocks noChangeArrowheads="1"/>
              </p:cNvSpPr>
              <p:nvPr/>
            </p:nvSpPr>
            <p:spPr bwMode="ltGray">
              <a:xfrm rot="-2466736">
                <a:off x="1014" y="253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0" name="Rectangle 1102">
                <a:extLst>
                  <a:ext uri="{FF2B5EF4-FFF2-40B4-BE49-F238E27FC236}">
                    <a16:creationId xmlns:a16="http://schemas.microsoft.com/office/drawing/2014/main" id="{984CD139-2DC1-4697-A95B-1DAB1913AB77}"/>
                  </a:ext>
                </a:extLst>
              </p:cNvPr>
              <p:cNvSpPr>
                <a:spLocks noChangeArrowheads="1"/>
              </p:cNvSpPr>
              <p:nvPr/>
            </p:nvSpPr>
            <p:spPr bwMode="ltGray">
              <a:xfrm rot="-2466736">
                <a:off x="1035" y="255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1" name="Rectangle 1103">
                <a:extLst>
                  <a:ext uri="{FF2B5EF4-FFF2-40B4-BE49-F238E27FC236}">
                    <a16:creationId xmlns:a16="http://schemas.microsoft.com/office/drawing/2014/main" id="{B1DBE163-2752-4013-9426-0BB5976389D9}"/>
                  </a:ext>
                </a:extLst>
              </p:cNvPr>
              <p:cNvSpPr>
                <a:spLocks noChangeArrowheads="1"/>
              </p:cNvSpPr>
              <p:nvPr/>
            </p:nvSpPr>
            <p:spPr bwMode="ltGray">
              <a:xfrm rot="-2466736">
                <a:off x="1050" y="257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2" name="Rectangle 1104">
                <a:extLst>
                  <a:ext uri="{FF2B5EF4-FFF2-40B4-BE49-F238E27FC236}">
                    <a16:creationId xmlns:a16="http://schemas.microsoft.com/office/drawing/2014/main" id="{E5D7E261-FC52-4A7C-AE17-B3E7CFF4527E}"/>
                  </a:ext>
                </a:extLst>
              </p:cNvPr>
              <p:cNvSpPr>
                <a:spLocks noChangeArrowheads="1"/>
              </p:cNvSpPr>
              <p:nvPr/>
            </p:nvSpPr>
            <p:spPr bwMode="ltGray">
              <a:xfrm rot="-2342866">
                <a:off x="1068" y="2590"/>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3" name="Freeform 1105">
                <a:extLst>
                  <a:ext uri="{FF2B5EF4-FFF2-40B4-BE49-F238E27FC236}">
                    <a16:creationId xmlns:a16="http://schemas.microsoft.com/office/drawing/2014/main" id="{B3E90667-20D7-4FF9-81ED-0C1E44518C73}"/>
                  </a:ext>
                </a:extLst>
              </p:cNvPr>
              <p:cNvSpPr>
                <a:spLocks/>
              </p:cNvSpPr>
              <p:nvPr/>
            </p:nvSpPr>
            <p:spPr bwMode="ltGray">
              <a:xfrm>
                <a:off x="486" y="2563"/>
                <a:ext cx="180" cy="151"/>
              </a:xfrm>
              <a:custGeom>
                <a:avLst/>
                <a:gdLst>
                  <a:gd name="T0" fmla="*/ 0 w 180"/>
                  <a:gd name="T1" fmla="*/ 144 h 151"/>
                  <a:gd name="T2" fmla="*/ 28 w 180"/>
                  <a:gd name="T3" fmla="*/ 147 h 151"/>
                  <a:gd name="T4" fmla="*/ 64 w 180"/>
                  <a:gd name="T5" fmla="*/ 46 h 151"/>
                  <a:gd name="T6" fmla="*/ 94 w 180"/>
                  <a:gd name="T7" fmla="*/ 151 h 151"/>
                  <a:gd name="T8" fmla="*/ 129 w 180"/>
                  <a:gd name="T9" fmla="*/ 151 h 151"/>
                  <a:gd name="T10" fmla="*/ 180 w 180"/>
                  <a:gd name="T11" fmla="*/ 9 h 151"/>
                  <a:gd name="T12" fmla="*/ 148 w 180"/>
                  <a:gd name="T13" fmla="*/ 10 h 151"/>
                  <a:gd name="T14" fmla="*/ 112 w 180"/>
                  <a:gd name="T15" fmla="*/ 112 h 151"/>
                  <a:gd name="T16" fmla="*/ 79 w 180"/>
                  <a:gd name="T17" fmla="*/ 0 h 151"/>
                  <a:gd name="T18" fmla="*/ 48 w 180"/>
                  <a:gd name="T19" fmla="*/ 0 h 151"/>
                  <a:gd name="T20" fmla="*/ 0 w 180"/>
                  <a:gd name="T21" fmla="*/ 144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4" name="Rectangle 1106">
                <a:extLst>
                  <a:ext uri="{FF2B5EF4-FFF2-40B4-BE49-F238E27FC236}">
                    <a16:creationId xmlns:a16="http://schemas.microsoft.com/office/drawing/2014/main" id="{9337F294-01FC-428A-B11E-2F42CC4C6443}"/>
                  </a:ext>
                </a:extLst>
              </p:cNvPr>
              <p:cNvSpPr>
                <a:spLocks noChangeArrowheads="1"/>
              </p:cNvSpPr>
              <p:nvPr/>
            </p:nvSpPr>
            <p:spPr bwMode="ltGray">
              <a:xfrm rot="6575641">
                <a:off x="-217" y="3138"/>
                <a:ext cx="122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5" name="Rectangle 1107">
                <a:extLst>
                  <a:ext uri="{FF2B5EF4-FFF2-40B4-BE49-F238E27FC236}">
                    <a16:creationId xmlns:a16="http://schemas.microsoft.com/office/drawing/2014/main" id="{A660DDD1-8505-47F8-92AF-09F28422C78D}"/>
                  </a:ext>
                </a:extLst>
              </p:cNvPr>
              <p:cNvSpPr>
                <a:spLocks noChangeArrowheads="1"/>
              </p:cNvSpPr>
              <p:nvPr/>
            </p:nvSpPr>
            <p:spPr bwMode="ltGray">
              <a:xfrm rot="238799">
                <a:off x="4" y="3146"/>
                <a:ext cx="103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6" name="Rectangle 1108">
                <a:extLst>
                  <a:ext uri="{FF2B5EF4-FFF2-40B4-BE49-F238E27FC236}">
                    <a16:creationId xmlns:a16="http://schemas.microsoft.com/office/drawing/2014/main" id="{B86DB54D-99D8-46F7-A6E7-CB12AF84C126}"/>
                  </a:ext>
                </a:extLst>
              </p:cNvPr>
              <p:cNvSpPr>
                <a:spLocks noChangeArrowheads="1"/>
              </p:cNvSpPr>
              <p:nvPr/>
            </p:nvSpPr>
            <p:spPr bwMode="ltGray">
              <a:xfrm rot="-2957028">
                <a:off x="900" y="2464"/>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7" name="Rectangle 1109">
                <a:extLst>
                  <a:ext uri="{FF2B5EF4-FFF2-40B4-BE49-F238E27FC236}">
                    <a16:creationId xmlns:a16="http://schemas.microsoft.com/office/drawing/2014/main" id="{E697D5A5-56A9-451C-A9A3-FA5157F8D185}"/>
                  </a:ext>
                </a:extLst>
              </p:cNvPr>
              <p:cNvSpPr>
                <a:spLocks noChangeArrowheads="1"/>
              </p:cNvSpPr>
              <p:nvPr/>
            </p:nvSpPr>
            <p:spPr bwMode="ltGray">
              <a:xfrm rot="-2957028">
                <a:off x="923" y="2478"/>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8" name="Rectangle 1110">
                <a:extLst>
                  <a:ext uri="{FF2B5EF4-FFF2-40B4-BE49-F238E27FC236}">
                    <a16:creationId xmlns:a16="http://schemas.microsoft.com/office/drawing/2014/main" id="{65F77EBF-352F-460C-90EE-62FBD757069B}"/>
                  </a:ext>
                </a:extLst>
              </p:cNvPr>
              <p:cNvSpPr>
                <a:spLocks noChangeArrowheads="1"/>
              </p:cNvSpPr>
              <p:nvPr/>
            </p:nvSpPr>
            <p:spPr bwMode="ltGray">
              <a:xfrm rot="-2957028">
                <a:off x="954" y="249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199" name="Rectangle 1111">
                <a:extLst>
                  <a:ext uri="{FF2B5EF4-FFF2-40B4-BE49-F238E27FC236}">
                    <a16:creationId xmlns:a16="http://schemas.microsoft.com/office/drawing/2014/main" id="{C284CB7C-2A59-4FE5-84F0-D59246B054BD}"/>
                  </a:ext>
                </a:extLst>
              </p:cNvPr>
              <p:cNvSpPr>
                <a:spLocks noChangeArrowheads="1"/>
              </p:cNvSpPr>
              <p:nvPr/>
            </p:nvSpPr>
            <p:spPr bwMode="ltGray">
              <a:xfrm rot="-2661033">
                <a:off x="974" y="2509"/>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0" name="Rectangle 1112">
                <a:extLst>
                  <a:ext uri="{FF2B5EF4-FFF2-40B4-BE49-F238E27FC236}">
                    <a16:creationId xmlns:a16="http://schemas.microsoft.com/office/drawing/2014/main" id="{D4282FB4-C607-4239-935D-521BF6FE5302}"/>
                  </a:ext>
                </a:extLst>
              </p:cNvPr>
              <p:cNvSpPr>
                <a:spLocks noChangeArrowheads="1"/>
              </p:cNvSpPr>
              <p:nvPr/>
            </p:nvSpPr>
            <p:spPr bwMode="ltGray">
              <a:xfrm rot="-3638503">
                <a:off x="782" y="2418"/>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1" name="Rectangle 1113">
                <a:extLst>
                  <a:ext uri="{FF2B5EF4-FFF2-40B4-BE49-F238E27FC236}">
                    <a16:creationId xmlns:a16="http://schemas.microsoft.com/office/drawing/2014/main" id="{8DA03643-8627-4766-A02E-C64E38F5C63F}"/>
                  </a:ext>
                </a:extLst>
              </p:cNvPr>
              <p:cNvSpPr>
                <a:spLocks noChangeArrowheads="1"/>
              </p:cNvSpPr>
              <p:nvPr/>
            </p:nvSpPr>
            <p:spPr bwMode="ltGray">
              <a:xfrm rot="-3638503">
                <a:off x="808" y="242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2" name="Rectangle 1114">
                <a:extLst>
                  <a:ext uri="{FF2B5EF4-FFF2-40B4-BE49-F238E27FC236}">
                    <a16:creationId xmlns:a16="http://schemas.microsoft.com/office/drawing/2014/main" id="{A217460E-B4D9-41EC-A6A0-6C27758E3D17}"/>
                  </a:ext>
                </a:extLst>
              </p:cNvPr>
              <p:cNvSpPr>
                <a:spLocks noChangeArrowheads="1"/>
              </p:cNvSpPr>
              <p:nvPr/>
            </p:nvSpPr>
            <p:spPr bwMode="ltGray">
              <a:xfrm rot="-3514633">
                <a:off x="830" y="243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3" name="Rectangle 1115">
                <a:extLst>
                  <a:ext uri="{FF2B5EF4-FFF2-40B4-BE49-F238E27FC236}">
                    <a16:creationId xmlns:a16="http://schemas.microsoft.com/office/drawing/2014/main" id="{ECD1CA56-BAEC-4824-9E74-2BA8FBD7A48E}"/>
                  </a:ext>
                </a:extLst>
              </p:cNvPr>
              <p:cNvSpPr>
                <a:spLocks noChangeArrowheads="1"/>
              </p:cNvSpPr>
              <p:nvPr/>
            </p:nvSpPr>
            <p:spPr bwMode="ltGray">
              <a:xfrm rot="-3220799">
                <a:off x="855" y="2444"/>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4" name="Rectangle 1116">
                <a:extLst>
                  <a:ext uri="{FF2B5EF4-FFF2-40B4-BE49-F238E27FC236}">
                    <a16:creationId xmlns:a16="http://schemas.microsoft.com/office/drawing/2014/main" id="{9A6CF21F-BFEA-4953-AFAB-4E40CEF72DBC}"/>
                  </a:ext>
                </a:extLst>
              </p:cNvPr>
              <p:cNvSpPr>
                <a:spLocks noChangeArrowheads="1"/>
              </p:cNvSpPr>
              <p:nvPr/>
            </p:nvSpPr>
            <p:spPr bwMode="ltGray">
              <a:xfrm rot="-4338250">
                <a:off x="643" y="2388"/>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5" name="Rectangle 1117">
                <a:extLst>
                  <a:ext uri="{FF2B5EF4-FFF2-40B4-BE49-F238E27FC236}">
                    <a16:creationId xmlns:a16="http://schemas.microsoft.com/office/drawing/2014/main" id="{16B506BF-388A-4B46-A937-3682FE0F734D}"/>
                  </a:ext>
                </a:extLst>
              </p:cNvPr>
              <p:cNvSpPr>
                <a:spLocks noChangeArrowheads="1"/>
              </p:cNvSpPr>
              <p:nvPr/>
            </p:nvSpPr>
            <p:spPr bwMode="ltGray">
              <a:xfrm rot="-4250359">
                <a:off x="670" y="239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6" name="Rectangle 1118">
                <a:extLst>
                  <a:ext uri="{FF2B5EF4-FFF2-40B4-BE49-F238E27FC236}">
                    <a16:creationId xmlns:a16="http://schemas.microsoft.com/office/drawing/2014/main" id="{E8CFC4D8-F1C9-4850-857C-9DD43705AA0F}"/>
                  </a:ext>
                </a:extLst>
              </p:cNvPr>
              <p:cNvSpPr>
                <a:spLocks noChangeArrowheads="1"/>
              </p:cNvSpPr>
              <p:nvPr/>
            </p:nvSpPr>
            <p:spPr bwMode="ltGray">
              <a:xfrm rot="-4250359">
                <a:off x="702" y="2398"/>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7" name="Rectangle 1119">
                <a:extLst>
                  <a:ext uri="{FF2B5EF4-FFF2-40B4-BE49-F238E27FC236}">
                    <a16:creationId xmlns:a16="http://schemas.microsoft.com/office/drawing/2014/main" id="{70BFC449-AC95-47F5-A63B-FE72BE354479}"/>
                  </a:ext>
                </a:extLst>
              </p:cNvPr>
              <p:cNvSpPr>
                <a:spLocks noChangeArrowheads="1"/>
              </p:cNvSpPr>
              <p:nvPr/>
            </p:nvSpPr>
            <p:spPr bwMode="ltGray">
              <a:xfrm rot="-3989246">
                <a:off x="732" y="240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8" name="Rectangle 1120">
                <a:extLst>
                  <a:ext uri="{FF2B5EF4-FFF2-40B4-BE49-F238E27FC236}">
                    <a16:creationId xmlns:a16="http://schemas.microsoft.com/office/drawing/2014/main" id="{A562E193-8E27-4AA0-A1AE-4A4A6999B220}"/>
                  </a:ext>
                </a:extLst>
              </p:cNvPr>
              <p:cNvSpPr>
                <a:spLocks noChangeArrowheads="1"/>
              </p:cNvSpPr>
              <p:nvPr/>
            </p:nvSpPr>
            <p:spPr bwMode="ltGray">
              <a:xfrm rot="-4862215">
                <a:off x="497" y="238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09" name="Rectangle 1121">
                <a:extLst>
                  <a:ext uri="{FF2B5EF4-FFF2-40B4-BE49-F238E27FC236}">
                    <a16:creationId xmlns:a16="http://schemas.microsoft.com/office/drawing/2014/main" id="{44654154-E083-42A3-8621-9C4E736FD3E2}"/>
                  </a:ext>
                </a:extLst>
              </p:cNvPr>
              <p:cNvSpPr>
                <a:spLocks noChangeArrowheads="1"/>
              </p:cNvSpPr>
              <p:nvPr/>
            </p:nvSpPr>
            <p:spPr bwMode="ltGray">
              <a:xfrm rot="-4673370">
                <a:off x="528" y="238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0" name="Rectangle 1122">
                <a:extLst>
                  <a:ext uri="{FF2B5EF4-FFF2-40B4-BE49-F238E27FC236}">
                    <a16:creationId xmlns:a16="http://schemas.microsoft.com/office/drawing/2014/main" id="{18609A77-7546-4378-A365-E6FACD7033B3}"/>
                  </a:ext>
                </a:extLst>
              </p:cNvPr>
              <p:cNvSpPr>
                <a:spLocks noChangeArrowheads="1"/>
              </p:cNvSpPr>
              <p:nvPr/>
            </p:nvSpPr>
            <p:spPr bwMode="ltGray">
              <a:xfrm rot="-4646721">
                <a:off x="557" y="238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1" name="Rectangle 1123">
                <a:extLst>
                  <a:ext uri="{FF2B5EF4-FFF2-40B4-BE49-F238E27FC236}">
                    <a16:creationId xmlns:a16="http://schemas.microsoft.com/office/drawing/2014/main" id="{F8F8AD1E-D1F5-4D78-A48F-144D30213EB6}"/>
                  </a:ext>
                </a:extLst>
              </p:cNvPr>
              <p:cNvSpPr>
                <a:spLocks noChangeArrowheads="1"/>
              </p:cNvSpPr>
              <p:nvPr/>
            </p:nvSpPr>
            <p:spPr bwMode="ltGray">
              <a:xfrm rot="-4580623">
                <a:off x="589" y="238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2" name="Rectangle 1124">
                <a:extLst>
                  <a:ext uri="{FF2B5EF4-FFF2-40B4-BE49-F238E27FC236}">
                    <a16:creationId xmlns:a16="http://schemas.microsoft.com/office/drawing/2014/main" id="{12FA7FDC-AB50-4464-ACA1-10FA0F90EEE0}"/>
                  </a:ext>
                </a:extLst>
              </p:cNvPr>
              <p:cNvSpPr>
                <a:spLocks noChangeArrowheads="1"/>
              </p:cNvSpPr>
              <p:nvPr/>
            </p:nvSpPr>
            <p:spPr bwMode="ltGray">
              <a:xfrm rot="-5195129">
                <a:off x="349" y="240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3" name="Rectangle 1125">
                <a:extLst>
                  <a:ext uri="{FF2B5EF4-FFF2-40B4-BE49-F238E27FC236}">
                    <a16:creationId xmlns:a16="http://schemas.microsoft.com/office/drawing/2014/main" id="{F40691A9-527B-45E9-96C6-6E366FC0F035}"/>
                  </a:ext>
                </a:extLst>
              </p:cNvPr>
              <p:cNvSpPr>
                <a:spLocks noChangeArrowheads="1"/>
              </p:cNvSpPr>
              <p:nvPr/>
            </p:nvSpPr>
            <p:spPr bwMode="ltGray">
              <a:xfrm rot="-5360484">
                <a:off x="379" y="240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4" name="Rectangle 1126">
                <a:extLst>
                  <a:ext uri="{FF2B5EF4-FFF2-40B4-BE49-F238E27FC236}">
                    <a16:creationId xmlns:a16="http://schemas.microsoft.com/office/drawing/2014/main" id="{D3EED3E1-4C16-441C-9831-BB8099F62CF8}"/>
                  </a:ext>
                </a:extLst>
              </p:cNvPr>
              <p:cNvSpPr>
                <a:spLocks noChangeArrowheads="1"/>
              </p:cNvSpPr>
              <p:nvPr/>
            </p:nvSpPr>
            <p:spPr bwMode="ltGray">
              <a:xfrm rot="-5288939">
                <a:off x="413" y="239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5" name="Rectangle 1127">
                <a:extLst>
                  <a:ext uri="{FF2B5EF4-FFF2-40B4-BE49-F238E27FC236}">
                    <a16:creationId xmlns:a16="http://schemas.microsoft.com/office/drawing/2014/main" id="{54BBE2A9-64AF-4299-8780-D1E5552B82E4}"/>
                  </a:ext>
                </a:extLst>
              </p:cNvPr>
              <p:cNvSpPr>
                <a:spLocks noChangeArrowheads="1"/>
              </p:cNvSpPr>
              <p:nvPr/>
            </p:nvSpPr>
            <p:spPr bwMode="ltGray">
              <a:xfrm rot="-5164854">
                <a:off x="443" y="2392"/>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6" name="Rectangle 1128">
                <a:extLst>
                  <a:ext uri="{FF2B5EF4-FFF2-40B4-BE49-F238E27FC236}">
                    <a16:creationId xmlns:a16="http://schemas.microsoft.com/office/drawing/2014/main" id="{543A2AC8-B26A-4526-9460-BF6965BF8ED6}"/>
                  </a:ext>
                </a:extLst>
              </p:cNvPr>
              <p:cNvSpPr>
                <a:spLocks noChangeArrowheads="1"/>
              </p:cNvSpPr>
              <p:nvPr/>
            </p:nvSpPr>
            <p:spPr bwMode="ltGray">
              <a:xfrm rot="-6132163">
                <a:off x="200" y="245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7" name="Rectangle 1129">
                <a:extLst>
                  <a:ext uri="{FF2B5EF4-FFF2-40B4-BE49-F238E27FC236}">
                    <a16:creationId xmlns:a16="http://schemas.microsoft.com/office/drawing/2014/main" id="{D291567C-AB8E-4515-9293-173E67325953}"/>
                  </a:ext>
                </a:extLst>
              </p:cNvPr>
              <p:cNvSpPr>
                <a:spLocks noChangeArrowheads="1"/>
              </p:cNvSpPr>
              <p:nvPr/>
            </p:nvSpPr>
            <p:spPr bwMode="ltGray">
              <a:xfrm rot="-6220433">
                <a:off x="231" y="244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8" name="Rectangle 1130">
                <a:extLst>
                  <a:ext uri="{FF2B5EF4-FFF2-40B4-BE49-F238E27FC236}">
                    <a16:creationId xmlns:a16="http://schemas.microsoft.com/office/drawing/2014/main" id="{B8E4BAD8-EBA6-4F74-B4E5-E8B1810EB0F9}"/>
                  </a:ext>
                </a:extLst>
              </p:cNvPr>
              <p:cNvSpPr>
                <a:spLocks noChangeArrowheads="1"/>
              </p:cNvSpPr>
              <p:nvPr/>
            </p:nvSpPr>
            <p:spPr bwMode="ltGray">
              <a:xfrm rot="-6110943">
                <a:off x="260" y="243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19" name="Rectangle 1131">
                <a:extLst>
                  <a:ext uri="{FF2B5EF4-FFF2-40B4-BE49-F238E27FC236}">
                    <a16:creationId xmlns:a16="http://schemas.microsoft.com/office/drawing/2014/main" id="{1EA49521-3545-4618-AD48-E70940CBB47E}"/>
                  </a:ext>
                </a:extLst>
              </p:cNvPr>
              <p:cNvSpPr>
                <a:spLocks noChangeArrowheads="1"/>
              </p:cNvSpPr>
              <p:nvPr/>
            </p:nvSpPr>
            <p:spPr bwMode="ltGray">
              <a:xfrm rot="-5919570">
                <a:off x="287" y="241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0" name="Rectangle 1132">
                <a:extLst>
                  <a:ext uri="{FF2B5EF4-FFF2-40B4-BE49-F238E27FC236}">
                    <a16:creationId xmlns:a16="http://schemas.microsoft.com/office/drawing/2014/main" id="{0C7A316E-5C2A-44BF-A078-5DE72993FECA}"/>
                  </a:ext>
                </a:extLst>
              </p:cNvPr>
              <p:cNvSpPr>
                <a:spLocks noChangeArrowheads="1"/>
              </p:cNvSpPr>
              <p:nvPr/>
            </p:nvSpPr>
            <p:spPr bwMode="ltGray">
              <a:xfrm rot="-7376291">
                <a:off x="0" y="254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1" name="Rectangle 1133">
                <a:extLst>
                  <a:ext uri="{FF2B5EF4-FFF2-40B4-BE49-F238E27FC236}">
                    <a16:creationId xmlns:a16="http://schemas.microsoft.com/office/drawing/2014/main" id="{D7C0DF14-71D7-40EA-A9B1-D609FBF0D652}"/>
                  </a:ext>
                </a:extLst>
              </p:cNvPr>
              <p:cNvSpPr>
                <a:spLocks noChangeArrowheads="1"/>
              </p:cNvSpPr>
              <p:nvPr/>
            </p:nvSpPr>
            <p:spPr bwMode="ltGray">
              <a:xfrm rot="-7168347">
                <a:off x="59" y="250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2" name="Rectangle 1134">
                <a:extLst>
                  <a:ext uri="{FF2B5EF4-FFF2-40B4-BE49-F238E27FC236}">
                    <a16:creationId xmlns:a16="http://schemas.microsoft.com/office/drawing/2014/main" id="{10F87B32-D448-4EA8-8292-CC3E7B83EFCE}"/>
                  </a:ext>
                </a:extLst>
              </p:cNvPr>
              <p:cNvSpPr>
                <a:spLocks noChangeArrowheads="1"/>
              </p:cNvSpPr>
              <p:nvPr/>
            </p:nvSpPr>
            <p:spPr bwMode="ltGray">
              <a:xfrm rot="-6802416">
                <a:off x="86" y="249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3" name="Rectangle 1135">
                <a:extLst>
                  <a:ext uri="{FF2B5EF4-FFF2-40B4-BE49-F238E27FC236}">
                    <a16:creationId xmlns:a16="http://schemas.microsoft.com/office/drawing/2014/main" id="{8A179A89-6838-4C27-8714-2DD3BA2A2B51}"/>
                  </a:ext>
                </a:extLst>
              </p:cNvPr>
              <p:cNvSpPr>
                <a:spLocks noChangeArrowheads="1"/>
              </p:cNvSpPr>
              <p:nvPr/>
            </p:nvSpPr>
            <p:spPr bwMode="ltGray">
              <a:xfrm rot="-6802416">
                <a:off x="113" y="248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4" name="Rectangle 1136">
                <a:extLst>
                  <a:ext uri="{FF2B5EF4-FFF2-40B4-BE49-F238E27FC236}">
                    <a16:creationId xmlns:a16="http://schemas.microsoft.com/office/drawing/2014/main" id="{B2E829FF-1314-4A72-A2A5-7B6AD8EA7FB7}"/>
                  </a:ext>
                </a:extLst>
              </p:cNvPr>
              <p:cNvSpPr>
                <a:spLocks noChangeArrowheads="1"/>
              </p:cNvSpPr>
              <p:nvPr/>
            </p:nvSpPr>
            <p:spPr bwMode="ltGray">
              <a:xfrm rot="-6457704">
                <a:off x="144" y="247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5" name="Rectangle 1137">
                <a:extLst>
                  <a:ext uri="{FF2B5EF4-FFF2-40B4-BE49-F238E27FC236}">
                    <a16:creationId xmlns:a16="http://schemas.microsoft.com/office/drawing/2014/main" id="{6B402882-37A0-498D-A3B1-13206E1CC52A}"/>
                  </a:ext>
                </a:extLst>
              </p:cNvPr>
              <p:cNvSpPr>
                <a:spLocks noChangeArrowheads="1"/>
              </p:cNvSpPr>
              <p:nvPr/>
            </p:nvSpPr>
            <p:spPr bwMode="ltGray">
              <a:xfrm rot="-1876771">
                <a:off x="0" y="3363"/>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6" name="Rectangle 1138">
                <a:extLst>
                  <a:ext uri="{FF2B5EF4-FFF2-40B4-BE49-F238E27FC236}">
                    <a16:creationId xmlns:a16="http://schemas.microsoft.com/office/drawing/2014/main" id="{E031ABA4-4409-4FA5-8DC9-399AA3AEDD9E}"/>
                  </a:ext>
                </a:extLst>
              </p:cNvPr>
              <p:cNvSpPr>
                <a:spLocks noChangeArrowheads="1"/>
              </p:cNvSpPr>
              <p:nvPr/>
            </p:nvSpPr>
            <p:spPr bwMode="ltGray">
              <a:xfrm rot="3283992">
                <a:off x="511" y="3478"/>
                <a:ext cx="24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7" name="Rectangle 1139">
                <a:extLst>
                  <a:ext uri="{FF2B5EF4-FFF2-40B4-BE49-F238E27FC236}">
                    <a16:creationId xmlns:a16="http://schemas.microsoft.com/office/drawing/2014/main" id="{B25B592B-783F-4675-BEFA-E97FC4808D3D}"/>
                  </a:ext>
                </a:extLst>
              </p:cNvPr>
              <p:cNvSpPr>
                <a:spLocks noChangeArrowheads="1"/>
              </p:cNvSpPr>
              <p:nvPr/>
            </p:nvSpPr>
            <p:spPr bwMode="ltGray">
              <a:xfrm rot="3283992">
                <a:off x="35" y="2798"/>
                <a:ext cx="24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8" name="Rectangle 1140">
                <a:extLst>
                  <a:ext uri="{FF2B5EF4-FFF2-40B4-BE49-F238E27FC236}">
                    <a16:creationId xmlns:a16="http://schemas.microsoft.com/office/drawing/2014/main" id="{D37C5B33-814B-47B3-9180-C89E3E093A8F}"/>
                  </a:ext>
                </a:extLst>
              </p:cNvPr>
              <p:cNvSpPr>
                <a:spLocks noChangeArrowheads="1"/>
              </p:cNvSpPr>
              <p:nvPr/>
            </p:nvSpPr>
            <p:spPr bwMode="ltGray">
              <a:xfrm rot="-1876771">
                <a:off x="700" y="2851"/>
                <a:ext cx="31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29" name="Rectangle 1141">
                <a:extLst>
                  <a:ext uri="{FF2B5EF4-FFF2-40B4-BE49-F238E27FC236}">
                    <a16:creationId xmlns:a16="http://schemas.microsoft.com/office/drawing/2014/main" id="{333ED97F-AA25-4358-8660-63D2AE7502B6}"/>
                  </a:ext>
                </a:extLst>
              </p:cNvPr>
              <p:cNvSpPr>
                <a:spLocks noChangeArrowheads="1"/>
              </p:cNvSpPr>
              <p:nvPr/>
            </p:nvSpPr>
            <p:spPr bwMode="ltGray">
              <a:xfrm rot="5908516">
                <a:off x="200" y="3915"/>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0" name="Rectangle 1142">
                <a:extLst>
                  <a:ext uri="{FF2B5EF4-FFF2-40B4-BE49-F238E27FC236}">
                    <a16:creationId xmlns:a16="http://schemas.microsoft.com/office/drawing/2014/main" id="{9BD3307B-0E29-4614-ABB4-987410A01D17}"/>
                  </a:ext>
                </a:extLst>
              </p:cNvPr>
              <p:cNvSpPr>
                <a:spLocks noChangeArrowheads="1"/>
              </p:cNvSpPr>
              <p:nvPr/>
            </p:nvSpPr>
            <p:spPr bwMode="ltGray">
              <a:xfrm rot="6683973">
                <a:off x="45" y="3915"/>
                <a:ext cx="144"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1" name="Rectangle 1143">
                <a:extLst>
                  <a:ext uri="{FF2B5EF4-FFF2-40B4-BE49-F238E27FC236}">
                    <a16:creationId xmlns:a16="http://schemas.microsoft.com/office/drawing/2014/main" id="{D339323C-4E77-40D2-A44B-C6F66A779012}"/>
                  </a:ext>
                </a:extLst>
              </p:cNvPr>
              <p:cNvSpPr>
                <a:spLocks noChangeArrowheads="1"/>
              </p:cNvSpPr>
              <p:nvPr/>
            </p:nvSpPr>
            <p:spPr bwMode="ltGray">
              <a:xfrm rot="5245609">
                <a:off x="361" y="3893"/>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2" name="Rectangle 1144">
                <a:extLst>
                  <a:ext uri="{FF2B5EF4-FFF2-40B4-BE49-F238E27FC236}">
                    <a16:creationId xmlns:a16="http://schemas.microsoft.com/office/drawing/2014/main" id="{E21A30CF-687F-4FD2-BF76-7A045A8B8996}"/>
                  </a:ext>
                </a:extLst>
              </p:cNvPr>
              <p:cNvSpPr>
                <a:spLocks noChangeArrowheads="1"/>
              </p:cNvSpPr>
              <p:nvPr/>
            </p:nvSpPr>
            <p:spPr bwMode="ltGray">
              <a:xfrm rot="4500520">
                <a:off x="522" y="3847"/>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3" name="Rectangle 1145">
                <a:extLst>
                  <a:ext uri="{FF2B5EF4-FFF2-40B4-BE49-F238E27FC236}">
                    <a16:creationId xmlns:a16="http://schemas.microsoft.com/office/drawing/2014/main" id="{0E6F4702-B732-4D24-AC02-AE24EC6E628C}"/>
                  </a:ext>
                </a:extLst>
              </p:cNvPr>
              <p:cNvSpPr>
                <a:spLocks noChangeArrowheads="1"/>
              </p:cNvSpPr>
              <p:nvPr/>
            </p:nvSpPr>
            <p:spPr bwMode="ltGray">
              <a:xfrm rot="3805227">
                <a:off x="670" y="3778"/>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4" name="Rectangle 1146">
                <a:extLst>
                  <a:ext uri="{FF2B5EF4-FFF2-40B4-BE49-F238E27FC236}">
                    <a16:creationId xmlns:a16="http://schemas.microsoft.com/office/drawing/2014/main" id="{A3B4F9EB-D779-4586-BE0E-54C8EBBC1BC6}"/>
                  </a:ext>
                </a:extLst>
              </p:cNvPr>
              <p:cNvSpPr>
                <a:spLocks noChangeArrowheads="1"/>
              </p:cNvSpPr>
              <p:nvPr/>
            </p:nvSpPr>
            <p:spPr bwMode="ltGray">
              <a:xfrm rot="3060138">
                <a:off x="813" y="3688"/>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5" name="Rectangle 1147">
                <a:extLst>
                  <a:ext uri="{FF2B5EF4-FFF2-40B4-BE49-F238E27FC236}">
                    <a16:creationId xmlns:a16="http://schemas.microsoft.com/office/drawing/2014/main" id="{70F20056-07AD-4422-9535-519D148663E2}"/>
                  </a:ext>
                </a:extLst>
              </p:cNvPr>
              <p:cNvSpPr>
                <a:spLocks noChangeArrowheads="1"/>
              </p:cNvSpPr>
              <p:nvPr/>
            </p:nvSpPr>
            <p:spPr bwMode="ltGray">
              <a:xfrm rot="2090281">
                <a:off x="938" y="3582"/>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6" name="Rectangle 1148">
                <a:extLst>
                  <a:ext uri="{FF2B5EF4-FFF2-40B4-BE49-F238E27FC236}">
                    <a16:creationId xmlns:a16="http://schemas.microsoft.com/office/drawing/2014/main" id="{BF40586A-F164-4326-B616-73CAFA35A520}"/>
                  </a:ext>
                </a:extLst>
              </p:cNvPr>
              <p:cNvSpPr>
                <a:spLocks noChangeArrowheads="1"/>
              </p:cNvSpPr>
              <p:nvPr/>
            </p:nvSpPr>
            <p:spPr bwMode="ltGray">
              <a:xfrm rot="-7168347">
                <a:off x="-18" y="2506"/>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7" name="Rectangle 1149">
                <a:extLst>
                  <a:ext uri="{FF2B5EF4-FFF2-40B4-BE49-F238E27FC236}">
                    <a16:creationId xmlns:a16="http://schemas.microsoft.com/office/drawing/2014/main" id="{BABFBC41-375B-45B5-A02C-1D9F8D2D4E65}"/>
                  </a:ext>
                </a:extLst>
              </p:cNvPr>
              <p:cNvSpPr>
                <a:spLocks noChangeArrowheads="1"/>
              </p:cNvSpPr>
              <p:nvPr/>
            </p:nvSpPr>
            <p:spPr bwMode="ltGray">
              <a:xfrm rot="-6406501">
                <a:off x="136" y="2433"/>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8" name="Rectangle 1150">
                <a:extLst>
                  <a:ext uri="{FF2B5EF4-FFF2-40B4-BE49-F238E27FC236}">
                    <a16:creationId xmlns:a16="http://schemas.microsoft.com/office/drawing/2014/main" id="{072121E6-221B-4453-B247-82E3DF0E0793}"/>
                  </a:ext>
                </a:extLst>
              </p:cNvPr>
              <p:cNvSpPr>
                <a:spLocks noChangeArrowheads="1"/>
              </p:cNvSpPr>
              <p:nvPr/>
            </p:nvSpPr>
            <p:spPr bwMode="ltGray">
              <a:xfrm rot="-4970620">
                <a:off x="447" y="2364"/>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39" name="Rectangle 1151">
                <a:extLst>
                  <a:ext uri="{FF2B5EF4-FFF2-40B4-BE49-F238E27FC236}">
                    <a16:creationId xmlns:a16="http://schemas.microsoft.com/office/drawing/2014/main" id="{45732273-7C9B-441C-9807-443FD9140ED9}"/>
                  </a:ext>
                </a:extLst>
              </p:cNvPr>
              <p:cNvSpPr>
                <a:spLocks noChangeArrowheads="1"/>
              </p:cNvSpPr>
              <p:nvPr/>
            </p:nvSpPr>
            <p:spPr bwMode="ltGray">
              <a:xfrm rot="-4298502">
                <a:off x="597" y="2360"/>
                <a:ext cx="15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0" name="Rectangle 1152">
                <a:extLst>
                  <a:ext uri="{FF2B5EF4-FFF2-40B4-BE49-F238E27FC236}">
                    <a16:creationId xmlns:a16="http://schemas.microsoft.com/office/drawing/2014/main" id="{2FC0C692-EFCD-40D3-B8EF-749A42A4DC3A}"/>
                  </a:ext>
                </a:extLst>
              </p:cNvPr>
              <p:cNvSpPr>
                <a:spLocks noChangeArrowheads="1"/>
              </p:cNvSpPr>
              <p:nvPr/>
            </p:nvSpPr>
            <p:spPr bwMode="ltGray">
              <a:xfrm rot="-3676305">
                <a:off x="732" y="2378"/>
                <a:ext cx="15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1" name="Rectangle 1153">
                <a:extLst>
                  <a:ext uri="{FF2B5EF4-FFF2-40B4-BE49-F238E27FC236}">
                    <a16:creationId xmlns:a16="http://schemas.microsoft.com/office/drawing/2014/main" id="{E249E1B5-FEF1-4233-9E2B-99E8B8F4A72E}"/>
                  </a:ext>
                </a:extLst>
              </p:cNvPr>
              <p:cNvSpPr>
                <a:spLocks noChangeArrowheads="1"/>
              </p:cNvSpPr>
              <p:nvPr/>
            </p:nvSpPr>
            <p:spPr bwMode="ltGray">
              <a:xfrm rot="-3188616">
                <a:off x="862" y="2422"/>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2" name="Rectangle 1154">
                <a:extLst>
                  <a:ext uri="{FF2B5EF4-FFF2-40B4-BE49-F238E27FC236}">
                    <a16:creationId xmlns:a16="http://schemas.microsoft.com/office/drawing/2014/main" id="{3885F7DD-9FAD-46FF-8202-F7EC28FF3AE4}"/>
                  </a:ext>
                </a:extLst>
              </p:cNvPr>
              <p:cNvSpPr>
                <a:spLocks noChangeArrowheads="1"/>
              </p:cNvSpPr>
              <p:nvPr/>
            </p:nvSpPr>
            <p:spPr bwMode="ltGray">
              <a:xfrm rot="-2610246">
                <a:off x="984" y="2497"/>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3" name="Rectangle 1155">
                <a:extLst>
                  <a:ext uri="{FF2B5EF4-FFF2-40B4-BE49-F238E27FC236}">
                    <a16:creationId xmlns:a16="http://schemas.microsoft.com/office/drawing/2014/main" id="{82BDE17E-F8B3-4C82-9570-2413A3AF3036}"/>
                  </a:ext>
                </a:extLst>
              </p:cNvPr>
              <p:cNvSpPr>
                <a:spLocks noChangeArrowheads="1"/>
              </p:cNvSpPr>
              <p:nvPr/>
            </p:nvSpPr>
            <p:spPr bwMode="ltGray">
              <a:xfrm rot="-2190008">
                <a:off x="1075" y="2585"/>
                <a:ext cx="17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4" name="Rectangle 1156">
                <a:extLst>
                  <a:ext uri="{FF2B5EF4-FFF2-40B4-BE49-F238E27FC236}">
                    <a16:creationId xmlns:a16="http://schemas.microsoft.com/office/drawing/2014/main" id="{3E295BCD-DD68-4E51-9850-16864BE95448}"/>
                  </a:ext>
                </a:extLst>
              </p:cNvPr>
              <p:cNvSpPr>
                <a:spLocks noChangeArrowheads="1"/>
              </p:cNvSpPr>
              <p:nvPr/>
            </p:nvSpPr>
            <p:spPr bwMode="ltGray">
              <a:xfrm rot="-1728558">
                <a:off x="1147" y="2688"/>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5" name="Rectangle 1157">
                <a:extLst>
                  <a:ext uri="{FF2B5EF4-FFF2-40B4-BE49-F238E27FC236}">
                    <a16:creationId xmlns:a16="http://schemas.microsoft.com/office/drawing/2014/main" id="{718D0FE4-86EE-4638-83F9-0460632E8FA2}"/>
                  </a:ext>
                </a:extLst>
              </p:cNvPr>
              <p:cNvSpPr>
                <a:spLocks noChangeArrowheads="1"/>
              </p:cNvSpPr>
              <p:nvPr/>
            </p:nvSpPr>
            <p:spPr bwMode="ltGray">
              <a:xfrm rot="-1172118">
                <a:off x="1198" y="2805"/>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6" name="Rectangle 1158">
                <a:extLst>
                  <a:ext uri="{FF2B5EF4-FFF2-40B4-BE49-F238E27FC236}">
                    <a16:creationId xmlns:a16="http://schemas.microsoft.com/office/drawing/2014/main" id="{882AD41F-BAAE-4E44-88F1-BDE31B0FADD0}"/>
                  </a:ext>
                </a:extLst>
              </p:cNvPr>
              <p:cNvSpPr>
                <a:spLocks noChangeArrowheads="1"/>
              </p:cNvSpPr>
              <p:nvPr/>
            </p:nvSpPr>
            <p:spPr bwMode="ltGray">
              <a:xfrm rot="-753845">
                <a:off x="1218" y="2930"/>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7" name="Rectangle 1159">
                <a:extLst>
                  <a:ext uri="{FF2B5EF4-FFF2-40B4-BE49-F238E27FC236}">
                    <a16:creationId xmlns:a16="http://schemas.microsoft.com/office/drawing/2014/main" id="{2CB43B0B-FB06-4250-B07C-B2C6D1BBA0AD}"/>
                  </a:ext>
                </a:extLst>
              </p:cNvPr>
              <p:cNvSpPr>
                <a:spLocks noChangeArrowheads="1"/>
              </p:cNvSpPr>
              <p:nvPr/>
            </p:nvSpPr>
            <p:spPr bwMode="ltGray">
              <a:xfrm rot="-287823">
                <a:off x="1213" y="3066"/>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8" name="Rectangle 1160">
                <a:extLst>
                  <a:ext uri="{FF2B5EF4-FFF2-40B4-BE49-F238E27FC236}">
                    <a16:creationId xmlns:a16="http://schemas.microsoft.com/office/drawing/2014/main" id="{AA3327D9-BD0E-4C24-9BF2-150578D6CBDF}"/>
                  </a:ext>
                </a:extLst>
              </p:cNvPr>
              <p:cNvSpPr>
                <a:spLocks noChangeArrowheads="1"/>
              </p:cNvSpPr>
              <p:nvPr/>
            </p:nvSpPr>
            <p:spPr bwMode="ltGray">
              <a:xfrm rot="696741">
                <a:off x="1126" y="3337"/>
                <a:ext cx="15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49" name="Rectangle 1161">
                <a:extLst>
                  <a:ext uri="{FF2B5EF4-FFF2-40B4-BE49-F238E27FC236}">
                    <a16:creationId xmlns:a16="http://schemas.microsoft.com/office/drawing/2014/main" id="{4D78E86C-8E53-4EA8-A780-4B4A4D2655BC}"/>
                  </a:ext>
                </a:extLst>
              </p:cNvPr>
              <p:cNvSpPr>
                <a:spLocks noChangeArrowheads="1"/>
              </p:cNvSpPr>
              <p:nvPr/>
            </p:nvSpPr>
            <p:spPr bwMode="ltGray">
              <a:xfrm rot="1529990">
                <a:off x="1041" y="3465"/>
                <a:ext cx="14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50" name="Freeform 1162">
                <a:extLst>
                  <a:ext uri="{FF2B5EF4-FFF2-40B4-BE49-F238E27FC236}">
                    <a16:creationId xmlns:a16="http://schemas.microsoft.com/office/drawing/2014/main" id="{1EE765C9-C47F-4453-8C91-0CE7EEB34D78}"/>
                  </a:ext>
                </a:extLst>
              </p:cNvPr>
              <p:cNvSpPr>
                <a:spLocks/>
              </p:cNvSpPr>
              <p:nvPr/>
            </p:nvSpPr>
            <p:spPr bwMode="ltGray">
              <a:xfrm>
                <a:off x="850" y="3136"/>
                <a:ext cx="204" cy="120"/>
              </a:xfrm>
              <a:custGeom>
                <a:avLst/>
                <a:gdLst>
                  <a:gd name="T0" fmla="*/ 168 w 204"/>
                  <a:gd name="T1" fmla="*/ 120 h 120"/>
                  <a:gd name="T2" fmla="*/ 204 w 204"/>
                  <a:gd name="T3" fmla="*/ 12 h 120"/>
                  <a:gd name="T4" fmla="*/ 42 w 204"/>
                  <a:gd name="T5" fmla="*/ 0 h 120"/>
                  <a:gd name="T6" fmla="*/ 0 w 204"/>
                  <a:gd name="T7" fmla="*/ 108 h 120"/>
                  <a:gd name="T8" fmla="*/ 30 w 204"/>
                  <a:gd name="T9" fmla="*/ 114 h 120"/>
                  <a:gd name="T10" fmla="*/ 60 w 204"/>
                  <a:gd name="T11" fmla="*/ 30 h 120"/>
                  <a:gd name="T12" fmla="*/ 102 w 204"/>
                  <a:gd name="T13" fmla="*/ 36 h 120"/>
                  <a:gd name="T14" fmla="*/ 78 w 204"/>
                  <a:gd name="T15" fmla="*/ 108 h 120"/>
                  <a:gd name="T16" fmla="*/ 102 w 204"/>
                  <a:gd name="T17" fmla="*/ 108 h 120"/>
                  <a:gd name="T18" fmla="*/ 132 w 204"/>
                  <a:gd name="T19" fmla="*/ 36 h 120"/>
                  <a:gd name="T20" fmla="*/ 162 w 204"/>
                  <a:gd name="T21" fmla="*/ 36 h 120"/>
                  <a:gd name="T22" fmla="*/ 138 w 204"/>
                  <a:gd name="T23" fmla="*/ 114 h 120"/>
                  <a:gd name="T24" fmla="*/ 168 w 204"/>
                  <a:gd name="T25" fmla="*/ 120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1" name="Freeform 1163">
                <a:extLst>
                  <a:ext uri="{FF2B5EF4-FFF2-40B4-BE49-F238E27FC236}">
                    <a16:creationId xmlns:a16="http://schemas.microsoft.com/office/drawing/2014/main" id="{51C8B5F6-FAD3-486B-BF3E-4A440B7737F3}"/>
                  </a:ext>
                </a:extLst>
              </p:cNvPr>
              <p:cNvSpPr>
                <a:spLocks/>
              </p:cNvSpPr>
              <p:nvPr/>
            </p:nvSpPr>
            <p:spPr bwMode="ltGray">
              <a:xfrm>
                <a:off x="19" y="2722"/>
                <a:ext cx="90" cy="78"/>
              </a:xfrm>
              <a:custGeom>
                <a:avLst/>
                <a:gdLst>
                  <a:gd name="T0" fmla="*/ 66 w 90"/>
                  <a:gd name="T1" fmla="*/ 36 h 78"/>
                  <a:gd name="T2" fmla="*/ 66 w 90"/>
                  <a:gd name="T3" fmla="*/ 36 h 78"/>
                  <a:gd name="T4" fmla="*/ 18 w 90"/>
                  <a:gd name="T5" fmla="*/ 24 h 78"/>
                  <a:gd name="T6" fmla="*/ 0 w 90"/>
                  <a:gd name="T7" fmla="*/ 30 h 78"/>
                  <a:gd name="T8" fmla="*/ 36 w 90"/>
                  <a:gd name="T9" fmla="*/ 78 h 78"/>
                  <a:gd name="T10" fmla="*/ 48 w 90"/>
                  <a:gd name="T11" fmla="*/ 72 h 78"/>
                  <a:gd name="T12" fmla="*/ 24 w 90"/>
                  <a:gd name="T13" fmla="*/ 36 h 78"/>
                  <a:gd name="T14" fmla="*/ 24 w 90"/>
                  <a:gd name="T15" fmla="*/ 36 h 78"/>
                  <a:gd name="T16" fmla="*/ 72 w 90"/>
                  <a:gd name="T17" fmla="*/ 54 h 78"/>
                  <a:gd name="T18" fmla="*/ 90 w 90"/>
                  <a:gd name="T19" fmla="*/ 42 h 78"/>
                  <a:gd name="T20" fmla="*/ 54 w 90"/>
                  <a:gd name="T21" fmla="*/ 0 h 78"/>
                  <a:gd name="T22" fmla="*/ 42 w 90"/>
                  <a:gd name="T23" fmla="*/ 6 h 78"/>
                  <a:gd name="T24" fmla="*/ 66 w 90"/>
                  <a:gd name="T25" fmla="*/ 36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8">
                    <a:moveTo>
                      <a:pt x="66" y="36"/>
                    </a:moveTo>
                    <a:lnTo>
                      <a:pt x="66" y="36"/>
                    </a:lnTo>
                    <a:lnTo>
                      <a:pt x="18" y="24"/>
                    </a:lnTo>
                    <a:lnTo>
                      <a:pt x="0" y="30"/>
                    </a:lnTo>
                    <a:lnTo>
                      <a:pt x="36" y="78"/>
                    </a:lnTo>
                    <a:lnTo>
                      <a:pt x="48" y="72"/>
                    </a:lnTo>
                    <a:lnTo>
                      <a:pt x="24" y="36"/>
                    </a:lnTo>
                    <a:lnTo>
                      <a:pt x="72" y="54"/>
                    </a:lnTo>
                    <a:lnTo>
                      <a:pt x="90" y="42"/>
                    </a:lnTo>
                    <a:lnTo>
                      <a:pt x="54" y="0"/>
                    </a:lnTo>
                    <a:lnTo>
                      <a:pt x="42" y="6"/>
                    </a:lnTo>
                    <a:lnTo>
                      <a:pt x="6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2" name="Freeform 1164">
                <a:extLst>
                  <a:ext uri="{FF2B5EF4-FFF2-40B4-BE49-F238E27FC236}">
                    <a16:creationId xmlns:a16="http://schemas.microsoft.com/office/drawing/2014/main" id="{D499C65B-5B0D-41AC-BB00-F91563250EB3}"/>
                  </a:ext>
                </a:extLst>
              </p:cNvPr>
              <p:cNvSpPr>
                <a:spLocks/>
              </p:cNvSpPr>
              <p:nvPr/>
            </p:nvSpPr>
            <p:spPr bwMode="ltGray">
              <a:xfrm>
                <a:off x="97" y="2651"/>
                <a:ext cx="101" cy="89"/>
              </a:xfrm>
              <a:custGeom>
                <a:avLst/>
                <a:gdLst>
                  <a:gd name="T0" fmla="*/ 54 w 101"/>
                  <a:gd name="T1" fmla="*/ 89 h 89"/>
                  <a:gd name="T2" fmla="*/ 65 w 101"/>
                  <a:gd name="T3" fmla="*/ 83 h 89"/>
                  <a:gd name="T4" fmla="*/ 48 w 101"/>
                  <a:gd name="T5" fmla="*/ 35 h 89"/>
                  <a:gd name="T6" fmla="*/ 89 w 101"/>
                  <a:gd name="T7" fmla="*/ 65 h 89"/>
                  <a:gd name="T8" fmla="*/ 101 w 101"/>
                  <a:gd name="T9" fmla="*/ 59 h 89"/>
                  <a:gd name="T10" fmla="*/ 83 w 101"/>
                  <a:gd name="T11" fmla="*/ 0 h 89"/>
                  <a:gd name="T12" fmla="*/ 71 w 101"/>
                  <a:gd name="T13" fmla="*/ 12 h 89"/>
                  <a:gd name="T14" fmla="*/ 83 w 101"/>
                  <a:gd name="T15" fmla="*/ 41 h 89"/>
                  <a:gd name="T16" fmla="*/ 48 w 101"/>
                  <a:gd name="T17" fmla="*/ 23 h 89"/>
                  <a:gd name="T18" fmla="*/ 36 w 101"/>
                  <a:gd name="T19" fmla="*/ 29 h 89"/>
                  <a:gd name="T20" fmla="*/ 45 w 101"/>
                  <a:gd name="T21" fmla="*/ 68 h 89"/>
                  <a:gd name="T22" fmla="*/ 18 w 101"/>
                  <a:gd name="T23" fmla="*/ 41 h 89"/>
                  <a:gd name="T24" fmla="*/ 0 w 101"/>
                  <a:gd name="T25" fmla="*/ 53 h 89"/>
                  <a:gd name="T26" fmla="*/ 54 w 101"/>
                  <a:gd name="T27" fmla="*/ 89 h 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3" name="Freeform 1165">
                <a:extLst>
                  <a:ext uri="{FF2B5EF4-FFF2-40B4-BE49-F238E27FC236}">
                    <a16:creationId xmlns:a16="http://schemas.microsoft.com/office/drawing/2014/main" id="{26502B34-23D5-48B5-A213-48F155105796}"/>
                  </a:ext>
                </a:extLst>
              </p:cNvPr>
              <p:cNvSpPr>
                <a:spLocks/>
              </p:cNvSpPr>
              <p:nvPr/>
            </p:nvSpPr>
            <p:spPr bwMode="ltGray">
              <a:xfrm>
                <a:off x="677" y="3502"/>
                <a:ext cx="83" cy="78"/>
              </a:xfrm>
              <a:custGeom>
                <a:avLst/>
                <a:gdLst>
                  <a:gd name="T0" fmla="*/ 36 w 83"/>
                  <a:gd name="T1" fmla="*/ 78 h 78"/>
                  <a:gd name="T2" fmla="*/ 83 w 83"/>
                  <a:gd name="T3" fmla="*/ 48 h 78"/>
                  <a:gd name="T4" fmla="*/ 54 w 83"/>
                  <a:gd name="T5" fmla="*/ 0 h 78"/>
                  <a:gd name="T6" fmla="*/ 0 w 83"/>
                  <a:gd name="T7" fmla="*/ 30 h 78"/>
                  <a:gd name="T8" fmla="*/ 6 w 83"/>
                  <a:gd name="T9" fmla="*/ 36 h 78"/>
                  <a:gd name="T10" fmla="*/ 42 w 83"/>
                  <a:gd name="T11" fmla="*/ 18 h 78"/>
                  <a:gd name="T12" fmla="*/ 54 w 83"/>
                  <a:gd name="T13" fmla="*/ 30 h 78"/>
                  <a:gd name="T14" fmla="*/ 24 w 83"/>
                  <a:gd name="T15" fmla="*/ 48 h 78"/>
                  <a:gd name="T16" fmla="*/ 30 w 83"/>
                  <a:gd name="T17" fmla="*/ 54 h 78"/>
                  <a:gd name="T18" fmla="*/ 60 w 83"/>
                  <a:gd name="T19" fmla="*/ 36 h 78"/>
                  <a:gd name="T20" fmla="*/ 66 w 83"/>
                  <a:gd name="T21" fmla="*/ 48 h 78"/>
                  <a:gd name="T22" fmla="*/ 30 w 83"/>
                  <a:gd name="T23" fmla="*/ 66 h 78"/>
                  <a:gd name="T24" fmla="*/ 36 w 83"/>
                  <a:gd name="T25" fmla="*/ 78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4" name="Freeform 1166">
                <a:extLst>
                  <a:ext uri="{FF2B5EF4-FFF2-40B4-BE49-F238E27FC236}">
                    <a16:creationId xmlns:a16="http://schemas.microsoft.com/office/drawing/2014/main" id="{4460BE10-B58F-4BF8-9720-EB595BE4AE73}"/>
                  </a:ext>
                </a:extLst>
              </p:cNvPr>
              <p:cNvSpPr>
                <a:spLocks/>
              </p:cNvSpPr>
              <p:nvPr/>
            </p:nvSpPr>
            <p:spPr bwMode="ltGray">
              <a:xfrm>
                <a:off x="940" y="2782"/>
                <a:ext cx="90" cy="72"/>
              </a:xfrm>
              <a:custGeom>
                <a:avLst/>
                <a:gdLst>
                  <a:gd name="T0" fmla="*/ 90 w 90"/>
                  <a:gd name="T1" fmla="*/ 30 h 72"/>
                  <a:gd name="T2" fmla="*/ 66 w 90"/>
                  <a:gd name="T3" fmla="*/ 0 h 72"/>
                  <a:gd name="T4" fmla="*/ 0 w 90"/>
                  <a:gd name="T5" fmla="*/ 36 h 72"/>
                  <a:gd name="T6" fmla="*/ 24 w 90"/>
                  <a:gd name="T7" fmla="*/ 72 h 72"/>
                  <a:gd name="T8" fmla="*/ 36 w 90"/>
                  <a:gd name="T9" fmla="*/ 66 h 72"/>
                  <a:gd name="T10" fmla="*/ 18 w 90"/>
                  <a:gd name="T11" fmla="*/ 42 h 72"/>
                  <a:gd name="T12" fmla="*/ 36 w 90"/>
                  <a:gd name="T13" fmla="*/ 30 h 72"/>
                  <a:gd name="T14" fmla="*/ 54 w 90"/>
                  <a:gd name="T15" fmla="*/ 54 h 72"/>
                  <a:gd name="T16" fmla="*/ 60 w 90"/>
                  <a:gd name="T17" fmla="*/ 48 h 72"/>
                  <a:gd name="T18" fmla="*/ 48 w 90"/>
                  <a:gd name="T19" fmla="*/ 24 h 72"/>
                  <a:gd name="T20" fmla="*/ 60 w 90"/>
                  <a:gd name="T21" fmla="*/ 12 h 72"/>
                  <a:gd name="T22" fmla="*/ 78 w 90"/>
                  <a:gd name="T23" fmla="*/ 42 h 72"/>
                  <a:gd name="T24" fmla="*/ 90 w 90"/>
                  <a:gd name="T25" fmla="*/ 3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5" name="Freeform 1167">
                <a:extLst>
                  <a:ext uri="{FF2B5EF4-FFF2-40B4-BE49-F238E27FC236}">
                    <a16:creationId xmlns:a16="http://schemas.microsoft.com/office/drawing/2014/main" id="{27B7E444-B5D5-4B03-9DED-1E7867E186E6}"/>
                  </a:ext>
                </a:extLst>
              </p:cNvPr>
              <p:cNvSpPr>
                <a:spLocks/>
              </p:cNvSpPr>
              <p:nvPr/>
            </p:nvSpPr>
            <p:spPr bwMode="ltGray">
              <a:xfrm>
                <a:off x="898" y="2716"/>
                <a:ext cx="90" cy="84"/>
              </a:xfrm>
              <a:custGeom>
                <a:avLst/>
                <a:gdLst>
                  <a:gd name="T0" fmla="*/ 42 w 90"/>
                  <a:gd name="T1" fmla="*/ 60 h 84"/>
                  <a:gd name="T2" fmla="*/ 42 w 90"/>
                  <a:gd name="T3" fmla="*/ 60 h 84"/>
                  <a:gd name="T4" fmla="*/ 72 w 90"/>
                  <a:gd name="T5" fmla="*/ 12 h 84"/>
                  <a:gd name="T6" fmla="*/ 66 w 90"/>
                  <a:gd name="T7" fmla="*/ 0 h 84"/>
                  <a:gd name="T8" fmla="*/ 0 w 90"/>
                  <a:gd name="T9" fmla="*/ 42 h 84"/>
                  <a:gd name="T10" fmla="*/ 6 w 90"/>
                  <a:gd name="T11" fmla="*/ 54 h 84"/>
                  <a:gd name="T12" fmla="*/ 54 w 90"/>
                  <a:gd name="T13" fmla="*/ 24 h 84"/>
                  <a:gd name="T14" fmla="*/ 54 w 90"/>
                  <a:gd name="T15" fmla="*/ 24 h 84"/>
                  <a:gd name="T16" fmla="*/ 18 w 90"/>
                  <a:gd name="T17" fmla="*/ 72 h 84"/>
                  <a:gd name="T18" fmla="*/ 24 w 90"/>
                  <a:gd name="T19" fmla="*/ 84 h 84"/>
                  <a:gd name="T20" fmla="*/ 90 w 90"/>
                  <a:gd name="T21" fmla="*/ 42 h 84"/>
                  <a:gd name="T22" fmla="*/ 84 w 90"/>
                  <a:gd name="T23" fmla="*/ 30 h 84"/>
                  <a:gd name="T24" fmla="*/ 42 w 90"/>
                  <a:gd name="T25" fmla="*/ 60 h 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84">
                    <a:moveTo>
                      <a:pt x="42" y="60"/>
                    </a:moveTo>
                    <a:lnTo>
                      <a:pt x="42" y="60"/>
                    </a:lnTo>
                    <a:lnTo>
                      <a:pt x="72" y="12"/>
                    </a:lnTo>
                    <a:lnTo>
                      <a:pt x="66" y="0"/>
                    </a:lnTo>
                    <a:lnTo>
                      <a:pt x="0" y="42"/>
                    </a:lnTo>
                    <a:lnTo>
                      <a:pt x="6" y="54"/>
                    </a:lnTo>
                    <a:lnTo>
                      <a:pt x="54" y="24"/>
                    </a:lnTo>
                    <a:lnTo>
                      <a:pt x="18" y="72"/>
                    </a:lnTo>
                    <a:lnTo>
                      <a:pt x="24" y="84"/>
                    </a:lnTo>
                    <a:lnTo>
                      <a:pt x="90" y="42"/>
                    </a:lnTo>
                    <a:lnTo>
                      <a:pt x="84" y="30"/>
                    </a:lnTo>
                    <a:lnTo>
                      <a:pt x="42" y="6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6" name="Freeform 1168">
                <a:extLst>
                  <a:ext uri="{FF2B5EF4-FFF2-40B4-BE49-F238E27FC236}">
                    <a16:creationId xmlns:a16="http://schemas.microsoft.com/office/drawing/2014/main" id="{239F1B0E-9613-45E2-8C7B-81E6C0FF5325}"/>
                  </a:ext>
                </a:extLst>
              </p:cNvPr>
              <p:cNvSpPr>
                <a:spLocks/>
              </p:cNvSpPr>
              <p:nvPr/>
            </p:nvSpPr>
            <p:spPr bwMode="ltGray">
              <a:xfrm>
                <a:off x="7" y="3837"/>
                <a:ext cx="6" cy="12"/>
              </a:xfrm>
              <a:custGeom>
                <a:avLst/>
                <a:gdLst>
                  <a:gd name="T0" fmla="*/ 6 w 6"/>
                  <a:gd name="T1" fmla="*/ 0 h 12"/>
                  <a:gd name="T2" fmla="*/ 6 w 6"/>
                  <a:gd name="T3" fmla="*/ 0 h 12"/>
                  <a:gd name="T4" fmla="*/ 0 w 6"/>
                  <a:gd name="T5" fmla="*/ 0 h 12"/>
                  <a:gd name="T6" fmla="*/ 0 w 6"/>
                  <a:gd name="T7" fmla="*/ 0 h 12"/>
                  <a:gd name="T8" fmla="*/ 0 w 6"/>
                  <a:gd name="T9" fmla="*/ 12 h 12"/>
                  <a:gd name="T10" fmla="*/ 6 w 6"/>
                  <a:gd name="T11" fmla="*/ 0 h 12"/>
                  <a:gd name="T12" fmla="*/ 6 w 6"/>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2">
                    <a:moveTo>
                      <a:pt x="6" y="0"/>
                    </a:moveTo>
                    <a:lnTo>
                      <a:pt x="6" y="0"/>
                    </a:lnTo>
                    <a:lnTo>
                      <a:pt x="0" y="0"/>
                    </a:lnTo>
                    <a:lnTo>
                      <a:pt x="0" y="12"/>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7" name="Freeform 1169">
                <a:extLst>
                  <a:ext uri="{FF2B5EF4-FFF2-40B4-BE49-F238E27FC236}">
                    <a16:creationId xmlns:a16="http://schemas.microsoft.com/office/drawing/2014/main" id="{6152F815-FC2A-46FB-B7B4-2FE535E6053A}"/>
                  </a:ext>
                </a:extLst>
              </p:cNvPr>
              <p:cNvSpPr>
                <a:spLocks/>
              </p:cNvSpPr>
              <p:nvPr/>
            </p:nvSpPr>
            <p:spPr bwMode="ltGray">
              <a:xfrm>
                <a:off x="7" y="2555"/>
                <a:ext cx="30" cy="48"/>
              </a:xfrm>
              <a:custGeom>
                <a:avLst/>
                <a:gdLst>
                  <a:gd name="T0" fmla="*/ 18 w 30"/>
                  <a:gd name="T1" fmla="*/ 48 h 48"/>
                  <a:gd name="T2" fmla="*/ 18 w 30"/>
                  <a:gd name="T3" fmla="*/ 48 h 48"/>
                  <a:gd name="T4" fmla="*/ 30 w 30"/>
                  <a:gd name="T5" fmla="*/ 42 h 48"/>
                  <a:gd name="T6" fmla="*/ 0 w 30"/>
                  <a:gd name="T7" fmla="*/ 0 h 48"/>
                  <a:gd name="T8" fmla="*/ 0 w 30"/>
                  <a:gd name="T9" fmla="*/ 24 h 48"/>
                  <a:gd name="T10" fmla="*/ 18 w 30"/>
                  <a:gd name="T11" fmla="*/ 48 h 48"/>
                  <a:gd name="T12" fmla="*/ 18 w 30"/>
                  <a:gd name="T13" fmla="*/ 48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8">
                    <a:moveTo>
                      <a:pt x="18" y="48"/>
                    </a:moveTo>
                    <a:lnTo>
                      <a:pt x="18" y="48"/>
                    </a:lnTo>
                    <a:lnTo>
                      <a:pt x="30" y="42"/>
                    </a:lnTo>
                    <a:lnTo>
                      <a:pt x="0" y="0"/>
                    </a:lnTo>
                    <a:lnTo>
                      <a:pt x="0" y="24"/>
                    </a:lnTo>
                    <a:lnTo>
                      <a:pt x="18" y="4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8" name="Freeform 1170">
                <a:extLst>
                  <a:ext uri="{FF2B5EF4-FFF2-40B4-BE49-F238E27FC236}">
                    <a16:creationId xmlns:a16="http://schemas.microsoft.com/office/drawing/2014/main" id="{17EEE203-EF5E-4149-A4B9-E2D9F170E39F}"/>
                  </a:ext>
                </a:extLst>
              </p:cNvPr>
              <p:cNvSpPr>
                <a:spLocks/>
              </p:cNvSpPr>
              <p:nvPr/>
            </p:nvSpPr>
            <p:spPr bwMode="ltGray">
              <a:xfrm>
                <a:off x="7" y="3843"/>
                <a:ext cx="36" cy="66"/>
              </a:xfrm>
              <a:custGeom>
                <a:avLst/>
                <a:gdLst>
                  <a:gd name="T0" fmla="*/ 36 w 36"/>
                  <a:gd name="T1" fmla="*/ 0 h 66"/>
                  <a:gd name="T2" fmla="*/ 24 w 36"/>
                  <a:gd name="T3" fmla="*/ 0 h 66"/>
                  <a:gd name="T4" fmla="*/ 24 w 36"/>
                  <a:gd name="T5" fmla="*/ 0 h 66"/>
                  <a:gd name="T6" fmla="*/ 0 w 36"/>
                  <a:gd name="T7" fmla="*/ 36 h 66"/>
                  <a:gd name="T8" fmla="*/ 0 w 36"/>
                  <a:gd name="T9" fmla="*/ 66 h 66"/>
                  <a:gd name="T10" fmla="*/ 36 w 36"/>
                  <a:gd name="T11" fmla="*/ 0 h 66"/>
                  <a:gd name="T12" fmla="*/ 36 w 36"/>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66">
                    <a:moveTo>
                      <a:pt x="36" y="0"/>
                    </a:moveTo>
                    <a:lnTo>
                      <a:pt x="24" y="0"/>
                    </a:lnTo>
                    <a:lnTo>
                      <a:pt x="0" y="36"/>
                    </a:lnTo>
                    <a:lnTo>
                      <a:pt x="0" y="66"/>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9" name="Rectangle 1171">
                <a:extLst>
                  <a:ext uri="{FF2B5EF4-FFF2-40B4-BE49-F238E27FC236}">
                    <a16:creationId xmlns:a16="http://schemas.microsoft.com/office/drawing/2014/main" id="{51A4E8A2-5738-47FA-8E8D-1E0288C82756}"/>
                  </a:ext>
                </a:extLst>
              </p:cNvPr>
              <p:cNvSpPr>
                <a:spLocks noChangeArrowheads="1"/>
              </p:cNvSpPr>
              <p:nvPr/>
            </p:nvSpPr>
            <p:spPr bwMode="ltGray">
              <a:xfrm rot="244926">
                <a:off x="1177" y="3201"/>
                <a:ext cx="16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60" name="Rectangle 1172">
                <a:extLst>
                  <a:ext uri="{FF2B5EF4-FFF2-40B4-BE49-F238E27FC236}">
                    <a16:creationId xmlns:a16="http://schemas.microsoft.com/office/drawing/2014/main" id="{80E4E729-0A73-4DB2-99C2-951394D879DF}"/>
                  </a:ext>
                </a:extLst>
              </p:cNvPr>
              <p:cNvSpPr>
                <a:spLocks noChangeArrowheads="1"/>
              </p:cNvSpPr>
              <p:nvPr/>
            </p:nvSpPr>
            <p:spPr bwMode="ltGray">
              <a:xfrm rot="-5598588">
                <a:off x="290" y="2386"/>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5261" name="Freeform 1173">
                <a:extLst>
                  <a:ext uri="{FF2B5EF4-FFF2-40B4-BE49-F238E27FC236}">
                    <a16:creationId xmlns:a16="http://schemas.microsoft.com/office/drawing/2014/main" id="{3A17E1F0-0D6C-46CE-AD26-735505BE8948}"/>
                  </a:ext>
                </a:extLst>
              </p:cNvPr>
              <p:cNvSpPr>
                <a:spLocks/>
              </p:cNvSpPr>
              <p:nvPr/>
            </p:nvSpPr>
            <p:spPr bwMode="ltGray">
              <a:xfrm>
                <a:off x="139" y="3573"/>
                <a:ext cx="144" cy="154"/>
              </a:xfrm>
              <a:custGeom>
                <a:avLst/>
                <a:gdLst>
                  <a:gd name="T0" fmla="*/ 0 w 144"/>
                  <a:gd name="T1" fmla="*/ 102 h 154"/>
                  <a:gd name="T2" fmla="*/ 59 w 144"/>
                  <a:gd name="T3" fmla="*/ 154 h 154"/>
                  <a:gd name="T4" fmla="*/ 117 w 144"/>
                  <a:gd name="T5" fmla="*/ 120 h 154"/>
                  <a:gd name="T6" fmla="*/ 62 w 144"/>
                  <a:gd name="T7" fmla="*/ 55 h 154"/>
                  <a:gd name="T8" fmla="*/ 104 w 144"/>
                  <a:gd name="T9" fmla="*/ 34 h 154"/>
                  <a:gd name="T10" fmla="*/ 117 w 144"/>
                  <a:gd name="T11" fmla="*/ 53 h 154"/>
                  <a:gd name="T12" fmla="*/ 141 w 144"/>
                  <a:gd name="T13" fmla="*/ 47 h 154"/>
                  <a:gd name="T14" fmla="*/ 97 w 144"/>
                  <a:gd name="T15" fmla="*/ 2 h 154"/>
                  <a:gd name="T16" fmla="*/ 36 w 144"/>
                  <a:gd name="T17" fmla="*/ 33 h 154"/>
                  <a:gd name="T18" fmla="*/ 90 w 144"/>
                  <a:gd name="T19" fmla="*/ 107 h 154"/>
                  <a:gd name="T20" fmla="*/ 28 w 144"/>
                  <a:gd name="T21" fmla="*/ 101 h 154"/>
                  <a:gd name="T22" fmla="*/ 0 w 144"/>
                  <a:gd name="T23" fmla="*/ 102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62" name="Freeform 1174">
                <a:extLst>
                  <a:ext uri="{FF2B5EF4-FFF2-40B4-BE49-F238E27FC236}">
                    <a16:creationId xmlns:a16="http://schemas.microsoft.com/office/drawing/2014/main" id="{FC89F3FE-3E67-44CF-99AD-FEF40897871D}"/>
                  </a:ext>
                </a:extLst>
              </p:cNvPr>
              <p:cNvSpPr>
                <a:spLocks/>
              </p:cNvSpPr>
              <p:nvPr/>
            </p:nvSpPr>
            <p:spPr bwMode="ltGray">
              <a:xfrm rot="-2857037">
                <a:off x="612" y="3543"/>
                <a:ext cx="68" cy="69"/>
              </a:xfrm>
              <a:custGeom>
                <a:avLst/>
                <a:gdLst>
                  <a:gd name="T0" fmla="*/ 0 w 144"/>
                  <a:gd name="T1" fmla="*/ 4 h 154"/>
                  <a:gd name="T2" fmla="*/ 3 w 144"/>
                  <a:gd name="T3" fmla="*/ 6 h 154"/>
                  <a:gd name="T4" fmla="*/ 6 w 144"/>
                  <a:gd name="T5" fmla="*/ 5 h 154"/>
                  <a:gd name="T6" fmla="*/ 3 w 144"/>
                  <a:gd name="T7" fmla="*/ 2 h 154"/>
                  <a:gd name="T8" fmla="*/ 5 w 144"/>
                  <a:gd name="T9" fmla="*/ 1 h 154"/>
                  <a:gd name="T10" fmla="*/ 6 w 144"/>
                  <a:gd name="T11" fmla="*/ 2 h 154"/>
                  <a:gd name="T12" fmla="*/ 7 w 144"/>
                  <a:gd name="T13" fmla="*/ 2 h 154"/>
                  <a:gd name="T14" fmla="*/ 5 w 144"/>
                  <a:gd name="T15" fmla="*/ 0 h 154"/>
                  <a:gd name="T16" fmla="*/ 2 w 144"/>
                  <a:gd name="T17" fmla="*/ 1 h 154"/>
                  <a:gd name="T18" fmla="*/ 4 w 144"/>
                  <a:gd name="T19" fmla="*/ 4 h 154"/>
                  <a:gd name="T20" fmla="*/ 1 w 144"/>
                  <a:gd name="T21" fmla="*/ 4 h 154"/>
                  <a:gd name="T22" fmla="*/ 0 w 144"/>
                  <a:gd name="T23" fmla="*/ 4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09239" name="Freeform 1175">
                <a:extLst>
                  <a:ext uri="{FF2B5EF4-FFF2-40B4-BE49-F238E27FC236}">
                    <a16:creationId xmlns:a16="http://schemas.microsoft.com/office/drawing/2014/main" id="{D56CACB5-8CAA-43A0-83BD-DC0ADB15B7A4}"/>
                  </a:ext>
                </a:extLst>
              </p:cNvPr>
              <p:cNvSpPr/>
              <p:nvPr/>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eaLnBrk="1" hangingPunct="1">
                  <a:spcBef>
                    <a:spcPct val="20000"/>
                  </a:spcBef>
                  <a:buClr>
                    <a:schemeClr val="tx1"/>
                  </a:buClr>
                  <a:buSzPct val="80000"/>
                  <a:buFontTx/>
                  <a:buChar char="•"/>
                  <a:defRPr/>
                </a:pPr>
                <a:endParaRPr lang="zh-CN" altLang="en-US"/>
              </a:p>
            </p:txBody>
          </p:sp>
          <p:sp>
            <p:nvSpPr>
              <p:cNvPr id="2009240" name="Oval 1176">
                <a:extLst>
                  <a:ext uri="{FF2B5EF4-FFF2-40B4-BE49-F238E27FC236}">
                    <a16:creationId xmlns:a16="http://schemas.microsoft.com/office/drawing/2014/main" id="{0197310B-6D70-4EAD-BD3F-AB283F053009}"/>
                  </a:ext>
                </a:extLst>
              </p:cNvPr>
              <p:cNvSpPr>
                <a:spLocks noChangeArrowheads="1"/>
              </p:cNvSpPr>
              <p:nvPr/>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ln>
              <a:effectLst/>
            </p:spPr>
            <p:txBody>
              <a:bodyPr/>
              <a:lstStyle/>
              <a:p>
                <a:pPr eaLnBrk="1" hangingPunct="1">
                  <a:spcBef>
                    <a:spcPct val="20000"/>
                  </a:spcBef>
                  <a:buClr>
                    <a:schemeClr val="tx1"/>
                  </a:buClr>
                  <a:buSzPct val="80000"/>
                  <a:buFontTx/>
                  <a:buChar char="•"/>
                  <a:defRPr/>
                </a:pPr>
                <a:endParaRPr lang="zh-CN" altLang="en-US"/>
              </a:p>
            </p:txBody>
          </p:sp>
        </p:grpSp>
      </p:grpSp>
      <p:sp>
        <p:nvSpPr>
          <p:cNvPr id="2009241" name="Rectangle 1177">
            <a:extLst>
              <a:ext uri="{FF2B5EF4-FFF2-40B4-BE49-F238E27FC236}">
                <a16:creationId xmlns:a16="http://schemas.microsoft.com/office/drawing/2014/main" id="{9A349758-3B42-4EA5-B502-E49DA250BB4E}"/>
              </a:ext>
            </a:extLst>
          </p:cNvPr>
          <p:cNvSpPr>
            <a:spLocks noGrp="1" noRot="1" noChangeArrowheads="1"/>
          </p:cNvSpPr>
          <p:nvPr>
            <p:ph type="title"/>
          </p:nvPr>
        </p:nvSpPr>
        <p:spPr bwMode="auto">
          <a:xfrm>
            <a:off x="301625" y="228600"/>
            <a:ext cx="8540750" cy="114300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1"/>
              <a:t>单击此处编辑母版标题样式</a:t>
            </a:r>
          </a:p>
        </p:txBody>
      </p:sp>
      <p:sp>
        <p:nvSpPr>
          <p:cNvPr id="2009242" name="Rectangle 1178">
            <a:extLst>
              <a:ext uri="{FF2B5EF4-FFF2-40B4-BE49-F238E27FC236}">
                <a16:creationId xmlns:a16="http://schemas.microsoft.com/office/drawing/2014/main" id="{D56AE4AF-D712-4985-915B-3FC78F8B46A2}"/>
              </a:ext>
            </a:extLst>
          </p:cNvPr>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ClrTx/>
              <a:buSzTx/>
              <a:buFontTx/>
              <a:buNone/>
              <a:defRPr sz="1000">
                <a:solidFill>
                  <a:schemeClr val="tx1"/>
                </a:solidFill>
              </a:defRPr>
            </a:lvl1pPr>
          </a:lstStyle>
          <a:p>
            <a:pPr>
              <a:defRPr/>
            </a:pPr>
            <a:fld id="{3CBC97F2-93C0-45BB-B4D1-10F24521A6A9}" type="datetime1">
              <a:rPr lang="zh-CN" altLang="en-US"/>
              <a:pPr>
                <a:defRPr/>
              </a:pPr>
              <a:t>2020/12/3</a:t>
            </a:fld>
            <a:endParaRPr lang="en-US" altLang="zh-CN"/>
          </a:p>
        </p:txBody>
      </p:sp>
      <p:sp>
        <p:nvSpPr>
          <p:cNvPr id="2009243" name="Rectangle 1179">
            <a:extLst>
              <a:ext uri="{FF2B5EF4-FFF2-40B4-BE49-F238E27FC236}">
                <a16:creationId xmlns:a16="http://schemas.microsoft.com/office/drawing/2014/main" id="{FA716823-E8D6-4C08-B3A6-A4BA90B15B94}"/>
              </a:ext>
            </a:extLst>
          </p:cNvPr>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ClrTx/>
              <a:buSzTx/>
              <a:buFontTx/>
              <a:buNone/>
              <a:defRPr sz="1000">
                <a:solidFill>
                  <a:schemeClr val="tx1"/>
                </a:solidFill>
              </a:defRPr>
            </a:lvl1pPr>
          </a:lstStyle>
          <a:p>
            <a:pPr>
              <a:defRPr/>
            </a:pPr>
            <a:endParaRPr lang="en-US" altLang="zh-CN"/>
          </a:p>
        </p:txBody>
      </p:sp>
      <p:sp>
        <p:nvSpPr>
          <p:cNvPr id="2009244" name="Rectangle 1180">
            <a:extLst>
              <a:ext uri="{FF2B5EF4-FFF2-40B4-BE49-F238E27FC236}">
                <a16:creationId xmlns:a16="http://schemas.microsoft.com/office/drawing/2014/main" id="{2F1C11FE-C3BB-4BF7-87A7-599082434E45}"/>
              </a:ext>
            </a:extLst>
          </p:cNvPr>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ClrTx/>
              <a:buSzPct val="80000"/>
              <a:buFont typeface="Arial" panose="020B0604020202020204" pitchFamily="34" charset="0"/>
              <a:buNone/>
              <a:defRPr sz="1000" noProof="1">
                <a:solidFill>
                  <a:schemeClr val="tx1"/>
                </a:solidFill>
              </a:defRPr>
            </a:lvl1pPr>
          </a:lstStyle>
          <a:p>
            <a:pPr>
              <a:defRPr/>
            </a:pPr>
            <a:fld id="{3C2B2D6F-7BDF-4957-9FB4-3A52960485AC}" type="slidenum">
              <a:rPr lang="en-US" altLang="zh-CN"/>
              <a:pPr>
                <a:defRPr/>
              </a:pPr>
              <a:t>‹#›</a:t>
            </a:fld>
            <a:endParaRPr lang="en-US" altLang="zh-CN"/>
          </a:p>
        </p:txBody>
      </p:sp>
      <p:sp>
        <p:nvSpPr>
          <p:cNvPr id="2009245" name="Rectangle 1181">
            <a:extLst>
              <a:ext uri="{FF2B5EF4-FFF2-40B4-BE49-F238E27FC236}">
                <a16:creationId xmlns:a16="http://schemas.microsoft.com/office/drawing/2014/main" id="{E999BCB1-CC16-4E2D-AFBB-348D7FE7F401}"/>
              </a:ext>
            </a:extLst>
          </p:cNvPr>
          <p:cNvSpPr>
            <a:spLocks noGrp="1" noRot="1" noChangeArrowheads="1"/>
          </p:cNvSpPr>
          <p:nvPr>
            <p:ph type="body" idx="1"/>
          </p:nvPr>
        </p:nvSpPr>
        <p:spPr bwMode="auto">
          <a:xfrm>
            <a:off x="301625" y="1600200"/>
            <a:ext cx="8540750" cy="449897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 bg1="dk2" tx1="lt1" bg2="dk1" tx2="lt2" accent1="accent1" accent2="accent2" accent3="accent3" accent4="accent4" accent5="accent5" accent6="accent6" hlink="hlink" folHlink="folHlink"/>
  <p:sldLayoutIdLst>
    <p:sldLayoutId id="2147484655" r:id="rId1"/>
    <p:sldLayoutId id="2147484600" r:id="rId2"/>
    <p:sldLayoutId id="2147484601" r:id="rId3"/>
    <p:sldLayoutId id="2147484602" r:id="rId4"/>
    <p:sldLayoutId id="2147484603" r:id="rId5"/>
    <p:sldLayoutId id="2147484604" r:id="rId6"/>
    <p:sldLayoutId id="2147484605" r:id="rId7"/>
    <p:sldLayoutId id="2147484606" r:id="rId8"/>
    <p:sldLayoutId id="2147484607" r:id="rId9"/>
    <p:sldLayoutId id="2147484608" r:id="rId10"/>
    <p:sldLayoutId id="2147484609"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80000"/>
        <a:buFont typeface="Arial" panose="020B0604020202020204" pitchFamily="34" charset="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Font typeface="Wingdings" panose="05000000000000000000" pitchFamily="2" charset="2"/>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hlink"/>
        </a:buClr>
        <a:buSzPct val="80000"/>
        <a:buFont typeface="Arial" panose="020B0604020202020204" pitchFamily="34" charset="0"/>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6146" name="Group 2">
            <a:extLst>
              <a:ext uri="{FF2B5EF4-FFF2-40B4-BE49-F238E27FC236}">
                <a16:creationId xmlns:a16="http://schemas.microsoft.com/office/drawing/2014/main" id="{FA08AD97-48E1-46CA-B72B-92D139E8A0C2}"/>
              </a:ext>
            </a:extLst>
          </p:cNvPr>
          <p:cNvGrpSpPr>
            <a:grpSpLocks/>
          </p:cNvGrpSpPr>
          <p:nvPr/>
        </p:nvGrpSpPr>
        <p:grpSpPr bwMode="auto">
          <a:xfrm>
            <a:off x="6303963" y="0"/>
            <a:ext cx="2840037" cy="3254375"/>
            <a:chOff x="3115" y="0"/>
            <a:chExt cx="2170" cy="2486"/>
          </a:xfrm>
        </p:grpSpPr>
        <p:grpSp>
          <p:nvGrpSpPr>
            <p:cNvPr id="6152" name="Group 3">
              <a:extLst>
                <a:ext uri="{FF2B5EF4-FFF2-40B4-BE49-F238E27FC236}">
                  <a16:creationId xmlns:a16="http://schemas.microsoft.com/office/drawing/2014/main" id="{3FF342F6-7CD6-41C7-AEE1-139C4E97E0C2}"/>
                </a:ext>
              </a:extLst>
            </p:cNvPr>
            <p:cNvGrpSpPr>
              <a:grpSpLocks/>
            </p:cNvGrpSpPr>
            <p:nvPr/>
          </p:nvGrpSpPr>
          <p:grpSpPr bwMode="auto">
            <a:xfrm>
              <a:off x="4080" y="1910"/>
              <a:ext cx="768" cy="576"/>
              <a:chOff x="0" y="0"/>
              <a:chExt cx="768" cy="576"/>
            </a:xfrm>
          </p:grpSpPr>
          <p:sp>
            <p:nvSpPr>
              <p:cNvPr id="6284" name="Oval 4">
                <a:extLst>
                  <a:ext uri="{FF2B5EF4-FFF2-40B4-BE49-F238E27FC236}">
                    <a16:creationId xmlns:a16="http://schemas.microsoft.com/office/drawing/2014/main" id="{357E806C-62E6-4DC6-AB37-2CF04A991E1C}"/>
                  </a:ext>
                </a:extLst>
              </p:cNvPr>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285" name="Oval 5">
                <a:extLst>
                  <a:ext uri="{FF2B5EF4-FFF2-40B4-BE49-F238E27FC236}">
                    <a16:creationId xmlns:a16="http://schemas.microsoft.com/office/drawing/2014/main" id="{2CE897F0-7247-42BB-B3B7-044E8BDA4E0B}"/>
                  </a:ext>
                </a:extLst>
              </p:cNvPr>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grpSp>
        <p:grpSp>
          <p:nvGrpSpPr>
            <p:cNvPr id="6153" name="Group 6">
              <a:extLst>
                <a:ext uri="{FF2B5EF4-FFF2-40B4-BE49-F238E27FC236}">
                  <a16:creationId xmlns:a16="http://schemas.microsoft.com/office/drawing/2014/main" id="{F618616D-0B77-46E3-87BD-1F6D658B84E6}"/>
                </a:ext>
              </a:extLst>
            </p:cNvPr>
            <p:cNvGrpSpPr>
              <a:grpSpLocks/>
            </p:cNvGrpSpPr>
            <p:nvPr/>
          </p:nvGrpSpPr>
          <p:grpSpPr bwMode="auto">
            <a:xfrm>
              <a:off x="4257" y="1103"/>
              <a:ext cx="768" cy="576"/>
              <a:chOff x="0" y="0"/>
              <a:chExt cx="768" cy="576"/>
            </a:xfrm>
          </p:grpSpPr>
          <p:sp>
            <p:nvSpPr>
              <p:cNvPr id="6282" name="Oval 7">
                <a:extLst>
                  <a:ext uri="{FF2B5EF4-FFF2-40B4-BE49-F238E27FC236}">
                    <a16:creationId xmlns:a16="http://schemas.microsoft.com/office/drawing/2014/main" id="{CCC2BDDE-578C-4D9F-81C2-4C2275C8C921}"/>
                  </a:ext>
                </a:extLst>
              </p:cNvPr>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283" name="Oval 8">
                <a:extLst>
                  <a:ext uri="{FF2B5EF4-FFF2-40B4-BE49-F238E27FC236}">
                    <a16:creationId xmlns:a16="http://schemas.microsoft.com/office/drawing/2014/main" id="{5916E774-C050-477E-9E8B-434465922B2D}"/>
                  </a:ext>
                </a:extLst>
              </p:cNvPr>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grpSp>
        <p:grpSp>
          <p:nvGrpSpPr>
            <p:cNvPr id="6154" name="Group 9">
              <a:extLst>
                <a:ext uri="{FF2B5EF4-FFF2-40B4-BE49-F238E27FC236}">
                  <a16:creationId xmlns:a16="http://schemas.microsoft.com/office/drawing/2014/main" id="{11FF9859-3DFC-4E8D-86BE-FDEB76A6D00B}"/>
                </a:ext>
              </a:extLst>
            </p:cNvPr>
            <p:cNvGrpSpPr>
              <a:grpSpLocks/>
            </p:cNvGrpSpPr>
            <p:nvPr/>
          </p:nvGrpSpPr>
          <p:grpSpPr bwMode="auto">
            <a:xfrm>
              <a:off x="3134" y="0"/>
              <a:ext cx="768" cy="576"/>
              <a:chOff x="0" y="0"/>
              <a:chExt cx="768" cy="576"/>
            </a:xfrm>
          </p:grpSpPr>
          <p:sp>
            <p:nvSpPr>
              <p:cNvPr id="6280" name="Oval 10">
                <a:extLst>
                  <a:ext uri="{FF2B5EF4-FFF2-40B4-BE49-F238E27FC236}">
                    <a16:creationId xmlns:a16="http://schemas.microsoft.com/office/drawing/2014/main" id="{78584A8C-B469-4D6A-8D85-D32AAAE255FA}"/>
                  </a:ext>
                </a:extLst>
              </p:cNvPr>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281" name="Oval 11">
                <a:extLst>
                  <a:ext uri="{FF2B5EF4-FFF2-40B4-BE49-F238E27FC236}">
                    <a16:creationId xmlns:a16="http://schemas.microsoft.com/office/drawing/2014/main" id="{06B093F9-38D2-4238-9E36-F78C161B2715}"/>
                  </a:ext>
                </a:extLst>
              </p:cNvPr>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grpSp>
        <p:grpSp>
          <p:nvGrpSpPr>
            <p:cNvPr id="6155" name="Group 12">
              <a:extLst>
                <a:ext uri="{FF2B5EF4-FFF2-40B4-BE49-F238E27FC236}">
                  <a16:creationId xmlns:a16="http://schemas.microsoft.com/office/drawing/2014/main" id="{A96664DC-BDA8-4A20-9EEC-703F9B783DE9}"/>
                </a:ext>
              </a:extLst>
            </p:cNvPr>
            <p:cNvGrpSpPr>
              <a:grpSpLocks/>
            </p:cNvGrpSpPr>
            <p:nvPr/>
          </p:nvGrpSpPr>
          <p:grpSpPr bwMode="auto">
            <a:xfrm>
              <a:off x="3115" y="0"/>
              <a:ext cx="2170" cy="1702"/>
              <a:chOff x="3115" y="0"/>
              <a:chExt cx="2170" cy="1702"/>
            </a:xfrm>
          </p:grpSpPr>
          <p:grpSp>
            <p:nvGrpSpPr>
              <p:cNvPr id="6156" name="Group 13">
                <a:extLst>
                  <a:ext uri="{FF2B5EF4-FFF2-40B4-BE49-F238E27FC236}">
                    <a16:creationId xmlns:a16="http://schemas.microsoft.com/office/drawing/2014/main" id="{15B9ACE2-E9C3-4D14-9FC4-712BB3D40A9C}"/>
                  </a:ext>
                </a:extLst>
              </p:cNvPr>
              <p:cNvGrpSpPr>
                <a:grpSpLocks/>
              </p:cNvGrpSpPr>
              <p:nvPr/>
            </p:nvGrpSpPr>
            <p:grpSpPr bwMode="auto">
              <a:xfrm>
                <a:off x="3640" y="308"/>
                <a:ext cx="1145" cy="844"/>
                <a:chOff x="1265" y="814"/>
                <a:chExt cx="2919" cy="2151"/>
              </a:xfrm>
            </p:grpSpPr>
            <p:sp>
              <p:nvSpPr>
                <p:cNvPr id="6278" name="Oval 14">
                  <a:extLst>
                    <a:ext uri="{FF2B5EF4-FFF2-40B4-BE49-F238E27FC236}">
                      <a16:creationId xmlns:a16="http://schemas.microsoft.com/office/drawing/2014/main" id="{B0CAB63C-C2AB-4FC0-8D57-88F62B03B40D}"/>
                    </a:ext>
                  </a:extLst>
                </p:cNvPr>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6279" name="Oval 15">
                  <a:extLst>
                    <a:ext uri="{FF2B5EF4-FFF2-40B4-BE49-F238E27FC236}">
                      <a16:creationId xmlns:a16="http://schemas.microsoft.com/office/drawing/2014/main" id="{943378A6-669E-4627-8C88-9E717AFCF853}"/>
                    </a:ext>
                  </a:extLst>
                </p:cNvPr>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grpSp>
          <p:grpSp>
            <p:nvGrpSpPr>
              <p:cNvPr id="6157" name="Group 16">
                <a:extLst>
                  <a:ext uri="{FF2B5EF4-FFF2-40B4-BE49-F238E27FC236}">
                    <a16:creationId xmlns:a16="http://schemas.microsoft.com/office/drawing/2014/main" id="{AFF834F3-D2BF-47F5-AC1F-55D9F5F91775}"/>
                  </a:ext>
                </a:extLst>
              </p:cNvPr>
              <p:cNvGrpSpPr>
                <a:grpSpLocks/>
              </p:cNvGrpSpPr>
              <p:nvPr/>
            </p:nvGrpSpPr>
            <p:grpSpPr bwMode="auto">
              <a:xfrm>
                <a:off x="3115" y="0"/>
                <a:ext cx="2145" cy="1702"/>
                <a:chOff x="3115" y="0"/>
                <a:chExt cx="2145" cy="1702"/>
              </a:xfrm>
            </p:grpSpPr>
            <p:grpSp>
              <p:nvGrpSpPr>
                <p:cNvPr id="6180" name="Group 17">
                  <a:extLst>
                    <a:ext uri="{FF2B5EF4-FFF2-40B4-BE49-F238E27FC236}">
                      <a16:creationId xmlns:a16="http://schemas.microsoft.com/office/drawing/2014/main" id="{B2841668-A49D-4103-8F47-D659641F45E5}"/>
                    </a:ext>
                  </a:extLst>
                </p:cNvPr>
                <p:cNvGrpSpPr>
                  <a:grpSpLocks/>
                </p:cNvGrpSpPr>
                <p:nvPr/>
              </p:nvGrpSpPr>
              <p:grpSpPr bwMode="auto">
                <a:xfrm>
                  <a:off x="4505" y="589"/>
                  <a:ext cx="493" cy="912"/>
                  <a:chOff x="3471" y="1530"/>
                  <a:chExt cx="1258" cy="2327"/>
                </a:xfrm>
              </p:grpSpPr>
              <p:sp>
                <p:nvSpPr>
                  <p:cNvPr id="6276" name="Freeform 18">
                    <a:extLst>
                      <a:ext uri="{FF2B5EF4-FFF2-40B4-BE49-F238E27FC236}">
                        <a16:creationId xmlns:a16="http://schemas.microsoft.com/office/drawing/2014/main" id="{99E0BE03-45CB-400C-A367-013E5452A549}"/>
                      </a:ext>
                    </a:extLst>
                  </p:cNvPr>
                  <p:cNvSpPr>
                    <a:spLocks/>
                  </p:cNvSpPr>
                  <p:nvPr/>
                </p:nvSpPr>
                <p:spPr bwMode="hidden">
                  <a:xfrm rot="2711884">
                    <a:off x="2760" y="2227"/>
                    <a:ext cx="1717" cy="313"/>
                  </a:xfrm>
                  <a:custGeom>
                    <a:avLst/>
                    <a:gdLst>
                      <a:gd name="T0" fmla="*/ 0 w 2736"/>
                      <a:gd name="T1" fmla="*/ 75 h 504"/>
                      <a:gd name="T2" fmla="*/ 134 w 2736"/>
                      <a:gd name="T3" fmla="*/ 25 h 504"/>
                      <a:gd name="T4" fmla="*/ 275 w 2736"/>
                      <a:gd name="T5" fmla="*/ 4 h 504"/>
                      <a:gd name="T6" fmla="*/ 425 w 2736"/>
                      <a:gd name="T7" fmla="*/ 4 h 504"/>
                      <a:gd name="T8" fmla="*/ 422 w 2736"/>
                      <a:gd name="T9" fmla="*/ 16 h 504"/>
                      <a:gd name="T10" fmla="*/ 274 w 2736"/>
                      <a:gd name="T11" fmla="*/ 16 h 504"/>
                      <a:gd name="T12" fmla="*/ 101 w 2736"/>
                      <a:gd name="T13" fmla="*/ 43 h 504"/>
                      <a:gd name="T14" fmla="*/ 0 w 2736"/>
                      <a:gd name="T15" fmla="*/ 7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77" name="Freeform 19">
                    <a:extLst>
                      <a:ext uri="{FF2B5EF4-FFF2-40B4-BE49-F238E27FC236}">
                        <a16:creationId xmlns:a16="http://schemas.microsoft.com/office/drawing/2014/main" id="{C359E247-0E21-42B3-B80D-F191207B11E8}"/>
                      </a:ext>
                    </a:extLst>
                  </p:cNvPr>
                  <p:cNvSpPr>
                    <a:spLocks/>
                  </p:cNvSpPr>
                  <p:nvPr/>
                </p:nvSpPr>
                <p:spPr bwMode="hidden">
                  <a:xfrm rot="2711884">
                    <a:off x="4011" y="3138"/>
                    <a:ext cx="922" cy="486"/>
                  </a:xfrm>
                  <a:custGeom>
                    <a:avLst/>
                    <a:gdLst>
                      <a:gd name="T0" fmla="*/ 1 w 1769"/>
                      <a:gd name="T1" fmla="*/ 1 h 791"/>
                      <a:gd name="T2" fmla="*/ 36 w 1769"/>
                      <a:gd name="T3" fmla="*/ 8 h 791"/>
                      <a:gd name="T4" fmla="*/ 85 w 1769"/>
                      <a:gd name="T5" fmla="*/ 29 h 791"/>
                      <a:gd name="T6" fmla="*/ 119 w 1769"/>
                      <a:gd name="T7" fmla="*/ 61 h 791"/>
                      <a:gd name="T8" fmla="*/ 130 w 1769"/>
                      <a:gd name="T9" fmla="*/ 87 h 791"/>
                      <a:gd name="T10" fmla="*/ 125 w 1769"/>
                      <a:gd name="T11" fmla="*/ 112 h 791"/>
                      <a:gd name="T12" fmla="*/ 117 w 1769"/>
                      <a:gd name="T13" fmla="*/ 90 h 791"/>
                      <a:gd name="T14" fmla="*/ 102 w 1769"/>
                      <a:gd name="T15" fmla="*/ 65 h 791"/>
                      <a:gd name="T16" fmla="*/ 82 w 1769"/>
                      <a:gd name="T17" fmla="*/ 42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81" name="Group 20">
                  <a:extLst>
                    <a:ext uri="{FF2B5EF4-FFF2-40B4-BE49-F238E27FC236}">
                      <a16:creationId xmlns:a16="http://schemas.microsoft.com/office/drawing/2014/main" id="{18E6B787-7973-46E7-9F11-56C68E8D7960}"/>
                    </a:ext>
                  </a:extLst>
                </p:cNvPr>
                <p:cNvGrpSpPr>
                  <a:grpSpLocks/>
                </p:cNvGrpSpPr>
                <p:nvPr/>
              </p:nvGrpSpPr>
              <p:grpSpPr bwMode="auto">
                <a:xfrm>
                  <a:off x="4267" y="781"/>
                  <a:ext cx="966" cy="522"/>
                  <a:chOff x="2864" y="2019"/>
                  <a:chExt cx="2463" cy="1332"/>
                </a:xfrm>
              </p:grpSpPr>
              <p:sp>
                <p:nvSpPr>
                  <p:cNvPr id="6274" name="Freeform 21">
                    <a:extLst>
                      <a:ext uri="{FF2B5EF4-FFF2-40B4-BE49-F238E27FC236}">
                        <a16:creationId xmlns:a16="http://schemas.microsoft.com/office/drawing/2014/main" id="{291B5C3B-2195-4407-AB43-A99E1E495ECE}"/>
                      </a:ext>
                    </a:extLst>
                  </p:cNvPr>
                  <p:cNvSpPr>
                    <a:spLocks/>
                  </p:cNvSpPr>
                  <p:nvPr/>
                </p:nvSpPr>
                <p:spPr bwMode="hidden">
                  <a:xfrm rot="2104081">
                    <a:off x="2865" y="2019"/>
                    <a:ext cx="1812" cy="347"/>
                  </a:xfrm>
                  <a:custGeom>
                    <a:avLst/>
                    <a:gdLst>
                      <a:gd name="T0" fmla="*/ 0 w 2736"/>
                      <a:gd name="T1" fmla="*/ 114 h 504"/>
                      <a:gd name="T2" fmla="*/ 166 w 2736"/>
                      <a:gd name="T3" fmla="*/ 38 h 504"/>
                      <a:gd name="T4" fmla="*/ 342 w 2736"/>
                      <a:gd name="T5" fmla="*/ 6 h 504"/>
                      <a:gd name="T6" fmla="*/ 527 w 2736"/>
                      <a:gd name="T7" fmla="*/ 6 h 504"/>
                      <a:gd name="T8" fmla="*/ 523 w 2736"/>
                      <a:gd name="T9" fmla="*/ 23 h 504"/>
                      <a:gd name="T10" fmla="*/ 340 w 2736"/>
                      <a:gd name="T11" fmla="*/ 23 h 504"/>
                      <a:gd name="T12" fmla="*/ 126 w 2736"/>
                      <a:gd name="T13" fmla="*/ 65 h 504"/>
                      <a:gd name="T14" fmla="*/ 0 w 2736"/>
                      <a:gd name="T15" fmla="*/ 11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75" name="Freeform 22">
                    <a:extLst>
                      <a:ext uri="{FF2B5EF4-FFF2-40B4-BE49-F238E27FC236}">
                        <a16:creationId xmlns:a16="http://schemas.microsoft.com/office/drawing/2014/main" id="{16D97203-A6B1-4E70-A702-265857CBF0D4}"/>
                      </a:ext>
                    </a:extLst>
                  </p:cNvPr>
                  <p:cNvSpPr>
                    <a:spLocks/>
                  </p:cNvSpPr>
                  <p:nvPr/>
                </p:nvSpPr>
                <p:spPr bwMode="hidden">
                  <a:xfrm rot="2104081">
                    <a:off x="4352" y="2805"/>
                    <a:ext cx="974" cy="545"/>
                  </a:xfrm>
                  <a:custGeom>
                    <a:avLst/>
                    <a:gdLst>
                      <a:gd name="T0" fmla="*/ 1 w 1769"/>
                      <a:gd name="T1" fmla="*/ 2 h 791"/>
                      <a:gd name="T2" fmla="*/ 45 w 1769"/>
                      <a:gd name="T3" fmla="*/ 13 h 791"/>
                      <a:gd name="T4" fmla="*/ 106 w 1769"/>
                      <a:gd name="T5" fmla="*/ 45 h 791"/>
                      <a:gd name="T6" fmla="*/ 148 w 1769"/>
                      <a:gd name="T7" fmla="*/ 97 h 791"/>
                      <a:gd name="T8" fmla="*/ 161 w 1769"/>
                      <a:gd name="T9" fmla="*/ 137 h 791"/>
                      <a:gd name="T10" fmla="*/ 155 w 1769"/>
                      <a:gd name="T11" fmla="*/ 177 h 791"/>
                      <a:gd name="T12" fmla="*/ 146 w 1769"/>
                      <a:gd name="T13" fmla="*/ 143 h 791"/>
                      <a:gd name="T14" fmla="*/ 128 w 1769"/>
                      <a:gd name="T15" fmla="*/ 103 h 791"/>
                      <a:gd name="T16" fmla="*/ 102 w 1769"/>
                      <a:gd name="T17" fmla="*/ 67 h 791"/>
                      <a:gd name="T18" fmla="*/ 53 w 1769"/>
                      <a:gd name="T19" fmla="*/ 34 h 791"/>
                      <a:gd name="T20" fmla="*/ 0 w 1769"/>
                      <a:gd name="T21" fmla="*/ 17 h 791"/>
                      <a:gd name="T22" fmla="*/ 1 w 1769"/>
                      <a:gd name="T23" fmla="*/ 2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82" name="Group 23">
                  <a:extLst>
                    <a:ext uri="{FF2B5EF4-FFF2-40B4-BE49-F238E27FC236}">
                      <a16:creationId xmlns:a16="http://schemas.microsoft.com/office/drawing/2014/main" id="{3FF30A42-96C5-421A-8B18-28279977C525}"/>
                    </a:ext>
                  </a:extLst>
                </p:cNvPr>
                <p:cNvGrpSpPr>
                  <a:grpSpLocks/>
                </p:cNvGrpSpPr>
                <p:nvPr/>
              </p:nvGrpSpPr>
              <p:grpSpPr bwMode="auto">
                <a:xfrm>
                  <a:off x="4280" y="707"/>
                  <a:ext cx="971" cy="417"/>
                  <a:chOff x="2897" y="1832"/>
                  <a:chExt cx="2477" cy="1064"/>
                </a:xfrm>
              </p:grpSpPr>
              <p:sp>
                <p:nvSpPr>
                  <p:cNvPr id="6272" name="Freeform 24">
                    <a:extLst>
                      <a:ext uri="{FF2B5EF4-FFF2-40B4-BE49-F238E27FC236}">
                        <a16:creationId xmlns:a16="http://schemas.microsoft.com/office/drawing/2014/main" id="{37051BCF-E733-4B48-A535-1FA6A76CE3C0}"/>
                      </a:ext>
                    </a:extLst>
                  </p:cNvPr>
                  <p:cNvSpPr>
                    <a:spLocks/>
                  </p:cNvSpPr>
                  <p:nvPr/>
                </p:nvSpPr>
                <p:spPr bwMode="hidden">
                  <a:xfrm rot="1582915">
                    <a:off x="2896" y="1832"/>
                    <a:ext cx="1736" cy="303"/>
                  </a:xfrm>
                  <a:custGeom>
                    <a:avLst/>
                    <a:gdLst>
                      <a:gd name="T0" fmla="*/ 0 w 2736"/>
                      <a:gd name="T1" fmla="*/ 66 h 504"/>
                      <a:gd name="T2" fmla="*/ 140 w 2736"/>
                      <a:gd name="T3" fmla="*/ 22 h 504"/>
                      <a:gd name="T4" fmla="*/ 288 w 2736"/>
                      <a:gd name="T5" fmla="*/ 3 h 504"/>
                      <a:gd name="T6" fmla="*/ 444 w 2736"/>
                      <a:gd name="T7" fmla="*/ 3 h 504"/>
                      <a:gd name="T8" fmla="*/ 441 w 2736"/>
                      <a:gd name="T9" fmla="*/ 13 h 504"/>
                      <a:gd name="T10" fmla="*/ 286 w 2736"/>
                      <a:gd name="T11" fmla="*/ 13 h 504"/>
                      <a:gd name="T12" fmla="*/ 106 w 2736"/>
                      <a:gd name="T13" fmla="*/ 38 h 504"/>
                      <a:gd name="T14" fmla="*/ 0 w 2736"/>
                      <a:gd name="T15" fmla="*/ 66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73" name="Freeform 25">
                    <a:extLst>
                      <a:ext uri="{FF2B5EF4-FFF2-40B4-BE49-F238E27FC236}">
                        <a16:creationId xmlns:a16="http://schemas.microsoft.com/office/drawing/2014/main" id="{6022EE2C-45A1-453F-B38F-225AB7C078CC}"/>
                      </a:ext>
                    </a:extLst>
                  </p:cNvPr>
                  <p:cNvSpPr>
                    <a:spLocks/>
                  </p:cNvSpPr>
                  <p:nvPr/>
                </p:nvSpPr>
                <p:spPr bwMode="hidden">
                  <a:xfrm rot="1582915">
                    <a:off x="4443" y="2420"/>
                    <a:ext cx="931" cy="477"/>
                  </a:xfrm>
                  <a:custGeom>
                    <a:avLst/>
                    <a:gdLst>
                      <a:gd name="T0" fmla="*/ 1 w 1769"/>
                      <a:gd name="T1" fmla="*/ 1 h 791"/>
                      <a:gd name="T2" fmla="*/ 37 w 1769"/>
                      <a:gd name="T3" fmla="*/ 8 h 791"/>
                      <a:gd name="T4" fmla="*/ 89 w 1769"/>
                      <a:gd name="T5" fmla="*/ 27 h 791"/>
                      <a:gd name="T6" fmla="*/ 124 w 1769"/>
                      <a:gd name="T7" fmla="*/ 57 h 791"/>
                      <a:gd name="T8" fmla="*/ 135 w 1769"/>
                      <a:gd name="T9" fmla="*/ 80 h 791"/>
                      <a:gd name="T10" fmla="*/ 129 w 1769"/>
                      <a:gd name="T11" fmla="*/ 104 h 791"/>
                      <a:gd name="T12" fmla="*/ 122 w 1769"/>
                      <a:gd name="T13" fmla="*/ 84 h 791"/>
                      <a:gd name="T14" fmla="*/ 107 w 1769"/>
                      <a:gd name="T15" fmla="*/ 60 h 791"/>
                      <a:gd name="T16" fmla="*/ 85 w 1769"/>
                      <a:gd name="T17" fmla="*/ 39 h 791"/>
                      <a:gd name="T18" fmla="*/ 45 w 1769"/>
                      <a:gd name="T19" fmla="*/ 20 h 791"/>
                      <a:gd name="T20" fmla="*/ 0 w 1769"/>
                      <a:gd name="T21" fmla="*/ 10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83" name="Group 26">
                  <a:extLst>
                    <a:ext uri="{FF2B5EF4-FFF2-40B4-BE49-F238E27FC236}">
                      <a16:creationId xmlns:a16="http://schemas.microsoft.com/office/drawing/2014/main" id="{20382CDD-F3C5-4DB3-8031-CBA99FA5F13D}"/>
                    </a:ext>
                  </a:extLst>
                </p:cNvPr>
                <p:cNvGrpSpPr>
                  <a:grpSpLocks/>
                </p:cNvGrpSpPr>
                <p:nvPr/>
              </p:nvGrpSpPr>
              <p:grpSpPr bwMode="auto">
                <a:xfrm>
                  <a:off x="4291" y="630"/>
                  <a:ext cx="969" cy="364"/>
                  <a:chOff x="2924" y="1636"/>
                  <a:chExt cx="2472" cy="927"/>
                </a:xfrm>
              </p:grpSpPr>
              <p:sp>
                <p:nvSpPr>
                  <p:cNvPr id="6270" name="Freeform 27">
                    <a:extLst>
                      <a:ext uri="{FF2B5EF4-FFF2-40B4-BE49-F238E27FC236}">
                        <a16:creationId xmlns:a16="http://schemas.microsoft.com/office/drawing/2014/main" id="{761A0FFD-2638-4962-BB90-8EDAEB621770}"/>
                      </a:ext>
                    </a:extLst>
                  </p:cNvPr>
                  <p:cNvSpPr>
                    <a:spLocks/>
                  </p:cNvSpPr>
                  <p:nvPr/>
                </p:nvSpPr>
                <p:spPr bwMode="hidden">
                  <a:xfrm rot="1080363">
                    <a:off x="2919" y="1631"/>
                    <a:ext cx="1677" cy="334"/>
                  </a:xfrm>
                  <a:custGeom>
                    <a:avLst/>
                    <a:gdLst>
                      <a:gd name="T0" fmla="*/ 0 w 2736"/>
                      <a:gd name="T1" fmla="*/ 97 h 504"/>
                      <a:gd name="T2" fmla="*/ 122 w 2736"/>
                      <a:gd name="T3" fmla="*/ 32 h 504"/>
                      <a:gd name="T4" fmla="*/ 251 w 2736"/>
                      <a:gd name="T5" fmla="*/ 5 h 504"/>
                      <a:gd name="T6" fmla="*/ 386 w 2736"/>
                      <a:gd name="T7" fmla="*/ 5 h 504"/>
                      <a:gd name="T8" fmla="*/ 384 w 2736"/>
                      <a:gd name="T9" fmla="*/ 20 h 504"/>
                      <a:gd name="T10" fmla="*/ 249 w 2736"/>
                      <a:gd name="T11" fmla="*/ 20 h 504"/>
                      <a:gd name="T12" fmla="*/ 93 w 2736"/>
                      <a:gd name="T13" fmla="*/ 56 h 504"/>
                      <a:gd name="T14" fmla="*/ 0 w 2736"/>
                      <a:gd name="T15" fmla="*/ 9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71" name="Freeform 28">
                    <a:extLst>
                      <a:ext uri="{FF2B5EF4-FFF2-40B4-BE49-F238E27FC236}">
                        <a16:creationId xmlns:a16="http://schemas.microsoft.com/office/drawing/2014/main" id="{A4C6B332-7B4C-4314-9E9F-8D2FBD74391B}"/>
                      </a:ext>
                    </a:extLst>
                  </p:cNvPr>
                  <p:cNvSpPr>
                    <a:spLocks/>
                  </p:cNvSpPr>
                  <p:nvPr/>
                </p:nvSpPr>
                <p:spPr bwMode="hidden">
                  <a:xfrm rot="1080363">
                    <a:off x="4491" y="2033"/>
                    <a:ext cx="900" cy="525"/>
                  </a:xfrm>
                  <a:custGeom>
                    <a:avLst/>
                    <a:gdLst>
                      <a:gd name="T0" fmla="*/ 1 w 1769"/>
                      <a:gd name="T1" fmla="*/ 1 h 791"/>
                      <a:gd name="T2" fmla="*/ 33 w 1769"/>
                      <a:gd name="T3" fmla="*/ 11 h 791"/>
                      <a:gd name="T4" fmla="*/ 78 w 1769"/>
                      <a:gd name="T5" fmla="*/ 38 h 791"/>
                      <a:gd name="T6" fmla="*/ 108 w 1769"/>
                      <a:gd name="T7" fmla="*/ 84 h 791"/>
                      <a:gd name="T8" fmla="*/ 118 w 1769"/>
                      <a:gd name="T9" fmla="*/ 118 h 791"/>
                      <a:gd name="T10" fmla="*/ 113 w 1769"/>
                      <a:gd name="T11" fmla="*/ 153 h 791"/>
                      <a:gd name="T12" fmla="*/ 106 w 1769"/>
                      <a:gd name="T13" fmla="*/ 123 h 791"/>
                      <a:gd name="T14" fmla="*/ 93 w 1769"/>
                      <a:gd name="T15" fmla="*/ 88 h 791"/>
                      <a:gd name="T16" fmla="*/ 74 w 1769"/>
                      <a:gd name="T17" fmla="*/ 57 h 791"/>
                      <a:gd name="T18" fmla="*/ 39 w 1769"/>
                      <a:gd name="T19" fmla="*/ 29 h 791"/>
                      <a:gd name="T20" fmla="*/ 0 w 1769"/>
                      <a:gd name="T21" fmla="*/ 15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84" name="Group 29">
                  <a:extLst>
                    <a:ext uri="{FF2B5EF4-FFF2-40B4-BE49-F238E27FC236}">
                      <a16:creationId xmlns:a16="http://schemas.microsoft.com/office/drawing/2014/main" id="{2A834BB5-590E-4086-8878-674587198CE0}"/>
                    </a:ext>
                  </a:extLst>
                </p:cNvPr>
                <p:cNvGrpSpPr>
                  <a:grpSpLocks/>
                </p:cNvGrpSpPr>
                <p:nvPr/>
              </p:nvGrpSpPr>
              <p:grpSpPr bwMode="auto">
                <a:xfrm>
                  <a:off x="4304" y="543"/>
                  <a:ext cx="918" cy="258"/>
                  <a:chOff x="2958" y="1414"/>
                  <a:chExt cx="2342" cy="657"/>
                </a:xfrm>
              </p:grpSpPr>
              <p:sp>
                <p:nvSpPr>
                  <p:cNvPr id="6268" name="Freeform 30">
                    <a:extLst>
                      <a:ext uri="{FF2B5EF4-FFF2-40B4-BE49-F238E27FC236}">
                        <a16:creationId xmlns:a16="http://schemas.microsoft.com/office/drawing/2014/main" id="{99A1C460-F45C-4457-A7C8-19497F4794BC}"/>
                      </a:ext>
                    </a:extLst>
                  </p:cNvPr>
                  <p:cNvSpPr>
                    <a:spLocks/>
                  </p:cNvSpPr>
                  <p:nvPr/>
                </p:nvSpPr>
                <p:spPr bwMode="hidden">
                  <a:xfrm rot="463793">
                    <a:off x="2957" y="1415"/>
                    <a:ext cx="1544" cy="312"/>
                  </a:xfrm>
                  <a:custGeom>
                    <a:avLst/>
                    <a:gdLst>
                      <a:gd name="T0" fmla="*/ 0 w 2736"/>
                      <a:gd name="T1" fmla="*/ 74 h 504"/>
                      <a:gd name="T2" fmla="*/ 87 w 2736"/>
                      <a:gd name="T3" fmla="*/ 25 h 504"/>
                      <a:gd name="T4" fmla="*/ 180 w 2736"/>
                      <a:gd name="T5" fmla="*/ 4 h 504"/>
                      <a:gd name="T6" fmla="*/ 278 w 2736"/>
                      <a:gd name="T7" fmla="*/ 4 h 504"/>
                      <a:gd name="T8" fmla="*/ 276 w 2736"/>
                      <a:gd name="T9" fmla="*/ 15 h 504"/>
                      <a:gd name="T10" fmla="*/ 179 w 2736"/>
                      <a:gd name="T11" fmla="*/ 15 h 504"/>
                      <a:gd name="T12" fmla="*/ 66 w 2736"/>
                      <a:gd name="T13" fmla="*/ 43 h 504"/>
                      <a:gd name="T14" fmla="*/ 0 w 2736"/>
                      <a:gd name="T15" fmla="*/ 7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69" name="Freeform 31">
                    <a:extLst>
                      <a:ext uri="{FF2B5EF4-FFF2-40B4-BE49-F238E27FC236}">
                        <a16:creationId xmlns:a16="http://schemas.microsoft.com/office/drawing/2014/main" id="{B5FD6FDA-BD79-4948-B0E1-9F4FCE2BD31E}"/>
                      </a:ext>
                    </a:extLst>
                  </p:cNvPr>
                  <p:cNvSpPr>
                    <a:spLocks/>
                  </p:cNvSpPr>
                  <p:nvPr/>
                </p:nvSpPr>
                <p:spPr bwMode="hidden">
                  <a:xfrm rot="463793">
                    <a:off x="4470" y="1581"/>
                    <a:ext cx="829" cy="485"/>
                  </a:xfrm>
                  <a:custGeom>
                    <a:avLst/>
                    <a:gdLst>
                      <a:gd name="T0" fmla="*/ 0 w 1769"/>
                      <a:gd name="T1" fmla="*/ 1 h 791"/>
                      <a:gd name="T2" fmla="*/ 23 w 1769"/>
                      <a:gd name="T3" fmla="*/ 8 h 791"/>
                      <a:gd name="T4" fmla="*/ 56 w 1769"/>
                      <a:gd name="T5" fmla="*/ 28 h 791"/>
                      <a:gd name="T6" fmla="*/ 78 w 1769"/>
                      <a:gd name="T7" fmla="*/ 61 h 791"/>
                      <a:gd name="T8" fmla="*/ 85 w 1769"/>
                      <a:gd name="T9" fmla="*/ 86 h 791"/>
                      <a:gd name="T10" fmla="*/ 82 w 1769"/>
                      <a:gd name="T11" fmla="*/ 111 h 791"/>
                      <a:gd name="T12" fmla="*/ 77 w 1769"/>
                      <a:gd name="T13" fmla="*/ 90 h 791"/>
                      <a:gd name="T14" fmla="*/ 67 w 1769"/>
                      <a:gd name="T15" fmla="*/ 64 h 791"/>
                      <a:gd name="T16" fmla="*/ 53 w 1769"/>
                      <a:gd name="T17" fmla="*/ 42 h 791"/>
                      <a:gd name="T18" fmla="*/ 28 w 1769"/>
                      <a:gd name="T19" fmla="*/ 21 h 791"/>
                      <a:gd name="T20" fmla="*/ 0 w 1769"/>
                      <a:gd name="T21" fmla="*/ 1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85" name="Group 32">
                  <a:extLst>
                    <a:ext uri="{FF2B5EF4-FFF2-40B4-BE49-F238E27FC236}">
                      <a16:creationId xmlns:a16="http://schemas.microsoft.com/office/drawing/2014/main" id="{84F1BD21-1212-476A-87A9-EC1497A0CE22}"/>
                    </a:ext>
                  </a:extLst>
                </p:cNvPr>
                <p:cNvGrpSpPr>
                  <a:grpSpLocks/>
                </p:cNvGrpSpPr>
                <p:nvPr/>
              </p:nvGrpSpPr>
              <p:grpSpPr bwMode="auto">
                <a:xfrm>
                  <a:off x="4314" y="487"/>
                  <a:ext cx="843" cy="134"/>
                  <a:chOff x="2983" y="1269"/>
                  <a:chExt cx="2150" cy="343"/>
                </a:xfrm>
              </p:grpSpPr>
              <p:sp>
                <p:nvSpPr>
                  <p:cNvPr id="6266" name="Freeform 33">
                    <a:extLst>
                      <a:ext uri="{FF2B5EF4-FFF2-40B4-BE49-F238E27FC236}">
                        <a16:creationId xmlns:a16="http://schemas.microsoft.com/office/drawing/2014/main" id="{003AE8C3-0605-4A25-8D3E-B892CC11F2B8}"/>
                      </a:ext>
                    </a:extLst>
                  </p:cNvPr>
                  <p:cNvSpPr>
                    <a:spLocks/>
                  </p:cNvSpPr>
                  <p:nvPr/>
                </p:nvSpPr>
                <p:spPr bwMode="hidden">
                  <a:xfrm rot="-84182">
                    <a:off x="2982" y="1286"/>
                    <a:ext cx="1404" cy="220"/>
                  </a:xfrm>
                  <a:custGeom>
                    <a:avLst/>
                    <a:gdLst>
                      <a:gd name="T0" fmla="*/ 0 w 2736"/>
                      <a:gd name="T1" fmla="*/ 18 h 504"/>
                      <a:gd name="T2" fmla="*/ 60 w 2736"/>
                      <a:gd name="T3" fmla="*/ 6 h 504"/>
                      <a:gd name="T4" fmla="*/ 123 w 2736"/>
                      <a:gd name="T5" fmla="*/ 1 h 504"/>
                      <a:gd name="T6" fmla="*/ 189 w 2736"/>
                      <a:gd name="T7" fmla="*/ 1 h 504"/>
                      <a:gd name="T8" fmla="*/ 188 w 2736"/>
                      <a:gd name="T9" fmla="*/ 4 h 504"/>
                      <a:gd name="T10" fmla="*/ 122 w 2736"/>
                      <a:gd name="T11" fmla="*/ 4 h 504"/>
                      <a:gd name="T12" fmla="*/ 45 w 2736"/>
                      <a:gd name="T13" fmla="*/ 10 h 504"/>
                      <a:gd name="T14" fmla="*/ 0 w 2736"/>
                      <a:gd name="T15" fmla="*/ 1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67" name="Freeform 34">
                    <a:extLst>
                      <a:ext uri="{FF2B5EF4-FFF2-40B4-BE49-F238E27FC236}">
                        <a16:creationId xmlns:a16="http://schemas.microsoft.com/office/drawing/2014/main" id="{095BA5A4-C1B4-4F11-9431-83A2CE33552A}"/>
                      </a:ext>
                    </a:extLst>
                  </p:cNvPr>
                  <p:cNvSpPr>
                    <a:spLocks/>
                  </p:cNvSpPr>
                  <p:nvPr/>
                </p:nvSpPr>
                <p:spPr bwMode="hidden">
                  <a:xfrm rot="-84182">
                    <a:off x="4377" y="1264"/>
                    <a:ext cx="755" cy="348"/>
                  </a:xfrm>
                  <a:custGeom>
                    <a:avLst/>
                    <a:gdLst>
                      <a:gd name="T0" fmla="*/ 0 w 1769"/>
                      <a:gd name="T1" fmla="*/ 0 h 791"/>
                      <a:gd name="T2" fmla="*/ 16 w 1769"/>
                      <a:gd name="T3" fmla="*/ 2 h 791"/>
                      <a:gd name="T4" fmla="*/ 38 w 1769"/>
                      <a:gd name="T5" fmla="*/ 7 h 791"/>
                      <a:gd name="T6" fmla="*/ 53 w 1769"/>
                      <a:gd name="T7" fmla="*/ 16 h 791"/>
                      <a:gd name="T8" fmla="*/ 58 w 1769"/>
                      <a:gd name="T9" fmla="*/ 23 h 791"/>
                      <a:gd name="T10" fmla="*/ 56 w 1769"/>
                      <a:gd name="T11" fmla="*/ 29 h 791"/>
                      <a:gd name="T12" fmla="*/ 52 w 1769"/>
                      <a:gd name="T13" fmla="*/ 24 h 791"/>
                      <a:gd name="T14" fmla="*/ 46 w 1769"/>
                      <a:gd name="T15" fmla="*/ 17 h 791"/>
                      <a:gd name="T16" fmla="*/ 37 w 1769"/>
                      <a:gd name="T17" fmla="*/ 11 h 791"/>
                      <a:gd name="T18" fmla="*/ 19 w 1769"/>
                      <a:gd name="T19" fmla="*/ 6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86" name="Group 35">
                  <a:extLst>
                    <a:ext uri="{FF2B5EF4-FFF2-40B4-BE49-F238E27FC236}">
                      <a16:creationId xmlns:a16="http://schemas.microsoft.com/office/drawing/2014/main" id="{0B37599A-6ADF-48B9-A914-366A55CF717B}"/>
                    </a:ext>
                  </a:extLst>
                </p:cNvPr>
                <p:cNvGrpSpPr>
                  <a:grpSpLocks/>
                </p:cNvGrpSpPr>
                <p:nvPr/>
              </p:nvGrpSpPr>
              <p:grpSpPr bwMode="auto">
                <a:xfrm>
                  <a:off x="4296" y="349"/>
                  <a:ext cx="737" cy="167"/>
                  <a:chOff x="2938" y="917"/>
                  <a:chExt cx="1879" cy="427"/>
                </a:xfrm>
              </p:grpSpPr>
              <p:sp>
                <p:nvSpPr>
                  <p:cNvPr id="6264" name="Freeform 36">
                    <a:extLst>
                      <a:ext uri="{FF2B5EF4-FFF2-40B4-BE49-F238E27FC236}">
                        <a16:creationId xmlns:a16="http://schemas.microsoft.com/office/drawing/2014/main" id="{F4D1CD6E-0F57-41E0-A2F1-D98A3EC73592}"/>
                      </a:ext>
                    </a:extLst>
                  </p:cNvPr>
                  <p:cNvSpPr>
                    <a:spLocks/>
                  </p:cNvSpPr>
                  <p:nvPr/>
                </p:nvSpPr>
                <p:spPr bwMode="hidden">
                  <a:xfrm rot="-802576">
                    <a:off x="2933" y="1128"/>
                    <a:ext cx="1237" cy="211"/>
                  </a:xfrm>
                  <a:custGeom>
                    <a:avLst/>
                    <a:gdLst>
                      <a:gd name="T0" fmla="*/ 0 w 2736"/>
                      <a:gd name="T1" fmla="*/ 15 h 504"/>
                      <a:gd name="T2" fmla="*/ 36 w 2736"/>
                      <a:gd name="T3" fmla="*/ 5 h 504"/>
                      <a:gd name="T4" fmla="*/ 74 w 2736"/>
                      <a:gd name="T5" fmla="*/ 1 h 504"/>
                      <a:gd name="T6" fmla="*/ 114 w 2736"/>
                      <a:gd name="T7" fmla="*/ 1 h 504"/>
                      <a:gd name="T8" fmla="*/ 113 w 2736"/>
                      <a:gd name="T9" fmla="*/ 3 h 504"/>
                      <a:gd name="T10" fmla="*/ 74 w 2736"/>
                      <a:gd name="T11" fmla="*/ 3 h 504"/>
                      <a:gd name="T12" fmla="*/ 28 w 2736"/>
                      <a:gd name="T13" fmla="*/ 9 h 504"/>
                      <a:gd name="T14" fmla="*/ 0 w 2736"/>
                      <a:gd name="T15" fmla="*/ 1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65" name="Freeform 37">
                    <a:extLst>
                      <a:ext uri="{FF2B5EF4-FFF2-40B4-BE49-F238E27FC236}">
                        <a16:creationId xmlns:a16="http://schemas.microsoft.com/office/drawing/2014/main" id="{B7146333-7226-45F4-A6E6-B044EF61076D}"/>
                      </a:ext>
                    </a:extLst>
                  </p:cNvPr>
                  <p:cNvSpPr>
                    <a:spLocks/>
                  </p:cNvSpPr>
                  <p:nvPr/>
                </p:nvSpPr>
                <p:spPr bwMode="hidden">
                  <a:xfrm rot="-802576">
                    <a:off x="4151" y="918"/>
                    <a:ext cx="665" cy="335"/>
                  </a:xfrm>
                  <a:custGeom>
                    <a:avLst/>
                    <a:gdLst>
                      <a:gd name="T0" fmla="*/ 0 w 1769"/>
                      <a:gd name="T1" fmla="*/ 0 h 791"/>
                      <a:gd name="T2" fmla="*/ 10 w 1769"/>
                      <a:gd name="T3" fmla="*/ 2 h 791"/>
                      <a:gd name="T4" fmla="*/ 23 w 1769"/>
                      <a:gd name="T5" fmla="*/ 6 h 791"/>
                      <a:gd name="T6" fmla="*/ 32 w 1769"/>
                      <a:gd name="T7" fmla="*/ 14 h 791"/>
                      <a:gd name="T8" fmla="*/ 35 w 1769"/>
                      <a:gd name="T9" fmla="*/ 19 h 791"/>
                      <a:gd name="T10" fmla="*/ 34 w 1769"/>
                      <a:gd name="T11" fmla="*/ 25 h 791"/>
                      <a:gd name="T12" fmla="*/ 32 w 1769"/>
                      <a:gd name="T13" fmla="*/ 20 h 791"/>
                      <a:gd name="T14" fmla="*/ 28 w 1769"/>
                      <a:gd name="T15" fmla="*/ 14 h 791"/>
                      <a:gd name="T16" fmla="*/ 22 w 1769"/>
                      <a:gd name="T17" fmla="*/ 9 h 791"/>
                      <a:gd name="T18" fmla="*/ 12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87" name="Group 38">
                  <a:extLst>
                    <a:ext uri="{FF2B5EF4-FFF2-40B4-BE49-F238E27FC236}">
                      <a16:creationId xmlns:a16="http://schemas.microsoft.com/office/drawing/2014/main" id="{08CC0760-3E75-4D2E-943D-AA64CDD5F379}"/>
                    </a:ext>
                  </a:extLst>
                </p:cNvPr>
                <p:cNvGrpSpPr>
                  <a:grpSpLocks/>
                </p:cNvGrpSpPr>
                <p:nvPr/>
              </p:nvGrpSpPr>
              <p:grpSpPr bwMode="auto">
                <a:xfrm>
                  <a:off x="3394" y="637"/>
                  <a:ext cx="493" cy="912"/>
                  <a:chOff x="637" y="1653"/>
                  <a:chExt cx="1257" cy="2326"/>
                </a:xfrm>
              </p:grpSpPr>
              <p:sp>
                <p:nvSpPr>
                  <p:cNvPr id="6262" name="Freeform 39">
                    <a:extLst>
                      <a:ext uri="{FF2B5EF4-FFF2-40B4-BE49-F238E27FC236}">
                        <a16:creationId xmlns:a16="http://schemas.microsoft.com/office/drawing/2014/main" id="{77D5D10D-C1A4-485A-BCEF-CF7ED3E43535}"/>
                      </a:ext>
                    </a:extLst>
                  </p:cNvPr>
                  <p:cNvSpPr>
                    <a:spLocks/>
                  </p:cNvSpPr>
                  <p:nvPr/>
                </p:nvSpPr>
                <p:spPr bwMode="hidden">
                  <a:xfrm rot="18888116" flipH="1">
                    <a:off x="867" y="2350"/>
                    <a:ext cx="1723" cy="309"/>
                  </a:xfrm>
                  <a:custGeom>
                    <a:avLst/>
                    <a:gdLst>
                      <a:gd name="T0" fmla="*/ 0 w 2736"/>
                      <a:gd name="T1" fmla="*/ 71 h 504"/>
                      <a:gd name="T2" fmla="*/ 136 w 2736"/>
                      <a:gd name="T3" fmla="*/ 24 h 504"/>
                      <a:gd name="T4" fmla="*/ 279 w 2736"/>
                      <a:gd name="T5" fmla="*/ 4 h 504"/>
                      <a:gd name="T6" fmla="*/ 430 w 2736"/>
                      <a:gd name="T7" fmla="*/ 4 h 504"/>
                      <a:gd name="T8" fmla="*/ 428 w 2736"/>
                      <a:gd name="T9" fmla="*/ 15 h 504"/>
                      <a:gd name="T10" fmla="*/ 278 w 2736"/>
                      <a:gd name="T11" fmla="*/ 15 h 504"/>
                      <a:gd name="T12" fmla="*/ 103 w 2736"/>
                      <a:gd name="T13" fmla="*/ 41 h 504"/>
                      <a:gd name="T14" fmla="*/ 0 w 2736"/>
                      <a:gd name="T15" fmla="*/ 7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63" name="Freeform 40">
                    <a:extLst>
                      <a:ext uri="{FF2B5EF4-FFF2-40B4-BE49-F238E27FC236}">
                        <a16:creationId xmlns:a16="http://schemas.microsoft.com/office/drawing/2014/main" id="{72AAAFFC-49F8-4B0E-BA64-D8504673601B}"/>
                      </a:ext>
                    </a:extLst>
                  </p:cNvPr>
                  <p:cNvSpPr>
                    <a:spLocks/>
                  </p:cNvSpPr>
                  <p:nvPr/>
                </p:nvSpPr>
                <p:spPr bwMode="hidden">
                  <a:xfrm rot="18888116" flipH="1">
                    <a:off x="410" y="3259"/>
                    <a:ext cx="925" cy="489"/>
                  </a:xfrm>
                  <a:custGeom>
                    <a:avLst/>
                    <a:gdLst>
                      <a:gd name="T0" fmla="*/ 1 w 1769"/>
                      <a:gd name="T1" fmla="*/ 1 h 791"/>
                      <a:gd name="T2" fmla="*/ 37 w 1769"/>
                      <a:gd name="T3" fmla="*/ 9 h 791"/>
                      <a:gd name="T4" fmla="*/ 86 w 1769"/>
                      <a:gd name="T5" fmla="*/ 30 h 791"/>
                      <a:gd name="T6" fmla="*/ 120 w 1769"/>
                      <a:gd name="T7" fmla="*/ 63 h 791"/>
                      <a:gd name="T8" fmla="*/ 131 w 1769"/>
                      <a:gd name="T9" fmla="*/ 88 h 791"/>
                      <a:gd name="T10" fmla="*/ 127 w 1769"/>
                      <a:gd name="T11" fmla="*/ 115 h 791"/>
                      <a:gd name="T12" fmla="*/ 119 w 1769"/>
                      <a:gd name="T13" fmla="*/ 93 h 791"/>
                      <a:gd name="T14" fmla="*/ 104 w 1769"/>
                      <a:gd name="T15" fmla="*/ 67 h 791"/>
                      <a:gd name="T16" fmla="*/ 83 w 1769"/>
                      <a:gd name="T17" fmla="*/ 43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88" name="Group 41">
                  <a:extLst>
                    <a:ext uri="{FF2B5EF4-FFF2-40B4-BE49-F238E27FC236}">
                      <a16:creationId xmlns:a16="http://schemas.microsoft.com/office/drawing/2014/main" id="{7C794026-F4D9-41A4-A109-5BEDA1519A84}"/>
                    </a:ext>
                  </a:extLst>
                </p:cNvPr>
                <p:cNvGrpSpPr>
                  <a:grpSpLocks/>
                </p:cNvGrpSpPr>
                <p:nvPr/>
              </p:nvGrpSpPr>
              <p:grpSpPr bwMode="auto">
                <a:xfrm>
                  <a:off x="3142" y="850"/>
                  <a:ext cx="966" cy="522"/>
                  <a:chOff x="-5" y="2196"/>
                  <a:chExt cx="2463" cy="1332"/>
                </a:xfrm>
              </p:grpSpPr>
              <p:sp>
                <p:nvSpPr>
                  <p:cNvPr id="6260" name="Freeform 42">
                    <a:extLst>
                      <a:ext uri="{FF2B5EF4-FFF2-40B4-BE49-F238E27FC236}">
                        <a16:creationId xmlns:a16="http://schemas.microsoft.com/office/drawing/2014/main" id="{074C86F4-7639-439D-96B9-FDC289883427}"/>
                      </a:ext>
                    </a:extLst>
                  </p:cNvPr>
                  <p:cNvSpPr>
                    <a:spLocks/>
                  </p:cNvSpPr>
                  <p:nvPr/>
                </p:nvSpPr>
                <p:spPr bwMode="hidden">
                  <a:xfrm rot="19495919" flipH="1">
                    <a:off x="644" y="2196"/>
                    <a:ext cx="1809" cy="347"/>
                  </a:xfrm>
                  <a:custGeom>
                    <a:avLst/>
                    <a:gdLst>
                      <a:gd name="T0" fmla="*/ 0 w 2736"/>
                      <a:gd name="T1" fmla="*/ 114 h 504"/>
                      <a:gd name="T2" fmla="*/ 165 w 2736"/>
                      <a:gd name="T3" fmla="*/ 38 h 504"/>
                      <a:gd name="T4" fmla="*/ 339 w 2736"/>
                      <a:gd name="T5" fmla="*/ 6 h 504"/>
                      <a:gd name="T6" fmla="*/ 523 w 2736"/>
                      <a:gd name="T7" fmla="*/ 6 h 504"/>
                      <a:gd name="T8" fmla="*/ 520 w 2736"/>
                      <a:gd name="T9" fmla="*/ 23 h 504"/>
                      <a:gd name="T10" fmla="*/ 337 w 2736"/>
                      <a:gd name="T11" fmla="*/ 23 h 504"/>
                      <a:gd name="T12" fmla="*/ 125 w 2736"/>
                      <a:gd name="T13" fmla="*/ 65 h 504"/>
                      <a:gd name="T14" fmla="*/ 0 w 2736"/>
                      <a:gd name="T15" fmla="*/ 11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61" name="Freeform 43">
                    <a:extLst>
                      <a:ext uri="{FF2B5EF4-FFF2-40B4-BE49-F238E27FC236}">
                        <a16:creationId xmlns:a16="http://schemas.microsoft.com/office/drawing/2014/main" id="{4CD8BAC0-7ED4-4298-9369-1839D1A4E07F}"/>
                      </a:ext>
                    </a:extLst>
                  </p:cNvPr>
                  <p:cNvSpPr>
                    <a:spLocks/>
                  </p:cNvSpPr>
                  <p:nvPr/>
                </p:nvSpPr>
                <p:spPr bwMode="hidden">
                  <a:xfrm rot="19495919" flipH="1">
                    <a:off x="-6" y="2982"/>
                    <a:ext cx="971" cy="545"/>
                  </a:xfrm>
                  <a:custGeom>
                    <a:avLst/>
                    <a:gdLst>
                      <a:gd name="T0" fmla="*/ 1 w 1769"/>
                      <a:gd name="T1" fmla="*/ 2 h 791"/>
                      <a:gd name="T2" fmla="*/ 44 w 1769"/>
                      <a:gd name="T3" fmla="*/ 13 h 791"/>
                      <a:gd name="T4" fmla="*/ 105 w 1769"/>
                      <a:gd name="T5" fmla="*/ 45 h 791"/>
                      <a:gd name="T6" fmla="*/ 146 w 1769"/>
                      <a:gd name="T7" fmla="*/ 97 h 791"/>
                      <a:gd name="T8" fmla="*/ 159 w 1769"/>
                      <a:gd name="T9" fmla="*/ 137 h 791"/>
                      <a:gd name="T10" fmla="*/ 153 w 1769"/>
                      <a:gd name="T11" fmla="*/ 177 h 791"/>
                      <a:gd name="T12" fmla="*/ 144 w 1769"/>
                      <a:gd name="T13" fmla="*/ 143 h 791"/>
                      <a:gd name="T14" fmla="*/ 126 w 1769"/>
                      <a:gd name="T15" fmla="*/ 103 h 791"/>
                      <a:gd name="T16" fmla="*/ 100 w 1769"/>
                      <a:gd name="T17" fmla="*/ 67 h 791"/>
                      <a:gd name="T18" fmla="*/ 53 w 1769"/>
                      <a:gd name="T19" fmla="*/ 34 h 791"/>
                      <a:gd name="T20" fmla="*/ 0 w 1769"/>
                      <a:gd name="T21" fmla="*/ 17 h 791"/>
                      <a:gd name="T22" fmla="*/ 1 w 1769"/>
                      <a:gd name="T23" fmla="*/ 2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89" name="Group 44">
                  <a:extLst>
                    <a:ext uri="{FF2B5EF4-FFF2-40B4-BE49-F238E27FC236}">
                      <a16:creationId xmlns:a16="http://schemas.microsoft.com/office/drawing/2014/main" id="{52DC504E-0AA5-4E07-B3AB-FD25E7A79CE1}"/>
                    </a:ext>
                  </a:extLst>
                </p:cNvPr>
                <p:cNvGrpSpPr>
                  <a:grpSpLocks/>
                </p:cNvGrpSpPr>
                <p:nvPr/>
              </p:nvGrpSpPr>
              <p:grpSpPr bwMode="auto">
                <a:xfrm>
                  <a:off x="3124" y="777"/>
                  <a:ext cx="971" cy="417"/>
                  <a:chOff x="-52" y="2009"/>
                  <a:chExt cx="2477" cy="1064"/>
                </a:xfrm>
              </p:grpSpPr>
              <p:sp>
                <p:nvSpPr>
                  <p:cNvPr id="6258" name="Freeform 45">
                    <a:extLst>
                      <a:ext uri="{FF2B5EF4-FFF2-40B4-BE49-F238E27FC236}">
                        <a16:creationId xmlns:a16="http://schemas.microsoft.com/office/drawing/2014/main" id="{45EB3131-DEFF-49A2-BE55-C8F7D9B559EC}"/>
                      </a:ext>
                    </a:extLst>
                  </p:cNvPr>
                  <p:cNvSpPr>
                    <a:spLocks/>
                  </p:cNvSpPr>
                  <p:nvPr/>
                </p:nvSpPr>
                <p:spPr bwMode="hidden">
                  <a:xfrm rot="20017085" flipH="1">
                    <a:off x="689" y="2010"/>
                    <a:ext cx="1736" cy="303"/>
                  </a:xfrm>
                  <a:custGeom>
                    <a:avLst/>
                    <a:gdLst>
                      <a:gd name="T0" fmla="*/ 0 w 2736"/>
                      <a:gd name="T1" fmla="*/ 66 h 504"/>
                      <a:gd name="T2" fmla="*/ 140 w 2736"/>
                      <a:gd name="T3" fmla="*/ 22 h 504"/>
                      <a:gd name="T4" fmla="*/ 288 w 2736"/>
                      <a:gd name="T5" fmla="*/ 3 h 504"/>
                      <a:gd name="T6" fmla="*/ 444 w 2736"/>
                      <a:gd name="T7" fmla="*/ 3 h 504"/>
                      <a:gd name="T8" fmla="*/ 441 w 2736"/>
                      <a:gd name="T9" fmla="*/ 13 h 504"/>
                      <a:gd name="T10" fmla="*/ 286 w 2736"/>
                      <a:gd name="T11" fmla="*/ 13 h 504"/>
                      <a:gd name="T12" fmla="*/ 106 w 2736"/>
                      <a:gd name="T13" fmla="*/ 38 h 504"/>
                      <a:gd name="T14" fmla="*/ 0 w 2736"/>
                      <a:gd name="T15" fmla="*/ 66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59" name="Freeform 46">
                    <a:extLst>
                      <a:ext uri="{FF2B5EF4-FFF2-40B4-BE49-F238E27FC236}">
                        <a16:creationId xmlns:a16="http://schemas.microsoft.com/office/drawing/2014/main" id="{5BF4D6B1-C836-4370-9F8C-3151839AC611}"/>
                      </a:ext>
                    </a:extLst>
                  </p:cNvPr>
                  <p:cNvSpPr>
                    <a:spLocks/>
                  </p:cNvSpPr>
                  <p:nvPr/>
                </p:nvSpPr>
                <p:spPr bwMode="hidden">
                  <a:xfrm rot="20017085" flipH="1">
                    <a:off x="-53" y="2598"/>
                    <a:ext cx="931" cy="470"/>
                  </a:xfrm>
                  <a:custGeom>
                    <a:avLst/>
                    <a:gdLst>
                      <a:gd name="T0" fmla="*/ 1 w 1769"/>
                      <a:gd name="T1" fmla="*/ 1 h 791"/>
                      <a:gd name="T2" fmla="*/ 37 w 1769"/>
                      <a:gd name="T3" fmla="*/ 7 h 791"/>
                      <a:gd name="T4" fmla="*/ 89 w 1769"/>
                      <a:gd name="T5" fmla="*/ 25 h 791"/>
                      <a:gd name="T6" fmla="*/ 124 w 1769"/>
                      <a:gd name="T7" fmla="*/ 54 h 791"/>
                      <a:gd name="T8" fmla="*/ 135 w 1769"/>
                      <a:gd name="T9" fmla="*/ 76 h 791"/>
                      <a:gd name="T10" fmla="*/ 129 w 1769"/>
                      <a:gd name="T11" fmla="*/ 98 h 791"/>
                      <a:gd name="T12" fmla="*/ 122 w 1769"/>
                      <a:gd name="T13" fmla="*/ 79 h 791"/>
                      <a:gd name="T14" fmla="*/ 107 w 1769"/>
                      <a:gd name="T15" fmla="*/ 56 h 791"/>
                      <a:gd name="T16" fmla="*/ 85 w 1769"/>
                      <a:gd name="T17" fmla="*/ 37 h 791"/>
                      <a:gd name="T18" fmla="*/ 45 w 1769"/>
                      <a:gd name="T19" fmla="*/ 18 h 791"/>
                      <a:gd name="T20" fmla="*/ 0 w 1769"/>
                      <a:gd name="T21" fmla="*/ 10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90" name="Group 47">
                  <a:extLst>
                    <a:ext uri="{FF2B5EF4-FFF2-40B4-BE49-F238E27FC236}">
                      <a16:creationId xmlns:a16="http://schemas.microsoft.com/office/drawing/2014/main" id="{49E95F1C-0AF2-48A0-99E5-C73F17D1E0B2}"/>
                    </a:ext>
                  </a:extLst>
                </p:cNvPr>
                <p:cNvGrpSpPr>
                  <a:grpSpLocks/>
                </p:cNvGrpSpPr>
                <p:nvPr/>
              </p:nvGrpSpPr>
              <p:grpSpPr bwMode="auto">
                <a:xfrm>
                  <a:off x="3115" y="700"/>
                  <a:ext cx="969" cy="363"/>
                  <a:chOff x="-74" y="1813"/>
                  <a:chExt cx="2472" cy="927"/>
                </a:xfrm>
              </p:grpSpPr>
              <p:sp>
                <p:nvSpPr>
                  <p:cNvPr id="6256" name="Freeform 48">
                    <a:extLst>
                      <a:ext uri="{FF2B5EF4-FFF2-40B4-BE49-F238E27FC236}">
                        <a16:creationId xmlns:a16="http://schemas.microsoft.com/office/drawing/2014/main" id="{703EBE6D-7B7D-4429-9FFD-E0B4F2636810}"/>
                      </a:ext>
                    </a:extLst>
                  </p:cNvPr>
                  <p:cNvSpPr>
                    <a:spLocks/>
                  </p:cNvSpPr>
                  <p:nvPr/>
                </p:nvSpPr>
                <p:spPr bwMode="hidden">
                  <a:xfrm rot="20519637" flipH="1">
                    <a:off x="721" y="1812"/>
                    <a:ext cx="1677" cy="331"/>
                  </a:xfrm>
                  <a:custGeom>
                    <a:avLst/>
                    <a:gdLst>
                      <a:gd name="T0" fmla="*/ 0 w 2736"/>
                      <a:gd name="T1" fmla="*/ 94 h 504"/>
                      <a:gd name="T2" fmla="*/ 122 w 2736"/>
                      <a:gd name="T3" fmla="*/ 31 h 504"/>
                      <a:gd name="T4" fmla="*/ 251 w 2736"/>
                      <a:gd name="T5" fmla="*/ 5 h 504"/>
                      <a:gd name="T6" fmla="*/ 386 w 2736"/>
                      <a:gd name="T7" fmla="*/ 5 h 504"/>
                      <a:gd name="T8" fmla="*/ 384 w 2736"/>
                      <a:gd name="T9" fmla="*/ 20 h 504"/>
                      <a:gd name="T10" fmla="*/ 249 w 2736"/>
                      <a:gd name="T11" fmla="*/ 20 h 504"/>
                      <a:gd name="T12" fmla="*/ 93 w 2736"/>
                      <a:gd name="T13" fmla="*/ 55 h 504"/>
                      <a:gd name="T14" fmla="*/ 0 w 2736"/>
                      <a:gd name="T15" fmla="*/ 9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57" name="Freeform 49">
                    <a:extLst>
                      <a:ext uri="{FF2B5EF4-FFF2-40B4-BE49-F238E27FC236}">
                        <a16:creationId xmlns:a16="http://schemas.microsoft.com/office/drawing/2014/main" id="{227050DB-A2EE-4717-A348-03E9E24A8658}"/>
                      </a:ext>
                    </a:extLst>
                  </p:cNvPr>
                  <p:cNvSpPr>
                    <a:spLocks/>
                  </p:cNvSpPr>
                  <p:nvPr/>
                </p:nvSpPr>
                <p:spPr bwMode="hidden">
                  <a:xfrm rot="20519637" flipH="1">
                    <a:off x="-74" y="2212"/>
                    <a:ext cx="900" cy="523"/>
                  </a:xfrm>
                  <a:custGeom>
                    <a:avLst/>
                    <a:gdLst>
                      <a:gd name="T0" fmla="*/ 1 w 1769"/>
                      <a:gd name="T1" fmla="*/ 1 h 791"/>
                      <a:gd name="T2" fmla="*/ 33 w 1769"/>
                      <a:gd name="T3" fmla="*/ 11 h 791"/>
                      <a:gd name="T4" fmla="*/ 78 w 1769"/>
                      <a:gd name="T5" fmla="*/ 38 h 791"/>
                      <a:gd name="T6" fmla="*/ 108 w 1769"/>
                      <a:gd name="T7" fmla="*/ 83 h 791"/>
                      <a:gd name="T8" fmla="*/ 118 w 1769"/>
                      <a:gd name="T9" fmla="*/ 116 h 791"/>
                      <a:gd name="T10" fmla="*/ 113 w 1769"/>
                      <a:gd name="T11" fmla="*/ 150 h 791"/>
                      <a:gd name="T12" fmla="*/ 106 w 1769"/>
                      <a:gd name="T13" fmla="*/ 120 h 791"/>
                      <a:gd name="T14" fmla="*/ 93 w 1769"/>
                      <a:gd name="T15" fmla="*/ 87 h 791"/>
                      <a:gd name="T16" fmla="*/ 74 w 1769"/>
                      <a:gd name="T17" fmla="*/ 57 h 791"/>
                      <a:gd name="T18" fmla="*/ 39 w 1769"/>
                      <a:gd name="T19" fmla="*/ 29 h 791"/>
                      <a:gd name="T20" fmla="*/ 0 w 1769"/>
                      <a:gd name="T21" fmla="*/ 15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91" name="Group 50">
                  <a:extLst>
                    <a:ext uri="{FF2B5EF4-FFF2-40B4-BE49-F238E27FC236}">
                      <a16:creationId xmlns:a16="http://schemas.microsoft.com/office/drawing/2014/main" id="{468FC4A0-BFC8-42C3-845B-AAECDD3F1564}"/>
                    </a:ext>
                  </a:extLst>
                </p:cNvPr>
                <p:cNvGrpSpPr>
                  <a:grpSpLocks/>
                </p:cNvGrpSpPr>
                <p:nvPr/>
              </p:nvGrpSpPr>
              <p:grpSpPr bwMode="auto">
                <a:xfrm>
                  <a:off x="3153" y="613"/>
                  <a:ext cx="918" cy="257"/>
                  <a:chOff x="22" y="1591"/>
                  <a:chExt cx="2342" cy="657"/>
                </a:xfrm>
              </p:grpSpPr>
              <p:sp>
                <p:nvSpPr>
                  <p:cNvPr id="6254" name="Freeform 51">
                    <a:extLst>
                      <a:ext uri="{FF2B5EF4-FFF2-40B4-BE49-F238E27FC236}">
                        <a16:creationId xmlns:a16="http://schemas.microsoft.com/office/drawing/2014/main" id="{17FE64AD-154A-4368-A466-C3B60A46D69E}"/>
                      </a:ext>
                    </a:extLst>
                  </p:cNvPr>
                  <p:cNvSpPr>
                    <a:spLocks/>
                  </p:cNvSpPr>
                  <p:nvPr/>
                </p:nvSpPr>
                <p:spPr bwMode="hidden">
                  <a:xfrm rot="21136207" flipH="1">
                    <a:off x="819" y="1586"/>
                    <a:ext cx="1544" cy="313"/>
                  </a:xfrm>
                  <a:custGeom>
                    <a:avLst/>
                    <a:gdLst>
                      <a:gd name="T0" fmla="*/ 0 w 2736"/>
                      <a:gd name="T1" fmla="*/ 75 h 504"/>
                      <a:gd name="T2" fmla="*/ 87 w 2736"/>
                      <a:gd name="T3" fmla="*/ 25 h 504"/>
                      <a:gd name="T4" fmla="*/ 180 w 2736"/>
                      <a:gd name="T5" fmla="*/ 4 h 504"/>
                      <a:gd name="T6" fmla="*/ 278 w 2736"/>
                      <a:gd name="T7" fmla="*/ 4 h 504"/>
                      <a:gd name="T8" fmla="*/ 276 w 2736"/>
                      <a:gd name="T9" fmla="*/ 16 h 504"/>
                      <a:gd name="T10" fmla="*/ 179 w 2736"/>
                      <a:gd name="T11" fmla="*/ 16 h 504"/>
                      <a:gd name="T12" fmla="*/ 66 w 2736"/>
                      <a:gd name="T13" fmla="*/ 43 h 504"/>
                      <a:gd name="T14" fmla="*/ 0 w 2736"/>
                      <a:gd name="T15" fmla="*/ 7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55" name="Freeform 52">
                    <a:extLst>
                      <a:ext uri="{FF2B5EF4-FFF2-40B4-BE49-F238E27FC236}">
                        <a16:creationId xmlns:a16="http://schemas.microsoft.com/office/drawing/2014/main" id="{B10DC820-53BC-41F3-A7BB-F8C941B92584}"/>
                      </a:ext>
                    </a:extLst>
                  </p:cNvPr>
                  <p:cNvSpPr>
                    <a:spLocks/>
                  </p:cNvSpPr>
                  <p:nvPr/>
                </p:nvSpPr>
                <p:spPr bwMode="hidden">
                  <a:xfrm rot="21136207" flipH="1">
                    <a:off x="21" y="1757"/>
                    <a:ext cx="829" cy="490"/>
                  </a:xfrm>
                  <a:custGeom>
                    <a:avLst/>
                    <a:gdLst>
                      <a:gd name="T0" fmla="*/ 0 w 1769"/>
                      <a:gd name="T1" fmla="*/ 1 h 791"/>
                      <a:gd name="T2" fmla="*/ 23 w 1769"/>
                      <a:gd name="T3" fmla="*/ 9 h 791"/>
                      <a:gd name="T4" fmla="*/ 56 w 1769"/>
                      <a:gd name="T5" fmla="*/ 30 h 791"/>
                      <a:gd name="T6" fmla="*/ 78 w 1769"/>
                      <a:gd name="T7" fmla="*/ 64 h 791"/>
                      <a:gd name="T8" fmla="*/ 85 w 1769"/>
                      <a:gd name="T9" fmla="*/ 90 h 791"/>
                      <a:gd name="T10" fmla="*/ 82 w 1769"/>
                      <a:gd name="T11" fmla="*/ 116 h 791"/>
                      <a:gd name="T12" fmla="*/ 77 w 1769"/>
                      <a:gd name="T13" fmla="*/ 94 h 791"/>
                      <a:gd name="T14" fmla="*/ 67 w 1769"/>
                      <a:gd name="T15" fmla="*/ 67 h 791"/>
                      <a:gd name="T16" fmla="*/ 53 w 1769"/>
                      <a:gd name="T17" fmla="*/ 43 h 791"/>
                      <a:gd name="T18" fmla="*/ 28 w 1769"/>
                      <a:gd name="T19" fmla="*/ 22 h 791"/>
                      <a:gd name="T20" fmla="*/ 0 w 1769"/>
                      <a:gd name="T21" fmla="*/ 1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92" name="Group 53">
                  <a:extLst>
                    <a:ext uri="{FF2B5EF4-FFF2-40B4-BE49-F238E27FC236}">
                      <a16:creationId xmlns:a16="http://schemas.microsoft.com/office/drawing/2014/main" id="{71F50967-AEA5-4B70-9294-A1EB14DD67A4}"/>
                    </a:ext>
                  </a:extLst>
                </p:cNvPr>
                <p:cNvGrpSpPr>
                  <a:grpSpLocks/>
                </p:cNvGrpSpPr>
                <p:nvPr/>
              </p:nvGrpSpPr>
              <p:grpSpPr bwMode="auto">
                <a:xfrm>
                  <a:off x="3218" y="556"/>
                  <a:ext cx="843" cy="134"/>
                  <a:chOff x="189" y="1446"/>
                  <a:chExt cx="2150" cy="343"/>
                </a:xfrm>
              </p:grpSpPr>
              <p:sp>
                <p:nvSpPr>
                  <p:cNvPr id="6252" name="Freeform 54">
                    <a:extLst>
                      <a:ext uri="{FF2B5EF4-FFF2-40B4-BE49-F238E27FC236}">
                        <a16:creationId xmlns:a16="http://schemas.microsoft.com/office/drawing/2014/main" id="{A119942A-F15E-472F-B799-55F0FA0ECCE7}"/>
                      </a:ext>
                    </a:extLst>
                  </p:cNvPr>
                  <p:cNvSpPr>
                    <a:spLocks/>
                  </p:cNvSpPr>
                  <p:nvPr/>
                </p:nvSpPr>
                <p:spPr bwMode="hidden">
                  <a:xfrm rot="84182" flipH="1">
                    <a:off x="935" y="1463"/>
                    <a:ext cx="1404" cy="220"/>
                  </a:xfrm>
                  <a:custGeom>
                    <a:avLst/>
                    <a:gdLst>
                      <a:gd name="T0" fmla="*/ 0 w 2736"/>
                      <a:gd name="T1" fmla="*/ 18 h 504"/>
                      <a:gd name="T2" fmla="*/ 60 w 2736"/>
                      <a:gd name="T3" fmla="*/ 6 h 504"/>
                      <a:gd name="T4" fmla="*/ 123 w 2736"/>
                      <a:gd name="T5" fmla="*/ 1 h 504"/>
                      <a:gd name="T6" fmla="*/ 189 w 2736"/>
                      <a:gd name="T7" fmla="*/ 1 h 504"/>
                      <a:gd name="T8" fmla="*/ 188 w 2736"/>
                      <a:gd name="T9" fmla="*/ 4 h 504"/>
                      <a:gd name="T10" fmla="*/ 122 w 2736"/>
                      <a:gd name="T11" fmla="*/ 4 h 504"/>
                      <a:gd name="T12" fmla="*/ 45 w 2736"/>
                      <a:gd name="T13" fmla="*/ 10 h 504"/>
                      <a:gd name="T14" fmla="*/ 0 w 2736"/>
                      <a:gd name="T15" fmla="*/ 1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53" name="Freeform 55">
                    <a:extLst>
                      <a:ext uri="{FF2B5EF4-FFF2-40B4-BE49-F238E27FC236}">
                        <a16:creationId xmlns:a16="http://schemas.microsoft.com/office/drawing/2014/main" id="{648AFB66-F053-4B6C-9223-1A702E7C8B41}"/>
                      </a:ext>
                    </a:extLst>
                  </p:cNvPr>
                  <p:cNvSpPr>
                    <a:spLocks/>
                  </p:cNvSpPr>
                  <p:nvPr/>
                </p:nvSpPr>
                <p:spPr bwMode="hidden">
                  <a:xfrm rot="84182" flipH="1">
                    <a:off x="189" y="1441"/>
                    <a:ext cx="755" cy="348"/>
                  </a:xfrm>
                  <a:custGeom>
                    <a:avLst/>
                    <a:gdLst>
                      <a:gd name="T0" fmla="*/ 0 w 1769"/>
                      <a:gd name="T1" fmla="*/ 0 h 791"/>
                      <a:gd name="T2" fmla="*/ 16 w 1769"/>
                      <a:gd name="T3" fmla="*/ 2 h 791"/>
                      <a:gd name="T4" fmla="*/ 38 w 1769"/>
                      <a:gd name="T5" fmla="*/ 7 h 791"/>
                      <a:gd name="T6" fmla="*/ 53 w 1769"/>
                      <a:gd name="T7" fmla="*/ 16 h 791"/>
                      <a:gd name="T8" fmla="*/ 58 w 1769"/>
                      <a:gd name="T9" fmla="*/ 23 h 791"/>
                      <a:gd name="T10" fmla="*/ 56 w 1769"/>
                      <a:gd name="T11" fmla="*/ 29 h 791"/>
                      <a:gd name="T12" fmla="*/ 52 w 1769"/>
                      <a:gd name="T13" fmla="*/ 24 h 791"/>
                      <a:gd name="T14" fmla="*/ 46 w 1769"/>
                      <a:gd name="T15" fmla="*/ 17 h 791"/>
                      <a:gd name="T16" fmla="*/ 37 w 1769"/>
                      <a:gd name="T17" fmla="*/ 11 h 791"/>
                      <a:gd name="T18" fmla="*/ 19 w 1769"/>
                      <a:gd name="T19" fmla="*/ 6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193" name="Group 56">
                  <a:extLst>
                    <a:ext uri="{FF2B5EF4-FFF2-40B4-BE49-F238E27FC236}">
                      <a16:creationId xmlns:a16="http://schemas.microsoft.com/office/drawing/2014/main" id="{D27DEBCD-DA28-4F83-A385-E7E9D1E01C8D}"/>
                    </a:ext>
                  </a:extLst>
                </p:cNvPr>
                <p:cNvGrpSpPr>
                  <a:grpSpLocks/>
                </p:cNvGrpSpPr>
                <p:nvPr/>
              </p:nvGrpSpPr>
              <p:grpSpPr bwMode="auto">
                <a:xfrm>
                  <a:off x="3342" y="418"/>
                  <a:ext cx="737" cy="167"/>
                  <a:chOff x="505" y="1094"/>
                  <a:chExt cx="1879" cy="427"/>
                </a:xfrm>
              </p:grpSpPr>
              <p:sp>
                <p:nvSpPr>
                  <p:cNvPr id="6250" name="Freeform 57">
                    <a:extLst>
                      <a:ext uri="{FF2B5EF4-FFF2-40B4-BE49-F238E27FC236}">
                        <a16:creationId xmlns:a16="http://schemas.microsoft.com/office/drawing/2014/main" id="{702D85FE-7BE3-4EBE-83DF-89BFE486FA81}"/>
                      </a:ext>
                    </a:extLst>
                  </p:cNvPr>
                  <p:cNvSpPr>
                    <a:spLocks/>
                  </p:cNvSpPr>
                  <p:nvPr/>
                </p:nvSpPr>
                <p:spPr bwMode="hidden">
                  <a:xfrm rot="802576" flipH="1">
                    <a:off x="1151" y="1306"/>
                    <a:ext cx="1234" cy="214"/>
                  </a:xfrm>
                  <a:custGeom>
                    <a:avLst/>
                    <a:gdLst>
                      <a:gd name="T0" fmla="*/ 0 w 2736"/>
                      <a:gd name="T1" fmla="*/ 17 h 504"/>
                      <a:gd name="T2" fmla="*/ 36 w 2736"/>
                      <a:gd name="T3" fmla="*/ 6 h 504"/>
                      <a:gd name="T4" fmla="*/ 74 w 2736"/>
                      <a:gd name="T5" fmla="*/ 1 h 504"/>
                      <a:gd name="T6" fmla="*/ 113 w 2736"/>
                      <a:gd name="T7" fmla="*/ 1 h 504"/>
                      <a:gd name="T8" fmla="*/ 112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51" name="Freeform 58">
                    <a:extLst>
                      <a:ext uri="{FF2B5EF4-FFF2-40B4-BE49-F238E27FC236}">
                        <a16:creationId xmlns:a16="http://schemas.microsoft.com/office/drawing/2014/main" id="{E2A13909-A0AE-472E-BFB2-9F52AB09EB22}"/>
                      </a:ext>
                    </a:extLst>
                  </p:cNvPr>
                  <p:cNvSpPr>
                    <a:spLocks/>
                  </p:cNvSpPr>
                  <p:nvPr/>
                </p:nvSpPr>
                <p:spPr bwMode="hidden">
                  <a:xfrm rot="802576" flipH="1">
                    <a:off x="505" y="1095"/>
                    <a:ext cx="662" cy="335"/>
                  </a:xfrm>
                  <a:custGeom>
                    <a:avLst/>
                    <a:gdLst>
                      <a:gd name="T0" fmla="*/ 0 w 1769"/>
                      <a:gd name="T1" fmla="*/ 0 h 791"/>
                      <a:gd name="T2" fmla="*/ 9 w 1769"/>
                      <a:gd name="T3" fmla="*/ 2 h 791"/>
                      <a:gd name="T4" fmla="*/ 23 w 1769"/>
                      <a:gd name="T5" fmla="*/ 6 h 791"/>
                      <a:gd name="T6" fmla="*/ 32 w 1769"/>
                      <a:gd name="T7" fmla="*/ 14 h 791"/>
                      <a:gd name="T8" fmla="*/ 34 w 1769"/>
                      <a:gd name="T9" fmla="*/ 19 h 791"/>
                      <a:gd name="T10" fmla="*/ 33 w 1769"/>
                      <a:gd name="T11" fmla="*/ 25 h 791"/>
                      <a:gd name="T12" fmla="*/ 31 w 1769"/>
                      <a:gd name="T13" fmla="*/ 20 h 791"/>
                      <a:gd name="T14" fmla="*/ 27 w 1769"/>
                      <a:gd name="T15" fmla="*/ 14 h 791"/>
                      <a:gd name="T16" fmla="*/ 22 w 1769"/>
                      <a:gd name="T17" fmla="*/ 9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94" name="Group 59">
                  <a:extLst>
                    <a:ext uri="{FF2B5EF4-FFF2-40B4-BE49-F238E27FC236}">
                      <a16:creationId xmlns:a16="http://schemas.microsoft.com/office/drawing/2014/main" id="{96DDF01D-8EBD-488F-B23A-239E0DB192FC}"/>
                    </a:ext>
                  </a:extLst>
                </p:cNvPr>
                <p:cNvGrpSpPr>
                  <a:grpSpLocks/>
                </p:cNvGrpSpPr>
                <p:nvPr/>
              </p:nvGrpSpPr>
              <p:grpSpPr bwMode="auto">
                <a:xfrm>
                  <a:off x="3386" y="341"/>
                  <a:ext cx="725" cy="218"/>
                  <a:chOff x="616" y="899"/>
                  <a:chExt cx="1850" cy="554"/>
                </a:xfrm>
              </p:grpSpPr>
              <p:sp>
                <p:nvSpPr>
                  <p:cNvPr id="6248" name="Freeform 60">
                    <a:extLst>
                      <a:ext uri="{FF2B5EF4-FFF2-40B4-BE49-F238E27FC236}">
                        <a16:creationId xmlns:a16="http://schemas.microsoft.com/office/drawing/2014/main" id="{559B4DEA-D2DC-4337-8672-31E305FE81F9}"/>
                      </a:ext>
                    </a:extLst>
                  </p:cNvPr>
                  <p:cNvSpPr>
                    <a:spLocks/>
                  </p:cNvSpPr>
                  <p:nvPr/>
                </p:nvSpPr>
                <p:spPr bwMode="hidden">
                  <a:xfrm rot="1277471" flipH="1">
                    <a:off x="1231" y="1237"/>
                    <a:ext cx="1235" cy="216"/>
                  </a:xfrm>
                  <a:custGeom>
                    <a:avLst/>
                    <a:gdLst>
                      <a:gd name="T0" fmla="*/ 0 w 2736"/>
                      <a:gd name="T1" fmla="*/ 17 h 504"/>
                      <a:gd name="T2" fmla="*/ 36 w 2736"/>
                      <a:gd name="T3" fmla="*/ 6 h 504"/>
                      <a:gd name="T4" fmla="*/ 74 w 2736"/>
                      <a:gd name="T5" fmla="*/ 1 h 504"/>
                      <a:gd name="T6" fmla="*/ 113 w 2736"/>
                      <a:gd name="T7" fmla="*/ 1 h 504"/>
                      <a:gd name="T8" fmla="*/ 113 w 2736"/>
                      <a:gd name="T9" fmla="*/ 3 h 504"/>
                      <a:gd name="T10" fmla="*/ 73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49" name="Freeform 61">
                    <a:extLst>
                      <a:ext uri="{FF2B5EF4-FFF2-40B4-BE49-F238E27FC236}">
                        <a16:creationId xmlns:a16="http://schemas.microsoft.com/office/drawing/2014/main" id="{C1A5E7E9-FD80-4FCF-B7BA-DEEA9FA93DED}"/>
                      </a:ext>
                    </a:extLst>
                  </p:cNvPr>
                  <p:cNvSpPr>
                    <a:spLocks/>
                  </p:cNvSpPr>
                  <p:nvPr/>
                </p:nvSpPr>
                <p:spPr bwMode="hidden">
                  <a:xfrm rot="1277471" flipH="1">
                    <a:off x="615" y="898"/>
                    <a:ext cx="662" cy="339"/>
                  </a:xfrm>
                  <a:custGeom>
                    <a:avLst/>
                    <a:gdLst>
                      <a:gd name="T0" fmla="*/ 0 w 1769"/>
                      <a:gd name="T1" fmla="*/ 0 h 791"/>
                      <a:gd name="T2" fmla="*/ 9 w 1769"/>
                      <a:gd name="T3" fmla="*/ 2 h 791"/>
                      <a:gd name="T4" fmla="*/ 23 w 1769"/>
                      <a:gd name="T5" fmla="*/ 7 h 791"/>
                      <a:gd name="T6" fmla="*/ 32 w 1769"/>
                      <a:gd name="T7" fmla="*/ 15 h 791"/>
                      <a:gd name="T8" fmla="*/ 34 w 1769"/>
                      <a:gd name="T9" fmla="*/ 21 h 791"/>
                      <a:gd name="T10" fmla="*/ 33 w 1769"/>
                      <a:gd name="T11" fmla="*/ 27 h 791"/>
                      <a:gd name="T12" fmla="*/ 31 w 1769"/>
                      <a:gd name="T13" fmla="*/ 21 h 791"/>
                      <a:gd name="T14" fmla="*/ 27 w 1769"/>
                      <a:gd name="T15" fmla="*/ 15 h 791"/>
                      <a:gd name="T16" fmla="*/ 22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95" name="Group 62">
                  <a:extLst>
                    <a:ext uri="{FF2B5EF4-FFF2-40B4-BE49-F238E27FC236}">
                      <a16:creationId xmlns:a16="http://schemas.microsoft.com/office/drawing/2014/main" id="{369485ED-5F5D-4813-9180-0747B6E2D3DB}"/>
                    </a:ext>
                  </a:extLst>
                </p:cNvPr>
                <p:cNvGrpSpPr>
                  <a:grpSpLocks/>
                </p:cNvGrpSpPr>
                <p:nvPr/>
              </p:nvGrpSpPr>
              <p:grpSpPr bwMode="auto">
                <a:xfrm>
                  <a:off x="3472" y="231"/>
                  <a:ext cx="693" cy="291"/>
                  <a:chOff x="3472" y="231"/>
                  <a:chExt cx="693" cy="291"/>
                </a:xfrm>
              </p:grpSpPr>
              <p:sp>
                <p:nvSpPr>
                  <p:cNvPr id="6246" name="Freeform 63">
                    <a:extLst>
                      <a:ext uri="{FF2B5EF4-FFF2-40B4-BE49-F238E27FC236}">
                        <a16:creationId xmlns:a16="http://schemas.microsoft.com/office/drawing/2014/main" id="{A7DFD388-811E-4650-8A69-FA41E058E6A5}"/>
                      </a:ext>
                    </a:extLst>
                  </p:cNvPr>
                  <p:cNvSpPr>
                    <a:spLocks/>
                  </p:cNvSpPr>
                  <p:nvPr/>
                </p:nvSpPr>
                <p:spPr bwMode="hidden">
                  <a:xfrm rot="2028410" flipH="1">
                    <a:off x="3679" y="438"/>
                    <a:ext cx="484" cy="84"/>
                  </a:xfrm>
                  <a:custGeom>
                    <a:avLst/>
                    <a:gdLst>
                      <a:gd name="T0" fmla="*/ 0 w 2736"/>
                      <a:gd name="T1" fmla="*/ 0 h 504"/>
                      <a:gd name="T2" fmla="*/ 1 w 2736"/>
                      <a:gd name="T3" fmla="*/ 0 h 504"/>
                      <a:gd name="T4" fmla="*/ 2 w 2736"/>
                      <a:gd name="T5" fmla="*/ 0 h 504"/>
                      <a:gd name="T6" fmla="*/ 3 w 2736"/>
                      <a:gd name="T7" fmla="*/ 0 h 504"/>
                      <a:gd name="T8" fmla="*/ 3 w 2736"/>
                      <a:gd name="T9" fmla="*/ 0 h 504"/>
                      <a:gd name="T10" fmla="*/ 2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47" name="Freeform 64">
                    <a:extLst>
                      <a:ext uri="{FF2B5EF4-FFF2-40B4-BE49-F238E27FC236}">
                        <a16:creationId xmlns:a16="http://schemas.microsoft.com/office/drawing/2014/main" id="{58643F4F-E4EA-46EF-B270-AE29C53008D5}"/>
                      </a:ext>
                    </a:extLst>
                  </p:cNvPr>
                  <p:cNvSpPr>
                    <a:spLocks/>
                  </p:cNvSpPr>
                  <p:nvPr/>
                </p:nvSpPr>
                <p:spPr bwMode="hidden">
                  <a:xfrm rot="2028410" flipH="1">
                    <a:off x="3472" y="229"/>
                    <a:ext cx="260" cy="132"/>
                  </a:xfrm>
                  <a:custGeom>
                    <a:avLst/>
                    <a:gdLst>
                      <a:gd name="T0" fmla="*/ 0 w 1769"/>
                      <a:gd name="T1" fmla="*/ 0 h 791"/>
                      <a:gd name="T2" fmla="*/ 0 w 1769"/>
                      <a:gd name="T3" fmla="*/ 0 h 791"/>
                      <a:gd name="T4" fmla="*/ 1 w 1769"/>
                      <a:gd name="T5" fmla="*/ 0 h 791"/>
                      <a:gd name="T6" fmla="*/ 1 w 1769"/>
                      <a:gd name="T7" fmla="*/ 0 h 791"/>
                      <a:gd name="T8" fmla="*/ 1 w 1769"/>
                      <a:gd name="T9" fmla="*/ 1 h 791"/>
                      <a:gd name="T10" fmla="*/ 1 w 1769"/>
                      <a:gd name="T11" fmla="*/ 1 h 791"/>
                      <a:gd name="T12" fmla="*/ 1 w 1769"/>
                      <a:gd name="T13" fmla="*/ 1 h 791"/>
                      <a:gd name="T14" fmla="*/ 1 w 1769"/>
                      <a:gd name="T15" fmla="*/ 0 h 791"/>
                      <a:gd name="T16" fmla="*/ 1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96" name="Group 65">
                  <a:extLst>
                    <a:ext uri="{FF2B5EF4-FFF2-40B4-BE49-F238E27FC236}">
                      <a16:creationId xmlns:a16="http://schemas.microsoft.com/office/drawing/2014/main" id="{155AF93B-FF90-40A5-B38E-381354FA7B72}"/>
                    </a:ext>
                  </a:extLst>
                </p:cNvPr>
                <p:cNvGrpSpPr>
                  <a:grpSpLocks/>
                </p:cNvGrpSpPr>
                <p:nvPr/>
              </p:nvGrpSpPr>
              <p:grpSpPr bwMode="auto">
                <a:xfrm>
                  <a:off x="3554" y="118"/>
                  <a:ext cx="664" cy="349"/>
                  <a:chOff x="3554" y="118"/>
                  <a:chExt cx="664" cy="349"/>
                </a:xfrm>
              </p:grpSpPr>
              <p:sp>
                <p:nvSpPr>
                  <p:cNvPr id="6244" name="Freeform 66">
                    <a:extLst>
                      <a:ext uri="{FF2B5EF4-FFF2-40B4-BE49-F238E27FC236}">
                        <a16:creationId xmlns:a16="http://schemas.microsoft.com/office/drawing/2014/main" id="{A333B37A-19F6-4118-9723-BA62A90E823E}"/>
                      </a:ext>
                    </a:extLst>
                  </p:cNvPr>
                  <p:cNvSpPr>
                    <a:spLocks/>
                  </p:cNvSpPr>
                  <p:nvPr/>
                </p:nvSpPr>
                <p:spPr bwMode="hidden">
                  <a:xfrm rot="2664424" flipH="1">
                    <a:off x="3728" y="383"/>
                    <a:ext cx="490" cy="84"/>
                  </a:xfrm>
                  <a:custGeom>
                    <a:avLst/>
                    <a:gdLst>
                      <a:gd name="T0" fmla="*/ 0 w 2736"/>
                      <a:gd name="T1" fmla="*/ 0 h 504"/>
                      <a:gd name="T2" fmla="*/ 1 w 2736"/>
                      <a:gd name="T3" fmla="*/ 0 h 504"/>
                      <a:gd name="T4" fmla="*/ 2 w 2736"/>
                      <a:gd name="T5" fmla="*/ 0 h 504"/>
                      <a:gd name="T6" fmla="*/ 3 w 2736"/>
                      <a:gd name="T7" fmla="*/ 0 h 504"/>
                      <a:gd name="T8" fmla="*/ 3 w 2736"/>
                      <a:gd name="T9" fmla="*/ 0 h 504"/>
                      <a:gd name="T10" fmla="*/ 2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45" name="Freeform 67">
                    <a:extLst>
                      <a:ext uri="{FF2B5EF4-FFF2-40B4-BE49-F238E27FC236}">
                        <a16:creationId xmlns:a16="http://schemas.microsoft.com/office/drawing/2014/main" id="{6A0DBC9D-865A-4B6B-ADEA-58AADB961A33}"/>
                      </a:ext>
                    </a:extLst>
                  </p:cNvPr>
                  <p:cNvSpPr>
                    <a:spLocks/>
                  </p:cNvSpPr>
                  <p:nvPr/>
                </p:nvSpPr>
                <p:spPr bwMode="hidden">
                  <a:xfrm rot="2664424" flipH="1">
                    <a:off x="3554" y="118"/>
                    <a:ext cx="263" cy="132"/>
                  </a:xfrm>
                  <a:custGeom>
                    <a:avLst/>
                    <a:gdLst>
                      <a:gd name="T0" fmla="*/ 0 w 1769"/>
                      <a:gd name="T1" fmla="*/ 0 h 791"/>
                      <a:gd name="T2" fmla="*/ 0 w 1769"/>
                      <a:gd name="T3" fmla="*/ 0 h 791"/>
                      <a:gd name="T4" fmla="*/ 1 w 1769"/>
                      <a:gd name="T5" fmla="*/ 0 h 791"/>
                      <a:gd name="T6" fmla="*/ 1 w 1769"/>
                      <a:gd name="T7" fmla="*/ 0 h 791"/>
                      <a:gd name="T8" fmla="*/ 1 w 1769"/>
                      <a:gd name="T9" fmla="*/ 1 h 791"/>
                      <a:gd name="T10" fmla="*/ 1 w 1769"/>
                      <a:gd name="T11" fmla="*/ 1 h 791"/>
                      <a:gd name="T12" fmla="*/ 1 w 1769"/>
                      <a:gd name="T13" fmla="*/ 1 h 791"/>
                      <a:gd name="T14" fmla="*/ 1 w 1769"/>
                      <a:gd name="T15" fmla="*/ 0 h 791"/>
                      <a:gd name="T16" fmla="*/ 1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97" name="Group 68">
                  <a:extLst>
                    <a:ext uri="{FF2B5EF4-FFF2-40B4-BE49-F238E27FC236}">
                      <a16:creationId xmlns:a16="http://schemas.microsoft.com/office/drawing/2014/main" id="{DBBFB038-3AB3-4D8D-B179-1CF27B3A10DB}"/>
                    </a:ext>
                  </a:extLst>
                </p:cNvPr>
                <p:cNvGrpSpPr>
                  <a:grpSpLocks/>
                </p:cNvGrpSpPr>
                <p:nvPr/>
              </p:nvGrpSpPr>
              <p:grpSpPr bwMode="auto">
                <a:xfrm>
                  <a:off x="3784" y="30"/>
                  <a:ext cx="305" cy="593"/>
                  <a:chOff x="1633" y="104"/>
                  <a:chExt cx="778" cy="1512"/>
                </a:xfrm>
              </p:grpSpPr>
              <p:sp>
                <p:nvSpPr>
                  <p:cNvPr id="6242" name="Freeform 69">
                    <a:extLst>
                      <a:ext uri="{FF2B5EF4-FFF2-40B4-BE49-F238E27FC236}">
                        <a16:creationId xmlns:a16="http://schemas.microsoft.com/office/drawing/2014/main" id="{EF79BBF2-C62A-4BE1-B872-306C6B5CA0EB}"/>
                      </a:ext>
                    </a:extLst>
                  </p:cNvPr>
                  <p:cNvSpPr>
                    <a:spLocks/>
                  </p:cNvSpPr>
                  <p:nvPr/>
                </p:nvSpPr>
                <p:spPr bwMode="hidden">
                  <a:xfrm rot="3473776" flipH="1">
                    <a:off x="1742" y="947"/>
                    <a:ext cx="1101" cy="220"/>
                  </a:xfrm>
                  <a:custGeom>
                    <a:avLst/>
                    <a:gdLst>
                      <a:gd name="T0" fmla="*/ 0 w 2736"/>
                      <a:gd name="T1" fmla="*/ 18 h 504"/>
                      <a:gd name="T2" fmla="*/ 23 w 2736"/>
                      <a:gd name="T3" fmla="*/ 6 h 504"/>
                      <a:gd name="T4" fmla="*/ 47 w 2736"/>
                      <a:gd name="T5" fmla="*/ 1 h 504"/>
                      <a:gd name="T6" fmla="*/ 72 w 2736"/>
                      <a:gd name="T7" fmla="*/ 1 h 504"/>
                      <a:gd name="T8" fmla="*/ 71 w 2736"/>
                      <a:gd name="T9" fmla="*/ 4 h 504"/>
                      <a:gd name="T10" fmla="*/ 46 w 2736"/>
                      <a:gd name="T11" fmla="*/ 4 h 504"/>
                      <a:gd name="T12" fmla="*/ 17 w 2736"/>
                      <a:gd name="T13" fmla="*/ 10 h 504"/>
                      <a:gd name="T14" fmla="*/ 0 w 2736"/>
                      <a:gd name="T15" fmla="*/ 1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43" name="Freeform 70">
                    <a:extLst>
                      <a:ext uri="{FF2B5EF4-FFF2-40B4-BE49-F238E27FC236}">
                        <a16:creationId xmlns:a16="http://schemas.microsoft.com/office/drawing/2014/main" id="{D4410411-B1B4-4F34-A7F4-DA96168B9509}"/>
                      </a:ext>
                    </a:extLst>
                  </p:cNvPr>
                  <p:cNvSpPr>
                    <a:spLocks/>
                  </p:cNvSpPr>
                  <p:nvPr/>
                </p:nvSpPr>
                <p:spPr bwMode="hidden">
                  <a:xfrm rot="3473776" flipH="1">
                    <a:off x="1494" y="221"/>
                    <a:ext cx="591" cy="340"/>
                  </a:xfrm>
                  <a:custGeom>
                    <a:avLst/>
                    <a:gdLst>
                      <a:gd name="T0" fmla="*/ 0 w 1769"/>
                      <a:gd name="T1" fmla="*/ 0 h 791"/>
                      <a:gd name="T2" fmla="*/ 6 w 1769"/>
                      <a:gd name="T3" fmla="*/ 2 h 791"/>
                      <a:gd name="T4" fmla="*/ 14 w 1769"/>
                      <a:gd name="T5" fmla="*/ 7 h 791"/>
                      <a:gd name="T6" fmla="*/ 20 w 1769"/>
                      <a:gd name="T7" fmla="*/ 15 h 791"/>
                      <a:gd name="T8" fmla="*/ 22 w 1769"/>
                      <a:gd name="T9" fmla="*/ 21 h 791"/>
                      <a:gd name="T10" fmla="*/ 21 w 1769"/>
                      <a:gd name="T11" fmla="*/ 27 h 791"/>
                      <a:gd name="T12" fmla="*/ 20 w 1769"/>
                      <a:gd name="T13" fmla="*/ 21 h 791"/>
                      <a:gd name="T14" fmla="*/ 17 w 1769"/>
                      <a:gd name="T15" fmla="*/ 15 h 791"/>
                      <a:gd name="T16" fmla="*/ 14 w 1769"/>
                      <a:gd name="T17" fmla="*/ 10 h 791"/>
                      <a:gd name="T18" fmla="*/ 7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98" name="Group 71">
                  <a:extLst>
                    <a:ext uri="{FF2B5EF4-FFF2-40B4-BE49-F238E27FC236}">
                      <a16:creationId xmlns:a16="http://schemas.microsoft.com/office/drawing/2014/main" id="{FB4A2A45-E491-4D65-8DD5-548E3735AFB7}"/>
                    </a:ext>
                  </a:extLst>
                </p:cNvPr>
                <p:cNvGrpSpPr>
                  <a:grpSpLocks/>
                </p:cNvGrpSpPr>
                <p:nvPr/>
              </p:nvGrpSpPr>
              <p:grpSpPr bwMode="auto">
                <a:xfrm>
                  <a:off x="3903" y="0"/>
                  <a:ext cx="248" cy="601"/>
                  <a:chOff x="1935" y="28"/>
                  <a:chExt cx="634" cy="1534"/>
                </a:xfrm>
              </p:grpSpPr>
              <p:sp>
                <p:nvSpPr>
                  <p:cNvPr id="6240" name="Freeform 72">
                    <a:extLst>
                      <a:ext uri="{FF2B5EF4-FFF2-40B4-BE49-F238E27FC236}">
                        <a16:creationId xmlns:a16="http://schemas.microsoft.com/office/drawing/2014/main" id="{ACEE3812-CE83-4244-8E4E-7B25422225E4}"/>
                      </a:ext>
                    </a:extLst>
                  </p:cNvPr>
                  <p:cNvSpPr>
                    <a:spLocks/>
                  </p:cNvSpPr>
                  <p:nvPr/>
                </p:nvSpPr>
                <p:spPr bwMode="hidden">
                  <a:xfrm rot="4126480" flipH="1">
                    <a:off x="1926" y="915"/>
                    <a:ext cx="1059" cy="214"/>
                  </a:xfrm>
                  <a:custGeom>
                    <a:avLst/>
                    <a:gdLst>
                      <a:gd name="T0" fmla="*/ 0 w 2736"/>
                      <a:gd name="T1" fmla="*/ 17 h 504"/>
                      <a:gd name="T2" fmla="*/ 19 w 2736"/>
                      <a:gd name="T3" fmla="*/ 6 h 504"/>
                      <a:gd name="T4" fmla="*/ 40 w 2736"/>
                      <a:gd name="T5" fmla="*/ 1 h 504"/>
                      <a:gd name="T6" fmla="*/ 62 w 2736"/>
                      <a:gd name="T7" fmla="*/ 1 h 504"/>
                      <a:gd name="T8" fmla="*/ 61 w 2736"/>
                      <a:gd name="T9" fmla="*/ 3 h 504"/>
                      <a:gd name="T10" fmla="*/ 39 w 2736"/>
                      <a:gd name="T11" fmla="*/ 3 h 504"/>
                      <a:gd name="T12" fmla="*/ 15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41" name="Freeform 73">
                    <a:extLst>
                      <a:ext uri="{FF2B5EF4-FFF2-40B4-BE49-F238E27FC236}">
                        <a16:creationId xmlns:a16="http://schemas.microsoft.com/office/drawing/2014/main" id="{D1484F56-4A4E-4D84-A44C-4EBBD50117BE}"/>
                      </a:ext>
                    </a:extLst>
                  </p:cNvPr>
                  <p:cNvSpPr>
                    <a:spLocks/>
                  </p:cNvSpPr>
                  <p:nvPr/>
                </p:nvSpPr>
                <p:spPr bwMode="hidden">
                  <a:xfrm rot="4126480" flipH="1">
                    <a:off x="1820" y="144"/>
                    <a:ext cx="570" cy="338"/>
                  </a:xfrm>
                  <a:custGeom>
                    <a:avLst/>
                    <a:gdLst>
                      <a:gd name="T0" fmla="*/ 0 w 1769"/>
                      <a:gd name="T1" fmla="*/ 0 h 791"/>
                      <a:gd name="T2" fmla="*/ 5 w 1769"/>
                      <a:gd name="T3" fmla="*/ 2 h 791"/>
                      <a:gd name="T4" fmla="*/ 13 w 1769"/>
                      <a:gd name="T5" fmla="*/ 6 h 791"/>
                      <a:gd name="T6" fmla="*/ 17 w 1769"/>
                      <a:gd name="T7" fmla="*/ 15 h 791"/>
                      <a:gd name="T8" fmla="*/ 19 w 1769"/>
                      <a:gd name="T9" fmla="*/ 20 h 791"/>
                      <a:gd name="T10" fmla="*/ 18 w 1769"/>
                      <a:gd name="T11" fmla="*/ 26 h 791"/>
                      <a:gd name="T12" fmla="*/ 17 w 1769"/>
                      <a:gd name="T13" fmla="*/ 21 h 791"/>
                      <a:gd name="T14" fmla="*/ 15 w 1769"/>
                      <a:gd name="T15" fmla="*/ 15 h 791"/>
                      <a:gd name="T16" fmla="*/ 12 w 1769"/>
                      <a:gd name="T17" fmla="*/ 10 h 791"/>
                      <a:gd name="T18" fmla="*/ 6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199" name="Group 74">
                  <a:extLst>
                    <a:ext uri="{FF2B5EF4-FFF2-40B4-BE49-F238E27FC236}">
                      <a16:creationId xmlns:a16="http://schemas.microsoft.com/office/drawing/2014/main" id="{3D66A3EB-59BB-4A0E-8A4D-C81DB9147857}"/>
                    </a:ext>
                  </a:extLst>
                </p:cNvPr>
                <p:cNvGrpSpPr>
                  <a:grpSpLocks/>
                </p:cNvGrpSpPr>
                <p:nvPr/>
              </p:nvGrpSpPr>
              <p:grpSpPr bwMode="auto">
                <a:xfrm>
                  <a:off x="4251" y="252"/>
                  <a:ext cx="723" cy="222"/>
                  <a:chOff x="2822" y="672"/>
                  <a:chExt cx="1845" cy="566"/>
                </a:xfrm>
              </p:grpSpPr>
              <p:sp>
                <p:nvSpPr>
                  <p:cNvPr id="6238" name="Freeform 75">
                    <a:extLst>
                      <a:ext uri="{FF2B5EF4-FFF2-40B4-BE49-F238E27FC236}">
                        <a16:creationId xmlns:a16="http://schemas.microsoft.com/office/drawing/2014/main" id="{3F0AB796-EA4A-44DC-904D-942CDA4E98E9}"/>
                      </a:ext>
                    </a:extLst>
                  </p:cNvPr>
                  <p:cNvSpPr>
                    <a:spLocks/>
                  </p:cNvSpPr>
                  <p:nvPr/>
                </p:nvSpPr>
                <p:spPr bwMode="hidden">
                  <a:xfrm rot="-1325434">
                    <a:off x="2817" y="1022"/>
                    <a:ext cx="1232" cy="216"/>
                  </a:xfrm>
                  <a:custGeom>
                    <a:avLst/>
                    <a:gdLst>
                      <a:gd name="T0" fmla="*/ 0 w 2736"/>
                      <a:gd name="T1" fmla="*/ 17 h 504"/>
                      <a:gd name="T2" fmla="*/ 36 w 2736"/>
                      <a:gd name="T3" fmla="*/ 6 h 504"/>
                      <a:gd name="T4" fmla="*/ 73 w 2736"/>
                      <a:gd name="T5" fmla="*/ 1 h 504"/>
                      <a:gd name="T6" fmla="*/ 113 w 2736"/>
                      <a:gd name="T7" fmla="*/ 1 h 504"/>
                      <a:gd name="T8" fmla="*/ 112 w 2736"/>
                      <a:gd name="T9" fmla="*/ 3 h 504"/>
                      <a:gd name="T10" fmla="*/ 72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39" name="Freeform 76">
                    <a:extLst>
                      <a:ext uri="{FF2B5EF4-FFF2-40B4-BE49-F238E27FC236}">
                        <a16:creationId xmlns:a16="http://schemas.microsoft.com/office/drawing/2014/main" id="{67C1162A-3CF9-42BC-8B49-0888D4745CE3}"/>
                      </a:ext>
                    </a:extLst>
                  </p:cNvPr>
                  <p:cNvSpPr>
                    <a:spLocks/>
                  </p:cNvSpPr>
                  <p:nvPr/>
                </p:nvSpPr>
                <p:spPr bwMode="hidden">
                  <a:xfrm rot="-1325434">
                    <a:off x="4003" y="673"/>
                    <a:ext cx="659" cy="337"/>
                  </a:xfrm>
                  <a:custGeom>
                    <a:avLst/>
                    <a:gdLst>
                      <a:gd name="T0" fmla="*/ 0 w 1769"/>
                      <a:gd name="T1" fmla="*/ 0 h 791"/>
                      <a:gd name="T2" fmla="*/ 9 w 1769"/>
                      <a:gd name="T3" fmla="*/ 2 h 791"/>
                      <a:gd name="T4" fmla="*/ 22 w 1769"/>
                      <a:gd name="T5" fmla="*/ 6 h 791"/>
                      <a:gd name="T6" fmla="*/ 31 w 1769"/>
                      <a:gd name="T7" fmla="*/ 14 h 791"/>
                      <a:gd name="T8" fmla="*/ 34 w 1769"/>
                      <a:gd name="T9" fmla="*/ 20 h 791"/>
                      <a:gd name="T10" fmla="*/ 32 w 1769"/>
                      <a:gd name="T11" fmla="*/ 26 h 791"/>
                      <a:gd name="T12" fmla="*/ 31 w 1769"/>
                      <a:gd name="T13" fmla="*/ 21 h 791"/>
                      <a:gd name="T14" fmla="*/ 27 w 1769"/>
                      <a:gd name="T15" fmla="*/ 15 h 791"/>
                      <a:gd name="T16" fmla="*/ 21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200" name="Group 77">
                  <a:extLst>
                    <a:ext uri="{FF2B5EF4-FFF2-40B4-BE49-F238E27FC236}">
                      <a16:creationId xmlns:a16="http://schemas.microsoft.com/office/drawing/2014/main" id="{C8900E6C-D16E-4119-8CEE-526A913A1EE3}"/>
                    </a:ext>
                  </a:extLst>
                </p:cNvPr>
                <p:cNvGrpSpPr>
                  <a:grpSpLocks/>
                </p:cNvGrpSpPr>
                <p:nvPr/>
              </p:nvGrpSpPr>
              <p:grpSpPr bwMode="auto">
                <a:xfrm>
                  <a:off x="4196" y="163"/>
                  <a:ext cx="699" cy="282"/>
                  <a:chOff x="2683" y="445"/>
                  <a:chExt cx="1781" cy="717"/>
                </a:xfrm>
              </p:grpSpPr>
              <p:sp>
                <p:nvSpPr>
                  <p:cNvPr id="6236" name="Freeform 78">
                    <a:extLst>
                      <a:ext uri="{FF2B5EF4-FFF2-40B4-BE49-F238E27FC236}">
                        <a16:creationId xmlns:a16="http://schemas.microsoft.com/office/drawing/2014/main" id="{690A3E36-ECCE-4045-A841-C777FA765398}"/>
                      </a:ext>
                    </a:extLst>
                  </p:cNvPr>
                  <p:cNvSpPr>
                    <a:spLocks/>
                  </p:cNvSpPr>
                  <p:nvPr/>
                </p:nvSpPr>
                <p:spPr bwMode="hidden">
                  <a:xfrm rot="-1921064">
                    <a:off x="2682" y="946"/>
                    <a:ext cx="1230" cy="216"/>
                  </a:xfrm>
                  <a:custGeom>
                    <a:avLst/>
                    <a:gdLst>
                      <a:gd name="T0" fmla="*/ 0 w 2736"/>
                      <a:gd name="T1" fmla="*/ 17 h 504"/>
                      <a:gd name="T2" fmla="*/ 35 w 2736"/>
                      <a:gd name="T3" fmla="*/ 6 h 504"/>
                      <a:gd name="T4" fmla="*/ 72 w 2736"/>
                      <a:gd name="T5" fmla="*/ 1 h 504"/>
                      <a:gd name="T6" fmla="*/ 112 w 2736"/>
                      <a:gd name="T7" fmla="*/ 1 h 504"/>
                      <a:gd name="T8" fmla="*/ 111 w 2736"/>
                      <a:gd name="T9" fmla="*/ 3 h 504"/>
                      <a:gd name="T10" fmla="*/ 72 w 2736"/>
                      <a:gd name="T11" fmla="*/ 3 h 504"/>
                      <a:gd name="T12" fmla="*/ 27 w 2736"/>
                      <a:gd name="T13" fmla="*/ 10 h 504"/>
                      <a:gd name="T14" fmla="*/ 0 w 2736"/>
                      <a:gd name="T15" fmla="*/ 1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37" name="Freeform 79">
                    <a:extLst>
                      <a:ext uri="{FF2B5EF4-FFF2-40B4-BE49-F238E27FC236}">
                        <a16:creationId xmlns:a16="http://schemas.microsoft.com/office/drawing/2014/main" id="{2FD8B90B-EE4E-47BA-8E9D-4A45C6543630}"/>
                      </a:ext>
                    </a:extLst>
                  </p:cNvPr>
                  <p:cNvSpPr>
                    <a:spLocks/>
                  </p:cNvSpPr>
                  <p:nvPr/>
                </p:nvSpPr>
                <p:spPr bwMode="hidden">
                  <a:xfrm rot="-1921064">
                    <a:off x="3801" y="444"/>
                    <a:ext cx="658" cy="339"/>
                  </a:xfrm>
                  <a:custGeom>
                    <a:avLst/>
                    <a:gdLst>
                      <a:gd name="T0" fmla="*/ 0 w 1769"/>
                      <a:gd name="T1" fmla="*/ 0 h 791"/>
                      <a:gd name="T2" fmla="*/ 9 w 1769"/>
                      <a:gd name="T3" fmla="*/ 2 h 791"/>
                      <a:gd name="T4" fmla="*/ 22 w 1769"/>
                      <a:gd name="T5" fmla="*/ 7 h 791"/>
                      <a:gd name="T6" fmla="*/ 31 w 1769"/>
                      <a:gd name="T7" fmla="*/ 15 h 791"/>
                      <a:gd name="T8" fmla="*/ 33 w 1769"/>
                      <a:gd name="T9" fmla="*/ 21 h 791"/>
                      <a:gd name="T10" fmla="*/ 32 w 1769"/>
                      <a:gd name="T11" fmla="*/ 27 h 791"/>
                      <a:gd name="T12" fmla="*/ 31 w 1769"/>
                      <a:gd name="T13" fmla="*/ 21 h 791"/>
                      <a:gd name="T14" fmla="*/ 26 w 1769"/>
                      <a:gd name="T15" fmla="*/ 15 h 791"/>
                      <a:gd name="T16" fmla="*/ 21 w 1769"/>
                      <a:gd name="T17" fmla="*/ 10 h 791"/>
                      <a:gd name="T18" fmla="*/ 11 w 1769"/>
                      <a:gd name="T19" fmla="*/ 5 h 791"/>
                      <a:gd name="T20" fmla="*/ 0 w 1769"/>
                      <a:gd name="T21" fmla="*/ 3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6201" name="Freeform 80">
                  <a:extLst>
                    <a:ext uri="{FF2B5EF4-FFF2-40B4-BE49-F238E27FC236}">
                      <a16:creationId xmlns:a16="http://schemas.microsoft.com/office/drawing/2014/main" id="{7B04E924-4FF8-430C-BFB9-8E2094B4DB3C}"/>
                    </a:ext>
                  </a:extLst>
                </p:cNvPr>
                <p:cNvSpPr>
                  <a:spLocks/>
                </p:cNvSpPr>
                <p:nvPr/>
              </p:nvSpPr>
              <p:spPr bwMode="hidden">
                <a:xfrm rot="4578755" flipH="1">
                  <a:off x="3957" y="362"/>
                  <a:ext cx="403" cy="57"/>
                </a:xfrm>
                <a:custGeom>
                  <a:avLst/>
                  <a:gdLst>
                    <a:gd name="T0" fmla="*/ 0 w 2736"/>
                    <a:gd name="T1" fmla="*/ 0 h 504"/>
                    <a:gd name="T2" fmla="*/ 0 w 2736"/>
                    <a:gd name="T3" fmla="*/ 0 h 504"/>
                    <a:gd name="T4" fmla="*/ 1 w 2736"/>
                    <a:gd name="T5" fmla="*/ 0 h 504"/>
                    <a:gd name="T6" fmla="*/ 1 w 2736"/>
                    <a:gd name="T7" fmla="*/ 0 h 504"/>
                    <a:gd name="T8" fmla="*/ 1 w 2736"/>
                    <a:gd name="T9" fmla="*/ 0 h 504"/>
                    <a:gd name="T10" fmla="*/ 1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02" name="Freeform 81">
                  <a:extLst>
                    <a:ext uri="{FF2B5EF4-FFF2-40B4-BE49-F238E27FC236}">
                      <a16:creationId xmlns:a16="http://schemas.microsoft.com/office/drawing/2014/main" id="{4E9D3D70-E342-4226-948D-EACDE2A33FBD}"/>
                    </a:ext>
                  </a:extLst>
                </p:cNvPr>
                <p:cNvSpPr>
                  <a:spLocks/>
                </p:cNvSpPr>
                <p:nvPr/>
              </p:nvSpPr>
              <p:spPr bwMode="hidden">
                <a:xfrm rot="4578755" flipH="1">
                  <a:off x="3970" y="71"/>
                  <a:ext cx="216" cy="91"/>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6203" name="Group 82">
                  <a:extLst>
                    <a:ext uri="{FF2B5EF4-FFF2-40B4-BE49-F238E27FC236}">
                      <a16:creationId xmlns:a16="http://schemas.microsoft.com/office/drawing/2014/main" id="{36A83FC5-23D4-470A-AB14-4B4789B42AA4}"/>
                    </a:ext>
                  </a:extLst>
                </p:cNvPr>
                <p:cNvGrpSpPr>
                  <a:grpSpLocks/>
                </p:cNvGrpSpPr>
                <p:nvPr/>
              </p:nvGrpSpPr>
              <p:grpSpPr bwMode="auto">
                <a:xfrm>
                  <a:off x="4242" y="5"/>
                  <a:ext cx="251" cy="596"/>
                  <a:chOff x="2800" y="41"/>
                  <a:chExt cx="640" cy="1520"/>
                </a:xfrm>
              </p:grpSpPr>
              <p:sp>
                <p:nvSpPr>
                  <p:cNvPr id="6234" name="Freeform 83">
                    <a:extLst>
                      <a:ext uri="{FF2B5EF4-FFF2-40B4-BE49-F238E27FC236}">
                        <a16:creationId xmlns:a16="http://schemas.microsoft.com/office/drawing/2014/main" id="{2977EF89-93B0-4EBA-8BB4-51292A2CD6FC}"/>
                      </a:ext>
                    </a:extLst>
                  </p:cNvPr>
                  <p:cNvSpPr>
                    <a:spLocks/>
                  </p:cNvSpPr>
                  <p:nvPr/>
                </p:nvSpPr>
                <p:spPr bwMode="hidden">
                  <a:xfrm rot="-3857755">
                    <a:off x="2356" y="927"/>
                    <a:ext cx="1061" cy="186"/>
                  </a:xfrm>
                  <a:custGeom>
                    <a:avLst/>
                    <a:gdLst>
                      <a:gd name="T0" fmla="*/ 0 w 2736"/>
                      <a:gd name="T1" fmla="*/ 9 h 504"/>
                      <a:gd name="T2" fmla="*/ 19 w 2736"/>
                      <a:gd name="T3" fmla="*/ 3 h 504"/>
                      <a:gd name="T4" fmla="*/ 40 w 2736"/>
                      <a:gd name="T5" fmla="*/ 0 h 504"/>
                      <a:gd name="T6" fmla="*/ 62 w 2736"/>
                      <a:gd name="T7" fmla="*/ 0 h 504"/>
                      <a:gd name="T8" fmla="*/ 62 w 2736"/>
                      <a:gd name="T9" fmla="*/ 2 h 504"/>
                      <a:gd name="T10" fmla="*/ 40 w 2736"/>
                      <a:gd name="T11" fmla="*/ 2 h 504"/>
                      <a:gd name="T12" fmla="*/ 15 w 2736"/>
                      <a:gd name="T13" fmla="*/ 6 h 504"/>
                      <a:gd name="T14" fmla="*/ 0 w 2736"/>
                      <a:gd name="T15" fmla="*/ 9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35" name="Freeform 84">
                    <a:extLst>
                      <a:ext uri="{FF2B5EF4-FFF2-40B4-BE49-F238E27FC236}">
                        <a16:creationId xmlns:a16="http://schemas.microsoft.com/office/drawing/2014/main" id="{AD24C41E-8C50-431A-9C66-9E20DBA7D9DB}"/>
                      </a:ext>
                    </a:extLst>
                  </p:cNvPr>
                  <p:cNvSpPr>
                    <a:spLocks/>
                  </p:cNvSpPr>
                  <p:nvPr/>
                </p:nvSpPr>
                <p:spPr bwMode="hidden">
                  <a:xfrm rot="-3857755">
                    <a:off x="3005" y="172"/>
                    <a:ext cx="569" cy="288"/>
                  </a:xfrm>
                  <a:custGeom>
                    <a:avLst/>
                    <a:gdLst>
                      <a:gd name="T0" fmla="*/ 0 w 1769"/>
                      <a:gd name="T1" fmla="*/ 0 h 791"/>
                      <a:gd name="T2" fmla="*/ 5 w 1769"/>
                      <a:gd name="T3" fmla="*/ 1 h 791"/>
                      <a:gd name="T4" fmla="*/ 13 w 1769"/>
                      <a:gd name="T5" fmla="*/ 4 h 791"/>
                      <a:gd name="T6" fmla="*/ 17 w 1769"/>
                      <a:gd name="T7" fmla="*/ 8 h 791"/>
                      <a:gd name="T8" fmla="*/ 19 w 1769"/>
                      <a:gd name="T9" fmla="*/ 11 h 791"/>
                      <a:gd name="T10" fmla="*/ 18 w 1769"/>
                      <a:gd name="T11" fmla="*/ 14 h 791"/>
                      <a:gd name="T12" fmla="*/ 17 w 1769"/>
                      <a:gd name="T13" fmla="*/ 11 h 791"/>
                      <a:gd name="T14" fmla="*/ 15 w 1769"/>
                      <a:gd name="T15" fmla="*/ 8 h 791"/>
                      <a:gd name="T16" fmla="*/ 12 w 1769"/>
                      <a:gd name="T17" fmla="*/ 5 h 791"/>
                      <a:gd name="T18" fmla="*/ 6 w 1769"/>
                      <a:gd name="T19" fmla="*/ 3 h 791"/>
                      <a:gd name="T20" fmla="*/ 0 w 1769"/>
                      <a:gd name="T21" fmla="*/ 1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204" name="Group 85">
                  <a:extLst>
                    <a:ext uri="{FF2B5EF4-FFF2-40B4-BE49-F238E27FC236}">
                      <a16:creationId xmlns:a16="http://schemas.microsoft.com/office/drawing/2014/main" id="{4FABEBEE-65F6-4F51-9BA7-08F9CA88C4F9}"/>
                    </a:ext>
                  </a:extLst>
                </p:cNvPr>
                <p:cNvGrpSpPr>
                  <a:grpSpLocks/>
                </p:cNvGrpSpPr>
                <p:nvPr/>
              </p:nvGrpSpPr>
              <p:grpSpPr bwMode="auto">
                <a:xfrm>
                  <a:off x="4295" y="53"/>
                  <a:ext cx="398" cy="574"/>
                  <a:chOff x="2934" y="163"/>
                  <a:chExt cx="1017" cy="1464"/>
                </a:xfrm>
              </p:grpSpPr>
              <p:sp>
                <p:nvSpPr>
                  <p:cNvPr id="6232" name="Freeform 86">
                    <a:extLst>
                      <a:ext uri="{FF2B5EF4-FFF2-40B4-BE49-F238E27FC236}">
                        <a16:creationId xmlns:a16="http://schemas.microsoft.com/office/drawing/2014/main" id="{CAEAE904-D22E-46BC-A073-28D4119988C6}"/>
                      </a:ext>
                    </a:extLst>
                  </p:cNvPr>
                  <p:cNvSpPr>
                    <a:spLocks/>
                  </p:cNvSpPr>
                  <p:nvPr/>
                </p:nvSpPr>
                <p:spPr bwMode="hidden">
                  <a:xfrm rot="-2777260">
                    <a:off x="2493" y="915"/>
                    <a:ext cx="1154" cy="270"/>
                  </a:xfrm>
                  <a:custGeom>
                    <a:avLst/>
                    <a:gdLst>
                      <a:gd name="T0" fmla="*/ 0 w 2736"/>
                      <a:gd name="T1" fmla="*/ 42 h 504"/>
                      <a:gd name="T2" fmla="*/ 27 w 2736"/>
                      <a:gd name="T3" fmla="*/ 14 h 504"/>
                      <a:gd name="T4" fmla="*/ 56 w 2736"/>
                      <a:gd name="T5" fmla="*/ 2 h 504"/>
                      <a:gd name="T6" fmla="*/ 86 w 2736"/>
                      <a:gd name="T7" fmla="*/ 2 h 504"/>
                      <a:gd name="T8" fmla="*/ 86 w 2736"/>
                      <a:gd name="T9" fmla="*/ 9 h 504"/>
                      <a:gd name="T10" fmla="*/ 56 w 2736"/>
                      <a:gd name="T11" fmla="*/ 9 h 504"/>
                      <a:gd name="T12" fmla="*/ 21 w 2736"/>
                      <a:gd name="T13" fmla="*/ 24 h 504"/>
                      <a:gd name="T14" fmla="*/ 0 w 2736"/>
                      <a:gd name="T15" fmla="*/ 42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33" name="Freeform 87">
                    <a:extLst>
                      <a:ext uri="{FF2B5EF4-FFF2-40B4-BE49-F238E27FC236}">
                        <a16:creationId xmlns:a16="http://schemas.microsoft.com/office/drawing/2014/main" id="{43092555-0CC8-493C-930F-C6147CDA3C85}"/>
                      </a:ext>
                    </a:extLst>
                  </p:cNvPr>
                  <p:cNvSpPr>
                    <a:spLocks/>
                  </p:cNvSpPr>
                  <p:nvPr/>
                </p:nvSpPr>
                <p:spPr bwMode="hidden">
                  <a:xfrm rot="-2777260">
                    <a:off x="3425" y="256"/>
                    <a:ext cx="619" cy="422"/>
                  </a:xfrm>
                  <a:custGeom>
                    <a:avLst/>
                    <a:gdLst>
                      <a:gd name="T0" fmla="*/ 0 w 1769"/>
                      <a:gd name="T1" fmla="*/ 1 h 791"/>
                      <a:gd name="T2" fmla="*/ 7 w 1769"/>
                      <a:gd name="T3" fmla="*/ 5 h 791"/>
                      <a:gd name="T4" fmla="*/ 17 w 1769"/>
                      <a:gd name="T5" fmla="*/ 16 h 791"/>
                      <a:gd name="T6" fmla="*/ 24 w 1769"/>
                      <a:gd name="T7" fmla="*/ 35 h 791"/>
                      <a:gd name="T8" fmla="*/ 26 w 1769"/>
                      <a:gd name="T9" fmla="*/ 49 h 791"/>
                      <a:gd name="T10" fmla="*/ 25 w 1769"/>
                      <a:gd name="T11" fmla="*/ 64 h 791"/>
                      <a:gd name="T12" fmla="*/ 24 w 1769"/>
                      <a:gd name="T13" fmla="*/ 51 h 791"/>
                      <a:gd name="T14" fmla="*/ 21 w 1769"/>
                      <a:gd name="T15" fmla="*/ 37 h 791"/>
                      <a:gd name="T16" fmla="*/ 17 w 1769"/>
                      <a:gd name="T17" fmla="*/ 24 h 791"/>
                      <a:gd name="T18" fmla="*/ 9 w 1769"/>
                      <a:gd name="T19" fmla="*/ 12 h 791"/>
                      <a:gd name="T20" fmla="*/ 0 w 1769"/>
                      <a:gd name="T21" fmla="*/ 6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205" name="Group 88">
                  <a:extLst>
                    <a:ext uri="{FF2B5EF4-FFF2-40B4-BE49-F238E27FC236}">
                      <a16:creationId xmlns:a16="http://schemas.microsoft.com/office/drawing/2014/main" id="{7B1F41C8-6718-41E2-93DC-760E2F3DFF6C}"/>
                    </a:ext>
                  </a:extLst>
                </p:cNvPr>
                <p:cNvGrpSpPr>
                  <a:grpSpLocks/>
                </p:cNvGrpSpPr>
                <p:nvPr/>
              </p:nvGrpSpPr>
              <p:grpSpPr bwMode="auto">
                <a:xfrm>
                  <a:off x="4215" y="2"/>
                  <a:ext cx="95" cy="567"/>
                  <a:chOff x="2730" y="32"/>
                  <a:chExt cx="243" cy="1448"/>
                </a:xfrm>
              </p:grpSpPr>
              <p:sp>
                <p:nvSpPr>
                  <p:cNvPr id="6230" name="Freeform 89">
                    <a:extLst>
                      <a:ext uri="{FF2B5EF4-FFF2-40B4-BE49-F238E27FC236}">
                        <a16:creationId xmlns:a16="http://schemas.microsoft.com/office/drawing/2014/main" id="{87FBAD9D-061F-4ADF-9D98-6950431DB197}"/>
                      </a:ext>
                    </a:extLst>
                  </p:cNvPr>
                  <p:cNvSpPr>
                    <a:spLocks/>
                  </p:cNvSpPr>
                  <p:nvPr/>
                </p:nvSpPr>
                <p:spPr bwMode="hidden">
                  <a:xfrm rot="-4903748">
                    <a:off x="2291" y="953"/>
                    <a:ext cx="954" cy="87"/>
                  </a:xfrm>
                  <a:custGeom>
                    <a:avLst/>
                    <a:gdLst>
                      <a:gd name="T0" fmla="*/ 0 w 2736"/>
                      <a:gd name="T1" fmla="*/ 1 h 504"/>
                      <a:gd name="T2" fmla="*/ 13 w 2736"/>
                      <a:gd name="T3" fmla="*/ 0 h 504"/>
                      <a:gd name="T4" fmla="*/ 26 w 2736"/>
                      <a:gd name="T5" fmla="*/ 0 h 504"/>
                      <a:gd name="T6" fmla="*/ 40 w 2736"/>
                      <a:gd name="T7" fmla="*/ 0 h 504"/>
                      <a:gd name="T8" fmla="*/ 40 w 2736"/>
                      <a:gd name="T9" fmla="*/ 0 h 504"/>
                      <a:gd name="T10" fmla="*/ 26 w 2736"/>
                      <a:gd name="T11" fmla="*/ 0 h 504"/>
                      <a:gd name="T12" fmla="*/ 10 w 2736"/>
                      <a:gd name="T13" fmla="*/ 0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31" name="Freeform 90">
                    <a:extLst>
                      <a:ext uri="{FF2B5EF4-FFF2-40B4-BE49-F238E27FC236}">
                        <a16:creationId xmlns:a16="http://schemas.microsoft.com/office/drawing/2014/main" id="{0A2600F5-20EF-41FF-83D2-DE88F35B033C}"/>
                      </a:ext>
                    </a:extLst>
                  </p:cNvPr>
                  <p:cNvSpPr>
                    <a:spLocks/>
                  </p:cNvSpPr>
                  <p:nvPr/>
                </p:nvSpPr>
                <p:spPr bwMode="hidden">
                  <a:xfrm rot="-4903748">
                    <a:off x="2639" y="214"/>
                    <a:ext cx="511" cy="130"/>
                  </a:xfrm>
                  <a:custGeom>
                    <a:avLst/>
                    <a:gdLst>
                      <a:gd name="T0" fmla="*/ 0 w 1769"/>
                      <a:gd name="T1" fmla="*/ 0 h 791"/>
                      <a:gd name="T2" fmla="*/ 3 w 1769"/>
                      <a:gd name="T3" fmla="*/ 0 h 791"/>
                      <a:gd name="T4" fmla="*/ 8 w 1769"/>
                      <a:gd name="T5" fmla="*/ 0 h 791"/>
                      <a:gd name="T6" fmla="*/ 11 w 1769"/>
                      <a:gd name="T7" fmla="*/ 0 h 791"/>
                      <a:gd name="T8" fmla="*/ 12 w 1769"/>
                      <a:gd name="T9" fmla="*/ 0 h 791"/>
                      <a:gd name="T10" fmla="*/ 12 w 1769"/>
                      <a:gd name="T11" fmla="*/ 0 h 791"/>
                      <a:gd name="T12" fmla="*/ 11 w 1769"/>
                      <a:gd name="T13" fmla="*/ 0 h 791"/>
                      <a:gd name="T14" fmla="*/ 10 w 1769"/>
                      <a:gd name="T15" fmla="*/ 0 h 791"/>
                      <a:gd name="T16" fmla="*/ 8 w 1769"/>
                      <a:gd name="T17" fmla="*/ 0 h 791"/>
                      <a:gd name="T18" fmla="*/ 4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206" name="Group 91">
                  <a:extLst>
                    <a:ext uri="{FF2B5EF4-FFF2-40B4-BE49-F238E27FC236}">
                      <a16:creationId xmlns:a16="http://schemas.microsoft.com/office/drawing/2014/main" id="{CE7608E5-23F0-4616-B27C-573541580AE8}"/>
                    </a:ext>
                  </a:extLst>
                </p:cNvPr>
                <p:cNvGrpSpPr>
                  <a:grpSpLocks/>
                </p:cNvGrpSpPr>
                <p:nvPr/>
              </p:nvGrpSpPr>
              <p:grpSpPr bwMode="auto">
                <a:xfrm>
                  <a:off x="3514" y="683"/>
                  <a:ext cx="425" cy="960"/>
                  <a:chOff x="943" y="1769"/>
                  <a:chExt cx="1085" cy="2450"/>
                </a:xfrm>
              </p:grpSpPr>
              <p:sp>
                <p:nvSpPr>
                  <p:cNvPr id="6228" name="Freeform 92">
                    <a:extLst>
                      <a:ext uri="{FF2B5EF4-FFF2-40B4-BE49-F238E27FC236}">
                        <a16:creationId xmlns:a16="http://schemas.microsoft.com/office/drawing/2014/main" id="{BEFB53FC-C73D-4CE8-A203-8B207239F094}"/>
                      </a:ext>
                    </a:extLst>
                  </p:cNvPr>
                  <p:cNvSpPr>
                    <a:spLocks/>
                  </p:cNvSpPr>
                  <p:nvPr/>
                </p:nvSpPr>
                <p:spPr bwMode="hidden">
                  <a:xfrm rot="18335692" flipH="1">
                    <a:off x="1001" y="2466"/>
                    <a:ext cx="1721" cy="313"/>
                  </a:xfrm>
                  <a:custGeom>
                    <a:avLst/>
                    <a:gdLst>
                      <a:gd name="T0" fmla="*/ 0 w 2736"/>
                      <a:gd name="T1" fmla="*/ 75 h 504"/>
                      <a:gd name="T2" fmla="*/ 135 w 2736"/>
                      <a:gd name="T3" fmla="*/ 25 h 504"/>
                      <a:gd name="T4" fmla="*/ 278 w 2736"/>
                      <a:gd name="T5" fmla="*/ 4 h 504"/>
                      <a:gd name="T6" fmla="*/ 428 w 2736"/>
                      <a:gd name="T7" fmla="*/ 4 h 504"/>
                      <a:gd name="T8" fmla="*/ 426 w 2736"/>
                      <a:gd name="T9" fmla="*/ 16 h 504"/>
                      <a:gd name="T10" fmla="*/ 276 w 2736"/>
                      <a:gd name="T11" fmla="*/ 16 h 504"/>
                      <a:gd name="T12" fmla="*/ 103 w 2736"/>
                      <a:gd name="T13" fmla="*/ 43 h 504"/>
                      <a:gd name="T14" fmla="*/ 0 w 2736"/>
                      <a:gd name="T15" fmla="*/ 7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29" name="Freeform 93">
                    <a:extLst>
                      <a:ext uri="{FF2B5EF4-FFF2-40B4-BE49-F238E27FC236}">
                        <a16:creationId xmlns:a16="http://schemas.microsoft.com/office/drawing/2014/main" id="{15A8A6E3-998C-4D5B-BD47-207A2C3BC52F}"/>
                      </a:ext>
                    </a:extLst>
                  </p:cNvPr>
                  <p:cNvSpPr>
                    <a:spLocks/>
                  </p:cNvSpPr>
                  <p:nvPr/>
                </p:nvSpPr>
                <p:spPr bwMode="hidden">
                  <a:xfrm rot="18335692" flipH="1">
                    <a:off x="716" y="3497"/>
                    <a:ext cx="925" cy="489"/>
                  </a:xfrm>
                  <a:custGeom>
                    <a:avLst/>
                    <a:gdLst>
                      <a:gd name="T0" fmla="*/ 1 w 1769"/>
                      <a:gd name="T1" fmla="*/ 1 h 791"/>
                      <a:gd name="T2" fmla="*/ 37 w 1769"/>
                      <a:gd name="T3" fmla="*/ 9 h 791"/>
                      <a:gd name="T4" fmla="*/ 86 w 1769"/>
                      <a:gd name="T5" fmla="*/ 30 h 791"/>
                      <a:gd name="T6" fmla="*/ 120 w 1769"/>
                      <a:gd name="T7" fmla="*/ 63 h 791"/>
                      <a:gd name="T8" fmla="*/ 131 w 1769"/>
                      <a:gd name="T9" fmla="*/ 88 h 791"/>
                      <a:gd name="T10" fmla="*/ 127 w 1769"/>
                      <a:gd name="T11" fmla="*/ 115 h 791"/>
                      <a:gd name="T12" fmla="*/ 119 w 1769"/>
                      <a:gd name="T13" fmla="*/ 93 h 791"/>
                      <a:gd name="T14" fmla="*/ 104 w 1769"/>
                      <a:gd name="T15" fmla="*/ 67 h 791"/>
                      <a:gd name="T16" fmla="*/ 83 w 1769"/>
                      <a:gd name="T17" fmla="*/ 43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207" name="Group 94">
                  <a:extLst>
                    <a:ext uri="{FF2B5EF4-FFF2-40B4-BE49-F238E27FC236}">
                      <a16:creationId xmlns:a16="http://schemas.microsoft.com/office/drawing/2014/main" id="{9A6D942F-2FF5-4EA3-A894-B59956A01610}"/>
                    </a:ext>
                  </a:extLst>
                </p:cNvPr>
                <p:cNvGrpSpPr>
                  <a:grpSpLocks/>
                </p:cNvGrpSpPr>
                <p:nvPr/>
              </p:nvGrpSpPr>
              <p:grpSpPr bwMode="auto">
                <a:xfrm>
                  <a:off x="3715" y="748"/>
                  <a:ext cx="300" cy="930"/>
                  <a:chOff x="1455" y="1936"/>
                  <a:chExt cx="766" cy="2373"/>
                </a:xfrm>
              </p:grpSpPr>
              <p:sp>
                <p:nvSpPr>
                  <p:cNvPr id="6226" name="Freeform 95">
                    <a:extLst>
                      <a:ext uri="{FF2B5EF4-FFF2-40B4-BE49-F238E27FC236}">
                        <a16:creationId xmlns:a16="http://schemas.microsoft.com/office/drawing/2014/main" id="{53CBFD3E-20FA-4673-8337-0A50B9830C0B}"/>
                      </a:ext>
                    </a:extLst>
                  </p:cNvPr>
                  <p:cNvSpPr>
                    <a:spLocks/>
                  </p:cNvSpPr>
                  <p:nvPr/>
                </p:nvSpPr>
                <p:spPr bwMode="hidden">
                  <a:xfrm rot="17542885" flipH="1">
                    <a:off x="1262" y="2571"/>
                    <a:ext cx="1594" cy="313"/>
                  </a:xfrm>
                  <a:custGeom>
                    <a:avLst/>
                    <a:gdLst>
                      <a:gd name="T0" fmla="*/ 0 w 2736"/>
                      <a:gd name="T1" fmla="*/ 75 h 504"/>
                      <a:gd name="T2" fmla="*/ 100 w 2736"/>
                      <a:gd name="T3" fmla="*/ 25 h 504"/>
                      <a:gd name="T4" fmla="*/ 204 w 2736"/>
                      <a:gd name="T5" fmla="*/ 4 h 504"/>
                      <a:gd name="T6" fmla="*/ 315 w 2736"/>
                      <a:gd name="T7" fmla="*/ 4 h 504"/>
                      <a:gd name="T8" fmla="*/ 313 w 2736"/>
                      <a:gd name="T9" fmla="*/ 16 h 504"/>
                      <a:gd name="T10" fmla="*/ 203 w 2736"/>
                      <a:gd name="T11" fmla="*/ 16 h 504"/>
                      <a:gd name="T12" fmla="*/ 75 w 2736"/>
                      <a:gd name="T13" fmla="*/ 43 h 504"/>
                      <a:gd name="T14" fmla="*/ 0 w 2736"/>
                      <a:gd name="T15" fmla="*/ 7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27" name="Freeform 96">
                    <a:extLst>
                      <a:ext uri="{FF2B5EF4-FFF2-40B4-BE49-F238E27FC236}">
                        <a16:creationId xmlns:a16="http://schemas.microsoft.com/office/drawing/2014/main" id="{C3AA7F65-4201-4F7E-AEEA-ED4F5F6DC374}"/>
                      </a:ext>
                    </a:extLst>
                  </p:cNvPr>
                  <p:cNvSpPr>
                    <a:spLocks/>
                  </p:cNvSpPr>
                  <p:nvPr/>
                </p:nvSpPr>
                <p:spPr bwMode="hidden">
                  <a:xfrm rot="17542885" flipH="1">
                    <a:off x="1268" y="3626"/>
                    <a:ext cx="854" cy="489"/>
                  </a:xfrm>
                  <a:custGeom>
                    <a:avLst/>
                    <a:gdLst>
                      <a:gd name="T0" fmla="*/ 0 w 1769"/>
                      <a:gd name="T1" fmla="*/ 1 h 791"/>
                      <a:gd name="T2" fmla="*/ 27 w 1769"/>
                      <a:gd name="T3" fmla="*/ 9 h 791"/>
                      <a:gd name="T4" fmla="*/ 63 w 1769"/>
                      <a:gd name="T5" fmla="*/ 30 h 791"/>
                      <a:gd name="T6" fmla="*/ 88 w 1769"/>
                      <a:gd name="T7" fmla="*/ 63 h 791"/>
                      <a:gd name="T8" fmla="*/ 95 w 1769"/>
                      <a:gd name="T9" fmla="*/ 88 h 791"/>
                      <a:gd name="T10" fmla="*/ 92 w 1769"/>
                      <a:gd name="T11" fmla="*/ 115 h 791"/>
                      <a:gd name="T12" fmla="*/ 86 w 1769"/>
                      <a:gd name="T13" fmla="*/ 93 h 791"/>
                      <a:gd name="T14" fmla="*/ 75 w 1769"/>
                      <a:gd name="T15" fmla="*/ 67 h 791"/>
                      <a:gd name="T16" fmla="*/ 60 w 1769"/>
                      <a:gd name="T17" fmla="*/ 43 h 791"/>
                      <a:gd name="T18" fmla="*/ 31 w 1769"/>
                      <a:gd name="T19" fmla="*/ 22 h 791"/>
                      <a:gd name="T20" fmla="*/ 0 w 1769"/>
                      <a:gd name="T21" fmla="*/ 1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208" name="Group 97">
                  <a:extLst>
                    <a:ext uri="{FF2B5EF4-FFF2-40B4-BE49-F238E27FC236}">
                      <a16:creationId xmlns:a16="http://schemas.microsoft.com/office/drawing/2014/main" id="{D110288D-1DF7-4E31-9563-070671C920D6}"/>
                    </a:ext>
                  </a:extLst>
                </p:cNvPr>
                <p:cNvGrpSpPr>
                  <a:grpSpLocks/>
                </p:cNvGrpSpPr>
                <p:nvPr/>
              </p:nvGrpSpPr>
              <p:grpSpPr bwMode="auto">
                <a:xfrm rot="88588">
                  <a:off x="3923" y="769"/>
                  <a:ext cx="180" cy="913"/>
                  <a:chOff x="1956" y="1990"/>
                  <a:chExt cx="492" cy="2604"/>
                </a:xfrm>
              </p:grpSpPr>
              <p:sp>
                <p:nvSpPr>
                  <p:cNvPr id="6224" name="Freeform 98">
                    <a:extLst>
                      <a:ext uri="{FF2B5EF4-FFF2-40B4-BE49-F238E27FC236}">
                        <a16:creationId xmlns:a16="http://schemas.microsoft.com/office/drawing/2014/main" id="{D267A356-46D5-4E3A-90D4-0F68CB7421A0}"/>
                      </a:ext>
                    </a:extLst>
                  </p:cNvPr>
                  <p:cNvSpPr>
                    <a:spLocks/>
                  </p:cNvSpPr>
                  <p:nvPr/>
                </p:nvSpPr>
                <p:spPr bwMode="hidden">
                  <a:xfrm rot="16782062" flipH="1">
                    <a:off x="1435" y="2689"/>
                    <a:ext cx="1712" cy="302"/>
                  </a:xfrm>
                  <a:custGeom>
                    <a:avLst/>
                    <a:gdLst>
                      <a:gd name="T0" fmla="*/ 0 w 2736"/>
                      <a:gd name="T1" fmla="*/ 65 h 504"/>
                      <a:gd name="T2" fmla="*/ 133 w 2736"/>
                      <a:gd name="T3" fmla="*/ 22 h 504"/>
                      <a:gd name="T4" fmla="*/ 272 w 2736"/>
                      <a:gd name="T5" fmla="*/ 3 h 504"/>
                      <a:gd name="T6" fmla="*/ 419 w 2736"/>
                      <a:gd name="T7" fmla="*/ 3 h 504"/>
                      <a:gd name="T8" fmla="*/ 417 w 2736"/>
                      <a:gd name="T9" fmla="*/ 13 h 504"/>
                      <a:gd name="T10" fmla="*/ 270 w 2736"/>
                      <a:gd name="T11" fmla="*/ 13 h 504"/>
                      <a:gd name="T12" fmla="*/ 100 w 2736"/>
                      <a:gd name="T13" fmla="*/ 38 h 504"/>
                      <a:gd name="T14" fmla="*/ 0 w 2736"/>
                      <a:gd name="T15" fmla="*/ 65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6225" name="Freeform 99">
                    <a:extLst>
                      <a:ext uri="{FF2B5EF4-FFF2-40B4-BE49-F238E27FC236}">
                        <a16:creationId xmlns:a16="http://schemas.microsoft.com/office/drawing/2014/main" id="{31B32DD1-ACC2-4431-8888-EE622E34C189}"/>
                      </a:ext>
                    </a:extLst>
                  </p:cNvPr>
                  <p:cNvSpPr>
                    <a:spLocks/>
                  </p:cNvSpPr>
                  <p:nvPr/>
                </p:nvSpPr>
                <p:spPr bwMode="hidden">
                  <a:xfrm rot="16782062" flipH="1">
                    <a:off x="1717" y="3884"/>
                    <a:ext cx="917" cy="471"/>
                  </a:xfrm>
                  <a:custGeom>
                    <a:avLst/>
                    <a:gdLst>
                      <a:gd name="T0" fmla="*/ 1 w 1769"/>
                      <a:gd name="T1" fmla="*/ 1 h 791"/>
                      <a:gd name="T2" fmla="*/ 35 w 1769"/>
                      <a:gd name="T3" fmla="*/ 7 h 791"/>
                      <a:gd name="T4" fmla="*/ 83 w 1769"/>
                      <a:gd name="T5" fmla="*/ 25 h 791"/>
                      <a:gd name="T6" fmla="*/ 116 w 1769"/>
                      <a:gd name="T7" fmla="*/ 54 h 791"/>
                      <a:gd name="T8" fmla="*/ 127 w 1769"/>
                      <a:gd name="T9" fmla="*/ 77 h 791"/>
                      <a:gd name="T10" fmla="*/ 122 w 1769"/>
                      <a:gd name="T11" fmla="*/ 99 h 791"/>
                      <a:gd name="T12" fmla="*/ 115 w 1769"/>
                      <a:gd name="T13" fmla="*/ 79 h 791"/>
                      <a:gd name="T14" fmla="*/ 100 w 1769"/>
                      <a:gd name="T15" fmla="*/ 57 h 791"/>
                      <a:gd name="T16" fmla="*/ 80 w 1769"/>
                      <a:gd name="T17" fmla="*/ 38 h 791"/>
                      <a:gd name="T18" fmla="*/ 42 w 1769"/>
                      <a:gd name="T19" fmla="*/ 19 h 791"/>
                      <a:gd name="T20" fmla="*/ 0 w 1769"/>
                      <a:gd name="T21" fmla="*/ 10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209" name="Group 100">
                  <a:extLst>
                    <a:ext uri="{FF2B5EF4-FFF2-40B4-BE49-F238E27FC236}">
                      <a16:creationId xmlns:a16="http://schemas.microsoft.com/office/drawing/2014/main" id="{8784A667-DEF4-4ABA-81AA-E4DA6EDB0309}"/>
                    </a:ext>
                  </a:extLst>
                </p:cNvPr>
                <p:cNvGrpSpPr>
                  <a:grpSpLocks/>
                </p:cNvGrpSpPr>
                <p:nvPr/>
              </p:nvGrpSpPr>
              <p:grpSpPr bwMode="auto">
                <a:xfrm>
                  <a:off x="4451" y="662"/>
                  <a:ext cx="442" cy="951"/>
                  <a:chOff x="3334" y="1717"/>
                  <a:chExt cx="1125" cy="2426"/>
                </a:xfrm>
              </p:grpSpPr>
              <p:sp>
                <p:nvSpPr>
                  <p:cNvPr id="6222" name="Freeform 101">
                    <a:extLst>
                      <a:ext uri="{FF2B5EF4-FFF2-40B4-BE49-F238E27FC236}">
                        <a16:creationId xmlns:a16="http://schemas.microsoft.com/office/drawing/2014/main" id="{FACDA71F-824E-4C20-8A2F-B599C92BF766}"/>
                      </a:ext>
                    </a:extLst>
                  </p:cNvPr>
                  <p:cNvSpPr>
                    <a:spLocks/>
                  </p:cNvSpPr>
                  <p:nvPr/>
                </p:nvSpPr>
                <p:spPr bwMode="hidden">
                  <a:xfrm rot="3144576">
                    <a:off x="2619" y="2415"/>
                    <a:ext cx="1723" cy="315"/>
                  </a:xfrm>
                  <a:custGeom>
                    <a:avLst/>
                    <a:gdLst>
                      <a:gd name="T0" fmla="*/ 0 w 2736"/>
                      <a:gd name="T1" fmla="*/ 77 h 504"/>
                      <a:gd name="T2" fmla="*/ 136 w 2736"/>
                      <a:gd name="T3" fmla="*/ 26 h 504"/>
                      <a:gd name="T4" fmla="*/ 279 w 2736"/>
                      <a:gd name="T5" fmla="*/ 4 h 504"/>
                      <a:gd name="T6" fmla="*/ 430 w 2736"/>
                      <a:gd name="T7" fmla="*/ 4 h 504"/>
                      <a:gd name="T8" fmla="*/ 428 w 2736"/>
                      <a:gd name="T9" fmla="*/ 16 h 504"/>
                      <a:gd name="T10" fmla="*/ 278 w 2736"/>
                      <a:gd name="T11" fmla="*/ 16 h 504"/>
                      <a:gd name="T12" fmla="*/ 103 w 2736"/>
                      <a:gd name="T13" fmla="*/ 44 h 504"/>
                      <a:gd name="T14" fmla="*/ 0 w 2736"/>
                      <a:gd name="T15" fmla="*/ 77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23" name="Freeform 102">
                    <a:extLst>
                      <a:ext uri="{FF2B5EF4-FFF2-40B4-BE49-F238E27FC236}">
                        <a16:creationId xmlns:a16="http://schemas.microsoft.com/office/drawing/2014/main" id="{F4564B6F-5A5A-4A86-83D9-3828472E05F0}"/>
                      </a:ext>
                    </a:extLst>
                  </p:cNvPr>
                  <p:cNvSpPr>
                    <a:spLocks/>
                  </p:cNvSpPr>
                  <p:nvPr/>
                </p:nvSpPr>
                <p:spPr bwMode="hidden">
                  <a:xfrm rot="3144576">
                    <a:off x="3742" y="3425"/>
                    <a:ext cx="925" cy="491"/>
                  </a:xfrm>
                  <a:custGeom>
                    <a:avLst/>
                    <a:gdLst>
                      <a:gd name="T0" fmla="*/ 1 w 1769"/>
                      <a:gd name="T1" fmla="*/ 1 h 791"/>
                      <a:gd name="T2" fmla="*/ 37 w 1769"/>
                      <a:gd name="T3" fmla="*/ 9 h 791"/>
                      <a:gd name="T4" fmla="*/ 86 w 1769"/>
                      <a:gd name="T5" fmla="*/ 30 h 791"/>
                      <a:gd name="T6" fmla="*/ 120 w 1769"/>
                      <a:gd name="T7" fmla="*/ 64 h 791"/>
                      <a:gd name="T8" fmla="*/ 131 w 1769"/>
                      <a:gd name="T9" fmla="*/ 91 h 791"/>
                      <a:gd name="T10" fmla="*/ 127 w 1769"/>
                      <a:gd name="T11" fmla="*/ 117 h 791"/>
                      <a:gd name="T12" fmla="*/ 119 w 1769"/>
                      <a:gd name="T13" fmla="*/ 94 h 791"/>
                      <a:gd name="T14" fmla="*/ 104 w 1769"/>
                      <a:gd name="T15" fmla="*/ 68 h 791"/>
                      <a:gd name="T16" fmla="*/ 83 w 1769"/>
                      <a:gd name="T17" fmla="*/ 44 h 791"/>
                      <a:gd name="T18" fmla="*/ 43 w 1769"/>
                      <a:gd name="T19" fmla="*/ 22 h 791"/>
                      <a:gd name="T20" fmla="*/ 0 w 1769"/>
                      <a:gd name="T21" fmla="*/ 1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210" name="Group 103">
                  <a:extLst>
                    <a:ext uri="{FF2B5EF4-FFF2-40B4-BE49-F238E27FC236}">
                      <a16:creationId xmlns:a16="http://schemas.microsoft.com/office/drawing/2014/main" id="{7851E8BD-EB04-492E-B0AF-7EF622E7EDED}"/>
                    </a:ext>
                  </a:extLst>
                </p:cNvPr>
                <p:cNvGrpSpPr>
                  <a:grpSpLocks/>
                </p:cNvGrpSpPr>
                <p:nvPr/>
              </p:nvGrpSpPr>
              <p:grpSpPr bwMode="auto">
                <a:xfrm>
                  <a:off x="4391" y="721"/>
                  <a:ext cx="347" cy="951"/>
                  <a:chOff x="3181" y="1866"/>
                  <a:chExt cx="883" cy="2426"/>
                </a:xfrm>
              </p:grpSpPr>
              <p:sp>
                <p:nvSpPr>
                  <p:cNvPr id="6220" name="Freeform 104">
                    <a:extLst>
                      <a:ext uri="{FF2B5EF4-FFF2-40B4-BE49-F238E27FC236}">
                        <a16:creationId xmlns:a16="http://schemas.microsoft.com/office/drawing/2014/main" id="{066BC5EA-C112-48C7-A4CD-3CA3FC353FF7}"/>
                      </a:ext>
                    </a:extLst>
                  </p:cNvPr>
                  <p:cNvSpPr>
                    <a:spLocks/>
                  </p:cNvSpPr>
                  <p:nvPr/>
                </p:nvSpPr>
                <p:spPr bwMode="hidden">
                  <a:xfrm rot="3745735">
                    <a:off x="2497" y="2527"/>
                    <a:ext cx="1649" cy="299"/>
                  </a:xfrm>
                  <a:custGeom>
                    <a:avLst/>
                    <a:gdLst>
                      <a:gd name="T0" fmla="*/ 0 w 2736"/>
                      <a:gd name="T1" fmla="*/ 62 h 504"/>
                      <a:gd name="T2" fmla="*/ 114 w 2736"/>
                      <a:gd name="T3" fmla="*/ 21 h 504"/>
                      <a:gd name="T4" fmla="*/ 234 w 2736"/>
                      <a:gd name="T5" fmla="*/ 3 h 504"/>
                      <a:gd name="T6" fmla="*/ 361 w 2736"/>
                      <a:gd name="T7" fmla="*/ 3 h 504"/>
                      <a:gd name="T8" fmla="*/ 359 w 2736"/>
                      <a:gd name="T9" fmla="*/ 12 h 504"/>
                      <a:gd name="T10" fmla="*/ 233 w 2736"/>
                      <a:gd name="T11" fmla="*/ 12 h 504"/>
                      <a:gd name="T12" fmla="*/ 86 w 2736"/>
                      <a:gd name="T13" fmla="*/ 36 h 504"/>
                      <a:gd name="T14" fmla="*/ 0 w 2736"/>
                      <a:gd name="T15" fmla="*/ 62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21" name="Freeform 105">
                    <a:extLst>
                      <a:ext uri="{FF2B5EF4-FFF2-40B4-BE49-F238E27FC236}">
                        <a16:creationId xmlns:a16="http://schemas.microsoft.com/office/drawing/2014/main" id="{DCBFBBAF-20F9-4F81-8857-B8A10A51FEFA}"/>
                      </a:ext>
                    </a:extLst>
                  </p:cNvPr>
                  <p:cNvSpPr>
                    <a:spLocks/>
                  </p:cNvSpPr>
                  <p:nvPr/>
                </p:nvSpPr>
                <p:spPr bwMode="hidden">
                  <a:xfrm rot="3745735">
                    <a:off x="3378" y="3600"/>
                    <a:ext cx="885" cy="469"/>
                  </a:xfrm>
                  <a:custGeom>
                    <a:avLst/>
                    <a:gdLst>
                      <a:gd name="T0" fmla="*/ 1 w 1769"/>
                      <a:gd name="T1" fmla="*/ 1 h 791"/>
                      <a:gd name="T2" fmla="*/ 31 w 1769"/>
                      <a:gd name="T3" fmla="*/ 7 h 791"/>
                      <a:gd name="T4" fmla="*/ 73 w 1769"/>
                      <a:gd name="T5" fmla="*/ 25 h 791"/>
                      <a:gd name="T6" fmla="*/ 101 w 1769"/>
                      <a:gd name="T7" fmla="*/ 53 h 791"/>
                      <a:gd name="T8" fmla="*/ 110 w 1769"/>
                      <a:gd name="T9" fmla="*/ 75 h 791"/>
                      <a:gd name="T10" fmla="*/ 106 w 1769"/>
                      <a:gd name="T11" fmla="*/ 97 h 791"/>
                      <a:gd name="T12" fmla="*/ 100 w 1769"/>
                      <a:gd name="T13" fmla="*/ 78 h 791"/>
                      <a:gd name="T14" fmla="*/ 87 w 1769"/>
                      <a:gd name="T15" fmla="*/ 56 h 791"/>
                      <a:gd name="T16" fmla="*/ 70 w 1769"/>
                      <a:gd name="T17" fmla="*/ 37 h 791"/>
                      <a:gd name="T18" fmla="*/ 37 w 1769"/>
                      <a:gd name="T19" fmla="*/ 18 h 791"/>
                      <a:gd name="T20" fmla="*/ 0 w 1769"/>
                      <a:gd name="T21" fmla="*/ 9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grpSp>
              <p:nvGrpSpPr>
                <p:cNvPr id="6211" name="Group 106">
                  <a:extLst>
                    <a:ext uri="{FF2B5EF4-FFF2-40B4-BE49-F238E27FC236}">
                      <a16:creationId xmlns:a16="http://schemas.microsoft.com/office/drawing/2014/main" id="{29EB7145-3AFB-4992-90F6-B4DF57063DAB}"/>
                    </a:ext>
                  </a:extLst>
                </p:cNvPr>
                <p:cNvGrpSpPr>
                  <a:grpSpLocks/>
                </p:cNvGrpSpPr>
                <p:nvPr/>
              </p:nvGrpSpPr>
              <p:grpSpPr bwMode="auto">
                <a:xfrm>
                  <a:off x="4323" y="767"/>
                  <a:ext cx="243" cy="935"/>
                  <a:chOff x="3006" y="1983"/>
                  <a:chExt cx="619" cy="2386"/>
                </a:xfrm>
              </p:grpSpPr>
              <p:sp>
                <p:nvSpPr>
                  <p:cNvPr id="6218" name="Freeform 107">
                    <a:extLst>
                      <a:ext uri="{FF2B5EF4-FFF2-40B4-BE49-F238E27FC236}">
                        <a16:creationId xmlns:a16="http://schemas.microsoft.com/office/drawing/2014/main" id="{8FDAE112-7506-4C11-BEAE-F689D2487532}"/>
                      </a:ext>
                    </a:extLst>
                  </p:cNvPr>
                  <p:cNvSpPr>
                    <a:spLocks/>
                  </p:cNvSpPr>
                  <p:nvPr/>
                </p:nvSpPr>
                <p:spPr bwMode="hidden">
                  <a:xfrm rot="4286818">
                    <a:off x="2328" y="2656"/>
                    <a:ext cx="1600" cy="244"/>
                  </a:xfrm>
                  <a:custGeom>
                    <a:avLst/>
                    <a:gdLst>
                      <a:gd name="T0" fmla="*/ 0 w 2736"/>
                      <a:gd name="T1" fmla="*/ 28 h 504"/>
                      <a:gd name="T2" fmla="*/ 101 w 2736"/>
                      <a:gd name="T3" fmla="*/ 9 h 504"/>
                      <a:gd name="T4" fmla="*/ 208 w 2736"/>
                      <a:gd name="T5" fmla="*/ 1 h 504"/>
                      <a:gd name="T6" fmla="*/ 320 w 2736"/>
                      <a:gd name="T7" fmla="*/ 1 h 504"/>
                      <a:gd name="T8" fmla="*/ 318 w 2736"/>
                      <a:gd name="T9" fmla="*/ 6 h 504"/>
                      <a:gd name="T10" fmla="*/ 206 w 2736"/>
                      <a:gd name="T11" fmla="*/ 6 h 504"/>
                      <a:gd name="T12" fmla="*/ 76 w 2736"/>
                      <a:gd name="T13" fmla="*/ 16 h 504"/>
                      <a:gd name="T14" fmla="*/ 0 w 2736"/>
                      <a:gd name="T15" fmla="*/ 28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19" name="Freeform 108">
                    <a:extLst>
                      <a:ext uri="{FF2B5EF4-FFF2-40B4-BE49-F238E27FC236}">
                        <a16:creationId xmlns:a16="http://schemas.microsoft.com/office/drawing/2014/main" id="{8327B5F7-9590-4CFE-87D0-B897641506B1}"/>
                      </a:ext>
                    </a:extLst>
                  </p:cNvPr>
                  <p:cNvSpPr>
                    <a:spLocks/>
                  </p:cNvSpPr>
                  <p:nvPr/>
                </p:nvSpPr>
                <p:spPr bwMode="hidden">
                  <a:xfrm rot="4286818">
                    <a:off x="3001" y="3741"/>
                    <a:ext cx="860" cy="386"/>
                  </a:xfrm>
                  <a:custGeom>
                    <a:avLst/>
                    <a:gdLst>
                      <a:gd name="T0" fmla="*/ 0 w 1769"/>
                      <a:gd name="T1" fmla="*/ 0 h 791"/>
                      <a:gd name="T2" fmla="*/ 27 w 1769"/>
                      <a:gd name="T3" fmla="*/ 3 h 791"/>
                      <a:gd name="T4" fmla="*/ 65 w 1769"/>
                      <a:gd name="T5" fmla="*/ 11 h 791"/>
                      <a:gd name="T6" fmla="*/ 90 w 1769"/>
                      <a:gd name="T7" fmla="*/ 24 h 791"/>
                      <a:gd name="T8" fmla="*/ 98 w 1769"/>
                      <a:gd name="T9" fmla="*/ 35 h 791"/>
                      <a:gd name="T10" fmla="*/ 94 w 1769"/>
                      <a:gd name="T11" fmla="*/ 44 h 791"/>
                      <a:gd name="T12" fmla="*/ 88 w 1769"/>
                      <a:gd name="T13" fmla="*/ 36 h 791"/>
                      <a:gd name="T14" fmla="*/ 77 w 1769"/>
                      <a:gd name="T15" fmla="*/ 26 h 791"/>
                      <a:gd name="T16" fmla="*/ 62 w 1769"/>
                      <a:gd name="T17" fmla="*/ 17 h 791"/>
                      <a:gd name="T18" fmla="*/ 33 w 1769"/>
                      <a:gd name="T19" fmla="*/ 9 h 791"/>
                      <a:gd name="T20" fmla="*/ 0 w 1769"/>
                      <a:gd name="T21" fmla="*/ 4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212" name="Group 109">
                  <a:extLst>
                    <a:ext uri="{FF2B5EF4-FFF2-40B4-BE49-F238E27FC236}">
                      <a16:creationId xmlns:a16="http://schemas.microsoft.com/office/drawing/2014/main" id="{3376F939-01F2-4536-B869-4C76F6639F01}"/>
                    </a:ext>
                  </a:extLst>
                </p:cNvPr>
                <p:cNvGrpSpPr>
                  <a:grpSpLocks/>
                </p:cNvGrpSpPr>
                <p:nvPr/>
              </p:nvGrpSpPr>
              <p:grpSpPr bwMode="auto">
                <a:xfrm>
                  <a:off x="4249" y="813"/>
                  <a:ext cx="159" cy="870"/>
                  <a:chOff x="2819" y="2101"/>
                  <a:chExt cx="405" cy="2219"/>
                </a:xfrm>
              </p:grpSpPr>
              <p:sp>
                <p:nvSpPr>
                  <p:cNvPr id="6216" name="Freeform 110">
                    <a:extLst>
                      <a:ext uri="{FF2B5EF4-FFF2-40B4-BE49-F238E27FC236}">
                        <a16:creationId xmlns:a16="http://schemas.microsoft.com/office/drawing/2014/main" id="{C0C63819-BF61-449B-9C2F-ABDD0C1FC6DD}"/>
                      </a:ext>
                    </a:extLst>
                  </p:cNvPr>
                  <p:cNvSpPr>
                    <a:spLocks/>
                  </p:cNvSpPr>
                  <p:nvPr/>
                </p:nvSpPr>
                <p:spPr bwMode="hidden">
                  <a:xfrm rot="4898956">
                    <a:off x="2199" y="2698"/>
                    <a:ext cx="1469" cy="247"/>
                  </a:xfrm>
                  <a:custGeom>
                    <a:avLst/>
                    <a:gdLst>
                      <a:gd name="T0" fmla="*/ 0 w 2736"/>
                      <a:gd name="T1" fmla="*/ 29 h 504"/>
                      <a:gd name="T2" fmla="*/ 72 w 2736"/>
                      <a:gd name="T3" fmla="*/ 10 h 504"/>
                      <a:gd name="T4" fmla="*/ 148 w 2736"/>
                      <a:gd name="T5" fmla="*/ 1 h 504"/>
                      <a:gd name="T6" fmla="*/ 228 w 2736"/>
                      <a:gd name="T7" fmla="*/ 1 h 504"/>
                      <a:gd name="T8" fmla="*/ 226 w 2736"/>
                      <a:gd name="T9" fmla="*/ 6 h 504"/>
                      <a:gd name="T10" fmla="*/ 147 w 2736"/>
                      <a:gd name="T11" fmla="*/ 6 h 504"/>
                      <a:gd name="T12" fmla="*/ 54 w 2736"/>
                      <a:gd name="T13" fmla="*/ 17 h 504"/>
                      <a:gd name="T14" fmla="*/ 0 w 2736"/>
                      <a:gd name="T15" fmla="*/ 29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17" name="Freeform 111">
                    <a:extLst>
                      <a:ext uri="{FF2B5EF4-FFF2-40B4-BE49-F238E27FC236}">
                        <a16:creationId xmlns:a16="http://schemas.microsoft.com/office/drawing/2014/main" id="{0F270EA4-039C-4506-ABD9-1A7C08CB7113}"/>
                      </a:ext>
                    </a:extLst>
                  </p:cNvPr>
                  <p:cNvSpPr>
                    <a:spLocks/>
                  </p:cNvSpPr>
                  <p:nvPr/>
                </p:nvSpPr>
                <p:spPr bwMode="hidden">
                  <a:xfrm rot="4898956">
                    <a:off x="2630" y="3721"/>
                    <a:ext cx="789" cy="386"/>
                  </a:xfrm>
                  <a:custGeom>
                    <a:avLst/>
                    <a:gdLst>
                      <a:gd name="T0" fmla="*/ 0 w 1769"/>
                      <a:gd name="T1" fmla="*/ 0 h 791"/>
                      <a:gd name="T2" fmla="*/ 19 w 1769"/>
                      <a:gd name="T3" fmla="*/ 3 h 791"/>
                      <a:gd name="T4" fmla="*/ 46 w 1769"/>
                      <a:gd name="T5" fmla="*/ 11 h 791"/>
                      <a:gd name="T6" fmla="*/ 64 w 1769"/>
                      <a:gd name="T7" fmla="*/ 24 h 791"/>
                      <a:gd name="T8" fmla="*/ 70 w 1769"/>
                      <a:gd name="T9" fmla="*/ 35 h 791"/>
                      <a:gd name="T10" fmla="*/ 67 w 1769"/>
                      <a:gd name="T11" fmla="*/ 44 h 791"/>
                      <a:gd name="T12" fmla="*/ 63 w 1769"/>
                      <a:gd name="T13" fmla="*/ 36 h 791"/>
                      <a:gd name="T14" fmla="*/ 55 w 1769"/>
                      <a:gd name="T15" fmla="*/ 26 h 791"/>
                      <a:gd name="T16" fmla="*/ 44 w 1769"/>
                      <a:gd name="T17" fmla="*/ 17 h 791"/>
                      <a:gd name="T18" fmla="*/ 23 w 1769"/>
                      <a:gd name="T19" fmla="*/ 9 h 791"/>
                      <a:gd name="T20" fmla="*/ 0 w 1769"/>
                      <a:gd name="T21" fmla="*/ 4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213" name="Group 112">
                  <a:extLst>
                    <a:ext uri="{FF2B5EF4-FFF2-40B4-BE49-F238E27FC236}">
                      <a16:creationId xmlns:a16="http://schemas.microsoft.com/office/drawing/2014/main" id="{1F0B4C43-BA67-4FF8-9BC5-313B816EC61C}"/>
                    </a:ext>
                  </a:extLst>
                </p:cNvPr>
                <p:cNvGrpSpPr>
                  <a:grpSpLocks/>
                </p:cNvGrpSpPr>
                <p:nvPr/>
              </p:nvGrpSpPr>
              <p:grpSpPr bwMode="auto">
                <a:xfrm>
                  <a:off x="4045" y="826"/>
                  <a:ext cx="167" cy="857"/>
                  <a:chOff x="2287" y="2135"/>
                  <a:chExt cx="426" cy="2185"/>
                </a:xfrm>
              </p:grpSpPr>
              <p:sp>
                <p:nvSpPr>
                  <p:cNvPr id="6214" name="Freeform 113">
                    <a:extLst>
                      <a:ext uri="{FF2B5EF4-FFF2-40B4-BE49-F238E27FC236}">
                        <a16:creationId xmlns:a16="http://schemas.microsoft.com/office/drawing/2014/main" id="{31898B71-D67A-4BD3-B667-9EAABA4A1F56}"/>
                      </a:ext>
                    </a:extLst>
                  </p:cNvPr>
                  <p:cNvSpPr>
                    <a:spLocks/>
                  </p:cNvSpPr>
                  <p:nvPr/>
                </p:nvSpPr>
                <p:spPr bwMode="hidden">
                  <a:xfrm rot="5755659">
                    <a:off x="1895" y="2750"/>
                    <a:ext cx="1435" cy="186"/>
                  </a:xfrm>
                  <a:custGeom>
                    <a:avLst/>
                    <a:gdLst>
                      <a:gd name="T0" fmla="*/ 0 w 2736"/>
                      <a:gd name="T1" fmla="*/ 9 h 504"/>
                      <a:gd name="T2" fmla="*/ 66 w 2736"/>
                      <a:gd name="T3" fmla="*/ 3 h 504"/>
                      <a:gd name="T4" fmla="*/ 134 w 2736"/>
                      <a:gd name="T5" fmla="*/ 0 h 504"/>
                      <a:gd name="T6" fmla="*/ 207 w 2736"/>
                      <a:gd name="T7" fmla="*/ 0 h 504"/>
                      <a:gd name="T8" fmla="*/ 206 w 2736"/>
                      <a:gd name="T9" fmla="*/ 2 h 504"/>
                      <a:gd name="T10" fmla="*/ 133 w 2736"/>
                      <a:gd name="T11" fmla="*/ 2 h 504"/>
                      <a:gd name="T12" fmla="*/ 49 w 2736"/>
                      <a:gd name="T13" fmla="*/ 6 h 504"/>
                      <a:gd name="T14" fmla="*/ 0 w 2736"/>
                      <a:gd name="T15" fmla="*/ 9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215" name="Freeform 114">
                    <a:extLst>
                      <a:ext uri="{FF2B5EF4-FFF2-40B4-BE49-F238E27FC236}">
                        <a16:creationId xmlns:a16="http://schemas.microsoft.com/office/drawing/2014/main" id="{6335A980-5E4E-4780-9D67-B017B0CDD8AE}"/>
                      </a:ext>
                    </a:extLst>
                  </p:cNvPr>
                  <p:cNvSpPr>
                    <a:spLocks/>
                  </p:cNvSpPr>
                  <p:nvPr/>
                </p:nvSpPr>
                <p:spPr bwMode="hidden">
                  <a:xfrm rot="5755659">
                    <a:off x="2051" y="3784"/>
                    <a:ext cx="767" cy="294"/>
                  </a:xfrm>
                  <a:custGeom>
                    <a:avLst/>
                    <a:gdLst>
                      <a:gd name="T0" fmla="*/ 0 w 1769"/>
                      <a:gd name="T1" fmla="*/ 0 h 791"/>
                      <a:gd name="T2" fmla="*/ 17 w 1769"/>
                      <a:gd name="T3" fmla="*/ 1 h 791"/>
                      <a:gd name="T4" fmla="*/ 41 w 1769"/>
                      <a:gd name="T5" fmla="*/ 4 h 791"/>
                      <a:gd name="T6" fmla="*/ 57 w 1769"/>
                      <a:gd name="T7" fmla="*/ 8 h 791"/>
                      <a:gd name="T8" fmla="*/ 62 w 1769"/>
                      <a:gd name="T9" fmla="*/ 12 h 791"/>
                      <a:gd name="T10" fmla="*/ 59 w 1769"/>
                      <a:gd name="T11" fmla="*/ 15 h 791"/>
                      <a:gd name="T12" fmla="*/ 56 w 1769"/>
                      <a:gd name="T13" fmla="*/ 12 h 791"/>
                      <a:gd name="T14" fmla="*/ 49 w 1769"/>
                      <a:gd name="T15" fmla="*/ 9 h 791"/>
                      <a:gd name="T16" fmla="*/ 39 w 1769"/>
                      <a:gd name="T17" fmla="*/ 6 h 791"/>
                      <a:gd name="T18" fmla="*/ 20 w 1769"/>
                      <a:gd name="T19" fmla="*/ 3 h 791"/>
                      <a:gd name="T20" fmla="*/ 0 w 1769"/>
                      <a:gd name="T21" fmla="*/ 1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sp>
            <p:nvSpPr>
              <p:cNvPr id="6158" name="Freeform 115">
                <a:extLst>
                  <a:ext uri="{FF2B5EF4-FFF2-40B4-BE49-F238E27FC236}">
                    <a16:creationId xmlns:a16="http://schemas.microsoft.com/office/drawing/2014/main" id="{3FC8348A-0EA0-4322-9F10-23BCD5194311}"/>
                  </a:ext>
                </a:extLst>
              </p:cNvPr>
              <p:cNvSpPr>
                <a:spLocks/>
              </p:cNvSpPr>
              <p:nvPr/>
            </p:nvSpPr>
            <p:spPr bwMode="hidden">
              <a:xfrm flipH="1">
                <a:off x="3873" y="934"/>
                <a:ext cx="190" cy="580"/>
              </a:xfrm>
              <a:custGeom>
                <a:avLst/>
                <a:gdLst>
                  <a:gd name="T0" fmla="*/ 0 w 776"/>
                  <a:gd name="T1" fmla="*/ 0 h 2368"/>
                  <a:gd name="T2" fmla="*/ 1 w 776"/>
                  <a:gd name="T3" fmla="*/ 0 h 2368"/>
                  <a:gd name="T4" fmla="*/ 0 w 776"/>
                  <a:gd name="T5" fmla="*/ 0 h 2368"/>
                  <a:gd name="T6" fmla="*/ 1 w 776"/>
                  <a:gd name="T7" fmla="*/ 0 h 2368"/>
                  <a:gd name="T8" fmla="*/ 1 w 776"/>
                  <a:gd name="T9" fmla="*/ 1 h 2368"/>
                  <a:gd name="T10" fmla="*/ 1 w 776"/>
                  <a:gd name="T11" fmla="*/ 1 h 2368"/>
                  <a:gd name="T12" fmla="*/ 1 w 776"/>
                  <a:gd name="T13" fmla="*/ 2 h 2368"/>
                  <a:gd name="T14" fmla="*/ 2 w 776"/>
                  <a:gd name="T15" fmla="*/ 2 h 2368"/>
                  <a:gd name="T16" fmla="*/ 1 w 776"/>
                  <a:gd name="T17" fmla="*/ 2 h 2368"/>
                  <a:gd name="T18" fmla="*/ 2 w 776"/>
                  <a:gd name="T19" fmla="*/ 2 h 2368"/>
                  <a:gd name="T20" fmla="*/ 2 w 776"/>
                  <a:gd name="T21" fmla="*/ 3 h 2368"/>
                  <a:gd name="T22" fmla="*/ 2 w 776"/>
                  <a:gd name="T23" fmla="*/ 3 h 2368"/>
                  <a:gd name="T24" fmla="*/ 2 w 776"/>
                  <a:gd name="T25" fmla="*/ 3 h 2368"/>
                  <a:gd name="T26" fmla="*/ 2 w 776"/>
                  <a:gd name="T27" fmla="*/ 4 h 2368"/>
                  <a:gd name="T28" fmla="*/ 2 w 776"/>
                  <a:gd name="T29" fmla="*/ 4 h 2368"/>
                  <a:gd name="T30" fmla="*/ 3 w 776"/>
                  <a:gd name="T31" fmla="*/ 5 h 2368"/>
                  <a:gd name="T32" fmla="*/ 2 w 776"/>
                  <a:gd name="T33" fmla="*/ 5 h 2368"/>
                  <a:gd name="T34" fmla="*/ 3 w 776"/>
                  <a:gd name="T35" fmla="*/ 6 h 2368"/>
                  <a:gd name="T36" fmla="*/ 2 w 776"/>
                  <a:gd name="T37" fmla="*/ 6 h 2368"/>
                  <a:gd name="T38" fmla="*/ 3 w 776"/>
                  <a:gd name="T39" fmla="*/ 7 h 2368"/>
                  <a:gd name="T40" fmla="*/ 3 w 776"/>
                  <a:gd name="T41" fmla="*/ 7 h 2368"/>
                  <a:gd name="T42" fmla="*/ 3 w 776"/>
                  <a:gd name="T43" fmla="*/ 8 h 2368"/>
                  <a:gd name="T44" fmla="*/ 3 w 776"/>
                  <a:gd name="T45" fmla="*/ 8 h 2368"/>
                  <a:gd name="T46" fmla="*/ 3 w 776"/>
                  <a:gd name="T47" fmla="*/ 9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9" name="Arc 116">
                <a:extLst>
                  <a:ext uri="{FF2B5EF4-FFF2-40B4-BE49-F238E27FC236}">
                    <a16:creationId xmlns:a16="http://schemas.microsoft.com/office/drawing/2014/main" id="{D4E60959-6032-4407-85D6-0886EB962409}"/>
                  </a:ext>
                </a:extLst>
              </p:cNvPr>
              <p:cNvSpPr>
                <a:spLocks/>
              </p:cNvSpPr>
              <p:nvPr/>
            </p:nvSpPr>
            <p:spPr bwMode="hidden">
              <a:xfrm flipH="1">
                <a:off x="3527" y="725"/>
                <a:ext cx="832" cy="902"/>
              </a:xfrm>
              <a:custGeom>
                <a:avLst/>
                <a:gdLst>
                  <a:gd name="T0" fmla="*/ 0 w 21600"/>
                  <a:gd name="T1" fmla="*/ 0 h 21602"/>
                  <a:gd name="T2" fmla="*/ 0 w 21600"/>
                  <a:gd name="T3" fmla="*/ 0 h 21602"/>
                  <a:gd name="T4" fmla="*/ 0 w 21600"/>
                  <a:gd name="T5" fmla="*/ 0 h 21602"/>
                  <a:gd name="T6" fmla="*/ 0 60000 65536"/>
                  <a:gd name="T7" fmla="*/ 0 60000 65536"/>
                  <a:gd name="T8" fmla="*/ 0 60000 65536"/>
                </a:gdLst>
                <a:ahLst/>
                <a:cxnLst>
                  <a:cxn ang="T6">
                    <a:pos x="T0" y="T1"/>
                  </a:cxn>
                  <a:cxn ang="T7">
                    <a:pos x="T2" y="T3"/>
                  </a:cxn>
                  <a:cxn ang="T8">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lnTo>
                      <a:pt x="5466" y="0"/>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0" name="Arc 117">
                <a:extLst>
                  <a:ext uri="{FF2B5EF4-FFF2-40B4-BE49-F238E27FC236}">
                    <a16:creationId xmlns:a16="http://schemas.microsoft.com/office/drawing/2014/main" id="{B489B7C2-F104-4EC0-B7F5-0046C90785A8}"/>
                  </a:ext>
                </a:extLst>
              </p:cNvPr>
              <p:cNvSpPr>
                <a:spLocks/>
              </p:cNvSpPr>
              <p:nvPr/>
            </p:nvSpPr>
            <p:spPr bwMode="hidden">
              <a:xfrm flipV="1">
                <a:off x="4278" y="179"/>
                <a:ext cx="1007" cy="802"/>
              </a:xfrm>
              <a:custGeom>
                <a:avLst/>
                <a:gdLst>
                  <a:gd name="T0" fmla="*/ 0 w 36729"/>
                  <a:gd name="T1" fmla="*/ 0 h 21600"/>
                  <a:gd name="T2" fmla="*/ 0 w 36729"/>
                  <a:gd name="T3" fmla="*/ 0 h 21600"/>
                  <a:gd name="T4" fmla="*/ 0 w 36729"/>
                  <a:gd name="T5" fmla="*/ 0 h 21600"/>
                  <a:gd name="T6" fmla="*/ 0 60000 65536"/>
                  <a:gd name="T7" fmla="*/ 0 60000 65536"/>
                  <a:gd name="T8" fmla="*/ 0 60000 65536"/>
                </a:gdLst>
                <a:ahLst/>
                <a:cxnLst>
                  <a:cxn ang="T6">
                    <a:pos x="T0" y="T1"/>
                  </a:cxn>
                  <a:cxn ang="T7">
                    <a:pos x="T2" y="T3"/>
                  </a:cxn>
                  <a:cxn ang="T8">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lnTo>
                      <a:pt x="36729" y="1045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1" name="Arc 118">
                <a:extLst>
                  <a:ext uri="{FF2B5EF4-FFF2-40B4-BE49-F238E27FC236}">
                    <a16:creationId xmlns:a16="http://schemas.microsoft.com/office/drawing/2014/main" id="{B4DCDA31-9E35-4425-A439-4219100AD4DB}"/>
                  </a:ext>
                </a:extLst>
              </p:cNvPr>
              <p:cNvSpPr>
                <a:spLocks/>
              </p:cNvSpPr>
              <p:nvPr/>
            </p:nvSpPr>
            <p:spPr bwMode="hidden">
              <a:xfrm flipH="1">
                <a:off x="3612" y="580"/>
                <a:ext cx="485" cy="933"/>
              </a:xfrm>
              <a:custGeom>
                <a:avLst/>
                <a:gdLst>
                  <a:gd name="T0" fmla="*/ 0 w 28940"/>
                  <a:gd name="T1" fmla="*/ 0 h 22305"/>
                  <a:gd name="T2" fmla="*/ 0 w 28940"/>
                  <a:gd name="T3" fmla="*/ 0 h 22305"/>
                  <a:gd name="T4" fmla="*/ 0 w 28940"/>
                  <a:gd name="T5" fmla="*/ 0 h 22305"/>
                  <a:gd name="T6" fmla="*/ 0 60000 65536"/>
                  <a:gd name="T7" fmla="*/ 0 60000 65536"/>
                  <a:gd name="T8" fmla="*/ 0 60000 65536"/>
                </a:gdLst>
                <a:ahLst/>
                <a:cxnLst>
                  <a:cxn ang="T6">
                    <a:pos x="T0" y="T1"/>
                  </a:cxn>
                  <a:cxn ang="T7">
                    <a:pos x="T2" y="T3"/>
                  </a:cxn>
                  <a:cxn ang="T8">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lnTo>
                      <a:pt x="0" y="128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2" name="Arc 119">
                <a:extLst>
                  <a:ext uri="{FF2B5EF4-FFF2-40B4-BE49-F238E27FC236}">
                    <a16:creationId xmlns:a16="http://schemas.microsoft.com/office/drawing/2014/main" id="{0CDD7D25-FC1C-4C95-8986-115FA0E04E60}"/>
                  </a:ext>
                </a:extLst>
              </p:cNvPr>
              <p:cNvSpPr>
                <a:spLocks/>
              </p:cNvSpPr>
              <p:nvPr/>
            </p:nvSpPr>
            <p:spPr bwMode="hidden">
              <a:xfrm flipH="1">
                <a:off x="3267" y="628"/>
                <a:ext cx="791" cy="930"/>
              </a:xfrm>
              <a:custGeom>
                <a:avLst/>
                <a:gdLst>
                  <a:gd name="T0" fmla="*/ 0 w 30473"/>
                  <a:gd name="T1" fmla="*/ 0 h 22305"/>
                  <a:gd name="T2" fmla="*/ 0 w 30473"/>
                  <a:gd name="T3" fmla="*/ 0 h 22305"/>
                  <a:gd name="T4" fmla="*/ 0 w 30473"/>
                  <a:gd name="T5" fmla="*/ 0 h 22305"/>
                  <a:gd name="T6" fmla="*/ 0 60000 65536"/>
                  <a:gd name="T7" fmla="*/ 0 60000 65536"/>
                  <a:gd name="T8" fmla="*/ 0 60000 65536"/>
                </a:gdLst>
                <a:ahLst/>
                <a:cxnLst>
                  <a:cxn ang="T6">
                    <a:pos x="T0" y="T1"/>
                  </a:cxn>
                  <a:cxn ang="T7">
                    <a:pos x="T2" y="T3"/>
                  </a:cxn>
                  <a:cxn ang="T8">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lnTo>
                      <a:pt x="-1" y="1906"/>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3" name="Arc 120">
                <a:extLst>
                  <a:ext uri="{FF2B5EF4-FFF2-40B4-BE49-F238E27FC236}">
                    <a16:creationId xmlns:a16="http://schemas.microsoft.com/office/drawing/2014/main" id="{BE834627-CD8E-4975-8120-F59BBB69EB12}"/>
                  </a:ext>
                </a:extLst>
              </p:cNvPr>
              <p:cNvSpPr>
                <a:spLocks/>
              </p:cNvSpPr>
              <p:nvPr/>
            </p:nvSpPr>
            <p:spPr bwMode="hidden">
              <a:xfrm flipH="1">
                <a:off x="3197" y="458"/>
                <a:ext cx="932" cy="933"/>
              </a:xfrm>
              <a:custGeom>
                <a:avLst/>
                <a:gdLst>
                  <a:gd name="T0" fmla="*/ 0 w 34455"/>
                  <a:gd name="T1" fmla="*/ 0 h 22305"/>
                  <a:gd name="T2" fmla="*/ 0 w 34455"/>
                  <a:gd name="T3" fmla="*/ 0 h 22305"/>
                  <a:gd name="T4" fmla="*/ 0 w 34455"/>
                  <a:gd name="T5" fmla="*/ 0 h 22305"/>
                  <a:gd name="T6" fmla="*/ 0 60000 65536"/>
                  <a:gd name="T7" fmla="*/ 0 60000 65536"/>
                  <a:gd name="T8" fmla="*/ 0 60000 65536"/>
                </a:gdLst>
                <a:ahLst/>
                <a:cxnLst>
                  <a:cxn ang="T6">
                    <a:pos x="T0" y="T1"/>
                  </a:cxn>
                  <a:cxn ang="T7">
                    <a:pos x="T2" y="T3"/>
                  </a:cxn>
                  <a:cxn ang="T8">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lnTo>
                      <a:pt x="0" y="424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4" name="Arc 121">
                <a:extLst>
                  <a:ext uri="{FF2B5EF4-FFF2-40B4-BE49-F238E27FC236}">
                    <a16:creationId xmlns:a16="http://schemas.microsoft.com/office/drawing/2014/main" id="{DD562833-7AEC-4966-B5FF-94475320D322}"/>
                  </a:ext>
                </a:extLst>
              </p:cNvPr>
              <p:cNvSpPr>
                <a:spLocks/>
              </p:cNvSpPr>
              <p:nvPr/>
            </p:nvSpPr>
            <p:spPr bwMode="hidden">
              <a:xfrm>
                <a:off x="4229" y="589"/>
                <a:ext cx="149" cy="933"/>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5" name="Arc 122">
                <a:extLst>
                  <a:ext uri="{FF2B5EF4-FFF2-40B4-BE49-F238E27FC236}">
                    <a16:creationId xmlns:a16="http://schemas.microsoft.com/office/drawing/2014/main" id="{79E98B9F-C4AF-4C95-B016-F6244CE7023A}"/>
                  </a:ext>
                </a:extLst>
              </p:cNvPr>
              <p:cNvSpPr>
                <a:spLocks/>
              </p:cNvSpPr>
              <p:nvPr/>
            </p:nvSpPr>
            <p:spPr bwMode="hidden">
              <a:xfrm>
                <a:off x="4269" y="585"/>
                <a:ext cx="393" cy="933"/>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6" name="Arc 123">
                <a:extLst>
                  <a:ext uri="{FF2B5EF4-FFF2-40B4-BE49-F238E27FC236}">
                    <a16:creationId xmlns:a16="http://schemas.microsoft.com/office/drawing/2014/main" id="{9DF2E6C9-8A3F-4EF2-922F-B59C4469EFD6}"/>
                  </a:ext>
                </a:extLst>
              </p:cNvPr>
              <p:cNvSpPr>
                <a:spLocks/>
              </p:cNvSpPr>
              <p:nvPr/>
            </p:nvSpPr>
            <p:spPr bwMode="hidden">
              <a:xfrm>
                <a:off x="4302" y="463"/>
                <a:ext cx="558" cy="933"/>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7" name="Freeform 124">
                <a:extLst>
                  <a:ext uri="{FF2B5EF4-FFF2-40B4-BE49-F238E27FC236}">
                    <a16:creationId xmlns:a16="http://schemas.microsoft.com/office/drawing/2014/main" id="{290203FF-400B-46E1-818C-5CBAA9ADEA4F}"/>
                  </a:ext>
                </a:extLst>
              </p:cNvPr>
              <p:cNvSpPr>
                <a:spLocks/>
              </p:cNvSpPr>
              <p:nvPr/>
            </p:nvSpPr>
            <p:spPr bwMode="hidden">
              <a:xfrm>
                <a:off x="4410" y="1033"/>
                <a:ext cx="188" cy="580"/>
              </a:xfrm>
              <a:custGeom>
                <a:avLst/>
                <a:gdLst>
                  <a:gd name="T0" fmla="*/ 0 w 776"/>
                  <a:gd name="T1" fmla="*/ 0 h 2368"/>
                  <a:gd name="T2" fmla="*/ 1 w 776"/>
                  <a:gd name="T3" fmla="*/ 0 h 2368"/>
                  <a:gd name="T4" fmla="*/ 0 w 776"/>
                  <a:gd name="T5" fmla="*/ 0 h 2368"/>
                  <a:gd name="T6" fmla="*/ 1 w 776"/>
                  <a:gd name="T7" fmla="*/ 0 h 2368"/>
                  <a:gd name="T8" fmla="*/ 1 w 776"/>
                  <a:gd name="T9" fmla="*/ 1 h 2368"/>
                  <a:gd name="T10" fmla="*/ 1 w 776"/>
                  <a:gd name="T11" fmla="*/ 1 h 2368"/>
                  <a:gd name="T12" fmla="*/ 1 w 776"/>
                  <a:gd name="T13" fmla="*/ 2 h 2368"/>
                  <a:gd name="T14" fmla="*/ 2 w 776"/>
                  <a:gd name="T15" fmla="*/ 2 h 2368"/>
                  <a:gd name="T16" fmla="*/ 1 w 776"/>
                  <a:gd name="T17" fmla="*/ 2 h 2368"/>
                  <a:gd name="T18" fmla="*/ 2 w 776"/>
                  <a:gd name="T19" fmla="*/ 2 h 2368"/>
                  <a:gd name="T20" fmla="*/ 2 w 776"/>
                  <a:gd name="T21" fmla="*/ 3 h 2368"/>
                  <a:gd name="T22" fmla="*/ 2 w 776"/>
                  <a:gd name="T23" fmla="*/ 3 h 2368"/>
                  <a:gd name="T24" fmla="*/ 2 w 776"/>
                  <a:gd name="T25" fmla="*/ 3 h 2368"/>
                  <a:gd name="T26" fmla="*/ 2 w 776"/>
                  <a:gd name="T27" fmla="*/ 4 h 2368"/>
                  <a:gd name="T28" fmla="*/ 2 w 776"/>
                  <a:gd name="T29" fmla="*/ 4 h 2368"/>
                  <a:gd name="T30" fmla="*/ 2 w 776"/>
                  <a:gd name="T31" fmla="*/ 5 h 2368"/>
                  <a:gd name="T32" fmla="*/ 2 w 776"/>
                  <a:gd name="T33" fmla="*/ 5 h 2368"/>
                  <a:gd name="T34" fmla="*/ 2 w 776"/>
                  <a:gd name="T35" fmla="*/ 6 h 2368"/>
                  <a:gd name="T36" fmla="*/ 2 w 776"/>
                  <a:gd name="T37" fmla="*/ 6 h 2368"/>
                  <a:gd name="T38" fmla="*/ 3 w 776"/>
                  <a:gd name="T39" fmla="*/ 7 h 2368"/>
                  <a:gd name="T40" fmla="*/ 2 w 776"/>
                  <a:gd name="T41" fmla="*/ 7 h 2368"/>
                  <a:gd name="T42" fmla="*/ 3 w 776"/>
                  <a:gd name="T43" fmla="*/ 8 h 2368"/>
                  <a:gd name="T44" fmla="*/ 2 w 776"/>
                  <a:gd name="T45" fmla="*/ 8 h 2368"/>
                  <a:gd name="T46" fmla="*/ 3 w 776"/>
                  <a:gd name="T47" fmla="*/ 9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8" name="Freeform 125">
                <a:extLst>
                  <a:ext uri="{FF2B5EF4-FFF2-40B4-BE49-F238E27FC236}">
                    <a16:creationId xmlns:a16="http://schemas.microsoft.com/office/drawing/2014/main" id="{C988DA22-DEA0-4100-9A1B-712609A65C55}"/>
                  </a:ext>
                </a:extLst>
              </p:cNvPr>
              <p:cNvSpPr>
                <a:spLocks/>
              </p:cNvSpPr>
              <p:nvPr/>
            </p:nvSpPr>
            <p:spPr bwMode="hidden">
              <a:xfrm rot="19660755" flipV="1">
                <a:off x="4114" y="843"/>
                <a:ext cx="171" cy="326"/>
              </a:xfrm>
              <a:custGeom>
                <a:avLst/>
                <a:gdLst>
                  <a:gd name="T0" fmla="*/ 0 w 776"/>
                  <a:gd name="T1" fmla="*/ 0 h 2368"/>
                  <a:gd name="T2" fmla="*/ 1 w 776"/>
                  <a:gd name="T3" fmla="*/ 0 h 2368"/>
                  <a:gd name="T4" fmla="*/ 0 w 776"/>
                  <a:gd name="T5" fmla="*/ 0 h 2368"/>
                  <a:gd name="T6" fmla="*/ 1 w 776"/>
                  <a:gd name="T7" fmla="*/ 0 h 2368"/>
                  <a:gd name="T8" fmla="*/ 0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2 w 776"/>
                  <a:gd name="T27" fmla="*/ 0 h 2368"/>
                  <a:gd name="T28" fmla="*/ 2 w 776"/>
                  <a:gd name="T29" fmla="*/ 0 h 2368"/>
                  <a:gd name="T30" fmla="*/ 2 w 776"/>
                  <a:gd name="T31" fmla="*/ 0 h 2368"/>
                  <a:gd name="T32" fmla="*/ 2 w 776"/>
                  <a:gd name="T33" fmla="*/ 1 h 2368"/>
                  <a:gd name="T34" fmla="*/ 2 w 776"/>
                  <a:gd name="T35" fmla="*/ 1 h 2368"/>
                  <a:gd name="T36" fmla="*/ 2 w 776"/>
                  <a:gd name="T37" fmla="*/ 1 h 2368"/>
                  <a:gd name="T38" fmla="*/ 2 w 776"/>
                  <a:gd name="T39" fmla="*/ 1 h 2368"/>
                  <a:gd name="T40" fmla="*/ 2 w 776"/>
                  <a:gd name="T41" fmla="*/ 1 h 2368"/>
                  <a:gd name="T42" fmla="*/ 2 w 776"/>
                  <a:gd name="T43" fmla="*/ 1 h 2368"/>
                  <a:gd name="T44" fmla="*/ 2 w 776"/>
                  <a:gd name="T45" fmla="*/ 1 h 2368"/>
                  <a:gd name="T46" fmla="*/ 2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9" name="Arc 126">
                <a:extLst>
                  <a:ext uri="{FF2B5EF4-FFF2-40B4-BE49-F238E27FC236}">
                    <a16:creationId xmlns:a16="http://schemas.microsoft.com/office/drawing/2014/main" id="{3BEA4A32-0663-4F74-B74D-A202EAF0545B}"/>
                  </a:ext>
                </a:extLst>
              </p:cNvPr>
              <p:cNvSpPr>
                <a:spLocks/>
              </p:cNvSpPr>
              <p:nvPr/>
            </p:nvSpPr>
            <p:spPr bwMode="hidden">
              <a:xfrm flipH="1">
                <a:off x="3144" y="319"/>
                <a:ext cx="996" cy="933"/>
              </a:xfrm>
              <a:custGeom>
                <a:avLst/>
                <a:gdLst>
                  <a:gd name="T0" fmla="*/ 0 w 36830"/>
                  <a:gd name="T1" fmla="*/ 0 h 22305"/>
                  <a:gd name="T2" fmla="*/ 0 w 36830"/>
                  <a:gd name="T3" fmla="*/ 0 h 22305"/>
                  <a:gd name="T4" fmla="*/ 0 w 36830"/>
                  <a:gd name="T5" fmla="*/ 0 h 22305"/>
                  <a:gd name="T6" fmla="*/ 0 60000 65536"/>
                  <a:gd name="T7" fmla="*/ 0 60000 65536"/>
                  <a:gd name="T8" fmla="*/ 0 60000 65536"/>
                </a:gdLst>
                <a:ahLst/>
                <a:cxnLst>
                  <a:cxn ang="T6">
                    <a:pos x="T0" y="T1"/>
                  </a:cxn>
                  <a:cxn ang="T7">
                    <a:pos x="T2" y="T3"/>
                  </a:cxn>
                  <a:cxn ang="T8">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lnTo>
                      <a:pt x="0" y="628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0" name="Arc 127">
                <a:extLst>
                  <a:ext uri="{FF2B5EF4-FFF2-40B4-BE49-F238E27FC236}">
                    <a16:creationId xmlns:a16="http://schemas.microsoft.com/office/drawing/2014/main" id="{58D91A3F-C3E8-4690-9D57-384B29880216}"/>
                  </a:ext>
                </a:extLst>
              </p:cNvPr>
              <p:cNvSpPr>
                <a:spLocks/>
              </p:cNvSpPr>
              <p:nvPr/>
            </p:nvSpPr>
            <p:spPr bwMode="hidden">
              <a:xfrm flipH="1">
                <a:off x="3426" y="122"/>
                <a:ext cx="724" cy="902"/>
              </a:xfrm>
              <a:custGeom>
                <a:avLst/>
                <a:gdLst>
                  <a:gd name="T0" fmla="*/ 0 w 31881"/>
                  <a:gd name="T1" fmla="*/ 0 h 21600"/>
                  <a:gd name="T2" fmla="*/ 0 w 31881"/>
                  <a:gd name="T3" fmla="*/ 0 h 21600"/>
                  <a:gd name="T4" fmla="*/ 0 w 31881"/>
                  <a:gd name="T5" fmla="*/ 0 h 21600"/>
                  <a:gd name="T6" fmla="*/ 0 60000 65536"/>
                  <a:gd name="T7" fmla="*/ 0 60000 65536"/>
                  <a:gd name="T8" fmla="*/ 0 60000 65536"/>
                </a:gdLst>
                <a:ahLst/>
                <a:cxnLst>
                  <a:cxn ang="T6">
                    <a:pos x="T0" y="T1"/>
                  </a:cxn>
                  <a:cxn ang="T7">
                    <a:pos x="T2" y="T3"/>
                  </a:cxn>
                  <a:cxn ang="T8">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lnTo>
                      <a:pt x="-1" y="100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1" name="Arc 128">
                <a:extLst>
                  <a:ext uri="{FF2B5EF4-FFF2-40B4-BE49-F238E27FC236}">
                    <a16:creationId xmlns:a16="http://schemas.microsoft.com/office/drawing/2014/main" id="{FC202FEA-8298-46BB-8D32-2BE4FD26C083}"/>
                  </a:ext>
                </a:extLst>
              </p:cNvPr>
              <p:cNvSpPr>
                <a:spLocks/>
              </p:cNvSpPr>
              <p:nvPr/>
            </p:nvSpPr>
            <p:spPr bwMode="hidden">
              <a:xfrm>
                <a:off x="4199" y="502"/>
                <a:ext cx="297" cy="902"/>
              </a:xfrm>
              <a:custGeom>
                <a:avLst/>
                <a:gdLst>
                  <a:gd name="T0" fmla="*/ 0 w 31146"/>
                  <a:gd name="T1" fmla="*/ 0 h 21600"/>
                  <a:gd name="T2" fmla="*/ 0 w 31146"/>
                  <a:gd name="T3" fmla="*/ 0 h 21600"/>
                  <a:gd name="T4" fmla="*/ 0 w 31146"/>
                  <a:gd name="T5" fmla="*/ 0 h 21600"/>
                  <a:gd name="T6" fmla="*/ 0 60000 65536"/>
                  <a:gd name="T7" fmla="*/ 0 60000 65536"/>
                  <a:gd name="T8" fmla="*/ 0 60000 65536"/>
                </a:gdLst>
                <a:ahLst/>
                <a:cxnLst>
                  <a:cxn ang="T6">
                    <a:pos x="T0" y="T1"/>
                  </a:cxn>
                  <a:cxn ang="T7">
                    <a:pos x="T2" y="T3"/>
                  </a:cxn>
                  <a:cxn ang="T8">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lnTo>
                      <a:pt x="-1" y="4511"/>
                    </a:lnTo>
                    <a:close/>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2" name="Freeform 129">
                <a:extLst>
                  <a:ext uri="{FF2B5EF4-FFF2-40B4-BE49-F238E27FC236}">
                    <a16:creationId xmlns:a16="http://schemas.microsoft.com/office/drawing/2014/main" id="{BD1FEA31-4BA4-49EE-973C-160A86F49231}"/>
                  </a:ext>
                </a:extLst>
              </p:cNvPr>
              <p:cNvSpPr>
                <a:spLocks/>
              </p:cNvSpPr>
              <p:nvPr/>
            </p:nvSpPr>
            <p:spPr bwMode="hidden">
              <a:xfrm flipH="1">
                <a:off x="3307" y="981"/>
                <a:ext cx="426" cy="598"/>
              </a:xfrm>
              <a:custGeom>
                <a:avLst/>
                <a:gdLst>
                  <a:gd name="T0" fmla="*/ 0 w 776"/>
                  <a:gd name="T1" fmla="*/ 0 h 2368"/>
                  <a:gd name="T2" fmla="*/ 22 w 776"/>
                  <a:gd name="T3" fmla="*/ 0 h 2368"/>
                  <a:gd name="T4" fmla="*/ 9 w 776"/>
                  <a:gd name="T5" fmla="*/ 1 h 2368"/>
                  <a:gd name="T6" fmla="*/ 30 w 776"/>
                  <a:gd name="T7" fmla="*/ 1 h 2368"/>
                  <a:gd name="T8" fmla="*/ 18 w 776"/>
                  <a:gd name="T9" fmla="*/ 1 h 2368"/>
                  <a:gd name="T10" fmla="*/ 35 w 776"/>
                  <a:gd name="T11" fmla="*/ 2 h 2368"/>
                  <a:gd name="T12" fmla="*/ 26 w 776"/>
                  <a:gd name="T13" fmla="*/ 2 h 2368"/>
                  <a:gd name="T14" fmla="*/ 44 w 776"/>
                  <a:gd name="T15" fmla="*/ 2 h 2368"/>
                  <a:gd name="T16" fmla="*/ 35 w 776"/>
                  <a:gd name="T17" fmla="*/ 3 h 2368"/>
                  <a:gd name="T18" fmla="*/ 48 w 776"/>
                  <a:gd name="T19" fmla="*/ 3 h 2368"/>
                  <a:gd name="T20" fmla="*/ 44 w 776"/>
                  <a:gd name="T21" fmla="*/ 3 h 2368"/>
                  <a:gd name="T22" fmla="*/ 52 w 776"/>
                  <a:gd name="T23" fmla="*/ 3 h 2368"/>
                  <a:gd name="T24" fmla="*/ 52 w 776"/>
                  <a:gd name="T25" fmla="*/ 4 h 2368"/>
                  <a:gd name="T26" fmla="*/ 61 w 776"/>
                  <a:gd name="T27" fmla="*/ 4 h 2368"/>
                  <a:gd name="T28" fmla="*/ 57 w 776"/>
                  <a:gd name="T29" fmla="*/ 5 h 2368"/>
                  <a:gd name="T30" fmla="*/ 65 w 776"/>
                  <a:gd name="T31" fmla="*/ 5 h 2368"/>
                  <a:gd name="T32" fmla="*/ 61 w 776"/>
                  <a:gd name="T33" fmla="*/ 6 h 2368"/>
                  <a:gd name="T34" fmla="*/ 65 w 776"/>
                  <a:gd name="T35" fmla="*/ 7 h 2368"/>
                  <a:gd name="T36" fmla="*/ 61 w 776"/>
                  <a:gd name="T37" fmla="*/ 7 h 2368"/>
                  <a:gd name="T38" fmla="*/ 70 w 776"/>
                  <a:gd name="T39" fmla="*/ 8 h 2368"/>
                  <a:gd name="T40" fmla="*/ 65 w 776"/>
                  <a:gd name="T41" fmla="*/ 8 h 2368"/>
                  <a:gd name="T42" fmla="*/ 70 w 776"/>
                  <a:gd name="T43" fmla="*/ 9 h 2368"/>
                  <a:gd name="T44" fmla="*/ 65 w 776"/>
                  <a:gd name="T45" fmla="*/ 9 h 2368"/>
                  <a:gd name="T46" fmla="*/ 70 w 776"/>
                  <a:gd name="T47" fmla="*/ 1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3" name="Freeform 130">
                <a:extLst>
                  <a:ext uri="{FF2B5EF4-FFF2-40B4-BE49-F238E27FC236}">
                    <a16:creationId xmlns:a16="http://schemas.microsoft.com/office/drawing/2014/main" id="{5F2B8823-8425-4CE6-ADA0-7393E1092E13}"/>
                  </a:ext>
                </a:extLst>
              </p:cNvPr>
              <p:cNvSpPr>
                <a:spLocks/>
              </p:cNvSpPr>
              <p:nvPr/>
            </p:nvSpPr>
            <p:spPr bwMode="hidden">
              <a:xfrm flipH="1">
                <a:off x="3507" y="350"/>
                <a:ext cx="273" cy="597"/>
              </a:xfrm>
              <a:custGeom>
                <a:avLst/>
                <a:gdLst>
                  <a:gd name="T0" fmla="*/ 0 w 776"/>
                  <a:gd name="T1" fmla="*/ 0 h 2368"/>
                  <a:gd name="T2" fmla="*/ 4 w 776"/>
                  <a:gd name="T3" fmla="*/ 0 h 2368"/>
                  <a:gd name="T4" fmla="*/ 1 w 776"/>
                  <a:gd name="T5" fmla="*/ 1 h 2368"/>
                  <a:gd name="T6" fmla="*/ 5 w 776"/>
                  <a:gd name="T7" fmla="*/ 1 h 2368"/>
                  <a:gd name="T8" fmla="*/ 3 w 776"/>
                  <a:gd name="T9" fmla="*/ 1 h 2368"/>
                  <a:gd name="T10" fmla="*/ 6 w 776"/>
                  <a:gd name="T11" fmla="*/ 2 h 2368"/>
                  <a:gd name="T12" fmla="*/ 5 w 776"/>
                  <a:gd name="T13" fmla="*/ 2 h 2368"/>
                  <a:gd name="T14" fmla="*/ 7 w 776"/>
                  <a:gd name="T15" fmla="*/ 2 h 2368"/>
                  <a:gd name="T16" fmla="*/ 6 w 776"/>
                  <a:gd name="T17" fmla="*/ 3 h 2368"/>
                  <a:gd name="T18" fmla="*/ 8 w 776"/>
                  <a:gd name="T19" fmla="*/ 3 h 2368"/>
                  <a:gd name="T20" fmla="*/ 7 w 776"/>
                  <a:gd name="T21" fmla="*/ 3 h 2368"/>
                  <a:gd name="T22" fmla="*/ 9 w 776"/>
                  <a:gd name="T23" fmla="*/ 3 h 2368"/>
                  <a:gd name="T24" fmla="*/ 9 w 776"/>
                  <a:gd name="T25" fmla="*/ 4 h 2368"/>
                  <a:gd name="T26" fmla="*/ 10 w 776"/>
                  <a:gd name="T27" fmla="*/ 4 h 2368"/>
                  <a:gd name="T28" fmla="*/ 9 w 776"/>
                  <a:gd name="T29" fmla="*/ 5 h 2368"/>
                  <a:gd name="T30" fmla="*/ 11 w 776"/>
                  <a:gd name="T31" fmla="*/ 5 h 2368"/>
                  <a:gd name="T32" fmla="*/ 10 w 776"/>
                  <a:gd name="T33" fmla="*/ 6 h 2368"/>
                  <a:gd name="T34" fmla="*/ 11 w 776"/>
                  <a:gd name="T35" fmla="*/ 7 h 2368"/>
                  <a:gd name="T36" fmla="*/ 10 w 776"/>
                  <a:gd name="T37" fmla="*/ 7 h 2368"/>
                  <a:gd name="T38" fmla="*/ 12 w 776"/>
                  <a:gd name="T39" fmla="*/ 7 h 2368"/>
                  <a:gd name="T40" fmla="*/ 11 w 776"/>
                  <a:gd name="T41" fmla="*/ 8 h 2368"/>
                  <a:gd name="T42" fmla="*/ 12 w 776"/>
                  <a:gd name="T43" fmla="*/ 9 h 2368"/>
                  <a:gd name="T44" fmla="*/ 11 w 776"/>
                  <a:gd name="T45" fmla="*/ 9 h 2368"/>
                  <a:gd name="T46" fmla="*/ 12 w 776"/>
                  <a:gd name="T47" fmla="*/ 1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4" name="Freeform 131">
                <a:extLst>
                  <a:ext uri="{FF2B5EF4-FFF2-40B4-BE49-F238E27FC236}">
                    <a16:creationId xmlns:a16="http://schemas.microsoft.com/office/drawing/2014/main" id="{A859EEF6-721B-4134-BB12-96C4E51F7462}"/>
                  </a:ext>
                </a:extLst>
              </p:cNvPr>
              <p:cNvSpPr>
                <a:spLocks/>
              </p:cNvSpPr>
              <p:nvPr/>
            </p:nvSpPr>
            <p:spPr bwMode="hidden">
              <a:xfrm flipH="1">
                <a:off x="3821" y="172"/>
                <a:ext cx="164" cy="597"/>
              </a:xfrm>
              <a:custGeom>
                <a:avLst/>
                <a:gdLst>
                  <a:gd name="T0" fmla="*/ 0 w 776"/>
                  <a:gd name="T1" fmla="*/ 0 h 2368"/>
                  <a:gd name="T2" fmla="*/ 0 w 776"/>
                  <a:gd name="T3" fmla="*/ 0 h 2368"/>
                  <a:gd name="T4" fmla="*/ 0 w 776"/>
                  <a:gd name="T5" fmla="*/ 1 h 2368"/>
                  <a:gd name="T6" fmla="*/ 1 w 776"/>
                  <a:gd name="T7" fmla="*/ 1 h 2368"/>
                  <a:gd name="T8" fmla="*/ 0 w 776"/>
                  <a:gd name="T9" fmla="*/ 1 h 2368"/>
                  <a:gd name="T10" fmla="*/ 1 w 776"/>
                  <a:gd name="T11" fmla="*/ 2 h 2368"/>
                  <a:gd name="T12" fmla="*/ 1 w 776"/>
                  <a:gd name="T13" fmla="*/ 2 h 2368"/>
                  <a:gd name="T14" fmla="*/ 1 w 776"/>
                  <a:gd name="T15" fmla="*/ 2 h 2368"/>
                  <a:gd name="T16" fmla="*/ 1 w 776"/>
                  <a:gd name="T17" fmla="*/ 3 h 2368"/>
                  <a:gd name="T18" fmla="*/ 1 w 776"/>
                  <a:gd name="T19" fmla="*/ 3 h 2368"/>
                  <a:gd name="T20" fmla="*/ 1 w 776"/>
                  <a:gd name="T21" fmla="*/ 3 h 2368"/>
                  <a:gd name="T22" fmla="*/ 1 w 776"/>
                  <a:gd name="T23" fmla="*/ 3 h 2368"/>
                  <a:gd name="T24" fmla="*/ 1 w 776"/>
                  <a:gd name="T25" fmla="*/ 4 h 2368"/>
                  <a:gd name="T26" fmla="*/ 1 w 776"/>
                  <a:gd name="T27" fmla="*/ 4 h 2368"/>
                  <a:gd name="T28" fmla="*/ 1 w 776"/>
                  <a:gd name="T29" fmla="*/ 5 h 2368"/>
                  <a:gd name="T30" fmla="*/ 1 w 776"/>
                  <a:gd name="T31" fmla="*/ 5 h 2368"/>
                  <a:gd name="T32" fmla="*/ 1 w 776"/>
                  <a:gd name="T33" fmla="*/ 6 h 2368"/>
                  <a:gd name="T34" fmla="*/ 1 w 776"/>
                  <a:gd name="T35" fmla="*/ 7 h 2368"/>
                  <a:gd name="T36" fmla="*/ 1 w 776"/>
                  <a:gd name="T37" fmla="*/ 7 h 2368"/>
                  <a:gd name="T38" fmla="*/ 1 w 776"/>
                  <a:gd name="T39" fmla="*/ 7 h 2368"/>
                  <a:gd name="T40" fmla="*/ 1 w 776"/>
                  <a:gd name="T41" fmla="*/ 8 h 2368"/>
                  <a:gd name="T42" fmla="*/ 1 w 776"/>
                  <a:gd name="T43" fmla="*/ 9 h 2368"/>
                  <a:gd name="T44" fmla="*/ 1 w 776"/>
                  <a:gd name="T45" fmla="*/ 9 h 2368"/>
                  <a:gd name="T46" fmla="*/ 1 w 776"/>
                  <a:gd name="T47" fmla="*/ 1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5" name="Freeform 132">
                <a:extLst>
                  <a:ext uri="{FF2B5EF4-FFF2-40B4-BE49-F238E27FC236}">
                    <a16:creationId xmlns:a16="http://schemas.microsoft.com/office/drawing/2014/main" id="{131E44DF-830E-464E-A35D-F71B37B31FF4}"/>
                  </a:ext>
                </a:extLst>
              </p:cNvPr>
              <p:cNvSpPr>
                <a:spLocks/>
              </p:cNvSpPr>
              <p:nvPr/>
            </p:nvSpPr>
            <p:spPr bwMode="hidden">
              <a:xfrm>
                <a:off x="4841" y="894"/>
                <a:ext cx="395" cy="628"/>
              </a:xfrm>
              <a:custGeom>
                <a:avLst/>
                <a:gdLst>
                  <a:gd name="T0" fmla="*/ 0 w 776"/>
                  <a:gd name="T1" fmla="*/ 0 h 2368"/>
                  <a:gd name="T2" fmla="*/ 16 w 776"/>
                  <a:gd name="T3" fmla="*/ 0 h 2368"/>
                  <a:gd name="T4" fmla="*/ 7 w 776"/>
                  <a:gd name="T5" fmla="*/ 1 h 2368"/>
                  <a:gd name="T6" fmla="*/ 22 w 776"/>
                  <a:gd name="T7" fmla="*/ 1 h 2368"/>
                  <a:gd name="T8" fmla="*/ 13 w 776"/>
                  <a:gd name="T9" fmla="*/ 2 h 2368"/>
                  <a:gd name="T10" fmla="*/ 25 w 776"/>
                  <a:gd name="T11" fmla="*/ 2 h 2368"/>
                  <a:gd name="T12" fmla="*/ 19 w 776"/>
                  <a:gd name="T13" fmla="*/ 2 h 2368"/>
                  <a:gd name="T14" fmla="*/ 32 w 776"/>
                  <a:gd name="T15" fmla="*/ 2 h 2368"/>
                  <a:gd name="T16" fmla="*/ 25 w 776"/>
                  <a:gd name="T17" fmla="*/ 3 h 2368"/>
                  <a:gd name="T18" fmla="*/ 36 w 776"/>
                  <a:gd name="T19" fmla="*/ 3 h 2368"/>
                  <a:gd name="T20" fmla="*/ 32 w 776"/>
                  <a:gd name="T21" fmla="*/ 4 h 2368"/>
                  <a:gd name="T22" fmla="*/ 39 w 776"/>
                  <a:gd name="T23" fmla="*/ 4 h 2368"/>
                  <a:gd name="T24" fmla="*/ 39 w 776"/>
                  <a:gd name="T25" fmla="*/ 5 h 2368"/>
                  <a:gd name="T26" fmla="*/ 45 w 776"/>
                  <a:gd name="T27" fmla="*/ 5 h 2368"/>
                  <a:gd name="T28" fmla="*/ 42 w 776"/>
                  <a:gd name="T29" fmla="*/ 6 h 2368"/>
                  <a:gd name="T30" fmla="*/ 48 w 776"/>
                  <a:gd name="T31" fmla="*/ 6 h 2368"/>
                  <a:gd name="T32" fmla="*/ 45 w 776"/>
                  <a:gd name="T33" fmla="*/ 7 h 2368"/>
                  <a:gd name="T34" fmla="*/ 48 w 776"/>
                  <a:gd name="T35" fmla="*/ 8 h 2368"/>
                  <a:gd name="T36" fmla="*/ 45 w 776"/>
                  <a:gd name="T37" fmla="*/ 8 h 2368"/>
                  <a:gd name="T38" fmla="*/ 51 w 776"/>
                  <a:gd name="T39" fmla="*/ 9 h 2368"/>
                  <a:gd name="T40" fmla="*/ 48 w 776"/>
                  <a:gd name="T41" fmla="*/ 10 h 2368"/>
                  <a:gd name="T42" fmla="*/ 51 w 776"/>
                  <a:gd name="T43" fmla="*/ 11 h 2368"/>
                  <a:gd name="T44" fmla="*/ 48 w 776"/>
                  <a:gd name="T45" fmla="*/ 11 h 2368"/>
                  <a:gd name="T46" fmla="*/ 51 w 776"/>
                  <a:gd name="T47" fmla="*/ 12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6" name="Freeform 133">
                <a:extLst>
                  <a:ext uri="{FF2B5EF4-FFF2-40B4-BE49-F238E27FC236}">
                    <a16:creationId xmlns:a16="http://schemas.microsoft.com/office/drawing/2014/main" id="{93D66285-5594-480C-AEC5-25C18970F7CE}"/>
                  </a:ext>
                </a:extLst>
              </p:cNvPr>
              <p:cNvSpPr>
                <a:spLocks/>
              </p:cNvSpPr>
              <p:nvPr/>
            </p:nvSpPr>
            <p:spPr bwMode="hidden">
              <a:xfrm>
                <a:off x="4636" y="576"/>
                <a:ext cx="594" cy="417"/>
              </a:xfrm>
              <a:custGeom>
                <a:avLst/>
                <a:gdLst>
                  <a:gd name="T0" fmla="*/ 0 w 776"/>
                  <a:gd name="T1" fmla="*/ 0 h 2368"/>
                  <a:gd name="T2" fmla="*/ 83 w 776"/>
                  <a:gd name="T3" fmla="*/ 0 h 2368"/>
                  <a:gd name="T4" fmla="*/ 33 w 776"/>
                  <a:gd name="T5" fmla="*/ 0 h 2368"/>
                  <a:gd name="T6" fmla="*/ 116 w 776"/>
                  <a:gd name="T7" fmla="*/ 0 h 2368"/>
                  <a:gd name="T8" fmla="*/ 66 w 776"/>
                  <a:gd name="T9" fmla="*/ 0 h 2368"/>
                  <a:gd name="T10" fmla="*/ 132 w 776"/>
                  <a:gd name="T11" fmla="*/ 0 h 2368"/>
                  <a:gd name="T12" fmla="*/ 99 w 776"/>
                  <a:gd name="T13" fmla="*/ 0 h 2368"/>
                  <a:gd name="T14" fmla="*/ 165 w 776"/>
                  <a:gd name="T15" fmla="*/ 1 h 2368"/>
                  <a:gd name="T16" fmla="*/ 132 w 776"/>
                  <a:gd name="T17" fmla="*/ 1 h 2368"/>
                  <a:gd name="T18" fmla="*/ 181 w 776"/>
                  <a:gd name="T19" fmla="*/ 1 h 2368"/>
                  <a:gd name="T20" fmla="*/ 165 w 776"/>
                  <a:gd name="T21" fmla="*/ 1 h 2368"/>
                  <a:gd name="T22" fmla="*/ 198 w 776"/>
                  <a:gd name="T23" fmla="*/ 1 h 2368"/>
                  <a:gd name="T24" fmla="*/ 198 w 776"/>
                  <a:gd name="T25" fmla="*/ 1 h 2368"/>
                  <a:gd name="T26" fmla="*/ 230 w 776"/>
                  <a:gd name="T27" fmla="*/ 1 h 2368"/>
                  <a:gd name="T28" fmla="*/ 214 w 776"/>
                  <a:gd name="T29" fmla="*/ 1 h 2368"/>
                  <a:gd name="T30" fmla="*/ 247 w 776"/>
                  <a:gd name="T31" fmla="*/ 1 h 2368"/>
                  <a:gd name="T32" fmla="*/ 230 w 776"/>
                  <a:gd name="T33" fmla="*/ 1 h 2368"/>
                  <a:gd name="T34" fmla="*/ 247 w 776"/>
                  <a:gd name="T35" fmla="*/ 2 h 2368"/>
                  <a:gd name="T36" fmla="*/ 230 w 776"/>
                  <a:gd name="T37" fmla="*/ 2 h 2368"/>
                  <a:gd name="T38" fmla="*/ 263 w 776"/>
                  <a:gd name="T39" fmla="*/ 2 h 2368"/>
                  <a:gd name="T40" fmla="*/ 247 w 776"/>
                  <a:gd name="T41" fmla="*/ 2 h 2368"/>
                  <a:gd name="T42" fmla="*/ 263 w 776"/>
                  <a:gd name="T43" fmla="*/ 2 h 2368"/>
                  <a:gd name="T44" fmla="*/ 247 w 776"/>
                  <a:gd name="T45" fmla="*/ 2 h 2368"/>
                  <a:gd name="T46" fmla="*/ 263 w 776"/>
                  <a:gd name="T47" fmla="*/ 2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7" name="Freeform 134">
                <a:extLst>
                  <a:ext uri="{FF2B5EF4-FFF2-40B4-BE49-F238E27FC236}">
                    <a16:creationId xmlns:a16="http://schemas.microsoft.com/office/drawing/2014/main" id="{B9B899A5-B00F-4299-9322-5D3F8009A1D7}"/>
                  </a:ext>
                </a:extLst>
              </p:cNvPr>
              <p:cNvSpPr>
                <a:spLocks/>
              </p:cNvSpPr>
              <p:nvPr/>
            </p:nvSpPr>
            <p:spPr bwMode="hidden">
              <a:xfrm>
                <a:off x="4658" y="132"/>
                <a:ext cx="260" cy="560"/>
              </a:xfrm>
              <a:custGeom>
                <a:avLst/>
                <a:gdLst>
                  <a:gd name="T0" fmla="*/ 0 w 776"/>
                  <a:gd name="T1" fmla="*/ 0 h 2368"/>
                  <a:gd name="T2" fmla="*/ 3 w 776"/>
                  <a:gd name="T3" fmla="*/ 0 h 2368"/>
                  <a:gd name="T4" fmla="*/ 1 w 776"/>
                  <a:gd name="T5" fmla="*/ 0 h 2368"/>
                  <a:gd name="T6" fmla="*/ 4 w 776"/>
                  <a:gd name="T7" fmla="*/ 0 h 2368"/>
                  <a:gd name="T8" fmla="*/ 2 w 776"/>
                  <a:gd name="T9" fmla="*/ 1 h 2368"/>
                  <a:gd name="T10" fmla="*/ 5 w 776"/>
                  <a:gd name="T11" fmla="*/ 1 h 2368"/>
                  <a:gd name="T12" fmla="*/ 4 w 776"/>
                  <a:gd name="T13" fmla="*/ 1 h 2368"/>
                  <a:gd name="T14" fmla="*/ 6 w 776"/>
                  <a:gd name="T15" fmla="*/ 2 h 2368"/>
                  <a:gd name="T16" fmla="*/ 5 w 776"/>
                  <a:gd name="T17" fmla="*/ 2 h 2368"/>
                  <a:gd name="T18" fmla="*/ 7 w 776"/>
                  <a:gd name="T19" fmla="*/ 2 h 2368"/>
                  <a:gd name="T20" fmla="*/ 6 w 776"/>
                  <a:gd name="T21" fmla="*/ 2 h 2368"/>
                  <a:gd name="T22" fmla="*/ 7 w 776"/>
                  <a:gd name="T23" fmla="*/ 3 h 2368"/>
                  <a:gd name="T24" fmla="*/ 7 w 776"/>
                  <a:gd name="T25" fmla="*/ 3 h 2368"/>
                  <a:gd name="T26" fmla="*/ 8 w 776"/>
                  <a:gd name="T27" fmla="*/ 3 h 2368"/>
                  <a:gd name="T28" fmla="*/ 8 w 776"/>
                  <a:gd name="T29" fmla="*/ 4 h 2368"/>
                  <a:gd name="T30" fmla="*/ 9 w 776"/>
                  <a:gd name="T31" fmla="*/ 4 h 2368"/>
                  <a:gd name="T32" fmla="*/ 8 w 776"/>
                  <a:gd name="T33" fmla="*/ 4 h 2368"/>
                  <a:gd name="T34" fmla="*/ 9 w 776"/>
                  <a:gd name="T35" fmla="*/ 5 h 2368"/>
                  <a:gd name="T36" fmla="*/ 8 w 776"/>
                  <a:gd name="T37" fmla="*/ 5 h 2368"/>
                  <a:gd name="T38" fmla="*/ 10 w 776"/>
                  <a:gd name="T39" fmla="*/ 6 h 2368"/>
                  <a:gd name="T40" fmla="*/ 9 w 776"/>
                  <a:gd name="T41" fmla="*/ 6 h 2368"/>
                  <a:gd name="T42" fmla="*/ 10 w 776"/>
                  <a:gd name="T43" fmla="*/ 7 h 2368"/>
                  <a:gd name="T44" fmla="*/ 9 w 776"/>
                  <a:gd name="T45" fmla="*/ 7 h 2368"/>
                  <a:gd name="T46" fmla="*/ 10 w 776"/>
                  <a:gd name="T47" fmla="*/ 7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8" name="Freeform 135">
                <a:extLst>
                  <a:ext uri="{FF2B5EF4-FFF2-40B4-BE49-F238E27FC236}">
                    <a16:creationId xmlns:a16="http://schemas.microsoft.com/office/drawing/2014/main" id="{C54BAF20-82A0-4D79-8F39-221B3728CADE}"/>
                  </a:ext>
                </a:extLst>
              </p:cNvPr>
              <p:cNvSpPr>
                <a:spLocks/>
              </p:cNvSpPr>
              <p:nvPr/>
            </p:nvSpPr>
            <p:spPr bwMode="hidden">
              <a:xfrm rot="-1346631">
                <a:off x="4401" y="599"/>
                <a:ext cx="175" cy="329"/>
              </a:xfrm>
              <a:custGeom>
                <a:avLst/>
                <a:gdLst>
                  <a:gd name="T0" fmla="*/ 0 w 776"/>
                  <a:gd name="T1" fmla="*/ 0 h 2368"/>
                  <a:gd name="T2" fmla="*/ 1 w 776"/>
                  <a:gd name="T3" fmla="*/ 0 h 2368"/>
                  <a:gd name="T4" fmla="*/ 0 w 776"/>
                  <a:gd name="T5" fmla="*/ 0 h 2368"/>
                  <a:gd name="T6" fmla="*/ 1 w 776"/>
                  <a:gd name="T7" fmla="*/ 0 h 2368"/>
                  <a:gd name="T8" fmla="*/ 0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2 w 776"/>
                  <a:gd name="T23" fmla="*/ 0 h 2368"/>
                  <a:gd name="T24" fmla="*/ 2 w 776"/>
                  <a:gd name="T25" fmla="*/ 0 h 2368"/>
                  <a:gd name="T26" fmla="*/ 2 w 776"/>
                  <a:gd name="T27" fmla="*/ 0 h 2368"/>
                  <a:gd name="T28" fmla="*/ 2 w 776"/>
                  <a:gd name="T29" fmla="*/ 0 h 2368"/>
                  <a:gd name="T30" fmla="*/ 2 w 776"/>
                  <a:gd name="T31" fmla="*/ 0 h 2368"/>
                  <a:gd name="T32" fmla="*/ 2 w 776"/>
                  <a:gd name="T33" fmla="*/ 1 h 2368"/>
                  <a:gd name="T34" fmla="*/ 2 w 776"/>
                  <a:gd name="T35" fmla="*/ 1 h 2368"/>
                  <a:gd name="T36" fmla="*/ 2 w 776"/>
                  <a:gd name="T37" fmla="*/ 1 h 2368"/>
                  <a:gd name="T38" fmla="*/ 2 w 776"/>
                  <a:gd name="T39" fmla="*/ 1 h 2368"/>
                  <a:gd name="T40" fmla="*/ 2 w 776"/>
                  <a:gd name="T41" fmla="*/ 1 h 2368"/>
                  <a:gd name="T42" fmla="*/ 2 w 776"/>
                  <a:gd name="T43" fmla="*/ 1 h 2368"/>
                  <a:gd name="T44" fmla="*/ 2 w 776"/>
                  <a:gd name="T45" fmla="*/ 1 h 2368"/>
                  <a:gd name="T46" fmla="*/ 2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79" name="Freeform 136">
                <a:extLst>
                  <a:ext uri="{FF2B5EF4-FFF2-40B4-BE49-F238E27FC236}">
                    <a16:creationId xmlns:a16="http://schemas.microsoft.com/office/drawing/2014/main" id="{A99E49B6-E133-43C9-97AE-DC82C82DA076}"/>
                  </a:ext>
                </a:extLst>
              </p:cNvPr>
              <p:cNvSpPr>
                <a:spLocks/>
              </p:cNvSpPr>
              <p:nvPr/>
            </p:nvSpPr>
            <p:spPr bwMode="hidden">
              <a:xfrm rot="1346631" flipH="1">
                <a:off x="3783" y="589"/>
                <a:ext cx="172" cy="330"/>
              </a:xfrm>
              <a:custGeom>
                <a:avLst/>
                <a:gdLst>
                  <a:gd name="T0" fmla="*/ 0 w 776"/>
                  <a:gd name="T1" fmla="*/ 0 h 2368"/>
                  <a:gd name="T2" fmla="*/ 1 w 776"/>
                  <a:gd name="T3" fmla="*/ 0 h 2368"/>
                  <a:gd name="T4" fmla="*/ 0 w 776"/>
                  <a:gd name="T5" fmla="*/ 0 h 2368"/>
                  <a:gd name="T6" fmla="*/ 1 w 776"/>
                  <a:gd name="T7" fmla="*/ 0 h 2368"/>
                  <a:gd name="T8" fmla="*/ 0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2 w 776"/>
                  <a:gd name="T27" fmla="*/ 0 h 2368"/>
                  <a:gd name="T28" fmla="*/ 2 w 776"/>
                  <a:gd name="T29" fmla="*/ 0 h 2368"/>
                  <a:gd name="T30" fmla="*/ 2 w 776"/>
                  <a:gd name="T31" fmla="*/ 1 h 2368"/>
                  <a:gd name="T32" fmla="*/ 2 w 776"/>
                  <a:gd name="T33" fmla="*/ 1 h 2368"/>
                  <a:gd name="T34" fmla="*/ 2 w 776"/>
                  <a:gd name="T35" fmla="*/ 1 h 2368"/>
                  <a:gd name="T36" fmla="*/ 2 w 776"/>
                  <a:gd name="T37" fmla="*/ 1 h 2368"/>
                  <a:gd name="T38" fmla="*/ 2 w 776"/>
                  <a:gd name="T39" fmla="*/ 1 h 2368"/>
                  <a:gd name="T40" fmla="*/ 2 w 776"/>
                  <a:gd name="T41" fmla="*/ 1 h 2368"/>
                  <a:gd name="T42" fmla="*/ 2 w 776"/>
                  <a:gd name="T43" fmla="*/ 1 h 2368"/>
                  <a:gd name="T44" fmla="*/ 2 w 776"/>
                  <a:gd name="T45" fmla="*/ 1 h 2368"/>
                  <a:gd name="T46" fmla="*/ 2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6147" name="Rectangle 137">
            <a:extLst>
              <a:ext uri="{FF2B5EF4-FFF2-40B4-BE49-F238E27FC236}">
                <a16:creationId xmlns:a16="http://schemas.microsoft.com/office/drawing/2014/main" id="{42FABB8D-6540-40EB-ABA4-78C29152D5F8}"/>
              </a:ext>
            </a:extLst>
          </p:cNvPr>
          <p:cNvSpPr>
            <a:spLocks noGrp="1" noChangeArrowheads="1"/>
          </p:cNvSpPr>
          <p:nvPr>
            <p:ph type="title" idx="4294967295"/>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148" name="Rectangle 138">
            <a:extLst>
              <a:ext uri="{FF2B5EF4-FFF2-40B4-BE49-F238E27FC236}">
                <a16:creationId xmlns:a16="http://schemas.microsoft.com/office/drawing/2014/main" id="{D9E0701D-2F1A-49BC-BA0C-FBFB66568643}"/>
              </a:ext>
            </a:extLst>
          </p:cNvPr>
          <p:cNvSpPr>
            <a:spLocks noGrp="1" noChangeArrowheads="1"/>
          </p:cNvSpPr>
          <p:nvPr>
            <p:ph type="body" idx="4294967295"/>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13323" name="Rectangle 139">
            <a:extLst>
              <a:ext uri="{FF2B5EF4-FFF2-40B4-BE49-F238E27FC236}">
                <a16:creationId xmlns:a16="http://schemas.microsoft.com/office/drawing/2014/main" id="{39BBDBC8-923D-4690-8BE5-AB7B2129F642}"/>
              </a:ext>
            </a:extLst>
          </p:cNvPr>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ClrTx/>
              <a:buSzTx/>
              <a:buFontTx/>
              <a:buNone/>
              <a:defRPr sz="1400">
                <a:solidFill>
                  <a:schemeClr val="tx1"/>
                </a:solidFill>
                <a:latin typeface="+mn-lt"/>
              </a:defRPr>
            </a:lvl1pPr>
          </a:lstStyle>
          <a:p>
            <a:pPr>
              <a:defRPr/>
            </a:pPr>
            <a:fld id="{43E25FA5-DE88-4BFF-BF05-1150253220E2}" type="datetime1">
              <a:rPr lang="zh-CN" altLang="en-US"/>
              <a:pPr>
                <a:defRPr/>
              </a:pPr>
              <a:t>2020/12/3</a:t>
            </a:fld>
            <a:endParaRPr lang="en-US" altLang="zh-CN"/>
          </a:p>
        </p:txBody>
      </p:sp>
      <p:sp>
        <p:nvSpPr>
          <p:cNvPr id="2013324" name="Rectangle 140">
            <a:extLst>
              <a:ext uri="{FF2B5EF4-FFF2-40B4-BE49-F238E27FC236}">
                <a16:creationId xmlns:a16="http://schemas.microsoft.com/office/drawing/2014/main" id="{96094F5E-E337-4416-95BC-B24D93E33659}"/>
              </a:ext>
            </a:extLst>
          </p:cNvPr>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ClrTx/>
              <a:buSzTx/>
              <a:buFontTx/>
              <a:buNone/>
              <a:defRPr sz="1400">
                <a:solidFill>
                  <a:schemeClr val="tx1"/>
                </a:solidFill>
                <a:latin typeface="+mn-lt"/>
              </a:defRPr>
            </a:lvl1pPr>
          </a:lstStyle>
          <a:p>
            <a:pPr>
              <a:defRPr/>
            </a:pPr>
            <a:endParaRPr lang="en-US" altLang="zh-CN"/>
          </a:p>
        </p:txBody>
      </p:sp>
      <p:sp>
        <p:nvSpPr>
          <p:cNvPr id="2013325" name="Rectangle 141">
            <a:extLst>
              <a:ext uri="{FF2B5EF4-FFF2-40B4-BE49-F238E27FC236}">
                <a16:creationId xmlns:a16="http://schemas.microsoft.com/office/drawing/2014/main" id="{B32EBECA-9B77-4138-B4F4-6DF2191A845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ClrTx/>
              <a:buSzPct val="80000"/>
              <a:buFont typeface="Arial" panose="020B0604020202020204" pitchFamily="34" charset="0"/>
              <a:buNone/>
              <a:defRPr sz="1400" noProof="1">
                <a:solidFill>
                  <a:schemeClr val="tx1"/>
                </a:solidFill>
                <a:latin typeface="Arial Black" panose="020B0A04020102020204" pitchFamily="34" charset="0"/>
              </a:defRPr>
            </a:lvl1pPr>
          </a:lstStyle>
          <a:p>
            <a:pPr>
              <a:defRPr/>
            </a:pPr>
            <a:fld id="{11BE4AE4-CEA7-4D71-9744-D32DB093D41B}" type="slidenum">
              <a:rPr lang="en-US" altLang="zh-CN"/>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4656" r:id="rId1"/>
    <p:sldLayoutId id="2147484610" r:id="rId2"/>
    <p:sldLayoutId id="2147484611" r:id="rId3"/>
    <p:sldLayoutId id="2147484612" r:id="rId4"/>
    <p:sldLayoutId id="2147484613" r:id="rId5"/>
    <p:sldLayoutId id="2147484614" r:id="rId6"/>
    <p:sldLayoutId id="2147484615" r:id="rId7"/>
    <p:sldLayoutId id="2147484616" r:id="rId8"/>
    <p:sldLayoutId id="2147484617" r:id="rId9"/>
    <p:sldLayoutId id="2147484618" r:id="rId10"/>
    <p:sldLayoutId id="2147484619" r:id="rId11"/>
    <p:sldLayoutId id="2147484620" r:id="rId1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anose="020B0A0402010202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Arial Black" panose="020B0A0402010202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Arial Black" panose="020B0A0402010202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Arial Black" panose="020B0A0402010202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Arial Black" panose="020B0A0402010202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Arial Black" panose="020B0A0402010202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Arial Black" panose="020B0A0402010202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Arial Black" panose="020B0A040201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ea typeface="+mn-ea"/>
        </a:defRPr>
      </a:lvl5pPr>
      <a:lvl6pPr marL="2514600" indent="-228600" algn="l" rtl="0" fontAlgn="base">
        <a:spcBef>
          <a:spcPct val="20000"/>
        </a:spcBef>
        <a:spcAft>
          <a:spcPct val="0"/>
        </a:spcAft>
        <a:buFont typeface="Times New Roman" panose="02020603050405020304" pitchFamily="18" charset="0"/>
        <a:buChar char="–"/>
        <a:defRPr sz="2000">
          <a:solidFill>
            <a:schemeClr val="tx1"/>
          </a:solidFill>
          <a:latin typeface="+mn-lt"/>
          <a:ea typeface="+mn-ea"/>
        </a:defRPr>
      </a:lvl6pPr>
      <a:lvl7pPr marL="2971800" indent="-228600" algn="l" rtl="0" fontAlgn="base">
        <a:spcBef>
          <a:spcPct val="20000"/>
        </a:spcBef>
        <a:spcAft>
          <a:spcPct val="0"/>
        </a:spcAft>
        <a:buFont typeface="Times New Roman" panose="02020603050405020304" pitchFamily="18" charset="0"/>
        <a:buChar char="–"/>
        <a:defRPr sz="2000">
          <a:solidFill>
            <a:schemeClr val="tx1"/>
          </a:solidFill>
          <a:latin typeface="+mn-lt"/>
          <a:ea typeface="+mn-ea"/>
        </a:defRPr>
      </a:lvl7pPr>
      <a:lvl8pPr marL="3429000" indent="-228600" algn="l" rtl="0" fontAlgn="base">
        <a:spcBef>
          <a:spcPct val="20000"/>
        </a:spcBef>
        <a:spcAft>
          <a:spcPct val="0"/>
        </a:spcAft>
        <a:buFont typeface="Times New Roman" panose="02020603050405020304" pitchFamily="18" charset="0"/>
        <a:buChar char="–"/>
        <a:defRPr sz="2000">
          <a:solidFill>
            <a:schemeClr val="tx1"/>
          </a:solidFill>
          <a:latin typeface="+mn-lt"/>
          <a:ea typeface="+mn-ea"/>
        </a:defRPr>
      </a:lvl8pPr>
      <a:lvl9pPr marL="3886200" indent="-228600" algn="l" rtl="0" fontAlgn="base">
        <a:spcBef>
          <a:spcPct val="20000"/>
        </a:spcBef>
        <a:spcAft>
          <a:spcPct val="0"/>
        </a:spcAft>
        <a:buFont typeface="Times New Roman" panose="02020603050405020304" pitchFamily="18"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8A24460-7DF5-4228-8EBB-D860266243E6}"/>
              </a:ext>
            </a:extLst>
          </p:cNvPr>
          <p:cNvSpPr>
            <a:spLocks noGrp="1" noChangeArrowheads="1"/>
          </p:cNvSpPr>
          <p:nvPr>
            <p:ph type="title" idx="4294967295"/>
          </p:nvPr>
        </p:nvSpPr>
        <p:spPr bwMode="auto">
          <a:xfrm>
            <a:off x="1582738" y="285750"/>
            <a:ext cx="756126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7171" name="Rectangle 3">
            <a:extLst>
              <a:ext uri="{FF2B5EF4-FFF2-40B4-BE49-F238E27FC236}">
                <a16:creationId xmlns:a16="http://schemas.microsoft.com/office/drawing/2014/main" id="{A7AE331F-3612-4046-B09B-2E6186006DE1}"/>
              </a:ext>
            </a:extLst>
          </p:cNvPr>
          <p:cNvSpPr>
            <a:spLocks noGrp="1" noChangeArrowheads="1"/>
          </p:cNvSpPr>
          <p:nvPr>
            <p:ph type="body" idx="4294967295"/>
          </p:nvPr>
        </p:nvSpPr>
        <p:spPr bwMode="auto">
          <a:xfrm>
            <a:off x="1576388" y="1143000"/>
            <a:ext cx="7567612"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215492" name="Rectangle 4">
            <a:extLst>
              <a:ext uri="{FF2B5EF4-FFF2-40B4-BE49-F238E27FC236}">
                <a16:creationId xmlns:a16="http://schemas.microsoft.com/office/drawing/2014/main" id="{FDEAECA2-9734-423C-BFDB-60EFCD6B2EFB}"/>
              </a:ext>
            </a:extLst>
          </p:cNvPr>
          <p:cNvSpPr>
            <a:spLocks noGrp="1" noChangeArrowheads="1"/>
          </p:cNvSpPr>
          <p:nvPr>
            <p:ph type="dt" sz="half" idx="2"/>
          </p:nvPr>
        </p:nvSpPr>
        <p:spPr bwMode="auto">
          <a:xfrm>
            <a:off x="1581150" y="5953125"/>
            <a:ext cx="1905000" cy="457200"/>
          </a:xfrm>
          <a:prstGeom prst="rect">
            <a:avLst/>
          </a:prstGeom>
          <a:noFill/>
          <a:ln w="9525">
            <a:noFill/>
            <a:miter lim="800000"/>
          </a:ln>
          <a:effectLst/>
        </p:spPr>
        <p:txBody>
          <a:bodyPr vert="horz" wrap="square" lIns="91440" tIns="45720" rIns="91440" bIns="45720" numCol="1" anchor="t" anchorCtr="0" compatLnSpc="1"/>
          <a:lstStyle>
            <a:lvl1pPr eaLnBrk="1" latinLnBrk="1" hangingPunct="1">
              <a:spcBef>
                <a:spcPct val="0"/>
              </a:spcBef>
              <a:buClrTx/>
              <a:buSzTx/>
              <a:buFontTx/>
              <a:buNone/>
              <a:defRPr kumimoji="1" sz="1400">
                <a:solidFill>
                  <a:schemeClr val="tx1"/>
                </a:solidFill>
                <a:latin typeface="+mn-lt"/>
                <a:ea typeface="+mn-ea"/>
              </a:defRPr>
            </a:lvl1pPr>
          </a:lstStyle>
          <a:p>
            <a:pPr>
              <a:defRPr/>
            </a:pPr>
            <a:fld id="{012A98E8-A1A6-485B-8B2B-A02BDB8D13AA}" type="datetime1">
              <a:rPr lang="zh-CN" altLang="en-US"/>
              <a:pPr>
                <a:defRPr/>
              </a:pPr>
              <a:t>2020/12/3</a:t>
            </a:fld>
            <a:endParaRPr lang="en-US" altLang="ko-KR"/>
          </a:p>
        </p:txBody>
      </p:sp>
      <p:sp>
        <p:nvSpPr>
          <p:cNvPr id="1215493" name="Rectangle 5">
            <a:extLst>
              <a:ext uri="{FF2B5EF4-FFF2-40B4-BE49-F238E27FC236}">
                <a16:creationId xmlns:a16="http://schemas.microsoft.com/office/drawing/2014/main" id="{DC417556-AA10-4876-9985-3DBEC2AEC9CA}"/>
              </a:ext>
            </a:extLst>
          </p:cNvPr>
          <p:cNvSpPr>
            <a:spLocks noGrp="1" noChangeArrowheads="1"/>
          </p:cNvSpPr>
          <p:nvPr>
            <p:ph type="ftr" sz="quarter" idx="3"/>
          </p:nvPr>
        </p:nvSpPr>
        <p:spPr bwMode="auto">
          <a:xfrm>
            <a:off x="3743325" y="5961063"/>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latinLnBrk="1" hangingPunct="1">
              <a:spcBef>
                <a:spcPct val="0"/>
              </a:spcBef>
              <a:buClrTx/>
              <a:buSzTx/>
              <a:buFontTx/>
              <a:buNone/>
              <a:defRPr kumimoji="1" sz="1400">
                <a:solidFill>
                  <a:schemeClr val="tx1"/>
                </a:solidFill>
                <a:latin typeface="+mn-lt"/>
                <a:ea typeface="+mn-ea"/>
              </a:defRPr>
            </a:lvl1pPr>
          </a:lstStyle>
          <a:p>
            <a:pPr>
              <a:defRPr/>
            </a:pPr>
            <a:endParaRPr lang="en-US" altLang="ko-KR"/>
          </a:p>
        </p:txBody>
      </p:sp>
      <p:sp>
        <p:nvSpPr>
          <p:cNvPr id="1215494" name="Rectangle 6">
            <a:extLst>
              <a:ext uri="{FF2B5EF4-FFF2-40B4-BE49-F238E27FC236}">
                <a16:creationId xmlns:a16="http://schemas.microsoft.com/office/drawing/2014/main" id="{083880EE-46D4-4896-87E7-8D3E1393BBE6}"/>
              </a:ext>
            </a:extLst>
          </p:cNvPr>
          <p:cNvSpPr>
            <a:spLocks noGrp="1" noChangeArrowheads="1"/>
          </p:cNvSpPr>
          <p:nvPr>
            <p:ph type="sldNum" sz="quarter" idx="4"/>
          </p:nvPr>
        </p:nvSpPr>
        <p:spPr bwMode="auto">
          <a:xfrm>
            <a:off x="6992938" y="596265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latinLnBrk="1" hangingPunct="1">
              <a:spcBef>
                <a:spcPct val="0"/>
              </a:spcBef>
              <a:buClrTx/>
              <a:buSzPct val="80000"/>
              <a:buFont typeface="Arial" panose="020B0604020202020204" pitchFamily="34" charset="0"/>
              <a:buNone/>
              <a:defRPr sz="1400" noProof="1">
                <a:solidFill>
                  <a:schemeClr val="tx1"/>
                </a:solidFill>
                <a:latin typeface="-윤명조240" pitchFamily="18" charset="-127"/>
                <a:ea typeface="-윤명조240" pitchFamily="18" charset="-127"/>
              </a:defRPr>
            </a:lvl1pPr>
          </a:lstStyle>
          <a:p>
            <a:pPr>
              <a:defRPr/>
            </a:pPr>
            <a:fld id="{21E01AD9-2298-4275-8D29-20AFCAC812D6}" type="slidenum">
              <a:rPr lang="ko-KR" altLang="en-US"/>
              <a:pPr>
                <a:defRPr/>
              </a:pPr>
              <a:t>‹#›</a:t>
            </a:fld>
            <a:endParaRPr lang="ko-KR" altLang="en-US"/>
          </a:p>
        </p:txBody>
      </p:sp>
      <p:pic>
        <p:nvPicPr>
          <p:cNvPr id="7175" name="Picture 7">
            <a:extLst>
              <a:ext uri="{FF2B5EF4-FFF2-40B4-BE49-F238E27FC236}">
                <a16:creationId xmlns:a16="http://schemas.microsoft.com/office/drawing/2014/main" id="{336D77E3-8CE0-4016-A033-A7A6D5F0D7AF}"/>
              </a:ext>
            </a:extLst>
          </p:cNvPr>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1066800" cy="437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6" name="Picture 8">
            <a:extLst>
              <a:ext uri="{FF2B5EF4-FFF2-40B4-BE49-F238E27FC236}">
                <a16:creationId xmlns:a16="http://schemas.microsoft.com/office/drawing/2014/main" id="{47B92137-EB0F-45EF-AB66-7DE84C1D91EE}"/>
              </a:ext>
            </a:extLst>
          </p:cNvPr>
          <p:cNvPicPr preferRelativeResize="0">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4360863"/>
            <a:ext cx="10795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7" name="Rectangle 9">
            <a:extLst>
              <a:ext uri="{FF2B5EF4-FFF2-40B4-BE49-F238E27FC236}">
                <a16:creationId xmlns:a16="http://schemas.microsoft.com/office/drawing/2014/main" id="{E5E81CCD-12AD-4510-9FE4-D11EE5E7CAC3}"/>
              </a:ext>
            </a:extLst>
          </p:cNvPr>
          <p:cNvSpPr>
            <a:spLocks noChangeArrowheads="1"/>
          </p:cNvSpPr>
          <p:nvPr/>
        </p:nvSpPr>
        <p:spPr bwMode="auto">
          <a:xfrm>
            <a:off x="0" y="0"/>
            <a:ext cx="1057275" cy="1131888"/>
          </a:xfrm>
          <a:prstGeom prst="rect">
            <a:avLst/>
          </a:prstGeom>
          <a:solidFill>
            <a:srgbClr val="636581"/>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178" name="Rectangle 10">
            <a:extLst>
              <a:ext uri="{FF2B5EF4-FFF2-40B4-BE49-F238E27FC236}">
                <a16:creationId xmlns:a16="http://schemas.microsoft.com/office/drawing/2014/main" id="{E0A4FFE7-B87E-41E6-B7FE-BA40A42643FF}"/>
              </a:ext>
            </a:extLst>
          </p:cNvPr>
          <p:cNvSpPr>
            <a:spLocks noChangeArrowheads="1"/>
          </p:cNvSpPr>
          <p:nvPr/>
        </p:nvSpPr>
        <p:spPr bwMode="auto">
          <a:xfrm>
            <a:off x="0" y="6589713"/>
            <a:ext cx="9159875" cy="266700"/>
          </a:xfrm>
          <a:prstGeom prst="rect">
            <a:avLst/>
          </a:prstGeom>
          <a:solidFill>
            <a:srgbClr val="C0C0C0"/>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7179" name="Line 11">
            <a:extLst>
              <a:ext uri="{FF2B5EF4-FFF2-40B4-BE49-F238E27FC236}">
                <a16:creationId xmlns:a16="http://schemas.microsoft.com/office/drawing/2014/main" id="{40F39A48-E746-437D-9D9D-5C916F4AED6F}"/>
              </a:ext>
            </a:extLst>
          </p:cNvPr>
          <p:cNvSpPr>
            <a:spLocks noChangeShapeType="1"/>
          </p:cNvSpPr>
          <p:nvPr/>
        </p:nvSpPr>
        <p:spPr bwMode="auto">
          <a:xfrm>
            <a:off x="0" y="1123950"/>
            <a:ext cx="9158288" cy="0"/>
          </a:xfrm>
          <a:prstGeom prst="line">
            <a:avLst/>
          </a:prstGeom>
          <a:noFill/>
          <a:ln w="9525">
            <a:solidFill>
              <a:srgbClr val="3F3B9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180" name="Picture 12" descr="CB0259_5">
            <a:extLst>
              <a:ext uri="{FF2B5EF4-FFF2-40B4-BE49-F238E27FC236}">
                <a16:creationId xmlns:a16="http://schemas.microsoft.com/office/drawing/2014/main" id="{10D0536A-A641-43FF-A4A0-9247FCFFAD43}"/>
              </a:ext>
            </a:extLst>
          </p:cNvPr>
          <p:cNvPicPr>
            <a:picLocks noChangeAspect="1" noChangeArrowheads="1"/>
          </p:cNvPicPr>
          <p:nvPr/>
        </p:nvPicPr>
        <p:blipFill>
          <a:blip r:embed="rId20">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214313" y="171450"/>
            <a:ext cx="7508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57" r:id="rId1"/>
    <p:sldLayoutId id="2147484621" r:id="rId2"/>
    <p:sldLayoutId id="2147484622" r:id="rId3"/>
    <p:sldLayoutId id="2147484623" r:id="rId4"/>
    <p:sldLayoutId id="2147484624" r:id="rId5"/>
    <p:sldLayoutId id="2147484625" r:id="rId6"/>
    <p:sldLayoutId id="2147484626" r:id="rId7"/>
    <p:sldLayoutId id="2147484627" r:id="rId8"/>
    <p:sldLayoutId id="2147484628" r:id="rId9"/>
    <p:sldLayoutId id="2147484629" r:id="rId10"/>
    <p:sldLayoutId id="2147484630" r:id="rId11"/>
    <p:sldLayoutId id="2147484631" r:id="rId12"/>
    <p:sldLayoutId id="2147484632" r:id="rId13"/>
    <p:sldLayoutId id="2147484633" r:id="rId14"/>
    <p:sldLayoutId id="2147484634" r:id="rId15"/>
    <p:sldLayoutId id="2147484635" r:id="rId16"/>
  </p:sldLayoutIdLst>
  <p:txStyles>
    <p:titleStyle>
      <a:lvl1pPr algn="l" rtl="0" eaLnBrk="0" fontAlgn="base" latinLnBrk="1" hangingPunct="0">
        <a:spcBef>
          <a:spcPct val="0"/>
        </a:spcBef>
        <a:spcAft>
          <a:spcPct val="0"/>
        </a:spcAft>
        <a:defRPr sz="3600">
          <a:solidFill>
            <a:srgbClr val="3F3B91"/>
          </a:solidFill>
          <a:latin typeface="+mj-lt"/>
          <a:ea typeface="+mj-ea"/>
          <a:cs typeface="+mj-cs"/>
        </a:defRPr>
      </a:lvl1pPr>
      <a:lvl2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2pPr>
      <a:lvl3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3pPr>
      <a:lvl4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4pPr>
      <a:lvl5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5pPr>
      <a:lvl6pPr marL="457200" algn="l" rtl="0" fontAlgn="base" latinLnBrk="1">
        <a:spcBef>
          <a:spcPct val="0"/>
        </a:spcBef>
        <a:spcAft>
          <a:spcPct val="0"/>
        </a:spcAft>
        <a:defRPr kumimoji="1" sz="3600">
          <a:solidFill>
            <a:srgbClr val="3F3B91"/>
          </a:solidFill>
          <a:latin typeface="-윤명조240" pitchFamily="18" charset="-127"/>
          <a:ea typeface="-윤명조240" pitchFamily="18" charset="-127"/>
        </a:defRPr>
      </a:lvl6pPr>
      <a:lvl7pPr marL="914400" algn="l" rtl="0" fontAlgn="base" latinLnBrk="1">
        <a:spcBef>
          <a:spcPct val="0"/>
        </a:spcBef>
        <a:spcAft>
          <a:spcPct val="0"/>
        </a:spcAft>
        <a:defRPr kumimoji="1" sz="3600">
          <a:solidFill>
            <a:srgbClr val="3F3B91"/>
          </a:solidFill>
          <a:latin typeface="-윤명조240" pitchFamily="18" charset="-127"/>
          <a:ea typeface="-윤명조240" pitchFamily="18" charset="-127"/>
        </a:defRPr>
      </a:lvl7pPr>
      <a:lvl8pPr marL="1371600" algn="l" rtl="0" fontAlgn="base" latinLnBrk="1">
        <a:spcBef>
          <a:spcPct val="0"/>
        </a:spcBef>
        <a:spcAft>
          <a:spcPct val="0"/>
        </a:spcAft>
        <a:defRPr kumimoji="1" sz="3600">
          <a:solidFill>
            <a:srgbClr val="3F3B91"/>
          </a:solidFill>
          <a:latin typeface="-윤명조240" pitchFamily="18" charset="-127"/>
          <a:ea typeface="-윤명조240" pitchFamily="18" charset="-127"/>
        </a:defRPr>
      </a:lvl8pPr>
      <a:lvl9pPr marL="1828800" algn="l" rtl="0" fontAlgn="base" latinLnBrk="1">
        <a:spcBef>
          <a:spcPct val="0"/>
        </a:spcBef>
        <a:spcAft>
          <a:spcPct val="0"/>
        </a:spcAft>
        <a:defRPr kumimoji="1" sz="3600">
          <a:solidFill>
            <a:srgbClr val="3F3B91"/>
          </a:solidFill>
          <a:latin typeface="-윤명조240" pitchFamily="18" charset="-127"/>
          <a:ea typeface="-윤명조240" pitchFamily="18" charset="-127"/>
        </a:defRPr>
      </a:lvl9pPr>
    </p:titleStyle>
    <p:bodyStyle>
      <a:lvl1pPr marL="342900" indent="-342900" algn="l" rtl="0" eaLnBrk="0" fontAlgn="base" latinLnBrk="1" hangingPunct="0">
        <a:lnSpc>
          <a:spcPts val="2400"/>
        </a:lnSpc>
        <a:spcBef>
          <a:spcPct val="20000"/>
        </a:spcBef>
        <a:spcAft>
          <a:spcPct val="0"/>
        </a:spcAft>
        <a:buChar char="•"/>
        <a:defRPr sz="2200">
          <a:solidFill>
            <a:schemeClr val="tx1"/>
          </a:solidFill>
          <a:latin typeface="+mn-lt"/>
          <a:ea typeface="+mn-ea"/>
          <a:cs typeface="+mn-cs"/>
        </a:defRPr>
      </a:lvl1pPr>
      <a:lvl2pPr marL="742950" indent="-285750" algn="l" rtl="0" eaLnBrk="0" fontAlgn="base" latinLnBrk="1" hangingPunct="0">
        <a:lnSpc>
          <a:spcPts val="2400"/>
        </a:lnSpc>
        <a:spcBef>
          <a:spcPct val="20000"/>
        </a:spcBef>
        <a:spcAft>
          <a:spcPct val="0"/>
        </a:spcAft>
        <a:buChar char="•"/>
        <a:defRPr sz="2000">
          <a:solidFill>
            <a:schemeClr val="tx1"/>
          </a:solidFill>
          <a:latin typeface="+mn-lt"/>
          <a:ea typeface="+mn-ea"/>
        </a:defRPr>
      </a:lvl2pPr>
      <a:lvl3pPr marL="1143000" indent="-228600" algn="l" rtl="0" eaLnBrk="0" fontAlgn="base" latinLnBrk="1" hangingPunct="0">
        <a:lnSpc>
          <a:spcPts val="2400"/>
        </a:lnSpc>
        <a:spcBef>
          <a:spcPct val="20000"/>
        </a:spcBef>
        <a:spcAft>
          <a:spcPct val="0"/>
        </a:spcAft>
        <a:buChar char="•"/>
        <a:defRPr sz="2000">
          <a:solidFill>
            <a:schemeClr val="tx1"/>
          </a:solidFill>
          <a:latin typeface="+mn-lt"/>
          <a:ea typeface="+mn-ea"/>
        </a:defRPr>
      </a:lvl3pPr>
      <a:lvl4pPr marL="1600200" indent="-228600" algn="l" rtl="0" eaLnBrk="0" fontAlgn="base" latinLnBrk="1" hangingPunct="0">
        <a:lnSpc>
          <a:spcPts val="2400"/>
        </a:lnSpc>
        <a:spcBef>
          <a:spcPct val="20000"/>
        </a:spcBef>
        <a:spcAft>
          <a:spcPct val="0"/>
        </a:spcAft>
        <a:buChar char="•"/>
        <a:defRPr sz="1600">
          <a:solidFill>
            <a:schemeClr val="tx1"/>
          </a:solidFill>
          <a:latin typeface="+mn-lt"/>
          <a:ea typeface="+mn-ea"/>
        </a:defRPr>
      </a:lvl4pPr>
      <a:lvl5pPr marL="2057400" indent="-228600" algn="l" rtl="0" eaLnBrk="0" fontAlgn="base" latinLnBrk="1" hangingPunct="0">
        <a:lnSpc>
          <a:spcPts val="2400"/>
        </a:lnSpc>
        <a:spcBef>
          <a:spcPct val="20000"/>
        </a:spcBef>
        <a:spcAft>
          <a:spcPct val="0"/>
        </a:spcAft>
        <a:buChar char="•"/>
        <a:defRPr sz="1400">
          <a:solidFill>
            <a:schemeClr val="tx1"/>
          </a:solidFill>
          <a:latin typeface="+mn-lt"/>
          <a:ea typeface="+mn-ea"/>
        </a:defRPr>
      </a:lvl5pPr>
      <a:lvl6pPr marL="2514600" indent="-228600" algn="l" rtl="0" fontAlgn="base" latinLnBrk="1">
        <a:lnSpc>
          <a:spcPts val="2400"/>
        </a:lnSpc>
        <a:spcBef>
          <a:spcPct val="20000"/>
        </a:spcBef>
        <a:spcAft>
          <a:spcPct val="0"/>
        </a:spcAft>
        <a:buChar char="•"/>
        <a:defRPr kumimoji="1" sz="1400">
          <a:solidFill>
            <a:schemeClr val="tx1"/>
          </a:solidFill>
          <a:latin typeface="+mn-lt"/>
          <a:ea typeface="+mn-ea"/>
        </a:defRPr>
      </a:lvl6pPr>
      <a:lvl7pPr marL="2971800" indent="-228600" algn="l" rtl="0" fontAlgn="base" latinLnBrk="1">
        <a:lnSpc>
          <a:spcPts val="2400"/>
        </a:lnSpc>
        <a:spcBef>
          <a:spcPct val="20000"/>
        </a:spcBef>
        <a:spcAft>
          <a:spcPct val="0"/>
        </a:spcAft>
        <a:buChar char="•"/>
        <a:defRPr kumimoji="1" sz="1400">
          <a:solidFill>
            <a:schemeClr val="tx1"/>
          </a:solidFill>
          <a:latin typeface="+mn-lt"/>
          <a:ea typeface="+mn-ea"/>
        </a:defRPr>
      </a:lvl7pPr>
      <a:lvl8pPr marL="3429000" indent="-228600" algn="l" rtl="0" fontAlgn="base" latinLnBrk="1">
        <a:lnSpc>
          <a:spcPts val="2400"/>
        </a:lnSpc>
        <a:spcBef>
          <a:spcPct val="20000"/>
        </a:spcBef>
        <a:spcAft>
          <a:spcPct val="0"/>
        </a:spcAft>
        <a:buChar char="•"/>
        <a:defRPr kumimoji="1" sz="1400">
          <a:solidFill>
            <a:schemeClr val="tx1"/>
          </a:solidFill>
          <a:latin typeface="+mn-lt"/>
          <a:ea typeface="+mn-ea"/>
        </a:defRPr>
      </a:lvl8pPr>
      <a:lvl9pPr marL="3886200" indent="-228600" algn="l" rtl="0" fontAlgn="base" latinLnBrk="1">
        <a:lnSpc>
          <a:spcPts val="2400"/>
        </a:lnSpc>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E5E9FBD-E627-47CD-ABDA-634FDC88CE7A}"/>
              </a:ext>
            </a:extLst>
          </p:cNvPr>
          <p:cNvSpPr>
            <a:spLocks noGrp="1" noChangeArrowheads="1"/>
          </p:cNvSpPr>
          <p:nvPr>
            <p:ph type="title" idx="4294967295"/>
          </p:nvPr>
        </p:nvSpPr>
        <p:spPr bwMode="auto">
          <a:xfrm>
            <a:off x="1582738" y="285750"/>
            <a:ext cx="756126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8195" name="Rectangle 3">
            <a:extLst>
              <a:ext uri="{FF2B5EF4-FFF2-40B4-BE49-F238E27FC236}">
                <a16:creationId xmlns:a16="http://schemas.microsoft.com/office/drawing/2014/main" id="{142BCE9D-9C64-4DA8-A303-FE767CBDC9B9}"/>
              </a:ext>
            </a:extLst>
          </p:cNvPr>
          <p:cNvSpPr>
            <a:spLocks noGrp="1" noChangeArrowheads="1"/>
          </p:cNvSpPr>
          <p:nvPr>
            <p:ph type="body" idx="4294967295"/>
          </p:nvPr>
        </p:nvSpPr>
        <p:spPr bwMode="auto">
          <a:xfrm>
            <a:off x="1576388" y="1143000"/>
            <a:ext cx="7567612"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215492" name="Rectangle 4">
            <a:extLst>
              <a:ext uri="{FF2B5EF4-FFF2-40B4-BE49-F238E27FC236}">
                <a16:creationId xmlns:a16="http://schemas.microsoft.com/office/drawing/2014/main" id="{2F636831-8A22-4415-80A3-EB67A51EFBE5}"/>
              </a:ext>
            </a:extLst>
          </p:cNvPr>
          <p:cNvSpPr>
            <a:spLocks noGrp="1" noChangeArrowheads="1"/>
          </p:cNvSpPr>
          <p:nvPr>
            <p:ph type="dt" sz="half" idx="2"/>
          </p:nvPr>
        </p:nvSpPr>
        <p:spPr bwMode="auto">
          <a:xfrm>
            <a:off x="1581150" y="5953125"/>
            <a:ext cx="1905000" cy="457200"/>
          </a:xfrm>
          <a:prstGeom prst="rect">
            <a:avLst/>
          </a:prstGeom>
          <a:noFill/>
          <a:ln w="9525">
            <a:noFill/>
            <a:miter lim="800000"/>
          </a:ln>
          <a:effectLst/>
        </p:spPr>
        <p:txBody>
          <a:bodyPr vert="horz" wrap="square" lIns="91440" tIns="45720" rIns="91440" bIns="45720" numCol="1" anchor="t" anchorCtr="0" compatLnSpc="1"/>
          <a:lstStyle>
            <a:lvl1pPr eaLnBrk="1" latinLnBrk="1" hangingPunct="1">
              <a:spcBef>
                <a:spcPct val="0"/>
              </a:spcBef>
              <a:buClrTx/>
              <a:buSzTx/>
              <a:buFontTx/>
              <a:buNone/>
              <a:defRPr kumimoji="1" sz="1400">
                <a:solidFill>
                  <a:schemeClr val="tx1"/>
                </a:solidFill>
                <a:latin typeface="+mn-lt"/>
                <a:ea typeface="+mn-ea"/>
              </a:defRPr>
            </a:lvl1pPr>
          </a:lstStyle>
          <a:p>
            <a:pPr>
              <a:defRPr/>
            </a:pPr>
            <a:fld id="{F394CA49-C4F9-4E2A-92C2-DB6312154FCF}" type="datetime1">
              <a:rPr lang="zh-CN" altLang="en-US"/>
              <a:pPr>
                <a:defRPr/>
              </a:pPr>
              <a:t>2020/12/3</a:t>
            </a:fld>
            <a:endParaRPr lang="en-US" altLang="ko-KR"/>
          </a:p>
        </p:txBody>
      </p:sp>
      <p:sp>
        <p:nvSpPr>
          <p:cNvPr id="1215493" name="Rectangle 5">
            <a:extLst>
              <a:ext uri="{FF2B5EF4-FFF2-40B4-BE49-F238E27FC236}">
                <a16:creationId xmlns:a16="http://schemas.microsoft.com/office/drawing/2014/main" id="{BE8FE2E0-8C60-4DD4-B020-9B36DAE6D4D6}"/>
              </a:ext>
            </a:extLst>
          </p:cNvPr>
          <p:cNvSpPr>
            <a:spLocks noGrp="1" noChangeArrowheads="1"/>
          </p:cNvSpPr>
          <p:nvPr>
            <p:ph type="ftr" sz="quarter" idx="3"/>
          </p:nvPr>
        </p:nvSpPr>
        <p:spPr bwMode="auto">
          <a:xfrm>
            <a:off x="3743325" y="5961063"/>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latinLnBrk="1" hangingPunct="1">
              <a:spcBef>
                <a:spcPct val="0"/>
              </a:spcBef>
              <a:buClrTx/>
              <a:buSzTx/>
              <a:buFontTx/>
              <a:buNone/>
              <a:defRPr kumimoji="1" sz="1400">
                <a:solidFill>
                  <a:schemeClr val="tx1"/>
                </a:solidFill>
                <a:latin typeface="+mn-lt"/>
                <a:ea typeface="+mn-ea"/>
              </a:defRPr>
            </a:lvl1pPr>
          </a:lstStyle>
          <a:p>
            <a:pPr>
              <a:defRPr/>
            </a:pPr>
            <a:endParaRPr lang="en-US" altLang="ko-KR"/>
          </a:p>
        </p:txBody>
      </p:sp>
      <p:sp>
        <p:nvSpPr>
          <p:cNvPr id="1215494" name="Rectangle 6">
            <a:extLst>
              <a:ext uri="{FF2B5EF4-FFF2-40B4-BE49-F238E27FC236}">
                <a16:creationId xmlns:a16="http://schemas.microsoft.com/office/drawing/2014/main" id="{4605CEE2-421B-409E-B550-B45B1425D7A3}"/>
              </a:ext>
            </a:extLst>
          </p:cNvPr>
          <p:cNvSpPr>
            <a:spLocks noGrp="1" noChangeArrowheads="1"/>
          </p:cNvSpPr>
          <p:nvPr>
            <p:ph type="sldNum" sz="quarter" idx="4"/>
          </p:nvPr>
        </p:nvSpPr>
        <p:spPr bwMode="auto">
          <a:xfrm>
            <a:off x="6992938" y="596265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latinLnBrk="1" hangingPunct="1">
              <a:spcBef>
                <a:spcPct val="0"/>
              </a:spcBef>
              <a:buClrTx/>
              <a:buSzPct val="80000"/>
              <a:buFont typeface="Arial" panose="020B0604020202020204" pitchFamily="34" charset="0"/>
              <a:buNone/>
              <a:defRPr sz="1400" noProof="1">
                <a:solidFill>
                  <a:schemeClr val="tx1"/>
                </a:solidFill>
                <a:latin typeface="-윤명조240" pitchFamily="18" charset="-127"/>
                <a:ea typeface="-윤명조240" pitchFamily="18" charset="-127"/>
              </a:defRPr>
            </a:lvl1pPr>
          </a:lstStyle>
          <a:p>
            <a:pPr>
              <a:defRPr/>
            </a:pPr>
            <a:fld id="{1B3BD018-2C0D-414D-9DC0-A736CB361D7D}" type="slidenum">
              <a:rPr lang="ko-KR" altLang="en-US"/>
              <a:pPr>
                <a:defRPr/>
              </a:pPr>
              <a:t>‹#›</a:t>
            </a:fld>
            <a:endParaRPr lang="ko-KR" altLang="en-US"/>
          </a:p>
        </p:txBody>
      </p:sp>
      <p:pic>
        <p:nvPicPr>
          <p:cNvPr id="8199" name="Picture 7">
            <a:extLst>
              <a:ext uri="{FF2B5EF4-FFF2-40B4-BE49-F238E27FC236}">
                <a16:creationId xmlns:a16="http://schemas.microsoft.com/office/drawing/2014/main" id="{95F25CA5-AE01-47DE-8C9F-CAE262D66943}"/>
              </a:ext>
            </a:extLst>
          </p:cNvPr>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1066800" cy="437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Picture 8">
            <a:extLst>
              <a:ext uri="{FF2B5EF4-FFF2-40B4-BE49-F238E27FC236}">
                <a16:creationId xmlns:a16="http://schemas.microsoft.com/office/drawing/2014/main" id="{1C28BC63-2EDB-4CD6-AE9A-A95273DBDDAF}"/>
              </a:ext>
            </a:extLst>
          </p:cNvPr>
          <p:cNvPicPr preferRelativeResize="0">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4360863"/>
            <a:ext cx="10795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Rectangle 9">
            <a:extLst>
              <a:ext uri="{FF2B5EF4-FFF2-40B4-BE49-F238E27FC236}">
                <a16:creationId xmlns:a16="http://schemas.microsoft.com/office/drawing/2014/main" id="{5E08210F-F011-4F2A-A086-A47547929B7B}"/>
              </a:ext>
            </a:extLst>
          </p:cNvPr>
          <p:cNvSpPr>
            <a:spLocks noChangeArrowheads="1"/>
          </p:cNvSpPr>
          <p:nvPr/>
        </p:nvSpPr>
        <p:spPr bwMode="auto">
          <a:xfrm>
            <a:off x="0" y="0"/>
            <a:ext cx="1057275" cy="1131888"/>
          </a:xfrm>
          <a:prstGeom prst="rect">
            <a:avLst/>
          </a:prstGeom>
          <a:solidFill>
            <a:srgbClr val="636581"/>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202" name="Rectangle 10">
            <a:extLst>
              <a:ext uri="{FF2B5EF4-FFF2-40B4-BE49-F238E27FC236}">
                <a16:creationId xmlns:a16="http://schemas.microsoft.com/office/drawing/2014/main" id="{2587D088-CFC4-45DB-91F0-CCB105BD5EF5}"/>
              </a:ext>
            </a:extLst>
          </p:cNvPr>
          <p:cNvSpPr>
            <a:spLocks noChangeArrowheads="1"/>
          </p:cNvSpPr>
          <p:nvPr/>
        </p:nvSpPr>
        <p:spPr bwMode="auto">
          <a:xfrm>
            <a:off x="0" y="6589713"/>
            <a:ext cx="9159875" cy="266700"/>
          </a:xfrm>
          <a:prstGeom prst="rect">
            <a:avLst/>
          </a:prstGeom>
          <a:solidFill>
            <a:srgbClr val="C0C0C0"/>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80000"/>
              <a:buFont typeface="Arial" panose="020B0604020202020204" pitchFamily="34" charset="0"/>
              <a:buChar char="•"/>
              <a:defRPr sz="2400">
                <a:solidFill>
                  <a:srgbClr val="000066"/>
                </a:solidFill>
                <a:latin typeface="Arial" panose="020B0604020202020204" pitchFamily="34" charset="0"/>
                <a:ea typeface="宋体" panose="02010600030101010101" pitchFamily="2" charset="-122"/>
              </a:defRPr>
            </a:lvl9pPr>
          </a:lstStyle>
          <a:p>
            <a:pPr eaLnBrk="1" hangingPunct="1">
              <a:buFontTx/>
              <a:buChar char="•"/>
              <a:defRPr/>
            </a:pPr>
            <a:endParaRPr lang="zh-CN" altLang="en-US"/>
          </a:p>
        </p:txBody>
      </p:sp>
      <p:sp>
        <p:nvSpPr>
          <p:cNvPr id="8203" name="Line 11">
            <a:extLst>
              <a:ext uri="{FF2B5EF4-FFF2-40B4-BE49-F238E27FC236}">
                <a16:creationId xmlns:a16="http://schemas.microsoft.com/office/drawing/2014/main" id="{276C255B-3D8F-4985-B22D-DE3EC19858E8}"/>
              </a:ext>
            </a:extLst>
          </p:cNvPr>
          <p:cNvSpPr>
            <a:spLocks noChangeShapeType="1"/>
          </p:cNvSpPr>
          <p:nvPr/>
        </p:nvSpPr>
        <p:spPr bwMode="auto">
          <a:xfrm>
            <a:off x="0" y="1123950"/>
            <a:ext cx="9158288" cy="0"/>
          </a:xfrm>
          <a:prstGeom prst="line">
            <a:avLst/>
          </a:prstGeom>
          <a:noFill/>
          <a:ln w="9525">
            <a:solidFill>
              <a:srgbClr val="3F3B9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204" name="Picture 12" descr="CB0259_5">
            <a:extLst>
              <a:ext uri="{FF2B5EF4-FFF2-40B4-BE49-F238E27FC236}">
                <a16:creationId xmlns:a16="http://schemas.microsoft.com/office/drawing/2014/main" id="{C9593E19-6AE4-4A4E-B6C5-9B0E94CE2B8E}"/>
              </a:ext>
            </a:extLst>
          </p:cNvPr>
          <p:cNvPicPr>
            <a:picLocks noChangeAspect="1" noChangeArrowheads="1"/>
          </p:cNvPicPr>
          <p:nvPr/>
        </p:nvPicPr>
        <p:blipFill>
          <a:blip r:embed="rId20">
            <a:clrChange>
              <a:clrFrom>
                <a:srgbClr val="000000"/>
              </a:clrFrom>
              <a:clrTo>
                <a:srgbClr val="000000">
                  <a:alpha val="0"/>
                </a:srgbClr>
              </a:clrTo>
            </a:clrChange>
            <a:lum bright="18000" contrast="-24000"/>
            <a:extLst>
              <a:ext uri="{28A0092B-C50C-407E-A947-70E740481C1C}">
                <a14:useLocalDpi xmlns:a14="http://schemas.microsoft.com/office/drawing/2010/main" val="0"/>
              </a:ext>
            </a:extLst>
          </a:blip>
          <a:srcRect/>
          <a:stretch>
            <a:fillRect/>
          </a:stretch>
        </p:blipFill>
        <p:spPr bwMode="auto">
          <a:xfrm>
            <a:off x="214313" y="171450"/>
            <a:ext cx="7508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58" r:id="rId1"/>
    <p:sldLayoutId id="2147484636" r:id="rId2"/>
    <p:sldLayoutId id="2147484637" r:id="rId3"/>
    <p:sldLayoutId id="2147484638" r:id="rId4"/>
    <p:sldLayoutId id="2147484639" r:id="rId5"/>
    <p:sldLayoutId id="2147484640" r:id="rId6"/>
    <p:sldLayoutId id="2147484641" r:id="rId7"/>
    <p:sldLayoutId id="2147484642" r:id="rId8"/>
    <p:sldLayoutId id="2147484643" r:id="rId9"/>
    <p:sldLayoutId id="2147484644" r:id="rId10"/>
    <p:sldLayoutId id="2147484645" r:id="rId11"/>
    <p:sldLayoutId id="2147484646" r:id="rId12"/>
    <p:sldLayoutId id="2147484647" r:id="rId13"/>
    <p:sldLayoutId id="2147484648" r:id="rId14"/>
    <p:sldLayoutId id="2147484649" r:id="rId15"/>
    <p:sldLayoutId id="2147484650" r:id="rId16"/>
  </p:sldLayoutIdLst>
  <p:txStyles>
    <p:titleStyle>
      <a:lvl1pPr algn="l" rtl="0" eaLnBrk="0" fontAlgn="base" latinLnBrk="1" hangingPunct="0">
        <a:spcBef>
          <a:spcPct val="0"/>
        </a:spcBef>
        <a:spcAft>
          <a:spcPct val="0"/>
        </a:spcAft>
        <a:defRPr sz="3600">
          <a:solidFill>
            <a:srgbClr val="3F3B91"/>
          </a:solidFill>
          <a:latin typeface="+mj-lt"/>
          <a:ea typeface="+mj-ea"/>
          <a:cs typeface="+mj-cs"/>
        </a:defRPr>
      </a:lvl1pPr>
      <a:lvl2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2pPr>
      <a:lvl3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3pPr>
      <a:lvl4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4pPr>
      <a:lvl5pPr algn="l" rtl="0" eaLnBrk="0" fontAlgn="base" latinLnBrk="1" hangingPunct="0">
        <a:spcBef>
          <a:spcPct val="0"/>
        </a:spcBef>
        <a:spcAft>
          <a:spcPct val="0"/>
        </a:spcAft>
        <a:defRPr sz="3600">
          <a:solidFill>
            <a:srgbClr val="3F3B91"/>
          </a:solidFill>
          <a:latin typeface="-윤명조240" pitchFamily="18" charset="-127"/>
          <a:ea typeface="-윤명조240" pitchFamily="18" charset="-127"/>
        </a:defRPr>
      </a:lvl5pPr>
      <a:lvl6pPr marL="457200" algn="l" rtl="0" fontAlgn="base" latinLnBrk="1">
        <a:spcBef>
          <a:spcPct val="0"/>
        </a:spcBef>
        <a:spcAft>
          <a:spcPct val="0"/>
        </a:spcAft>
        <a:defRPr kumimoji="1" sz="3600">
          <a:solidFill>
            <a:srgbClr val="3F3B91"/>
          </a:solidFill>
          <a:latin typeface="-윤명조240" pitchFamily="18" charset="-127"/>
          <a:ea typeface="-윤명조240" pitchFamily="18" charset="-127"/>
        </a:defRPr>
      </a:lvl6pPr>
      <a:lvl7pPr marL="914400" algn="l" rtl="0" fontAlgn="base" latinLnBrk="1">
        <a:spcBef>
          <a:spcPct val="0"/>
        </a:spcBef>
        <a:spcAft>
          <a:spcPct val="0"/>
        </a:spcAft>
        <a:defRPr kumimoji="1" sz="3600">
          <a:solidFill>
            <a:srgbClr val="3F3B91"/>
          </a:solidFill>
          <a:latin typeface="-윤명조240" pitchFamily="18" charset="-127"/>
          <a:ea typeface="-윤명조240" pitchFamily="18" charset="-127"/>
        </a:defRPr>
      </a:lvl7pPr>
      <a:lvl8pPr marL="1371600" algn="l" rtl="0" fontAlgn="base" latinLnBrk="1">
        <a:spcBef>
          <a:spcPct val="0"/>
        </a:spcBef>
        <a:spcAft>
          <a:spcPct val="0"/>
        </a:spcAft>
        <a:defRPr kumimoji="1" sz="3600">
          <a:solidFill>
            <a:srgbClr val="3F3B91"/>
          </a:solidFill>
          <a:latin typeface="-윤명조240" pitchFamily="18" charset="-127"/>
          <a:ea typeface="-윤명조240" pitchFamily="18" charset="-127"/>
        </a:defRPr>
      </a:lvl8pPr>
      <a:lvl9pPr marL="1828800" algn="l" rtl="0" fontAlgn="base" latinLnBrk="1">
        <a:spcBef>
          <a:spcPct val="0"/>
        </a:spcBef>
        <a:spcAft>
          <a:spcPct val="0"/>
        </a:spcAft>
        <a:defRPr kumimoji="1" sz="3600">
          <a:solidFill>
            <a:srgbClr val="3F3B91"/>
          </a:solidFill>
          <a:latin typeface="-윤명조240" pitchFamily="18" charset="-127"/>
          <a:ea typeface="-윤명조240" pitchFamily="18" charset="-127"/>
        </a:defRPr>
      </a:lvl9pPr>
    </p:titleStyle>
    <p:bodyStyle>
      <a:lvl1pPr marL="342900" indent="-342900" algn="l" rtl="0" eaLnBrk="0" fontAlgn="base" latinLnBrk="1" hangingPunct="0">
        <a:lnSpc>
          <a:spcPts val="2400"/>
        </a:lnSpc>
        <a:spcBef>
          <a:spcPct val="20000"/>
        </a:spcBef>
        <a:spcAft>
          <a:spcPct val="0"/>
        </a:spcAft>
        <a:buChar char="•"/>
        <a:defRPr sz="2200">
          <a:solidFill>
            <a:schemeClr val="tx1"/>
          </a:solidFill>
          <a:latin typeface="+mn-lt"/>
          <a:ea typeface="+mn-ea"/>
          <a:cs typeface="+mn-cs"/>
        </a:defRPr>
      </a:lvl1pPr>
      <a:lvl2pPr marL="742950" indent="-285750" algn="l" rtl="0" eaLnBrk="0" fontAlgn="base" latinLnBrk="1" hangingPunct="0">
        <a:lnSpc>
          <a:spcPts val="2400"/>
        </a:lnSpc>
        <a:spcBef>
          <a:spcPct val="20000"/>
        </a:spcBef>
        <a:spcAft>
          <a:spcPct val="0"/>
        </a:spcAft>
        <a:buChar char="•"/>
        <a:defRPr sz="2000">
          <a:solidFill>
            <a:schemeClr val="tx1"/>
          </a:solidFill>
          <a:latin typeface="+mn-lt"/>
          <a:ea typeface="+mn-ea"/>
        </a:defRPr>
      </a:lvl2pPr>
      <a:lvl3pPr marL="1143000" indent="-228600" algn="l" rtl="0" eaLnBrk="0" fontAlgn="base" latinLnBrk="1" hangingPunct="0">
        <a:lnSpc>
          <a:spcPts val="2400"/>
        </a:lnSpc>
        <a:spcBef>
          <a:spcPct val="20000"/>
        </a:spcBef>
        <a:spcAft>
          <a:spcPct val="0"/>
        </a:spcAft>
        <a:buChar char="•"/>
        <a:defRPr sz="2000">
          <a:solidFill>
            <a:schemeClr val="tx1"/>
          </a:solidFill>
          <a:latin typeface="+mn-lt"/>
          <a:ea typeface="+mn-ea"/>
        </a:defRPr>
      </a:lvl3pPr>
      <a:lvl4pPr marL="1600200" indent="-228600" algn="l" rtl="0" eaLnBrk="0" fontAlgn="base" latinLnBrk="1" hangingPunct="0">
        <a:lnSpc>
          <a:spcPts val="2400"/>
        </a:lnSpc>
        <a:spcBef>
          <a:spcPct val="20000"/>
        </a:spcBef>
        <a:spcAft>
          <a:spcPct val="0"/>
        </a:spcAft>
        <a:buChar char="•"/>
        <a:defRPr sz="1600">
          <a:solidFill>
            <a:schemeClr val="tx1"/>
          </a:solidFill>
          <a:latin typeface="+mn-lt"/>
          <a:ea typeface="+mn-ea"/>
        </a:defRPr>
      </a:lvl4pPr>
      <a:lvl5pPr marL="2057400" indent="-228600" algn="l" rtl="0" eaLnBrk="0" fontAlgn="base" latinLnBrk="1" hangingPunct="0">
        <a:lnSpc>
          <a:spcPts val="2400"/>
        </a:lnSpc>
        <a:spcBef>
          <a:spcPct val="20000"/>
        </a:spcBef>
        <a:spcAft>
          <a:spcPct val="0"/>
        </a:spcAft>
        <a:buChar char="•"/>
        <a:defRPr sz="1400">
          <a:solidFill>
            <a:schemeClr val="tx1"/>
          </a:solidFill>
          <a:latin typeface="+mn-lt"/>
          <a:ea typeface="+mn-ea"/>
        </a:defRPr>
      </a:lvl5pPr>
      <a:lvl6pPr marL="2514600" indent="-228600" algn="l" rtl="0" fontAlgn="base" latinLnBrk="1">
        <a:lnSpc>
          <a:spcPts val="2400"/>
        </a:lnSpc>
        <a:spcBef>
          <a:spcPct val="20000"/>
        </a:spcBef>
        <a:spcAft>
          <a:spcPct val="0"/>
        </a:spcAft>
        <a:buChar char="•"/>
        <a:defRPr kumimoji="1" sz="1400">
          <a:solidFill>
            <a:schemeClr val="tx1"/>
          </a:solidFill>
          <a:latin typeface="+mn-lt"/>
          <a:ea typeface="+mn-ea"/>
        </a:defRPr>
      </a:lvl6pPr>
      <a:lvl7pPr marL="2971800" indent="-228600" algn="l" rtl="0" fontAlgn="base" latinLnBrk="1">
        <a:lnSpc>
          <a:spcPts val="2400"/>
        </a:lnSpc>
        <a:spcBef>
          <a:spcPct val="20000"/>
        </a:spcBef>
        <a:spcAft>
          <a:spcPct val="0"/>
        </a:spcAft>
        <a:buChar char="•"/>
        <a:defRPr kumimoji="1" sz="1400">
          <a:solidFill>
            <a:schemeClr val="tx1"/>
          </a:solidFill>
          <a:latin typeface="+mn-lt"/>
          <a:ea typeface="+mn-ea"/>
        </a:defRPr>
      </a:lvl7pPr>
      <a:lvl8pPr marL="3429000" indent="-228600" algn="l" rtl="0" fontAlgn="base" latinLnBrk="1">
        <a:lnSpc>
          <a:spcPts val="2400"/>
        </a:lnSpc>
        <a:spcBef>
          <a:spcPct val="20000"/>
        </a:spcBef>
        <a:spcAft>
          <a:spcPct val="0"/>
        </a:spcAft>
        <a:buChar char="•"/>
        <a:defRPr kumimoji="1" sz="1400">
          <a:solidFill>
            <a:schemeClr val="tx1"/>
          </a:solidFill>
          <a:latin typeface="+mn-lt"/>
          <a:ea typeface="+mn-ea"/>
        </a:defRPr>
      </a:lvl8pPr>
      <a:lvl9pPr marL="3886200" indent="-228600" algn="l" rtl="0" fontAlgn="base" latinLnBrk="1">
        <a:lnSpc>
          <a:spcPts val="2400"/>
        </a:lnSpc>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1.xml"/><Relationship Id="rId1" Type="http://schemas.openxmlformats.org/officeDocument/2006/relationships/vmlDrawing" Target="../drawings/vmlDrawing1.vml"/><Relationship Id="rId4" Type="http://schemas.openxmlformats.org/officeDocument/2006/relationships/image" Target="../media/image16.wmf"/></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6.bin"/><Relationship Id="rId18" Type="http://schemas.openxmlformats.org/officeDocument/2006/relationships/image" Target="../media/image25.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22.wmf"/><Relationship Id="rId17" Type="http://schemas.openxmlformats.org/officeDocument/2006/relationships/oleObject" Target="../embeddings/oleObject8.bin"/><Relationship Id="rId2" Type="http://schemas.openxmlformats.org/officeDocument/2006/relationships/slideLayout" Target="../slideLayouts/slideLayout37.xml"/><Relationship Id="rId16" Type="http://schemas.openxmlformats.org/officeDocument/2006/relationships/image" Target="../media/image24.wmf"/><Relationship Id="rId20" Type="http://schemas.openxmlformats.org/officeDocument/2006/relationships/image" Target="../media/image26.wmf"/><Relationship Id="rId1" Type="http://schemas.openxmlformats.org/officeDocument/2006/relationships/vmlDrawing" Target="../drawings/vmlDrawing2.vml"/><Relationship Id="rId6" Type="http://schemas.openxmlformats.org/officeDocument/2006/relationships/image" Target="../media/image19.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21.wmf"/><Relationship Id="rId19" Type="http://schemas.openxmlformats.org/officeDocument/2006/relationships/oleObject" Target="../embeddings/oleObject9.bin"/><Relationship Id="rId4" Type="http://schemas.openxmlformats.org/officeDocument/2006/relationships/image" Target="../media/image18.wmf"/><Relationship Id="rId9" Type="http://schemas.openxmlformats.org/officeDocument/2006/relationships/oleObject" Target="../embeddings/oleObject4.bin"/><Relationship Id="rId14" Type="http://schemas.openxmlformats.org/officeDocument/2006/relationships/image" Target="../media/image23.wmf"/><Relationship Id="rId22" Type="http://schemas.openxmlformats.org/officeDocument/2006/relationships/image" Target="../media/image27.wmf"/></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zh.wikipedia.org/wiki/%E6%A8%99%E6%BA%96%E5%B7%AE" TargetMode="Externa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33.wmf"/><Relationship Id="rId18" Type="http://schemas.openxmlformats.org/officeDocument/2006/relationships/oleObject" Target="../embeddings/oleObject18.bin"/><Relationship Id="rId3" Type="http://schemas.openxmlformats.org/officeDocument/2006/relationships/image" Target="../media/image37.png"/><Relationship Id="rId7" Type="http://schemas.openxmlformats.org/officeDocument/2006/relationships/image" Target="../media/image30.wmf"/><Relationship Id="rId12" Type="http://schemas.openxmlformats.org/officeDocument/2006/relationships/oleObject" Target="../embeddings/oleObject15.bin"/><Relationship Id="rId17" Type="http://schemas.openxmlformats.org/officeDocument/2006/relationships/image" Target="../media/image35.wmf"/><Relationship Id="rId2" Type="http://schemas.openxmlformats.org/officeDocument/2006/relationships/slideLayout" Target="../slideLayouts/slideLayout36.xml"/><Relationship Id="rId16" Type="http://schemas.openxmlformats.org/officeDocument/2006/relationships/oleObject" Target="../embeddings/oleObject17.bin"/><Relationship Id="rId1" Type="http://schemas.openxmlformats.org/officeDocument/2006/relationships/vmlDrawing" Target="../drawings/vmlDrawing3.vml"/><Relationship Id="rId6" Type="http://schemas.openxmlformats.org/officeDocument/2006/relationships/oleObject" Target="../embeddings/oleObject12.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14.bin"/><Relationship Id="rId19" Type="http://schemas.openxmlformats.org/officeDocument/2006/relationships/image" Target="../media/image36.wmf"/><Relationship Id="rId4" Type="http://schemas.openxmlformats.org/officeDocument/2006/relationships/oleObject" Target="../embeddings/oleObject11.bin"/><Relationship Id="rId9" Type="http://schemas.openxmlformats.org/officeDocument/2006/relationships/image" Target="../media/image31.wmf"/><Relationship Id="rId14" Type="http://schemas.openxmlformats.org/officeDocument/2006/relationships/oleObject" Target="../embeddings/oleObject16.bin"/></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36.xml"/><Relationship Id="rId1" Type="http://schemas.openxmlformats.org/officeDocument/2006/relationships/vmlDrawing" Target="../drawings/vmlDrawing4.vml"/><Relationship Id="rId5" Type="http://schemas.openxmlformats.org/officeDocument/2006/relationships/image" Target="../media/image38.wmf"/><Relationship Id="rId4" Type="http://schemas.openxmlformats.org/officeDocument/2006/relationships/oleObject" Target="../embeddings/oleObject19.bin"/></Relationships>
</file>

<file path=ppt/slides/_rels/slide8.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44.wmf"/><Relationship Id="rId2" Type="http://schemas.openxmlformats.org/officeDocument/2006/relationships/slideLayout" Target="../slideLayouts/slideLayout36.xml"/><Relationship Id="rId16" Type="http://schemas.openxmlformats.org/officeDocument/2006/relationships/image" Target="../media/image46.wmf"/><Relationship Id="rId1" Type="http://schemas.openxmlformats.org/officeDocument/2006/relationships/vmlDrawing" Target="../drawings/vmlDrawing5.vml"/><Relationship Id="rId6" Type="http://schemas.openxmlformats.org/officeDocument/2006/relationships/image" Target="../media/image41.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23.bin"/><Relationship Id="rId14" Type="http://schemas.openxmlformats.org/officeDocument/2006/relationships/image" Target="../media/image45.wmf"/></Relationships>
</file>

<file path=ppt/slides/_rels/slide9.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51.wmf"/><Relationship Id="rId2" Type="http://schemas.openxmlformats.org/officeDocument/2006/relationships/slideLayout" Target="../slideLayouts/slideLayout38.xml"/><Relationship Id="rId1" Type="http://schemas.openxmlformats.org/officeDocument/2006/relationships/vmlDrawing" Target="../drawings/vmlDrawing6.vml"/><Relationship Id="rId6" Type="http://schemas.openxmlformats.org/officeDocument/2006/relationships/image" Target="../media/image48.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30.bin"/><Relationship Id="rId14" Type="http://schemas.openxmlformats.org/officeDocument/2006/relationships/image" Target="../media/image52.wmf"/></Relationships>
</file>

<file path=ppt/slides/_rels/slide10.xml.rels><?xml version="1.0" encoding="UTF-8" standalone="yes"?>
<Relationships xmlns="http://schemas.openxmlformats.org/package/2006/relationships"><Relationship Id="rId3" Type="http://schemas.openxmlformats.org/officeDocument/2006/relationships/hyperlink" Target="https://zh.wikipedia.org/wiki/%E9%AA%B0%E5%AD%90" TargetMode="External"/><Relationship Id="rId2" Type="http://schemas.openxmlformats.org/officeDocument/2006/relationships/image" Target="../media/image53.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4.jpeg"/><Relationship Id="rId1" Type="http://schemas.openxmlformats.org/officeDocument/2006/relationships/slideLayout" Target="../slideLayouts/slideLayout38.xml"/><Relationship Id="rId4" Type="http://schemas.openxmlformats.org/officeDocument/2006/relationships/image" Target="../media/image55.jpe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8" Type="http://schemas.openxmlformats.org/officeDocument/2006/relationships/hyperlink" Target="https://zh.wikipedia.org/wiki/%E6%A6%82%E7%8E%87%E8%AE%BA" TargetMode="External"/><Relationship Id="rId3" Type="http://schemas.openxmlformats.org/officeDocument/2006/relationships/hyperlink" Target="https://zh.wikipedia.org/wiki/%E6%95%B0%E5%AD%A6%E5%AE%B6" TargetMode="External"/><Relationship Id="rId7" Type="http://schemas.openxmlformats.org/officeDocument/2006/relationships/hyperlink" Target="https://zh.wikipedia.org/wiki/%E9%87%8C%E9%9B%85%E6%99%AE%E8%AF%BA%E5%A4%AB" TargetMode="External"/><Relationship Id="rId2" Type="http://schemas.openxmlformats.org/officeDocument/2006/relationships/hyperlink" Target="https://zh.wikipedia.org/wiki/%E6%B3%95%E5%9B%BD" TargetMode="External"/><Relationship Id="rId1" Type="http://schemas.openxmlformats.org/officeDocument/2006/relationships/slideLayout" Target="../slideLayouts/slideLayout38.xml"/><Relationship Id="rId6" Type="http://schemas.openxmlformats.org/officeDocument/2006/relationships/hyperlink" Target="https://zh.wikipedia.org/wiki/%E6%8B%89%E6%99%AE%E6%8B%89%E6%96%AF" TargetMode="External"/><Relationship Id="rId5" Type="http://schemas.openxmlformats.org/officeDocument/2006/relationships/hyperlink" Target="https://zh.wikipedia.org/wiki/%E6%AD%A3%E6%80%81%E5%88%86%E5%B8%83" TargetMode="External"/><Relationship Id="rId4" Type="http://schemas.openxmlformats.org/officeDocument/2006/relationships/hyperlink" Target="https://zh.wikipedia.org/wiki/%E6%A3%A3%E8%8E%AB%E5%BC%97"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62.wmf"/><Relationship Id="rId2" Type="http://schemas.openxmlformats.org/officeDocument/2006/relationships/slideLayout" Target="../slideLayouts/slideLayout38.xml"/><Relationship Id="rId1" Type="http://schemas.openxmlformats.org/officeDocument/2006/relationships/vmlDrawing" Target="../drawings/vmlDrawing7.vml"/><Relationship Id="rId6" Type="http://schemas.openxmlformats.org/officeDocument/2006/relationships/image" Target="../media/image59.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61.wmf"/><Relationship Id="rId4" Type="http://schemas.openxmlformats.org/officeDocument/2006/relationships/image" Target="../media/image58.wmf"/><Relationship Id="rId9" Type="http://schemas.openxmlformats.org/officeDocument/2006/relationships/oleObject" Target="../embeddings/oleObject36.bin"/></Relationships>
</file>

<file path=ppt/slides/_rels/slide16.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43.bin"/><Relationship Id="rId18" Type="http://schemas.openxmlformats.org/officeDocument/2006/relationships/image" Target="../media/image70.w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67.wmf"/><Relationship Id="rId17" Type="http://schemas.openxmlformats.org/officeDocument/2006/relationships/oleObject" Target="../embeddings/oleObject45.bin"/><Relationship Id="rId2" Type="http://schemas.openxmlformats.org/officeDocument/2006/relationships/slideLayout" Target="../slideLayouts/slideLayout36.xml"/><Relationship Id="rId16" Type="http://schemas.openxmlformats.org/officeDocument/2006/relationships/image" Target="../media/image69.wmf"/><Relationship Id="rId1" Type="http://schemas.openxmlformats.org/officeDocument/2006/relationships/vmlDrawing" Target="../drawings/vmlDrawing8.vml"/><Relationship Id="rId6" Type="http://schemas.openxmlformats.org/officeDocument/2006/relationships/image" Target="../media/image64.w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oleObject" Target="../embeddings/oleObject44.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41.bin"/><Relationship Id="rId14" Type="http://schemas.openxmlformats.org/officeDocument/2006/relationships/image" Target="../media/image68.wmf"/></Relationships>
</file>

<file path=ppt/slides/_rels/slide17.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76.wmf"/><Relationship Id="rId3" Type="http://schemas.openxmlformats.org/officeDocument/2006/relationships/image" Target="../media/image37.png"/><Relationship Id="rId7" Type="http://schemas.openxmlformats.org/officeDocument/2006/relationships/image" Target="../media/image73.wmf"/><Relationship Id="rId12" Type="http://schemas.openxmlformats.org/officeDocument/2006/relationships/oleObject" Target="../embeddings/oleObject50.bin"/><Relationship Id="rId17" Type="http://schemas.openxmlformats.org/officeDocument/2006/relationships/image" Target="../media/image78.wmf"/><Relationship Id="rId2" Type="http://schemas.openxmlformats.org/officeDocument/2006/relationships/slideLayout" Target="../slideLayouts/slideLayout36.xml"/><Relationship Id="rId16" Type="http://schemas.openxmlformats.org/officeDocument/2006/relationships/oleObject" Target="../embeddings/oleObject52.bin"/><Relationship Id="rId1" Type="http://schemas.openxmlformats.org/officeDocument/2006/relationships/vmlDrawing" Target="../drawings/vmlDrawing9.vml"/><Relationship Id="rId6" Type="http://schemas.openxmlformats.org/officeDocument/2006/relationships/oleObject" Target="../embeddings/oleObject47.bin"/><Relationship Id="rId11" Type="http://schemas.openxmlformats.org/officeDocument/2006/relationships/image" Target="../media/image75.wmf"/><Relationship Id="rId5" Type="http://schemas.openxmlformats.org/officeDocument/2006/relationships/image" Target="../media/image72.wmf"/><Relationship Id="rId15" Type="http://schemas.openxmlformats.org/officeDocument/2006/relationships/image" Target="../media/image77.w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74.wmf"/><Relationship Id="rId14" Type="http://schemas.openxmlformats.org/officeDocument/2006/relationships/oleObject" Target="../embeddings/oleObject51.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83.wmf"/><Relationship Id="rId18" Type="http://schemas.openxmlformats.org/officeDocument/2006/relationships/oleObject" Target="../embeddings/oleObject60.bin"/><Relationship Id="rId3" Type="http://schemas.openxmlformats.org/officeDocument/2006/relationships/image" Target="../media/image37.png"/><Relationship Id="rId7" Type="http://schemas.openxmlformats.org/officeDocument/2006/relationships/image" Target="../media/image80.wmf"/><Relationship Id="rId12" Type="http://schemas.openxmlformats.org/officeDocument/2006/relationships/oleObject" Target="../embeddings/oleObject57.bin"/><Relationship Id="rId17" Type="http://schemas.openxmlformats.org/officeDocument/2006/relationships/image" Target="../media/image85.wmf"/><Relationship Id="rId2" Type="http://schemas.openxmlformats.org/officeDocument/2006/relationships/slideLayout" Target="../slideLayouts/slideLayout38.xml"/><Relationship Id="rId16" Type="http://schemas.openxmlformats.org/officeDocument/2006/relationships/oleObject" Target="../embeddings/oleObject59.bin"/><Relationship Id="rId1" Type="http://schemas.openxmlformats.org/officeDocument/2006/relationships/vmlDrawing" Target="../drawings/vmlDrawing10.vml"/><Relationship Id="rId6" Type="http://schemas.openxmlformats.org/officeDocument/2006/relationships/oleObject" Target="../embeddings/oleObject54.bin"/><Relationship Id="rId11" Type="http://schemas.openxmlformats.org/officeDocument/2006/relationships/image" Target="../media/image82.wmf"/><Relationship Id="rId5" Type="http://schemas.openxmlformats.org/officeDocument/2006/relationships/image" Target="../media/image79.wmf"/><Relationship Id="rId15" Type="http://schemas.openxmlformats.org/officeDocument/2006/relationships/image" Target="../media/image84.wmf"/><Relationship Id="rId10" Type="http://schemas.openxmlformats.org/officeDocument/2006/relationships/oleObject" Target="../embeddings/oleObject56.bin"/><Relationship Id="rId19" Type="http://schemas.openxmlformats.org/officeDocument/2006/relationships/image" Target="../media/image86.wmf"/><Relationship Id="rId4" Type="http://schemas.openxmlformats.org/officeDocument/2006/relationships/oleObject" Target="../embeddings/oleObject53.bin"/><Relationship Id="rId9" Type="http://schemas.openxmlformats.org/officeDocument/2006/relationships/image" Target="../media/image81.wmf"/><Relationship Id="rId14" Type="http://schemas.openxmlformats.org/officeDocument/2006/relationships/oleObject" Target="../embeddings/oleObject5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91.wmf"/><Relationship Id="rId3" Type="http://schemas.openxmlformats.org/officeDocument/2006/relationships/image" Target="../media/image37.png"/><Relationship Id="rId7" Type="http://schemas.openxmlformats.org/officeDocument/2006/relationships/image" Target="../media/image88.wmf"/><Relationship Id="rId12" Type="http://schemas.openxmlformats.org/officeDocument/2006/relationships/oleObject" Target="../embeddings/oleObject65.bin"/><Relationship Id="rId17" Type="http://schemas.openxmlformats.org/officeDocument/2006/relationships/image" Target="../media/image93.wmf"/><Relationship Id="rId2" Type="http://schemas.openxmlformats.org/officeDocument/2006/relationships/slideLayout" Target="../slideLayouts/slideLayout26.xml"/><Relationship Id="rId16" Type="http://schemas.openxmlformats.org/officeDocument/2006/relationships/oleObject" Target="../embeddings/oleObject67.bin"/><Relationship Id="rId1" Type="http://schemas.openxmlformats.org/officeDocument/2006/relationships/vmlDrawing" Target="../drawings/vmlDrawing11.vml"/><Relationship Id="rId6" Type="http://schemas.openxmlformats.org/officeDocument/2006/relationships/oleObject" Target="../embeddings/oleObject62.bin"/><Relationship Id="rId11" Type="http://schemas.openxmlformats.org/officeDocument/2006/relationships/image" Target="../media/image90.wmf"/><Relationship Id="rId5" Type="http://schemas.openxmlformats.org/officeDocument/2006/relationships/image" Target="../media/image87.wmf"/><Relationship Id="rId15" Type="http://schemas.openxmlformats.org/officeDocument/2006/relationships/image" Target="../media/image92.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89.wmf"/><Relationship Id="rId14" Type="http://schemas.openxmlformats.org/officeDocument/2006/relationships/oleObject" Target="../embeddings/oleObject66.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slideLayout" Target="../slideLayouts/slideLayout12.xml"/><Relationship Id="rId7" Type="http://schemas.openxmlformats.org/officeDocument/2006/relationships/image" Target="../media/image95.wmf"/><Relationship Id="rId2" Type="http://schemas.openxmlformats.org/officeDocument/2006/relationships/control" Target="../activeX/activeX2.xml"/><Relationship Id="rId1" Type="http://schemas.openxmlformats.org/officeDocument/2006/relationships/vmlDrawing" Target="../drawings/vmlDrawing12.vml"/><Relationship Id="rId6" Type="http://schemas.openxmlformats.org/officeDocument/2006/relationships/oleObject" Target="../embeddings/oleObject69.bin"/><Relationship Id="rId5" Type="http://schemas.openxmlformats.org/officeDocument/2006/relationships/image" Target="../media/image94.wmf"/><Relationship Id="rId10" Type="http://schemas.openxmlformats.org/officeDocument/2006/relationships/image" Target="../media/image97.wmf"/><Relationship Id="rId4" Type="http://schemas.openxmlformats.org/officeDocument/2006/relationships/oleObject" Target="../embeddings/oleObject68.bin"/><Relationship Id="rId9" Type="http://schemas.openxmlformats.org/officeDocument/2006/relationships/image" Target="../media/image96.wmf"/></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38.xml"/><Relationship Id="rId1" Type="http://schemas.openxmlformats.org/officeDocument/2006/relationships/vmlDrawing" Target="../drawings/vmlDrawing13.vml"/><Relationship Id="rId6" Type="http://schemas.openxmlformats.org/officeDocument/2006/relationships/image" Target="../media/image100.emf"/><Relationship Id="rId5" Type="http://schemas.openxmlformats.org/officeDocument/2006/relationships/image" Target="../media/image98.wmf"/><Relationship Id="rId4" Type="http://schemas.openxmlformats.org/officeDocument/2006/relationships/oleObject" Target="../embeddings/oleObject71.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105.wmf"/><Relationship Id="rId18" Type="http://schemas.openxmlformats.org/officeDocument/2006/relationships/oleObject" Target="../embeddings/oleObject79.bin"/><Relationship Id="rId3" Type="http://schemas.openxmlformats.org/officeDocument/2006/relationships/image" Target="../media/image99.png"/><Relationship Id="rId21" Type="http://schemas.openxmlformats.org/officeDocument/2006/relationships/image" Target="../media/image109.wmf"/><Relationship Id="rId7" Type="http://schemas.openxmlformats.org/officeDocument/2006/relationships/image" Target="../media/image102.wmf"/><Relationship Id="rId12" Type="http://schemas.openxmlformats.org/officeDocument/2006/relationships/oleObject" Target="../embeddings/oleObject76.bin"/><Relationship Id="rId17" Type="http://schemas.openxmlformats.org/officeDocument/2006/relationships/image" Target="../media/image107.wmf"/><Relationship Id="rId2" Type="http://schemas.openxmlformats.org/officeDocument/2006/relationships/slideLayout" Target="../slideLayouts/slideLayout26.xml"/><Relationship Id="rId16" Type="http://schemas.openxmlformats.org/officeDocument/2006/relationships/oleObject" Target="../embeddings/oleObject78.bin"/><Relationship Id="rId20" Type="http://schemas.openxmlformats.org/officeDocument/2006/relationships/oleObject" Target="../embeddings/oleObject80.bin"/><Relationship Id="rId1" Type="http://schemas.openxmlformats.org/officeDocument/2006/relationships/vmlDrawing" Target="../drawings/vmlDrawing14.vml"/><Relationship Id="rId6" Type="http://schemas.openxmlformats.org/officeDocument/2006/relationships/oleObject" Target="../embeddings/oleObject73.bin"/><Relationship Id="rId11" Type="http://schemas.openxmlformats.org/officeDocument/2006/relationships/image" Target="../media/image104.wmf"/><Relationship Id="rId5" Type="http://schemas.openxmlformats.org/officeDocument/2006/relationships/image" Target="../media/image101.wmf"/><Relationship Id="rId15" Type="http://schemas.openxmlformats.org/officeDocument/2006/relationships/image" Target="../media/image106.wmf"/><Relationship Id="rId10" Type="http://schemas.openxmlformats.org/officeDocument/2006/relationships/oleObject" Target="../embeddings/oleObject75.bin"/><Relationship Id="rId19" Type="http://schemas.openxmlformats.org/officeDocument/2006/relationships/image" Target="../media/image108.wmf"/><Relationship Id="rId4" Type="http://schemas.openxmlformats.org/officeDocument/2006/relationships/oleObject" Target="../embeddings/oleObject72.bin"/><Relationship Id="rId9" Type="http://schemas.openxmlformats.org/officeDocument/2006/relationships/image" Target="../media/image103.wmf"/><Relationship Id="rId14" Type="http://schemas.openxmlformats.org/officeDocument/2006/relationships/oleObject" Target="../embeddings/oleObject77.bin"/></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111.wmf"/><Relationship Id="rId2" Type="http://schemas.openxmlformats.org/officeDocument/2006/relationships/slideLayout" Target="../slideLayouts/slideLayout36.xml"/><Relationship Id="rId1" Type="http://schemas.openxmlformats.org/officeDocument/2006/relationships/vmlDrawing" Target="../drawings/vmlDrawing15.vml"/><Relationship Id="rId6" Type="http://schemas.openxmlformats.org/officeDocument/2006/relationships/oleObject" Target="../embeddings/oleObject82.bin"/><Relationship Id="rId5" Type="http://schemas.openxmlformats.org/officeDocument/2006/relationships/image" Target="../media/image110.wmf"/><Relationship Id="rId4" Type="http://schemas.openxmlformats.org/officeDocument/2006/relationships/oleObject" Target="../embeddings/oleObject81.bin"/></Relationships>
</file>

<file path=ppt/slides/_rels/slide28.xml.rels><?xml version="1.0" encoding="UTF-8" standalone="yes"?>
<Relationships xmlns="http://schemas.openxmlformats.org/package/2006/relationships"><Relationship Id="rId8" Type="http://schemas.openxmlformats.org/officeDocument/2006/relationships/image" Target="../media/image114.wmf"/><Relationship Id="rId13" Type="http://schemas.openxmlformats.org/officeDocument/2006/relationships/oleObject" Target="../embeddings/oleObject88.bin"/><Relationship Id="rId18" Type="http://schemas.openxmlformats.org/officeDocument/2006/relationships/image" Target="../media/image119.wmf"/><Relationship Id="rId3" Type="http://schemas.openxmlformats.org/officeDocument/2006/relationships/oleObject" Target="../embeddings/oleObject83.bin"/><Relationship Id="rId21" Type="http://schemas.openxmlformats.org/officeDocument/2006/relationships/oleObject" Target="../embeddings/oleObject92.bin"/><Relationship Id="rId7" Type="http://schemas.openxmlformats.org/officeDocument/2006/relationships/oleObject" Target="../embeddings/oleObject85.bin"/><Relationship Id="rId12" Type="http://schemas.openxmlformats.org/officeDocument/2006/relationships/image" Target="../media/image116.wmf"/><Relationship Id="rId17" Type="http://schemas.openxmlformats.org/officeDocument/2006/relationships/oleObject" Target="../embeddings/oleObject90.bin"/><Relationship Id="rId2" Type="http://schemas.openxmlformats.org/officeDocument/2006/relationships/slideLayout" Target="../slideLayouts/slideLayout36.xml"/><Relationship Id="rId16" Type="http://schemas.openxmlformats.org/officeDocument/2006/relationships/image" Target="../media/image118.wmf"/><Relationship Id="rId20" Type="http://schemas.openxmlformats.org/officeDocument/2006/relationships/image" Target="../media/image120.wmf"/><Relationship Id="rId1" Type="http://schemas.openxmlformats.org/officeDocument/2006/relationships/vmlDrawing" Target="../drawings/vmlDrawing16.vml"/><Relationship Id="rId6" Type="http://schemas.openxmlformats.org/officeDocument/2006/relationships/image" Target="../media/image113.wmf"/><Relationship Id="rId11" Type="http://schemas.openxmlformats.org/officeDocument/2006/relationships/oleObject" Target="../embeddings/oleObject87.bin"/><Relationship Id="rId5" Type="http://schemas.openxmlformats.org/officeDocument/2006/relationships/oleObject" Target="../embeddings/oleObject84.bin"/><Relationship Id="rId15" Type="http://schemas.openxmlformats.org/officeDocument/2006/relationships/oleObject" Target="../embeddings/oleObject89.bin"/><Relationship Id="rId10" Type="http://schemas.openxmlformats.org/officeDocument/2006/relationships/image" Target="../media/image115.wmf"/><Relationship Id="rId19" Type="http://schemas.openxmlformats.org/officeDocument/2006/relationships/oleObject" Target="../embeddings/oleObject91.bin"/><Relationship Id="rId4" Type="http://schemas.openxmlformats.org/officeDocument/2006/relationships/image" Target="../media/image112.wmf"/><Relationship Id="rId9" Type="http://schemas.openxmlformats.org/officeDocument/2006/relationships/oleObject" Target="../embeddings/oleObject86.bin"/><Relationship Id="rId14" Type="http://schemas.openxmlformats.org/officeDocument/2006/relationships/image" Target="../media/image117.wmf"/><Relationship Id="rId22" Type="http://schemas.openxmlformats.org/officeDocument/2006/relationships/image" Target="../media/image121.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26.wmf"/><Relationship Id="rId18" Type="http://schemas.openxmlformats.org/officeDocument/2006/relationships/oleObject" Target="../embeddings/oleObject100.bin"/><Relationship Id="rId26" Type="http://schemas.openxmlformats.org/officeDocument/2006/relationships/oleObject" Target="../embeddings/oleObject104.bin"/><Relationship Id="rId3" Type="http://schemas.openxmlformats.org/officeDocument/2006/relationships/image" Target="../media/image17.png"/><Relationship Id="rId21" Type="http://schemas.openxmlformats.org/officeDocument/2006/relationships/image" Target="../media/image129.wmf"/><Relationship Id="rId7" Type="http://schemas.openxmlformats.org/officeDocument/2006/relationships/image" Target="../media/image123.wmf"/><Relationship Id="rId12" Type="http://schemas.openxmlformats.org/officeDocument/2006/relationships/oleObject" Target="../embeddings/oleObject97.bin"/><Relationship Id="rId17" Type="http://schemas.openxmlformats.org/officeDocument/2006/relationships/image" Target="../media/image128.wmf"/><Relationship Id="rId25" Type="http://schemas.openxmlformats.org/officeDocument/2006/relationships/image" Target="../media/image116.wmf"/><Relationship Id="rId2" Type="http://schemas.openxmlformats.org/officeDocument/2006/relationships/slideLayout" Target="../slideLayouts/slideLayout39.xml"/><Relationship Id="rId16" Type="http://schemas.openxmlformats.org/officeDocument/2006/relationships/oleObject" Target="../embeddings/oleObject99.bin"/><Relationship Id="rId20" Type="http://schemas.openxmlformats.org/officeDocument/2006/relationships/oleObject" Target="../embeddings/oleObject101.bin"/><Relationship Id="rId1" Type="http://schemas.openxmlformats.org/officeDocument/2006/relationships/vmlDrawing" Target="../drawings/vmlDrawing17.vml"/><Relationship Id="rId6" Type="http://schemas.openxmlformats.org/officeDocument/2006/relationships/oleObject" Target="../embeddings/oleObject94.bin"/><Relationship Id="rId11" Type="http://schemas.openxmlformats.org/officeDocument/2006/relationships/image" Target="../media/image125.wmf"/><Relationship Id="rId24" Type="http://schemas.openxmlformats.org/officeDocument/2006/relationships/oleObject" Target="../embeddings/oleObject103.bin"/><Relationship Id="rId5" Type="http://schemas.openxmlformats.org/officeDocument/2006/relationships/image" Target="../media/image122.wmf"/><Relationship Id="rId15" Type="http://schemas.openxmlformats.org/officeDocument/2006/relationships/image" Target="../media/image127.wmf"/><Relationship Id="rId23" Type="http://schemas.openxmlformats.org/officeDocument/2006/relationships/image" Target="../media/image130.wmf"/><Relationship Id="rId10" Type="http://schemas.openxmlformats.org/officeDocument/2006/relationships/oleObject" Target="../embeddings/oleObject96.bin"/><Relationship Id="rId19" Type="http://schemas.openxmlformats.org/officeDocument/2006/relationships/image" Target="../media/image117.wmf"/><Relationship Id="rId4" Type="http://schemas.openxmlformats.org/officeDocument/2006/relationships/oleObject" Target="../embeddings/oleObject93.bin"/><Relationship Id="rId9" Type="http://schemas.openxmlformats.org/officeDocument/2006/relationships/image" Target="../media/image124.wmf"/><Relationship Id="rId14" Type="http://schemas.openxmlformats.org/officeDocument/2006/relationships/oleObject" Target="../embeddings/oleObject98.bin"/><Relationship Id="rId22" Type="http://schemas.openxmlformats.org/officeDocument/2006/relationships/oleObject" Target="../embeddings/oleObject102.bin"/><Relationship Id="rId27" Type="http://schemas.openxmlformats.org/officeDocument/2006/relationships/image" Target="../media/image131.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136.wmf"/><Relationship Id="rId18" Type="http://schemas.openxmlformats.org/officeDocument/2006/relationships/oleObject" Target="../embeddings/oleObject112.bin"/><Relationship Id="rId3" Type="http://schemas.openxmlformats.org/officeDocument/2006/relationships/image" Target="../media/image37.png"/><Relationship Id="rId7" Type="http://schemas.openxmlformats.org/officeDocument/2006/relationships/image" Target="../media/image133.wmf"/><Relationship Id="rId12" Type="http://schemas.openxmlformats.org/officeDocument/2006/relationships/oleObject" Target="../embeddings/oleObject109.bin"/><Relationship Id="rId17" Type="http://schemas.openxmlformats.org/officeDocument/2006/relationships/image" Target="../media/image138.wmf"/><Relationship Id="rId2" Type="http://schemas.openxmlformats.org/officeDocument/2006/relationships/slideLayout" Target="../slideLayouts/slideLayout38.xml"/><Relationship Id="rId16" Type="http://schemas.openxmlformats.org/officeDocument/2006/relationships/oleObject" Target="../embeddings/oleObject111.bin"/><Relationship Id="rId1" Type="http://schemas.openxmlformats.org/officeDocument/2006/relationships/vmlDrawing" Target="../drawings/vmlDrawing18.vml"/><Relationship Id="rId6" Type="http://schemas.openxmlformats.org/officeDocument/2006/relationships/oleObject" Target="../embeddings/oleObject106.bin"/><Relationship Id="rId11" Type="http://schemas.openxmlformats.org/officeDocument/2006/relationships/image" Target="../media/image135.wmf"/><Relationship Id="rId5" Type="http://schemas.openxmlformats.org/officeDocument/2006/relationships/image" Target="../media/image132.wmf"/><Relationship Id="rId15" Type="http://schemas.openxmlformats.org/officeDocument/2006/relationships/image" Target="../media/image137.wmf"/><Relationship Id="rId10" Type="http://schemas.openxmlformats.org/officeDocument/2006/relationships/oleObject" Target="../embeddings/oleObject108.bin"/><Relationship Id="rId19" Type="http://schemas.openxmlformats.org/officeDocument/2006/relationships/image" Target="../media/image139.wmf"/><Relationship Id="rId4" Type="http://schemas.openxmlformats.org/officeDocument/2006/relationships/oleObject" Target="../embeddings/oleObject105.bin"/><Relationship Id="rId9" Type="http://schemas.openxmlformats.org/officeDocument/2006/relationships/image" Target="../media/image134.wmf"/><Relationship Id="rId14" Type="http://schemas.openxmlformats.org/officeDocument/2006/relationships/oleObject" Target="../embeddings/oleObject110.bin"/></Relationships>
</file>

<file path=ppt/slides/_rels/slide31.xml.rels><?xml version="1.0" encoding="UTF-8" standalone="yes"?>
<Relationships xmlns="http://schemas.openxmlformats.org/package/2006/relationships"><Relationship Id="rId13" Type="http://schemas.openxmlformats.org/officeDocument/2006/relationships/image" Target="../media/image144.wmf"/><Relationship Id="rId18" Type="http://schemas.openxmlformats.org/officeDocument/2006/relationships/oleObject" Target="../embeddings/oleObject120.bin"/><Relationship Id="rId26" Type="http://schemas.openxmlformats.org/officeDocument/2006/relationships/oleObject" Target="../embeddings/oleObject124.bin"/><Relationship Id="rId39" Type="http://schemas.openxmlformats.org/officeDocument/2006/relationships/oleObject" Target="../embeddings/oleObject131.bin"/><Relationship Id="rId21" Type="http://schemas.openxmlformats.org/officeDocument/2006/relationships/image" Target="../media/image117.wmf"/><Relationship Id="rId34" Type="http://schemas.openxmlformats.org/officeDocument/2006/relationships/image" Target="../media/image116.wmf"/><Relationship Id="rId42" Type="http://schemas.openxmlformats.org/officeDocument/2006/relationships/oleObject" Target="../embeddings/oleObject133.bin"/><Relationship Id="rId47" Type="http://schemas.openxmlformats.org/officeDocument/2006/relationships/image" Target="../media/image157.wmf"/><Relationship Id="rId7" Type="http://schemas.openxmlformats.org/officeDocument/2006/relationships/image" Target="../media/image141.wmf"/><Relationship Id="rId2" Type="http://schemas.openxmlformats.org/officeDocument/2006/relationships/slideLayout" Target="../slideLayouts/slideLayout36.xml"/><Relationship Id="rId16" Type="http://schemas.openxmlformats.org/officeDocument/2006/relationships/oleObject" Target="../embeddings/oleObject119.bin"/><Relationship Id="rId29" Type="http://schemas.openxmlformats.org/officeDocument/2006/relationships/image" Target="../media/image150.wmf"/><Relationship Id="rId11" Type="http://schemas.openxmlformats.org/officeDocument/2006/relationships/image" Target="../media/image143.wmf"/><Relationship Id="rId24" Type="http://schemas.openxmlformats.org/officeDocument/2006/relationships/oleObject" Target="../embeddings/oleObject123.bin"/><Relationship Id="rId32" Type="http://schemas.openxmlformats.org/officeDocument/2006/relationships/oleObject" Target="../embeddings/oleObject127.bin"/><Relationship Id="rId37" Type="http://schemas.openxmlformats.org/officeDocument/2006/relationships/oleObject" Target="../embeddings/oleObject130.bin"/><Relationship Id="rId40" Type="http://schemas.openxmlformats.org/officeDocument/2006/relationships/image" Target="../media/image154.wmf"/><Relationship Id="rId45" Type="http://schemas.openxmlformats.org/officeDocument/2006/relationships/image" Target="../media/image156.wmf"/><Relationship Id="rId5" Type="http://schemas.openxmlformats.org/officeDocument/2006/relationships/image" Target="../media/image140.wmf"/><Relationship Id="rId15" Type="http://schemas.openxmlformats.org/officeDocument/2006/relationships/image" Target="../media/image145.wmf"/><Relationship Id="rId23" Type="http://schemas.openxmlformats.org/officeDocument/2006/relationships/image" Target="../media/image147.wmf"/><Relationship Id="rId28" Type="http://schemas.openxmlformats.org/officeDocument/2006/relationships/oleObject" Target="../embeddings/oleObject125.bin"/><Relationship Id="rId36" Type="http://schemas.openxmlformats.org/officeDocument/2006/relationships/image" Target="../media/image152.wmf"/><Relationship Id="rId49" Type="http://schemas.openxmlformats.org/officeDocument/2006/relationships/image" Target="../media/image158.wmf"/><Relationship Id="rId10" Type="http://schemas.openxmlformats.org/officeDocument/2006/relationships/oleObject" Target="../embeddings/oleObject116.bin"/><Relationship Id="rId19" Type="http://schemas.openxmlformats.org/officeDocument/2006/relationships/image" Target="../media/image130.wmf"/><Relationship Id="rId31" Type="http://schemas.openxmlformats.org/officeDocument/2006/relationships/image" Target="../media/image151.wmf"/><Relationship Id="rId44" Type="http://schemas.openxmlformats.org/officeDocument/2006/relationships/oleObject" Target="../embeddings/oleObject134.bin"/><Relationship Id="rId4" Type="http://schemas.openxmlformats.org/officeDocument/2006/relationships/oleObject" Target="../embeddings/oleObject113.bin"/><Relationship Id="rId9" Type="http://schemas.openxmlformats.org/officeDocument/2006/relationships/image" Target="../media/image142.wmf"/><Relationship Id="rId14" Type="http://schemas.openxmlformats.org/officeDocument/2006/relationships/oleObject" Target="../embeddings/oleObject118.bin"/><Relationship Id="rId22" Type="http://schemas.openxmlformats.org/officeDocument/2006/relationships/oleObject" Target="../embeddings/oleObject122.bin"/><Relationship Id="rId27" Type="http://schemas.openxmlformats.org/officeDocument/2006/relationships/image" Target="../media/image149.wmf"/><Relationship Id="rId30" Type="http://schemas.openxmlformats.org/officeDocument/2006/relationships/oleObject" Target="../embeddings/oleObject126.bin"/><Relationship Id="rId35" Type="http://schemas.openxmlformats.org/officeDocument/2006/relationships/oleObject" Target="../embeddings/oleObject129.bin"/><Relationship Id="rId43" Type="http://schemas.openxmlformats.org/officeDocument/2006/relationships/image" Target="../media/image155.wmf"/><Relationship Id="rId48" Type="http://schemas.openxmlformats.org/officeDocument/2006/relationships/oleObject" Target="../embeddings/oleObject136.bin"/><Relationship Id="rId8" Type="http://schemas.openxmlformats.org/officeDocument/2006/relationships/oleObject" Target="../embeddings/oleObject115.bin"/><Relationship Id="rId3" Type="http://schemas.openxmlformats.org/officeDocument/2006/relationships/image" Target="../media/image159.png"/><Relationship Id="rId12" Type="http://schemas.openxmlformats.org/officeDocument/2006/relationships/oleObject" Target="../embeddings/oleObject117.bin"/><Relationship Id="rId17" Type="http://schemas.openxmlformats.org/officeDocument/2006/relationships/image" Target="../media/image146.wmf"/><Relationship Id="rId25" Type="http://schemas.openxmlformats.org/officeDocument/2006/relationships/image" Target="../media/image148.wmf"/><Relationship Id="rId33" Type="http://schemas.openxmlformats.org/officeDocument/2006/relationships/oleObject" Target="../embeddings/oleObject128.bin"/><Relationship Id="rId38" Type="http://schemas.openxmlformats.org/officeDocument/2006/relationships/image" Target="../media/image153.wmf"/><Relationship Id="rId46" Type="http://schemas.openxmlformats.org/officeDocument/2006/relationships/oleObject" Target="../embeddings/oleObject135.bin"/><Relationship Id="rId20" Type="http://schemas.openxmlformats.org/officeDocument/2006/relationships/oleObject" Target="../embeddings/oleObject121.bin"/><Relationship Id="rId41" Type="http://schemas.openxmlformats.org/officeDocument/2006/relationships/oleObject" Target="../embeddings/oleObject132.bin"/><Relationship Id="rId1" Type="http://schemas.openxmlformats.org/officeDocument/2006/relationships/vmlDrawing" Target="../drawings/vmlDrawing19.vml"/><Relationship Id="rId6" Type="http://schemas.openxmlformats.org/officeDocument/2006/relationships/oleObject" Target="../embeddings/oleObject11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image" Target="../media/image159.png"/><Relationship Id="rId7" Type="http://schemas.openxmlformats.org/officeDocument/2006/relationships/image" Target="../media/image161.wmf"/><Relationship Id="rId2" Type="http://schemas.openxmlformats.org/officeDocument/2006/relationships/slideLayout" Target="../slideLayouts/slideLayout39.xml"/><Relationship Id="rId1" Type="http://schemas.openxmlformats.org/officeDocument/2006/relationships/vmlDrawing" Target="../drawings/vmlDrawing20.vml"/><Relationship Id="rId6" Type="http://schemas.openxmlformats.org/officeDocument/2006/relationships/oleObject" Target="../embeddings/oleObject138.bin"/><Relationship Id="rId11" Type="http://schemas.openxmlformats.org/officeDocument/2006/relationships/image" Target="../media/image163.wmf"/><Relationship Id="rId5" Type="http://schemas.openxmlformats.org/officeDocument/2006/relationships/image" Target="../media/image160.wmf"/><Relationship Id="rId10" Type="http://schemas.openxmlformats.org/officeDocument/2006/relationships/oleObject" Target="../embeddings/oleObject140.bin"/><Relationship Id="rId4" Type="http://schemas.openxmlformats.org/officeDocument/2006/relationships/oleObject" Target="../embeddings/oleObject137.bin"/><Relationship Id="rId9" Type="http://schemas.openxmlformats.org/officeDocument/2006/relationships/image" Target="../media/image162.wmf"/></Relationships>
</file>

<file path=ppt/slides/_rels/slide34.xml.rels><?xml version="1.0" encoding="UTF-8" standalone="yes"?>
<Relationships xmlns="http://schemas.openxmlformats.org/package/2006/relationships"><Relationship Id="rId13" Type="http://schemas.openxmlformats.org/officeDocument/2006/relationships/oleObject" Target="../embeddings/oleObject146.bin"/><Relationship Id="rId18" Type="http://schemas.openxmlformats.org/officeDocument/2006/relationships/image" Target="../media/image168.wmf"/><Relationship Id="rId26" Type="http://schemas.openxmlformats.org/officeDocument/2006/relationships/image" Target="../media/image171.wmf"/><Relationship Id="rId3" Type="http://schemas.openxmlformats.org/officeDocument/2006/relationships/oleObject" Target="../embeddings/oleObject141.bin"/><Relationship Id="rId21" Type="http://schemas.openxmlformats.org/officeDocument/2006/relationships/oleObject" Target="../embeddings/oleObject150.bin"/><Relationship Id="rId34" Type="http://schemas.openxmlformats.org/officeDocument/2006/relationships/image" Target="../media/image174.wmf"/><Relationship Id="rId7" Type="http://schemas.openxmlformats.org/officeDocument/2006/relationships/oleObject" Target="../embeddings/oleObject143.bin"/><Relationship Id="rId12" Type="http://schemas.openxmlformats.org/officeDocument/2006/relationships/image" Target="../media/image154.wmf"/><Relationship Id="rId17" Type="http://schemas.openxmlformats.org/officeDocument/2006/relationships/oleObject" Target="../embeddings/oleObject148.bin"/><Relationship Id="rId25" Type="http://schemas.openxmlformats.org/officeDocument/2006/relationships/oleObject" Target="../embeddings/oleObject153.bin"/><Relationship Id="rId33" Type="http://schemas.openxmlformats.org/officeDocument/2006/relationships/oleObject" Target="../embeddings/oleObject157.bin"/><Relationship Id="rId2" Type="http://schemas.openxmlformats.org/officeDocument/2006/relationships/slideLayout" Target="../slideLayouts/slideLayout26.xml"/><Relationship Id="rId16" Type="http://schemas.openxmlformats.org/officeDocument/2006/relationships/image" Target="../media/image167.wmf"/><Relationship Id="rId20" Type="http://schemas.openxmlformats.org/officeDocument/2006/relationships/image" Target="../media/image169.wmf"/><Relationship Id="rId29" Type="http://schemas.openxmlformats.org/officeDocument/2006/relationships/oleObject" Target="../embeddings/oleObject155.bin"/><Relationship Id="rId1" Type="http://schemas.openxmlformats.org/officeDocument/2006/relationships/vmlDrawing" Target="../drawings/vmlDrawing21.vml"/><Relationship Id="rId6" Type="http://schemas.openxmlformats.org/officeDocument/2006/relationships/image" Target="../media/image117.wmf"/><Relationship Id="rId11" Type="http://schemas.openxmlformats.org/officeDocument/2006/relationships/oleObject" Target="../embeddings/oleObject145.bin"/><Relationship Id="rId24" Type="http://schemas.openxmlformats.org/officeDocument/2006/relationships/oleObject" Target="../embeddings/oleObject152.bin"/><Relationship Id="rId32" Type="http://schemas.openxmlformats.org/officeDocument/2006/relationships/image" Target="../media/image173.wmf"/><Relationship Id="rId5" Type="http://schemas.openxmlformats.org/officeDocument/2006/relationships/oleObject" Target="../embeddings/oleObject142.bin"/><Relationship Id="rId15" Type="http://schemas.openxmlformats.org/officeDocument/2006/relationships/oleObject" Target="../embeddings/oleObject147.bin"/><Relationship Id="rId23" Type="http://schemas.openxmlformats.org/officeDocument/2006/relationships/oleObject" Target="../embeddings/oleObject151.bin"/><Relationship Id="rId28" Type="http://schemas.openxmlformats.org/officeDocument/2006/relationships/image" Target="../media/image116.wmf"/><Relationship Id="rId10" Type="http://schemas.openxmlformats.org/officeDocument/2006/relationships/image" Target="../media/image165.wmf"/><Relationship Id="rId19" Type="http://schemas.openxmlformats.org/officeDocument/2006/relationships/oleObject" Target="../embeddings/oleObject149.bin"/><Relationship Id="rId31" Type="http://schemas.openxmlformats.org/officeDocument/2006/relationships/oleObject" Target="../embeddings/oleObject156.bin"/><Relationship Id="rId4" Type="http://schemas.openxmlformats.org/officeDocument/2006/relationships/image" Target="../media/image164.wmf"/><Relationship Id="rId9" Type="http://schemas.openxmlformats.org/officeDocument/2006/relationships/oleObject" Target="../embeddings/oleObject144.bin"/><Relationship Id="rId14" Type="http://schemas.openxmlformats.org/officeDocument/2006/relationships/image" Target="../media/image166.wmf"/><Relationship Id="rId22" Type="http://schemas.openxmlformats.org/officeDocument/2006/relationships/image" Target="../media/image170.wmf"/><Relationship Id="rId27" Type="http://schemas.openxmlformats.org/officeDocument/2006/relationships/oleObject" Target="../embeddings/oleObject154.bin"/><Relationship Id="rId30" Type="http://schemas.openxmlformats.org/officeDocument/2006/relationships/image" Target="../media/image172.wmf"/><Relationship Id="rId8" Type="http://schemas.openxmlformats.org/officeDocument/2006/relationships/image" Target="../media/image130.wmf"/></Relationships>
</file>

<file path=ppt/slides/_rels/slide35.x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oleObject" Target="../embeddings/oleObject158.bin"/><Relationship Id="rId7" Type="http://schemas.openxmlformats.org/officeDocument/2006/relationships/oleObject" Target="../embeddings/oleObject160.bin"/><Relationship Id="rId2" Type="http://schemas.openxmlformats.org/officeDocument/2006/relationships/slideLayout" Target="../slideLayouts/slideLayout26.xml"/><Relationship Id="rId1" Type="http://schemas.openxmlformats.org/officeDocument/2006/relationships/vmlDrawing" Target="../drawings/vmlDrawing22.vml"/><Relationship Id="rId6" Type="http://schemas.openxmlformats.org/officeDocument/2006/relationships/image" Target="../media/image176.wmf"/><Relationship Id="rId5" Type="http://schemas.openxmlformats.org/officeDocument/2006/relationships/oleObject" Target="../embeddings/oleObject159.bin"/><Relationship Id="rId10" Type="http://schemas.openxmlformats.org/officeDocument/2006/relationships/image" Target="../media/image178.wmf"/><Relationship Id="rId4" Type="http://schemas.openxmlformats.org/officeDocument/2006/relationships/image" Target="../media/image175.wmf"/><Relationship Id="rId9" Type="http://schemas.openxmlformats.org/officeDocument/2006/relationships/oleObject" Target="../embeddings/oleObject161.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64.bin"/><Relationship Id="rId3" Type="http://schemas.openxmlformats.org/officeDocument/2006/relationships/image" Target="../media/image39.png"/><Relationship Id="rId7" Type="http://schemas.openxmlformats.org/officeDocument/2006/relationships/image" Target="../media/image180.wmf"/><Relationship Id="rId2" Type="http://schemas.openxmlformats.org/officeDocument/2006/relationships/slideLayout" Target="../slideLayouts/slideLayout36.xml"/><Relationship Id="rId1" Type="http://schemas.openxmlformats.org/officeDocument/2006/relationships/vmlDrawing" Target="../drawings/vmlDrawing23.vml"/><Relationship Id="rId6" Type="http://schemas.openxmlformats.org/officeDocument/2006/relationships/oleObject" Target="../embeddings/oleObject163.bin"/><Relationship Id="rId11" Type="http://schemas.openxmlformats.org/officeDocument/2006/relationships/image" Target="../media/image182.wmf"/><Relationship Id="rId5" Type="http://schemas.openxmlformats.org/officeDocument/2006/relationships/image" Target="../media/image179.wmf"/><Relationship Id="rId10" Type="http://schemas.openxmlformats.org/officeDocument/2006/relationships/oleObject" Target="../embeddings/oleObject165.bin"/><Relationship Id="rId4" Type="http://schemas.openxmlformats.org/officeDocument/2006/relationships/oleObject" Target="../embeddings/oleObject162.bin"/><Relationship Id="rId9" Type="http://schemas.openxmlformats.org/officeDocument/2006/relationships/image" Target="../media/image181.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Layout" Target="../slideLayouts/slideLayout38.xml"/><Relationship Id="rId1" Type="http://schemas.openxmlformats.org/officeDocument/2006/relationships/vmlDrawing" Target="../drawings/vmlDrawing24.vml"/><Relationship Id="rId4" Type="http://schemas.openxmlformats.org/officeDocument/2006/relationships/image" Target="../media/image183.wmf"/></Relationships>
</file>

<file path=ppt/slides/_rels/slide38.x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oleObject" Target="../embeddings/oleObject167.bin"/><Relationship Id="rId7" Type="http://schemas.openxmlformats.org/officeDocument/2006/relationships/oleObject" Target="../embeddings/oleObject169.bin"/><Relationship Id="rId2" Type="http://schemas.openxmlformats.org/officeDocument/2006/relationships/slideLayout" Target="../slideLayouts/slideLayout38.xml"/><Relationship Id="rId1" Type="http://schemas.openxmlformats.org/officeDocument/2006/relationships/vmlDrawing" Target="../drawings/vmlDrawing25.vml"/><Relationship Id="rId6" Type="http://schemas.openxmlformats.org/officeDocument/2006/relationships/image" Target="../media/image185.wmf"/><Relationship Id="rId5" Type="http://schemas.openxmlformats.org/officeDocument/2006/relationships/oleObject" Target="../embeddings/oleObject168.bin"/><Relationship Id="rId4" Type="http://schemas.openxmlformats.org/officeDocument/2006/relationships/image" Target="../media/image184.wmf"/></Relationships>
</file>

<file path=ppt/slides/_rels/slide39.xml.rels><?xml version="1.0" encoding="UTF-8" standalone="yes"?>
<Relationships xmlns="http://schemas.openxmlformats.org/package/2006/relationships"><Relationship Id="rId8" Type="http://schemas.openxmlformats.org/officeDocument/2006/relationships/image" Target="../media/image189.wmf"/><Relationship Id="rId13" Type="http://schemas.openxmlformats.org/officeDocument/2006/relationships/oleObject" Target="../embeddings/oleObject175.bin"/><Relationship Id="rId3" Type="http://schemas.openxmlformats.org/officeDocument/2006/relationships/oleObject" Target="../embeddings/oleObject170.bin"/><Relationship Id="rId7" Type="http://schemas.openxmlformats.org/officeDocument/2006/relationships/oleObject" Target="../embeddings/oleObject172.bin"/><Relationship Id="rId12" Type="http://schemas.openxmlformats.org/officeDocument/2006/relationships/image" Target="../media/image191.wmf"/><Relationship Id="rId2" Type="http://schemas.openxmlformats.org/officeDocument/2006/relationships/slideLayout" Target="../slideLayouts/slideLayout26.xml"/><Relationship Id="rId16" Type="http://schemas.openxmlformats.org/officeDocument/2006/relationships/image" Target="../media/image193.wmf"/><Relationship Id="rId1" Type="http://schemas.openxmlformats.org/officeDocument/2006/relationships/vmlDrawing" Target="../drawings/vmlDrawing26.vml"/><Relationship Id="rId6" Type="http://schemas.openxmlformats.org/officeDocument/2006/relationships/image" Target="../media/image188.wmf"/><Relationship Id="rId11" Type="http://schemas.openxmlformats.org/officeDocument/2006/relationships/oleObject" Target="../embeddings/oleObject174.bin"/><Relationship Id="rId5" Type="http://schemas.openxmlformats.org/officeDocument/2006/relationships/oleObject" Target="../embeddings/oleObject171.bin"/><Relationship Id="rId15" Type="http://schemas.openxmlformats.org/officeDocument/2006/relationships/oleObject" Target="../embeddings/oleObject176.bin"/><Relationship Id="rId10" Type="http://schemas.openxmlformats.org/officeDocument/2006/relationships/image" Target="../media/image190.wmf"/><Relationship Id="rId4" Type="http://schemas.openxmlformats.org/officeDocument/2006/relationships/image" Target="../media/image187.wmf"/><Relationship Id="rId9" Type="http://schemas.openxmlformats.org/officeDocument/2006/relationships/oleObject" Target="../embeddings/oleObject173.bin"/><Relationship Id="rId14" Type="http://schemas.openxmlformats.org/officeDocument/2006/relationships/image" Target="../media/image192.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ontrol" Target="../activeX/activeX3.xml"/><Relationship Id="rId1" Type="http://schemas.openxmlformats.org/officeDocument/2006/relationships/vmlDrawing" Target="../drawings/vmlDrawing27.vml"/><Relationship Id="rId4" Type="http://schemas.openxmlformats.org/officeDocument/2006/relationships/image" Target="../media/image194.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77.bin"/><Relationship Id="rId2" Type="http://schemas.openxmlformats.org/officeDocument/2006/relationships/slideLayout" Target="../slideLayouts/slideLayout26.xml"/><Relationship Id="rId1" Type="http://schemas.openxmlformats.org/officeDocument/2006/relationships/vmlDrawing" Target="../drawings/vmlDrawing28.vml"/><Relationship Id="rId4" Type="http://schemas.openxmlformats.org/officeDocument/2006/relationships/image" Target="../media/image195.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78.bin"/><Relationship Id="rId2" Type="http://schemas.openxmlformats.org/officeDocument/2006/relationships/slideLayout" Target="../slideLayouts/slideLayout38.xml"/><Relationship Id="rId1" Type="http://schemas.openxmlformats.org/officeDocument/2006/relationships/vmlDrawing" Target="../drawings/vmlDrawing29.vml"/><Relationship Id="rId6" Type="http://schemas.openxmlformats.org/officeDocument/2006/relationships/image" Target="../media/image197.wmf"/><Relationship Id="rId5" Type="http://schemas.openxmlformats.org/officeDocument/2006/relationships/oleObject" Target="../embeddings/oleObject179.bin"/><Relationship Id="rId4" Type="http://schemas.openxmlformats.org/officeDocument/2006/relationships/image" Target="../media/image196.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80.bin"/><Relationship Id="rId2" Type="http://schemas.openxmlformats.org/officeDocument/2006/relationships/slideLayout" Target="../slideLayouts/slideLayout39.xml"/><Relationship Id="rId1" Type="http://schemas.openxmlformats.org/officeDocument/2006/relationships/vmlDrawing" Target="../drawings/vmlDrawing30.vml"/><Relationship Id="rId6" Type="http://schemas.openxmlformats.org/officeDocument/2006/relationships/image" Target="../media/image199.wmf"/><Relationship Id="rId5" Type="http://schemas.openxmlformats.org/officeDocument/2006/relationships/oleObject" Target="../embeddings/oleObject181.bin"/><Relationship Id="rId4" Type="http://schemas.openxmlformats.org/officeDocument/2006/relationships/image" Target="../media/image198.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image" Target="../media/image204.wmf"/><Relationship Id="rId3" Type="http://schemas.openxmlformats.org/officeDocument/2006/relationships/oleObject" Target="../embeddings/oleObject182.bin"/><Relationship Id="rId7" Type="http://schemas.openxmlformats.org/officeDocument/2006/relationships/image" Target="../media/image201.wmf"/><Relationship Id="rId12" Type="http://schemas.openxmlformats.org/officeDocument/2006/relationships/oleObject" Target="../embeddings/oleObject186.bin"/><Relationship Id="rId2" Type="http://schemas.openxmlformats.org/officeDocument/2006/relationships/slideLayout" Target="../slideLayouts/slideLayout36.xml"/><Relationship Id="rId1" Type="http://schemas.openxmlformats.org/officeDocument/2006/relationships/vmlDrawing" Target="../drawings/vmlDrawing31.vml"/><Relationship Id="rId6" Type="http://schemas.openxmlformats.org/officeDocument/2006/relationships/oleObject" Target="../embeddings/oleObject183.bin"/><Relationship Id="rId11" Type="http://schemas.openxmlformats.org/officeDocument/2006/relationships/image" Target="../media/image203.wmf"/><Relationship Id="rId5" Type="http://schemas.openxmlformats.org/officeDocument/2006/relationships/image" Target="../media/image37.png"/><Relationship Id="rId15" Type="http://schemas.openxmlformats.org/officeDocument/2006/relationships/image" Target="../media/image205.wmf"/><Relationship Id="rId10" Type="http://schemas.openxmlformats.org/officeDocument/2006/relationships/oleObject" Target="../embeddings/oleObject185.bin"/><Relationship Id="rId4" Type="http://schemas.openxmlformats.org/officeDocument/2006/relationships/image" Target="../media/image200.wmf"/><Relationship Id="rId9" Type="http://schemas.openxmlformats.org/officeDocument/2006/relationships/image" Target="../media/image202.wmf"/><Relationship Id="rId14" Type="http://schemas.openxmlformats.org/officeDocument/2006/relationships/oleObject" Target="../embeddings/oleObject187.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90.bin"/><Relationship Id="rId13" Type="http://schemas.openxmlformats.org/officeDocument/2006/relationships/image" Target="../media/image210.wmf"/><Relationship Id="rId3" Type="http://schemas.openxmlformats.org/officeDocument/2006/relationships/oleObject" Target="../embeddings/oleObject188.bin"/><Relationship Id="rId7" Type="http://schemas.openxmlformats.org/officeDocument/2006/relationships/image" Target="../media/image207.wmf"/><Relationship Id="rId12" Type="http://schemas.openxmlformats.org/officeDocument/2006/relationships/oleObject" Target="../embeddings/oleObject192.bin"/><Relationship Id="rId17" Type="http://schemas.openxmlformats.org/officeDocument/2006/relationships/image" Target="../media/image212.wmf"/><Relationship Id="rId2" Type="http://schemas.openxmlformats.org/officeDocument/2006/relationships/slideLayout" Target="../slideLayouts/slideLayout26.xml"/><Relationship Id="rId16" Type="http://schemas.openxmlformats.org/officeDocument/2006/relationships/oleObject" Target="../embeddings/oleObject194.bin"/><Relationship Id="rId1" Type="http://schemas.openxmlformats.org/officeDocument/2006/relationships/vmlDrawing" Target="../drawings/vmlDrawing32.vml"/><Relationship Id="rId6" Type="http://schemas.openxmlformats.org/officeDocument/2006/relationships/oleObject" Target="../embeddings/oleObject189.bin"/><Relationship Id="rId11" Type="http://schemas.openxmlformats.org/officeDocument/2006/relationships/image" Target="../media/image209.wmf"/><Relationship Id="rId5" Type="http://schemas.openxmlformats.org/officeDocument/2006/relationships/image" Target="../media/image37.png"/><Relationship Id="rId15" Type="http://schemas.openxmlformats.org/officeDocument/2006/relationships/image" Target="../media/image211.wmf"/><Relationship Id="rId10" Type="http://schemas.openxmlformats.org/officeDocument/2006/relationships/oleObject" Target="../embeddings/oleObject191.bin"/><Relationship Id="rId4" Type="http://schemas.openxmlformats.org/officeDocument/2006/relationships/image" Target="../media/image206.wmf"/><Relationship Id="rId9" Type="http://schemas.openxmlformats.org/officeDocument/2006/relationships/image" Target="../media/image208.wmf"/><Relationship Id="rId14" Type="http://schemas.openxmlformats.org/officeDocument/2006/relationships/oleObject" Target="../embeddings/oleObject193.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97.bin"/><Relationship Id="rId13" Type="http://schemas.openxmlformats.org/officeDocument/2006/relationships/image" Target="../media/image216.wmf"/><Relationship Id="rId18" Type="http://schemas.openxmlformats.org/officeDocument/2006/relationships/oleObject" Target="../embeddings/oleObject203.bin"/><Relationship Id="rId3" Type="http://schemas.openxmlformats.org/officeDocument/2006/relationships/image" Target="../media/image17.png"/><Relationship Id="rId21" Type="http://schemas.openxmlformats.org/officeDocument/2006/relationships/oleObject" Target="../embeddings/oleObject206.bin"/><Relationship Id="rId7" Type="http://schemas.openxmlformats.org/officeDocument/2006/relationships/image" Target="../media/image214.wmf"/><Relationship Id="rId12" Type="http://schemas.openxmlformats.org/officeDocument/2006/relationships/oleObject" Target="../embeddings/oleObject199.bin"/><Relationship Id="rId17" Type="http://schemas.openxmlformats.org/officeDocument/2006/relationships/oleObject" Target="../embeddings/oleObject202.bin"/><Relationship Id="rId2" Type="http://schemas.openxmlformats.org/officeDocument/2006/relationships/slideLayout" Target="../slideLayouts/slideLayout36.xml"/><Relationship Id="rId16" Type="http://schemas.openxmlformats.org/officeDocument/2006/relationships/oleObject" Target="../embeddings/oleObject201.bin"/><Relationship Id="rId20" Type="http://schemas.openxmlformats.org/officeDocument/2006/relationships/oleObject" Target="../embeddings/oleObject205.bin"/><Relationship Id="rId1" Type="http://schemas.openxmlformats.org/officeDocument/2006/relationships/vmlDrawing" Target="../drawings/vmlDrawing33.vml"/><Relationship Id="rId6" Type="http://schemas.openxmlformats.org/officeDocument/2006/relationships/oleObject" Target="../embeddings/oleObject196.bin"/><Relationship Id="rId11" Type="http://schemas.openxmlformats.org/officeDocument/2006/relationships/image" Target="../media/image215.wmf"/><Relationship Id="rId5" Type="http://schemas.openxmlformats.org/officeDocument/2006/relationships/image" Target="../media/image213.wmf"/><Relationship Id="rId15" Type="http://schemas.openxmlformats.org/officeDocument/2006/relationships/image" Target="../media/image217.wmf"/><Relationship Id="rId10" Type="http://schemas.openxmlformats.org/officeDocument/2006/relationships/oleObject" Target="../embeddings/oleObject198.bin"/><Relationship Id="rId19" Type="http://schemas.openxmlformats.org/officeDocument/2006/relationships/oleObject" Target="../embeddings/oleObject204.bin"/><Relationship Id="rId4" Type="http://schemas.openxmlformats.org/officeDocument/2006/relationships/oleObject" Target="../embeddings/oleObject195.bin"/><Relationship Id="rId9" Type="http://schemas.openxmlformats.org/officeDocument/2006/relationships/image" Target="../media/image130.wmf"/><Relationship Id="rId14" Type="http://schemas.openxmlformats.org/officeDocument/2006/relationships/oleObject" Target="../embeddings/oleObject200.bin"/><Relationship Id="rId22" Type="http://schemas.openxmlformats.org/officeDocument/2006/relationships/image" Target="../media/image218.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07.bin"/><Relationship Id="rId2" Type="http://schemas.openxmlformats.org/officeDocument/2006/relationships/slideLayout" Target="../slideLayouts/slideLayout26.xml"/><Relationship Id="rId1" Type="http://schemas.openxmlformats.org/officeDocument/2006/relationships/vmlDrawing" Target="../drawings/vmlDrawing34.vml"/><Relationship Id="rId4" Type="http://schemas.openxmlformats.org/officeDocument/2006/relationships/image" Target="../media/image219.wmf"/></Relationships>
</file>

<file path=ppt/slides/_rels/slide50.xml.rels><?xml version="1.0" encoding="UTF-8" standalone="yes"?>
<Relationships xmlns="http://schemas.openxmlformats.org/package/2006/relationships"><Relationship Id="rId8" Type="http://schemas.openxmlformats.org/officeDocument/2006/relationships/image" Target="../media/image222.wmf"/><Relationship Id="rId3" Type="http://schemas.openxmlformats.org/officeDocument/2006/relationships/oleObject" Target="../embeddings/oleObject208.bin"/><Relationship Id="rId7" Type="http://schemas.openxmlformats.org/officeDocument/2006/relationships/oleObject" Target="../embeddings/oleObject210.bin"/><Relationship Id="rId2" Type="http://schemas.openxmlformats.org/officeDocument/2006/relationships/slideLayout" Target="../slideLayouts/slideLayout36.xml"/><Relationship Id="rId1" Type="http://schemas.openxmlformats.org/officeDocument/2006/relationships/vmlDrawing" Target="../drawings/vmlDrawing35.vml"/><Relationship Id="rId6" Type="http://schemas.openxmlformats.org/officeDocument/2006/relationships/image" Target="../media/image221.wmf"/><Relationship Id="rId5" Type="http://schemas.openxmlformats.org/officeDocument/2006/relationships/oleObject" Target="../embeddings/oleObject209.bin"/><Relationship Id="rId10" Type="http://schemas.openxmlformats.org/officeDocument/2006/relationships/image" Target="../media/image223.wmf"/><Relationship Id="rId4" Type="http://schemas.openxmlformats.org/officeDocument/2006/relationships/image" Target="../media/image220.wmf"/><Relationship Id="rId9" Type="http://schemas.openxmlformats.org/officeDocument/2006/relationships/oleObject" Target="../embeddings/oleObject211.bin"/></Relationships>
</file>

<file path=ppt/slides/_rels/slide51.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16.bin"/><Relationship Id="rId18" Type="http://schemas.openxmlformats.org/officeDocument/2006/relationships/image" Target="../media/image230.wmf"/><Relationship Id="rId3" Type="http://schemas.openxmlformats.org/officeDocument/2006/relationships/oleObject" Target="../embeddings/oleObject212.bin"/><Relationship Id="rId7" Type="http://schemas.openxmlformats.org/officeDocument/2006/relationships/oleObject" Target="../embeddings/oleObject213.bin"/><Relationship Id="rId12" Type="http://schemas.openxmlformats.org/officeDocument/2006/relationships/image" Target="../media/image227.wmf"/><Relationship Id="rId17" Type="http://schemas.openxmlformats.org/officeDocument/2006/relationships/oleObject" Target="../embeddings/oleObject218.bin"/><Relationship Id="rId2" Type="http://schemas.openxmlformats.org/officeDocument/2006/relationships/slideLayout" Target="../slideLayouts/slideLayout26.xml"/><Relationship Id="rId16" Type="http://schemas.openxmlformats.org/officeDocument/2006/relationships/image" Target="../media/image229.wmf"/><Relationship Id="rId1" Type="http://schemas.openxmlformats.org/officeDocument/2006/relationships/vmlDrawing" Target="../drawings/vmlDrawing36.vml"/><Relationship Id="rId6" Type="http://schemas.openxmlformats.org/officeDocument/2006/relationships/image" Target="../media/image37.png"/><Relationship Id="rId11" Type="http://schemas.openxmlformats.org/officeDocument/2006/relationships/oleObject" Target="../embeddings/oleObject215.bin"/><Relationship Id="rId5" Type="http://schemas.openxmlformats.org/officeDocument/2006/relationships/image" Target="../media/image231.wmf"/><Relationship Id="rId15" Type="http://schemas.openxmlformats.org/officeDocument/2006/relationships/oleObject" Target="../embeddings/oleObject217.bin"/><Relationship Id="rId10" Type="http://schemas.openxmlformats.org/officeDocument/2006/relationships/image" Target="../media/image226.wmf"/><Relationship Id="rId4" Type="http://schemas.openxmlformats.org/officeDocument/2006/relationships/image" Target="../media/image224.wmf"/><Relationship Id="rId9" Type="http://schemas.openxmlformats.org/officeDocument/2006/relationships/oleObject" Target="../embeddings/oleObject214.bin"/><Relationship Id="rId14" Type="http://schemas.openxmlformats.org/officeDocument/2006/relationships/image" Target="../media/image228.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21.bin"/><Relationship Id="rId13" Type="http://schemas.openxmlformats.org/officeDocument/2006/relationships/image" Target="../media/image236.wmf"/><Relationship Id="rId18" Type="http://schemas.openxmlformats.org/officeDocument/2006/relationships/oleObject" Target="../embeddings/oleObject226.bin"/><Relationship Id="rId26" Type="http://schemas.openxmlformats.org/officeDocument/2006/relationships/oleObject" Target="../embeddings/oleObject230.bin"/><Relationship Id="rId3" Type="http://schemas.openxmlformats.org/officeDocument/2006/relationships/oleObject" Target="../embeddings/oleObject219.bin"/><Relationship Id="rId21" Type="http://schemas.openxmlformats.org/officeDocument/2006/relationships/image" Target="../media/image240.wmf"/><Relationship Id="rId7" Type="http://schemas.openxmlformats.org/officeDocument/2006/relationships/image" Target="../media/image233.wmf"/><Relationship Id="rId12" Type="http://schemas.openxmlformats.org/officeDocument/2006/relationships/oleObject" Target="../embeddings/oleObject223.bin"/><Relationship Id="rId17" Type="http://schemas.openxmlformats.org/officeDocument/2006/relationships/image" Target="../media/image238.wmf"/><Relationship Id="rId25" Type="http://schemas.openxmlformats.org/officeDocument/2006/relationships/image" Target="../media/image242.wmf"/><Relationship Id="rId2" Type="http://schemas.openxmlformats.org/officeDocument/2006/relationships/slideLayout" Target="../slideLayouts/slideLayout38.xml"/><Relationship Id="rId16" Type="http://schemas.openxmlformats.org/officeDocument/2006/relationships/oleObject" Target="../embeddings/oleObject225.bin"/><Relationship Id="rId20" Type="http://schemas.openxmlformats.org/officeDocument/2006/relationships/oleObject" Target="../embeddings/oleObject227.bin"/><Relationship Id="rId1" Type="http://schemas.openxmlformats.org/officeDocument/2006/relationships/vmlDrawing" Target="../drawings/vmlDrawing37.vml"/><Relationship Id="rId6" Type="http://schemas.openxmlformats.org/officeDocument/2006/relationships/oleObject" Target="../embeddings/oleObject220.bin"/><Relationship Id="rId11" Type="http://schemas.openxmlformats.org/officeDocument/2006/relationships/image" Target="../media/image235.wmf"/><Relationship Id="rId24" Type="http://schemas.openxmlformats.org/officeDocument/2006/relationships/oleObject" Target="../embeddings/oleObject229.bin"/><Relationship Id="rId5" Type="http://schemas.openxmlformats.org/officeDocument/2006/relationships/image" Target="../media/image37.png"/><Relationship Id="rId15" Type="http://schemas.openxmlformats.org/officeDocument/2006/relationships/image" Target="../media/image237.wmf"/><Relationship Id="rId23" Type="http://schemas.openxmlformats.org/officeDocument/2006/relationships/image" Target="../media/image241.wmf"/><Relationship Id="rId10" Type="http://schemas.openxmlformats.org/officeDocument/2006/relationships/oleObject" Target="../embeddings/oleObject222.bin"/><Relationship Id="rId19" Type="http://schemas.openxmlformats.org/officeDocument/2006/relationships/image" Target="../media/image239.wmf"/><Relationship Id="rId4" Type="http://schemas.openxmlformats.org/officeDocument/2006/relationships/image" Target="../media/image232.wmf"/><Relationship Id="rId9" Type="http://schemas.openxmlformats.org/officeDocument/2006/relationships/image" Target="../media/image234.wmf"/><Relationship Id="rId14" Type="http://schemas.openxmlformats.org/officeDocument/2006/relationships/oleObject" Target="../embeddings/oleObject224.bin"/><Relationship Id="rId22" Type="http://schemas.openxmlformats.org/officeDocument/2006/relationships/oleObject" Target="../embeddings/oleObject228.bin"/><Relationship Id="rId27" Type="http://schemas.openxmlformats.org/officeDocument/2006/relationships/image" Target="../media/image243.wmf"/></Relationships>
</file>

<file path=ppt/slides/_rels/slide53.x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oleObject" Target="../embeddings/oleObject236.bin"/><Relationship Id="rId18" Type="http://schemas.openxmlformats.org/officeDocument/2006/relationships/image" Target="../media/image251.wmf"/><Relationship Id="rId3" Type="http://schemas.openxmlformats.org/officeDocument/2006/relationships/oleObject" Target="../embeddings/oleObject231.bin"/><Relationship Id="rId21" Type="http://schemas.openxmlformats.org/officeDocument/2006/relationships/oleObject" Target="../embeddings/oleObject240.bin"/><Relationship Id="rId7" Type="http://schemas.openxmlformats.org/officeDocument/2006/relationships/oleObject" Target="../embeddings/oleObject233.bin"/><Relationship Id="rId12" Type="http://schemas.openxmlformats.org/officeDocument/2006/relationships/image" Target="../media/image248.wmf"/><Relationship Id="rId17" Type="http://schemas.openxmlformats.org/officeDocument/2006/relationships/oleObject" Target="../embeddings/oleObject238.bin"/><Relationship Id="rId2" Type="http://schemas.openxmlformats.org/officeDocument/2006/relationships/slideLayout" Target="../slideLayouts/slideLayout26.xml"/><Relationship Id="rId16" Type="http://schemas.openxmlformats.org/officeDocument/2006/relationships/image" Target="../media/image250.wmf"/><Relationship Id="rId20" Type="http://schemas.openxmlformats.org/officeDocument/2006/relationships/image" Target="../media/image252.wmf"/><Relationship Id="rId1" Type="http://schemas.openxmlformats.org/officeDocument/2006/relationships/vmlDrawing" Target="../drawings/vmlDrawing38.vml"/><Relationship Id="rId6" Type="http://schemas.openxmlformats.org/officeDocument/2006/relationships/image" Target="../media/image245.wmf"/><Relationship Id="rId11" Type="http://schemas.openxmlformats.org/officeDocument/2006/relationships/oleObject" Target="../embeddings/oleObject235.bin"/><Relationship Id="rId5" Type="http://schemas.openxmlformats.org/officeDocument/2006/relationships/oleObject" Target="../embeddings/oleObject232.bin"/><Relationship Id="rId15" Type="http://schemas.openxmlformats.org/officeDocument/2006/relationships/oleObject" Target="../embeddings/oleObject237.bin"/><Relationship Id="rId10" Type="http://schemas.openxmlformats.org/officeDocument/2006/relationships/image" Target="../media/image247.wmf"/><Relationship Id="rId19" Type="http://schemas.openxmlformats.org/officeDocument/2006/relationships/oleObject" Target="../embeddings/oleObject239.bin"/><Relationship Id="rId4" Type="http://schemas.openxmlformats.org/officeDocument/2006/relationships/image" Target="../media/image244.wmf"/><Relationship Id="rId9" Type="http://schemas.openxmlformats.org/officeDocument/2006/relationships/oleObject" Target="../embeddings/oleObject234.bin"/><Relationship Id="rId14" Type="http://schemas.openxmlformats.org/officeDocument/2006/relationships/image" Target="../media/image249.wmf"/><Relationship Id="rId22" Type="http://schemas.openxmlformats.org/officeDocument/2006/relationships/image" Target="../media/image253.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43.bin"/><Relationship Id="rId13" Type="http://schemas.openxmlformats.org/officeDocument/2006/relationships/image" Target="../media/image258.wmf"/><Relationship Id="rId18" Type="http://schemas.openxmlformats.org/officeDocument/2006/relationships/oleObject" Target="../embeddings/oleObject248.bin"/><Relationship Id="rId26" Type="http://schemas.openxmlformats.org/officeDocument/2006/relationships/oleObject" Target="../embeddings/oleObject252.bin"/><Relationship Id="rId3" Type="http://schemas.openxmlformats.org/officeDocument/2006/relationships/oleObject" Target="../embeddings/oleObject241.bin"/><Relationship Id="rId21" Type="http://schemas.openxmlformats.org/officeDocument/2006/relationships/image" Target="../media/image262.wmf"/><Relationship Id="rId7" Type="http://schemas.openxmlformats.org/officeDocument/2006/relationships/image" Target="../media/image255.wmf"/><Relationship Id="rId12" Type="http://schemas.openxmlformats.org/officeDocument/2006/relationships/oleObject" Target="../embeddings/oleObject245.bin"/><Relationship Id="rId17" Type="http://schemas.openxmlformats.org/officeDocument/2006/relationships/image" Target="../media/image260.wmf"/><Relationship Id="rId25" Type="http://schemas.openxmlformats.org/officeDocument/2006/relationships/image" Target="../media/image264.wmf"/><Relationship Id="rId2" Type="http://schemas.openxmlformats.org/officeDocument/2006/relationships/slideLayout" Target="../slideLayouts/slideLayout38.xml"/><Relationship Id="rId16" Type="http://schemas.openxmlformats.org/officeDocument/2006/relationships/oleObject" Target="../embeddings/oleObject247.bin"/><Relationship Id="rId20" Type="http://schemas.openxmlformats.org/officeDocument/2006/relationships/oleObject" Target="../embeddings/oleObject249.bin"/><Relationship Id="rId1" Type="http://schemas.openxmlformats.org/officeDocument/2006/relationships/vmlDrawing" Target="../drawings/vmlDrawing39.vml"/><Relationship Id="rId6" Type="http://schemas.openxmlformats.org/officeDocument/2006/relationships/oleObject" Target="../embeddings/oleObject242.bin"/><Relationship Id="rId11" Type="http://schemas.openxmlformats.org/officeDocument/2006/relationships/image" Target="../media/image257.wmf"/><Relationship Id="rId24" Type="http://schemas.openxmlformats.org/officeDocument/2006/relationships/oleObject" Target="../embeddings/oleObject251.bin"/><Relationship Id="rId5" Type="http://schemas.openxmlformats.org/officeDocument/2006/relationships/image" Target="../media/image37.png"/><Relationship Id="rId15" Type="http://schemas.openxmlformats.org/officeDocument/2006/relationships/image" Target="../media/image259.wmf"/><Relationship Id="rId23" Type="http://schemas.openxmlformats.org/officeDocument/2006/relationships/image" Target="../media/image263.wmf"/><Relationship Id="rId10" Type="http://schemas.openxmlformats.org/officeDocument/2006/relationships/oleObject" Target="../embeddings/oleObject244.bin"/><Relationship Id="rId19" Type="http://schemas.openxmlformats.org/officeDocument/2006/relationships/image" Target="../media/image261.wmf"/><Relationship Id="rId4" Type="http://schemas.openxmlformats.org/officeDocument/2006/relationships/image" Target="../media/image254.wmf"/><Relationship Id="rId9" Type="http://schemas.openxmlformats.org/officeDocument/2006/relationships/image" Target="../media/image256.wmf"/><Relationship Id="rId14" Type="http://schemas.openxmlformats.org/officeDocument/2006/relationships/oleObject" Target="../embeddings/oleObject246.bin"/><Relationship Id="rId22" Type="http://schemas.openxmlformats.org/officeDocument/2006/relationships/oleObject" Target="../embeddings/oleObject250.bin"/><Relationship Id="rId27" Type="http://schemas.openxmlformats.org/officeDocument/2006/relationships/image" Target="../media/image265.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55.bin"/><Relationship Id="rId13" Type="http://schemas.openxmlformats.org/officeDocument/2006/relationships/image" Target="../media/image269.wmf"/><Relationship Id="rId18" Type="http://schemas.openxmlformats.org/officeDocument/2006/relationships/oleObject" Target="../embeddings/oleObject260.bin"/><Relationship Id="rId26" Type="http://schemas.openxmlformats.org/officeDocument/2006/relationships/oleObject" Target="../embeddings/oleObject264.bin"/><Relationship Id="rId3" Type="http://schemas.openxmlformats.org/officeDocument/2006/relationships/oleObject" Target="../embeddings/oleObject253.bin"/><Relationship Id="rId21" Type="http://schemas.openxmlformats.org/officeDocument/2006/relationships/image" Target="../media/image273.wmf"/><Relationship Id="rId7" Type="http://schemas.openxmlformats.org/officeDocument/2006/relationships/image" Target="../media/image233.wmf"/><Relationship Id="rId12" Type="http://schemas.openxmlformats.org/officeDocument/2006/relationships/oleObject" Target="../embeddings/oleObject257.bin"/><Relationship Id="rId17" Type="http://schemas.openxmlformats.org/officeDocument/2006/relationships/image" Target="../media/image271.wmf"/><Relationship Id="rId25" Type="http://schemas.openxmlformats.org/officeDocument/2006/relationships/image" Target="../media/image275.wmf"/><Relationship Id="rId2" Type="http://schemas.openxmlformats.org/officeDocument/2006/relationships/slideLayout" Target="../slideLayouts/slideLayout38.xml"/><Relationship Id="rId16" Type="http://schemas.openxmlformats.org/officeDocument/2006/relationships/oleObject" Target="../embeddings/oleObject259.bin"/><Relationship Id="rId20" Type="http://schemas.openxmlformats.org/officeDocument/2006/relationships/oleObject" Target="../embeddings/oleObject261.bin"/><Relationship Id="rId29" Type="http://schemas.openxmlformats.org/officeDocument/2006/relationships/image" Target="../media/image277.wmf"/><Relationship Id="rId1" Type="http://schemas.openxmlformats.org/officeDocument/2006/relationships/vmlDrawing" Target="../drawings/vmlDrawing40.vml"/><Relationship Id="rId6" Type="http://schemas.openxmlformats.org/officeDocument/2006/relationships/oleObject" Target="../embeddings/oleObject254.bin"/><Relationship Id="rId11" Type="http://schemas.openxmlformats.org/officeDocument/2006/relationships/image" Target="../media/image268.wmf"/><Relationship Id="rId24" Type="http://schemas.openxmlformats.org/officeDocument/2006/relationships/oleObject" Target="../embeddings/oleObject263.bin"/><Relationship Id="rId5" Type="http://schemas.openxmlformats.org/officeDocument/2006/relationships/image" Target="../media/image37.png"/><Relationship Id="rId15" Type="http://schemas.openxmlformats.org/officeDocument/2006/relationships/image" Target="../media/image270.wmf"/><Relationship Id="rId23" Type="http://schemas.openxmlformats.org/officeDocument/2006/relationships/image" Target="../media/image274.wmf"/><Relationship Id="rId28" Type="http://schemas.openxmlformats.org/officeDocument/2006/relationships/oleObject" Target="../embeddings/oleObject265.bin"/><Relationship Id="rId10" Type="http://schemas.openxmlformats.org/officeDocument/2006/relationships/oleObject" Target="../embeddings/oleObject256.bin"/><Relationship Id="rId19" Type="http://schemas.openxmlformats.org/officeDocument/2006/relationships/image" Target="../media/image272.wmf"/><Relationship Id="rId31" Type="http://schemas.openxmlformats.org/officeDocument/2006/relationships/image" Target="../media/image278.wmf"/><Relationship Id="rId4" Type="http://schemas.openxmlformats.org/officeDocument/2006/relationships/image" Target="../media/image266.wmf"/><Relationship Id="rId9" Type="http://schemas.openxmlformats.org/officeDocument/2006/relationships/image" Target="../media/image267.wmf"/><Relationship Id="rId14" Type="http://schemas.openxmlformats.org/officeDocument/2006/relationships/oleObject" Target="../embeddings/oleObject258.bin"/><Relationship Id="rId22" Type="http://schemas.openxmlformats.org/officeDocument/2006/relationships/oleObject" Target="../embeddings/oleObject262.bin"/><Relationship Id="rId27" Type="http://schemas.openxmlformats.org/officeDocument/2006/relationships/image" Target="../media/image276.wmf"/><Relationship Id="rId30" Type="http://schemas.openxmlformats.org/officeDocument/2006/relationships/oleObject" Target="../embeddings/oleObject266.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69.bin"/><Relationship Id="rId13" Type="http://schemas.openxmlformats.org/officeDocument/2006/relationships/image" Target="../media/image283.wmf"/><Relationship Id="rId3" Type="http://schemas.openxmlformats.org/officeDocument/2006/relationships/image" Target="../media/image285.jpeg"/><Relationship Id="rId7" Type="http://schemas.openxmlformats.org/officeDocument/2006/relationships/image" Target="../media/image280.wmf"/><Relationship Id="rId12" Type="http://schemas.openxmlformats.org/officeDocument/2006/relationships/oleObject" Target="../embeddings/oleObject271.bin"/><Relationship Id="rId2" Type="http://schemas.openxmlformats.org/officeDocument/2006/relationships/slideLayout" Target="../slideLayouts/slideLayout39.xml"/><Relationship Id="rId1" Type="http://schemas.openxmlformats.org/officeDocument/2006/relationships/vmlDrawing" Target="../drawings/vmlDrawing41.vml"/><Relationship Id="rId6" Type="http://schemas.openxmlformats.org/officeDocument/2006/relationships/oleObject" Target="../embeddings/oleObject268.bin"/><Relationship Id="rId11" Type="http://schemas.openxmlformats.org/officeDocument/2006/relationships/image" Target="../media/image282.wmf"/><Relationship Id="rId5" Type="http://schemas.openxmlformats.org/officeDocument/2006/relationships/image" Target="../media/image279.wmf"/><Relationship Id="rId15" Type="http://schemas.openxmlformats.org/officeDocument/2006/relationships/image" Target="../media/image284.wmf"/><Relationship Id="rId10" Type="http://schemas.openxmlformats.org/officeDocument/2006/relationships/oleObject" Target="../embeddings/oleObject270.bin"/><Relationship Id="rId4" Type="http://schemas.openxmlformats.org/officeDocument/2006/relationships/oleObject" Target="../embeddings/oleObject267.bin"/><Relationship Id="rId9" Type="http://schemas.openxmlformats.org/officeDocument/2006/relationships/image" Target="../media/image281.wmf"/><Relationship Id="rId14" Type="http://schemas.openxmlformats.org/officeDocument/2006/relationships/oleObject" Target="../embeddings/oleObject272.bin"/></Relationships>
</file>

<file path=ppt/slides/_rels/slide57.xml.rels><?xml version="1.0" encoding="UTF-8" standalone="yes"?>
<Relationships xmlns="http://schemas.openxmlformats.org/package/2006/relationships"><Relationship Id="rId8" Type="http://schemas.openxmlformats.org/officeDocument/2006/relationships/image" Target="../media/image289.jpeg"/><Relationship Id="rId3" Type="http://schemas.openxmlformats.org/officeDocument/2006/relationships/image" Target="../media/image288.png"/><Relationship Id="rId7" Type="http://schemas.openxmlformats.org/officeDocument/2006/relationships/image" Target="../media/image287.wmf"/><Relationship Id="rId2" Type="http://schemas.openxmlformats.org/officeDocument/2006/relationships/slideLayout" Target="../slideLayouts/slideLayout38.xml"/><Relationship Id="rId1" Type="http://schemas.openxmlformats.org/officeDocument/2006/relationships/vmlDrawing" Target="../drawings/vmlDrawing42.vml"/><Relationship Id="rId6" Type="http://schemas.openxmlformats.org/officeDocument/2006/relationships/oleObject" Target="../embeddings/oleObject274.bin"/><Relationship Id="rId5" Type="http://schemas.openxmlformats.org/officeDocument/2006/relationships/image" Target="../media/image286.wmf"/><Relationship Id="rId4" Type="http://schemas.openxmlformats.org/officeDocument/2006/relationships/oleObject" Target="../embeddings/oleObject273.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77.bin"/><Relationship Id="rId13" Type="http://schemas.openxmlformats.org/officeDocument/2006/relationships/image" Target="../media/image294.wmf"/><Relationship Id="rId18" Type="http://schemas.openxmlformats.org/officeDocument/2006/relationships/oleObject" Target="../embeddings/oleObject282.bin"/><Relationship Id="rId26" Type="http://schemas.openxmlformats.org/officeDocument/2006/relationships/oleObject" Target="../embeddings/oleObject286.bin"/><Relationship Id="rId3" Type="http://schemas.openxmlformats.org/officeDocument/2006/relationships/oleObject" Target="../embeddings/oleObject275.bin"/><Relationship Id="rId21" Type="http://schemas.openxmlformats.org/officeDocument/2006/relationships/image" Target="../media/image298.wmf"/><Relationship Id="rId7" Type="http://schemas.openxmlformats.org/officeDocument/2006/relationships/image" Target="../media/image291.wmf"/><Relationship Id="rId12" Type="http://schemas.openxmlformats.org/officeDocument/2006/relationships/oleObject" Target="../embeddings/oleObject279.bin"/><Relationship Id="rId17" Type="http://schemas.openxmlformats.org/officeDocument/2006/relationships/image" Target="../media/image296.wmf"/><Relationship Id="rId25" Type="http://schemas.openxmlformats.org/officeDocument/2006/relationships/image" Target="../media/image300.wmf"/><Relationship Id="rId2" Type="http://schemas.openxmlformats.org/officeDocument/2006/relationships/slideLayout" Target="../slideLayouts/slideLayout38.xml"/><Relationship Id="rId16" Type="http://schemas.openxmlformats.org/officeDocument/2006/relationships/oleObject" Target="../embeddings/oleObject281.bin"/><Relationship Id="rId20" Type="http://schemas.openxmlformats.org/officeDocument/2006/relationships/oleObject" Target="../embeddings/oleObject283.bin"/><Relationship Id="rId29" Type="http://schemas.openxmlformats.org/officeDocument/2006/relationships/image" Target="../media/image302.wmf"/><Relationship Id="rId1" Type="http://schemas.openxmlformats.org/officeDocument/2006/relationships/vmlDrawing" Target="../drawings/vmlDrawing43.vml"/><Relationship Id="rId6" Type="http://schemas.openxmlformats.org/officeDocument/2006/relationships/oleObject" Target="../embeddings/oleObject276.bin"/><Relationship Id="rId11" Type="http://schemas.openxmlformats.org/officeDocument/2006/relationships/image" Target="../media/image293.wmf"/><Relationship Id="rId24" Type="http://schemas.openxmlformats.org/officeDocument/2006/relationships/oleObject" Target="../embeddings/oleObject285.bin"/><Relationship Id="rId5" Type="http://schemas.openxmlformats.org/officeDocument/2006/relationships/image" Target="../media/image37.png"/><Relationship Id="rId15" Type="http://schemas.openxmlformats.org/officeDocument/2006/relationships/image" Target="../media/image295.wmf"/><Relationship Id="rId23" Type="http://schemas.openxmlformats.org/officeDocument/2006/relationships/image" Target="../media/image299.wmf"/><Relationship Id="rId28" Type="http://schemas.openxmlformats.org/officeDocument/2006/relationships/oleObject" Target="../embeddings/oleObject287.bin"/><Relationship Id="rId10" Type="http://schemas.openxmlformats.org/officeDocument/2006/relationships/oleObject" Target="../embeddings/oleObject278.bin"/><Relationship Id="rId19" Type="http://schemas.openxmlformats.org/officeDocument/2006/relationships/image" Target="../media/image297.wmf"/><Relationship Id="rId4" Type="http://schemas.openxmlformats.org/officeDocument/2006/relationships/image" Target="../media/image290.wmf"/><Relationship Id="rId9" Type="http://schemas.openxmlformats.org/officeDocument/2006/relationships/image" Target="../media/image292.wmf"/><Relationship Id="rId14" Type="http://schemas.openxmlformats.org/officeDocument/2006/relationships/oleObject" Target="../embeddings/oleObject280.bin"/><Relationship Id="rId22" Type="http://schemas.openxmlformats.org/officeDocument/2006/relationships/oleObject" Target="../embeddings/oleObject284.bin"/><Relationship Id="rId27" Type="http://schemas.openxmlformats.org/officeDocument/2006/relationships/image" Target="../media/image301.wmf"/></Relationships>
</file>

<file path=ppt/slides/_rels/slide59.xml.rels><?xml version="1.0" encoding="UTF-8" standalone="yes"?>
<Relationships xmlns="http://schemas.openxmlformats.org/package/2006/relationships"><Relationship Id="rId13" Type="http://schemas.openxmlformats.org/officeDocument/2006/relationships/image" Target="../media/image307.wmf"/><Relationship Id="rId18" Type="http://schemas.openxmlformats.org/officeDocument/2006/relationships/oleObject" Target="../embeddings/oleObject295.bin"/><Relationship Id="rId26" Type="http://schemas.openxmlformats.org/officeDocument/2006/relationships/oleObject" Target="../embeddings/oleObject299.bin"/><Relationship Id="rId3" Type="http://schemas.openxmlformats.org/officeDocument/2006/relationships/oleObject" Target="../embeddings/oleObject288.bin"/><Relationship Id="rId21" Type="http://schemas.openxmlformats.org/officeDocument/2006/relationships/image" Target="../media/image311.wmf"/><Relationship Id="rId34" Type="http://schemas.openxmlformats.org/officeDocument/2006/relationships/oleObject" Target="../embeddings/oleObject303.bin"/><Relationship Id="rId7" Type="http://schemas.openxmlformats.org/officeDocument/2006/relationships/image" Target="../media/image304.wmf"/><Relationship Id="rId12" Type="http://schemas.openxmlformats.org/officeDocument/2006/relationships/oleObject" Target="../embeddings/oleObject292.bin"/><Relationship Id="rId17" Type="http://schemas.openxmlformats.org/officeDocument/2006/relationships/image" Target="../media/image309.wmf"/><Relationship Id="rId25" Type="http://schemas.openxmlformats.org/officeDocument/2006/relationships/image" Target="../media/image313.wmf"/><Relationship Id="rId33" Type="http://schemas.openxmlformats.org/officeDocument/2006/relationships/image" Target="../media/image317.wmf"/><Relationship Id="rId2" Type="http://schemas.openxmlformats.org/officeDocument/2006/relationships/slideLayout" Target="../slideLayouts/slideLayout38.xml"/><Relationship Id="rId16" Type="http://schemas.openxmlformats.org/officeDocument/2006/relationships/oleObject" Target="../embeddings/oleObject294.bin"/><Relationship Id="rId20" Type="http://schemas.openxmlformats.org/officeDocument/2006/relationships/oleObject" Target="../embeddings/oleObject296.bin"/><Relationship Id="rId29" Type="http://schemas.openxmlformats.org/officeDocument/2006/relationships/image" Target="../media/image315.wmf"/><Relationship Id="rId1" Type="http://schemas.openxmlformats.org/officeDocument/2006/relationships/vmlDrawing" Target="../drawings/vmlDrawing44.vml"/><Relationship Id="rId6" Type="http://schemas.openxmlformats.org/officeDocument/2006/relationships/oleObject" Target="../embeddings/oleObject289.bin"/><Relationship Id="rId11" Type="http://schemas.openxmlformats.org/officeDocument/2006/relationships/image" Target="../media/image306.wmf"/><Relationship Id="rId24" Type="http://schemas.openxmlformats.org/officeDocument/2006/relationships/oleObject" Target="../embeddings/oleObject298.bin"/><Relationship Id="rId32" Type="http://schemas.openxmlformats.org/officeDocument/2006/relationships/oleObject" Target="../embeddings/oleObject302.bin"/><Relationship Id="rId5" Type="http://schemas.openxmlformats.org/officeDocument/2006/relationships/image" Target="../media/image37.png"/><Relationship Id="rId15" Type="http://schemas.openxmlformats.org/officeDocument/2006/relationships/image" Target="../media/image308.wmf"/><Relationship Id="rId23" Type="http://schemas.openxmlformats.org/officeDocument/2006/relationships/image" Target="../media/image312.wmf"/><Relationship Id="rId28" Type="http://schemas.openxmlformats.org/officeDocument/2006/relationships/oleObject" Target="../embeddings/oleObject300.bin"/><Relationship Id="rId10" Type="http://schemas.openxmlformats.org/officeDocument/2006/relationships/oleObject" Target="../embeddings/oleObject291.bin"/><Relationship Id="rId19" Type="http://schemas.openxmlformats.org/officeDocument/2006/relationships/image" Target="../media/image310.wmf"/><Relationship Id="rId31" Type="http://schemas.openxmlformats.org/officeDocument/2006/relationships/image" Target="../media/image316.wmf"/><Relationship Id="rId4" Type="http://schemas.openxmlformats.org/officeDocument/2006/relationships/image" Target="../media/image303.wmf"/><Relationship Id="rId9" Type="http://schemas.openxmlformats.org/officeDocument/2006/relationships/image" Target="../media/image305.wmf"/><Relationship Id="rId14" Type="http://schemas.openxmlformats.org/officeDocument/2006/relationships/oleObject" Target="../embeddings/oleObject293.bin"/><Relationship Id="rId22" Type="http://schemas.openxmlformats.org/officeDocument/2006/relationships/oleObject" Target="../embeddings/oleObject297.bin"/><Relationship Id="rId27" Type="http://schemas.openxmlformats.org/officeDocument/2006/relationships/image" Target="../media/image314.wmf"/><Relationship Id="rId30" Type="http://schemas.openxmlformats.org/officeDocument/2006/relationships/oleObject" Target="../embeddings/oleObject301.bin"/><Relationship Id="rId35" Type="http://schemas.openxmlformats.org/officeDocument/2006/relationships/image" Target="../media/image318.wmf"/><Relationship Id="rId8" Type="http://schemas.openxmlformats.org/officeDocument/2006/relationships/oleObject" Target="../embeddings/oleObject290.bin"/></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38.xml"/><Relationship Id="rId1" Type="http://schemas.openxmlformats.org/officeDocument/2006/relationships/vmlDrawing" Target="../drawings/vmlDrawing45.vml"/><Relationship Id="rId6" Type="http://schemas.openxmlformats.org/officeDocument/2006/relationships/image" Target="../media/image320.jpeg"/><Relationship Id="rId5" Type="http://schemas.openxmlformats.org/officeDocument/2006/relationships/image" Target="../media/image319.wmf"/><Relationship Id="rId4" Type="http://schemas.openxmlformats.org/officeDocument/2006/relationships/oleObject" Target="../embeddings/oleObject304.bin"/></Relationships>
</file>

<file path=ppt/slides/_rels/slide61.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slideLayout" Target="../slideLayouts/slideLayout38.xml"/><Relationship Id="rId1" Type="http://schemas.openxmlformats.org/officeDocument/2006/relationships/vmlDrawing" Target="../drawings/vmlDrawing46.vml"/><Relationship Id="rId5" Type="http://schemas.openxmlformats.org/officeDocument/2006/relationships/image" Target="../media/image321.wmf"/><Relationship Id="rId4" Type="http://schemas.openxmlformats.org/officeDocument/2006/relationships/oleObject" Target="../embeddings/oleObject305.bin"/></Relationships>
</file>

<file path=ppt/slides/_rels/slide62.xml.rels><?xml version="1.0" encoding="UTF-8" standalone="yes"?>
<Relationships xmlns="http://schemas.openxmlformats.org/package/2006/relationships"><Relationship Id="rId2" Type="http://schemas.openxmlformats.org/officeDocument/2006/relationships/image" Target="../media/image322.jpeg"/><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308.bin"/><Relationship Id="rId13" Type="http://schemas.openxmlformats.org/officeDocument/2006/relationships/image" Target="../media/image327.wmf"/><Relationship Id="rId3" Type="http://schemas.openxmlformats.org/officeDocument/2006/relationships/oleObject" Target="../embeddings/oleObject306.bin"/><Relationship Id="rId7" Type="http://schemas.openxmlformats.org/officeDocument/2006/relationships/image" Target="../media/image324.wmf"/><Relationship Id="rId12" Type="http://schemas.openxmlformats.org/officeDocument/2006/relationships/oleObject" Target="../embeddings/oleObject310.bin"/><Relationship Id="rId17" Type="http://schemas.openxmlformats.org/officeDocument/2006/relationships/image" Target="../media/image329.wmf"/><Relationship Id="rId2" Type="http://schemas.openxmlformats.org/officeDocument/2006/relationships/slideLayout" Target="../slideLayouts/slideLayout26.xml"/><Relationship Id="rId16" Type="http://schemas.openxmlformats.org/officeDocument/2006/relationships/oleObject" Target="../embeddings/oleObject312.bin"/><Relationship Id="rId1" Type="http://schemas.openxmlformats.org/officeDocument/2006/relationships/vmlDrawing" Target="../drawings/vmlDrawing47.vml"/><Relationship Id="rId6" Type="http://schemas.openxmlformats.org/officeDocument/2006/relationships/oleObject" Target="../embeddings/oleObject307.bin"/><Relationship Id="rId11" Type="http://schemas.openxmlformats.org/officeDocument/2006/relationships/image" Target="../media/image326.wmf"/><Relationship Id="rId5" Type="http://schemas.openxmlformats.org/officeDocument/2006/relationships/image" Target="../media/image37.png"/><Relationship Id="rId15" Type="http://schemas.openxmlformats.org/officeDocument/2006/relationships/image" Target="../media/image328.wmf"/><Relationship Id="rId10" Type="http://schemas.openxmlformats.org/officeDocument/2006/relationships/oleObject" Target="../embeddings/oleObject309.bin"/><Relationship Id="rId4" Type="http://schemas.openxmlformats.org/officeDocument/2006/relationships/image" Target="../media/image323.wmf"/><Relationship Id="rId9" Type="http://schemas.openxmlformats.org/officeDocument/2006/relationships/image" Target="../media/image325.wmf"/><Relationship Id="rId14" Type="http://schemas.openxmlformats.org/officeDocument/2006/relationships/oleObject" Target="../embeddings/oleObject311.bin"/></Relationships>
</file>

<file path=ppt/slides/_rels/slide64.xml.rels><?xml version="1.0" encoding="UTF-8" standalone="yes"?>
<Relationships xmlns="http://schemas.openxmlformats.org/package/2006/relationships"><Relationship Id="rId13" Type="http://schemas.openxmlformats.org/officeDocument/2006/relationships/image" Target="../media/image334.wmf"/><Relationship Id="rId18" Type="http://schemas.openxmlformats.org/officeDocument/2006/relationships/oleObject" Target="../embeddings/oleObject320.bin"/><Relationship Id="rId26" Type="http://schemas.openxmlformats.org/officeDocument/2006/relationships/oleObject" Target="../embeddings/oleObject324.bin"/><Relationship Id="rId39" Type="http://schemas.openxmlformats.org/officeDocument/2006/relationships/image" Target="../media/image347.wmf"/><Relationship Id="rId21" Type="http://schemas.openxmlformats.org/officeDocument/2006/relationships/image" Target="../media/image338.wmf"/><Relationship Id="rId34" Type="http://schemas.openxmlformats.org/officeDocument/2006/relationships/oleObject" Target="../embeddings/oleObject328.bin"/><Relationship Id="rId7" Type="http://schemas.openxmlformats.org/officeDocument/2006/relationships/image" Target="../media/image331.wmf"/><Relationship Id="rId12" Type="http://schemas.openxmlformats.org/officeDocument/2006/relationships/oleObject" Target="../embeddings/oleObject317.bin"/><Relationship Id="rId17" Type="http://schemas.openxmlformats.org/officeDocument/2006/relationships/image" Target="../media/image336.wmf"/><Relationship Id="rId25" Type="http://schemas.openxmlformats.org/officeDocument/2006/relationships/image" Target="../media/image340.wmf"/><Relationship Id="rId33" Type="http://schemas.openxmlformats.org/officeDocument/2006/relationships/image" Target="../media/image344.wmf"/><Relationship Id="rId38" Type="http://schemas.openxmlformats.org/officeDocument/2006/relationships/oleObject" Target="../embeddings/oleObject330.bin"/><Relationship Id="rId2" Type="http://schemas.openxmlformats.org/officeDocument/2006/relationships/slideLayout" Target="../slideLayouts/slideLayout39.xml"/><Relationship Id="rId16" Type="http://schemas.openxmlformats.org/officeDocument/2006/relationships/oleObject" Target="../embeddings/oleObject319.bin"/><Relationship Id="rId20" Type="http://schemas.openxmlformats.org/officeDocument/2006/relationships/oleObject" Target="../embeddings/oleObject321.bin"/><Relationship Id="rId29" Type="http://schemas.openxmlformats.org/officeDocument/2006/relationships/image" Target="../media/image342.wmf"/><Relationship Id="rId1" Type="http://schemas.openxmlformats.org/officeDocument/2006/relationships/vmlDrawing" Target="../drawings/vmlDrawing48.vml"/><Relationship Id="rId6" Type="http://schemas.openxmlformats.org/officeDocument/2006/relationships/oleObject" Target="../embeddings/oleObject314.bin"/><Relationship Id="rId11" Type="http://schemas.openxmlformats.org/officeDocument/2006/relationships/image" Target="../media/image333.wmf"/><Relationship Id="rId24" Type="http://schemas.openxmlformats.org/officeDocument/2006/relationships/oleObject" Target="../embeddings/oleObject323.bin"/><Relationship Id="rId32" Type="http://schemas.openxmlformats.org/officeDocument/2006/relationships/oleObject" Target="../embeddings/oleObject327.bin"/><Relationship Id="rId37" Type="http://schemas.openxmlformats.org/officeDocument/2006/relationships/image" Target="../media/image346.wmf"/><Relationship Id="rId5" Type="http://schemas.openxmlformats.org/officeDocument/2006/relationships/image" Target="../media/image330.wmf"/><Relationship Id="rId15" Type="http://schemas.openxmlformats.org/officeDocument/2006/relationships/image" Target="../media/image335.wmf"/><Relationship Id="rId23" Type="http://schemas.openxmlformats.org/officeDocument/2006/relationships/image" Target="../media/image339.wmf"/><Relationship Id="rId28" Type="http://schemas.openxmlformats.org/officeDocument/2006/relationships/oleObject" Target="../embeddings/oleObject325.bin"/><Relationship Id="rId36" Type="http://schemas.openxmlformats.org/officeDocument/2006/relationships/oleObject" Target="../embeddings/oleObject329.bin"/><Relationship Id="rId10" Type="http://schemas.openxmlformats.org/officeDocument/2006/relationships/oleObject" Target="../embeddings/oleObject316.bin"/><Relationship Id="rId19" Type="http://schemas.openxmlformats.org/officeDocument/2006/relationships/image" Target="../media/image337.wmf"/><Relationship Id="rId31" Type="http://schemas.openxmlformats.org/officeDocument/2006/relationships/image" Target="../media/image343.wmf"/><Relationship Id="rId4" Type="http://schemas.openxmlformats.org/officeDocument/2006/relationships/oleObject" Target="../embeddings/oleObject313.bin"/><Relationship Id="rId9" Type="http://schemas.openxmlformats.org/officeDocument/2006/relationships/image" Target="../media/image332.wmf"/><Relationship Id="rId14" Type="http://schemas.openxmlformats.org/officeDocument/2006/relationships/oleObject" Target="../embeddings/oleObject318.bin"/><Relationship Id="rId22" Type="http://schemas.openxmlformats.org/officeDocument/2006/relationships/oleObject" Target="../embeddings/oleObject322.bin"/><Relationship Id="rId27" Type="http://schemas.openxmlformats.org/officeDocument/2006/relationships/image" Target="../media/image341.wmf"/><Relationship Id="rId30" Type="http://schemas.openxmlformats.org/officeDocument/2006/relationships/oleObject" Target="../embeddings/oleObject326.bin"/><Relationship Id="rId35" Type="http://schemas.openxmlformats.org/officeDocument/2006/relationships/image" Target="../media/image345.wmf"/><Relationship Id="rId8" Type="http://schemas.openxmlformats.org/officeDocument/2006/relationships/oleObject" Target="../embeddings/oleObject315.bin"/><Relationship Id="rId3" Type="http://schemas.openxmlformats.org/officeDocument/2006/relationships/image" Target="../media/image285.jpeg"/></Relationships>
</file>

<file path=ppt/slides/_rels/slide65.xml.rels><?xml version="1.0" encoding="UTF-8" standalone="yes"?>
<Relationships xmlns="http://schemas.openxmlformats.org/package/2006/relationships"><Relationship Id="rId2" Type="http://schemas.openxmlformats.org/officeDocument/2006/relationships/image" Target="../media/image348.jpeg"/><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slideLayout" Target="../slideLayouts/slideLayout36.xml"/><Relationship Id="rId1" Type="http://schemas.openxmlformats.org/officeDocument/2006/relationships/vmlDrawing" Target="../drawings/vmlDrawing49.vml"/><Relationship Id="rId5" Type="http://schemas.openxmlformats.org/officeDocument/2006/relationships/image" Target="../media/image349.wmf"/><Relationship Id="rId4" Type="http://schemas.openxmlformats.org/officeDocument/2006/relationships/oleObject" Target="../embeddings/oleObject331.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334.bin"/><Relationship Id="rId13" Type="http://schemas.openxmlformats.org/officeDocument/2006/relationships/image" Target="../media/image354.wmf"/><Relationship Id="rId18" Type="http://schemas.openxmlformats.org/officeDocument/2006/relationships/oleObject" Target="../embeddings/oleObject339.bin"/><Relationship Id="rId3" Type="http://schemas.openxmlformats.org/officeDocument/2006/relationships/oleObject" Target="../embeddings/oleObject332.bin"/><Relationship Id="rId21" Type="http://schemas.openxmlformats.org/officeDocument/2006/relationships/image" Target="../media/image358.wmf"/><Relationship Id="rId7" Type="http://schemas.openxmlformats.org/officeDocument/2006/relationships/image" Target="../media/image351.wmf"/><Relationship Id="rId12" Type="http://schemas.openxmlformats.org/officeDocument/2006/relationships/oleObject" Target="../embeddings/oleObject336.bin"/><Relationship Id="rId17" Type="http://schemas.openxmlformats.org/officeDocument/2006/relationships/image" Target="../media/image356.wmf"/><Relationship Id="rId2" Type="http://schemas.openxmlformats.org/officeDocument/2006/relationships/slideLayout" Target="../slideLayouts/slideLayout26.xml"/><Relationship Id="rId16" Type="http://schemas.openxmlformats.org/officeDocument/2006/relationships/oleObject" Target="../embeddings/oleObject338.bin"/><Relationship Id="rId20" Type="http://schemas.openxmlformats.org/officeDocument/2006/relationships/oleObject" Target="../embeddings/oleObject340.bin"/><Relationship Id="rId1" Type="http://schemas.openxmlformats.org/officeDocument/2006/relationships/vmlDrawing" Target="../drawings/vmlDrawing50.vml"/><Relationship Id="rId6" Type="http://schemas.openxmlformats.org/officeDocument/2006/relationships/oleObject" Target="../embeddings/oleObject333.bin"/><Relationship Id="rId11" Type="http://schemas.openxmlformats.org/officeDocument/2006/relationships/image" Target="../media/image353.wmf"/><Relationship Id="rId5" Type="http://schemas.openxmlformats.org/officeDocument/2006/relationships/image" Target="../media/image37.png"/><Relationship Id="rId15" Type="http://schemas.openxmlformats.org/officeDocument/2006/relationships/image" Target="../media/image355.wmf"/><Relationship Id="rId23" Type="http://schemas.openxmlformats.org/officeDocument/2006/relationships/image" Target="../media/image359.wmf"/><Relationship Id="rId10" Type="http://schemas.openxmlformats.org/officeDocument/2006/relationships/oleObject" Target="../embeddings/oleObject335.bin"/><Relationship Id="rId19" Type="http://schemas.openxmlformats.org/officeDocument/2006/relationships/image" Target="../media/image357.wmf"/><Relationship Id="rId4" Type="http://schemas.openxmlformats.org/officeDocument/2006/relationships/image" Target="../media/image350.wmf"/><Relationship Id="rId9" Type="http://schemas.openxmlformats.org/officeDocument/2006/relationships/image" Target="../media/image352.wmf"/><Relationship Id="rId14" Type="http://schemas.openxmlformats.org/officeDocument/2006/relationships/oleObject" Target="../embeddings/oleObject337.bin"/><Relationship Id="rId22" Type="http://schemas.openxmlformats.org/officeDocument/2006/relationships/oleObject" Target="../embeddings/oleObject341.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42.bin"/><Relationship Id="rId2" Type="http://schemas.openxmlformats.org/officeDocument/2006/relationships/slideLayout" Target="../slideLayouts/slideLayout28.xml"/><Relationship Id="rId1" Type="http://schemas.openxmlformats.org/officeDocument/2006/relationships/vmlDrawing" Target="../drawings/vmlDrawing51.vml"/><Relationship Id="rId4" Type="http://schemas.openxmlformats.org/officeDocument/2006/relationships/image" Target="../media/image360.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43.bin"/><Relationship Id="rId7" Type="http://schemas.openxmlformats.org/officeDocument/2006/relationships/image" Target="../media/image362.wmf"/><Relationship Id="rId2" Type="http://schemas.openxmlformats.org/officeDocument/2006/relationships/slideLayout" Target="../slideLayouts/slideLayout26.xml"/><Relationship Id="rId1" Type="http://schemas.openxmlformats.org/officeDocument/2006/relationships/vmlDrawing" Target="../drawings/vmlDrawing52.vml"/><Relationship Id="rId6" Type="http://schemas.openxmlformats.org/officeDocument/2006/relationships/oleObject" Target="../embeddings/oleObject344.bin"/><Relationship Id="rId5" Type="http://schemas.openxmlformats.org/officeDocument/2006/relationships/image" Target="../media/image363.png"/><Relationship Id="rId4" Type="http://schemas.openxmlformats.org/officeDocument/2006/relationships/image" Target="../media/image361.wmf"/></Relationships>
</file>

<file path=ppt/slides/_rels/slide70.xml.rels><?xml version="1.0" encoding="UTF-8" standalone="yes"?>
<Relationships xmlns="http://schemas.openxmlformats.org/package/2006/relationships"><Relationship Id="rId3" Type="http://schemas.openxmlformats.org/officeDocument/2006/relationships/image" Target="../media/image363.png"/><Relationship Id="rId7" Type="http://schemas.openxmlformats.org/officeDocument/2006/relationships/image" Target="../media/image365.wmf"/><Relationship Id="rId2" Type="http://schemas.openxmlformats.org/officeDocument/2006/relationships/slideLayout" Target="../slideLayouts/slideLayout36.xml"/><Relationship Id="rId1" Type="http://schemas.openxmlformats.org/officeDocument/2006/relationships/vmlDrawing" Target="../drawings/vmlDrawing53.vml"/><Relationship Id="rId6" Type="http://schemas.openxmlformats.org/officeDocument/2006/relationships/oleObject" Target="../embeddings/oleObject346.bin"/><Relationship Id="rId5" Type="http://schemas.openxmlformats.org/officeDocument/2006/relationships/image" Target="../media/image364.wmf"/><Relationship Id="rId4" Type="http://schemas.openxmlformats.org/officeDocument/2006/relationships/oleObject" Target="../embeddings/oleObject345.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349.bin"/><Relationship Id="rId13" Type="http://schemas.openxmlformats.org/officeDocument/2006/relationships/image" Target="../media/image370.wmf"/><Relationship Id="rId18" Type="http://schemas.openxmlformats.org/officeDocument/2006/relationships/oleObject" Target="../embeddings/oleObject354.bin"/><Relationship Id="rId3" Type="http://schemas.openxmlformats.org/officeDocument/2006/relationships/image" Target="../media/image363.png"/><Relationship Id="rId21" Type="http://schemas.openxmlformats.org/officeDocument/2006/relationships/image" Target="../media/image374.wmf"/><Relationship Id="rId7" Type="http://schemas.openxmlformats.org/officeDocument/2006/relationships/image" Target="../media/image367.wmf"/><Relationship Id="rId12" Type="http://schemas.openxmlformats.org/officeDocument/2006/relationships/oleObject" Target="../embeddings/oleObject351.bin"/><Relationship Id="rId17" Type="http://schemas.openxmlformats.org/officeDocument/2006/relationships/image" Target="../media/image372.wmf"/><Relationship Id="rId2" Type="http://schemas.openxmlformats.org/officeDocument/2006/relationships/slideLayout" Target="../slideLayouts/slideLayout26.xml"/><Relationship Id="rId16" Type="http://schemas.openxmlformats.org/officeDocument/2006/relationships/oleObject" Target="../embeddings/oleObject353.bin"/><Relationship Id="rId20" Type="http://schemas.openxmlformats.org/officeDocument/2006/relationships/oleObject" Target="../embeddings/oleObject355.bin"/><Relationship Id="rId1" Type="http://schemas.openxmlformats.org/officeDocument/2006/relationships/vmlDrawing" Target="../drawings/vmlDrawing54.vml"/><Relationship Id="rId6" Type="http://schemas.openxmlformats.org/officeDocument/2006/relationships/oleObject" Target="../embeddings/oleObject348.bin"/><Relationship Id="rId11" Type="http://schemas.openxmlformats.org/officeDocument/2006/relationships/image" Target="../media/image369.wmf"/><Relationship Id="rId5" Type="http://schemas.openxmlformats.org/officeDocument/2006/relationships/image" Target="../media/image366.wmf"/><Relationship Id="rId15" Type="http://schemas.openxmlformats.org/officeDocument/2006/relationships/image" Target="../media/image371.wmf"/><Relationship Id="rId23" Type="http://schemas.openxmlformats.org/officeDocument/2006/relationships/image" Target="../media/image375.wmf"/><Relationship Id="rId10" Type="http://schemas.openxmlformats.org/officeDocument/2006/relationships/oleObject" Target="../embeddings/oleObject350.bin"/><Relationship Id="rId19" Type="http://schemas.openxmlformats.org/officeDocument/2006/relationships/image" Target="../media/image373.wmf"/><Relationship Id="rId4" Type="http://schemas.openxmlformats.org/officeDocument/2006/relationships/oleObject" Target="../embeddings/oleObject347.bin"/><Relationship Id="rId9" Type="http://schemas.openxmlformats.org/officeDocument/2006/relationships/image" Target="../media/image368.wmf"/><Relationship Id="rId14" Type="http://schemas.openxmlformats.org/officeDocument/2006/relationships/oleObject" Target="../embeddings/oleObject352.bin"/><Relationship Id="rId22" Type="http://schemas.openxmlformats.org/officeDocument/2006/relationships/oleObject" Target="../embeddings/oleObject356.bin"/></Relationships>
</file>

<file path=ppt/slides/_rels/slide72.x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oleObject" Target="../embeddings/oleObject357.bin"/><Relationship Id="rId7" Type="http://schemas.openxmlformats.org/officeDocument/2006/relationships/oleObject" Target="../embeddings/oleObject359.bin"/><Relationship Id="rId2" Type="http://schemas.openxmlformats.org/officeDocument/2006/relationships/slideLayout" Target="../slideLayouts/slideLayout26.xml"/><Relationship Id="rId1" Type="http://schemas.openxmlformats.org/officeDocument/2006/relationships/vmlDrawing" Target="../drawings/vmlDrawing55.vml"/><Relationship Id="rId6" Type="http://schemas.openxmlformats.org/officeDocument/2006/relationships/image" Target="../media/image176.wmf"/><Relationship Id="rId5" Type="http://schemas.openxmlformats.org/officeDocument/2006/relationships/oleObject" Target="../embeddings/oleObject358.bin"/><Relationship Id="rId10" Type="http://schemas.openxmlformats.org/officeDocument/2006/relationships/image" Target="../media/image178.wmf"/><Relationship Id="rId4" Type="http://schemas.openxmlformats.org/officeDocument/2006/relationships/image" Target="../media/image175.wmf"/><Relationship Id="rId9" Type="http://schemas.openxmlformats.org/officeDocument/2006/relationships/oleObject" Target="../embeddings/oleObject360.bin"/></Relationships>
</file>

<file path=ppt/slides/_rels/slide73.xml.rels><?xml version="1.0" encoding="UTF-8" standalone="yes"?>
<Relationships xmlns="http://schemas.openxmlformats.org/package/2006/relationships"><Relationship Id="rId8" Type="http://schemas.openxmlformats.org/officeDocument/2006/relationships/image" Target="../media/image378.wmf"/><Relationship Id="rId13" Type="http://schemas.openxmlformats.org/officeDocument/2006/relationships/oleObject" Target="../embeddings/oleObject366.bin"/><Relationship Id="rId18" Type="http://schemas.openxmlformats.org/officeDocument/2006/relationships/image" Target="../media/image383.wmf"/><Relationship Id="rId3" Type="http://schemas.openxmlformats.org/officeDocument/2006/relationships/oleObject" Target="../embeddings/oleObject361.bin"/><Relationship Id="rId21" Type="http://schemas.openxmlformats.org/officeDocument/2006/relationships/oleObject" Target="../embeddings/oleObject370.bin"/><Relationship Id="rId7" Type="http://schemas.openxmlformats.org/officeDocument/2006/relationships/oleObject" Target="../embeddings/oleObject363.bin"/><Relationship Id="rId12" Type="http://schemas.openxmlformats.org/officeDocument/2006/relationships/image" Target="../media/image380.wmf"/><Relationship Id="rId17" Type="http://schemas.openxmlformats.org/officeDocument/2006/relationships/oleObject" Target="../embeddings/oleObject368.bin"/><Relationship Id="rId2" Type="http://schemas.openxmlformats.org/officeDocument/2006/relationships/slideLayout" Target="../slideLayouts/slideLayout26.xml"/><Relationship Id="rId16" Type="http://schemas.openxmlformats.org/officeDocument/2006/relationships/image" Target="../media/image382.wmf"/><Relationship Id="rId20" Type="http://schemas.openxmlformats.org/officeDocument/2006/relationships/image" Target="../media/image384.wmf"/><Relationship Id="rId1" Type="http://schemas.openxmlformats.org/officeDocument/2006/relationships/vmlDrawing" Target="../drawings/vmlDrawing56.vml"/><Relationship Id="rId6" Type="http://schemas.openxmlformats.org/officeDocument/2006/relationships/image" Target="../media/image377.wmf"/><Relationship Id="rId11" Type="http://schemas.openxmlformats.org/officeDocument/2006/relationships/oleObject" Target="../embeddings/oleObject365.bin"/><Relationship Id="rId5" Type="http://schemas.openxmlformats.org/officeDocument/2006/relationships/oleObject" Target="../embeddings/oleObject362.bin"/><Relationship Id="rId15" Type="http://schemas.openxmlformats.org/officeDocument/2006/relationships/oleObject" Target="../embeddings/oleObject367.bin"/><Relationship Id="rId10" Type="http://schemas.openxmlformats.org/officeDocument/2006/relationships/image" Target="../media/image379.wmf"/><Relationship Id="rId19" Type="http://schemas.openxmlformats.org/officeDocument/2006/relationships/oleObject" Target="../embeddings/oleObject369.bin"/><Relationship Id="rId4" Type="http://schemas.openxmlformats.org/officeDocument/2006/relationships/image" Target="../media/image376.wmf"/><Relationship Id="rId9" Type="http://schemas.openxmlformats.org/officeDocument/2006/relationships/oleObject" Target="../embeddings/oleObject364.bin"/><Relationship Id="rId14" Type="http://schemas.openxmlformats.org/officeDocument/2006/relationships/image" Target="../media/image381.wmf"/><Relationship Id="rId22" Type="http://schemas.openxmlformats.org/officeDocument/2006/relationships/image" Target="../media/image385.wmf"/></Relationships>
</file>

<file path=ppt/slides/_rels/slide74.xml.rels><?xml version="1.0" encoding="UTF-8" standalone="yes"?>
<Relationships xmlns="http://schemas.openxmlformats.org/package/2006/relationships"><Relationship Id="rId8" Type="http://schemas.openxmlformats.org/officeDocument/2006/relationships/image" Target="../media/image388.wmf"/><Relationship Id="rId13" Type="http://schemas.openxmlformats.org/officeDocument/2006/relationships/oleObject" Target="../embeddings/oleObject376.bin"/><Relationship Id="rId18" Type="http://schemas.openxmlformats.org/officeDocument/2006/relationships/image" Target="../media/image393.wmf"/><Relationship Id="rId26" Type="http://schemas.openxmlformats.org/officeDocument/2006/relationships/oleObject" Target="../embeddings/oleObject383.bin"/><Relationship Id="rId3" Type="http://schemas.openxmlformats.org/officeDocument/2006/relationships/oleObject" Target="../embeddings/oleObject371.bin"/><Relationship Id="rId21" Type="http://schemas.openxmlformats.org/officeDocument/2006/relationships/oleObject" Target="../embeddings/oleObject380.bin"/><Relationship Id="rId7" Type="http://schemas.openxmlformats.org/officeDocument/2006/relationships/oleObject" Target="../embeddings/oleObject373.bin"/><Relationship Id="rId12" Type="http://schemas.openxmlformats.org/officeDocument/2006/relationships/image" Target="../media/image390.wmf"/><Relationship Id="rId17" Type="http://schemas.openxmlformats.org/officeDocument/2006/relationships/oleObject" Target="../embeddings/oleObject378.bin"/><Relationship Id="rId25" Type="http://schemas.openxmlformats.org/officeDocument/2006/relationships/image" Target="../media/image396.wmf"/><Relationship Id="rId2" Type="http://schemas.openxmlformats.org/officeDocument/2006/relationships/slideLayout" Target="../slideLayouts/slideLayout26.xml"/><Relationship Id="rId16" Type="http://schemas.openxmlformats.org/officeDocument/2006/relationships/image" Target="../media/image392.wmf"/><Relationship Id="rId20" Type="http://schemas.openxmlformats.org/officeDocument/2006/relationships/image" Target="../media/image394.wmf"/><Relationship Id="rId1" Type="http://schemas.openxmlformats.org/officeDocument/2006/relationships/vmlDrawing" Target="../drawings/vmlDrawing57.vml"/><Relationship Id="rId6" Type="http://schemas.openxmlformats.org/officeDocument/2006/relationships/image" Target="../media/image387.wmf"/><Relationship Id="rId11" Type="http://schemas.openxmlformats.org/officeDocument/2006/relationships/oleObject" Target="../embeddings/oleObject375.bin"/><Relationship Id="rId24" Type="http://schemas.openxmlformats.org/officeDocument/2006/relationships/oleObject" Target="../embeddings/oleObject382.bin"/><Relationship Id="rId5" Type="http://schemas.openxmlformats.org/officeDocument/2006/relationships/oleObject" Target="../embeddings/oleObject372.bin"/><Relationship Id="rId15" Type="http://schemas.openxmlformats.org/officeDocument/2006/relationships/oleObject" Target="../embeddings/oleObject377.bin"/><Relationship Id="rId23" Type="http://schemas.openxmlformats.org/officeDocument/2006/relationships/oleObject" Target="../embeddings/oleObject381.bin"/><Relationship Id="rId10" Type="http://schemas.openxmlformats.org/officeDocument/2006/relationships/image" Target="../media/image389.wmf"/><Relationship Id="rId19" Type="http://schemas.openxmlformats.org/officeDocument/2006/relationships/oleObject" Target="../embeddings/oleObject379.bin"/><Relationship Id="rId4" Type="http://schemas.openxmlformats.org/officeDocument/2006/relationships/image" Target="../media/image386.wmf"/><Relationship Id="rId9" Type="http://schemas.openxmlformats.org/officeDocument/2006/relationships/oleObject" Target="../embeddings/oleObject374.bin"/><Relationship Id="rId14" Type="http://schemas.openxmlformats.org/officeDocument/2006/relationships/image" Target="../media/image391.wmf"/><Relationship Id="rId22" Type="http://schemas.openxmlformats.org/officeDocument/2006/relationships/image" Target="../media/image395.wmf"/><Relationship Id="rId27" Type="http://schemas.openxmlformats.org/officeDocument/2006/relationships/image" Target="../media/image397.wmf"/></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386.bin"/><Relationship Id="rId13" Type="http://schemas.openxmlformats.org/officeDocument/2006/relationships/image" Target="../media/image402.wmf"/><Relationship Id="rId3" Type="http://schemas.openxmlformats.org/officeDocument/2006/relationships/oleObject" Target="../embeddings/oleObject384.bin"/><Relationship Id="rId7" Type="http://schemas.openxmlformats.org/officeDocument/2006/relationships/image" Target="../media/image399.wmf"/><Relationship Id="rId12" Type="http://schemas.openxmlformats.org/officeDocument/2006/relationships/oleObject" Target="../embeddings/oleObject388.bin"/><Relationship Id="rId2" Type="http://schemas.openxmlformats.org/officeDocument/2006/relationships/slideLayout" Target="../slideLayouts/slideLayout40.xml"/><Relationship Id="rId1" Type="http://schemas.openxmlformats.org/officeDocument/2006/relationships/vmlDrawing" Target="../drawings/vmlDrawing58.vml"/><Relationship Id="rId6" Type="http://schemas.openxmlformats.org/officeDocument/2006/relationships/oleObject" Target="../embeddings/oleObject385.bin"/><Relationship Id="rId11" Type="http://schemas.openxmlformats.org/officeDocument/2006/relationships/image" Target="../media/image401.wmf"/><Relationship Id="rId5" Type="http://schemas.openxmlformats.org/officeDocument/2006/relationships/image" Target="../media/image37.png"/><Relationship Id="rId15" Type="http://schemas.openxmlformats.org/officeDocument/2006/relationships/image" Target="../media/image403.wmf"/><Relationship Id="rId10" Type="http://schemas.openxmlformats.org/officeDocument/2006/relationships/oleObject" Target="../embeddings/oleObject387.bin"/><Relationship Id="rId4" Type="http://schemas.openxmlformats.org/officeDocument/2006/relationships/image" Target="../media/image398.wmf"/><Relationship Id="rId9" Type="http://schemas.openxmlformats.org/officeDocument/2006/relationships/image" Target="../media/image400.wmf"/><Relationship Id="rId14" Type="http://schemas.openxmlformats.org/officeDocument/2006/relationships/oleObject" Target="../embeddings/oleObject389.bin"/></Relationships>
</file>

<file path=ppt/slides/_rels/slide76.xml.rels><?xml version="1.0" encoding="UTF-8" standalone="yes"?>
<Relationships xmlns="http://schemas.openxmlformats.org/package/2006/relationships"><Relationship Id="rId8" Type="http://schemas.openxmlformats.org/officeDocument/2006/relationships/image" Target="../media/image406.wmf"/><Relationship Id="rId13" Type="http://schemas.openxmlformats.org/officeDocument/2006/relationships/oleObject" Target="../embeddings/oleObject395.bin"/><Relationship Id="rId3" Type="http://schemas.openxmlformats.org/officeDocument/2006/relationships/oleObject" Target="../embeddings/oleObject390.bin"/><Relationship Id="rId7" Type="http://schemas.openxmlformats.org/officeDocument/2006/relationships/oleObject" Target="../embeddings/oleObject392.bin"/><Relationship Id="rId12" Type="http://schemas.openxmlformats.org/officeDocument/2006/relationships/image" Target="../media/image408.wmf"/><Relationship Id="rId2" Type="http://schemas.openxmlformats.org/officeDocument/2006/relationships/slideLayout" Target="../slideLayouts/slideLayout40.xml"/><Relationship Id="rId16" Type="http://schemas.openxmlformats.org/officeDocument/2006/relationships/image" Target="../media/image410.wmf"/><Relationship Id="rId1" Type="http://schemas.openxmlformats.org/officeDocument/2006/relationships/vmlDrawing" Target="../drawings/vmlDrawing59.vml"/><Relationship Id="rId6" Type="http://schemas.openxmlformats.org/officeDocument/2006/relationships/image" Target="../media/image405.wmf"/><Relationship Id="rId11" Type="http://schemas.openxmlformats.org/officeDocument/2006/relationships/oleObject" Target="../embeddings/oleObject394.bin"/><Relationship Id="rId5" Type="http://schemas.openxmlformats.org/officeDocument/2006/relationships/oleObject" Target="../embeddings/oleObject391.bin"/><Relationship Id="rId15" Type="http://schemas.openxmlformats.org/officeDocument/2006/relationships/oleObject" Target="../embeddings/oleObject396.bin"/><Relationship Id="rId10" Type="http://schemas.openxmlformats.org/officeDocument/2006/relationships/image" Target="../media/image407.wmf"/><Relationship Id="rId4" Type="http://schemas.openxmlformats.org/officeDocument/2006/relationships/image" Target="../media/image404.wmf"/><Relationship Id="rId9" Type="http://schemas.openxmlformats.org/officeDocument/2006/relationships/oleObject" Target="../embeddings/oleObject393.bin"/><Relationship Id="rId14" Type="http://schemas.openxmlformats.org/officeDocument/2006/relationships/image" Target="../media/image409.wmf"/></Relationships>
</file>

<file path=ppt/slides/_rels/slide77.xml.rels><?xml version="1.0" encoding="UTF-8" standalone="yes"?>
<Relationships xmlns="http://schemas.openxmlformats.org/package/2006/relationships"><Relationship Id="rId8" Type="http://schemas.openxmlformats.org/officeDocument/2006/relationships/image" Target="../media/image413.wmf"/><Relationship Id="rId3" Type="http://schemas.openxmlformats.org/officeDocument/2006/relationships/oleObject" Target="../embeddings/oleObject397.bin"/><Relationship Id="rId7" Type="http://schemas.openxmlformats.org/officeDocument/2006/relationships/oleObject" Target="../embeddings/oleObject399.bin"/><Relationship Id="rId2" Type="http://schemas.openxmlformats.org/officeDocument/2006/relationships/slideLayout" Target="../slideLayouts/slideLayout26.xml"/><Relationship Id="rId1" Type="http://schemas.openxmlformats.org/officeDocument/2006/relationships/vmlDrawing" Target="../drawings/vmlDrawing60.vml"/><Relationship Id="rId6" Type="http://schemas.openxmlformats.org/officeDocument/2006/relationships/image" Target="../media/image412.wmf"/><Relationship Id="rId5" Type="http://schemas.openxmlformats.org/officeDocument/2006/relationships/oleObject" Target="../embeddings/oleObject398.bin"/><Relationship Id="rId10" Type="http://schemas.openxmlformats.org/officeDocument/2006/relationships/image" Target="../media/image414.wmf"/><Relationship Id="rId4" Type="http://schemas.openxmlformats.org/officeDocument/2006/relationships/image" Target="../media/image411.wmf"/><Relationship Id="rId9" Type="http://schemas.openxmlformats.org/officeDocument/2006/relationships/oleObject" Target="../embeddings/oleObject400.bin"/></Relationships>
</file>

<file path=ppt/slides/_rels/slide78.xml.rels><?xml version="1.0" encoding="UTF-8" standalone="yes"?>
<Relationships xmlns="http://schemas.openxmlformats.org/package/2006/relationships"><Relationship Id="rId8" Type="http://schemas.openxmlformats.org/officeDocument/2006/relationships/image" Target="../media/image417.wmf"/><Relationship Id="rId13" Type="http://schemas.openxmlformats.org/officeDocument/2006/relationships/oleObject" Target="../embeddings/oleObject406.bin"/><Relationship Id="rId3" Type="http://schemas.openxmlformats.org/officeDocument/2006/relationships/oleObject" Target="../embeddings/oleObject401.bin"/><Relationship Id="rId7" Type="http://schemas.openxmlformats.org/officeDocument/2006/relationships/oleObject" Target="../embeddings/oleObject403.bin"/><Relationship Id="rId12" Type="http://schemas.openxmlformats.org/officeDocument/2006/relationships/image" Target="../media/image419.wmf"/><Relationship Id="rId17" Type="http://schemas.openxmlformats.org/officeDocument/2006/relationships/oleObject" Target="../embeddings/oleObject408.bin"/><Relationship Id="rId2" Type="http://schemas.openxmlformats.org/officeDocument/2006/relationships/slideLayout" Target="../slideLayouts/slideLayout26.xml"/><Relationship Id="rId16" Type="http://schemas.openxmlformats.org/officeDocument/2006/relationships/image" Target="../media/image421.wmf"/><Relationship Id="rId1" Type="http://schemas.openxmlformats.org/officeDocument/2006/relationships/vmlDrawing" Target="../drawings/vmlDrawing61.vml"/><Relationship Id="rId6" Type="http://schemas.openxmlformats.org/officeDocument/2006/relationships/image" Target="../media/image416.wmf"/><Relationship Id="rId11" Type="http://schemas.openxmlformats.org/officeDocument/2006/relationships/oleObject" Target="../embeddings/oleObject405.bin"/><Relationship Id="rId5" Type="http://schemas.openxmlformats.org/officeDocument/2006/relationships/oleObject" Target="../embeddings/oleObject402.bin"/><Relationship Id="rId15" Type="http://schemas.openxmlformats.org/officeDocument/2006/relationships/oleObject" Target="../embeddings/oleObject407.bin"/><Relationship Id="rId10" Type="http://schemas.openxmlformats.org/officeDocument/2006/relationships/image" Target="../media/image418.wmf"/><Relationship Id="rId4" Type="http://schemas.openxmlformats.org/officeDocument/2006/relationships/image" Target="../media/image415.wmf"/><Relationship Id="rId9" Type="http://schemas.openxmlformats.org/officeDocument/2006/relationships/oleObject" Target="../embeddings/oleObject404.bin"/><Relationship Id="rId14" Type="http://schemas.openxmlformats.org/officeDocument/2006/relationships/image" Target="../media/image420.wmf"/></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411.bin"/><Relationship Id="rId13" Type="http://schemas.openxmlformats.org/officeDocument/2006/relationships/image" Target="../media/image426.wmf"/><Relationship Id="rId18" Type="http://schemas.openxmlformats.org/officeDocument/2006/relationships/oleObject" Target="../embeddings/oleObject416.bin"/><Relationship Id="rId3" Type="http://schemas.openxmlformats.org/officeDocument/2006/relationships/oleObject" Target="../embeddings/oleObject409.bin"/><Relationship Id="rId7" Type="http://schemas.openxmlformats.org/officeDocument/2006/relationships/image" Target="../media/image423.wmf"/><Relationship Id="rId12" Type="http://schemas.openxmlformats.org/officeDocument/2006/relationships/oleObject" Target="../embeddings/oleObject413.bin"/><Relationship Id="rId17" Type="http://schemas.openxmlformats.org/officeDocument/2006/relationships/image" Target="../media/image428.wmf"/><Relationship Id="rId2" Type="http://schemas.openxmlformats.org/officeDocument/2006/relationships/slideLayout" Target="../slideLayouts/slideLayout26.xml"/><Relationship Id="rId16" Type="http://schemas.openxmlformats.org/officeDocument/2006/relationships/oleObject" Target="../embeddings/oleObject415.bin"/><Relationship Id="rId1" Type="http://schemas.openxmlformats.org/officeDocument/2006/relationships/vmlDrawing" Target="../drawings/vmlDrawing62.vml"/><Relationship Id="rId6" Type="http://schemas.openxmlformats.org/officeDocument/2006/relationships/oleObject" Target="../embeddings/oleObject410.bin"/><Relationship Id="rId11" Type="http://schemas.openxmlformats.org/officeDocument/2006/relationships/image" Target="../media/image425.wmf"/><Relationship Id="rId5" Type="http://schemas.openxmlformats.org/officeDocument/2006/relationships/image" Target="../media/image37.png"/><Relationship Id="rId15" Type="http://schemas.openxmlformats.org/officeDocument/2006/relationships/image" Target="../media/image427.wmf"/><Relationship Id="rId10" Type="http://schemas.openxmlformats.org/officeDocument/2006/relationships/oleObject" Target="../embeddings/oleObject412.bin"/><Relationship Id="rId19" Type="http://schemas.openxmlformats.org/officeDocument/2006/relationships/image" Target="../media/image429.wmf"/><Relationship Id="rId4" Type="http://schemas.openxmlformats.org/officeDocument/2006/relationships/image" Target="../media/image422.wmf"/><Relationship Id="rId9" Type="http://schemas.openxmlformats.org/officeDocument/2006/relationships/image" Target="../media/image424.wmf"/><Relationship Id="rId14" Type="http://schemas.openxmlformats.org/officeDocument/2006/relationships/oleObject" Target="../embeddings/oleObject414.bin"/></Relationships>
</file>

<file path=ppt/slides/_rels/slide80.xml.rels><?xml version="1.0" encoding="UTF-8" standalone="yes"?>
<Relationships xmlns="http://schemas.openxmlformats.org/package/2006/relationships"><Relationship Id="rId8" Type="http://schemas.openxmlformats.org/officeDocument/2006/relationships/image" Target="../media/image432.wmf"/><Relationship Id="rId13" Type="http://schemas.openxmlformats.org/officeDocument/2006/relationships/oleObject" Target="../embeddings/oleObject422.bin"/><Relationship Id="rId3" Type="http://schemas.openxmlformats.org/officeDocument/2006/relationships/oleObject" Target="../embeddings/oleObject417.bin"/><Relationship Id="rId7" Type="http://schemas.openxmlformats.org/officeDocument/2006/relationships/oleObject" Target="../embeddings/oleObject419.bin"/><Relationship Id="rId12" Type="http://schemas.openxmlformats.org/officeDocument/2006/relationships/image" Target="../media/image434.wmf"/><Relationship Id="rId2" Type="http://schemas.openxmlformats.org/officeDocument/2006/relationships/slideLayout" Target="../slideLayouts/slideLayout26.xml"/><Relationship Id="rId16" Type="http://schemas.openxmlformats.org/officeDocument/2006/relationships/image" Target="../media/image436.wmf"/><Relationship Id="rId1" Type="http://schemas.openxmlformats.org/officeDocument/2006/relationships/vmlDrawing" Target="../drawings/vmlDrawing63.vml"/><Relationship Id="rId6" Type="http://schemas.openxmlformats.org/officeDocument/2006/relationships/image" Target="../media/image431.wmf"/><Relationship Id="rId11" Type="http://schemas.openxmlformats.org/officeDocument/2006/relationships/oleObject" Target="../embeddings/oleObject421.bin"/><Relationship Id="rId5" Type="http://schemas.openxmlformats.org/officeDocument/2006/relationships/oleObject" Target="../embeddings/oleObject418.bin"/><Relationship Id="rId15" Type="http://schemas.openxmlformats.org/officeDocument/2006/relationships/oleObject" Target="../embeddings/oleObject423.bin"/><Relationship Id="rId10" Type="http://schemas.openxmlformats.org/officeDocument/2006/relationships/image" Target="../media/image433.wmf"/><Relationship Id="rId4" Type="http://schemas.openxmlformats.org/officeDocument/2006/relationships/image" Target="../media/image430.wmf"/><Relationship Id="rId9" Type="http://schemas.openxmlformats.org/officeDocument/2006/relationships/oleObject" Target="../embeddings/oleObject420.bin"/><Relationship Id="rId14" Type="http://schemas.openxmlformats.org/officeDocument/2006/relationships/image" Target="../media/image435.wmf"/></Relationships>
</file>

<file path=ppt/slides/_rels/slide81.xml.rels><?xml version="1.0" encoding="UTF-8" standalone="yes"?>
<Relationships xmlns="http://schemas.openxmlformats.org/package/2006/relationships"><Relationship Id="rId8" Type="http://schemas.openxmlformats.org/officeDocument/2006/relationships/image" Target="../media/image439.wmf"/><Relationship Id="rId3" Type="http://schemas.openxmlformats.org/officeDocument/2006/relationships/oleObject" Target="../embeddings/oleObject424.bin"/><Relationship Id="rId7" Type="http://schemas.openxmlformats.org/officeDocument/2006/relationships/oleObject" Target="../embeddings/oleObject426.bin"/><Relationship Id="rId2" Type="http://schemas.openxmlformats.org/officeDocument/2006/relationships/slideLayout" Target="../slideLayouts/slideLayout26.xml"/><Relationship Id="rId1" Type="http://schemas.openxmlformats.org/officeDocument/2006/relationships/vmlDrawing" Target="../drawings/vmlDrawing64.vml"/><Relationship Id="rId6" Type="http://schemas.openxmlformats.org/officeDocument/2006/relationships/image" Target="../media/image438.wmf"/><Relationship Id="rId5" Type="http://schemas.openxmlformats.org/officeDocument/2006/relationships/oleObject" Target="../embeddings/oleObject425.bin"/><Relationship Id="rId10" Type="http://schemas.openxmlformats.org/officeDocument/2006/relationships/image" Target="../media/image440.wmf"/><Relationship Id="rId4" Type="http://schemas.openxmlformats.org/officeDocument/2006/relationships/image" Target="../media/image437.wmf"/><Relationship Id="rId9" Type="http://schemas.openxmlformats.org/officeDocument/2006/relationships/oleObject" Target="../embeddings/oleObject427.bin"/></Relationships>
</file>

<file path=ppt/slides/_rels/slide82.xml.rels><?xml version="1.0" encoding="UTF-8" standalone="yes"?>
<Relationships xmlns="http://schemas.openxmlformats.org/package/2006/relationships"><Relationship Id="rId8" Type="http://schemas.openxmlformats.org/officeDocument/2006/relationships/image" Target="../media/image443.wmf"/><Relationship Id="rId13" Type="http://schemas.openxmlformats.org/officeDocument/2006/relationships/oleObject" Target="../embeddings/oleObject433.bin"/><Relationship Id="rId3" Type="http://schemas.openxmlformats.org/officeDocument/2006/relationships/oleObject" Target="../embeddings/oleObject428.bin"/><Relationship Id="rId7" Type="http://schemas.openxmlformats.org/officeDocument/2006/relationships/oleObject" Target="../embeddings/oleObject430.bin"/><Relationship Id="rId12" Type="http://schemas.openxmlformats.org/officeDocument/2006/relationships/image" Target="../media/image445.wmf"/><Relationship Id="rId2" Type="http://schemas.openxmlformats.org/officeDocument/2006/relationships/slideLayout" Target="../slideLayouts/slideLayout26.xml"/><Relationship Id="rId1" Type="http://schemas.openxmlformats.org/officeDocument/2006/relationships/vmlDrawing" Target="../drawings/vmlDrawing65.vml"/><Relationship Id="rId6" Type="http://schemas.openxmlformats.org/officeDocument/2006/relationships/image" Target="../media/image442.wmf"/><Relationship Id="rId11" Type="http://schemas.openxmlformats.org/officeDocument/2006/relationships/oleObject" Target="../embeddings/oleObject432.bin"/><Relationship Id="rId5" Type="http://schemas.openxmlformats.org/officeDocument/2006/relationships/oleObject" Target="../embeddings/oleObject429.bin"/><Relationship Id="rId10" Type="http://schemas.openxmlformats.org/officeDocument/2006/relationships/image" Target="../media/image444.wmf"/><Relationship Id="rId4" Type="http://schemas.openxmlformats.org/officeDocument/2006/relationships/image" Target="../media/image441.wmf"/><Relationship Id="rId9" Type="http://schemas.openxmlformats.org/officeDocument/2006/relationships/oleObject" Target="../embeddings/oleObject431.bin"/><Relationship Id="rId14" Type="http://schemas.openxmlformats.org/officeDocument/2006/relationships/image" Target="../media/image446.wmf"/></Relationships>
</file>

<file path=ppt/slides/_rels/slide8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38.xml"/><Relationship Id="rId1" Type="http://schemas.openxmlformats.org/officeDocument/2006/relationships/vmlDrawing" Target="../drawings/vmlDrawing66.vml"/><Relationship Id="rId5" Type="http://schemas.openxmlformats.org/officeDocument/2006/relationships/image" Target="../media/image447.wmf"/><Relationship Id="rId4" Type="http://schemas.openxmlformats.org/officeDocument/2006/relationships/oleObject" Target="../embeddings/oleObject434.bin"/></Relationships>
</file>

<file path=ppt/slides/_rels/slide84.xml.rels><?xml version="1.0" encoding="UTF-8" standalone="yes"?>
<Relationships xmlns="http://schemas.openxmlformats.org/package/2006/relationships"><Relationship Id="rId8" Type="http://schemas.openxmlformats.org/officeDocument/2006/relationships/image" Target="../media/image450.wmf"/><Relationship Id="rId13" Type="http://schemas.openxmlformats.org/officeDocument/2006/relationships/oleObject" Target="../embeddings/oleObject440.bin"/><Relationship Id="rId18" Type="http://schemas.openxmlformats.org/officeDocument/2006/relationships/image" Target="../media/image455.wmf"/><Relationship Id="rId3" Type="http://schemas.openxmlformats.org/officeDocument/2006/relationships/oleObject" Target="../embeddings/oleObject435.bin"/><Relationship Id="rId7" Type="http://schemas.openxmlformats.org/officeDocument/2006/relationships/oleObject" Target="../embeddings/oleObject437.bin"/><Relationship Id="rId12" Type="http://schemas.openxmlformats.org/officeDocument/2006/relationships/image" Target="../media/image452.wmf"/><Relationship Id="rId17" Type="http://schemas.openxmlformats.org/officeDocument/2006/relationships/oleObject" Target="../embeddings/oleObject442.bin"/><Relationship Id="rId2" Type="http://schemas.openxmlformats.org/officeDocument/2006/relationships/slideLayout" Target="../slideLayouts/slideLayout28.xml"/><Relationship Id="rId16" Type="http://schemas.openxmlformats.org/officeDocument/2006/relationships/image" Target="../media/image454.wmf"/><Relationship Id="rId20" Type="http://schemas.openxmlformats.org/officeDocument/2006/relationships/image" Target="../media/image456.wmf"/><Relationship Id="rId1" Type="http://schemas.openxmlformats.org/officeDocument/2006/relationships/vmlDrawing" Target="../drawings/vmlDrawing67.vml"/><Relationship Id="rId6" Type="http://schemas.openxmlformats.org/officeDocument/2006/relationships/image" Target="../media/image449.wmf"/><Relationship Id="rId11" Type="http://schemas.openxmlformats.org/officeDocument/2006/relationships/oleObject" Target="../embeddings/oleObject439.bin"/><Relationship Id="rId5" Type="http://schemas.openxmlformats.org/officeDocument/2006/relationships/oleObject" Target="../embeddings/oleObject436.bin"/><Relationship Id="rId15" Type="http://schemas.openxmlformats.org/officeDocument/2006/relationships/oleObject" Target="../embeddings/oleObject441.bin"/><Relationship Id="rId10" Type="http://schemas.openxmlformats.org/officeDocument/2006/relationships/image" Target="../media/image451.wmf"/><Relationship Id="rId19" Type="http://schemas.openxmlformats.org/officeDocument/2006/relationships/oleObject" Target="../embeddings/oleObject443.bin"/><Relationship Id="rId4" Type="http://schemas.openxmlformats.org/officeDocument/2006/relationships/image" Target="../media/image448.wmf"/><Relationship Id="rId9" Type="http://schemas.openxmlformats.org/officeDocument/2006/relationships/oleObject" Target="../embeddings/oleObject438.bin"/><Relationship Id="rId14" Type="http://schemas.openxmlformats.org/officeDocument/2006/relationships/image" Target="../media/image453.wmf"/></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446.bin"/><Relationship Id="rId13" Type="http://schemas.openxmlformats.org/officeDocument/2006/relationships/image" Target="../media/image461.wmf"/><Relationship Id="rId3" Type="http://schemas.openxmlformats.org/officeDocument/2006/relationships/image" Target="../media/image99.png"/><Relationship Id="rId7" Type="http://schemas.openxmlformats.org/officeDocument/2006/relationships/image" Target="../media/image458.wmf"/><Relationship Id="rId12" Type="http://schemas.openxmlformats.org/officeDocument/2006/relationships/oleObject" Target="../embeddings/oleObject448.bin"/><Relationship Id="rId2" Type="http://schemas.openxmlformats.org/officeDocument/2006/relationships/slideLayout" Target="../slideLayouts/slideLayout38.xml"/><Relationship Id="rId1" Type="http://schemas.openxmlformats.org/officeDocument/2006/relationships/vmlDrawing" Target="../drawings/vmlDrawing68.vml"/><Relationship Id="rId6" Type="http://schemas.openxmlformats.org/officeDocument/2006/relationships/oleObject" Target="../embeddings/oleObject445.bin"/><Relationship Id="rId11" Type="http://schemas.openxmlformats.org/officeDocument/2006/relationships/image" Target="../media/image460.wmf"/><Relationship Id="rId5" Type="http://schemas.openxmlformats.org/officeDocument/2006/relationships/image" Target="../media/image457.wmf"/><Relationship Id="rId10" Type="http://schemas.openxmlformats.org/officeDocument/2006/relationships/oleObject" Target="../embeddings/oleObject447.bin"/><Relationship Id="rId4" Type="http://schemas.openxmlformats.org/officeDocument/2006/relationships/oleObject" Target="../embeddings/oleObject444.bin"/><Relationship Id="rId9" Type="http://schemas.openxmlformats.org/officeDocument/2006/relationships/image" Target="../media/image459.wmf"/></Relationships>
</file>

<file path=ppt/slides/_rels/slide86.xml.rels><?xml version="1.0" encoding="UTF-8" standalone="yes"?>
<Relationships xmlns="http://schemas.openxmlformats.org/package/2006/relationships"><Relationship Id="rId13" Type="http://schemas.openxmlformats.org/officeDocument/2006/relationships/oleObject" Target="../embeddings/oleObject454.bin"/><Relationship Id="rId18" Type="http://schemas.openxmlformats.org/officeDocument/2006/relationships/image" Target="../media/image469.wmf"/><Relationship Id="rId26" Type="http://schemas.openxmlformats.org/officeDocument/2006/relationships/image" Target="../media/image473.wmf"/><Relationship Id="rId39" Type="http://schemas.openxmlformats.org/officeDocument/2006/relationships/oleObject" Target="../embeddings/oleObject467.bin"/><Relationship Id="rId21" Type="http://schemas.openxmlformats.org/officeDocument/2006/relationships/oleObject" Target="../embeddings/oleObject458.bin"/><Relationship Id="rId34" Type="http://schemas.openxmlformats.org/officeDocument/2006/relationships/image" Target="../media/image477.wmf"/><Relationship Id="rId42" Type="http://schemas.openxmlformats.org/officeDocument/2006/relationships/image" Target="../media/image481.wmf"/><Relationship Id="rId47" Type="http://schemas.openxmlformats.org/officeDocument/2006/relationships/oleObject" Target="../embeddings/oleObject471.bin"/><Relationship Id="rId50" Type="http://schemas.openxmlformats.org/officeDocument/2006/relationships/image" Target="../media/image485.wmf"/><Relationship Id="rId55" Type="http://schemas.openxmlformats.org/officeDocument/2006/relationships/oleObject" Target="../embeddings/oleObject475.bin"/><Relationship Id="rId63" Type="http://schemas.openxmlformats.org/officeDocument/2006/relationships/oleObject" Target="../embeddings/oleObject479.bin"/><Relationship Id="rId7" Type="http://schemas.openxmlformats.org/officeDocument/2006/relationships/oleObject" Target="../embeddings/oleObject451.bin"/><Relationship Id="rId2" Type="http://schemas.openxmlformats.org/officeDocument/2006/relationships/slideLayout" Target="../slideLayouts/slideLayout52.xml"/><Relationship Id="rId16" Type="http://schemas.openxmlformats.org/officeDocument/2006/relationships/image" Target="../media/image468.wmf"/><Relationship Id="rId29" Type="http://schemas.openxmlformats.org/officeDocument/2006/relationships/oleObject" Target="../embeddings/oleObject462.bin"/><Relationship Id="rId11" Type="http://schemas.openxmlformats.org/officeDocument/2006/relationships/oleObject" Target="../embeddings/oleObject453.bin"/><Relationship Id="rId24" Type="http://schemas.openxmlformats.org/officeDocument/2006/relationships/image" Target="../media/image472.wmf"/><Relationship Id="rId32" Type="http://schemas.openxmlformats.org/officeDocument/2006/relationships/image" Target="../media/image476.wmf"/><Relationship Id="rId37" Type="http://schemas.openxmlformats.org/officeDocument/2006/relationships/oleObject" Target="../embeddings/oleObject466.bin"/><Relationship Id="rId40" Type="http://schemas.openxmlformats.org/officeDocument/2006/relationships/image" Target="../media/image480.wmf"/><Relationship Id="rId45" Type="http://schemas.openxmlformats.org/officeDocument/2006/relationships/oleObject" Target="../embeddings/oleObject470.bin"/><Relationship Id="rId53" Type="http://schemas.openxmlformats.org/officeDocument/2006/relationships/oleObject" Target="../embeddings/oleObject474.bin"/><Relationship Id="rId58" Type="http://schemas.openxmlformats.org/officeDocument/2006/relationships/image" Target="../media/image489.wmf"/><Relationship Id="rId5" Type="http://schemas.openxmlformats.org/officeDocument/2006/relationships/oleObject" Target="../embeddings/oleObject450.bin"/><Relationship Id="rId61" Type="http://schemas.openxmlformats.org/officeDocument/2006/relationships/oleObject" Target="../embeddings/oleObject478.bin"/><Relationship Id="rId19" Type="http://schemas.openxmlformats.org/officeDocument/2006/relationships/oleObject" Target="../embeddings/oleObject457.bin"/><Relationship Id="rId14" Type="http://schemas.openxmlformats.org/officeDocument/2006/relationships/image" Target="../media/image467.wmf"/><Relationship Id="rId22" Type="http://schemas.openxmlformats.org/officeDocument/2006/relationships/image" Target="../media/image471.wmf"/><Relationship Id="rId27" Type="http://schemas.openxmlformats.org/officeDocument/2006/relationships/oleObject" Target="../embeddings/oleObject461.bin"/><Relationship Id="rId30" Type="http://schemas.openxmlformats.org/officeDocument/2006/relationships/image" Target="../media/image475.wmf"/><Relationship Id="rId35" Type="http://schemas.openxmlformats.org/officeDocument/2006/relationships/oleObject" Target="../embeddings/oleObject465.bin"/><Relationship Id="rId43" Type="http://schemas.openxmlformats.org/officeDocument/2006/relationships/oleObject" Target="../embeddings/oleObject469.bin"/><Relationship Id="rId48" Type="http://schemas.openxmlformats.org/officeDocument/2006/relationships/image" Target="../media/image484.wmf"/><Relationship Id="rId56" Type="http://schemas.openxmlformats.org/officeDocument/2006/relationships/image" Target="../media/image488.wmf"/><Relationship Id="rId64" Type="http://schemas.openxmlformats.org/officeDocument/2006/relationships/image" Target="../media/image492.wmf"/><Relationship Id="rId8" Type="http://schemas.openxmlformats.org/officeDocument/2006/relationships/image" Target="../media/image464.wmf"/><Relationship Id="rId51" Type="http://schemas.openxmlformats.org/officeDocument/2006/relationships/oleObject" Target="../embeddings/oleObject473.bin"/><Relationship Id="rId3" Type="http://schemas.openxmlformats.org/officeDocument/2006/relationships/oleObject" Target="../embeddings/oleObject449.bin"/><Relationship Id="rId12" Type="http://schemas.openxmlformats.org/officeDocument/2006/relationships/image" Target="../media/image466.wmf"/><Relationship Id="rId17" Type="http://schemas.openxmlformats.org/officeDocument/2006/relationships/oleObject" Target="../embeddings/oleObject456.bin"/><Relationship Id="rId25" Type="http://schemas.openxmlformats.org/officeDocument/2006/relationships/oleObject" Target="../embeddings/oleObject460.bin"/><Relationship Id="rId33" Type="http://schemas.openxmlformats.org/officeDocument/2006/relationships/oleObject" Target="../embeddings/oleObject464.bin"/><Relationship Id="rId38" Type="http://schemas.openxmlformats.org/officeDocument/2006/relationships/image" Target="../media/image479.wmf"/><Relationship Id="rId46" Type="http://schemas.openxmlformats.org/officeDocument/2006/relationships/image" Target="../media/image483.wmf"/><Relationship Id="rId59" Type="http://schemas.openxmlformats.org/officeDocument/2006/relationships/oleObject" Target="../embeddings/oleObject477.bin"/><Relationship Id="rId20" Type="http://schemas.openxmlformats.org/officeDocument/2006/relationships/image" Target="../media/image470.wmf"/><Relationship Id="rId41" Type="http://schemas.openxmlformats.org/officeDocument/2006/relationships/oleObject" Target="../embeddings/oleObject468.bin"/><Relationship Id="rId54" Type="http://schemas.openxmlformats.org/officeDocument/2006/relationships/image" Target="../media/image487.wmf"/><Relationship Id="rId62" Type="http://schemas.openxmlformats.org/officeDocument/2006/relationships/image" Target="../media/image491.wmf"/><Relationship Id="rId1" Type="http://schemas.openxmlformats.org/officeDocument/2006/relationships/vmlDrawing" Target="../drawings/vmlDrawing69.vml"/><Relationship Id="rId6" Type="http://schemas.openxmlformats.org/officeDocument/2006/relationships/image" Target="../media/image463.wmf"/><Relationship Id="rId15" Type="http://schemas.openxmlformats.org/officeDocument/2006/relationships/oleObject" Target="../embeddings/oleObject455.bin"/><Relationship Id="rId23" Type="http://schemas.openxmlformats.org/officeDocument/2006/relationships/oleObject" Target="../embeddings/oleObject459.bin"/><Relationship Id="rId28" Type="http://schemas.openxmlformats.org/officeDocument/2006/relationships/image" Target="../media/image474.wmf"/><Relationship Id="rId36" Type="http://schemas.openxmlformats.org/officeDocument/2006/relationships/image" Target="../media/image478.wmf"/><Relationship Id="rId49" Type="http://schemas.openxmlformats.org/officeDocument/2006/relationships/oleObject" Target="../embeddings/oleObject472.bin"/><Relationship Id="rId57" Type="http://schemas.openxmlformats.org/officeDocument/2006/relationships/oleObject" Target="../embeddings/oleObject476.bin"/><Relationship Id="rId10" Type="http://schemas.openxmlformats.org/officeDocument/2006/relationships/image" Target="../media/image465.wmf"/><Relationship Id="rId31" Type="http://schemas.openxmlformats.org/officeDocument/2006/relationships/oleObject" Target="../embeddings/oleObject463.bin"/><Relationship Id="rId44" Type="http://schemas.openxmlformats.org/officeDocument/2006/relationships/image" Target="../media/image482.wmf"/><Relationship Id="rId52" Type="http://schemas.openxmlformats.org/officeDocument/2006/relationships/image" Target="../media/image486.wmf"/><Relationship Id="rId60" Type="http://schemas.openxmlformats.org/officeDocument/2006/relationships/image" Target="../media/image490.wmf"/><Relationship Id="rId4" Type="http://schemas.openxmlformats.org/officeDocument/2006/relationships/image" Target="../media/image462.wmf"/><Relationship Id="rId9" Type="http://schemas.openxmlformats.org/officeDocument/2006/relationships/oleObject" Target="../embeddings/oleObject452.bin"/></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480.bin"/><Relationship Id="rId2" Type="http://schemas.openxmlformats.org/officeDocument/2006/relationships/slideLayout" Target="../slideLayouts/slideLayout15.xml"/><Relationship Id="rId1" Type="http://schemas.openxmlformats.org/officeDocument/2006/relationships/vmlDrawing" Target="../drawings/vmlDrawing70.vml"/><Relationship Id="rId4" Type="http://schemas.openxmlformats.org/officeDocument/2006/relationships/image" Target="../media/image493.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0.xml.rels><?xml version="1.0" encoding="UTF-8" standalone="yes"?>
<Relationships xmlns="http://schemas.openxmlformats.org/package/2006/relationships"><Relationship Id="rId3" Type="http://schemas.openxmlformats.org/officeDocument/2006/relationships/image" Target="../media/image495.gif"/><Relationship Id="rId2" Type="http://schemas.openxmlformats.org/officeDocument/2006/relationships/image" Target="../media/image494.gif"/><Relationship Id="rId1" Type="http://schemas.openxmlformats.org/officeDocument/2006/relationships/slideLayout" Target="../slideLayouts/slideLayout75.xml"/><Relationship Id="rId4" Type="http://schemas.openxmlformats.org/officeDocument/2006/relationships/image" Target="../media/image49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9301E322-3645-48CA-B909-6E78A7E3E2B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hlink"/>
              </a:buClr>
              <a:buSzPct val="80000"/>
              <a:buFont typeface="Arial" panose="020B0604020202020204" pitchFamily="34" charset="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ahoma" panose="020B0604030504040204" pitchFamily="34" charset="0"/>
                <a:ea typeface="宋体" panose="02010600030101010101" pitchFamily="2" charset="-122"/>
              </a:defRPr>
            </a:lvl9pPr>
          </a:lstStyle>
          <a:p>
            <a:pPr>
              <a:spcBef>
                <a:spcPct val="0"/>
              </a:spcBef>
              <a:buClr>
                <a:schemeClr val="tx1"/>
              </a:buClr>
              <a:buFont typeface="Arial" panose="020B0604020202020204" pitchFamily="34" charset="0"/>
              <a:buNone/>
            </a:pPr>
            <a:fld id="{A2FAF8AC-5E3C-4020-B74F-8D1E2434FFEC}" type="slidenum">
              <a:rPr altLang="zh-CN" sz="1000" smtClean="0">
                <a:latin typeface="Arial" panose="020B0604020202020204" pitchFamily="34" charset="0"/>
              </a:rPr>
              <a:pPr>
                <a:spcBef>
                  <a:spcPct val="0"/>
                </a:spcBef>
                <a:buClr>
                  <a:schemeClr val="tx1"/>
                </a:buClr>
                <a:buFont typeface="Arial" panose="020B0604020202020204" pitchFamily="34" charset="0"/>
                <a:buNone/>
              </a:pPr>
              <a:t>1</a:t>
            </a:fld>
            <a:endParaRPr lang="zh-CN" altLang="zh-CN" sz="1000">
              <a:latin typeface="Arial" panose="020B0604020202020204" pitchFamily="34" charset="0"/>
            </a:endParaRPr>
          </a:p>
        </p:txBody>
      </p:sp>
      <p:sp>
        <p:nvSpPr>
          <p:cNvPr id="2003970" name="Rectangle 2">
            <a:extLst>
              <a:ext uri="{FF2B5EF4-FFF2-40B4-BE49-F238E27FC236}">
                <a16:creationId xmlns:a16="http://schemas.microsoft.com/office/drawing/2014/main" id="{EFE9BE57-A931-4159-8DC8-3E0564D23AF0}"/>
              </a:ext>
            </a:extLst>
          </p:cNvPr>
          <p:cNvSpPr>
            <a:spLocks noGrp="1" noRot="1" noChangeArrowheads="1"/>
          </p:cNvSpPr>
          <p:nvPr>
            <p:ph idx="1"/>
          </p:nvPr>
        </p:nvSpPr>
        <p:spPr>
          <a:xfrm>
            <a:off x="663575" y="2035175"/>
            <a:ext cx="7680325" cy="3433763"/>
          </a:xfrm>
        </p:spPr>
        <p:txBody>
          <a:bodyPr/>
          <a:lstStyle/>
          <a:p>
            <a:pPr eaLnBrk="1" hangingPunct="1">
              <a:buFont typeface="Arial" panose="020B0604020202020204" pitchFamily="34" charset="0"/>
              <a:buNone/>
              <a:defRPr/>
            </a:pPr>
            <a:r>
              <a:rPr lang="en-US" altLang="zh-CN" sz="9600">
                <a:latin typeface="隶书" pitchFamily="49" charset="-122"/>
                <a:ea typeface="隶书" pitchFamily="49" charset="-122"/>
              </a:rPr>
              <a:t> </a:t>
            </a:r>
            <a:r>
              <a:rPr lang="zh-CN" altLang="en-US" sz="9600">
                <a:latin typeface="隶书" pitchFamily="49" charset="-122"/>
                <a:ea typeface="隶书" pitchFamily="49" charset="-122"/>
              </a:rPr>
              <a:t>数 理 统 计</a:t>
            </a:r>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mph" presetSubtype="0" repeatCount="indefinite" fill="hold" grpId="0" nodeType="withEffect">
                                  <p:stCondLst>
                                    <p:cond delay="0"/>
                                  </p:stCondLst>
                                  <p:endCondLst>
                                    <p:cond evt="onNext" delay="0">
                                      <p:tgtEl>
                                        <p:sldTgt/>
                                      </p:tgtEl>
                                    </p:cond>
                                  </p:endCondLst>
                                  <p:iterate type="wd">
                                    <p:tmPct val="10000"/>
                                  </p:iterate>
                                  <p:childTnLst>
                                    <p:animClr clrSpc="rgb" dir="cw">
                                      <p:cBhvr override="childStyle">
                                        <p:cTn id="6" dur="2850" fill="hold">
                                          <p:stCondLst>
                                            <p:cond delay="150"/>
                                          </p:stCondLst>
                                        </p:cTn>
                                        <p:tgtEl>
                                          <p:spTgt spid="2003970">
                                            <p:txEl>
                                              <p:pRg st="0" end="0"/>
                                            </p:txEl>
                                          </p:spTgt>
                                        </p:tgtEl>
                                        <p:attrNameLst>
                                          <p:attrName>style.color</p:attrName>
                                        </p:attrNameLst>
                                      </p:cBhvr>
                                      <p:to>
                                        <a:schemeClr val="accent2"/>
                                      </p:to>
                                    </p:animClr>
                                    <p:animClr clrSpc="rgb" dir="cw">
                                      <p:cBhvr>
                                        <p:cTn id="7" dur="2850" fill="hold">
                                          <p:stCondLst>
                                            <p:cond delay="150"/>
                                          </p:stCondLst>
                                        </p:cTn>
                                        <p:tgtEl>
                                          <p:spTgt spid="2003970">
                                            <p:txEl>
                                              <p:pRg st="0" end="0"/>
                                            </p:txEl>
                                          </p:spTgt>
                                        </p:tgtEl>
                                        <p:attrNameLst>
                                          <p:attrName>fillcolor</p:attrName>
                                        </p:attrNameLst>
                                      </p:cBhvr>
                                      <p:to>
                                        <a:schemeClr val="accent2"/>
                                      </p:to>
                                    </p:animClr>
                                    <p:set>
                                      <p:cBhvr>
                                        <p:cTn id="8" dur="2850" fill="hold">
                                          <p:stCondLst>
                                            <p:cond delay="150"/>
                                          </p:stCondLst>
                                        </p:cTn>
                                        <p:tgtEl>
                                          <p:spTgt spid="2003970">
                                            <p:txEl>
                                              <p:pRg st="0" end="0"/>
                                            </p:txEl>
                                          </p:spTgt>
                                        </p:tgtEl>
                                        <p:attrNameLst>
                                          <p:attrName>fill.type</p:attrName>
                                        </p:attrNameLst>
                                      </p:cBhvr>
                                      <p:to>
                                        <p:strVal val="solid"/>
                                      </p:to>
                                    </p:set>
                                    <p:set>
                                      <p:cBhvr>
                                        <p:cTn id="9" dur="2850" fill="hold">
                                          <p:stCondLst>
                                            <p:cond delay="150"/>
                                          </p:stCondLst>
                                        </p:cTn>
                                        <p:tgtEl>
                                          <p:spTgt spid="2003970">
                                            <p:txEl>
                                              <p:pRg st="0" end="0"/>
                                            </p:txEl>
                                          </p:spTgt>
                                        </p:tgtEl>
                                        <p:attrNameLst>
                                          <p:attrName>fill.on</p:attrName>
                                        </p:attrNameLst>
                                      </p:cBhvr>
                                      <p:to>
                                        <p:strVal val="true"/>
                                      </p:to>
                                    </p:set>
                                    <p:animScale>
                                      <p:cBhvr>
                                        <p:cTn id="10" dur="300" fill="hold">
                                          <p:stCondLst>
                                            <p:cond delay="0"/>
                                          </p:stCondLst>
                                        </p:cTn>
                                        <p:tgtEl>
                                          <p:spTgt spid="2003970">
                                            <p:txEl>
                                              <p:pRg st="0" end="0"/>
                                            </p:txEl>
                                          </p:spTgt>
                                        </p:tgtEl>
                                      </p:cBhvr>
                                      <p:from x="100000" y="100000"/>
                                      <p:to x="100000" y="5000"/>
                                    </p:animScale>
                                    <p:animScale>
                                      <p:cBhvr>
                                        <p:cTn id="11" dur="300" fill="hold">
                                          <p:stCondLst>
                                            <p:cond delay="300"/>
                                          </p:stCondLst>
                                        </p:cTn>
                                        <p:tgtEl>
                                          <p:spTgt spid="2003970">
                                            <p:txEl>
                                              <p:pRg st="0" end="0"/>
                                            </p:txEl>
                                          </p:spTgt>
                                        </p:tgtEl>
                                      </p:cBhvr>
                                      <p:from x="100000" y="5000"/>
                                      <p:to x="120000" y="150000"/>
                                    </p:animScale>
                                    <p:animScale>
                                      <p:cBhvr>
                                        <p:cTn id="12" dur="900" fill="hold">
                                          <p:stCondLst>
                                            <p:cond delay="2100"/>
                                          </p:stCondLst>
                                        </p:cTn>
                                        <p:tgtEl>
                                          <p:spTgt spid="2003970">
                                            <p:txEl>
                                              <p:pRg st="0" end="0"/>
                                            </p:txEl>
                                          </p:spTgt>
                                        </p:tgtEl>
                                      </p:cBhvr>
                                      <p:to x="12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97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63D6DF14-FA71-4C0F-AA23-03889362099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spcBef>
                <a:spcPct val="20000"/>
              </a:spcBef>
              <a:buChar char="•"/>
              <a:defRPr sz="2200">
                <a:solidFill>
                  <a:schemeClr val="tx1"/>
                </a:solidFill>
                <a:latin typeface="-소망M" pitchFamily="18" charset="-127"/>
                <a:ea typeface="-소망M" pitchFamily="18" charset="-127"/>
              </a:defRPr>
            </a:lvl1pPr>
            <a:lvl2pPr marL="742950" indent="-285750" latinLnBrk="1">
              <a:spcBef>
                <a:spcPct val="20000"/>
              </a:spcBef>
              <a:buChar char="•"/>
              <a:defRPr sz="2000">
                <a:solidFill>
                  <a:schemeClr val="tx1"/>
                </a:solidFill>
                <a:latin typeface="-소망M" pitchFamily="18" charset="-127"/>
                <a:ea typeface="-소망M" pitchFamily="18" charset="-127"/>
              </a:defRPr>
            </a:lvl2pPr>
            <a:lvl3pPr marL="1143000" indent="-228600" latinLnBrk="1">
              <a:spcBef>
                <a:spcPct val="20000"/>
              </a:spcBef>
              <a:buChar char="•"/>
              <a:defRPr sz="2000">
                <a:solidFill>
                  <a:schemeClr val="tx1"/>
                </a:solidFill>
                <a:latin typeface="-소망M" pitchFamily="18" charset="-127"/>
                <a:ea typeface="-소망M" pitchFamily="18" charset="-127"/>
              </a:defRPr>
            </a:lvl3pPr>
            <a:lvl4pPr marL="1600200" indent="-228600" latinLnBrk="1">
              <a:spcBef>
                <a:spcPct val="20000"/>
              </a:spcBef>
              <a:buChar char="•"/>
              <a:defRPr sz="1600">
                <a:solidFill>
                  <a:schemeClr val="tx1"/>
                </a:solidFill>
                <a:latin typeface="-소망M" pitchFamily="18" charset="-127"/>
                <a:ea typeface="-소망M" pitchFamily="18" charset="-127"/>
              </a:defRPr>
            </a:lvl4pPr>
            <a:lvl5pPr marL="2057400" indent="-228600" latinLnBrk="1">
              <a:spcBef>
                <a:spcPct val="20000"/>
              </a:spcBef>
              <a:buChar char="•"/>
              <a:defRPr sz="1400">
                <a:solidFill>
                  <a:schemeClr val="tx1"/>
                </a:solidFill>
                <a:latin typeface="-소망M" pitchFamily="18" charset="-127"/>
                <a:ea typeface="-소망M" pitchFamily="18" charset="-127"/>
              </a:defRPr>
            </a:lvl5pPr>
            <a:lvl6pPr marL="25146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6pPr>
            <a:lvl7pPr marL="29718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7pPr>
            <a:lvl8pPr marL="34290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8pPr>
            <a:lvl9pPr marL="38862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9pPr>
          </a:lstStyle>
          <a:p>
            <a:pPr>
              <a:spcBef>
                <a:spcPct val="0"/>
              </a:spcBef>
              <a:buClr>
                <a:schemeClr val="tx1"/>
              </a:buClr>
              <a:buFontTx/>
              <a:buNone/>
            </a:pPr>
            <a:fld id="{7E46A582-FFDD-4C01-8004-C9292C6454A1}" type="slidenum">
              <a:rPr altLang="en-US" sz="1400" smtClean="0"/>
              <a:pPr>
                <a:spcBef>
                  <a:spcPct val="0"/>
                </a:spcBef>
                <a:buClr>
                  <a:schemeClr val="tx1"/>
                </a:buClr>
                <a:buFontTx/>
                <a:buNone/>
              </a:pPr>
              <a:t>2</a:t>
            </a:fld>
            <a:endParaRPr lang="zh-CN" altLang="en-US" sz="1400"/>
          </a:p>
        </p:txBody>
      </p:sp>
      <p:sp>
        <p:nvSpPr>
          <p:cNvPr id="1197060" name="Rectangle 4">
            <a:extLst>
              <a:ext uri="{FF2B5EF4-FFF2-40B4-BE49-F238E27FC236}">
                <a16:creationId xmlns:a16="http://schemas.microsoft.com/office/drawing/2014/main" id="{6717BD94-E018-4ACB-B964-7E9EF8C081DB}"/>
              </a:ext>
            </a:extLst>
          </p:cNvPr>
          <p:cNvSpPr>
            <a:spLocks noGrp="1" noChangeArrowheads="1"/>
          </p:cNvSpPr>
          <p:nvPr>
            <p:ph type="title"/>
          </p:nvPr>
        </p:nvSpPr>
        <p:spPr>
          <a:xfrm>
            <a:off x="131763" y="120650"/>
            <a:ext cx="7772400" cy="1066800"/>
          </a:xfrm>
        </p:spPr>
        <p:txBody>
          <a:bodyPr/>
          <a:lstStyle/>
          <a:p>
            <a:pPr eaLnBrk="1" hangingPunct="1"/>
            <a:r>
              <a:rPr lang="zh-CN" altLang="en-US">
                <a:ea typeface="宋体" panose="02010600030101010101" pitchFamily="2" charset="-122"/>
              </a:rPr>
              <a:t>第五章  大数定律和中心极限定理</a:t>
            </a:r>
          </a:p>
        </p:txBody>
      </p:sp>
      <p:sp>
        <p:nvSpPr>
          <p:cNvPr id="1197062" name="Rectangle 6">
            <a:extLst>
              <a:ext uri="{FF2B5EF4-FFF2-40B4-BE49-F238E27FC236}">
                <a16:creationId xmlns:a16="http://schemas.microsoft.com/office/drawing/2014/main" id="{4203B6A8-FB79-4DF7-909E-E7A4B2EF0417}"/>
              </a:ext>
            </a:extLst>
          </p:cNvPr>
          <p:cNvSpPr>
            <a:spLocks noGrp="1" noChangeArrowheads="1"/>
          </p:cNvSpPr>
          <p:nvPr>
            <p:ph idx="1"/>
          </p:nvPr>
        </p:nvSpPr>
        <p:spPr>
          <a:xfrm>
            <a:off x="877888" y="1371600"/>
            <a:ext cx="7772400" cy="4724400"/>
          </a:xfrm>
        </p:spPr>
        <p:txBody>
          <a:bodyPr/>
          <a:lstStyle/>
          <a:p>
            <a:pPr eaLnBrk="1" hangingPunct="1">
              <a:buFontTx/>
              <a:buNone/>
            </a:pPr>
            <a:endParaRPr lang="en-US" altLang="zh-CN">
              <a:solidFill>
                <a:srgbClr val="008080"/>
              </a:solidFill>
              <a:ea typeface="宋体" panose="02010600030101010101" pitchFamily="2" charset="-122"/>
            </a:endParaRPr>
          </a:p>
          <a:p>
            <a:pPr eaLnBrk="1" hangingPunct="1">
              <a:buFontTx/>
              <a:buNone/>
            </a:pPr>
            <a:r>
              <a:rPr lang="en-US" altLang="zh-CN">
                <a:ea typeface="宋体" panose="02010600030101010101" pitchFamily="2" charset="-122"/>
              </a:rPr>
              <a:t> </a:t>
            </a:r>
            <a:r>
              <a:rPr lang="zh-CN" altLang="en-US">
                <a:ea typeface="宋体" panose="02010600030101010101" pitchFamily="2" charset="-122"/>
              </a:rPr>
              <a:t>关键词：</a:t>
            </a:r>
          </a:p>
          <a:p>
            <a:pPr eaLnBrk="1" hangingPunct="1">
              <a:buFontTx/>
              <a:buNone/>
            </a:pPr>
            <a:r>
              <a:rPr lang="zh-CN" altLang="en-US">
                <a:ea typeface="宋体" panose="02010600030101010101" pitchFamily="2" charset="-122"/>
              </a:rPr>
              <a:t>		</a:t>
            </a:r>
            <a:r>
              <a:rPr lang="zh-CN" altLang="en-US">
                <a:solidFill>
                  <a:srgbClr val="996600"/>
                </a:solidFill>
                <a:ea typeface="宋体" panose="02010600030101010101" pitchFamily="2" charset="-122"/>
              </a:rPr>
              <a:t>契比雪夫不等式</a:t>
            </a:r>
          </a:p>
          <a:p>
            <a:pPr eaLnBrk="1" hangingPunct="1">
              <a:buFontTx/>
              <a:buNone/>
            </a:pPr>
            <a:r>
              <a:rPr lang="zh-CN" altLang="en-US">
                <a:ea typeface="宋体" panose="02010600030101010101" pitchFamily="2" charset="-122"/>
              </a:rPr>
              <a:t>		</a:t>
            </a:r>
          </a:p>
          <a:p>
            <a:pPr eaLnBrk="1" hangingPunct="1">
              <a:buFontTx/>
              <a:buNone/>
            </a:pPr>
            <a:r>
              <a:rPr lang="zh-CN" altLang="en-US">
                <a:ea typeface="宋体" panose="02010600030101010101" pitchFamily="2" charset="-122"/>
              </a:rPr>
              <a:t>		</a:t>
            </a:r>
            <a:r>
              <a:rPr lang="zh-CN" altLang="en-US">
                <a:solidFill>
                  <a:srgbClr val="996600"/>
                </a:solidFill>
                <a:ea typeface="宋体" panose="02010600030101010101" pitchFamily="2" charset="-122"/>
              </a:rPr>
              <a:t>大数定律</a:t>
            </a:r>
          </a:p>
          <a:p>
            <a:pPr eaLnBrk="1" hangingPunct="1">
              <a:buFontTx/>
              <a:buNone/>
            </a:pPr>
            <a:r>
              <a:rPr lang="zh-CN" altLang="en-US">
                <a:ea typeface="宋体" panose="02010600030101010101" pitchFamily="2" charset="-122"/>
              </a:rPr>
              <a:t>		</a:t>
            </a:r>
          </a:p>
          <a:p>
            <a:pPr eaLnBrk="1" hangingPunct="1">
              <a:buFontTx/>
              <a:buNone/>
            </a:pPr>
            <a:r>
              <a:rPr lang="zh-CN" altLang="en-US">
                <a:ea typeface="宋体" panose="02010600030101010101" pitchFamily="2" charset="-122"/>
              </a:rPr>
              <a:t>		</a:t>
            </a:r>
            <a:r>
              <a:rPr lang="zh-CN" altLang="en-US">
                <a:solidFill>
                  <a:srgbClr val="996600"/>
                </a:solidFill>
                <a:ea typeface="宋体" panose="02010600030101010101" pitchFamily="2" charset="-122"/>
              </a:rPr>
              <a:t>中心极限定理</a:t>
            </a:r>
          </a:p>
          <a:p>
            <a:pPr eaLnBrk="1" hangingPunct="1">
              <a:buFontTx/>
              <a:buNone/>
            </a:pPr>
            <a:endParaRPr lang="zh-CN" altLang="en-US">
              <a:ea typeface="宋体" panose="02010600030101010101" pitchFamily="2" charset="-122"/>
            </a:endParaRPr>
          </a:p>
          <a:p>
            <a:pPr eaLnBrk="1" hangingPunct="1">
              <a:buFontTx/>
              <a:buNone/>
            </a:pPr>
            <a:endParaRPr lang="en-US" altLang="zh-CN">
              <a:ea typeface="宋体" panose="02010600030101010101" pitchFamily="2" charset="-122"/>
            </a:endParaRPr>
          </a:p>
        </p:txBody>
      </p:sp>
      <p:sp>
        <p:nvSpPr>
          <p:cNvPr id="1197064" name="Sound">
            <a:extLst>
              <a:ext uri="{FF2B5EF4-FFF2-40B4-BE49-F238E27FC236}">
                <a16:creationId xmlns:a16="http://schemas.microsoft.com/office/drawing/2014/main" id="{1768EA87-8482-4BE4-9786-39AAF242A991}"/>
              </a:ext>
            </a:extLst>
          </p:cNvPr>
          <p:cNvSpPr>
            <a:spLocks noEditPoints="1" noChangeArrowheads="1"/>
          </p:cNvSpPr>
          <p:nvPr/>
        </p:nvSpPr>
        <p:spPr bwMode="auto">
          <a:xfrm>
            <a:off x="693738" y="1865313"/>
            <a:ext cx="257175" cy="257175"/>
          </a:xfrm>
          <a:custGeom>
            <a:avLst/>
            <a:gdLst>
              <a:gd name="T0" fmla="*/ 2147483646 w 21600"/>
              <a:gd name="T1" fmla="*/ 2147483646 h 21600"/>
              <a:gd name="T2" fmla="*/ 2147483646 w 21600"/>
              <a:gd name="T3" fmla="*/ 0 h 21600"/>
              <a:gd name="T4" fmla="*/ 0 w 21600"/>
              <a:gd name="T5" fmla="*/ 2147483646 h 21600"/>
              <a:gd name="T6" fmla="*/ 2147483646 w 21600"/>
              <a:gd name="T7" fmla="*/ 2147483646 h 21600"/>
              <a:gd name="T8" fmla="*/ 0 60000 65536"/>
              <a:gd name="T9" fmla="*/ 0 60000 65536"/>
              <a:gd name="T10" fmla="*/ 0 60000 65536"/>
              <a:gd name="T11" fmla="*/ 0 60000 65536"/>
              <a:gd name="T12" fmla="*/ 761 w 21600"/>
              <a:gd name="T13" fmla="*/ 22454 h 21600"/>
              <a:gd name="T14" fmla="*/ 21069 w 21600"/>
              <a:gd name="T15" fmla="*/ 28282 h 21600"/>
            </a:gdLst>
            <a:ahLst/>
            <a:cxnLst>
              <a:cxn ang="T8">
                <a:pos x="T0" y="T1"/>
              </a:cxn>
              <a:cxn ang="T9">
                <a:pos x="T2" y="T3"/>
              </a:cxn>
              <a:cxn ang="T10">
                <a:pos x="T4" y="T5"/>
              </a:cxn>
              <a:cxn ang="T11">
                <a:pos x="T6" y="T7"/>
              </a:cxn>
            </a:cxnLst>
            <a:rect l="T12" t="T13" r="T14" b="T15"/>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Tree>
    <p:controls>
      <mc:AlternateContent xmlns:mc="http://schemas.openxmlformats.org/markup-compatibility/2006">
        <mc:Choice xmlns:v="urn:schemas-microsoft-com:vml" Requires="v">
          <p:control spid="19468" r:id="rId2" imgW="1266825" imgH="1543050"/>
        </mc:Choice>
        <mc:Fallback>
          <p:control r:id="rId2" imgW="1266825" imgH="1543050">
            <p:pic>
              <p:nvPicPr>
                <p:cNvPr id="19462" name="Host Control  15364">
                  <a:extLst>
                    <a:ext uri="{FF2B5EF4-FFF2-40B4-BE49-F238E27FC236}">
                      <a16:creationId xmlns:a16="http://schemas.microsoft.com/office/drawing/2014/main" id="{6215F7A4-59ED-44A9-A665-37C2B3956265}"/>
                    </a:ext>
                  </a:extLst>
                </p:cNvPr>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6734175" y="4735513"/>
                  <a:ext cx="1266825" cy="1539875"/>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path" presetSubtype="0" accel="50000" decel="50000" fill="hold" grpId="0" nodeType="withEffect">
                                  <p:stCondLst>
                                    <p:cond delay="0"/>
                                  </p:stCondLst>
                                  <p:iterate type="lt">
                                    <p:tmPct val="10000"/>
                                  </p:iterate>
                                  <p:childTnLst>
                                    <p:animMotion origin="layout" path="M 8.33333E-7 -1.48148E-6 C 0.06892 -1.48148E-6 0.125 0.02847 0.125 0.06389 C 0.125 0.09908 0.06892 0.12778 8.33333E-7 0.12778 C -0.0691 0.12778 -0.125 0.09908 -0.125 0.06389 C -0.125 0.02847 -0.0691 -1.48148E-6 8.33333E-7 -1.48148E-6 Z " pathEditMode="relative" rAng="0" ptsTypes="fffff">
                                      <p:cBhvr>
                                        <p:cTn id="6" dur="1000" fill="hold"/>
                                        <p:tgtEl>
                                          <p:spTgt spid="1197060"/>
                                        </p:tgtEl>
                                        <p:attrNameLst>
                                          <p:attrName>ppt_x,ppt_y</p:attrName>
                                        </p:attrNameLst>
                                      </p:cBhvr>
                                      <p:rCtr x="0" y="640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1197064"/>
                                        </p:tgtEl>
                                        <p:attrNameLst>
                                          <p:attrName>style.visibility</p:attrName>
                                        </p:attrNameLst>
                                      </p:cBhvr>
                                      <p:to>
                                        <p:strVal val="visible"/>
                                      </p:to>
                                    </p:set>
                                    <p:animEffect transition="in" filter="fade">
                                      <p:cBhvr>
                                        <p:cTn id="11" dur="2000"/>
                                        <p:tgtEl>
                                          <p:spTgt spid="1197064"/>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1197062">
                                            <p:txEl>
                                              <p:pRg st="1" end="1"/>
                                            </p:txEl>
                                          </p:spTgt>
                                        </p:tgtEl>
                                        <p:attrNameLst>
                                          <p:attrName>style.visibility</p:attrName>
                                        </p:attrNameLst>
                                      </p:cBhvr>
                                      <p:to>
                                        <p:strVal val="visible"/>
                                      </p:to>
                                    </p:set>
                                    <p:animEffect transition="in" filter="fade">
                                      <p:cBhvr>
                                        <p:cTn id="15" dur="2000"/>
                                        <p:tgtEl>
                                          <p:spTgt spid="1197062">
                                            <p:txEl>
                                              <p:pRg st="1" end="1"/>
                                            </p:txEl>
                                          </p:spTgt>
                                        </p:tgtEl>
                                      </p:cBhvr>
                                    </p:animEffect>
                                  </p:childTnLst>
                                </p:cTn>
                              </p:par>
                            </p:childTnLst>
                          </p:cTn>
                        </p:par>
                        <p:par>
                          <p:cTn id="16" fill="hold" nodeType="afterGroup">
                            <p:stCondLst>
                              <p:cond delay="4000"/>
                            </p:stCondLst>
                            <p:childTnLst>
                              <p:par>
                                <p:cTn id="17" presetID="10" presetClass="entr" presetSubtype="0" fill="hold" nodeType="afterEffect">
                                  <p:stCondLst>
                                    <p:cond delay="0"/>
                                  </p:stCondLst>
                                  <p:childTnLst>
                                    <p:set>
                                      <p:cBhvr>
                                        <p:cTn id="18" dur="1" fill="hold">
                                          <p:stCondLst>
                                            <p:cond delay="0"/>
                                          </p:stCondLst>
                                        </p:cTn>
                                        <p:tgtEl>
                                          <p:spTgt spid="1197062">
                                            <p:txEl>
                                              <p:pRg st="2" end="2"/>
                                            </p:txEl>
                                          </p:spTgt>
                                        </p:tgtEl>
                                        <p:attrNameLst>
                                          <p:attrName>style.visibility</p:attrName>
                                        </p:attrNameLst>
                                      </p:cBhvr>
                                      <p:to>
                                        <p:strVal val="visible"/>
                                      </p:to>
                                    </p:set>
                                    <p:animEffect transition="in" filter="fade">
                                      <p:cBhvr>
                                        <p:cTn id="19" dur="1000"/>
                                        <p:tgtEl>
                                          <p:spTgt spid="1197062">
                                            <p:txEl>
                                              <p:pRg st="2" end="2"/>
                                            </p:txEl>
                                          </p:spTgt>
                                        </p:tgtEl>
                                      </p:cBhvr>
                                    </p:animEffect>
                                  </p:childTnLst>
                                </p:cTn>
                              </p:par>
                            </p:childTnLst>
                          </p:cTn>
                        </p:par>
                        <p:par>
                          <p:cTn id="20" fill="hold" nodeType="afterGroup">
                            <p:stCondLst>
                              <p:cond delay="5000"/>
                            </p:stCondLst>
                            <p:childTnLst>
                              <p:par>
                                <p:cTn id="21" presetID="10" presetClass="entr" presetSubtype="0" fill="hold" nodeType="afterEffect">
                                  <p:stCondLst>
                                    <p:cond delay="0"/>
                                  </p:stCondLst>
                                  <p:childTnLst>
                                    <p:set>
                                      <p:cBhvr>
                                        <p:cTn id="22" dur="1" fill="hold">
                                          <p:stCondLst>
                                            <p:cond delay="0"/>
                                          </p:stCondLst>
                                        </p:cTn>
                                        <p:tgtEl>
                                          <p:spTgt spid="1197062">
                                            <p:txEl>
                                              <p:pRg st="4" end="4"/>
                                            </p:txEl>
                                          </p:spTgt>
                                        </p:tgtEl>
                                        <p:attrNameLst>
                                          <p:attrName>style.visibility</p:attrName>
                                        </p:attrNameLst>
                                      </p:cBhvr>
                                      <p:to>
                                        <p:strVal val="visible"/>
                                      </p:to>
                                    </p:set>
                                    <p:animEffect transition="in" filter="fade">
                                      <p:cBhvr>
                                        <p:cTn id="23" dur="1000"/>
                                        <p:tgtEl>
                                          <p:spTgt spid="1197062">
                                            <p:txEl>
                                              <p:pRg st="4" end="4"/>
                                            </p:txEl>
                                          </p:spTgt>
                                        </p:tgtEl>
                                      </p:cBhvr>
                                    </p:animEffect>
                                  </p:childTnLst>
                                </p:cTn>
                              </p:par>
                            </p:childTnLst>
                          </p:cTn>
                        </p:par>
                        <p:par>
                          <p:cTn id="24" fill="hold" nodeType="afterGroup">
                            <p:stCondLst>
                              <p:cond delay="6000"/>
                            </p:stCondLst>
                            <p:childTnLst>
                              <p:par>
                                <p:cTn id="25" presetID="10" presetClass="entr" presetSubtype="0" fill="hold" nodeType="afterEffect">
                                  <p:stCondLst>
                                    <p:cond delay="0"/>
                                  </p:stCondLst>
                                  <p:childTnLst>
                                    <p:set>
                                      <p:cBhvr>
                                        <p:cTn id="26" dur="1" fill="hold">
                                          <p:stCondLst>
                                            <p:cond delay="0"/>
                                          </p:stCondLst>
                                        </p:cTn>
                                        <p:tgtEl>
                                          <p:spTgt spid="1197062">
                                            <p:txEl>
                                              <p:pRg st="6" end="6"/>
                                            </p:txEl>
                                          </p:spTgt>
                                        </p:tgtEl>
                                        <p:attrNameLst>
                                          <p:attrName>style.visibility</p:attrName>
                                        </p:attrNameLst>
                                      </p:cBhvr>
                                      <p:to>
                                        <p:strVal val="visible"/>
                                      </p:to>
                                    </p:set>
                                    <p:animEffect transition="in" filter="fade">
                                      <p:cBhvr>
                                        <p:cTn id="27" dur="1000"/>
                                        <p:tgtEl>
                                          <p:spTgt spid="11970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70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7">
            <a:extLst>
              <a:ext uri="{FF2B5EF4-FFF2-40B4-BE49-F238E27FC236}">
                <a16:creationId xmlns:a16="http://schemas.microsoft.com/office/drawing/2014/main" id="{D77F7A60-DADB-4204-BEC7-F1BCDB796DA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C60A9C64-4256-4266-9594-8E609CC98FBF}" type="slidenum">
              <a:rPr altLang="en-US" sz="1400" smtClean="0"/>
              <a:pPr>
                <a:lnSpc>
                  <a:spcPct val="100000"/>
                </a:lnSpc>
                <a:spcBef>
                  <a:spcPct val="0"/>
                </a:spcBef>
                <a:buClr>
                  <a:schemeClr val="tx1"/>
                </a:buClr>
                <a:buFontTx/>
                <a:buNone/>
              </a:pPr>
              <a:t>3</a:t>
            </a:fld>
            <a:endParaRPr lang="zh-CN" altLang="en-US" sz="1400"/>
          </a:p>
        </p:txBody>
      </p:sp>
      <p:sp>
        <p:nvSpPr>
          <p:cNvPr id="20483" name="Rectangle 2">
            <a:extLst>
              <a:ext uri="{FF2B5EF4-FFF2-40B4-BE49-F238E27FC236}">
                <a16:creationId xmlns:a16="http://schemas.microsoft.com/office/drawing/2014/main" id="{00756010-5622-480F-A8BF-C42BB8209BBD}"/>
              </a:ext>
            </a:extLst>
          </p:cNvPr>
          <p:cNvSpPr>
            <a:spLocks noGrp="1" noChangeArrowheads="1"/>
          </p:cNvSpPr>
          <p:nvPr>
            <p:ph type="title"/>
          </p:nvPr>
        </p:nvSpPr>
        <p:spPr>
          <a:xfrm>
            <a:off x="912813" y="220663"/>
            <a:ext cx="7561262" cy="857250"/>
          </a:xfrm>
        </p:spPr>
        <p:txBody>
          <a:bodyPr/>
          <a:lstStyle/>
          <a:p>
            <a:pPr eaLnBrk="1" hangingPunct="1"/>
            <a:r>
              <a:rPr lang="en-US" altLang="zh-CN">
                <a:latin typeface="宋体" panose="02010600030101010101" pitchFamily="2" charset="-122"/>
                <a:ea typeface="宋体" panose="02010600030101010101" pitchFamily="2" charset="-122"/>
              </a:rPr>
              <a:t>§1 </a:t>
            </a:r>
            <a:r>
              <a:rPr lang="zh-CN" altLang="en-US">
                <a:latin typeface="宋体" panose="02010600030101010101" pitchFamily="2" charset="-122"/>
                <a:ea typeface="宋体" panose="02010600030101010101" pitchFamily="2" charset="-122"/>
              </a:rPr>
              <a:t>大数定律</a:t>
            </a:r>
          </a:p>
        </p:txBody>
      </p:sp>
      <p:sp>
        <p:nvSpPr>
          <p:cNvPr id="20484" name="Rectangle 3">
            <a:extLst>
              <a:ext uri="{FF2B5EF4-FFF2-40B4-BE49-F238E27FC236}">
                <a16:creationId xmlns:a16="http://schemas.microsoft.com/office/drawing/2014/main" id="{0A6A234C-172C-40AE-BB33-7748BAE73D92}"/>
              </a:ext>
            </a:extLst>
          </p:cNvPr>
          <p:cNvSpPr>
            <a:spLocks noGrp="1" noChangeArrowheads="1"/>
          </p:cNvSpPr>
          <p:nvPr>
            <p:ph type="body" sz="half" idx="1"/>
          </p:nvPr>
        </p:nvSpPr>
        <p:spPr>
          <a:xfrm>
            <a:off x="1066800" y="2290763"/>
            <a:ext cx="7666038" cy="3683000"/>
          </a:xfrm>
        </p:spPr>
        <p:txBody>
          <a:bodyPr/>
          <a:lstStyle/>
          <a:p>
            <a:pPr eaLnBrk="1" hangingPunct="1">
              <a:buFontTx/>
              <a:buBlip>
                <a:blip r:embed="rId2"/>
              </a:buBlip>
            </a:pPr>
            <a:r>
              <a:rPr lang="zh-CN" altLang="en-US" sz="2800">
                <a:latin typeface="宋体" panose="02010600030101010101" pitchFamily="2" charset="-122"/>
                <a:ea typeface="宋体" panose="02010600030101010101" pitchFamily="2" charset="-122"/>
              </a:rPr>
              <a:t>背景   本章的大数定律，对第一章中提出的	</a:t>
            </a:r>
          </a:p>
          <a:p>
            <a:pPr eaLnBrk="1" hangingPunct="1">
              <a:buFontTx/>
              <a:buNone/>
            </a:pPr>
            <a:r>
              <a:rPr lang="zh-CN" altLang="en-US" sz="2800">
                <a:latin typeface="宋体" panose="02010600030101010101" pitchFamily="2" charset="-122"/>
                <a:ea typeface="宋体" panose="02010600030101010101" pitchFamily="2" charset="-122"/>
              </a:rPr>
              <a:t>  	   “频率稳定性”，给出理论上的论证</a:t>
            </a:r>
          </a:p>
          <a:p>
            <a:pPr eaLnBrk="1" hangingPunct="1">
              <a:buFontTx/>
              <a:buBlip>
                <a:blip r:embed="rId2"/>
              </a:buBlip>
            </a:pPr>
            <a:endParaRPr lang="zh-CN" altLang="en-US" sz="2800">
              <a:latin typeface="宋体" panose="02010600030101010101" pitchFamily="2" charset="-122"/>
              <a:ea typeface="宋体" panose="02010600030101010101" pitchFamily="2" charset="-122"/>
            </a:endParaRPr>
          </a:p>
          <a:p>
            <a:pPr eaLnBrk="1" hangingPunct="1">
              <a:buFontTx/>
              <a:buBlip>
                <a:blip r:embed="rId2"/>
              </a:buBlip>
            </a:pPr>
            <a:r>
              <a:rPr lang="zh-CN" altLang="en-US" sz="2800">
                <a:latin typeface="宋体" panose="02010600030101010101" pitchFamily="2" charset="-122"/>
                <a:ea typeface="宋体" panose="02010600030101010101" pitchFamily="2" charset="-122"/>
              </a:rPr>
              <a:t>为了证明大数定理，先介绍一个重要不等式</a:t>
            </a:r>
          </a:p>
        </p:txBody>
      </p:sp>
    </p:spTree>
  </p:cSld>
  <p:clrMapOvr>
    <a:masterClrMapping/>
  </p:clrMapOvr>
  <p:transition spd="slow">
    <p:comb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7">
            <a:extLst>
              <a:ext uri="{FF2B5EF4-FFF2-40B4-BE49-F238E27FC236}">
                <a16:creationId xmlns:a16="http://schemas.microsoft.com/office/drawing/2014/main" id="{64D69DBD-805D-416C-BF51-24C252F668D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B848477E-C185-4C49-BCFB-3E7C6F8A9889}" type="slidenum">
              <a:rPr altLang="en-US" sz="1400" smtClean="0"/>
              <a:pPr>
                <a:lnSpc>
                  <a:spcPct val="100000"/>
                </a:lnSpc>
                <a:spcBef>
                  <a:spcPct val="0"/>
                </a:spcBef>
                <a:buClr>
                  <a:schemeClr val="tx1"/>
                </a:buClr>
                <a:buFontTx/>
                <a:buNone/>
              </a:pPr>
              <a:t>4</a:t>
            </a:fld>
            <a:endParaRPr lang="zh-CN" altLang="en-US" sz="1400"/>
          </a:p>
        </p:txBody>
      </p:sp>
      <p:graphicFrame>
        <p:nvGraphicFramePr>
          <p:cNvPr id="21507" name="Object 30">
            <a:extLst>
              <a:ext uri="{FF2B5EF4-FFF2-40B4-BE49-F238E27FC236}">
                <a16:creationId xmlns:a16="http://schemas.microsoft.com/office/drawing/2014/main" id="{423882C2-928D-459D-9542-1B4DE62C5186}"/>
              </a:ext>
            </a:extLst>
          </p:cNvPr>
          <p:cNvGraphicFramePr>
            <a:graphicFrameLocks/>
          </p:cNvGraphicFramePr>
          <p:nvPr/>
        </p:nvGraphicFramePr>
        <p:xfrm>
          <a:off x="1201738" y="1171575"/>
          <a:ext cx="7913687" cy="1549400"/>
        </p:xfrm>
        <a:graphic>
          <a:graphicData uri="http://schemas.openxmlformats.org/presentationml/2006/ole">
            <mc:AlternateContent xmlns:mc="http://schemas.openxmlformats.org/markup-compatibility/2006">
              <mc:Choice xmlns:v="urn:schemas-microsoft-com:vml" Requires="v">
                <p:oleObj spid="_x0000_s21582" r:id="rId3" imgW="5384800" imgH="1054100" progId="Equation.DSMT4">
                  <p:embed/>
                </p:oleObj>
              </mc:Choice>
              <mc:Fallback>
                <p:oleObj r:id="rId3" imgW="5384800" imgH="1054100" progId="Equation.DSMT4">
                  <p:embed/>
                  <p:pic>
                    <p:nvPicPr>
                      <p:cNvPr id="0" name="Object 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1738" y="1171575"/>
                        <a:ext cx="7913687"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37439" name="AutoShape 31">
            <a:extLst>
              <a:ext uri="{FF2B5EF4-FFF2-40B4-BE49-F238E27FC236}">
                <a16:creationId xmlns:a16="http://schemas.microsoft.com/office/drawing/2014/main" id="{67571F03-C302-45A6-9F1A-F18C3740CE4E}"/>
              </a:ext>
            </a:extLst>
          </p:cNvPr>
          <p:cNvSpPr>
            <a:spLocks noChangeArrowheads="1"/>
          </p:cNvSpPr>
          <p:nvPr/>
        </p:nvSpPr>
        <p:spPr bwMode="auto">
          <a:xfrm>
            <a:off x="1004888" y="1233488"/>
            <a:ext cx="223837" cy="209550"/>
          </a:xfrm>
          <a:prstGeom prst="sun">
            <a:avLst>
              <a:gd name="adj" fmla="val 25000"/>
            </a:avLst>
          </a:prstGeom>
          <a:solidFill>
            <a:srgbClr val="FFFF00"/>
          </a:solidFill>
          <a:ln w="6350">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937440" name="Object 32">
            <a:extLst>
              <a:ext uri="{FF2B5EF4-FFF2-40B4-BE49-F238E27FC236}">
                <a16:creationId xmlns:a16="http://schemas.microsoft.com/office/drawing/2014/main" id="{8C4F083C-C937-4D7E-B93B-F429ECEE1A42}"/>
              </a:ext>
            </a:extLst>
          </p:cNvPr>
          <p:cNvGraphicFramePr>
            <a:graphicFrameLocks/>
          </p:cNvGraphicFramePr>
          <p:nvPr/>
        </p:nvGraphicFramePr>
        <p:xfrm>
          <a:off x="1982788" y="2906713"/>
          <a:ext cx="5954712" cy="425450"/>
        </p:xfrm>
        <a:graphic>
          <a:graphicData uri="http://schemas.openxmlformats.org/presentationml/2006/ole">
            <mc:AlternateContent xmlns:mc="http://schemas.openxmlformats.org/markup-compatibility/2006">
              <mc:Choice xmlns:v="urn:schemas-microsoft-com:vml" Requires="v">
                <p:oleObj spid="_x0000_s21583" r:id="rId5" imgW="3552916" imgH="253780" progId="Equation.DSMT4">
                  <p:embed/>
                </p:oleObj>
              </mc:Choice>
              <mc:Fallback>
                <p:oleObj r:id="rId5" imgW="3552916" imgH="253780" progId="Equation.DSMT4">
                  <p:embed/>
                  <p:pic>
                    <p:nvPicPr>
                      <p:cNvPr id="0" name="Object 3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2788" y="2906713"/>
                        <a:ext cx="59547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37441" name="Object 33">
            <a:extLst>
              <a:ext uri="{FF2B5EF4-FFF2-40B4-BE49-F238E27FC236}">
                <a16:creationId xmlns:a16="http://schemas.microsoft.com/office/drawing/2014/main" id="{EDEED338-571C-4B43-A392-5C946DD55E6E}"/>
              </a:ext>
            </a:extLst>
          </p:cNvPr>
          <p:cNvGraphicFramePr>
            <a:graphicFrameLocks/>
          </p:cNvGraphicFramePr>
          <p:nvPr/>
        </p:nvGraphicFramePr>
        <p:xfrm>
          <a:off x="2576513" y="3525838"/>
          <a:ext cx="3530600" cy="681037"/>
        </p:xfrm>
        <a:graphic>
          <a:graphicData uri="http://schemas.openxmlformats.org/presentationml/2006/ole">
            <mc:AlternateContent xmlns:mc="http://schemas.openxmlformats.org/markup-compatibility/2006">
              <mc:Choice xmlns:v="urn:schemas-microsoft-com:vml" Requires="v">
                <p:oleObj spid="_x0000_s21584" r:id="rId7" imgW="2106372" imgH="406048" progId="Equation.DSMT4">
                  <p:embed/>
                </p:oleObj>
              </mc:Choice>
              <mc:Fallback>
                <p:oleObj r:id="rId7" imgW="2106372" imgH="406048" progId="Equation.DSMT4">
                  <p:embed/>
                  <p:pic>
                    <p:nvPicPr>
                      <p:cNvPr id="0" name="Object 3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76513" y="3525838"/>
                        <a:ext cx="35306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37442" name="Object 34">
            <a:extLst>
              <a:ext uri="{FF2B5EF4-FFF2-40B4-BE49-F238E27FC236}">
                <a16:creationId xmlns:a16="http://schemas.microsoft.com/office/drawing/2014/main" id="{87123FEC-CD32-416E-9E60-E985648F5797}"/>
              </a:ext>
            </a:extLst>
          </p:cNvPr>
          <p:cNvGraphicFramePr>
            <a:graphicFrameLocks/>
          </p:cNvGraphicFramePr>
          <p:nvPr/>
        </p:nvGraphicFramePr>
        <p:xfrm>
          <a:off x="6316663" y="3328988"/>
          <a:ext cx="2508250" cy="893762"/>
        </p:xfrm>
        <a:graphic>
          <a:graphicData uri="http://schemas.openxmlformats.org/presentationml/2006/ole">
            <mc:AlternateContent xmlns:mc="http://schemas.openxmlformats.org/markup-compatibility/2006">
              <mc:Choice xmlns:v="urn:schemas-microsoft-com:vml" Requires="v">
                <p:oleObj spid="_x0000_s21585" r:id="rId9" imgW="1497950" imgH="533169" progId="Equation.DSMT4">
                  <p:embed/>
                </p:oleObj>
              </mc:Choice>
              <mc:Fallback>
                <p:oleObj r:id="rId9" imgW="1497950" imgH="533169" progId="Equation.DSMT4">
                  <p:embed/>
                  <p:pic>
                    <p:nvPicPr>
                      <p:cNvPr id="0" name="Object 3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16663" y="3328988"/>
                        <a:ext cx="250825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37443" name="Object 35">
            <a:extLst>
              <a:ext uri="{FF2B5EF4-FFF2-40B4-BE49-F238E27FC236}">
                <a16:creationId xmlns:a16="http://schemas.microsoft.com/office/drawing/2014/main" id="{0337B9AD-D73E-4D3A-88A4-50F35830CDCE}"/>
              </a:ext>
            </a:extLst>
          </p:cNvPr>
          <p:cNvGraphicFramePr>
            <a:graphicFrameLocks/>
          </p:cNvGraphicFramePr>
          <p:nvPr/>
        </p:nvGraphicFramePr>
        <p:xfrm>
          <a:off x="4432300" y="4478338"/>
          <a:ext cx="2638425" cy="617537"/>
        </p:xfrm>
        <a:graphic>
          <a:graphicData uri="http://schemas.openxmlformats.org/presentationml/2006/ole">
            <mc:AlternateContent xmlns:mc="http://schemas.openxmlformats.org/markup-compatibility/2006">
              <mc:Choice xmlns:v="urn:schemas-microsoft-com:vml" Requires="v">
                <p:oleObj spid="_x0000_s21586" r:id="rId11" imgW="1574800" imgH="368300" progId="Equation.DSMT4">
                  <p:embed/>
                </p:oleObj>
              </mc:Choice>
              <mc:Fallback>
                <p:oleObj r:id="rId11" imgW="1574800" imgH="368300" progId="Equation.DSMT4">
                  <p:embed/>
                  <p:pic>
                    <p:nvPicPr>
                      <p:cNvPr id="0" name="Object 3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32300" y="4478338"/>
                        <a:ext cx="2638425"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37444" name="Object 36">
            <a:extLst>
              <a:ext uri="{FF2B5EF4-FFF2-40B4-BE49-F238E27FC236}">
                <a16:creationId xmlns:a16="http://schemas.microsoft.com/office/drawing/2014/main" id="{622CDC1B-34B2-48C5-9D8B-B16CEFF41343}"/>
              </a:ext>
            </a:extLst>
          </p:cNvPr>
          <p:cNvGraphicFramePr>
            <a:graphicFrameLocks/>
          </p:cNvGraphicFramePr>
          <p:nvPr/>
        </p:nvGraphicFramePr>
        <p:xfrm>
          <a:off x="4440238" y="5341938"/>
          <a:ext cx="1554162" cy="701675"/>
        </p:xfrm>
        <a:graphic>
          <a:graphicData uri="http://schemas.openxmlformats.org/presentationml/2006/ole">
            <mc:AlternateContent xmlns:mc="http://schemas.openxmlformats.org/markup-compatibility/2006">
              <mc:Choice xmlns:v="urn:schemas-microsoft-com:vml" Requires="v">
                <p:oleObj spid="_x0000_s21587" r:id="rId13" imgW="927100" imgH="419100" progId="Equation.DSMT4">
                  <p:embed/>
                </p:oleObj>
              </mc:Choice>
              <mc:Fallback>
                <p:oleObj r:id="rId13" imgW="927100" imgH="419100" progId="Equation.DSMT4">
                  <p:embed/>
                  <p:pic>
                    <p:nvPicPr>
                      <p:cNvPr id="0" name="Object 3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40238" y="5341938"/>
                        <a:ext cx="1554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1514" name="Group 70">
            <a:extLst>
              <a:ext uri="{FF2B5EF4-FFF2-40B4-BE49-F238E27FC236}">
                <a16:creationId xmlns:a16="http://schemas.microsoft.com/office/drawing/2014/main" id="{F80E32F6-DC58-49FF-98E5-F901CF2692E7}"/>
              </a:ext>
            </a:extLst>
          </p:cNvPr>
          <p:cNvGrpSpPr>
            <a:grpSpLocks/>
          </p:cNvGrpSpPr>
          <p:nvPr/>
        </p:nvGrpSpPr>
        <p:grpSpPr bwMode="auto">
          <a:xfrm>
            <a:off x="960438" y="4135438"/>
            <a:ext cx="2395537" cy="1878012"/>
            <a:chOff x="597" y="2605"/>
            <a:chExt cx="1509" cy="1183"/>
          </a:xfrm>
        </p:grpSpPr>
        <p:sp>
          <p:nvSpPr>
            <p:cNvPr id="21516" name="Line 38">
              <a:extLst>
                <a:ext uri="{FF2B5EF4-FFF2-40B4-BE49-F238E27FC236}">
                  <a16:creationId xmlns:a16="http://schemas.microsoft.com/office/drawing/2014/main" id="{BCFE0FCB-74CE-4595-A6A0-D7C8279BFF92}"/>
                </a:ext>
              </a:extLst>
            </p:cNvPr>
            <p:cNvSpPr>
              <a:spLocks noChangeShapeType="1"/>
            </p:cNvSpPr>
            <p:nvPr/>
          </p:nvSpPr>
          <p:spPr bwMode="auto">
            <a:xfrm>
              <a:off x="597" y="3597"/>
              <a:ext cx="150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1517" name="Group 39">
              <a:extLst>
                <a:ext uri="{FF2B5EF4-FFF2-40B4-BE49-F238E27FC236}">
                  <a16:creationId xmlns:a16="http://schemas.microsoft.com/office/drawing/2014/main" id="{1D36E8AF-B788-42D5-9D4E-D06228D87058}"/>
                </a:ext>
              </a:extLst>
            </p:cNvPr>
            <p:cNvGrpSpPr>
              <a:grpSpLocks/>
            </p:cNvGrpSpPr>
            <p:nvPr/>
          </p:nvGrpSpPr>
          <p:grpSpPr bwMode="auto">
            <a:xfrm>
              <a:off x="636" y="3439"/>
              <a:ext cx="1352" cy="167"/>
              <a:chOff x="3982" y="2027"/>
              <a:chExt cx="1352" cy="167"/>
            </a:xfrm>
          </p:grpSpPr>
          <p:sp>
            <p:nvSpPr>
              <p:cNvPr id="21525" name="Line 40">
                <a:extLst>
                  <a:ext uri="{FF2B5EF4-FFF2-40B4-BE49-F238E27FC236}">
                    <a16:creationId xmlns:a16="http://schemas.microsoft.com/office/drawing/2014/main" id="{9011E6F0-B86D-4094-B490-07A32E6EEF51}"/>
                  </a:ext>
                </a:extLst>
              </p:cNvPr>
              <p:cNvSpPr>
                <a:spLocks noChangeShapeType="1"/>
              </p:cNvSpPr>
              <p:nvPr/>
            </p:nvSpPr>
            <p:spPr bwMode="auto">
              <a:xfrm flipH="1">
                <a:off x="3982" y="2066"/>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6" name="Line 41">
                <a:extLst>
                  <a:ext uri="{FF2B5EF4-FFF2-40B4-BE49-F238E27FC236}">
                    <a16:creationId xmlns:a16="http://schemas.microsoft.com/office/drawing/2014/main" id="{C9EF692B-B7D4-4B64-88CC-8F232D76DD47}"/>
                  </a:ext>
                </a:extLst>
              </p:cNvPr>
              <p:cNvSpPr>
                <a:spLocks noChangeShapeType="1"/>
              </p:cNvSpPr>
              <p:nvPr/>
            </p:nvSpPr>
            <p:spPr bwMode="auto">
              <a:xfrm flipH="1">
                <a:off x="4088" y="2063"/>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7" name="Line 42">
                <a:extLst>
                  <a:ext uri="{FF2B5EF4-FFF2-40B4-BE49-F238E27FC236}">
                    <a16:creationId xmlns:a16="http://schemas.microsoft.com/office/drawing/2014/main" id="{BA4842AB-7482-4C8B-8D25-0E8D4C40BFDF}"/>
                  </a:ext>
                </a:extLst>
              </p:cNvPr>
              <p:cNvSpPr>
                <a:spLocks noChangeShapeType="1"/>
              </p:cNvSpPr>
              <p:nvPr/>
            </p:nvSpPr>
            <p:spPr bwMode="auto">
              <a:xfrm flipH="1">
                <a:off x="4214" y="2050"/>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8" name="Line 43">
                <a:extLst>
                  <a:ext uri="{FF2B5EF4-FFF2-40B4-BE49-F238E27FC236}">
                    <a16:creationId xmlns:a16="http://schemas.microsoft.com/office/drawing/2014/main" id="{42B56326-62F4-41AD-B420-19DE75CBA9FA}"/>
                  </a:ext>
                </a:extLst>
              </p:cNvPr>
              <p:cNvSpPr>
                <a:spLocks noChangeShapeType="1"/>
              </p:cNvSpPr>
              <p:nvPr/>
            </p:nvSpPr>
            <p:spPr bwMode="auto">
              <a:xfrm flipH="1">
                <a:off x="4341" y="2027"/>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9" name="Line 44">
                <a:extLst>
                  <a:ext uri="{FF2B5EF4-FFF2-40B4-BE49-F238E27FC236}">
                    <a16:creationId xmlns:a16="http://schemas.microsoft.com/office/drawing/2014/main" id="{1919FD6C-A3AE-447B-B1DD-601ED892FD63}"/>
                  </a:ext>
                </a:extLst>
              </p:cNvPr>
              <p:cNvSpPr>
                <a:spLocks noChangeShapeType="1"/>
              </p:cNvSpPr>
              <p:nvPr/>
            </p:nvSpPr>
            <p:spPr bwMode="auto">
              <a:xfrm flipH="1">
                <a:off x="5062" y="2043"/>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0" name="Line 45">
                <a:extLst>
                  <a:ext uri="{FF2B5EF4-FFF2-40B4-BE49-F238E27FC236}">
                    <a16:creationId xmlns:a16="http://schemas.microsoft.com/office/drawing/2014/main" id="{21020A56-632A-4D34-A7E5-856CA221997C}"/>
                  </a:ext>
                </a:extLst>
              </p:cNvPr>
              <p:cNvSpPr>
                <a:spLocks noChangeShapeType="1"/>
              </p:cNvSpPr>
              <p:nvPr/>
            </p:nvSpPr>
            <p:spPr bwMode="auto">
              <a:xfrm flipH="1">
                <a:off x="5138" y="2069"/>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1" name="Line 46">
                <a:extLst>
                  <a:ext uri="{FF2B5EF4-FFF2-40B4-BE49-F238E27FC236}">
                    <a16:creationId xmlns:a16="http://schemas.microsoft.com/office/drawing/2014/main" id="{ABC256DD-4D56-431A-A3CC-FF004204F42F}"/>
                  </a:ext>
                </a:extLst>
              </p:cNvPr>
              <p:cNvSpPr>
                <a:spLocks noChangeShapeType="1"/>
              </p:cNvSpPr>
              <p:nvPr/>
            </p:nvSpPr>
            <p:spPr bwMode="auto">
              <a:xfrm flipH="1">
                <a:off x="5234" y="2085"/>
                <a:ext cx="100" cy="10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18" name="Freeform 48">
              <a:extLst>
                <a:ext uri="{FF2B5EF4-FFF2-40B4-BE49-F238E27FC236}">
                  <a16:creationId xmlns:a16="http://schemas.microsoft.com/office/drawing/2014/main" id="{D4F87667-5336-43EB-B59D-04833B87EC2E}"/>
                </a:ext>
              </a:extLst>
            </p:cNvPr>
            <p:cNvSpPr>
              <a:spLocks noChangeArrowheads="1"/>
            </p:cNvSpPr>
            <p:nvPr/>
          </p:nvSpPr>
          <p:spPr bwMode="auto">
            <a:xfrm>
              <a:off x="646" y="2802"/>
              <a:ext cx="1460" cy="720"/>
            </a:xfrm>
            <a:custGeom>
              <a:avLst/>
              <a:gdLst>
                <a:gd name="T0" fmla="*/ 0 w 1490"/>
                <a:gd name="T1" fmla="*/ 676 h 720"/>
                <a:gd name="T2" fmla="*/ 342 w 1490"/>
                <a:gd name="T3" fmla="*/ 586 h 720"/>
                <a:gd name="T4" fmla="*/ 520 w 1490"/>
                <a:gd name="T5" fmla="*/ 189 h 720"/>
                <a:gd name="T6" fmla="*/ 709 w 1490"/>
                <a:gd name="T7" fmla="*/ 20 h 720"/>
                <a:gd name="T8" fmla="*/ 862 w 1490"/>
                <a:gd name="T9" fmla="*/ 308 h 720"/>
                <a:gd name="T10" fmla="*/ 915 w 1490"/>
                <a:gd name="T11" fmla="*/ 487 h 720"/>
                <a:gd name="T12" fmla="*/ 1141 w 1490"/>
                <a:gd name="T13" fmla="*/ 656 h 720"/>
                <a:gd name="T14" fmla="*/ 1346 w 1490"/>
                <a:gd name="T15" fmla="*/ 715 h 7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90" h="720">
                  <a:moveTo>
                    <a:pt x="0" y="676"/>
                  </a:moveTo>
                  <a:cubicBezTo>
                    <a:pt x="141" y="671"/>
                    <a:pt x="282" y="667"/>
                    <a:pt x="378" y="586"/>
                  </a:cubicBezTo>
                  <a:cubicBezTo>
                    <a:pt x="474" y="505"/>
                    <a:pt x="508" y="283"/>
                    <a:pt x="576" y="189"/>
                  </a:cubicBezTo>
                  <a:cubicBezTo>
                    <a:pt x="644" y="95"/>
                    <a:pt x="722" y="0"/>
                    <a:pt x="785" y="20"/>
                  </a:cubicBezTo>
                  <a:cubicBezTo>
                    <a:pt x="848" y="40"/>
                    <a:pt x="916" y="230"/>
                    <a:pt x="954" y="308"/>
                  </a:cubicBezTo>
                  <a:cubicBezTo>
                    <a:pt x="992" y="386"/>
                    <a:pt x="962" y="429"/>
                    <a:pt x="1013" y="487"/>
                  </a:cubicBezTo>
                  <a:cubicBezTo>
                    <a:pt x="1064" y="545"/>
                    <a:pt x="1183" y="618"/>
                    <a:pt x="1262" y="656"/>
                  </a:cubicBezTo>
                  <a:cubicBezTo>
                    <a:pt x="1341" y="694"/>
                    <a:pt x="1462" y="720"/>
                    <a:pt x="1490" y="715"/>
                  </a:cubicBezTo>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9" name="Line 49">
              <a:extLst>
                <a:ext uri="{FF2B5EF4-FFF2-40B4-BE49-F238E27FC236}">
                  <a16:creationId xmlns:a16="http://schemas.microsoft.com/office/drawing/2014/main" id="{B117F302-CEE2-4858-8ACB-B5FC30FFF9E6}"/>
                </a:ext>
              </a:extLst>
            </p:cNvPr>
            <p:cNvSpPr>
              <a:spLocks noChangeShapeType="1"/>
            </p:cNvSpPr>
            <p:nvPr/>
          </p:nvSpPr>
          <p:spPr bwMode="auto">
            <a:xfrm>
              <a:off x="1113" y="3239"/>
              <a:ext cx="0" cy="3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0" name="Line 50">
              <a:extLst>
                <a:ext uri="{FF2B5EF4-FFF2-40B4-BE49-F238E27FC236}">
                  <a16:creationId xmlns:a16="http://schemas.microsoft.com/office/drawing/2014/main" id="{BCA4D393-340A-4300-ADC3-C59558C11838}"/>
                </a:ext>
              </a:extLst>
            </p:cNvPr>
            <p:cNvSpPr>
              <a:spLocks noChangeShapeType="1"/>
            </p:cNvSpPr>
            <p:nvPr/>
          </p:nvSpPr>
          <p:spPr bwMode="auto">
            <a:xfrm>
              <a:off x="1709" y="3358"/>
              <a:ext cx="0" cy="2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1521" name="Object 55">
              <a:extLst>
                <a:ext uri="{FF2B5EF4-FFF2-40B4-BE49-F238E27FC236}">
                  <a16:creationId xmlns:a16="http://schemas.microsoft.com/office/drawing/2014/main" id="{8A10BBA5-BDA6-4BDD-9079-C092DE9E78AB}"/>
                </a:ext>
              </a:extLst>
            </p:cNvPr>
            <p:cNvGraphicFramePr>
              <a:graphicFrameLocks/>
            </p:cNvGraphicFramePr>
            <p:nvPr/>
          </p:nvGraphicFramePr>
          <p:xfrm>
            <a:off x="1353" y="2605"/>
            <a:ext cx="351" cy="208"/>
          </p:xfrm>
          <a:graphic>
            <a:graphicData uri="http://schemas.openxmlformats.org/presentationml/2006/ole">
              <mc:AlternateContent xmlns:mc="http://schemas.openxmlformats.org/markup-compatibility/2006">
                <mc:Choice xmlns:v="urn:schemas-microsoft-com:vml" Requires="v">
                  <p:oleObj spid="_x0000_s21588" r:id="rId15" imgW="342603" imgH="203024" progId="Equation.DSMT4">
                    <p:embed/>
                  </p:oleObj>
                </mc:Choice>
                <mc:Fallback>
                  <p:oleObj r:id="rId15" imgW="342603" imgH="203024" progId="Equation.DSMT4">
                    <p:embed/>
                    <p:pic>
                      <p:nvPicPr>
                        <p:cNvPr id="0" name="Object 5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53" y="2605"/>
                          <a:ext cx="351"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22" name="Object 61">
              <a:extLst>
                <a:ext uri="{FF2B5EF4-FFF2-40B4-BE49-F238E27FC236}">
                  <a16:creationId xmlns:a16="http://schemas.microsoft.com/office/drawing/2014/main" id="{25936EBE-28FD-4499-B2CE-A206B3CABFE2}"/>
                </a:ext>
              </a:extLst>
            </p:cNvPr>
            <p:cNvGraphicFramePr>
              <a:graphicFrameLocks/>
            </p:cNvGraphicFramePr>
            <p:nvPr/>
          </p:nvGraphicFramePr>
          <p:xfrm>
            <a:off x="937" y="3640"/>
            <a:ext cx="325" cy="146"/>
          </p:xfrm>
          <a:graphic>
            <a:graphicData uri="http://schemas.openxmlformats.org/presentationml/2006/ole">
              <mc:AlternateContent xmlns:mc="http://schemas.openxmlformats.org/markup-compatibility/2006">
                <mc:Choice xmlns:v="urn:schemas-microsoft-com:vml" Requires="v">
                  <p:oleObj spid="_x0000_s21589" r:id="rId17" imgW="367821" imgH="164885" progId="Equation.DSMT4">
                    <p:embed/>
                  </p:oleObj>
                </mc:Choice>
                <mc:Fallback>
                  <p:oleObj r:id="rId17" imgW="367821" imgH="164885" progId="Equation.DSMT4">
                    <p:embed/>
                    <p:pic>
                      <p:nvPicPr>
                        <p:cNvPr id="0" name="Object 6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7" y="3640"/>
                          <a:ext cx="32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23" name="Object 65">
              <a:extLst>
                <a:ext uri="{FF2B5EF4-FFF2-40B4-BE49-F238E27FC236}">
                  <a16:creationId xmlns:a16="http://schemas.microsoft.com/office/drawing/2014/main" id="{3E49EB33-E19B-448C-80C8-648046958FD2}"/>
                </a:ext>
              </a:extLst>
            </p:cNvPr>
            <p:cNvGraphicFramePr>
              <a:graphicFrameLocks/>
            </p:cNvGraphicFramePr>
            <p:nvPr/>
          </p:nvGraphicFramePr>
          <p:xfrm>
            <a:off x="1551" y="3631"/>
            <a:ext cx="325" cy="157"/>
          </p:xfrm>
          <a:graphic>
            <a:graphicData uri="http://schemas.openxmlformats.org/presentationml/2006/ole">
              <mc:AlternateContent xmlns:mc="http://schemas.openxmlformats.org/markup-compatibility/2006">
                <mc:Choice xmlns:v="urn:schemas-microsoft-com:vml" Requires="v">
                  <p:oleObj spid="_x0000_s21590" r:id="rId19" imgW="367662" imgH="177492" progId="Equation.DSMT4">
                    <p:embed/>
                  </p:oleObj>
                </mc:Choice>
                <mc:Fallback>
                  <p:oleObj r:id="rId19" imgW="367662" imgH="177492" progId="Equation.DSMT4">
                    <p:embed/>
                    <p:pic>
                      <p:nvPicPr>
                        <p:cNvPr id="0" name="Object 65"/>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51" y="3631"/>
                          <a:ext cx="32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24" name="Object 68">
              <a:extLst>
                <a:ext uri="{FF2B5EF4-FFF2-40B4-BE49-F238E27FC236}">
                  <a16:creationId xmlns:a16="http://schemas.microsoft.com/office/drawing/2014/main" id="{AF99D6D0-EC35-4D71-A497-5558FE9E20DA}"/>
                </a:ext>
              </a:extLst>
            </p:cNvPr>
            <p:cNvGraphicFramePr>
              <a:graphicFrameLocks/>
            </p:cNvGraphicFramePr>
            <p:nvPr/>
          </p:nvGraphicFramePr>
          <p:xfrm>
            <a:off x="1335" y="3638"/>
            <a:ext cx="135" cy="146"/>
          </p:xfrm>
          <a:graphic>
            <a:graphicData uri="http://schemas.openxmlformats.org/presentationml/2006/ole">
              <mc:AlternateContent xmlns:mc="http://schemas.openxmlformats.org/markup-compatibility/2006">
                <mc:Choice xmlns:v="urn:schemas-microsoft-com:vml" Requires="v">
                  <p:oleObj spid="_x0000_s21591" r:id="rId21" imgW="152202" imgH="164885" progId="Equation.DSMT4">
                    <p:embed/>
                  </p:oleObj>
                </mc:Choice>
                <mc:Fallback>
                  <p:oleObj r:id="rId21" imgW="152202" imgH="164885" progId="Equation.DSMT4">
                    <p:embed/>
                    <p:pic>
                      <p:nvPicPr>
                        <p:cNvPr id="0" name="Object 68"/>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35" y="3638"/>
                          <a:ext cx="13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1515" name="矩形 1">
            <a:extLst>
              <a:ext uri="{FF2B5EF4-FFF2-40B4-BE49-F238E27FC236}">
                <a16:creationId xmlns:a16="http://schemas.microsoft.com/office/drawing/2014/main" id="{76EBBADB-27AA-4B9E-BD1E-CAC8F70E53B4}"/>
              </a:ext>
            </a:extLst>
          </p:cNvPr>
          <p:cNvSpPr>
            <a:spLocks noChangeArrowheads="1"/>
          </p:cNvSpPr>
          <p:nvPr/>
        </p:nvSpPr>
        <p:spPr bwMode="auto">
          <a:xfrm>
            <a:off x="728663" y="6191250"/>
            <a:ext cx="80962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None/>
            </a:pPr>
            <a:r>
              <a:rPr lang="zh-CN" altLang="en-US" sz="2000" b="1">
                <a:solidFill>
                  <a:srgbClr val="222222"/>
                </a:solidFill>
                <a:latin typeface="微软雅黑" panose="020B0503020204020204" pitchFamily="34" charset="-122"/>
                <a:ea typeface="微软雅黑" panose="020B0503020204020204" pitchFamily="34" charset="-122"/>
              </a:rPr>
              <a:t>切比雪夫不等式（英语：</a:t>
            </a:r>
            <a:r>
              <a:rPr lang="en-US" altLang="zh-CN" sz="2000" b="1">
                <a:solidFill>
                  <a:srgbClr val="222222"/>
                </a:solidFill>
                <a:latin typeface="微软雅黑" panose="020B0503020204020204" pitchFamily="34" charset="-122"/>
                <a:ea typeface="微软雅黑" panose="020B0503020204020204" pitchFamily="34" charset="-122"/>
              </a:rPr>
              <a:t>Chebyshev's Inequality</a:t>
            </a:r>
            <a:r>
              <a:rPr lang="zh-CN" altLang="en-US" sz="2000" b="1">
                <a:solidFill>
                  <a:srgbClr val="222222"/>
                </a:solidFill>
                <a:latin typeface="微软雅黑" panose="020B0503020204020204" pitchFamily="34" charset="-122"/>
                <a:ea typeface="微软雅黑" panose="020B0503020204020204" pitchFamily="34" charset="-122"/>
              </a:rPr>
              <a:t>）显示了随机变量的“几乎所有”值都会“接近”平均。</a:t>
            </a:r>
            <a:endParaRPr lang="zh-CN" altLang="en-US" sz="2000">
              <a:solidFill>
                <a:srgbClr val="000066"/>
              </a:solidFill>
              <a:latin typeface="微软雅黑" panose="020B0503020204020204" pitchFamily="34" charset="-122"/>
              <a:ea typeface="微软雅黑" panose="020B0503020204020204" pitchFamily="34" charset="-122"/>
            </a:endParaRPr>
          </a:p>
        </p:txBody>
      </p:sp>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repeatCount="indefinite" fill="hold" grpId="0" nodeType="withEffect">
                                  <p:stCondLst>
                                    <p:cond delay="0"/>
                                  </p:stCondLst>
                                  <p:childTnLst>
                                    <p:animRot by="21600000">
                                      <p:cBhvr>
                                        <p:cTn id="6" dur="2000" fill="hold"/>
                                        <p:tgtEl>
                                          <p:spTgt spid="1937439"/>
                                        </p:tgtEl>
                                        <p:attrNameLst>
                                          <p:attrName>r</p:attrName>
                                        </p:attrNameLst>
                                      </p:cBhvr>
                                    </p:animRo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937440"/>
                                        </p:tgtEl>
                                        <p:attrNameLst>
                                          <p:attrName>style.visibility</p:attrName>
                                        </p:attrNameLst>
                                      </p:cBhvr>
                                      <p:to>
                                        <p:strVal val="visible"/>
                                      </p:to>
                                    </p:set>
                                    <p:anim calcmode="lin" valueType="num">
                                      <p:cBhvr>
                                        <p:cTn id="11" dur="1000" fill="hold"/>
                                        <p:tgtEl>
                                          <p:spTgt spid="1937440"/>
                                        </p:tgtEl>
                                        <p:attrNameLst>
                                          <p:attrName>ppt_x</p:attrName>
                                        </p:attrNameLst>
                                      </p:cBhvr>
                                      <p:tavLst>
                                        <p:tav tm="0">
                                          <p:val>
                                            <p:strVal val="0-#ppt_w/2"/>
                                          </p:val>
                                        </p:tav>
                                        <p:tav tm="100000">
                                          <p:val>
                                            <p:strVal val="#ppt_x"/>
                                          </p:val>
                                        </p:tav>
                                      </p:tavLst>
                                    </p:anim>
                                    <p:anim calcmode="lin" valueType="num">
                                      <p:cBhvr>
                                        <p:cTn id="12" dur="1000" fill="hold"/>
                                        <p:tgtEl>
                                          <p:spTgt spid="193744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937441"/>
                                        </p:tgtEl>
                                        <p:attrNameLst>
                                          <p:attrName>style.visibility</p:attrName>
                                        </p:attrNameLst>
                                      </p:cBhvr>
                                      <p:to>
                                        <p:strVal val="visible"/>
                                      </p:to>
                                    </p:set>
                                    <p:anim calcmode="lin" valueType="num">
                                      <p:cBhvr>
                                        <p:cTn id="17" dur="1000" fill="hold"/>
                                        <p:tgtEl>
                                          <p:spTgt spid="1937441"/>
                                        </p:tgtEl>
                                        <p:attrNameLst>
                                          <p:attrName>ppt_x</p:attrName>
                                        </p:attrNameLst>
                                      </p:cBhvr>
                                      <p:tavLst>
                                        <p:tav tm="0">
                                          <p:val>
                                            <p:strVal val="0-#ppt_w/2"/>
                                          </p:val>
                                        </p:tav>
                                        <p:tav tm="100000">
                                          <p:val>
                                            <p:strVal val="#ppt_x"/>
                                          </p:val>
                                        </p:tav>
                                      </p:tavLst>
                                    </p:anim>
                                    <p:anim calcmode="lin" valueType="num">
                                      <p:cBhvr>
                                        <p:cTn id="18" dur="1000" fill="hold"/>
                                        <p:tgtEl>
                                          <p:spTgt spid="193744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937442"/>
                                        </p:tgtEl>
                                        <p:attrNameLst>
                                          <p:attrName>style.visibility</p:attrName>
                                        </p:attrNameLst>
                                      </p:cBhvr>
                                      <p:to>
                                        <p:strVal val="visible"/>
                                      </p:to>
                                    </p:set>
                                    <p:animEffect transition="in" filter="wipe(left)">
                                      <p:cBhvr>
                                        <p:cTn id="23" dur="2000"/>
                                        <p:tgtEl>
                                          <p:spTgt spid="193744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1937443"/>
                                        </p:tgtEl>
                                        <p:attrNameLst>
                                          <p:attrName>style.visibility</p:attrName>
                                        </p:attrNameLst>
                                      </p:cBhvr>
                                      <p:to>
                                        <p:strVal val="visible"/>
                                      </p:to>
                                    </p:set>
                                    <p:anim calcmode="lin" valueType="num">
                                      <p:cBhvr>
                                        <p:cTn id="28" dur="1000" fill="hold"/>
                                        <p:tgtEl>
                                          <p:spTgt spid="1937443"/>
                                        </p:tgtEl>
                                        <p:attrNameLst>
                                          <p:attrName>ppt_x</p:attrName>
                                        </p:attrNameLst>
                                      </p:cBhvr>
                                      <p:tavLst>
                                        <p:tav tm="0">
                                          <p:val>
                                            <p:strVal val="0-#ppt_w/2"/>
                                          </p:val>
                                        </p:tav>
                                        <p:tav tm="100000">
                                          <p:val>
                                            <p:strVal val="#ppt_x"/>
                                          </p:val>
                                        </p:tav>
                                      </p:tavLst>
                                    </p:anim>
                                    <p:anim calcmode="lin" valueType="num">
                                      <p:cBhvr>
                                        <p:cTn id="29" dur="1000" fill="hold"/>
                                        <p:tgtEl>
                                          <p:spTgt spid="1937443"/>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1937444"/>
                                        </p:tgtEl>
                                        <p:attrNameLst>
                                          <p:attrName>style.visibility</p:attrName>
                                        </p:attrNameLst>
                                      </p:cBhvr>
                                      <p:to>
                                        <p:strVal val="visible"/>
                                      </p:to>
                                    </p:set>
                                    <p:anim calcmode="lin" valueType="num">
                                      <p:cBhvr>
                                        <p:cTn id="34" dur="1000" fill="hold"/>
                                        <p:tgtEl>
                                          <p:spTgt spid="1937444"/>
                                        </p:tgtEl>
                                        <p:attrNameLst>
                                          <p:attrName>ppt_x</p:attrName>
                                        </p:attrNameLst>
                                      </p:cBhvr>
                                      <p:tavLst>
                                        <p:tav tm="0">
                                          <p:val>
                                            <p:strVal val="0-#ppt_w/2"/>
                                          </p:val>
                                        </p:tav>
                                        <p:tav tm="100000">
                                          <p:val>
                                            <p:strVal val="#ppt_x"/>
                                          </p:val>
                                        </p:tav>
                                      </p:tavLst>
                                    </p:anim>
                                    <p:anim calcmode="lin" valueType="num">
                                      <p:cBhvr>
                                        <p:cTn id="35" dur="1000" fill="hold"/>
                                        <p:tgtEl>
                                          <p:spTgt spid="1937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743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12DF382F-4CAA-465A-87A1-9A3B34282FFB}"/>
              </a:ext>
            </a:extLst>
          </p:cNvPr>
          <p:cNvSpPr>
            <a:spLocks noGrp="1" noChangeArrowheads="1"/>
          </p:cNvSpPr>
          <p:nvPr>
            <p:ph type="title"/>
          </p:nvPr>
        </p:nvSpPr>
        <p:spPr/>
        <p:txBody>
          <a:bodyPr/>
          <a:lstStyle/>
          <a:p>
            <a:endParaRPr lang="zh-CN" altLang="en-US"/>
          </a:p>
        </p:txBody>
      </p:sp>
      <p:sp>
        <p:nvSpPr>
          <p:cNvPr id="22531" name="内容占位符 2">
            <a:extLst>
              <a:ext uri="{FF2B5EF4-FFF2-40B4-BE49-F238E27FC236}">
                <a16:creationId xmlns:a16="http://schemas.microsoft.com/office/drawing/2014/main" id="{4C2A0D65-BF82-45CD-B56B-7FF4AC2473CA}"/>
              </a:ext>
            </a:extLst>
          </p:cNvPr>
          <p:cNvSpPr>
            <a:spLocks noGrp="1" noChangeArrowheads="1"/>
          </p:cNvSpPr>
          <p:nvPr>
            <p:ph sz="half" idx="1"/>
          </p:nvPr>
        </p:nvSpPr>
        <p:spPr>
          <a:xfrm>
            <a:off x="1060450" y="1143000"/>
            <a:ext cx="7986713" cy="4999038"/>
          </a:xfrm>
        </p:spPr>
        <p:txBody>
          <a:bodyPr/>
          <a:lstStyle/>
          <a:p>
            <a:pPr>
              <a:lnSpc>
                <a:spcPct val="125000"/>
              </a:lnSpc>
            </a:pPr>
            <a:r>
              <a:rPr lang="zh-CN" altLang="en-US">
                <a:latin typeface="微软雅黑" panose="020B0503020204020204" pitchFamily="34" charset="-122"/>
                <a:ea typeface="微软雅黑" panose="020B0503020204020204" pitchFamily="34" charset="-122"/>
              </a:rPr>
              <a:t>这个不等式以数量化这方式来描述，究竟“几乎所有”是多少，“接近”又有多接近：</a:t>
            </a:r>
          </a:p>
          <a:p>
            <a:pPr lvl="1">
              <a:lnSpc>
                <a:spcPct val="125000"/>
              </a:lnSpc>
            </a:pPr>
            <a:r>
              <a:rPr lang="zh-CN" altLang="en-US">
                <a:latin typeface="微软雅黑" panose="020B0503020204020204" pitchFamily="34" charset="-122"/>
                <a:ea typeface="微软雅黑" panose="020B0503020204020204" pitchFamily="34" charset="-122"/>
              </a:rPr>
              <a:t>与平均相差</a:t>
            </a: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个</a:t>
            </a:r>
            <a:r>
              <a:rPr lang="zh-CN" altLang="en-US">
                <a:latin typeface="微软雅黑" panose="020B0503020204020204" pitchFamily="34" charset="-122"/>
                <a:ea typeface="微软雅黑" panose="020B0503020204020204" pitchFamily="34" charset="-122"/>
                <a:hlinkClick r:id="rId2" tooltip="标准差"/>
              </a:rPr>
              <a:t>标准差</a:t>
            </a:r>
            <a:r>
              <a:rPr lang="zh-CN" altLang="en-US">
                <a:latin typeface="微软雅黑" panose="020B0503020204020204" pitchFamily="34" charset="-122"/>
                <a:ea typeface="微软雅黑" panose="020B0503020204020204" pitchFamily="34" charset="-122"/>
              </a:rPr>
              <a:t>以上的值，数目不多于</a:t>
            </a:r>
            <a:r>
              <a:rPr lang="en-US" altLang="zh-CN">
                <a:latin typeface="微软雅黑" panose="020B0503020204020204" pitchFamily="34" charset="-122"/>
                <a:ea typeface="微软雅黑" panose="020B0503020204020204" pitchFamily="34" charset="-122"/>
              </a:rPr>
              <a:t>1/4</a:t>
            </a:r>
          </a:p>
          <a:p>
            <a:pPr lvl="1">
              <a:lnSpc>
                <a:spcPct val="125000"/>
              </a:lnSpc>
            </a:pPr>
            <a:r>
              <a:rPr lang="zh-CN" altLang="en-US">
                <a:latin typeface="微软雅黑" panose="020B0503020204020204" pitchFamily="34" charset="-122"/>
                <a:ea typeface="微软雅黑" panose="020B0503020204020204" pitchFamily="34" charset="-122"/>
              </a:rPr>
              <a:t>与平均相差</a:t>
            </a: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个标准差以上的值，数目不多于</a:t>
            </a:r>
            <a:r>
              <a:rPr lang="en-US" altLang="zh-CN">
                <a:latin typeface="微软雅黑" panose="020B0503020204020204" pitchFamily="34" charset="-122"/>
                <a:ea typeface="微软雅黑" panose="020B0503020204020204" pitchFamily="34" charset="-122"/>
              </a:rPr>
              <a:t>1/9</a:t>
            </a:r>
          </a:p>
          <a:p>
            <a:pPr lvl="1">
              <a:lnSpc>
                <a:spcPct val="125000"/>
              </a:lnSpc>
            </a:pPr>
            <a:r>
              <a:rPr lang="zh-CN" altLang="en-US">
                <a:latin typeface="微软雅黑" panose="020B0503020204020204" pitchFamily="34" charset="-122"/>
                <a:ea typeface="微软雅黑" panose="020B0503020204020204" pitchFamily="34" charset="-122"/>
              </a:rPr>
              <a:t>与平均相差</a:t>
            </a: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个标准差以上的值，数目不多于</a:t>
            </a:r>
            <a:r>
              <a:rPr lang="en-US" altLang="zh-CN">
                <a:latin typeface="微软雅黑" panose="020B0503020204020204" pitchFamily="34" charset="-122"/>
                <a:ea typeface="微软雅黑" panose="020B0503020204020204" pitchFamily="34" charset="-122"/>
              </a:rPr>
              <a:t>1/16</a:t>
            </a:r>
          </a:p>
          <a:p>
            <a:pPr lvl="1">
              <a:lnSpc>
                <a:spcPct val="125000"/>
              </a:lnSpc>
            </a:pPr>
            <a:r>
              <a:rPr lang="en-US" altLang="zh-CN">
                <a:latin typeface="微软雅黑" panose="020B0503020204020204" pitchFamily="34" charset="-122"/>
                <a:ea typeface="微软雅黑" panose="020B0503020204020204" pitchFamily="34" charset="-122"/>
              </a:rPr>
              <a:t>……</a:t>
            </a:r>
          </a:p>
          <a:p>
            <a:pPr lvl="1">
              <a:lnSpc>
                <a:spcPct val="125000"/>
              </a:lnSpc>
            </a:pPr>
            <a:r>
              <a:rPr lang="zh-CN" altLang="en-US">
                <a:latin typeface="微软雅黑" panose="020B0503020204020204" pitchFamily="34" charset="-122"/>
                <a:ea typeface="微软雅黑" panose="020B0503020204020204" pitchFamily="34" charset="-122"/>
              </a:rPr>
              <a:t>与平均相差</a:t>
            </a:r>
            <a:r>
              <a:rPr lang="en-US" altLang="zh-CN">
                <a:latin typeface="微软雅黑" panose="020B0503020204020204" pitchFamily="34" charset="-122"/>
                <a:ea typeface="微软雅黑" panose="020B0503020204020204" pitchFamily="34" charset="-122"/>
              </a:rPr>
              <a:t>k</a:t>
            </a:r>
            <a:r>
              <a:rPr lang="zh-CN" altLang="en-US">
                <a:latin typeface="微软雅黑" panose="020B0503020204020204" pitchFamily="34" charset="-122"/>
                <a:ea typeface="微软雅黑" panose="020B0503020204020204" pitchFamily="34" charset="-122"/>
              </a:rPr>
              <a:t>个标准差以上的值，数目不多于</a:t>
            </a:r>
            <a:r>
              <a:rPr lang="en-US" altLang="zh-CN">
                <a:latin typeface="微软雅黑" panose="020B0503020204020204" pitchFamily="34" charset="-122"/>
                <a:ea typeface="微软雅黑" panose="020B0503020204020204" pitchFamily="34" charset="-122"/>
              </a:rPr>
              <a:t>1/k</a:t>
            </a:r>
            <a:r>
              <a:rPr lang="en-US" altLang="zh-CN" baseline="30000">
                <a:latin typeface="微软雅黑" panose="020B0503020204020204" pitchFamily="34" charset="-122"/>
                <a:ea typeface="微软雅黑" panose="020B0503020204020204" pitchFamily="34" charset="-122"/>
              </a:rPr>
              <a:t>2</a:t>
            </a:r>
            <a:endParaRPr lang="zh-CN" altLang="en-US">
              <a:latin typeface="微软雅黑" panose="020B0503020204020204" pitchFamily="34" charset="-122"/>
              <a:ea typeface="微软雅黑" panose="020B0503020204020204" pitchFamily="34" charset="-122"/>
            </a:endParaRPr>
          </a:p>
          <a:p>
            <a:pPr>
              <a:lnSpc>
                <a:spcPct val="125000"/>
              </a:lnSpc>
            </a:pPr>
            <a:r>
              <a:rPr lang="zh-CN" altLang="en-US">
                <a:latin typeface="微软雅黑" panose="020B0503020204020204" pitchFamily="34" charset="-122"/>
                <a:ea typeface="微软雅黑" panose="020B0503020204020204" pitchFamily="34" charset="-122"/>
              </a:rPr>
              <a:t>举例说，若一班有</a:t>
            </a:r>
            <a:r>
              <a:rPr lang="en-US" altLang="zh-CN">
                <a:latin typeface="微软雅黑" panose="020B0503020204020204" pitchFamily="34" charset="-122"/>
                <a:ea typeface="微软雅黑" panose="020B0503020204020204" pitchFamily="34" charset="-122"/>
              </a:rPr>
              <a:t>36</a:t>
            </a:r>
            <a:r>
              <a:rPr lang="zh-CN" altLang="en-US">
                <a:latin typeface="微软雅黑" panose="020B0503020204020204" pitchFamily="34" charset="-122"/>
                <a:ea typeface="微软雅黑" panose="020B0503020204020204" pitchFamily="34" charset="-122"/>
              </a:rPr>
              <a:t>个学生，而在一次考试中，平均分是</a:t>
            </a:r>
            <a:r>
              <a:rPr lang="en-US" altLang="zh-CN">
                <a:latin typeface="微软雅黑" panose="020B0503020204020204" pitchFamily="34" charset="-122"/>
                <a:ea typeface="微软雅黑" panose="020B0503020204020204" pitchFamily="34" charset="-122"/>
              </a:rPr>
              <a:t>80</a:t>
            </a:r>
            <a:r>
              <a:rPr lang="zh-CN" altLang="en-US">
                <a:latin typeface="微软雅黑" panose="020B0503020204020204" pitchFamily="34" charset="-122"/>
                <a:ea typeface="微软雅黑" panose="020B0503020204020204" pitchFamily="34" charset="-122"/>
              </a:rPr>
              <a:t>分，标准差是</a:t>
            </a:r>
            <a:r>
              <a:rPr lang="en-US" altLang="zh-CN">
                <a:latin typeface="微软雅黑" panose="020B0503020204020204" pitchFamily="34" charset="-122"/>
                <a:ea typeface="微软雅黑" panose="020B0503020204020204" pitchFamily="34" charset="-122"/>
              </a:rPr>
              <a:t>10</a:t>
            </a:r>
            <a:r>
              <a:rPr lang="zh-CN" altLang="en-US">
                <a:latin typeface="微软雅黑" panose="020B0503020204020204" pitchFamily="34" charset="-122"/>
                <a:ea typeface="微软雅黑" panose="020B0503020204020204" pitchFamily="34" charset="-122"/>
              </a:rPr>
              <a:t>分，我们便可得出结论：少于</a:t>
            </a:r>
            <a:r>
              <a:rPr lang="en-US" altLang="zh-CN">
                <a:latin typeface="微软雅黑" panose="020B0503020204020204" pitchFamily="34" charset="-122"/>
                <a:ea typeface="微软雅黑" panose="020B0503020204020204" pitchFamily="34" charset="-122"/>
              </a:rPr>
              <a:t>50</a:t>
            </a:r>
            <a:r>
              <a:rPr lang="zh-CN" altLang="en-US">
                <a:latin typeface="微软雅黑" panose="020B0503020204020204" pitchFamily="34" charset="-122"/>
                <a:ea typeface="微软雅黑" panose="020B0503020204020204" pitchFamily="34" charset="-122"/>
              </a:rPr>
              <a:t>分（与平均相差</a:t>
            </a: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个标准差以上）的人，数目不多于</a:t>
            </a: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个（</a:t>
            </a:r>
            <a:r>
              <a:rPr lang="en-US" altLang="zh-CN">
                <a:latin typeface="微软雅黑" panose="020B0503020204020204" pitchFamily="34" charset="-122"/>
                <a:ea typeface="微软雅黑" panose="020B0503020204020204" pitchFamily="34" charset="-122"/>
              </a:rPr>
              <a:t>=36*1/9</a:t>
            </a:r>
            <a:r>
              <a:rPr lang="zh-CN" altLang="en-US">
                <a:latin typeface="微软雅黑" panose="020B0503020204020204" pitchFamily="34" charset="-122"/>
                <a:ea typeface="微软雅黑" panose="020B0503020204020204" pitchFamily="34" charset="-122"/>
              </a:rPr>
              <a:t>）。</a:t>
            </a:r>
          </a:p>
        </p:txBody>
      </p:sp>
      <p:pic>
        <p:nvPicPr>
          <p:cNvPr id="22532" name="图片 6">
            <a:extLst>
              <a:ext uri="{FF2B5EF4-FFF2-40B4-BE49-F238E27FC236}">
                <a16:creationId xmlns:a16="http://schemas.microsoft.com/office/drawing/2014/main" id="{6B4F181C-3561-4D7D-90C8-09D39D07B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738" y="5651500"/>
            <a:ext cx="542766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7">
            <a:extLst>
              <a:ext uri="{FF2B5EF4-FFF2-40B4-BE49-F238E27FC236}">
                <a16:creationId xmlns:a16="http://schemas.microsoft.com/office/drawing/2014/main" id="{518AEC59-5FB6-44DE-AC58-055ABEEE01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B0948D43-2F74-4F40-9D71-709D6C5BC697}" type="slidenum">
              <a:rPr altLang="en-US" sz="1400" smtClean="0"/>
              <a:pPr>
                <a:lnSpc>
                  <a:spcPct val="100000"/>
                </a:lnSpc>
                <a:spcBef>
                  <a:spcPct val="0"/>
                </a:spcBef>
                <a:buClr>
                  <a:schemeClr val="tx1"/>
                </a:buClr>
                <a:buFontTx/>
                <a:buNone/>
              </a:pPr>
              <a:t>6</a:t>
            </a:fld>
            <a:endParaRPr lang="zh-CN" altLang="en-US" sz="1400"/>
          </a:p>
        </p:txBody>
      </p:sp>
      <p:sp>
        <p:nvSpPr>
          <p:cNvPr id="23555" name="Rectangle 3">
            <a:extLst>
              <a:ext uri="{FF2B5EF4-FFF2-40B4-BE49-F238E27FC236}">
                <a16:creationId xmlns:a16="http://schemas.microsoft.com/office/drawing/2014/main" id="{7C07D1DE-CB2C-4775-BAB0-210240738E50}"/>
              </a:ext>
            </a:extLst>
          </p:cNvPr>
          <p:cNvSpPr>
            <a:spLocks noGrp="1" noChangeArrowheads="1"/>
          </p:cNvSpPr>
          <p:nvPr>
            <p:ph type="body" sz="half" idx="1"/>
          </p:nvPr>
        </p:nvSpPr>
        <p:spPr>
          <a:xfrm>
            <a:off x="852488" y="344488"/>
            <a:ext cx="8291512" cy="1771650"/>
          </a:xfrm>
        </p:spPr>
        <p:txBody>
          <a:bodyPr/>
          <a:lstStyle/>
          <a:p>
            <a:pPr marL="0" indent="0" eaLnBrk="1" hangingPunct="1">
              <a:buFontTx/>
              <a:buBlip>
                <a:blip r:embed="rId3"/>
              </a:buBlip>
              <a:tabLst>
                <a:tab pos="1171575" algn="l"/>
              </a:tabLst>
            </a:pPr>
            <a:r>
              <a:rPr lang="en-US" altLang="zh-CN" sz="2400">
                <a:latin typeface="宋体" panose="02010600030101010101" pitchFamily="2" charset="-122"/>
                <a:ea typeface="宋体" panose="02010600030101010101" pitchFamily="2" charset="-122"/>
              </a:rPr>
              <a:t> </a:t>
            </a:r>
            <a:r>
              <a:rPr lang="zh-CN" altLang="en-US" sz="2800">
                <a:solidFill>
                  <a:schemeClr val="accent2"/>
                </a:solidFill>
                <a:latin typeface="宋体" panose="02010600030101010101" pitchFamily="2" charset="-122"/>
                <a:ea typeface="宋体" panose="02010600030101010101" pitchFamily="2" charset="-122"/>
              </a:rPr>
              <a:t>例</a:t>
            </a:r>
            <a:r>
              <a:rPr lang="en-US" altLang="zh-CN" sz="2800">
                <a:solidFill>
                  <a:schemeClr val="accent2"/>
                </a:solidFill>
                <a:latin typeface="宋体" panose="02010600030101010101" pitchFamily="2" charset="-122"/>
                <a:ea typeface="宋体" panose="02010600030101010101" pitchFamily="2" charset="-122"/>
              </a:rPr>
              <a:t>1</a:t>
            </a:r>
            <a:r>
              <a:rPr lang="zh-CN" altLang="en-US" sz="2800">
                <a:solidFill>
                  <a:schemeClr val="accent2"/>
                </a:solidFill>
                <a:latin typeface="宋体" panose="02010600030101010101" pitchFamily="2" charset="-122"/>
                <a:ea typeface="宋体" panose="02010600030101010101" pitchFamily="2" charset="-122"/>
              </a:rPr>
              <a:t>：在</a:t>
            </a:r>
            <a:r>
              <a:rPr lang="en-US" altLang="zh-CN" sz="2800">
                <a:solidFill>
                  <a:schemeClr val="accent2"/>
                </a:solidFill>
                <a:latin typeface="宋体" panose="02010600030101010101" pitchFamily="2" charset="-122"/>
                <a:ea typeface="宋体" panose="02010600030101010101" pitchFamily="2" charset="-122"/>
              </a:rPr>
              <a:t>n</a:t>
            </a:r>
            <a:r>
              <a:rPr lang="zh-CN" altLang="en-US" sz="2800">
                <a:solidFill>
                  <a:schemeClr val="accent2"/>
                </a:solidFill>
                <a:latin typeface="宋体" panose="02010600030101010101" pitchFamily="2" charset="-122"/>
                <a:ea typeface="宋体" panose="02010600030101010101" pitchFamily="2" charset="-122"/>
              </a:rPr>
              <a:t>重贝努里试验中，若已知每次试验事件</a:t>
            </a:r>
            <a:r>
              <a:rPr lang="en-US" altLang="zh-CN" sz="2800">
                <a:solidFill>
                  <a:schemeClr val="accent2"/>
                </a:solidFill>
                <a:latin typeface="宋体" panose="02010600030101010101" pitchFamily="2" charset="-122"/>
                <a:ea typeface="宋体" panose="02010600030101010101" pitchFamily="2" charset="-122"/>
              </a:rPr>
              <a:t>A</a:t>
            </a:r>
          </a:p>
          <a:p>
            <a:pPr marL="0" indent="0" eaLnBrk="1" hangingPunct="1">
              <a:buFontTx/>
              <a:buNone/>
              <a:tabLst>
                <a:tab pos="1171575" algn="l"/>
              </a:tabLst>
            </a:pPr>
            <a:r>
              <a:rPr lang="en-US" altLang="zh-CN" sz="2800">
                <a:solidFill>
                  <a:schemeClr val="accent2"/>
                </a:solidFill>
                <a:latin typeface="宋体" panose="02010600030101010101" pitchFamily="2" charset="-122"/>
                <a:ea typeface="宋体" panose="02010600030101010101" pitchFamily="2" charset="-122"/>
              </a:rPr>
              <a:t>   </a:t>
            </a:r>
            <a:r>
              <a:rPr lang="zh-CN" altLang="en-US" sz="2800">
                <a:solidFill>
                  <a:schemeClr val="accent2"/>
                </a:solidFill>
                <a:latin typeface="宋体" panose="02010600030101010101" pitchFamily="2" charset="-122"/>
                <a:ea typeface="宋体" panose="02010600030101010101" pitchFamily="2" charset="-122"/>
              </a:rPr>
              <a:t>出现的概率为</a:t>
            </a:r>
            <a:r>
              <a:rPr lang="en-US" altLang="zh-CN" sz="2800">
                <a:solidFill>
                  <a:schemeClr val="accent2"/>
                </a:solidFill>
                <a:latin typeface="宋体" panose="02010600030101010101" pitchFamily="2" charset="-122"/>
                <a:ea typeface="宋体" panose="02010600030101010101" pitchFamily="2" charset="-122"/>
              </a:rPr>
              <a:t>0.75</a:t>
            </a:r>
            <a:r>
              <a:rPr lang="zh-CN" altLang="en-US" sz="2800">
                <a:solidFill>
                  <a:schemeClr val="accent2"/>
                </a:solidFill>
                <a:latin typeface="宋体" panose="02010600030101010101" pitchFamily="2" charset="-122"/>
                <a:ea typeface="宋体" panose="02010600030101010101" pitchFamily="2" charset="-122"/>
              </a:rPr>
              <a:t>，试利用契比雪夫不等式估</a:t>
            </a:r>
          </a:p>
          <a:p>
            <a:pPr marL="0" indent="0" eaLnBrk="1" hangingPunct="1">
              <a:buFontTx/>
              <a:buNone/>
              <a:tabLst>
                <a:tab pos="1171575" algn="l"/>
              </a:tabLst>
            </a:pPr>
            <a:r>
              <a:rPr lang="zh-CN" altLang="en-US" sz="2800">
                <a:solidFill>
                  <a:schemeClr val="accent2"/>
                </a:solidFill>
                <a:latin typeface="宋体" panose="02010600030101010101" pitchFamily="2" charset="-122"/>
                <a:ea typeface="宋体" panose="02010600030101010101" pitchFamily="2" charset="-122"/>
              </a:rPr>
              <a:t>   计</a:t>
            </a:r>
            <a:r>
              <a:rPr lang="en-US" altLang="zh-CN" sz="2800">
                <a:solidFill>
                  <a:schemeClr val="accent2"/>
                </a:solidFill>
                <a:latin typeface="宋体" panose="02010600030101010101" pitchFamily="2" charset="-122"/>
                <a:ea typeface="宋体" panose="02010600030101010101" pitchFamily="2" charset="-122"/>
              </a:rPr>
              <a:t>n,</a:t>
            </a:r>
            <a:r>
              <a:rPr lang="zh-CN" altLang="en-US" sz="2800">
                <a:solidFill>
                  <a:schemeClr val="accent2"/>
                </a:solidFill>
                <a:latin typeface="宋体" panose="02010600030101010101" pitchFamily="2" charset="-122"/>
                <a:ea typeface="宋体" panose="02010600030101010101" pitchFamily="2" charset="-122"/>
              </a:rPr>
              <a:t>使</a:t>
            </a:r>
            <a:r>
              <a:rPr lang="en-US" altLang="zh-CN" sz="2800">
                <a:solidFill>
                  <a:schemeClr val="accent2"/>
                </a:solidFill>
                <a:latin typeface="宋体" panose="02010600030101010101" pitchFamily="2" charset="-122"/>
                <a:ea typeface="宋体" panose="02010600030101010101" pitchFamily="2" charset="-122"/>
              </a:rPr>
              <a:t>A</a:t>
            </a:r>
            <a:r>
              <a:rPr lang="zh-CN" altLang="en-US" sz="2800">
                <a:solidFill>
                  <a:schemeClr val="accent2"/>
                </a:solidFill>
                <a:latin typeface="宋体" panose="02010600030101010101" pitchFamily="2" charset="-122"/>
                <a:ea typeface="宋体" panose="02010600030101010101" pitchFamily="2" charset="-122"/>
              </a:rPr>
              <a:t>出现的频率在</a:t>
            </a:r>
            <a:r>
              <a:rPr lang="en-US" altLang="zh-CN" sz="2800">
                <a:solidFill>
                  <a:schemeClr val="accent2"/>
                </a:solidFill>
                <a:latin typeface="宋体" panose="02010600030101010101" pitchFamily="2" charset="-122"/>
                <a:ea typeface="宋体" panose="02010600030101010101" pitchFamily="2" charset="-122"/>
              </a:rPr>
              <a:t>0.74</a:t>
            </a:r>
            <a:r>
              <a:rPr lang="zh-CN" altLang="en-US" sz="2800">
                <a:solidFill>
                  <a:schemeClr val="accent2"/>
                </a:solidFill>
                <a:latin typeface="宋体" panose="02010600030101010101" pitchFamily="2" charset="-122"/>
                <a:ea typeface="宋体" panose="02010600030101010101" pitchFamily="2" charset="-122"/>
              </a:rPr>
              <a:t>至</a:t>
            </a:r>
            <a:r>
              <a:rPr lang="en-US" altLang="zh-CN" sz="2800">
                <a:solidFill>
                  <a:schemeClr val="accent2"/>
                </a:solidFill>
                <a:latin typeface="宋体" panose="02010600030101010101" pitchFamily="2" charset="-122"/>
                <a:ea typeface="宋体" panose="02010600030101010101" pitchFamily="2" charset="-122"/>
              </a:rPr>
              <a:t>0.76</a:t>
            </a:r>
            <a:r>
              <a:rPr lang="zh-CN" altLang="en-US" sz="2800">
                <a:solidFill>
                  <a:schemeClr val="accent2"/>
                </a:solidFill>
                <a:latin typeface="宋体" panose="02010600030101010101" pitchFamily="2" charset="-122"/>
                <a:ea typeface="宋体" panose="02010600030101010101" pitchFamily="2" charset="-122"/>
              </a:rPr>
              <a:t>之间的概率不</a:t>
            </a:r>
          </a:p>
          <a:p>
            <a:pPr marL="0" indent="0" eaLnBrk="1" hangingPunct="1">
              <a:buFontTx/>
              <a:buNone/>
              <a:tabLst>
                <a:tab pos="1171575" algn="l"/>
              </a:tabLst>
            </a:pPr>
            <a:r>
              <a:rPr lang="zh-CN" altLang="en-US" sz="2800">
                <a:solidFill>
                  <a:schemeClr val="accent2"/>
                </a:solidFill>
                <a:latin typeface="宋体" panose="02010600030101010101" pitchFamily="2" charset="-122"/>
                <a:ea typeface="宋体" panose="02010600030101010101" pitchFamily="2" charset="-122"/>
              </a:rPr>
              <a:t>   小于</a:t>
            </a:r>
            <a:r>
              <a:rPr lang="en-US" altLang="zh-CN" sz="2800">
                <a:solidFill>
                  <a:schemeClr val="accent2"/>
                </a:solidFill>
                <a:latin typeface="宋体" panose="02010600030101010101" pitchFamily="2" charset="-122"/>
                <a:ea typeface="宋体" panose="02010600030101010101" pitchFamily="2" charset="-122"/>
              </a:rPr>
              <a:t>0.90</a:t>
            </a:r>
            <a:r>
              <a:rPr lang="zh-CN" altLang="en-US" sz="2800">
                <a:solidFill>
                  <a:schemeClr val="accent2"/>
                </a:solidFill>
                <a:latin typeface="宋体" panose="02010600030101010101" pitchFamily="2" charset="-122"/>
                <a:ea typeface="宋体" panose="02010600030101010101" pitchFamily="2" charset="-122"/>
              </a:rPr>
              <a:t>。</a:t>
            </a:r>
          </a:p>
        </p:txBody>
      </p:sp>
      <p:graphicFrame>
        <p:nvGraphicFramePr>
          <p:cNvPr id="1219594" name="Object 10">
            <a:extLst>
              <a:ext uri="{FF2B5EF4-FFF2-40B4-BE49-F238E27FC236}">
                <a16:creationId xmlns:a16="http://schemas.microsoft.com/office/drawing/2014/main" id="{33596A35-296B-4942-864C-6C2F79CE04F2}"/>
              </a:ext>
            </a:extLst>
          </p:cNvPr>
          <p:cNvGraphicFramePr>
            <a:graphicFrameLocks/>
          </p:cNvGraphicFramePr>
          <p:nvPr/>
        </p:nvGraphicFramePr>
        <p:xfrm>
          <a:off x="1677988" y="2308225"/>
          <a:ext cx="6715125" cy="407988"/>
        </p:xfrm>
        <a:graphic>
          <a:graphicData uri="http://schemas.openxmlformats.org/presentationml/2006/ole">
            <mc:AlternateContent xmlns:mc="http://schemas.openxmlformats.org/markup-compatibility/2006">
              <mc:Choice xmlns:v="urn:schemas-microsoft-com:vml" Requires="v">
                <p:oleObj spid="_x0000_s23604" r:id="rId4" imgW="3349892" imgH="203024" progId="Equation.DSMT4">
                  <p:embed/>
                </p:oleObj>
              </mc:Choice>
              <mc:Fallback>
                <p:oleObj r:id="rId4" imgW="3349892" imgH="203024" progId="Equation.DSMT4">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7988" y="2308225"/>
                        <a:ext cx="671512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595" name="Object 11">
            <a:extLst>
              <a:ext uri="{FF2B5EF4-FFF2-40B4-BE49-F238E27FC236}">
                <a16:creationId xmlns:a16="http://schemas.microsoft.com/office/drawing/2014/main" id="{0788B1D4-C0BA-42AA-926D-12B8E7D37139}"/>
              </a:ext>
            </a:extLst>
          </p:cNvPr>
          <p:cNvGraphicFramePr>
            <a:graphicFrameLocks/>
          </p:cNvGraphicFramePr>
          <p:nvPr/>
        </p:nvGraphicFramePr>
        <p:xfrm>
          <a:off x="2359025" y="2730500"/>
          <a:ext cx="2162175" cy="509588"/>
        </p:xfrm>
        <a:graphic>
          <a:graphicData uri="http://schemas.openxmlformats.org/presentationml/2006/ole">
            <mc:AlternateContent xmlns:mc="http://schemas.openxmlformats.org/markup-compatibility/2006">
              <mc:Choice xmlns:v="urn:schemas-microsoft-com:vml" Requires="v">
                <p:oleObj spid="_x0000_s23605" r:id="rId6" imgW="1078564" imgH="253780" progId="Equation.DSMT4">
                  <p:embed/>
                </p:oleObj>
              </mc:Choice>
              <mc:Fallback>
                <p:oleObj r:id="rId6" imgW="1078564" imgH="253780" progId="Equation.DSMT4">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9025" y="2730500"/>
                        <a:ext cx="216217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596" name="Object 12">
            <a:extLst>
              <a:ext uri="{FF2B5EF4-FFF2-40B4-BE49-F238E27FC236}">
                <a16:creationId xmlns:a16="http://schemas.microsoft.com/office/drawing/2014/main" id="{FCB4B9DD-83C2-4518-B2A5-4055D64C1446}"/>
              </a:ext>
            </a:extLst>
          </p:cNvPr>
          <p:cNvGraphicFramePr>
            <a:graphicFrameLocks/>
          </p:cNvGraphicFramePr>
          <p:nvPr/>
        </p:nvGraphicFramePr>
        <p:xfrm>
          <a:off x="2251075" y="3152775"/>
          <a:ext cx="5470525" cy="509588"/>
        </p:xfrm>
        <a:graphic>
          <a:graphicData uri="http://schemas.openxmlformats.org/presentationml/2006/ole">
            <mc:AlternateContent xmlns:mc="http://schemas.openxmlformats.org/markup-compatibility/2006">
              <mc:Choice xmlns:v="urn:schemas-microsoft-com:vml" Requires="v">
                <p:oleObj spid="_x0000_s23606" r:id="rId8" imgW="2728132" imgH="253780" progId="Equation.DSMT4">
                  <p:embed/>
                </p:oleObj>
              </mc:Choice>
              <mc:Fallback>
                <p:oleObj r:id="rId8" imgW="2728132" imgH="253780" progId="Equation.DSMT4">
                  <p:embed/>
                  <p:pic>
                    <p:nvPicPr>
                      <p:cNvPr id="0" name="Object 1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1075" y="3152775"/>
                        <a:ext cx="54705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597" name="Object 13">
            <a:extLst>
              <a:ext uri="{FF2B5EF4-FFF2-40B4-BE49-F238E27FC236}">
                <a16:creationId xmlns:a16="http://schemas.microsoft.com/office/drawing/2014/main" id="{AE867F2C-F3CD-4518-830D-9908F77E0D2A}"/>
              </a:ext>
            </a:extLst>
          </p:cNvPr>
          <p:cNvGraphicFramePr>
            <a:graphicFrameLocks/>
          </p:cNvGraphicFramePr>
          <p:nvPr/>
        </p:nvGraphicFramePr>
        <p:xfrm>
          <a:off x="2314575" y="3552825"/>
          <a:ext cx="1855788" cy="663575"/>
        </p:xfrm>
        <a:graphic>
          <a:graphicData uri="http://schemas.openxmlformats.org/presentationml/2006/ole">
            <mc:AlternateContent xmlns:mc="http://schemas.openxmlformats.org/markup-compatibility/2006">
              <mc:Choice xmlns:v="urn:schemas-microsoft-com:vml" Requires="v">
                <p:oleObj spid="_x0000_s23607" r:id="rId10" imgW="926698" imgH="330057" progId="Equation.DSMT4">
                  <p:embed/>
                </p:oleObj>
              </mc:Choice>
              <mc:Fallback>
                <p:oleObj r:id="rId10" imgW="926698" imgH="330057" progId="Equation.DSMT4">
                  <p:embed/>
                  <p:pic>
                    <p:nvPicPr>
                      <p:cNvPr id="0" name="Object 1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4575" y="3552825"/>
                        <a:ext cx="1855788"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598" name="Object 14">
            <a:extLst>
              <a:ext uri="{FF2B5EF4-FFF2-40B4-BE49-F238E27FC236}">
                <a16:creationId xmlns:a16="http://schemas.microsoft.com/office/drawing/2014/main" id="{32514255-80A1-4D13-B305-59A01FE452A1}"/>
              </a:ext>
            </a:extLst>
          </p:cNvPr>
          <p:cNvGraphicFramePr>
            <a:graphicFrameLocks/>
          </p:cNvGraphicFramePr>
          <p:nvPr/>
        </p:nvGraphicFramePr>
        <p:xfrm>
          <a:off x="2259013" y="4124325"/>
          <a:ext cx="5902325" cy="714375"/>
        </p:xfrm>
        <a:graphic>
          <a:graphicData uri="http://schemas.openxmlformats.org/presentationml/2006/ole">
            <mc:AlternateContent xmlns:mc="http://schemas.openxmlformats.org/markup-compatibility/2006">
              <mc:Choice xmlns:v="urn:schemas-microsoft-com:vml" Requires="v">
                <p:oleObj spid="_x0000_s23608" r:id="rId12" imgW="2943845" imgH="355292" progId="Equation.DSMT4">
                  <p:embed/>
                </p:oleObj>
              </mc:Choice>
              <mc:Fallback>
                <p:oleObj r:id="rId12" imgW="2943845" imgH="355292" progId="Equation.DSMT4">
                  <p:embed/>
                  <p:pic>
                    <p:nvPicPr>
                      <p:cNvPr id="0" name="Object 1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59013" y="4124325"/>
                        <a:ext cx="59023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607" name="Object 23">
            <a:extLst>
              <a:ext uri="{FF2B5EF4-FFF2-40B4-BE49-F238E27FC236}">
                <a16:creationId xmlns:a16="http://schemas.microsoft.com/office/drawing/2014/main" id="{EC69FFD1-BB7E-44D1-8429-6AD7235645B5}"/>
              </a:ext>
            </a:extLst>
          </p:cNvPr>
          <p:cNvGraphicFramePr>
            <a:graphicFrameLocks/>
          </p:cNvGraphicFramePr>
          <p:nvPr/>
        </p:nvGraphicFramePr>
        <p:xfrm>
          <a:off x="3243263" y="4922838"/>
          <a:ext cx="1781175" cy="866775"/>
        </p:xfrm>
        <a:graphic>
          <a:graphicData uri="http://schemas.openxmlformats.org/presentationml/2006/ole">
            <mc:AlternateContent xmlns:mc="http://schemas.openxmlformats.org/markup-compatibility/2006">
              <mc:Choice xmlns:v="urn:schemas-microsoft-com:vml" Requires="v">
                <p:oleObj spid="_x0000_s23609" r:id="rId14" imgW="888614" imgH="431613" progId="Equation.DSMT4">
                  <p:embed/>
                </p:oleObj>
              </mc:Choice>
              <mc:Fallback>
                <p:oleObj r:id="rId14" imgW="888614" imgH="431613" progId="Equation.DSMT4">
                  <p:embed/>
                  <p:pic>
                    <p:nvPicPr>
                      <p:cNvPr id="0" name="Object 2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43263" y="4922838"/>
                        <a:ext cx="17811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608" name="Object 24">
            <a:extLst>
              <a:ext uri="{FF2B5EF4-FFF2-40B4-BE49-F238E27FC236}">
                <a16:creationId xmlns:a16="http://schemas.microsoft.com/office/drawing/2014/main" id="{2C6CD724-B2FA-4622-BA79-1FE18BFB7585}"/>
              </a:ext>
            </a:extLst>
          </p:cNvPr>
          <p:cNvGraphicFramePr>
            <a:graphicFrameLocks/>
          </p:cNvGraphicFramePr>
          <p:nvPr/>
        </p:nvGraphicFramePr>
        <p:xfrm>
          <a:off x="5122863" y="4951413"/>
          <a:ext cx="2136775" cy="661987"/>
        </p:xfrm>
        <a:graphic>
          <a:graphicData uri="http://schemas.openxmlformats.org/presentationml/2006/ole">
            <mc:AlternateContent xmlns:mc="http://schemas.openxmlformats.org/markup-compatibility/2006">
              <mc:Choice xmlns:v="urn:schemas-microsoft-com:vml" Requires="v">
                <p:oleObj spid="_x0000_s23610" r:id="rId16" imgW="1066337" imgH="330057" progId="Equation.DSMT4">
                  <p:embed/>
                </p:oleObj>
              </mc:Choice>
              <mc:Fallback>
                <p:oleObj r:id="rId16" imgW="1066337" imgH="330057" progId="Equation.DSMT4">
                  <p:embed/>
                  <p:pic>
                    <p:nvPicPr>
                      <p:cNvPr id="0" name="Object 2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22863" y="4951413"/>
                        <a:ext cx="2136775"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9609" name="Object 25">
            <a:extLst>
              <a:ext uri="{FF2B5EF4-FFF2-40B4-BE49-F238E27FC236}">
                <a16:creationId xmlns:a16="http://schemas.microsoft.com/office/drawing/2014/main" id="{6F5713F0-C92B-4F34-8CA9-CFB4479EAB5D}"/>
              </a:ext>
            </a:extLst>
          </p:cNvPr>
          <p:cNvGraphicFramePr>
            <a:graphicFrameLocks/>
          </p:cNvGraphicFramePr>
          <p:nvPr/>
        </p:nvGraphicFramePr>
        <p:xfrm>
          <a:off x="2763838" y="5864225"/>
          <a:ext cx="1806575" cy="357188"/>
        </p:xfrm>
        <a:graphic>
          <a:graphicData uri="http://schemas.openxmlformats.org/presentationml/2006/ole">
            <mc:AlternateContent xmlns:mc="http://schemas.openxmlformats.org/markup-compatibility/2006">
              <mc:Choice xmlns:v="urn:schemas-microsoft-com:vml" Requires="v">
                <p:oleObj spid="_x0000_s23611" r:id="rId18" imgW="900137" imgH="177492" progId="Equation.DSMT4">
                  <p:embed/>
                </p:oleObj>
              </mc:Choice>
              <mc:Fallback>
                <p:oleObj r:id="rId18" imgW="900137" imgH="177492" progId="Equation.DSMT4">
                  <p:embed/>
                  <p:pic>
                    <p:nvPicPr>
                      <p:cNvPr id="0" name="Object 2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63838" y="5864225"/>
                        <a:ext cx="18065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19594"/>
                                        </p:tgtEl>
                                        <p:attrNameLst>
                                          <p:attrName>style.visibility</p:attrName>
                                        </p:attrNameLst>
                                      </p:cBhvr>
                                      <p:to>
                                        <p:strVal val="visible"/>
                                      </p:to>
                                    </p:set>
                                    <p:anim calcmode="lin" valueType="num">
                                      <p:cBhvr>
                                        <p:cTn id="7" dur="1000" fill="hold"/>
                                        <p:tgtEl>
                                          <p:spTgt spid="1219594"/>
                                        </p:tgtEl>
                                        <p:attrNameLst>
                                          <p:attrName>ppt_x</p:attrName>
                                        </p:attrNameLst>
                                      </p:cBhvr>
                                      <p:tavLst>
                                        <p:tav tm="0">
                                          <p:val>
                                            <p:strVal val="0-#ppt_w/2"/>
                                          </p:val>
                                        </p:tav>
                                        <p:tav tm="100000">
                                          <p:val>
                                            <p:strVal val="#ppt_x"/>
                                          </p:val>
                                        </p:tav>
                                      </p:tavLst>
                                    </p:anim>
                                    <p:anim calcmode="lin" valueType="num">
                                      <p:cBhvr>
                                        <p:cTn id="8" dur="1000" fill="hold"/>
                                        <p:tgtEl>
                                          <p:spTgt spid="12195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19595"/>
                                        </p:tgtEl>
                                        <p:attrNameLst>
                                          <p:attrName>style.visibility</p:attrName>
                                        </p:attrNameLst>
                                      </p:cBhvr>
                                      <p:to>
                                        <p:strVal val="visible"/>
                                      </p:to>
                                    </p:set>
                                    <p:anim calcmode="lin" valueType="num">
                                      <p:cBhvr>
                                        <p:cTn id="13" dur="1000" fill="hold"/>
                                        <p:tgtEl>
                                          <p:spTgt spid="1219595"/>
                                        </p:tgtEl>
                                        <p:attrNameLst>
                                          <p:attrName>ppt_x</p:attrName>
                                        </p:attrNameLst>
                                      </p:cBhvr>
                                      <p:tavLst>
                                        <p:tav tm="0">
                                          <p:val>
                                            <p:strVal val="0-#ppt_w/2"/>
                                          </p:val>
                                        </p:tav>
                                        <p:tav tm="100000">
                                          <p:val>
                                            <p:strVal val="#ppt_x"/>
                                          </p:val>
                                        </p:tav>
                                      </p:tavLst>
                                    </p:anim>
                                    <p:anim calcmode="lin" valueType="num">
                                      <p:cBhvr>
                                        <p:cTn id="14" dur="1000" fill="hold"/>
                                        <p:tgtEl>
                                          <p:spTgt spid="121959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19596"/>
                                        </p:tgtEl>
                                        <p:attrNameLst>
                                          <p:attrName>style.visibility</p:attrName>
                                        </p:attrNameLst>
                                      </p:cBhvr>
                                      <p:to>
                                        <p:strVal val="visible"/>
                                      </p:to>
                                    </p:set>
                                    <p:anim calcmode="lin" valueType="num">
                                      <p:cBhvr>
                                        <p:cTn id="19" dur="1000" fill="hold"/>
                                        <p:tgtEl>
                                          <p:spTgt spid="1219596"/>
                                        </p:tgtEl>
                                        <p:attrNameLst>
                                          <p:attrName>ppt_x</p:attrName>
                                        </p:attrNameLst>
                                      </p:cBhvr>
                                      <p:tavLst>
                                        <p:tav tm="0">
                                          <p:val>
                                            <p:strVal val="0-#ppt_w/2"/>
                                          </p:val>
                                        </p:tav>
                                        <p:tav tm="100000">
                                          <p:val>
                                            <p:strVal val="#ppt_x"/>
                                          </p:val>
                                        </p:tav>
                                      </p:tavLst>
                                    </p:anim>
                                    <p:anim calcmode="lin" valueType="num">
                                      <p:cBhvr>
                                        <p:cTn id="20" dur="1000" fill="hold"/>
                                        <p:tgtEl>
                                          <p:spTgt spid="121959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19597"/>
                                        </p:tgtEl>
                                        <p:attrNameLst>
                                          <p:attrName>style.visibility</p:attrName>
                                        </p:attrNameLst>
                                      </p:cBhvr>
                                      <p:to>
                                        <p:strVal val="visible"/>
                                      </p:to>
                                    </p:set>
                                    <p:anim calcmode="lin" valueType="num">
                                      <p:cBhvr>
                                        <p:cTn id="25" dur="1000" fill="hold"/>
                                        <p:tgtEl>
                                          <p:spTgt spid="1219597"/>
                                        </p:tgtEl>
                                        <p:attrNameLst>
                                          <p:attrName>ppt_x</p:attrName>
                                        </p:attrNameLst>
                                      </p:cBhvr>
                                      <p:tavLst>
                                        <p:tav tm="0">
                                          <p:val>
                                            <p:strVal val="0-#ppt_w/2"/>
                                          </p:val>
                                        </p:tav>
                                        <p:tav tm="100000">
                                          <p:val>
                                            <p:strVal val="#ppt_x"/>
                                          </p:val>
                                        </p:tav>
                                      </p:tavLst>
                                    </p:anim>
                                    <p:anim calcmode="lin" valueType="num">
                                      <p:cBhvr>
                                        <p:cTn id="26" dur="1000" fill="hold"/>
                                        <p:tgtEl>
                                          <p:spTgt spid="121959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219598"/>
                                        </p:tgtEl>
                                        <p:attrNameLst>
                                          <p:attrName>style.visibility</p:attrName>
                                        </p:attrNameLst>
                                      </p:cBhvr>
                                      <p:to>
                                        <p:strVal val="visible"/>
                                      </p:to>
                                    </p:set>
                                    <p:animEffect transition="in" filter="wipe(left)">
                                      <p:cBhvr>
                                        <p:cTn id="31" dur="2000"/>
                                        <p:tgtEl>
                                          <p:spTgt spid="121959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19607"/>
                                        </p:tgtEl>
                                        <p:attrNameLst>
                                          <p:attrName>style.visibility</p:attrName>
                                        </p:attrNameLst>
                                      </p:cBhvr>
                                      <p:to>
                                        <p:strVal val="visible"/>
                                      </p:to>
                                    </p:set>
                                    <p:animEffect transition="in" filter="wipe(left)">
                                      <p:cBhvr>
                                        <p:cTn id="36" dur="2000"/>
                                        <p:tgtEl>
                                          <p:spTgt spid="121960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219608"/>
                                        </p:tgtEl>
                                        <p:attrNameLst>
                                          <p:attrName>style.visibility</p:attrName>
                                        </p:attrNameLst>
                                      </p:cBhvr>
                                      <p:to>
                                        <p:strVal val="visible"/>
                                      </p:to>
                                    </p:set>
                                    <p:animEffect transition="in" filter="wipe(left)">
                                      <p:cBhvr>
                                        <p:cTn id="41" dur="2000"/>
                                        <p:tgtEl>
                                          <p:spTgt spid="121960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1219609"/>
                                        </p:tgtEl>
                                        <p:attrNameLst>
                                          <p:attrName>style.visibility</p:attrName>
                                        </p:attrNameLst>
                                      </p:cBhvr>
                                      <p:to>
                                        <p:strVal val="visible"/>
                                      </p:to>
                                    </p:set>
                                    <p:animEffect transition="in" filter="slide(fromLeft)">
                                      <p:cBhvr>
                                        <p:cTn id="46" dur="500"/>
                                        <p:tgtEl>
                                          <p:spTgt spid="1219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7">
            <a:extLst>
              <a:ext uri="{FF2B5EF4-FFF2-40B4-BE49-F238E27FC236}">
                <a16:creationId xmlns:a16="http://schemas.microsoft.com/office/drawing/2014/main" id="{2691B14C-0E81-41DE-8A05-5B898455FC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35FF80C7-09B0-4C88-ADAE-764603D483B5}" type="slidenum">
              <a:rPr altLang="en-US" sz="1400" smtClean="0"/>
              <a:pPr>
                <a:lnSpc>
                  <a:spcPct val="100000"/>
                </a:lnSpc>
                <a:spcBef>
                  <a:spcPct val="0"/>
                </a:spcBef>
                <a:buClr>
                  <a:schemeClr val="tx1"/>
                </a:buClr>
                <a:buFontTx/>
                <a:buNone/>
              </a:pPr>
              <a:t>7</a:t>
            </a:fld>
            <a:endParaRPr lang="zh-CN" altLang="en-US" sz="1400"/>
          </a:p>
        </p:txBody>
      </p:sp>
      <p:sp>
        <p:nvSpPr>
          <p:cNvPr id="24579" name="Rectangle 2">
            <a:extLst>
              <a:ext uri="{FF2B5EF4-FFF2-40B4-BE49-F238E27FC236}">
                <a16:creationId xmlns:a16="http://schemas.microsoft.com/office/drawing/2014/main" id="{12A1CA1D-21B1-44CD-A16C-D1757F203D82}"/>
              </a:ext>
            </a:extLst>
          </p:cNvPr>
          <p:cNvSpPr>
            <a:spLocks noGrp="1" noChangeArrowheads="1"/>
          </p:cNvSpPr>
          <p:nvPr>
            <p:ph type="title"/>
          </p:nvPr>
        </p:nvSpPr>
        <p:spPr>
          <a:xfrm>
            <a:off x="1038225" y="142875"/>
            <a:ext cx="7561263" cy="857250"/>
          </a:xfrm>
        </p:spPr>
        <p:txBody>
          <a:bodyPr/>
          <a:lstStyle/>
          <a:p>
            <a:pPr eaLnBrk="1" hangingPunct="1">
              <a:buFontTx/>
              <a:buBlip>
                <a:blip r:embed="rId3"/>
              </a:buBlip>
            </a:pPr>
            <a:r>
              <a:rPr lang="en-US" altLang="zh-CN"/>
              <a:t> </a:t>
            </a:r>
            <a:r>
              <a:rPr lang="zh-CN" altLang="en-US"/>
              <a:t>随机变量序列依概率收敛的定义 </a:t>
            </a:r>
          </a:p>
        </p:txBody>
      </p:sp>
      <p:graphicFrame>
        <p:nvGraphicFramePr>
          <p:cNvPr id="4098" name="Object 4">
            <a:extLst>
              <a:ext uri="{FF2B5EF4-FFF2-40B4-BE49-F238E27FC236}">
                <a16:creationId xmlns:a16="http://schemas.microsoft.com/office/drawing/2014/main" id="{4875B4A9-1F8B-4F77-B1C0-80847741A41E}"/>
              </a:ext>
            </a:extLst>
          </p:cNvPr>
          <p:cNvGraphicFramePr>
            <a:graphicFrameLocks noGrp="1"/>
          </p:cNvGraphicFramePr>
          <p:nvPr>
            <p:ph sz="quarter" idx="2"/>
          </p:nvPr>
        </p:nvGraphicFramePr>
        <p:xfrm>
          <a:off x="1306513" y="1182688"/>
          <a:ext cx="7278687" cy="2354262"/>
        </p:xfrm>
        <a:graphic>
          <a:graphicData uri="http://schemas.openxmlformats.org/presentationml/2006/ole">
            <mc:AlternateContent xmlns:mc="http://schemas.openxmlformats.org/markup-compatibility/2006">
              <mc:Choice xmlns:v="urn:schemas-microsoft-com:vml" Requires="v">
                <p:oleObj spid="_x0000_s24587" r:id="rId4" imgW="3619500" imgH="1016000" progId="Equation.DSMT4">
                  <p:embed/>
                </p:oleObj>
              </mc:Choice>
              <mc:Fallback>
                <p:oleObj r:id="rId4" imgW="3619500" imgH="101600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513" y="1182688"/>
                        <a:ext cx="7278687" cy="235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21641" name="AutoShape 9">
            <a:extLst>
              <a:ext uri="{FF2B5EF4-FFF2-40B4-BE49-F238E27FC236}">
                <a16:creationId xmlns:a16="http://schemas.microsoft.com/office/drawing/2014/main" id="{970DB05E-DA6E-4069-8B1F-737DDFB8115F}"/>
              </a:ext>
            </a:extLst>
          </p:cNvPr>
          <p:cNvSpPr>
            <a:spLocks noChangeArrowheads="1"/>
          </p:cNvSpPr>
          <p:nvPr/>
        </p:nvSpPr>
        <p:spPr bwMode="auto">
          <a:xfrm>
            <a:off x="884238" y="1203325"/>
            <a:ext cx="223837"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164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anim calcmode="lin" valueType="num">
                                      <p:cBhvr>
                                        <p:cTn id="11" dur="500" fill="hold"/>
                                        <p:tgtEl>
                                          <p:spTgt spid="4098"/>
                                        </p:tgtEl>
                                        <p:attrNameLst>
                                          <p:attrName>ppt_x</p:attrName>
                                        </p:attrNameLst>
                                      </p:cBhvr>
                                      <p:tavLst>
                                        <p:tav tm="0">
                                          <p:val>
                                            <p:strVal val="0-#ppt_w/2"/>
                                          </p:val>
                                        </p:tav>
                                        <p:tav tm="100000">
                                          <p:val>
                                            <p:strVal val="#ppt_x"/>
                                          </p:val>
                                        </p:tav>
                                      </p:tavLst>
                                    </p:anim>
                                    <p:anim calcmode="lin" valueType="num">
                                      <p:cBhvr>
                                        <p:cTn id="12"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164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7">
            <a:extLst>
              <a:ext uri="{FF2B5EF4-FFF2-40B4-BE49-F238E27FC236}">
                <a16:creationId xmlns:a16="http://schemas.microsoft.com/office/drawing/2014/main" id="{737135C2-487B-4ECB-9839-BC04CA6AD51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D97CE194-973E-4894-AF3D-938626AE8F63}" type="slidenum">
              <a:rPr altLang="en-US" sz="1400" smtClean="0"/>
              <a:pPr>
                <a:lnSpc>
                  <a:spcPct val="100000"/>
                </a:lnSpc>
                <a:spcBef>
                  <a:spcPct val="0"/>
                </a:spcBef>
                <a:buClr>
                  <a:schemeClr val="tx1"/>
                </a:buClr>
                <a:buFontTx/>
                <a:buNone/>
              </a:pPr>
              <a:t>8</a:t>
            </a:fld>
            <a:endParaRPr lang="zh-CN" altLang="en-US" sz="1400"/>
          </a:p>
        </p:txBody>
      </p:sp>
      <p:graphicFrame>
        <p:nvGraphicFramePr>
          <p:cNvPr id="25603" name="Object 1028">
            <a:extLst>
              <a:ext uri="{FF2B5EF4-FFF2-40B4-BE49-F238E27FC236}">
                <a16:creationId xmlns:a16="http://schemas.microsoft.com/office/drawing/2014/main" id="{EDF5EAC9-AE0F-4A05-97D6-E7C4E66F1A11}"/>
              </a:ext>
            </a:extLst>
          </p:cNvPr>
          <p:cNvGraphicFramePr>
            <a:graphicFrameLocks noGrp="1"/>
          </p:cNvGraphicFramePr>
          <p:nvPr>
            <p:ph sz="quarter" idx="3"/>
          </p:nvPr>
        </p:nvGraphicFramePr>
        <p:xfrm>
          <a:off x="1289050" y="400050"/>
          <a:ext cx="6999288" cy="2686050"/>
        </p:xfrm>
        <a:graphic>
          <a:graphicData uri="http://schemas.openxmlformats.org/presentationml/2006/ole">
            <mc:AlternateContent xmlns:mc="http://schemas.openxmlformats.org/markup-compatibility/2006">
              <mc:Choice xmlns:v="urn:schemas-microsoft-com:vml" Requires="v">
                <p:oleObj spid="_x0000_s25646" r:id="rId3" imgW="3505200" imgH="1727200" progId="Equation.DSMT4">
                  <p:embed/>
                </p:oleObj>
              </mc:Choice>
              <mc:Fallback>
                <p:oleObj r:id="rId3" imgW="3505200" imgH="1727200" progId="Equation.DSMT4">
                  <p:embed/>
                  <p:pic>
                    <p:nvPicPr>
                      <p:cNvPr id="0" name="Object 1028"/>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050" y="400050"/>
                        <a:ext cx="6999288"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4565" name="Object 1029">
            <a:extLst>
              <a:ext uri="{FF2B5EF4-FFF2-40B4-BE49-F238E27FC236}">
                <a16:creationId xmlns:a16="http://schemas.microsoft.com/office/drawing/2014/main" id="{47B29685-B9D4-4C42-9C76-21529B16780E}"/>
              </a:ext>
            </a:extLst>
          </p:cNvPr>
          <p:cNvGraphicFramePr>
            <a:graphicFrameLocks/>
          </p:cNvGraphicFramePr>
          <p:nvPr/>
        </p:nvGraphicFramePr>
        <p:xfrm>
          <a:off x="1520825" y="3090863"/>
          <a:ext cx="4459288" cy="706437"/>
        </p:xfrm>
        <a:graphic>
          <a:graphicData uri="http://schemas.openxmlformats.org/presentationml/2006/ole">
            <mc:AlternateContent xmlns:mc="http://schemas.openxmlformats.org/markup-compatibility/2006">
              <mc:Choice xmlns:v="urn:schemas-microsoft-com:vml" Requires="v">
                <p:oleObj spid="_x0000_s25647" r:id="rId5" imgW="2882900" imgH="457200" progId="Equation.DSMT4">
                  <p:embed/>
                </p:oleObj>
              </mc:Choice>
              <mc:Fallback>
                <p:oleObj r:id="rId5" imgW="2882900" imgH="457200" progId="Equation.DSMT4">
                  <p:embed/>
                  <p:pic>
                    <p:nvPicPr>
                      <p:cNvPr id="0" name="Object 10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0825" y="3090863"/>
                        <a:ext cx="4459288"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5" name="AutoShape 1031">
            <a:extLst>
              <a:ext uri="{FF2B5EF4-FFF2-40B4-BE49-F238E27FC236}">
                <a16:creationId xmlns:a16="http://schemas.microsoft.com/office/drawing/2014/main" id="{C348963B-9A41-4DDC-9A63-8B48EADAAAE4}"/>
              </a:ext>
            </a:extLst>
          </p:cNvPr>
          <p:cNvSpPr>
            <a:spLocks noChangeArrowheads="1"/>
          </p:cNvSpPr>
          <p:nvPr/>
        </p:nvSpPr>
        <p:spPr bwMode="auto">
          <a:xfrm>
            <a:off x="992188" y="490538"/>
            <a:ext cx="223837"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2114568" name="Object 1032">
            <a:extLst>
              <a:ext uri="{FF2B5EF4-FFF2-40B4-BE49-F238E27FC236}">
                <a16:creationId xmlns:a16="http://schemas.microsoft.com/office/drawing/2014/main" id="{92A51417-FA16-482F-86CB-B86CCB5D7198}"/>
              </a:ext>
            </a:extLst>
          </p:cNvPr>
          <p:cNvGraphicFramePr>
            <a:graphicFrameLocks/>
          </p:cNvGraphicFramePr>
          <p:nvPr/>
        </p:nvGraphicFramePr>
        <p:xfrm>
          <a:off x="2189163" y="3744913"/>
          <a:ext cx="2249487" cy="755650"/>
        </p:xfrm>
        <a:graphic>
          <a:graphicData uri="http://schemas.openxmlformats.org/presentationml/2006/ole">
            <mc:AlternateContent xmlns:mc="http://schemas.openxmlformats.org/markup-compatibility/2006">
              <mc:Choice xmlns:v="urn:schemas-microsoft-com:vml" Requires="v">
                <p:oleObj spid="_x0000_s25648" r:id="rId7" imgW="1358900" imgH="457200" progId="Equation.DSMT4">
                  <p:embed/>
                </p:oleObj>
              </mc:Choice>
              <mc:Fallback>
                <p:oleObj r:id="rId7" imgW="1358900" imgH="457200" progId="Equation.DSMT4">
                  <p:embed/>
                  <p:pic>
                    <p:nvPicPr>
                      <p:cNvPr id="0" name="Object 103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89163" y="3744913"/>
                        <a:ext cx="224948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4569" name="Object 1033">
            <a:extLst>
              <a:ext uri="{FF2B5EF4-FFF2-40B4-BE49-F238E27FC236}">
                <a16:creationId xmlns:a16="http://schemas.microsoft.com/office/drawing/2014/main" id="{1E0A52E6-4A42-4D7C-8898-FF71AA244C34}"/>
              </a:ext>
            </a:extLst>
          </p:cNvPr>
          <p:cNvGraphicFramePr>
            <a:graphicFrameLocks/>
          </p:cNvGraphicFramePr>
          <p:nvPr/>
        </p:nvGraphicFramePr>
        <p:xfrm>
          <a:off x="4427538" y="3771900"/>
          <a:ext cx="1604962" cy="708025"/>
        </p:xfrm>
        <a:graphic>
          <a:graphicData uri="http://schemas.openxmlformats.org/presentationml/2006/ole">
            <mc:AlternateContent xmlns:mc="http://schemas.openxmlformats.org/markup-compatibility/2006">
              <mc:Choice xmlns:v="urn:schemas-microsoft-com:vml" Requires="v">
                <p:oleObj spid="_x0000_s25649" r:id="rId9" imgW="977476" imgH="431613" progId="Equation.DSMT4">
                  <p:embed/>
                </p:oleObj>
              </mc:Choice>
              <mc:Fallback>
                <p:oleObj r:id="rId9" imgW="977476" imgH="431613" progId="Equation.DSMT4">
                  <p:embed/>
                  <p:pic>
                    <p:nvPicPr>
                      <p:cNvPr id="0" name="Object 103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7538" y="3771900"/>
                        <a:ext cx="16049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4570" name="Object 1034">
            <a:extLst>
              <a:ext uri="{FF2B5EF4-FFF2-40B4-BE49-F238E27FC236}">
                <a16:creationId xmlns:a16="http://schemas.microsoft.com/office/drawing/2014/main" id="{4860D8F4-34A3-4AF5-BBEC-9004A9C601FB}"/>
              </a:ext>
            </a:extLst>
          </p:cNvPr>
          <p:cNvGraphicFramePr>
            <a:graphicFrameLocks/>
          </p:cNvGraphicFramePr>
          <p:nvPr/>
        </p:nvGraphicFramePr>
        <p:xfrm>
          <a:off x="5978525" y="3746500"/>
          <a:ext cx="1912938" cy="725488"/>
        </p:xfrm>
        <a:graphic>
          <a:graphicData uri="http://schemas.openxmlformats.org/presentationml/2006/ole">
            <mc:AlternateContent xmlns:mc="http://schemas.openxmlformats.org/markup-compatibility/2006">
              <mc:Choice xmlns:v="urn:schemas-microsoft-com:vml" Requires="v">
                <p:oleObj spid="_x0000_s25650" r:id="rId11" imgW="1002865" imgH="380835" progId="Equation.DSMT4">
                  <p:embed/>
                </p:oleObj>
              </mc:Choice>
              <mc:Fallback>
                <p:oleObj r:id="rId11" imgW="1002865" imgH="380835" progId="Equation.DSMT4">
                  <p:embed/>
                  <p:pic>
                    <p:nvPicPr>
                      <p:cNvPr id="0" name="Object 103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78525" y="3746500"/>
                        <a:ext cx="19129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4571" name="Object 1035">
            <a:extLst>
              <a:ext uri="{FF2B5EF4-FFF2-40B4-BE49-F238E27FC236}">
                <a16:creationId xmlns:a16="http://schemas.microsoft.com/office/drawing/2014/main" id="{794E12B8-5C88-4C68-A4C1-2979376B380E}"/>
              </a:ext>
            </a:extLst>
          </p:cNvPr>
          <p:cNvGraphicFramePr>
            <a:graphicFrameLocks/>
          </p:cNvGraphicFramePr>
          <p:nvPr/>
        </p:nvGraphicFramePr>
        <p:xfrm>
          <a:off x="2093913" y="4557713"/>
          <a:ext cx="5108575" cy="704850"/>
        </p:xfrm>
        <a:graphic>
          <a:graphicData uri="http://schemas.openxmlformats.org/presentationml/2006/ole">
            <mc:AlternateContent xmlns:mc="http://schemas.openxmlformats.org/markup-compatibility/2006">
              <mc:Choice xmlns:v="urn:schemas-microsoft-com:vml" Requires="v">
                <p:oleObj spid="_x0000_s25651" r:id="rId13" imgW="3490985" imgH="482391" progId="Equation.DSMT4">
                  <p:embed/>
                </p:oleObj>
              </mc:Choice>
              <mc:Fallback>
                <p:oleObj r:id="rId13" imgW="3490985" imgH="482391" progId="Equation.DSMT4">
                  <p:embed/>
                  <p:pic>
                    <p:nvPicPr>
                      <p:cNvPr id="0" name="Object 103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93913" y="4557713"/>
                        <a:ext cx="51085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4572" name="Object 1036">
            <a:extLst>
              <a:ext uri="{FF2B5EF4-FFF2-40B4-BE49-F238E27FC236}">
                <a16:creationId xmlns:a16="http://schemas.microsoft.com/office/drawing/2014/main" id="{690C53C2-C39A-4873-AA11-3C7A9458FD1B}"/>
              </a:ext>
            </a:extLst>
          </p:cNvPr>
          <p:cNvGraphicFramePr>
            <a:graphicFrameLocks/>
          </p:cNvGraphicFramePr>
          <p:nvPr/>
        </p:nvGraphicFramePr>
        <p:xfrm>
          <a:off x="2185988" y="5538788"/>
          <a:ext cx="2978150" cy="738187"/>
        </p:xfrm>
        <a:graphic>
          <a:graphicData uri="http://schemas.openxmlformats.org/presentationml/2006/ole">
            <mc:AlternateContent xmlns:mc="http://schemas.openxmlformats.org/markup-compatibility/2006">
              <mc:Choice xmlns:v="urn:schemas-microsoft-com:vml" Requires="v">
                <p:oleObj spid="_x0000_s25652" r:id="rId15" imgW="1942257" imgH="482391" progId="Equation.DSMT4">
                  <p:embed/>
                </p:oleObj>
              </mc:Choice>
              <mc:Fallback>
                <p:oleObj r:id="rId15" imgW="1942257" imgH="482391" progId="Equation.DSMT4">
                  <p:embed/>
                  <p:pic>
                    <p:nvPicPr>
                      <p:cNvPr id="0" name="Object 103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85988" y="5538788"/>
                        <a:ext cx="297815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14565"/>
                                        </p:tgtEl>
                                        <p:attrNameLst>
                                          <p:attrName>style.visibility</p:attrName>
                                        </p:attrNameLst>
                                      </p:cBhvr>
                                      <p:to>
                                        <p:strVal val="visible"/>
                                      </p:to>
                                    </p:set>
                                    <p:anim calcmode="lin" valueType="num">
                                      <p:cBhvr>
                                        <p:cTn id="7" dur="500" fill="hold"/>
                                        <p:tgtEl>
                                          <p:spTgt spid="2114565"/>
                                        </p:tgtEl>
                                        <p:attrNameLst>
                                          <p:attrName>ppt_x</p:attrName>
                                        </p:attrNameLst>
                                      </p:cBhvr>
                                      <p:tavLst>
                                        <p:tav tm="0">
                                          <p:val>
                                            <p:strVal val="0-#ppt_w/2"/>
                                          </p:val>
                                        </p:tav>
                                        <p:tav tm="100000">
                                          <p:val>
                                            <p:strVal val="#ppt_x"/>
                                          </p:val>
                                        </p:tav>
                                      </p:tavLst>
                                    </p:anim>
                                    <p:anim calcmode="lin" valueType="num">
                                      <p:cBhvr>
                                        <p:cTn id="8" dur="500" fill="hold"/>
                                        <p:tgtEl>
                                          <p:spTgt spid="211456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114568"/>
                                        </p:tgtEl>
                                        <p:attrNameLst>
                                          <p:attrName>style.visibility</p:attrName>
                                        </p:attrNameLst>
                                      </p:cBhvr>
                                      <p:to>
                                        <p:strVal val="visible"/>
                                      </p:to>
                                    </p:set>
                                    <p:animEffect transition="in" filter="wipe(left)">
                                      <p:cBhvr>
                                        <p:cTn id="13" dur="500"/>
                                        <p:tgtEl>
                                          <p:spTgt spid="21145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114569"/>
                                        </p:tgtEl>
                                        <p:attrNameLst>
                                          <p:attrName>style.visibility</p:attrName>
                                        </p:attrNameLst>
                                      </p:cBhvr>
                                      <p:to>
                                        <p:strVal val="visible"/>
                                      </p:to>
                                    </p:set>
                                    <p:animEffect transition="in" filter="wipe(left)">
                                      <p:cBhvr>
                                        <p:cTn id="18" dur="500"/>
                                        <p:tgtEl>
                                          <p:spTgt spid="211456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114570"/>
                                        </p:tgtEl>
                                        <p:attrNameLst>
                                          <p:attrName>style.visibility</p:attrName>
                                        </p:attrNameLst>
                                      </p:cBhvr>
                                      <p:to>
                                        <p:strVal val="visible"/>
                                      </p:to>
                                    </p:set>
                                    <p:animEffect transition="in" filter="wipe(left)">
                                      <p:cBhvr>
                                        <p:cTn id="23" dur="500"/>
                                        <p:tgtEl>
                                          <p:spTgt spid="211457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2114571"/>
                                        </p:tgtEl>
                                        <p:attrNameLst>
                                          <p:attrName>style.visibility</p:attrName>
                                        </p:attrNameLst>
                                      </p:cBhvr>
                                      <p:to>
                                        <p:strVal val="visible"/>
                                      </p:to>
                                    </p:set>
                                    <p:anim calcmode="lin" valueType="num">
                                      <p:cBhvr>
                                        <p:cTn id="28" dur="500" fill="hold"/>
                                        <p:tgtEl>
                                          <p:spTgt spid="2114571"/>
                                        </p:tgtEl>
                                        <p:attrNameLst>
                                          <p:attrName>ppt_x</p:attrName>
                                        </p:attrNameLst>
                                      </p:cBhvr>
                                      <p:tavLst>
                                        <p:tav tm="0">
                                          <p:val>
                                            <p:strVal val="0-#ppt_w/2"/>
                                          </p:val>
                                        </p:tav>
                                        <p:tav tm="100000">
                                          <p:val>
                                            <p:strVal val="#ppt_x"/>
                                          </p:val>
                                        </p:tav>
                                      </p:tavLst>
                                    </p:anim>
                                    <p:anim calcmode="lin" valueType="num">
                                      <p:cBhvr>
                                        <p:cTn id="29" dur="500" fill="hold"/>
                                        <p:tgtEl>
                                          <p:spTgt spid="2114571"/>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114572"/>
                                        </p:tgtEl>
                                        <p:attrNameLst>
                                          <p:attrName>style.visibility</p:attrName>
                                        </p:attrNameLst>
                                      </p:cBhvr>
                                      <p:to>
                                        <p:strVal val="visible"/>
                                      </p:to>
                                    </p:set>
                                    <p:animEffect transition="in" filter="wipe(left)">
                                      <p:cBhvr>
                                        <p:cTn id="34" dur="500"/>
                                        <p:tgtEl>
                                          <p:spTgt spid="2114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6">
            <a:extLst>
              <a:ext uri="{FF2B5EF4-FFF2-40B4-BE49-F238E27FC236}">
                <a16:creationId xmlns:a16="http://schemas.microsoft.com/office/drawing/2014/main" id="{24444F70-1E8C-4461-9BA1-A7ECEC45B44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13EFD9E9-3C6C-45EE-A0D0-65C9A744BE5E}" type="slidenum">
              <a:rPr altLang="en-US" sz="1400" smtClean="0"/>
              <a:pPr>
                <a:lnSpc>
                  <a:spcPct val="100000"/>
                </a:lnSpc>
                <a:spcBef>
                  <a:spcPct val="0"/>
                </a:spcBef>
                <a:buClr>
                  <a:schemeClr val="tx1"/>
                </a:buClr>
                <a:buFontTx/>
                <a:buNone/>
              </a:pPr>
              <a:t>9</a:t>
            </a:fld>
            <a:endParaRPr lang="zh-CN" altLang="en-US" sz="1400"/>
          </a:p>
        </p:txBody>
      </p:sp>
      <p:sp>
        <p:nvSpPr>
          <p:cNvPr id="1224707" name="Rectangle 3">
            <a:extLst>
              <a:ext uri="{FF2B5EF4-FFF2-40B4-BE49-F238E27FC236}">
                <a16:creationId xmlns:a16="http://schemas.microsoft.com/office/drawing/2014/main" id="{CDA61851-7CE8-4CF6-91AF-F31174DDFD6D}"/>
              </a:ext>
            </a:extLst>
          </p:cNvPr>
          <p:cNvSpPr>
            <a:spLocks noGrp="1" noChangeArrowheads="1"/>
          </p:cNvSpPr>
          <p:nvPr>
            <p:ph type="body" sz="half" idx="1"/>
          </p:nvPr>
        </p:nvSpPr>
        <p:spPr>
          <a:xfrm>
            <a:off x="1096963" y="3902075"/>
            <a:ext cx="7654925" cy="2955925"/>
          </a:xfrm>
        </p:spPr>
        <p:txBody>
          <a:bodyPr/>
          <a:lstStyle/>
          <a:p>
            <a:pPr eaLnBrk="1" hangingPunct="1">
              <a:buFontTx/>
              <a:buNone/>
            </a:pPr>
            <a:r>
              <a:rPr lang="zh-CN" altLang="en-US" sz="2000">
                <a:latin typeface="宋体" panose="02010600030101010101" pitchFamily="2" charset="-122"/>
                <a:ea typeface="宋体" panose="02010600030101010101" pitchFamily="2" charset="-122"/>
              </a:rPr>
              <a:t>大数定律的重要意义：</a:t>
            </a:r>
          </a:p>
          <a:p>
            <a:pPr eaLnBrk="1" hangingPunct="1">
              <a:buFontTx/>
              <a:buNone/>
            </a:pPr>
            <a:r>
              <a:rPr lang="zh-CN" altLang="en-US" sz="2000">
                <a:latin typeface="宋体" panose="02010600030101010101" pitchFamily="2" charset="-122"/>
                <a:ea typeface="宋体" panose="02010600030101010101" pitchFamily="2" charset="-122"/>
              </a:rPr>
              <a:t>	贝努里大数定律建立了在大量重复独立试验中事件出现频率的稳定性，正因为这种稳定性，概率的概念才有客观意义，贝努里大数定律还提供了通过试验来确定事件概率的方法，既然频率</a:t>
            </a:r>
            <a:r>
              <a:rPr lang="en-US" altLang="zh-CN" sz="2000">
                <a:latin typeface="宋体" panose="02010600030101010101" pitchFamily="2" charset="-122"/>
                <a:ea typeface="宋体" panose="02010600030101010101" pitchFamily="2" charset="-122"/>
              </a:rPr>
              <a:t>n</a:t>
            </a:r>
            <a:r>
              <a:rPr lang="en-US" altLang="zh-CN" sz="2000" baseline="-25000">
                <a:latin typeface="宋体" panose="02010600030101010101" pitchFamily="2" charset="-122"/>
                <a:ea typeface="宋体" panose="02010600030101010101" pitchFamily="2" charset="-122"/>
              </a:rPr>
              <a:t>A</a:t>
            </a:r>
            <a:r>
              <a:rPr lang="en-US" altLang="zh-CN" sz="2000">
                <a:latin typeface="宋体" panose="02010600030101010101" pitchFamily="2" charset="-122"/>
                <a:ea typeface="宋体" panose="02010600030101010101" pitchFamily="2" charset="-122"/>
              </a:rPr>
              <a:t>/n</a:t>
            </a:r>
            <a:r>
              <a:rPr lang="zh-CN" altLang="en-US" sz="2000">
                <a:latin typeface="宋体" panose="02010600030101010101" pitchFamily="2" charset="-122"/>
                <a:ea typeface="宋体" panose="02010600030101010101" pitchFamily="2" charset="-122"/>
              </a:rPr>
              <a:t>与概率</a:t>
            </a:r>
            <a:r>
              <a:rPr lang="en-US" altLang="zh-CN" sz="2000">
                <a:latin typeface="宋体" panose="02010600030101010101" pitchFamily="2" charset="-122"/>
                <a:ea typeface="宋体" panose="02010600030101010101" pitchFamily="2" charset="-122"/>
              </a:rPr>
              <a:t>p</a:t>
            </a:r>
            <a:r>
              <a:rPr lang="zh-CN" altLang="en-US" sz="2000">
                <a:latin typeface="宋体" panose="02010600030101010101" pitchFamily="2" charset="-122"/>
                <a:ea typeface="宋体" panose="02010600030101010101" pitchFamily="2" charset="-122"/>
              </a:rPr>
              <a:t>有较大偏差的可能性很小，我们便可以通过做试验确定某事件发生的频率并把它作为相应的概率估计，这种方法即是在第</a:t>
            </a:r>
            <a:r>
              <a:rPr lang="en-US" altLang="zh-CN" sz="2000">
                <a:latin typeface="宋体" panose="02010600030101010101" pitchFamily="2" charset="-122"/>
                <a:ea typeface="宋体" panose="02010600030101010101" pitchFamily="2" charset="-122"/>
              </a:rPr>
              <a:t>7</a:t>
            </a:r>
            <a:r>
              <a:rPr lang="zh-CN" altLang="en-US" sz="2000">
                <a:latin typeface="宋体" panose="02010600030101010101" pitchFamily="2" charset="-122"/>
                <a:ea typeface="宋体" panose="02010600030101010101" pitchFamily="2" charset="-122"/>
              </a:rPr>
              <a:t>章将要介绍的参数估计法，参数估计的重要理论基础之一就是大数定理。</a:t>
            </a:r>
          </a:p>
        </p:txBody>
      </p:sp>
      <p:graphicFrame>
        <p:nvGraphicFramePr>
          <p:cNvPr id="26628" name="Object 4">
            <a:extLst>
              <a:ext uri="{FF2B5EF4-FFF2-40B4-BE49-F238E27FC236}">
                <a16:creationId xmlns:a16="http://schemas.microsoft.com/office/drawing/2014/main" id="{75134C4E-B1CC-4252-A329-7B308990ABAE}"/>
              </a:ext>
            </a:extLst>
          </p:cNvPr>
          <p:cNvGraphicFramePr>
            <a:graphicFrameLocks noGrp="1"/>
          </p:cNvGraphicFramePr>
          <p:nvPr>
            <p:ph sz="half" idx="2"/>
          </p:nvPr>
        </p:nvGraphicFramePr>
        <p:xfrm>
          <a:off x="1389063" y="500063"/>
          <a:ext cx="6969125" cy="1289050"/>
        </p:xfrm>
        <a:graphic>
          <a:graphicData uri="http://schemas.openxmlformats.org/presentationml/2006/ole">
            <mc:AlternateContent xmlns:mc="http://schemas.openxmlformats.org/markup-compatibility/2006">
              <mc:Choice xmlns:v="urn:schemas-microsoft-com:vml" Requires="v">
                <p:oleObj spid="_x0000_s26666" r:id="rId3" imgW="4737100" imgH="876300" progId="Equation.DSMT4">
                  <p:embed/>
                </p:oleObj>
              </mc:Choice>
              <mc:Fallback>
                <p:oleObj r:id="rId3" imgW="4737100" imgH="876300" progId="Equation.DSMT4">
                  <p:embed/>
                  <p:pic>
                    <p:nvPicPr>
                      <p:cNvPr id="0" name="Object 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063" y="500063"/>
                        <a:ext cx="696912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24711" name="Rectangle 7">
            <a:extLst>
              <a:ext uri="{FF2B5EF4-FFF2-40B4-BE49-F238E27FC236}">
                <a16:creationId xmlns:a16="http://schemas.microsoft.com/office/drawing/2014/main" id="{0A5126D6-B3A9-442B-BE00-FFC1BA75DCD4}"/>
              </a:ext>
            </a:extLst>
          </p:cNvPr>
          <p:cNvSpPr>
            <a:spLocks noChangeArrowheads="1"/>
          </p:cNvSpPr>
          <p:nvPr/>
        </p:nvSpPr>
        <p:spPr bwMode="auto">
          <a:xfrm>
            <a:off x="1090613" y="3930650"/>
            <a:ext cx="2486025" cy="368300"/>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26630" name="AutoShape 8">
            <a:extLst>
              <a:ext uri="{FF2B5EF4-FFF2-40B4-BE49-F238E27FC236}">
                <a16:creationId xmlns:a16="http://schemas.microsoft.com/office/drawing/2014/main" id="{7B00FDF2-53D4-4E8A-840B-A87A88F1891A}"/>
              </a:ext>
            </a:extLst>
          </p:cNvPr>
          <p:cNvSpPr>
            <a:spLocks noChangeArrowheads="1"/>
          </p:cNvSpPr>
          <p:nvPr/>
        </p:nvSpPr>
        <p:spPr bwMode="auto">
          <a:xfrm>
            <a:off x="1139825" y="561975"/>
            <a:ext cx="223838"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24716" name="Object 12">
            <a:extLst>
              <a:ext uri="{FF2B5EF4-FFF2-40B4-BE49-F238E27FC236}">
                <a16:creationId xmlns:a16="http://schemas.microsoft.com/office/drawing/2014/main" id="{784208B1-C577-45FA-A2B7-CD58572D69C1}"/>
              </a:ext>
            </a:extLst>
          </p:cNvPr>
          <p:cNvGraphicFramePr>
            <a:graphicFrameLocks/>
          </p:cNvGraphicFramePr>
          <p:nvPr/>
        </p:nvGraphicFramePr>
        <p:xfrm>
          <a:off x="1582738" y="1760538"/>
          <a:ext cx="4687887" cy="373062"/>
        </p:xfrm>
        <a:graphic>
          <a:graphicData uri="http://schemas.openxmlformats.org/presentationml/2006/ole">
            <mc:AlternateContent xmlns:mc="http://schemas.openxmlformats.org/markup-compatibility/2006">
              <mc:Choice xmlns:v="urn:schemas-microsoft-com:vml" Requires="v">
                <p:oleObj spid="_x0000_s26667" r:id="rId5" imgW="3184935" imgH="253780" progId="Equation.DSMT4">
                  <p:embed/>
                </p:oleObj>
              </mc:Choice>
              <mc:Fallback>
                <p:oleObj r:id="rId5" imgW="3184935" imgH="253780" progId="Equation.DSMT4">
                  <p:embed/>
                  <p:pic>
                    <p:nvPicPr>
                      <p:cNvPr id="0" name="Object 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2738" y="1760538"/>
                        <a:ext cx="468788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4718" name="Object 14">
            <a:extLst>
              <a:ext uri="{FF2B5EF4-FFF2-40B4-BE49-F238E27FC236}">
                <a16:creationId xmlns:a16="http://schemas.microsoft.com/office/drawing/2014/main" id="{1C8E784C-E941-4B0F-996A-B2A86157A6E2}"/>
              </a:ext>
            </a:extLst>
          </p:cNvPr>
          <p:cNvGraphicFramePr>
            <a:graphicFrameLocks/>
          </p:cNvGraphicFramePr>
          <p:nvPr/>
        </p:nvGraphicFramePr>
        <p:xfrm>
          <a:off x="2133600" y="2049463"/>
          <a:ext cx="2836863" cy="635000"/>
        </p:xfrm>
        <a:graphic>
          <a:graphicData uri="http://schemas.openxmlformats.org/presentationml/2006/ole">
            <mc:AlternateContent xmlns:mc="http://schemas.openxmlformats.org/markup-compatibility/2006">
              <mc:Choice xmlns:v="urn:schemas-microsoft-com:vml" Requires="v">
                <p:oleObj spid="_x0000_s26668" r:id="rId7" imgW="1929563" imgH="431613" progId="Equation.DSMT4">
                  <p:embed/>
                </p:oleObj>
              </mc:Choice>
              <mc:Fallback>
                <p:oleObj r:id="rId7" imgW="1929563" imgH="431613" progId="Equation.DSMT4">
                  <p:embed/>
                  <p:pic>
                    <p:nvPicPr>
                      <p:cNvPr id="0" name="Object 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2049463"/>
                        <a:ext cx="28368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4720" name="Object 16">
            <a:extLst>
              <a:ext uri="{FF2B5EF4-FFF2-40B4-BE49-F238E27FC236}">
                <a16:creationId xmlns:a16="http://schemas.microsoft.com/office/drawing/2014/main" id="{73C8F3B4-8B3A-4338-8FF4-A00B082D4637}"/>
              </a:ext>
            </a:extLst>
          </p:cNvPr>
          <p:cNvGraphicFramePr>
            <a:graphicFrameLocks/>
          </p:cNvGraphicFramePr>
          <p:nvPr/>
        </p:nvGraphicFramePr>
        <p:xfrm>
          <a:off x="2192338" y="2632075"/>
          <a:ext cx="3902075" cy="671513"/>
        </p:xfrm>
        <a:graphic>
          <a:graphicData uri="http://schemas.openxmlformats.org/presentationml/2006/ole">
            <mc:AlternateContent xmlns:mc="http://schemas.openxmlformats.org/markup-compatibility/2006">
              <mc:Choice xmlns:v="urn:schemas-microsoft-com:vml" Requires="v">
                <p:oleObj spid="_x0000_s26669" r:id="rId9" imgW="2654300" imgH="457200" progId="Equation.DSMT4">
                  <p:embed/>
                </p:oleObj>
              </mc:Choice>
              <mc:Fallback>
                <p:oleObj r:id="rId9" imgW="2654300" imgH="457200"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2338" y="2632075"/>
                        <a:ext cx="390207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4722" name="Object 18">
            <a:extLst>
              <a:ext uri="{FF2B5EF4-FFF2-40B4-BE49-F238E27FC236}">
                <a16:creationId xmlns:a16="http://schemas.microsoft.com/office/drawing/2014/main" id="{A25CA7D9-73BC-4C77-B007-AE6EE9EA0E2B}"/>
              </a:ext>
            </a:extLst>
          </p:cNvPr>
          <p:cNvGraphicFramePr>
            <a:graphicFrameLocks/>
          </p:cNvGraphicFramePr>
          <p:nvPr/>
        </p:nvGraphicFramePr>
        <p:xfrm>
          <a:off x="4986338" y="2108200"/>
          <a:ext cx="3267075" cy="638175"/>
        </p:xfrm>
        <a:graphic>
          <a:graphicData uri="http://schemas.openxmlformats.org/presentationml/2006/ole">
            <mc:AlternateContent xmlns:mc="http://schemas.openxmlformats.org/markup-compatibility/2006">
              <mc:Choice xmlns:v="urn:schemas-microsoft-com:vml" Requires="v">
                <p:oleObj spid="_x0000_s26670" r:id="rId11" imgW="2221536" imgH="431613" progId="Equation.DSMT4">
                  <p:embed/>
                </p:oleObj>
              </mc:Choice>
              <mc:Fallback>
                <p:oleObj r:id="rId11" imgW="2221536" imgH="431613" progId="Equation.DSMT4">
                  <p:embed/>
                  <p:pic>
                    <p:nvPicPr>
                      <p:cNvPr id="0" name="Object 1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86338" y="2108200"/>
                        <a:ext cx="32670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4725" name="Object 21">
            <a:extLst>
              <a:ext uri="{FF2B5EF4-FFF2-40B4-BE49-F238E27FC236}">
                <a16:creationId xmlns:a16="http://schemas.microsoft.com/office/drawing/2014/main" id="{45FC34DB-84C0-4275-9F83-190550DE758D}"/>
              </a:ext>
            </a:extLst>
          </p:cNvPr>
          <p:cNvGraphicFramePr>
            <a:graphicFrameLocks/>
          </p:cNvGraphicFramePr>
          <p:nvPr/>
        </p:nvGraphicFramePr>
        <p:xfrm>
          <a:off x="2235200" y="3225800"/>
          <a:ext cx="2706688" cy="671513"/>
        </p:xfrm>
        <a:graphic>
          <a:graphicData uri="http://schemas.openxmlformats.org/presentationml/2006/ole">
            <mc:AlternateContent xmlns:mc="http://schemas.openxmlformats.org/markup-compatibility/2006">
              <mc:Choice xmlns:v="urn:schemas-microsoft-com:vml" Requires="v">
                <p:oleObj spid="_x0000_s26671" r:id="rId13" imgW="1841500" imgH="457200" progId="Equation.DSMT4">
                  <p:embed/>
                </p:oleObj>
              </mc:Choice>
              <mc:Fallback>
                <p:oleObj r:id="rId13" imgW="1841500" imgH="457200" progId="Equation.DSMT4">
                  <p:embed/>
                  <p:pic>
                    <p:nvPicPr>
                      <p:cNvPr id="0" name="Object 2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35200" y="3225800"/>
                        <a:ext cx="27066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24716"/>
                                        </p:tgtEl>
                                        <p:attrNameLst>
                                          <p:attrName>style.visibility</p:attrName>
                                        </p:attrNameLst>
                                      </p:cBhvr>
                                      <p:to>
                                        <p:strVal val="visible"/>
                                      </p:to>
                                    </p:set>
                                    <p:anim calcmode="lin" valueType="num">
                                      <p:cBhvr>
                                        <p:cTn id="7" dur="500" fill="hold"/>
                                        <p:tgtEl>
                                          <p:spTgt spid="1224716"/>
                                        </p:tgtEl>
                                        <p:attrNameLst>
                                          <p:attrName>ppt_x</p:attrName>
                                        </p:attrNameLst>
                                      </p:cBhvr>
                                      <p:tavLst>
                                        <p:tav tm="0">
                                          <p:val>
                                            <p:strVal val="0-#ppt_w/2"/>
                                          </p:val>
                                        </p:tav>
                                        <p:tav tm="100000">
                                          <p:val>
                                            <p:strVal val="#ppt_x"/>
                                          </p:val>
                                        </p:tav>
                                      </p:tavLst>
                                    </p:anim>
                                    <p:anim calcmode="lin" valueType="num">
                                      <p:cBhvr>
                                        <p:cTn id="8" dur="500" fill="hold"/>
                                        <p:tgtEl>
                                          <p:spTgt spid="12247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24718"/>
                                        </p:tgtEl>
                                        <p:attrNameLst>
                                          <p:attrName>style.visibility</p:attrName>
                                        </p:attrNameLst>
                                      </p:cBhvr>
                                      <p:to>
                                        <p:strVal val="visible"/>
                                      </p:to>
                                    </p:set>
                                    <p:anim calcmode="lin" valueType="num">
                                      <p:cBhvr>
                                        <p:cTn id="13" dur="500" fill="hold"/>
                                        <p:tgtEl>
                                          <p:spTgt spid="1224718"/>
                                        </p:tgtEl>
                                        <p:attrNameLst>
                                          <p:attrName>ppt_x</p:attrName>
                                        </p:attrNameLst>
                                      </p:cBhvr>
                                      <p:tavLst>
                                        <p:tav tm="0">
                                          <p:val>
                                            <p:strVal val="0-#ppt_w/2"/>
                                          </p:val>
                                        </p:tav>
                                        <p:tav tm="100000">
                                          <p:val>
                                            <p:strVal val="#ppt_x"/>
                                          </p:val>
                                        </p:tav>
                                      </p:tavLst>
                                    </p:anim>
                                    <p:anim calcmode="lin" valueType="num">
                                      <p:cBhvr>
                                        <p:cTn id="14" dur="500" fill="hold"/>
                                        <p:tgtEl>
                                          <p:spTgt spid="122471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224722"/>
                                        </p:tgtEl>
                                        <p:attrNameLst>
                                          <p:attrName>style.visibility</p:attrName>
                                        </p:attrNameLst>
                                      </p:cBhvr>
                                      <p:to>
                                        <p:strVal val="visible"/>
                                      </p:to>
                                    </p:set>
                                    <p:anim calcmode="lin" valueType="num">
                                      <p:cBhvr>
                                        <p:cTn id="19" dur="500" fill="hold"/>
                                        <p:tgtEl>
                                          <p:spTgt spid="1224722"/>
                                        </p:tgtEl>
                                        <p:attrNameLst>
                                          <p:attrName>ppt_x</p:attrName>
                                        </p:attrNameLst>
                                      </p:cBhvr>
                                      <p:tavLst>
                                        <p:tav tm="0">
                                          <p:val>
                                            <p:strVal val="1+#ppt_w/2"/>
                                          </p:val>
                                        </p:tav>
                                        <p:tav tm="100000">
                                          <p:val>
                                            <p:strVal val="#ppt_x"/>
                                          </p:val>
                                        </p:tav>
                                      </p:tavLst>
                                    </p:anim>
                                    <p:anim calcmode="lin" valueType="num">
                                      <p:cBhvr>
                                        <p:cTn id="20" dur="500" fill="hold"/>
                                        <p:tgtEl>
                                          <p:spTgt spid="122472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24720"/>
                                        </p:tgtEl>
                                        <p:attrNameLst>
                                          <p:attrName>style.visibility</p:attrName>
                                        </p:attrNameLst>
                                      </p:cBhvr>
                                      <p:to>
                                        <p:strVal val="visible"/>
                                      </p:to>
                                    </p:set>
                                    <p:anim calcmode="lin" valueType="num">
                                      <p:cBhvr>
                                        <p:cTn id="25" dur="500" fill="hold"/>
                                        <p:tgtEl>
                                          <p:spTgt spid="1224720"/>
                                        </p:tgtEl>
                                        <p:attrNameLst>
                                          <p:attrName>ppt_x</p:attrName>
                                        </p:attrNameLst>
                                      </p:cBhvr>
                                      <p:tavLst>
                                        <p:tav tm="0">
                                          <p:val>
                                            <p:strVal val="0-#ppt_w/2"/>
                                          </p:val>
                                        </p:tav>
                                        <p:tav tm="100000">
                                          <p:val>
                                            <p:strVal val="#ppt_x"/>
                                          </p:val>
                                        </p:tav>
                                      </p:tavLst>
                                    </p:anim>
                                    <p:anim calcmode="lin" valueType="num">
                                      <p:cBhvr>
                                        <p:cTn id="26" dur="500" fill="hold"/>
                                        <p:tgtEl>
                                          <p:spTgt spid="122472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24725"/>
                                        </p:tgtEl>
                                        <p:attrNameLst>
                                          <p:attrName>style.visibility</p:attrName>
                                        </p:attrNameLst>
                                      </p:cBhvr>
                                      <p:to>
                                        <p:strVal val="visible"/>
                                      </p:to>
                                    </p:set>
                                    <p:anim calcmode="lin" valueType="num">
                                      <p:cBhvr>
                                        <p:cTn id="31" dur="500" fill="hold"/>
                                        <p:tgtEl>
                                          <p:spTgt spid="1224725"/>
                                        </p:tgtEl>
                                        <p:attrNameLst>
                                          <p:attrName>ppt_x</p:attrName>
                                        </p:attrNameLst>
                                      </p:cBhvr>
                                      <p:tavLst>
                                        <p:tav tm="0">
                                          <p:val>
                                            <p:strVal val="0-#ppt_w/2"/>
                                          </p:val>
                                        </p:tav>
                                        <p:tav tm="100000">
                                          <p:val>
                                            <p:strVal val="#ppt_x"/>
                                          </p:val>
                                        </p:tav>
                                      </p:tavLst>
                                    </p:anim>
                                    <p:anim calcmode="lin" valueType="num">
                                      <p:cBhvr>
                                        <p:cTn id="32" dur="500" fill="hold"/>
                                        <p:tgtEl>
                                          <p:spTgt spid="122472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224711"/>
                                        </p:tgtEl>
                                        <p:attrNameLst>
                                          <p:attrName>style.visibility</p:attrName>
                                        </p:attrNameLst>
                                      </p:cBhvr>
                                      <p:to>
                                        <p:strVal val="visible"/>
                                      </p:to>
                                    </p:set>
                                  </p:childTnLst>
                                </p:cTn>
                              </p:par>
                            </p:childTnLst>
                          </p:cTn>
                        </p:par>
                        <p:par>
                          <p:cTn id="37" fill="hold" nodeType="afterGroup">
                            <p:stCondLst>
                              <p:cond delay="500"/>
                            </p:stCondLst>
                            <p:childTnLst>
                              <p:par>
                                <p:cTn id="38" presetID="12" presetClass="entr" presetSubtype="4" fill="hold" grpId="0" nodeType="afterEffect">
                                  <p:stCondLst>
                                    <p:cond delay="0"/>
                                  </p:stCondLst>
                                  <p:childTnLst>
                                    <p:set>
                                      <p:cBhvr>
                                        <p:cTn id="39" dur="1" fill="hold">
                                          <p:stCondLst>
                                            <p:cond delay="0"/>
                                          </p:stCondLst>
                                        </p:cTn>
                                        <p:tgtEl>
                                          <p:spTgt spid="1224707"/>
                                        </p:tgtEl>
                                        <p:attrNameLst>
                                          <p:attrName>style.visibility</p:attrName>
                                        </p:attrNameLst>
                                      </p:cBhvr>
                                      <p:to>
                                        <p:strVal val="visible"/>
                                      </p:to>
                                    </p:set>
                                    <p:animEffect transition="in" filter="slide(fromBottom)">
                                      <p:cBhvr>
                                        <p:cTn id="40" dur="500"/>
                                        <p:tgtEl>
                                          <p:spTgt spid="1224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4707" grpId="0"/>
      <p:bldP spid="12247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4C99FF7C-7A45-4D99-B2F3-A227EB8AFFE7}"/>
              </a:ext>
            </a:extLst>
          </p:cNvPr>
          <p:cNvSpPr>
            <a:spLocks noGrp="1" noChangeArrowheads="1"/>
          </p:cNvSpPr>
          <p:nvPr>
            <p:ph type="title"/>
          </p:nvPr>
        </p:nvSpPr>
        <p:spPr/>
        <p:txBody>
          <a:bodyPr/>
          <a:lstStyle/>
          <a:p>
            <a:endParaRPr lang="zh-CN" altLang="en-US"/>
          </a:p>
        </p:txBody>
      </p:sp>
      <p:sp>
        <p:nvSpPr>
          <p:cNvPr id="27651" name="文本占位符 2">
            <a:extLst>
              <a:ext uri="{FF2B5EF4-FFF2-40B4-BE49-F238E27FC236}">
                <a16:creationId xmlns:a16="http://schemas.microsoft.com/office/drawing/2014/main" id="{798792B0-91A5-4DD7-B8E0-433040C39FC8}"/>
              </a:ext>
            </a:extLst>
          </p:cNvPr>
          <p:cNvSpPr>
            <a:spLocks noGrp="1" noChangeArrowheads="1"/>
          </p:cNvSpPr>
          <p:nvPr>
            <p:ph type="body" sz="half" idx="1"/>
          </p:nvPr>
        </p:nvSpPr>
        <p:spPr>
          <a:xfrm>
            <a:off x="1077913" y="1143000"/>
            <a:ext cx="7945437" cy="4302125"/>
          </a:xfrm>
        </p:spPr>
        <p:txBody>
          <a:bodyPr/>
          <a:lstStyle/>
          <a:p>
            <a:endParaRPr lang="zh-CN" altLang="en-US"/>
          </a:p>
        </p:txBody>
      </p:sp>
      <p:pic>
        <p:nvPicPr>
          <p:cNvPr id="27652" name="图片 9">
            <a:extLst>
              <a:ext uri="{FF2B5EF4-FFF2-40B4-BE49-F238E27FC236}">
                <a16:creationId xmlns:a16="http://schemas.microsoft.com/office/drawing/2014/main" id="{C26A6315-EC34-496D-A1E2-A940FA9ABE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666750"/>
            <a:ext cx="85740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矩形 10">
            <a:extLst>
              <a:ext uri="{FF2B5EF4-FFF2-40B4-BE49-F238E27FC236}">
                <a16:creationId xmlns:a16="http://schemas.microsoft.com/office/drawing/2014/main" id="{D527F12E-D5C6-4E50-9ADD-60715D67CBEE}"/>
              </a:ext>
            </a:extLst>
          </p:cNvPr>
          <p:cNvSpPr>
            <a:spLocks noChangeArrowheads="1"/>
          </p:cNvSpPr>
          <p:nvPr/>
        </p:nvSpPr>
        <p:spPr bwMode="auto">
          <a:xfrm>
            <a:off x="1708150" y="3586163"/>
            <a:ext cx="668496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66"/>
                </a:solidFill>
                <a:latin typeface="Arial" panose="020B0604020202020204" pitchFamily="34" charset="0"/>
                <a:ea typeface="宋体" panose="02010600030101010101" pitchFamily="2" charset="-122"/>
              </a:defRPr>
            </a:lvl1pPr>
            <a:lvl2pPr marL="742950" indent="-285750">
              <a:defRPr sz="2400">
                <a:solidFill>
                  <a:srgbClr val="000066"/>
                </a:solidFill>
                <a:latin typeface="Arial" panose="020B0604020202020204" pitchFamily="34" charset="0"/>
                <a:ea typeface="宋体" panose="02010600030101010101" pitchFamily="2" charset="-122"/>
              </a:defRPr>
            </a:lvl2pPr>
            <a:lvl3pPr marL="1143000" indent="-228600">
              <a:defRPr sz="2400">
                <a:solidFill>
                  <a:srgbClr val="000066"/>
                </a:solidFill>
                <a:latin typeface="Arial" panose="020B0604020202020204" pitchFamily="34" charset="0"/>
                <a:ea typeface="宋体" panose="02010600030101010101" pitchFamily="2" charset="-122"/>
              </a:defRPr>
            </a:lvl3pPr>
            <a:lvl4pPr marL="1600200" indent="-228600">
              <a:defRPr sz="2400">
                <a:solidFill>
                  <a:srgbClr val="000066"/>
                </a:solidFill>
                <a:latin typeface="Arial" panose="020B0604020202020204" pitchFamily="34" charset="0"/>
                <a:ea typeface="宋体" panose="02010600030101010101" pitchFamily="2" charset="-122"/>
              </a:defRPr>
            </a:lvl4pPr>
            <a:lvl5pPr marL="2057400" indent="-228600">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9pPr>
          </a:lstStyle>
          <a:p>
            <a:r>
              <a:rPr lang="zh-CN" altLang="en-US" sz="2000">
                <a:solidFill>
                  <a:srgbClr val="202122"/>
                </a:solidFill>
                <a:latin typeface="微软雅黑" panose="020B0503020204020204" pitchFamily="34" charset="-122"/>
                <a:ea typeface="微软雅黑" panose="020B0503020204020204" pitchFamily="34" charset="-122"/>
              </a:rPr>
              <a:t>以特定掷单个</a:t>
            </a:r>
            <a:r>
              <a:rPr lang="zh-CN" altLang="en-US" sz="2000">
                <a:solidFill>
                  <a:srgbClr val="0B0080"/>
                </a:solidFill>
                <a:latin typeface="微软雅黑" panose="020B0503020204020204" pitchFamily="34" charset="-122"/>
                <a:ea typeface="微软雅黑" panose="020B0503020204020204" pitchFamily="34" charset="-122"/>
                <a:hlinkClick r:id="rId3" tooltip="骰子"/>
              </a:rPr>
              <a:t>骰子</a:t>
            </a:r>
            <a:r>
              <a:rPr lang="zh-CN" altLang="en-US" sz="2000">
                <a:solidFill>
                  <a:srgbClr val="202122"/>
                </a:solidFill>
                <a:latin typeface="微软雅黑" panose="020B0503020204020204" pitchFamily="34" charset="-122"/>
                <a:ea typeface="微软雅黑" panose="020B0503020204020204" pitchFamily="34" charset="-122"/>
              </a:rPr>
              <a:t>的过程来展示大数定律。随着投掷次数的增加，所有结果的均值趋于</a:t>
            </a:r>
            <a:r>
              <a:rPr lang="en-US" altLang="zh-CN" sz="2000">
                <a:solidFill>
                  <a:srgbClr val="202122"/>
                </a:solidFill>
                <a:latin typeface="微软雅黑" panose="020B0503020204020204" pitchFamily="34" charset="-122"/>
                <a:ea typeface="微软雅黑" panose="020B0503020204020204" pitchFamily="34" charset="-122"/>
              </a:rPr>
              <a:t>3.5</a:t>
            </a:r>
            <a:r>
              <a:rPr lang="zh-CN" altLang="en-US" sz="2000">
                <a:solidFill>
                  <a:srgbClr val="202122"/>
                </a:solidFill>
                <a:latin typeface="微软雅黑" panose="020B0503020204020204" pitchFamily="34" charset="-122"/>
                <a:ea typeface="微软雅黑" panose="020B0503020204020204" pitchFamily="34" charset="-122"/>
              </a:rPr>
              <a:t>（骰子点数的期望值）。不同时候做的这个实验会在投掷次数较小的时候（左部）会表现出不同的形状，当次数变得很大（右部）的时候，它们将会非常相似。</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图片 9">
            <a:extLst>
              <a:ext uri="{FF2B5EF4-FFF2-40B4-BE49-F238E27FC236}">
                <a16:creationId xmlns:a16="http://schemas.microsoft.com/office/drawing/2014/main" id="{348B3E07-E9FE-4CAA-A8B0-41ED01DA0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0150"/>
            <a:ext cx="9144000" cy="534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标题 1">
            <a:extLst>
              <a:ext uri="{FF2B5EF4-FFF2-40B4-BE49-F238E27FC236}">
                <a16:creationId xmlns:a16="http://schemas.microsoft.com/office/drawing/2014/main" id="{11BF4D54-F120-4A97-8B97-3FC1475BDDEF}"/>
              </a:ext>
            </a:extLst>
          </p:cNvPr>
          <p:cNvSpPr>
            <a:spLocks noGrp="1" noChangeArrowheads="1"/>
          </p:cNvSpPr>
          <p:nvPr>
            <p:ph type="title"/>
          </p:nvPr>
        </p:nvSpPr>
        <p:spPr/>
        <p:txBody>
          <a:bodyPr/>
          <a:lstStyle/>
          <a:p>
            <a:r>
              <a:rPr lang="en-US" altLang="zh-CN">
                <a:latin typeface="宋体" panose="02010600030101010101" pitchFamily="2" charset="-122"/>
                <a:ea typeface="宋体" panose="02010600030101010101" pitchFamily="2" charset="-122"/>
              </a:rPr>
              <a:t>§2 </a:t>
            </a:r>
            <a:r>
              <a:rPr lang="zh-CN" altLang="en-US">
                <a:latin typeface="宋体" panose="02010600030101010101" pitchFamily="2" charset="-122"/>
                <a:ea typeface="宋体" panose="02010600030101010101" pitchFamily="2" charset="-122"/>
              </a:rPr>
              <a:t>中心极限定理</a:t>
            </a:r>
            <a:endParaRPr lang="zh-CN" altLang="en-US"/>
          </a:p>
        </p:txBody>
      </p:sp>
      <p:sp>
        <p:nvSpPr>
          <p:cNvPr id="28676" name="Rectangle 3">
            <a:extLst>
              <a:ext uri="{FF2B5EF4-FFF2-40B4-BE49-F238E27FC236}">
                <a16:creationId xmlns:a16="http://schemas.microsoft.com/office/drawing/2014/main" id="{DDC66A2F-DCE8-43E1-BF5A-280FD0BF33E6}"/>
              </a:ext>
            </a:extLst>
          </p:cNvPr>
          <p:cNvSpPr>
            <a:spLocks noGrp="1" noChangeArrowheads="1"/>
          </p:cNvSpPr>
          <p:nvPr>
            <p:ph type="body" sz="half" idx="1"/>
          </p:nvPr>
        </p:nvSpPr>
        <p:spPr>
          <a:xfrm>
            <a:off x="966788" y="1143000"/>
            <a:ext cx="8161337" cy="5295900"/>
          </a:xfrm>
        </p:spPr>
        <p:txBody>
          <a:bodyPr/>
          <a:lstStyle/>
          <a:p>
            <a:pPr marL="0" indent="15875" eaLnBrk="1" hangingPunct="1">
              <a:buFontTx/>
              <a:buBlip>
                <a:blip r:embed="rId3"/>
              </a:buBlip>
            </a:pPr>
            <a:endParaRPr lang="zh-CN" altLang="en-US" sz="2000">
              <a:latin typeface="宋体" panose="02010600030101010101" pitchFamily="2" charset="-122"/>
              <a:ea typeface="宋体" panose="02010600030101010101" pitchFamily="2" charset="-122"/>
            </a:endParaRPr>
          </a:p>
        </p:txBody>
      </p:sp>
      <p:sp>
        <p:nvSpPr>
          <p:cNvPr id="28677" name="AutoShape 2" descr="左為被稱為「柏青哥之神」的正村竹一，1948年的改良機種。右為1970年代的柏青...">
            <a:extLst>
              <a:ext uri="{FF2B5EF4-FFF2-40B4-BE49-F238E27FC236}">
                <a16:creationId xmlns:a16="http://schemas.microsoft.com/office/drawing/2014/main" id="{173CA189-54F2-4757-B482-E5A6125CC296}"/>
              </a:ext>
            </a:extLst>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66"/>
                </a:solidFill>
                <a:latin typeface="Arial" panose="020B0604020202020204" pitchFamily="34" charset="0"/>
                <a:ea typeface="宋体" panose="02010600030101010101" pitchFamily="2" charset="-122"/>
              </a:defRPr>
            </a:lvl1pPr>
            <a:lvl2pPr marL="742950" indent="-285750">
              <a:defRPr sz="2400">
                <a:solidFill>
                  <a:srgbClr val="000066"/>
                </a:solidFill>
                <a:latin typeface="Arial" panose="020B0604020202020204" pitchFamily="34" charset="0"/>
                <a:ea typeface="宋体" panose="02010600030101010101" pitchFamily="2" charset="-122"/>
              </a:defRPr>
            </a:lvl2pPr>
            <a:lvl3pPr marL="1143000" indent="-228600">
              <a:defRPr sz="2400">
                <a:solidFill>
                  <a:srgbClr val="000066"/>
                </a:solidFill>
                <a:latin typeface="Arial" panose="020B0604020202020204" pitchFamily="34" charset="0"/>
                <a:ea typeface="宋体" panose="02010600030101010101" pitchFamily="2" charset="-122"/>
              </a:defRPr>
            </a:lvl3pPr>
            <a:lvl4pPr marL="1600200" indent="-228600">
              <a:defRPr sz="2400">
                <a:solidFill>
                  <a:srgbClr val="000066"/>
                </a:solidFill>
                <a:latin typeface="Arial" panose="020B0604020202020204" pitchFamily="34" charset="0"/>
                <a:ea typeface="宋体" panose="02010600030101010101" pitchFamily="2" charset="-122"/>
              </a:defRPr>
            </a:lvl4pPr>
            <a:lvl5pPr marL="2057400" indent="-228600">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9pPr>
          </a:lstStyle>
          <a:p>
            <a:endParaRPr lang="zh-CN" altLang="en-US"/>
          </a:p>
        </p:txBody>
      </p:sp>
      <p:pic>
        <p:nvPicPr>
          <p:cNvPr id="8" name="图片 7">
            <a:extLst>
              <a:ext uri="{FF2B5EF4-FFF2-40B4-BE49-F238E27FC236}">
                <a16:creationId xmlns:a16="http://schemas.microsoft.com/office/drawing/2014/main" id="{4B5849DD-5C35-4AC5-B586-3B83DA93AD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1338" y="1558925"/>
            <a:ext cx="6024562"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6F5D504-F650-4894-8407-7AA917F62D9E}"/>
              </a:ext>
            </a:extLst>
          </p:cNvPr>
          <p:cNvPicPr>
            <a:picLocks noChangeAspect="1"/>
          </p:cNvPicPr>
          <p:nvPr/>
        </p:nvPicPr>
        <p:blipFill>
          <a:blip r:embed="rId2"/>
          <a:stretch>
            <a:fillRect/>
          </a:stretch>
        </p:blipFill>
        <p:spPr>
          <a:xfrm>
            <a:off x="3419732" y="38445"/>
            <a:ext cx="5483637" cy="6858000"/>
          </a:xfrm>
          <a:prstGeom prst="rect">
            <a:avLst/>
          </a:prstGeom>
        </p:spPr>
      </p:pic>
      <p:sp>
        <p:nvSpPr>
          <p:cNvPr id="29698" name="标题 1">
            <a:extLst>
              <a:ext uri="{FF2B5EF4-FFF2-40B4-BE49-F238E27FC236}">
                <a16:creationId xmlns:a16="http://schemas.microsoft.com/office/drawing/2014/main" id="{798B4BE3-23EA-4571-98D6-2D3E4026B019}"/>
              </a:ext>
            </a:extLst>
          </p:cNvPr>
          <p:cNvSpPr>
            <a:spLocks noGrp="1" noChangeArrowheads="1"/>
          </p:cNvSpPr>
          <p:nvPr>
            <p:ph type="title"/>
          </p:nvPr>
        </p:nvSpPr>
        <p:spPr>
          <a:xfrm>
            <a:off x="1101476" y="38445"/>
            <a:ext cx="7561262" cy="857250"/>
          </a:xfrm>
        </p:spPr>
        <p:txBody>
          <a:bodyPr/>
          <a:lstStyle/>
          <a:p>
            <a:r>
              <a:rPr lang="zh-CN" altLang="en-US" dirty="0"/>
              <a:t>高尔顿板</a:t>
            </a:r>
          </a:p>
        </p:txBody>
      </p:sp>
      <p:sp>
        <p:nvSpPr>
          <p:cNvPr id="29699" name="文本占位符 2">
            <a:extLst>
              <a:ext uri="{FF2B5EF4-FFF2-40B4-BE49-F238E27FC236}">
                <a16:creationId xmlns:a16="http://schemas.microsoft.com/office/drawing/2014/main" id="{27A42E6D-C4DB-4421-9961-37B3CF84B0EB}"/>
              </a:ext>
            </a:extLst>
          </p:cNvPr>
          <p:cNvSpPr>
            <a:spLocks noGrp="1" noChangeArrowheads="1"/>
          </p:cNvSpPr>
          <p:nvPr>
            <p:ph type="body" sz="half" idx="1"/>
          </p:nvPr>
        </p:nvSpPr>
        <p:spPr/>
        <p:txBody>
          <a:bodyPr/>
          <a:lstStyle/>
          <a:p>
            <a:endParaRPr lang="zh-CN" altLang="en-US"/>
          </a:p>
        </p:txBody>
      </p:sp>
      <p:sp>
        <p:nvSpPr>
          <p:cNvPr id="29700" name="内容占位符 3">
            <a:extLst>
              <a:ext uri="{FF2B5EF4-FFF2-40B4-BE49-F238E27FC236}">
                <a16:creationId xmlns:a16="http://schemas.microsoft.com/office/drawing/2014/main" id="{A94D9947-C90F-4D8A-A53E-E8B6BD730DA4}"/>
              </a:ext>
            </a:extLst>
          </p:cNvPr>
          <p:cNvSpPr>
            <a:spLocks noGrp="1" noChangeArrowheads="1"/>
          </p:cNvSpPr>
          <p:nvPr>
            <p:ph sz="half" idx="2"/>
          </p:nvPr>
        </p:nvSpPr>
        <p:spPr/>
        <p:txBody>
          <a:bodyPr/>
          <a:lstStyle/>
          <a:p>
            <a:endParaRPr lang="zh-CN" altLang="en-US"/>
          </a:p>
        </p:txBody>
      </p:sp>
      <p:pic>
        <p:nvPicPr>
          <p:cNvPr id="2" name="图片 1">
            <a:extLst>
              <a:ext uri="{FF2B5EF4-FFF2-40B4-BE49-F238E27FC236}">
                <a16:creationId xmlns:a16="http://schemas.microsoft.com/office/drawing/2014/main" id="{F4DFB6DF-242D-425A-906B-2DA200DB3709}"/>
              </a:ext>
            </a:extLst>
          </p:cNvPr>
          <p:cNvPicPr>
            <a:picLocks noChangeAspect="1"/>
          </p:cNvPicPr>
          <p:nvPr/>
        </p:nvPicPr>
        <p:blipFill>
          <a:blip r:embed="rId3"/>
          <a:stretch>
            <a:fillRect/>
          </a:stretch>
        </p:blipFill>
        <p:spPr>
          <a:xfrm>
            <a:off x="0" y="895695"/>
            <a:ext cx="9144000" cy="59623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CC2816CF-99D2-45F6-8249-C8EDB7525FAD}"/>
              </a:ext>
            </a:extLst>
          </p:cNvPr>
          <p:cNvSpPr>
            <a:spLocks noGrp="1" noChangeArrowheads="1"/>
          </p:cNvSpPr>
          <p:nvPr>
            <p:ph type="title"/>
          </p:nvPr>
        </p:nvSpPr>
        <p:spPr/>
        <p:txBody>
          <a:bodyPr/>
          <a:lstStyle/>
          <a:p>
            <a:r>
              <a:rPr lang="zh-CN" altLang="en-US"/>
              <a:t>历史</a:t>
            </a:r>
          </a:p>
        </p:txBody>
      </p:sp>
      <p:sp>
        <p:nvSpPr>
          <p:cNvPr id="30723" name="文本占位符 2">
            <a:extLst>
              <a:ext uri="{FF2B5EF4-FFF2-40B4-BE49-F238E27FC236}">
                <a16:creationId xmlns:a16="http://schemas.microsoft.com/office/drawing/2014/main" id="{004BF2BB-496C-44D5-A15E-451E1DA5E36D}"/>
              </a:ext>
            </a:extLst>
          </p:cNvPr>
          <p:cNvSpPr>
            <a:spLocks noGrp="1" noChangeArrowheads="1"/>
          </p:cNvSpPr>
          <p:nvPr>
            <p:ph type="body" sz="half" idx="1"/>
          </p:nvPr>
        </p:nvSpPr>
        <p:spPr>
          <a:xfrm>
            <a:off x="1050925" y="1143000"/>
            <a:ext cx="7983538" cy="5284788"/>
          </a:xfrm>
        </p:spPr>
        <p:txBody>
          <a:bodyPr/>
          <a:lstStyle/>
          <a:p>
            <a:pPr>
              <a:lnSpc>
                <a:spcPct val="120000"/>
              </a:lnSpc>
            </a:pPr>
            <a:r>
              <a:rPr lang="zh-CN" altLang="en-US">
                <a:latin typeface="微软雅黑" panose="020B0503020204020204" pitchFamily="34" charset="-122"/>
                <a:ea typeface="微软雅黑" panose="020B0503020204020204" pitchFamily="34" charset="-122"/>
              </a:rPr>
              <a:t>中心极限定理有着有趣的历史。这个定理的第一版被</a:t>
            </a:r>
            <a:r>
              <a:rPr lang="zh-CN" altLang="en-US">
                <a:latin typeface="微软雅黑" panose="020B0503020204020204" pitchFamily="34" charset="-122"/>
                <a:ea typeface="微软雅黑" panose="020B0503020204020204" pitchFamily="34" charset="-122"/>
                <a:hlinkClick r:id="rId2" tooltip="法国"/>
              </a:rPr>
              <a:t>法国</a:t>
            </a:r>
            <a:r>
              <a:rPr lang="zh-CN" altLang="en-US">
                <a:latin typeface="微软雅黑" panose="020B0503020204020204" pitchFamily="34" charset="-122"/>
                <a:ea typeface="微软雅黑" panose="020B0503020204020204" pitchFamily="34" charset="-122"/>
                <a:hlinkClick r:id="rId3" tooltip="数学家"/>
              </a:rPr>
              <a:t>数学家</a:t>
            </a:r>
            <a:r>
              <a:rPr lang="zh-CN" altLang="en-US">
                <a:latin typeface="微软雅黑" panose="020B0503020204020204" pitchFamily="34" charset="-122"/>
                <a:ea typeface="微软雅黑" panose="020B0503020204020204" pitchFamily="34" charset="-122"/>
                <a:hlinkClick r:id="rId4" tooltip="棣莫弗"/>
              </a:rPr>
              <a:t>棣莫弗</a:t>
            </a:r>
            <a:r>
              <a:rPr lang="zh-CN" altLang="en-US">
                <a:latin typeface="微软雅黑" panose="020B0503020204020204" pitchFamily="34" charset="-122"/>
                <a:ea typeface="微软雅黑" panose="020B0503020204020204" pitchFamily="34" charset="-122"/>
              </a:rPr>
              <a:t>发现，他在</a:t>
            </a:r>
            <a:r>
              <a:rPr lang="en-US" altLang="zh-CN">
                <a:latin typeface="微软雅黑" panose="020B0503020204020204" pitchFamily="34" charset="-122"/>
                <a:ea typeface="微软雅黑" panose="020B0503020204020204" pitchFamily="34" charset="-122"/>
              </a:rPr>
              <a:t>1733</a:t>
            </a:r>
            <a:r>
              <a:rPr lang="zh-CN" altLang="en-US">
                <a:latin typeface="微软雅黑" panose="020B0503020204020204" pitchFamily="34" charset="-122"/>
                <a:ea typeface="微软雅黑" panose="020B0503020204020204" pitchFamily="34" charset="-122"/>
              </a:rPr>
              <a:t>年发表的卓越论文中使用</a:t>
            </a:r>
            <a:r>
              <a:rPr lang="zh-CN" altLang="en-US">
                <a:latin typeface="微软雅黑" panose="020B0503020204020204" pitchFamily="34" charset="-122"/>
                <a:ea typeface="微软雅黑" panose="020B0503020204020204" pitchFamily="34" charset="-122"/>
                <a:hlinkClick r:id="rId5" tooltip="正态分布"/>
              </a:rPr>
              <a:t>正态分布</a:t>
            </a:r>
            <a:r>
              <a:rPr lang="zh-CN" altLang="en-US">
                <a:latin typeface="微软雅黑" panose="020B0503020204020204" pitchFamily="34" charset="-122"/>
                <a:ea typeface="微软雅黑" panose="020B0503020204020204" pitchFamily="34" charset="-122"/>
              </a:rPr>
              <a:t>去估计大量抛掷硬币出现正面次数的分布。这个超越时代的成果险些被历史遗忘，所幸著名法国数学家</a:t>
            </a:r>
            <a:r>
              <a:rPr lang="zh-CN" altLang="en-US">
                <a:latin typeface="微软雅黑" panose="020B0503020204020204" pitchFamily="34" charset="-122"/>
                <a:ea typeface="微软雅黑" panose="020B0503020204020204" pitchFamily="34" charset="-122"/>
                <a:hlinkClick r:id="rId6" tooltip="拉普拉斯"/>
              </a:rPr>
              <a:t>拉普拉斯</a:t>
            </a:r>
            <a:r>
              <a:rPr lang="zh-CN" altLang="en-US">
                <a:latin typeface="微软雅黑" panose="020B0503020204020204" pitchFamily="34" charset="-122"/>
                <a:ea typeface="微软雅黑" panose="020B0503020204020204" pitchFamily="34" charset="-122"/>
              </a:rPr>
              <a:t>在</a:t>
            </a:r>
            <a:r>
              <a:rPr lang="en-US" altLang="zh-CN">
                <a:latin typeface="微软雅黑" panose="020B0503020204020204" pitchFamily="34" charset="-122"/>
                <a:ea typeface="微软雅黑" panose="020B0503020204020204" pitchFamily="34" charset="-122"/>
              </a:rPr>
              <a:t>1812</a:t>
            </a:r>
            <a:r>
              <a:rPr lang="zh-CN" altLang="en-US">
                <a:latin typeface="微软雅黑" panose="020B0503020204020204" pitchFamily="34" charset="-122"/>
                <a:ea typeface="微软雅黑" panose="020B0503020204020204" pitchFamily="34" charset="-122"/>
              </a:rPr>
              <a:t>年发表的巨著 </a:t>
            </a:r>
            <a:r>
              <a:rPr lang="en-US" altLang="zh-CN" i="1">
                <a:latin typeface="微软雅黑" panose="020B0503020204020204" pitchFamily="34" charset="-122"/>
                <a:ea typeface="微软雅黑" panose="020B0503020204020204" pitchFamily="34" charset="-122"/>
              </a:rPr>
              <a:t>Théorie Analytique des Probabilités</a:t>
            </a:r>
            <a:r>
              <a:rPr lang="zh-CN" altLang="en-US">
                <a:latin typeface="微软雅黑" panose="020B0503020204020204" pitchFamily="34" charset="-122"/>
                <a:ea typeface="微软雅黑" panose="020B0503020204020204" pitchFamily="34" charset="-122"/>
              </a:rPr>
              <a:t>中拯救了这个默默无名的理论。</a:t>
            </a:r>
            <a:endParaRPr lang="en-US" altLang="zh-CN">
              <a:latin typeface="微软雅黑" panose="020B0503020204020204" pitchFamily="34" charset="-122"/>
              <a:ea typeface="微软雅黑" panose="020B0503020204020204" pitchFamily="34" charset="-122"/>
            </a:endParaRPr>
          </a:p>
          <a:p>
            <a:pPr>
              <a:lnSpc>
                <a:spcPct val="120000"/>
              </a:lnSpc>
            </a:pPr>
            <a:br>
              <a:rPr lang="zh-CN" altLang="en-US">
                <a:latin typeface="微软雅黑" panose="020B0503020204020204" pitchFamily="34" charset="-122"/>
                <a:ea typeface="微软雅黑" panose="020B0503020204020204" pitchFamily="34" charset="-122"/>
              </a:rPr>
            </a:br>
            <a:r>
              <a:rPr lang="zh-CN" altLang="en-US">
                <a:latin typeface="微软雅黑" panose="020B0503020204020204" pitchFamily="34" charset="-122"/>
                <a:ea typeface="微软雅黑" panose="020B0503020204020204" pitchFamily="34" charset="-122"/>
                <a:hlinkClick r:id="rId6" tooltip="拉普拉斯"/>
              </a:rPr>
              <a:t>拉普拉斯</a:t>
            </a:r>
            <a:r>
              <a:rPr lang="zh-CN" altLang="en-US">
                <a:latin typeface="微软雅黑" panose="020B0503020204020204" pitchFamily="34" charset="-122"/>
                <a:ea typeface="微软雅黑" panose="020B0503020204020204" pitchFamily="34" charset="-122"/>
              </a:rPr>
              <a:t>扩展了</a:t>
            </a:r>
            <a:r>
              <a:rPr lang="zh-CN" altLang="en-US">
                <a:latin typeface="微软雅黑" panose="020B0503020204020204" pitchFamily="34" charset="-122"/>
                <a:ea typeface="微软雅黑" panose="020B0503020204020204" pitchFamily="34" charset="-122"/>
                <a:hlinkClick r:id="rId4" tooltip="棣莫弗"/>
              </a:rPr>
              <a:t>棣莫弗</a:t>
            </a:r>
            <a:r>
              <a:rPr lang="zh-CN" altLang="en-US">
                <a:latin typeface="微软雅黑" panose="020B0503020204020204" pitchFamily="34" charset="-122"/>
                <a:ea typeface="微软雅黑" panose="020B0503020204020204" pitchFamily="34" charset="-122"/>
              </a:rPr>
              <a:t>的理论，指出二项分布可用正态分布逼近。但同</a:t>
            </a:r>
            <a:r>
              <a:rPr lang="zh-CN" altLang="en-US">
                <a:latin typeface="微软雅黑" panose="020B0503020204020204" pitchFamily="34" charset="-122"/>
                <a:ea typeface="微软雅黑" panose="020B0503020204020204" pitchFamily="34" charset="-122"/>
                <a:hlinkClick r:id="rId4" tooltip="棣莫弗"/>
              </a:rPr>
              <a:t>棣莫弗</a:t>
            </a:r>
            <a:r>
              <a:rPr lang="zh-CN" altLang="en-US">
                <a:latin typeface="微软雅黑" panose="020B0503020204020204" pitchFamily="34" charset="-122"/>
                <a:ea typeface="微软雅黑" panose="020B0503020204020204" pitchFamily="34" charset="-122"/>
              </a:rPr>
              <a:t>一样，</a:t>
            </a:r>
            <a:r>
              <a:rPr lang="zh-CN" altLang="en-US">
                <a:latin typeface="微软雅黑" panose="020B0503020204020204" pitchFamily="34" charset="-122"/>
                <a:ea typeface="微软雅黑" panose="020B0503020204020204" pitchFamily="34" charset="-122"/>
                <a:hlinkClick r:id="rId6" tooltip="拉普拉斯"/>
              </a:rPr>
              <a:t>拉普拉斯</a:t>
            </a:r>
            <a:r>
              <a:rPr lang="zh-CN" altLang="en-US">
                <a:latin typeface="微软雅黑" panose="020B0503020204020204" pitchFamily="34" charset="-122"/>
                <a:ea typeface="微软雅黑" panose="020B0503020204020204" pitchFamily="34" charset="-122"/>
              </a:rPr>
              <a:t>的发现在当时并未引起很大反响。直到十九世纪末中心极限定理的重要性才被世人所知。</a:t>
            </a:r>
            <a:r>
              <a:rPr lang="en-US" altLang="zh-CN">
                <a:latin typeface="微软雅黑" panose="020B0503020204020204" pitchFamily="34" charset="-122"/>
                <a:ea typeface="微软雅黑" panose="020B0503020204020204" pitchFamily="34" charset="-122"/>
              </a:rPr>
              <a:t>1901</a:t>
            </a:r>
            <a:r>
              <a:rPr lang="zh-CN" altLang="en-US">
                <a:latin typeface="微软雅黑" panose="020B0503020204020204" pitchFamily="34" charset="-122"/>
                <a:ea typeface="微软雅黑" panose="020B0503020204020204" pitchFamily="34" charset="-122"/>
              </a:rPr>
              <a:t>年，俄国数学家</a:t>
            </a:r>
            <a:r>
              <a:rPr lang="zh-CN" altLang="en-US">
                <a:latin typeface="微软雅黑" panose="020B0503020204020204" pitchFamily="34" charset="-122"/>
                <a:ea typeface="微软雅黑" panose="020B0503020204020204" pitchFamily="34" charset="-122"/>
                <a:hlinkClick r:id="rId7" tooltip="里雅普诺夫"/>
              </a:rPr>
              <a:t>里雅普诺夫</a:t>
            </a:r>
            <a:r>
              <a:rPr lang="zh-CN" altLang="en-US">
                <a:latin typeface="微软雅黑" panose="020B0503020204020204" pitchFamily="34" charset="-122"/>
                <a:ea typeface="微软雅黑" panose="020B0503020204020204" pitchFamily="34" charset="-122"/>
              </a:rPr>
              <a:t>用更普通的随机变量定义中心极限定理并在数学上进行了精确的证明。如今，中心极限定理被认为是</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非正式地</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hlinkClick r:id="rId8" tooltip="概率论"/>
              </a:rPr>
              <a:t>概率论</a:t>
            </a:r>
            <a:r>
              <a:rPr lang="zh-CN" altLang="en-US">
                <a:latin typeface="微软雅黑" panose="020B0503020204020204" pitchFamily="34" charset="-122"/>
                <a:ea typeface="微软雅黑" panose="020B0503020204020204" pitchFamily="34" charset="-122"/>
              </a:rPr>
              <a:t>中的首席定理。</a:t>
            </a:r>
          </a:p>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6">
            <a:extLst>
              <a:ext uri="{FF2B5EF4-FFF2-40B4-BE49-F238E27FC236}">
                <a16:creationId xmlns:a16="http://schemas.microsoft.com/office/drawing/2014/main" id="{08A45E41-8858-4E06-A867-D8432824721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7AE14F7F-3A59-42DE-B417-78629CDB6114}" type="slidenum">
              <a:rPr altLang="en-US" sz="1400" smtClean="0"/>
              <a:pPr>
                <a:lnSpc>
                  <a:spcPct val="100000"/>
                </a:lnSpc>
                <a:spcBef>
                  <a:spcPct val="0"/>
                </a:spcBef>
                <a:buClr>
                  <a:schemeClr val="tx1"/>
                </a:buClr>
                <a:buFontTx/>
                <a:buNone/>
              </a:pPr>
              <a:t>14</a:t>
            </a:fld>
            <a:endParaRPr lang="zh-CN" altLang="en-US" sz="1400"/>
          </a:p>
        </p:txBody>
      </p:sp>
      <p:sp>
        <p:nvSpPr>
          <p:cNvPr id="31747" name="Rectangle 2">
            <a:extLst>
              <a:ext uri="{FF2B5EF4-FFF2-40B4-BE49-F238E27FC236}">
                <a16:creationId xmlns:a16="http://schemas.microsoft.com/office/drawing/2014/main" id="{B8DF01A7-874E-46C2-BE46-C79D9A4A8E01}"/>
              </a:ext>
            </a:extLst>
          </p:cNvPr>
          <p:cNvSpPr>
            <a:spLocks noGrp="1" noChangeArrowheads="1"/>
          </p:cNvSpPr>
          <p:nvPr>
            <p:ph type="title"/>
          </p:nvPr>
        </p:nvSpPr>
        <p:spPr>
          <a:xfrm>
            <a:off x="925513" y="141288"/>
            <a:ext cx="7561262" cy="857250"/>
          </a:xfrm>
        </p:spPr>
        <p:txBody>
          <a:bodyPr/>
          <a:lstStyle/>
          <a:p>
            <a:pPr eaLnBrk="1" hangingPunct="1"/>
            <a:r>
              <a:rPr lang="zh-CN" altLang="en-US">
                <a:latin typeface="宋体" panose="02010600030101010101" pitchFamily="2" charset="-122"/>
                <a:ea typeface="宋体" panose="02010600030101010101" pitchFamily="2" charset="-122"/>
              </a:rPr>
              <a:t>背景</a:t>
            </a:r>
          </a:p>
        </p:txBody>
      </p:sp>
      <p:sp>
        <p:nvSpPr>
          <p:cNvPr id="31748" name="Rectangle 3">
            <a:extLst>
              <a:ext uri="{FF2B5EF4-FFF2-40B4-BE49-F238E27FC236}">
                <a16:creationId xmlns:a16="http://schemas.microsoft.com/office/drawing/2014/main" id="{E6AD462A-1FB4-42C0-8F59-6E46581E178A}"/>
              </a:ext>
            </a:extLst>
          </p:cNvPr>
          <p:cNvSpPr>
            <a:spLocks noGrp="1" noChangeArrowheads="1"/>
          </p:cNvSpPr>
          <p:nvPr>
            <p:ph type="body" sz="half" idx="1"/>
          </p:nvPr>
        </p:nvSpPr>
        <p:spPr>
          <a:xfrm>
            <a:off x="966788" y="1143000"/>
            <a:ext cx="8161337" cy="5295900"/>
          </a:xfrm>
        </p:spPr>
        <p:txBody>
          <a:bodyPr/>
          <a:lstStyle/>
          <a:p>
            <a:pPr marL="0" indent="15875" eaLnBrk="1" hangingPunct="1">
              <a:buFontTx/>
              <a:buBlip>
                <a:blip r:embed="rId2"/>
              </a:buBlip>
            </a:pPr>
            <a:endParaRPr lang="zh-CN" altLang="en-US" sz="2000">
              <a:latin typeface="宋体" panose="02010600030101010101" pitchFamily="2" charset="-122"/>
              <a:ea typeface="宋体" panose="02010600030101010101" pitchFamily="2" charset="-122"/>
            </a:endParaRP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有许多随机变量，它们是由大量的相互独立</a:t>
            </a: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的随机变量的综合影响所形成的，而其中每</a:t>
            </a: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个个别的因素作用都很小，这种随机变量往</a:t>
            </a: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往服从或近似服从正态分布，或者说它的极</a:t>
            </a: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限分布是正态分布，中心极限定理正是从数</a:t>
            </a: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学上论证了这一现象，它在长达两个世纪的</a:t>
            </a:r>
          </a:p>
          <a:p>
            <a:pPr marL="0" indent="15875" eaLnBrk="1" hangingPunct="1">
              <a:lnSpc>
                <a:spcPts val="3200"/>
              </a:lnSpc>
              <a:buFontTx/>
              <a:buNone/>
            </a:pPr>
            <a:r>
              <a:rPr lang="zh-CN" altLang="en-US" sz="2800">
                <a:latin typeface="宋体" panose="02010600030101010101" pitchFamily="2" charset="-122"/>
                <a:ea typeface="宋体" panose="02010600030101010101" pitchFamily="2" charset="-122"/>
              </a:rPr>
              <a:t>     时期内曾是概率论研究的中心课题。</a:t>
            </a:r>
          </a:p>
          <a:p>
            <a:pPr marL="0" indent="15875" eaLnBrk="1" hangingPunct="1">
              <a:buFontTx/>
              <a:buNone/>
            </a:pPr>
            <a:r>
              <a:rPr lang="zh-CN" altLang="en-US" sz="2000">
                <a:latin typeface="宋体" panose="02010600030101010101" pitchFamily="2" charset="-122"/>
                <a:ea typeface="宋体" panose="02010600030101010101" pitchFamily="2" charset="-122"/>
              </a:rPr>
              <a:t> </a:t>
            </a:r>
          </a:p>
        </p:txBody>
      </p:sp>
    </p:spTree>
  </p:cSld>
  <p:clrMapOvr>
    <a:masterClrMapping/>
  </p:clrMapOvr>
  <p:transition spd="slow">
    <p:comb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6">
            <a:extLst>
              <a:ext uri="{FF2B5EF4-FFF2-40B4-BE49-F238E27FC236}">
                <a16:creationId xmlns:a16="http://schemas.microsoft.com/office/drawing/2014/main" id="{6C8A7769-6EC8-464B-B760-19D30CD3C4F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0D5D09E4-4FD4-4DA6-9FA6-80390E1DC6ED}" type="slidenum">
              <a:rPr altLang="en-US" sz="1400" smtClean="0"/>
              <a:pPr>
                <a:lnSpc>
                  <a:spcPct val="100000"/>
                </a:lnSpc>
                <a:spcBef>
                  <a:spcPct val="0"/>
                </a:spcBef>
                <a:buClr>
                  <a:schemeClr val="tx1"/>
                </a:buClr>
                <a:buFontTx/>
                <a:buNone/>
              </a:pPr>
              <a:t>15</a:t>
            </a:fld>
            <a:endParaRPr lang="zh-CN" altLang="en-US" sz="1400"/>
          </a:p>
        </p:txBody>
      </p:sp>
      <p:graphicFrame>
        <p:nvGraphicFramePr>
          <p:cNvPr id="32771" name="Object 1028">
            <a:extLst>
              <a:ext uri="{FF2B5EF4-FFF2-40B4-BE49-F238E27FC236}">
                <a16:creationId xmlns:a16="http://schemas.microsoft.com/office/drawing/2014/main" id="{3A3D1DF3-F49C-440A-BA34-D6E40A8C7532}"/>
              </a:ext>
            </a:extLst>
          </p:cNvPr>
          <p:cNvGraphicFramePr>
            <a:graphicFrameLocks noGrp="1"/>
          </p:cNvGraphicFramePr>
          <p:nvPr>
            <p:ph sz="half" idx="2"/>
          </p:nvPr>
        </p:nvGraphicFramePr>
        <p:xfrm>
          <a:off x="1943100" y="371475"/>
          <a:ext cx="5976938" cy="558800"/>
        </p:xfrm>
        <a:graphic>
          <a:graphicData uri="http://schemas.openxmlformats.org/presentationml/2006/ole">
            <mc:AlternateContent xmlns:mc="http://schemas.openxmlformats.org/markup-compatibility/2006">
              <mc:Choice xmlns:v="urn:schemas-microsoft-com:vml" Requires="v">
                <p:oleObj spid="_x0000_s32804" r:id="rId3" imgW="2537797" imgH="253780" progId="Equation.DSMT4">
                  <p:embed/>
                </p:oleObj>
              </mc:Choice>
              <mc:Fallback>
                <p:oleObj r:id="rId3" imgW="2537797" imgH="253780" progId="Equation.DSMT4">
                  <p:embed/>
                  <p:pic>
                    <p:nvPicPr>
                      <p:cNvPr id="0" name="Object 1028"/>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371475"/>
                        <a:ext cx="597693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2" name="AutoShape 1029">
            <a:extLst>
              <a:ext uri="{FF2B5EF4-FFF2-40B4-BE49-F238E27FC236}">
                <a16:creationId xmlns:a16="http://schemas.microsoft.com/office/drawing/2014/main" id="{D495697F-E918-4BD2-BACA-E3CD89FDDE2A}"/>
              </a:ext>
            </a:extLst>
          </p:cNvPr>
          <p:cNvSpPr>
            <a:spLocks noChangeArrowheads="1"/>
          </p:cNvSpPr>
          <p:nvPr/>
        </p:nvSpPr>
        <p:spPr bwMode="auto">
          <a:xfrm>
            <a:off x="1130300" y="590550"/>
            <a:ext cx="223838"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2115590" name="Object 1030">
            <a:extLst>
              <a:ext uri="{FF2B5EF4-FFF2-40B4-BE49-F238E27FC236}">
                <a16:creationId xmlns:a16="http://schemas.microsoft.com/office/drawing/2014/main" id="{6A262EC8-BB23-454D-ADD5-0CE2BE22ADB9}"/>
              </a:ext>
            </a:extLst>
          </p:cNvPr>
          <p:cNvGraphicFramePr>
            <a:graphicFrameLocks/>
          </p:cNvGraphicFramePr>
          <p:nvPr/>
        </p:nvGraphicFramePr>
        <p:xfrm>
          <a:off x="1147763" y="4672013"/>
          <a:ext cx="4894262" cy="1736725"/>
        </p:xfrm>
        <a:graphic>
          <a:graphicData uri="http://schemas.openxmlformats.org/presentationml/2006/ole">
            <mc:AlternateContent xmlns:mc="http://schemas.openxmlformats.org/markup-compatibility/2006">
              <mc:Choice xmlns:v="urn:schemas-microsoft-com:vml" Requires="v">
                <p:oleObj spid="_x0000_s32805" r:id="rId5" imgW="3149600" imgH="1117600" progId="Equation.DSMT4">
                  <p:embed/>
                </p:oleObj>
              </mc:Choice>
              <mc:Fallback>
                <p:oleObj r:id="rId5" imgW="3149600" imgH="1117600" progId="Equation.DSMT4">
                  <p:embed/>
                  <p:pic>
                    <p:nvPicPr>
                      <p:cNvPr id="0" name="Object 103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7763" y="4672013"/>
                        <a:ext cx="4894262"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5593" name="Object 1033">
            <a:extLst>
              <a:ext uri="{FF2B5EF4-FFF2-40B4-BE49-F238E27FC236}">
                <a16:creationId xmlns:a16="http://schemas.microsoft.com/office/drawing/2014/main" id="{6E0297F4-8A23-42BD-896A-164E887F5C69}"/>
              </a:ext>
            </a:extLst>
          </p:cNvPr>
          <p:cNvGraphicFramePr>
            <a:graphicFrameLocks/>
          </p:cNvGraphicFramePr>
          <p:nvPr/>
        </p:nvGraphicFramePr>
        <p:xfrm>
          <a:off x="7150100" y="1431925"/>
          <a:ext cx="1792288" cy="1335088"/>
        </p:xfrm>
        <a:graphic>
          <a:graphicData uri="http://schemas.openxmlformats.org/presentationml/2006/ole">
            <mc:AlternateContent xmlns:mc="http://schemas.openxmlformats.org/markup-compatibility/2006">
              <mc:Choice xmlns:v="urn:schemas-microsoft-com:vml" Requires="v">
                <p:oleObj spid="_x0000_s32806" r:id="rId7" imgW="1193800" imgH="889000" progId="Equation.DSMT4">
                  <p:embed/>
                </p:oleObj>
              </mc:Choice>
              <mc:Fallback>
                <p:oleObj r:id="rId7" imgW="1193800" imgH="889000" progId="Equation.DSMT4">
                  <p:embed/>
                  <p:pic>
                    <p:nvPicPr>
                      <p:cNvPr id="0" name="Object 103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50100" y="1431925"/>
                        <a:ext cx="1792288"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15594" name="Object 1034">
            <a:extLst>
              <a:ext uri="{FF2B5EF4-FFF2-40B4-BE49-F238E27FC236}">
                <a16:creationId xmlns:a16="http://schemas.microsoft.com/office/drawing/2014/main" id="{0F4AAF18-F52F-48B9-8A32-7CB7FC9B8BA5}"/>
              </a:ext>
            </a:extLst>
          </p:cNvPr>
          <p:cNvGraphicFramePr>
            <a:graphicFrameLocks/>
          </p:cNvGraphicFramePr>
          <p:nvPr/>
        </p:nvGraphicFramePr>
        <p:xfrm>
          <a:off x="7026275" y="4949825"/>
          <a:ext cx="1720850" cy="668338"/>
        </p:xfrm>
        <a:graphic>
          <a:graphicData uri="http://schemas.openxmlformats.org/presentationml/2006/ole">
            <mc:AlternateContent xmlns:mc="http://schemas.openxmlformats.org/markup-compatibility/2006">
              <mc:Choice xmlns:v="urn:schemas-microsoft-com:vml" Requires="v">
                <p:oleObj spid="_x0000_s32807" r:id="rId9" imgW="1079500" imgH="419100" progId="Equation.DSMT4">
                  <p:embed/>
                </p:oleObj>
              </mc:Choice>
              <mc:Fallback>
                <p:oleObj r:id="rId9" imgW="1079500" imgH="419100" progId="Equation.DSMT4">
                  <p:embed/>
                  <p:pic>
                    <p:nvPicPr>
                      <p:cNvPr id="0" name="Object 103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6275" y="4949825"/>
                        <a:ext cx="17208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5595" name="Rectangle 1035">
            <a:extLst>
              <a:ext uri="{FF2B5EF4-FFF2-40B4-BE49-F238E27FC236}">
                <a16:creationId xmlns:a16="http://schemas.microsoft.com/office/drawing/2014/main" id="{2DC098A7-2D7E-4A5F-9438-AC51334BFD3E}"/>
              </a:ext>
            </a:extLst>
          </p:cNvPr>
          <p:cNvSpPr>
            <a:spLocks noChangeArrowheads="1"/>
          </p:cNvSpPr>
          <p:nvPr/>
        </p:nvSpPr>
        <p:spPr bwMode="auto">
          <a:xfrm>
            <a:off x="6999288" y="4970463"/>
            <a:ext cx="1878012" cy="698500"/>
          </a:xfrm>
          <a:prstGeom prst="rect">
            <a:avLst/>
          </a:prstGeom>
          <a:noFill/>
          <a:ln w="19050">
            <a:solidFill>
              <a:srgbClr val="9933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2115596" name="Rectangle 1036">
            <a:extLst>
              <a:ext uri="{FF2B5EF4-FFF2-40B4-BE49-F238E27FC236}">
                <a16:creationId xmlns:a16="http://schemas.microsoft.com/office/drawing/2014/main" id="{333D4845-7279-4506-AB23-0B6382DF74EE}"/>
              </a:ext>
            </a:extLst>
          </p:cNvPr>
          <p:cNvSpPr>
            <a:spLocks noChangeArrowheads="1"/>
          </p:cNvSpPr>
          <p:nvPr/>
        </p:nvSpPr>
        <p:spPr bwMode="auto">
          <a:xfrm>
            <a:off x="6899275" y="1374775"/>
            <a:ext cx="2244725" cy="1489075"/>
          </a:xfrm>
          <a:prstGeom prst="rect">
            <a:avLst/>
          </a:prstGeom>
          <a:noFill/>
          <a:ln w="19050">
            <a:solidFill>
              <a:schemeClr val="accent2"/>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2115597" name="Object 1037">
            <a:extLst>
              <a:ext uri="{FF2B5EF4-FFF2-40B4-BE49-F238E27FC236}">
                <a16:creationId xmlns:a16="http://schemas.microsoft.com/office/drawing/2014/main" id="{AC7D8612-DEE6-4815-BC16-0A8835108E57}"/>
              </a:ext>
            </a:extLst>
          </p:cNvPr>
          <p:cNvGraphicFramePr>
            <a:graphicFrameLocks/>
          </p:cNvGraphicFramePr>
          <p:nvPr/>
        </p:nvGraphicFramePr>
        <p:xfrm>
          <a:off x="1138238" y="1227138"/>
          <a:ext cx="6886575" cy="3414712"/>
        </p:xfrm>
        <a:graphic>
          <a:graphicData uri="http://schemas.openxmlformats.org/presentationml/2006/ole">
            <mc:AlternateContent xmlns:mc="http://schemas.openxmlformats.org/markup-compatibility/2006">
              <mc:Choice xmlns:v="urn:schemas-microsoft-com:vml" Requires="v">
                <p:oleObj spid="_x0000_s32808" r:id="rId11" imgW="4432300" imgH="2197100" progId="Equation.DSMT4">
                  <p:embed/>
                </p:oleObj>
              </mc:Choice>
              <mc:Fallback>
                <p:oleObj r:id="rId11" imgW="4432300" imgH="2197100" progId="Equation.DSMT4">
                  <p:embed/>
                  <p:pic>
                    <p:nvPicPr>
                      <p:cNvPr id="0" name="Object 103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38238" y="1227138"/>
                        <a:ext cx="6886575" cy="341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115597"/>
                                        </p:tgtEl>
                                        <p:attrNameLst>
                                          <p:attrName>style.visibility</p:attrName>
                                        </p:attrNameLst>
                                      </p:cBhvr>
                                      <p:to>
                                        <p:strVal val="visible"/>
                                      </p:to>
                                    </p:set>
                                    <p:animEffect transition="in" filter="slide(fromBottom)">
                                      <p:cBhvr>
                                        <p:cTn id="7" dur="500"/>
                                        <p:tgtEl>
                                          <p:spTgt spid="21155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115590"/>
                                        </p:tgtEl>
                                        <p:attrNameLst>
                                          <p:attrName>style.visibility</p:attrName>
                                        </p:attrNameLst>
                                      </p:cBhvr>
                                      <p:to>
                                        <p:strVal val="visible"/>
                                      </p:to>
                                    </p:set>
                                    <p:animEffect transition="in" filter="slide(fromBottom)">
                                      <p:cBhvr>
                                        <p:cTn id="12" dur="500"/>
                                        <p:tgtEl>
                                          <p:spTgt spid="2115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115596"/>
                                        </p:tgtEl>
                                        <p:attrNameLst>
                                          <p:attrName>style.visibility</p:attrName>
                                        </p:attrNameLst>
                                      </p:cBhvr>
                                      <p:to>
                                        <p:strVal val="visible"/>
                                      </p:to>
                                    </p:set>
                                  </p:childTnLst>
                                </p:cTn>
                              </p:par>
                            </p:childTnLst>
                          </p:cTn>
                        </p:par>
                        <p:par>
                          <p:cTn id="17" fill="hold" nodeType="afterGroup">
                            <p:stCondLst>
                              <p:cond delay="500"/>
                            </p:stCondLst>
                            <p:childTnLst>
                              <p:par>
                                <p:cTn id="18" presetID="17" presetClass="entr" presetSubtype="10" fill="hold" nodeType="afterEffect">
                                  <p:stCondLst>
                                    <p:cond delay="0"/>
                                  </p:stCondLst>
                                  <p:childTnLst>
                                    <p:set>
                                      <p:cBhvr>
                                        <p:cTn id="19" dur="1" fill="hold">
                                          <p:stCondLst>
                                            <p:cond delay="0"/>
                                          </p:stCondLst>
                                        </p:cTn>
                                        <p:tgtEl>
                                          <p:spTgt spid="2115593"/>
                                        </p:tgtEl>
                                        <p:attrNameLst>
                                          <p:attrName>style.visibility</p:attrName>
                                        </p:attrNameLst>
                                      </p:cBhvr>
                                      <p:to>
                                        <p:strVal val="visible"/>
                                      </p:to>
                                    </p:set>
                                    <p:anim calcmode="lin" valueType="num">
                                      <p:cBhvr>
                                        <p:cTn id="20" dur="500" fill="hold"/>
                                        <p:tgtEl>
                                          <p:spTgt spid="2115593"/>
                                        </p:tgtEl>
                                        <p:attrNameLst>
                                          <p:attrName>ppt_w</p:attrName>
                                        </p:attrNameLst>
                                      </p:cBhvr>
                                      <p:tavLst>
                                        <p:tav tm="0">
                                          <p:val>
                                            <p:fltVal val="0"/>
                                          </p:val>
                                        </p:tav>
                                        <p:tav tm="100000">
                                          <p:val>
                                            <p:strVal val="#ppt_w"/>
                                          </p:val>
                                        </p:tav>
                                      </p:tavLst>
                                    </p:anim>
                                    <p:anim calcmode="lin" valueType="num">
                                      <p:cBhvr>
                                        <p:cTn id="21" dur="500" fill="hold"/>
                                        <p:tgtEl>
                                          <p:spTgt spid="2115593"/>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2115595"/>
                                        </p:tgtEl>
                                        <p:attrNameLst>
                                          <p:attrName>style.visibility</p:attrName>
                                        </p:attrNameLst>
                                      </p:cBhvr>
                                      <p:to>
                                        <p:strVal val="visible"/>
                                      </p:to>
                                    </p:set>
                                  </p:childTnLst>
                                </p:cTn>
                              </p:par>
                            </p:childTnLst>
                          </p:cTn>
                        </p:par>
                        <p:par>
                          <p:cTn id="26" fill="hold" nodeType="afterGroup">
                            <p:stCondLst>
                              <p:cond delay="500"/>
                            </p:stCondLst>
                            <p:childTnLst>
                              <p:par>
                                <p:cTn id="27" presetID="22" presetClass="entr" presetSubtype="1" fill="hold" nodeType="afterEffect">
                                  <p:stCondLst>
                                    <p:cond delay="0"/>
                                  </p:stCondLst>
                                  <p:childTnLst>
                                    <p:set>
                                      <p:cBhvr>
                                        <p:cTn id="28" dur="1" fill="hold">
                                          <p:stCondLst>
                                            <p:cond delay="0"/>
                                          </p:stCondLst>
                                        </p:cTn>
                                        <p:tgtEl>
                                          <p:spTgt spid="2115594"/>
                                        </p:tgtEl>
                                        <p:attrNameLst>
                                          <p:attrName>style.visibility</p:attrName>
                                        </p:attrNameLst>
                                      </p:cBhvr>
                                      <p:to>
                                        <p:strVal val="visible"/>
                                      </p:to>
                                    </p:set>
                                    <p:animEffect transition="in" filter="wipe(up)">
                                      <p:cBhvr>
                                        <p:cTn id="29" dur="500"/>
                                        <p:tgtEl>
                                          <p:spTgt spid="2115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5595" grpId="0" animBg="1"/>
      <p:bldP spid="211559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7">
            <a:extLst>
              <a:ext uri="{FF2B5EF4-FFF2-40B4-BE49-F238E27FC236}">
                <a16:creationId xmlns:a16="http://schemas.microsoft.com/office/drawing/2014/main" id="{5F189164-CA3E-4185-BD19-AB94D84CBCD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FB30FA9F-62AA-4067-B232-742445102DCF}" type="slidenum">
              <a:rPr altLang="en-US" sz="1400" smtClean="0"/>
              <a:pPr>
                <a:lnSpc>
                  <a:spcPct val="100000"/>
                </a:lnSpc>
                <a:spcBef>
                  <a:spcPct val="0"/>
                </a:spcBef>
                <a:buClr>
                  <a:schemeClr val="tx1"/>
                </a:buClr>
                <a:buFontTx/>
                <a:buNone/>
              </a:pPr>
              <a:t>16</a:t>
            </a:fld>
            <a:endParaRPr lang="zh-CN" altLang="en-US" sz="1400"/>
          </a:p>
        </p:txBody>
      </p:sp>
      <p:graphicFrame>
        <p:nvGraphicFramePr>
          <p:cNvPr id="33795" name="Object 4">
            <a:extLst>
              <a:ext uri="{FF2B5EF4-FFF2-40B4-BE49-F238E27FC236}">
                <a16:creationId xmlns:a16="http://schemas.microsoft.com/office/drawing/2014/main" id="{36366EBF-7614-4D6F-9604-04080F64D5B5}"/>
              </a:ext>
            </a:extLst>
          </p:cNvPr>
          <p:cNvGraphicFramePr>
            <a:graphicFrameLocks noGrp="1"/>
          </p:cNvGraphicFramePr>
          <p:nvPr>
            <p:ph sz="quarter" idx="2"/>
          </p:nvPr>
        </p:nvGraphicFramePr>
        <p:xfrm>
          <a:off x="1527175" y="423863"/>
          <a:ext cx="4316413" cy="490537"/>
        </p:xfrm>
        <a:graphic>
          <a:graphicData uri="http://schemas.openxmlformats.org/presentationml/2006/ole">
            <mc:AlternateContent xmlns:mc="http://schemas.openxmlformats.org/markup-compatibility/2006">
              <mc:Choice xmlns:v="urn:schemas-microsoft-com:vml" Requires="v">
                <p:oleObj spid="_x0000_s33845" r:id="rId3" imgW="2233261" imgH="253780" progId="Equation.DSMT4">
                  <p:embed/>
                </p:oleObj>
              </mc:Choice>
              <mc:Fallback>
                <p:oleObj r:id="rId3" imgW="2233261" imgH="253780" progId="Equation.DSMT4">
                  <p:embed/>
                  <p:pic>
                    <p:nvPicPr>
                      <p:cNvPr id="0" name="Object 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175" y="423863"/>
                        <a:ext cx="4316413"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796" name="AutoShape 11">
            <a:extLst>
              <a:ext uri="{FF2B5EF4-FFF2-40B4-BE49-F238E27FC236}">
                <a16:creationId xmlns:a16="http://schemas.microsoft.com/office/drawing/2014/main" id="{F060112E-A3AD-4CD9-A395-FE261294DF0D}"/>
              </a:ext>
            </a:extLst>
          </p:cNvPr>
          <p:cNvSpPr>
            <a:spLocks noChangeArrowheads="1"/>
          </p:cNvSpPr>
          <p:nvPr/>
        </p:nvSpPr>
        <p:spPr bwMode="auto">
          <a:xfrm>
            <a:off x="1095375" y="538163"/>
            <a:ext cx="223838"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28814" name="Object 14">
            <a:extLst>
              <a:ext uri="{FF2B5EF4-FFF2-40B4-BE49-F238E27FC236}">
                <a16:creationId xmlns:a16="http://schemas.microsoft.com/office/drawing/2014/main" id="{E8FB78E7-AA5F-4EAA-8920-445777C5966A}"/>
              </a:ext>
            </a:extLst>
          </p:cNvPr>
          <p:cNvGraphicFramePr>
            <a:graphicFrameLocks/>
          </p:cNvGraphicFramePr>
          <p:nvPr/>
        </p:nvGraphicFramePr>
        <p:xfrm>
          <a:off x="1476375" y="4979988"/>
          <a:ext cx="5807075" cy="871537"/>
        </p:xfrm>
        <a:graphic>
          <a:graphicData uri="http://schemas.openxmlformats.org/presentationml/2006/ole">
            <mc:AlternateContent xmlns:mc="http://schemas.openxmlformats.org/markup-compatibility/2006">
              <mc:Choice xmlns:v="urn:schemas-microsoft-com:vml" Requires="v">
                <p:oleObj spid="_x0000_s33846" r:id="rId5" imgW="3378200" imgH="508000" progId="Equation.DSMT4">
                  <p:embed/>
                </p:oleObj>
              </mc:Choice>
              <mc:Fallback>
                <p:oleObj r:id="rId5" imgW="3378200" imgH="508000" progId="Equation.DSMT4">
                  <p:embed/>
                  <p:pic>
                    <p:nvPicPr>
                      <p:cNvPr id="0" name="Object 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4979988"/>
                        <a:ext cx="580707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8816" name="Object 16">
            <a:extLst>
              <a:ext uri="{FF2B5EF4-FFF2-40B4-BE49-F238E27FC236}">
                <a16:creationId xmlns:a16="http://schemas.microsoft.com/office/drawing/2014/main" id="{D69830AA-4906-49AD-BB81-B967636A1CA0}"/>
              </a:ext>
            </a:extLst>
          </p:cNvPr>
          <p:cNvGraphicFramePr>
            <a:graphicFrameLocks/>
          </p:cNvGraphicFramePr>
          <p:nvPr/>
        </p:nvGraphicFramePr>
        <p:xfrm>
          <a:off x="1200150" y="2801938"/>
          <a:ext cx="4721225" cy="911225"/>
        </p:xfrm>
        <a:graphic>
          <a:graphicData uri="http://schemas.openxmlformats.org/presentationml/2006/ole">
            <mc:AlternateContent xmlns:mc="http://schemas.openxmlformats.org/markup-compatibility/2006">
              <mc:Choice xmlns:v="urn:schemas-microsoft-com:vml" Requires="v">
                <p:oleObj spid="_x0000_s33847" r:id="rId7" imgW="2500815" imgH="482391" progId="Equation.DSMT4">
                  <p:embed/>
                </p:oleObj>
              </mc:Choice>
              <mc:Fallback>
                <p:oleObj r:id="rId7" imgW="2500815" imgH="482391" progId="Equation.DSMT4">
                  <p:embed/>
                  <p:pic>
                    <p:nvPicPr>
                      <p:cNvPr id="0" name="Object 1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0150" y="2801938"/>
                        <a:ext cx="4721225"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799" name="Object 17">
            <a:extLst>
              <a:ext uri="{FF2B5EF4-FFF2-40B4-BE49-F238E27FC236}">
                <a16:creationId xmlns:a16="http://schemas.microsoft.com/office/drawing/2014/main" id="{306F762C-6AD0-4FA5-A76D-A7061B58181A}"/>
              </a:ext>
            </a:extLst>
          </p:cNvPr>
          <p:cNvGraphicFramePr>
            <a:graphicFrameLocks/>
          </p:cNvGraphicFramePr>
          <p:nvPr/>
        </p:nvGraphicFramePr>
        <p:xfrm>
          <a:off x="1306513" y="1223963"/>
          <a:ext cx="7297737" cy="1281112"/>
        </p:xfrm>
        <a:graphic>
          <a:graphicData uri="http://schemas.openxmlformats.org/presentationml/2006/ole">
            <mc:AlternateContent xmlns:mc="http://schemas.openxmlformats.org/markup-compatibility/2006">
              <mc:Choice xmlns:v="urn:schemas-microsoft-com:vml" Requires="v">
                <p:oleObj spid="_x0000_s33848" r:id="rId9" imgW="4341516" imgH="761669" progId="Equation.DSMT4">
                  <p:embed/>
                </p:oleObj>
              </mc:Choice>
              <mc:Fallback>
                <p:oleObj r:id="rId9" imgW="4341516" imgH="761669" progId="Equation.DSMT4">
                  <p:embed/>
                  <p:pic>
                    <p:nvPicPr>
                      <p:cNvPr id="0" name="Object 1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6513" y="1223963"/>
                        <a:ext cx="7297737"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8818" name="Object 18">
            <a:extLst>
              <a:ext uri="{FF2B5EF4-FFF2-40B4-BE49-F238E27FC236}">
                <a16:creationId xmlns:a16="http://schemas.microsoft.com/office/drawing/2014/main" id="{47C4F5A0-80D2-427E-9159-B676F100A217}"/>
              </a:ext>
            </a:extLst>
          </p:cNvPr>
          <p:cNvGraphicFramePr>
            <a:graphicFrameLocks/>
          </p:cNvGraphicFramePr>
          <p:nvPr/>
        </p:nvGraphicFramePr>
        <p:xfrm>
          <a:off x="1335088" y="3929063"/>
          <a:ext cx="5230812" cy="395287"/>
        </p:xfrm>
        <a:graphic>
          <a:graphicData uri="http://schemas.openxmlformats.org/presentationml/2006/ole">
            <mc:AlternateContent xmlns:mc="http://schemas.openxmlformats.org/markup-compatibility/2006">
              <mc:Choice xmlns:v="urn:schemas-microsoft-com:vml" Requires="v">
                <p:oleObj spid="_x0000_s33849" r:id="rId11" imgW="3035300" imgH="228600" progId="Equation.DSMT4">
                  <p:embed/>
                </p:oleObj>
              </mc:Choice>
              <mc:Fallback>
                <p:oleObj r:id="rId11" imgW="3035300" imgH="228600" progId="Equation.DSMT4">
                  <p:embed/>
                  <p:pic>
                    <p:nvPicPr>
                      <p:cNvPr id="0" name="Object 1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5088" y="3929063"/>
                        <a:ext cx="52308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8819" name="Object 19">
            <a:extLst>
              <a:ext uri="{FF2B5EF4-FFF2-40B4-BE49-F238E27FC236}">
                <a16:creationId xmlns:a16="http://schemas.microsoft.com/office/drawing/2014/main" id="{E74CF512-5E9E-440C-82A7-EA3E853D61BE}"/>
              </a:ext>
            </a:extLst>
          </p:cNvPr>
          <p:cNvGraphicFramePr>
            <a:graphicFrameLocks/>
          </p:cNvGraphicFramePr>
          <p:nvPr/>
        </p:nvGraphicFramePr>
        <p:xfrm>
          <a:off x="1601788" y="4467225"/>
          <a:ext cx="3359150" cy="441325"/>
        </p:xfrm>
        <a:graphic>
          <a:graphicData uri="http://schemas.openxmlformats.org/presentationml/2006/ole">
            <mc:AlternateContent xmlns:mc="http://schemas.openxmlformats.org/markup-compatibility/2006">
              <mc:Choice xmlns:v="urn:schemas-microsoft-com:vml" Requires="v">
                <p:oleObj spid="_x0000_s33850" r:id="rId13" imgW="1739900" imgH="228600" progId="Equation.DSMT4">
                  <p:embed/>
                </p:oleObj>
              </mc:Choice>
              <mc:Fallback>
                <p:oleObj r:id="rId13" imgW="1739900" imgH="228600" progId="Equation.DSMT4">
                  <p:embed/>
                  <p:pic>
                    <p:nvPicPr>
                      <p:cNvPr id="0" name="Object 1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1788" y="4467225"/>
                        <a:ext cx="3359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8820" name="Object 20">
            <a:extLst>
              <a:ext uri="{FF2B5EF4-FFF2-40B4-BE49-F238E27FC236}">
                <a16:creationId xmlns:a16="http://schemas.microsoft.com/office/drawing/2014/main" id="{172F5F12-C574-4A08-9FBC-BE72E499A5A2}"/>
              </a:ext>
            </a:extLst>
          </p:cNvPr>
          <p:cNvGraphicFramePr>
            <a:graphicFrameLocks/>
          </p:cNvGraphicFramePr>
          <p:nvPr/>
        </p:nvGraphicFramePr>
        <p:xfrm>
          <a:off x="1490663" y="5875338"/>
          <a:ext cx="3878262" cy="444500"/>
        </p:xfrm>
        <a:graphic>
          <a:graphicData uri="http://schemas.openxmlformats.org/presentationml/2006/ole">
            <mc:AlternateContent xmlns:mc="http://schemas.openxmlformats.org/markup-compatibility/2006">
              <mc:Choice xmlns:v="urn:schemas-microsoft-com:vml" Requires="v">
                <p:oleObj spid="_x0000_s33851" r:id="rId15" imgW="1993900" imgH="228600" progId="Equation.DSMT4">
                  <p:embed/>
                </p:oleObj>
              </mc:Choice>
              <mc:Fallback>
                <p:oleObj r:id="rId15" imgW="1993900" imgH="228600" progId="Equation.DSMT4">
                  <p:embed/>
                  <p:pic>
                    <p:nvPicPr>
                      <p:cNvPr id="0" name="Object 2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0663" y="5875338"/>
                        <a:ext cx="387826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8821" name="Object 21">
            <a:extLst>
              <a:ext uri="{FF2B5EF4-FFF2-40B4-BE49-F238E27FC236}">
                <a16:creationId xmlns:a16="http://schemas.microsoft.com/office/drawing/2014/main" id="{BD60945A-064E-454A-A354-A79576E10B70}"/>
              </a:ext>
            </a:extLst>
          </p:cNvPr>
          <p:cNvGraphicFramePr>
            <a:graphicFrameLocks/>
          </p:cNvGraphicFramePr>
          <p:nvPr/>
        </p:nvGraphicFramePr>
        <p:xfrm>
          <a:off x="6796088" y="2640013"/>
          <a:ext cx="2022475" cy="2184400"/>
        </p:xfrm>
        <a:graphic>
          <a:graphicData uri="http://schemas.openxmlformats.org/presentationml/2006/ole">
            <mc:AlternateContent xmlns:mc="http://schemas.openxmlformats.org/markup-compatibility/2006">
              <mc:Choice xmlns:v="urn:schemas-microsoft-com:vml" Requires="v">
                <p:oleObj spid="_x0000_s33852" r:id="rId17" imgW="1079500" imgH="1168400" progId="Equation.DSMT4">
                  <p:embed/>
                </p:oleObj>
              </mc:Choice>
              <mc:Fallback>
                <p:oleObj r:id="rId17" imgW="1079500" imgH="1168400" progId="Equation.DSMT4">
                  <p:embed/>
                  <p:pic>
                    <p:nvPicPr>
                      <p:cNvPr id="0" name="Object 2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96088" y="2640013"/>
                        <a:ext cx="2022475"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28822" name="Rectangle 22">
            <a:extLst>
              <a:ext uri="{FF2B5EF4-FFF2-40B4-BE49-F238E27FC236}">
                <a16:creationId xmlns:a16="http://schemas.microsoft.com/office/drawing/2014/main" id="{6C5A2183-5ECC-496B-BDE0-8D487B3ADA51}"/>
              </a:ext>
            </a:extLst>
          </p:cNvPr>
          <p:cNvSpPr>
            <a:spLocks noChangeArrowheads="1"/>
          </p:cNvSpPr>
          <p:nvPr/>
        </p:nvSpPr>
        <p:spPr bwMode="auto">
          <a:xfrm>
            <a:off x="6700838" y="2627313"/>
            <a:ext cx="2143125" cy="2276475"/>
          </a:xfrm>
          <a:prstGeom prst="rect">
            <a:avLst/>
          </a:prstGeom>
          <a:noFill/>
          <a:ln w="19050">
            <a:solidFill>
              <a:srgbClr val="FF66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28816"/>
                                        </p:tgtEl>
                                        <p:attrNameLst>
                                          <p:attrName>style.visibility</p:attrName>
                                        </p:attrNameLst>
                                      </p:cBhvr>
                                      <p:to>
                                        <p:strVal val="visible"/>
                                      </p:to>
                                    </p:set>
                                    <p:anim calcmode="lin" valueType="num">
                                      <p:cBhvr>
                                        <p:cTn id="7" dur="500" fill="hold"/>
                                        <p:tgtEl>
                                          <p:spTgt spid="1228816"/>
                                        </p:tgtEl>
                                        <p:attrNameLst>
                                          <p:attrName>ppt_x</p:attrName>
                                        </p:attrNameLst>
                                      </p:cBhvr>
                                      <p:tavLst>
                                        <p:tav tm="0">
                                          <p:val>
                                            <p:strVal val="0-#ppt_w/2"/>
                                          </p:val>
                                        </p:tav>
                                        <p:tav tm="100000">
                                          <p:val>
                                            <p:strVal val="#ppt_x"/>
                                          </p:val>
                                        </p:tav>
                                      </p:tavLst>
                                    </p:anim>
                                    <p:anim calcmode="lin" valueType="num">
                                      <p:cBhvr>
                                        <p:cTn id="8" dur="500" fill="hold"/>
                                        <p:tgtEl>
                                          <p:spTgt spid="12288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28818"/>
                                        </p:tgtEl>
                                        <p:attrNameLst>
                                          <p:attrName>style.visibility</p:attrName>
                                        </p:attrNameLst>
                                      </p:cBhvr>
                                      <p:to>
                                        <p:strVal val="visible"/>
                                      </p:to>
                                    </p:set>
                                    <p:anim calcmode="lin" valueType="num">
                                      <p:cBhvr>
                                        <p:cTn id="13" dur="500" fill="hold"/>
                                        <p:tgtEl>
                                          <p:spTgt spid="1228818"/>
                                        </p:tgtEl>
                                        <p:attrNameLst>
                                          <p:attrName>ppt_x</p:attrName>
                                        </p:attrNameLst>
                                      </p:cBhvr>
                                      <p:tavLst>
                                        <p:tav tm="0">
                                          <p:val>
                                            <p:strVal val="0-#ppt_w/2"/>
                                          </p:val>
                                        </p:tav>
                                        <p:tav tm="100000">
                                          <p:val>
                                            <p:strVal val="#ppt_x"/>
                                          </p:val>
                                        </p:tav>
                                      </p:tavLst>
                                    </p:anim>
                                    <p:anim calcmode="lin" valueType="num">
                                      <p:cBhvr>
                                        <p:cTn id="14" dur="500" fill="hold"/>
                                        <p:tgtEl>
                                          <p:spTgt spid="122881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28819"/>
                                        </p:tgtEl>
                                        <p:attrNameLst>
                                          <p:attrName>style.visibility</p:attrName>
                                        </p:attrNameLst>
                                      </p:cBhvr>
                                      <p:to>
                                        <p:strVal val="visible"/>
                                      </p:to>
                                    </p:set>
                                    <p:anim calcmode="lin" valueType="num">
                                      <p:cBhvr>
                                        <p:cTn id="19" dur="500" fill="hold"/>
                                        <p:tgtEl>
                                          <p:spTgt spid="1228819"/>
                                        </p:tgtEl>
                                        <p:attrNameLst>
                                          <p:attrName>ppt_x</p:attrName>
                                        </p:attrNameLst>
                                      </p:cBhvr>
                                      <p:tavLst>
                                        <p:tav tm="0">
                                          <p:val>
                                            <p:strVal val="0-#ppt_w/2"/>
                                          </p:val>
                                        </p:tav>
                                        <p:tav tm="100000">
                                          <p:val>
                                            <p:strVal val="#ppt_x"/>
                                          </p:val>
                                        </p:tav>
                                      </p:tavLst>
                                    </p:anim>
                                    <p:anim calcmode="lin" valueType="num">
                                      <p:cBhvr>
                                        <p:cTn id="20" dur="500" fill="hold"/>
                                        <p:tgtEl>
                                          <p:spTgt spid="122881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28814"/>
                                        </p:tgtEl>
                                        <p:attrNameLst>
                                          <p:attrName>style.visibility</p:attrName>
                                        </p:attrNameLst>
                                      </p:cBhvr>
                                      <p:to>
                                        <p:strVal val="visible"/>
                                      </p:to>
                                    </p:set>
                                    <p:anim calcmode="lin" valueType="num">
                                      <p:cBhvr>
                                        <p:cTn id="25" dur="500" fill="hold"/>
                                        <p:tgtEl>
                                          <p:spTgt spid="1228814"/>
                                        </p:tgtEl>
                                        <p:attrNameLst>
                                          <p:attrName>ppt_x</p:attrName>
                                        </p:attrNameLst>
                                      </p:cBhvr>
                                      <p:tavLst>
                                        <p:tav tm="0">
                                          <p:val>
                                            <p:strVal val="0-#ppt_w/2"/>
                                          </p:val>
                                        </p:tav>
                                        <p:tav tm="100000">
                                          <p:val>
                                            <p:strVal val="#ppt_x"/>
                                          </p:val>
                                        </p:tav>
                                      </p:tavLst>
                                    </p:anim>
                                    <p:anim calcmode="lin" valueType="num">
                                      <p:cBhvr>
                                        <p:cTn id="26" dur="500" fill="hold"/>
                                        <p:tgtEl>
                                          <p:spTgt spid="122881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28820"/>
                                        </p:tgtEl>
                                        <p:attrNameLst>
                                          <p:attrName>style.visibility</p:attrName>
                                        </p:attrNameLst>
                                      </p:cBhvr>
                                      <p:to>
                                        <p:strVal val="visible"/>
                                      </p:to>
                                    </p:set>
                                    <p:anim calcmode="lin" valueType="num">
                                      <p:cBhvr>
                                        <p:cTn id="31" dur="500" fill="hold"/>
                                        <p:tgtEl>
                                          <p:spTgt spid="1228820"/>
                                        </p:tgtEl>
                                        <p:attrNameLst>
                                          <p:attrName>ppt_x</p:attrName>
                                        </p:attrNameLst>
                                      </p:cBhvr>
                                      <p:tavLst>
                                        <p:tav tm="0">
                                          <p:val>
                                            <p:strVal val="#ppt_x"/>
                                          </p:val>
                                        </p:tav>
                                        <p:tav tm="100000">
                                          <p:val>
                                            <p:strVal val="#ppt_x"/>
                                          </p:val>
                                        </p:tav>
                                      </p:tavLst>
                                    </p:anim>
                                    <p:anim calcmode="lin" valueType="num">
                                      <p:cBhvr>
                                        <p:cTn id="32" dur="500" fill="hold"/>
                                        <p:tgtEl>
                                          <p:spTgt spid="1228820"/>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1228821"/>
                                        </p:tgtEl>
                                        <p:attrNameLst>
                                          <p:attrName>style.visibility</p:attrName>
                                        </p:attrNameLst>
                                      </p:cBhvr>
                                      <p:to>
                                        <p:strVal val="visible"/>
                                      </p:to>
                                    </p:set>
                                    <p:animEffect transition="in" filter="barn(outHorizontal)">
                                      <p:cBhvr>
                                        <p:cTn id="37" dur="500"/>
                                        <p:tgtEl>
                                          <p:spTgt spid="1228821"/>
                                        </p:tgtEl>
                                      </p:cBhvr>
                                    </p:animEffect>
                                  </p:child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2288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ABE3B3C7-D9F6-4C81-BA92-17C6A9BF442C}"/>
              </a:ext>
            </a:extLst>
          </p:cNvPr>
          <p:cNvSpPr>
            <a:spLocks noGrp="1" noChangeArrowheads="1"/>
          </p:cNvSpPr>
          <p:nvPr>
            <p:ph type="title"/>
          </p:nvPr>
        </p:nvSpPr>
        <p:spPr/>
        <p:txBody>
          <a:bodyPr/>
          <a:lstStyle/>
          <a:p>
            <a:r>
              <a:rPr lang="zh-CN" altLang="en-US"/>
              <a:t>中央极限定理的动态展示</a:t>
            </a:r>
          </a:p>
        </p:txBody>
      </p:sp>
      <p:sp>
        <p:nvSpPr>
          <p:cNvPr id="34819" name="矩形 5">
            <a:extLst>
              <a:ext uri="{FF2B5EF4-FFF2-40B4-BE49-F238E27FC236}">
                <a16:creationId xmlns:a16="http://schemas.microsoft.com/office/drawing/2014/main" id="{BFAE28D8-0804-4458-B5A7-695920E4AC05}"/>
              </a:ext>
            </a:extLst>
          </p:cNvPr>
          <p:cNvSpPr>
            <a:spLocks noChangeArrowheads="1"/>
          </p:cNvSpPr>
          <p:nvPr/>
        </p:nvSpPr>
        <p:spPr bwMode="auto">
          <a:xfrm>
            <a:off x="1544638" y="1143000"/>
            <a:ext cx="6327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66"/>
                </a:solidFill>
                <a:latin typeface="Arial" panose="020B0604020202020204" pitchFamily="34" charset="0"/>
                <a:ea typeface="宋体" panose="02010600030101010101" pitchFamily="2" charset="-122"/>
              </a:defRPr>
            </a:lvl1pPr>
            <a:lvl2pPr marL="742950" indent="-285750">
              <a:defRPr sz="2400">
                <a:solidFill>
                  <a:srgbClr val="000066"/>
                </a:solidFill>
                <a:latin typeface="Arial" panose="020B0604020202020204" pitchFamily="34" charset="0"/>
                <a:ea typeface="宋体" panose="02010600030101010101" pitchFamily="2" charset="-122"/>
              </a:defRPr>
            </a:lvl2pPr>
            <a:lvl3pPr marL="1143000" indent="-228600">
              <a:defRPr sz="2400">
                <a:solidFill>
                  <a:srgbClr val="000066"/>
                </a:solidFill>
                <a:latin typeface="Arial" panose="020B0604020202020204" pitchFamily="34" charset="0"/>
                <a:ea typeface="宋体" panose="02010600030101010101" pitchFamily="2" charset="-122"/>
              </a:defRPr>
            </a:lvl3pPr>
            <a:lvl4pPr marL="1600200" indent="-228600">
              <a:defRPr sz="2400">
                <a:solidFill>
                  <a:srgbClr val="000066"/>
                </a:solidFill>
                <a:latin typeface="Arial" panose="020B0604020202020204" pitchFamily="34" charset="0"/>
                <a:ea typeface="宋体" panose="02010600030101010101" pitchFamily="2" charset="-122"/>
              </a:defRPr>
            </a:lvl4pPr>
            <a:lvl5pPr marL="2057400" indent="-228600">
              <a:defRPr sz="24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000066"/>
                </a:solidFill>
                <a:latin typeface="Arial" panose="020B0604020202020204" pitchFamily="34" charset="0"/>
                <a:ea typeface="宋体" panose="02010600030101010101" pitchFamily="2" charset="-122"/>
              </a:defRPr>
            </a:lvl9pPr>
          </a:lstStyle>
          <a:p>
            <a:r>
              <a:rPr lang="zh-CN" altLang="en-US"/>
              <a:t>独立同分布随机变量之和趋近正态分布。</a:t>
            </a:r>
          </a:p>
        </p:txBody>
      </p:sp>
      <p:pic>
        <p:nvPicPr>
          <p:cNvPr id="34820" name="图片 7">
            <a:extLst>
              <a:ext uri="{FF2B5EF4-FFF2-40B4-BE49-F238E27FC236}">
                <a16:creationId xmlns:a16="http://schemas.microsoft.com/office/drawing/2014/main" id="{9BA8F593-DA89-4B19-A257-CEB1AB726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803400"/>
            <a:ext cx="53340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7">
            <a:extLst>
              <a:ext uri="{FF2B5EF4-FFF2-40B4-BE49-F238E27FC236}">
                <a16:creationId xmlns:a16="http://schemas.microsoft.com/office/drawing/2014/main" id="{1D1B9DCF-530E-4F01-8255-41009A360F4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BC215FC-50ED-4F52-82F4-864469EA79E7}" type="slidenum">
              <a:rPr altLang="en-US" sz="1400" smtClean="0"/>
              <a:pPr>
                <a:lnSpc>
                  <a:spcPct val="100000"/>
                </a:lnSpc>
                <a:spcBef>
                  <a:spcPct val="0"/>
                </a:spcBef>
                <a:buClr>
                  <a:schemeClr val="tx1"/>
                </a:buClr>
                <a:buFontTx/>
                <a:buNone/>
              </a:pPr>
              <a:t>18</a:t>
            </a:fld>
            <a:endParaRPr lang="zh-CN" altLang="en-US" sz="1400"/>
          </a:p>
        </p:txBody>
      </p:sp>
      <p:sp>
        <p:nvSpPr>
          <p:cNvPr id="35843" name="Rectangle 1027">
            <a:extLst>
              <a:ext uri="{FF2B5EF4-FFF2-40B4-BE49-F238E27FC236}">
                <a16:creationId xmlns:a16="http://schemas.microsoft.com/office/drawing/2014/main" id="{555D50AB-5DE9-4AB7-AEEB-6ECA2D5A1218}"/>
              </a:ext>
            </a:extLst>
          </p:cNvPr>
          <p:cNvSpPr>
            <a:spLocks noGrp="1" noChangeArrowheads="1"/>
          </p:cNvSpPr>
          <p:nvPr>
            <p:ph type="body" sz="half" idx="1"/>
          </p:nvPr>
        </p:nvSpPr>
        <p:spPr>
          <a:xfrm>
            <a:off x="1095375" y="393700"/>
            <a:ext cx="7766050" cy="1639888"/>
          </a:xfrm>
        </p:spPr>
        <p:txBody>
          <a:bodyPr/>
          <a:lstStyle/>
          <a:p>
            <a:pPr marL="0" indent="0" eaLnBrk="1" hangingPunct="1">
              <a:buFontTx/>
              <a:buBlip>
                <a:blip r:embed="rId3"/>
              </a:buBlip>
            </a:pPr>
            <a:r>
              <a:rPr lang="en-US" altLang="zh-CN" sz="2000">
                <a:latin typeface="宋体" panose="02010600030101010101" pitchFamily="2" charset="-122"/>
                <a:ea typeface="宋体" panose="02010600030101010101" pitchFamily="2" charset="-122"/>
              </a:rPr>
              <a:t> </a:t>
            </a:r>
            <a:r>
              <a:rPr lang="zh-CN" altLang="en-US" sz="2400">
                <a:solidFill>
                  <a:srgbClr val="996600"/>
                </a:solidFill>
                <a:latin typeface="宋体" panose="02010600030101010101" pitchFamily="2" charset="-122"/>
                <a:ea typeface="宋体" panose="02010600030101010101" pitchFamily="2" charset="-122"/>
              </a:rPr>
              <a:t>例</a:t>
            </a:r>
            <a:r>
              <a:rPr lang="en-US" altLang="zh-CN" sz="2400">
                <a:solidFill>
                  <a:srgbClr val="996600"/>
                </a:solidFill>
                <a:latin typeface="宋体" panose="02010600030101010101" pitchFamily="2" charset="-122"/>
                <a:ea typeface="宋体" panose="02010600030101010101" pitchFamily="2" charset="-122"/>
              </a:rPr>
              <a:t>2</a:t>
            </a:r>
            <a:r>
              <a:rPr lang="zh-CN" altLang="en-US" sz="2400">
                <a:solidFill>
                  <a:srgbClr val="996600"/>
                </a:solidFill>
                <a:latin typeface="宋体" panose="02010600030101010101" pitchFamily="2" charset="-122"/>
                <a:ea typeface="宋体" panose="02010600030101010101" pitchFamily="2" charset="-122"/>
              </a:rPr>
              <a:t>：设某种电器元件的寿命服从均值为</a:t>
            </a:r>
            <a:r>
              <a:rPr lang="en-US" altLang="zh-CN" sz="2400">
                <a:solidFill>
                  <a:srgbClr val="996600"/>
                </a:solidFill>
                <a:latin typeface="宋体" panose="02010600030101010101" pitchFamily="2" charset="-122"/>
                <a:ea typeface="宋体" panose="02010600030101010101" pitchFamily="2" charset="-122"/>
              </a:rPr>
              <a:t>100</a:t>
            </a:r>
            <a:r>
              <a:rPr lang="zh-CN" altLang="en-US" sz="2400">
                <a:solidFill>
                  <a:srgbClr val="996600"/>
                </a:solidFill>
                <a:latin typeface="宋体" panose="02010600030101010101" pitchFamily="2" charset="-122"/>
                <a:ea typeface="宋体" panose="02010600030101010101" pitchFamily="2" charset="-122"/>
              </a:rPr>
              <a:t>小时的指</a:t>
            </a:r>
          </a:p>
          <a:p>
            <a:pPr marL="0" indent="0" eaLnBrk="1" hangingPunct="1">
              <a:buFontTx/>
              <a:buNone/>
            </a:pPr>
            <a:r>
              <a:rPr lang="zh-CN" altLang="en-US" sz="2400">
                <a:solidFill>
                  <a:srgbClr val="996600"/>
                </a:solidFill>
                <a:latin typeface="宋体" panose="02010600030101010101" pitchFamily="2" charset="-122"/>
                <a:ea typeface="宋体" panose="02010600030101010101" pitchFamily="2" charset="-122"/>
              </a:rPr>
              <a:t>       数分布，现随机取得</a:t>
            </a:r>
            <a:r>
              <a:rPr lang="en-US" altLang="zh-CN" sz="2400">
                <a:solidFill>
                  <a:srgbClr val="996600"/>
                </a:solidFill>
                <a:latin typeface="宋体" panose="02010600030101010101" pitchFamily="2" charset="-122"/>
                <a:ea typeface="宋体" panose="02010600030101010101" pitchFamily="2" charset="-122"/>
              </a:rPr>
              <a:t>16</a:t>
            </a:r>
            <a:r>
              <a:rPr lang="zh-CN" altLang="en-US" sz="2400">
                <a:solidFill>
                  <a:srgbClr val="996600"/>
                </a:solidFill>
                <a:latin typeface="宋体" panose="02010600030101010101" pitchFamily="2" charset="-122"/>
                <a:ea typeface="宋体" panose="02010600030101010101" pitchFamily="2" charset="-122"/>
              </a:rPr>
              <a:t>只，设它们的寿命是相互</a:t>
            </a:r>
          </a:p>
          <a:p>
            <a:pPr marL="0" indent="0" eaLnBrk="1" hangingPunct="1">
              <a:buFontTx/>
              <a:buNone/>
            </a:pPr>
            <a:r>
              <a:rPr lang="zh-CN" altLang="en-US" sz="2400">
                <a:solidFill>
                  <a:srgbClr val="996600"/>
                </a:solidFill>
                <a:latin typeface="宋体" panose="02010600030101010101" pitchFamily="2" charset="-122"/>
                <a:ea typeface="宋体" panose="02010600030101010101" pitchFamily="2" charset="-122"/>
              </a:rPr>
              <a:t>       独立的</a:t>
            </a:r>
            <a:r>
              <a:rPr lang="en-US" altLang="zh-CN" sz="2400">
                <a:solidFill>
                  <a:srgbClr val="996600"/>
                </a:solidFill>
                <a:latin typeface="宋体" panose="02010600030101010101" pitchFamily="2" charset="-122"/>
                <a:ea typeface="宋体" panose="02010600030101010101" pitchFamily="2" charset="-122"/>
              </a:rPr>
              <a:t>,</a:t>
            </a:r>
            <a:r>
              <a:rPr lang="zh-CN" altLang="en-US" sz="2400">
                <a:solidFill>
                  <a:srgbClr val="996600"/>
                </a:solidFill>
                <a:latin typeface="宋体" panose="02010600030101010101" pitchFamily="2" charset="-122"/>
                <a:ea typeface="宋体" panose="02010600030101010101" pitchFamily="2" charset="-122"/>
              </a:rPr>
              <a:t>求这</a:t>
            </a:r>
            <a:r>
              <a:rPr lang="en-US" altLang="zh-CN" sz="2400">
                <a:solidFill>
                  <a:srgbClr val="996600"/>
                </a:solidFill>
                <a:latin typeface="宋体" panose="02010600030101010101" pitchFamily="2" charset="-122"/>
                <a:ea typeface="宋体" panose="02010600030101010101" pitchFamily="2" charset="-122"/>
              </a:rPr>
              <a:t>16</a:t>
            </a:r>
            <a:r>
              <a:rPr lang="zh-CN" altLang="en-US" sz="2400">
                <a:solidFill>
                  <a:srgbClr val="996600"/>
                </a:solidFill>
                <a:latin typeface="宋体" panose="02010600030101010101" pitchFamily="2" charset="-122"/>
                <a:ea typeface="宋体" panose="02010600030101010101" pitchFamily="2" charset="-122"/>
              </a:rPr>
              <a:t>只元件的寿命的总和大于</a:t>
            </a:r>
            <a:r>
              <a:rPr lang="en-US" altLang="zh-CN" sz="2400">
                <a:solidFill>
                  <a:srgbClr val="996600"/>
                </a:solidFill>
                <a:latin typeface="宋体" panose="02010600030101010101" pitchFamily="2" charset="-122"/>
                <a:ea typeface="宋体" panose="02010600030101010101" pitchFamily="2" charset="-122"/>
              </a:rPr>
              <a:t>1920</a:t>
            </a:r>
            <a:r>
              <a:rPr lang="zh-CN" altLang="en-US" sz="2400">
                <a:solidFill>
                  <a:srgbClr val="996600"/>
                </a:solidFill>
                <a:latin typeface="宋体" panose="02010600030101010101" pitchFamily="2" charset="-122"/>
                <a:ea typeface="宋体" panose="02010600030101010101" pitchFamily="2" charset="-122"/>
              </a:rPr>
              <a:t>小</a:t>
            </a:r>
          </a:p>
          <a:p>
            <a:pPr marL="0" indent="0" eaLnBrk="1" hangingPunct="1">
              <a:buFontTx/>
              <a:buNone/>
            </a:pPr>
            <a:r>
              <a:rPr lang="zh-CN" altLang="en-US" sz="2400">
                <a:solidFill>
                  <a:srgbClr val="996600"/>
                </a:solidFill>
                <a:latin typeface="宋体" panose="02010600030101010101" pitchFamily="2" charset="-122"/>
                <a:ea typeface="宋体" panose="02010600030101010101" pitchFamily="2" charset="-122"/>
              </a:rPr>
              <a:t>       时的概率。</a:t>
            </a:r>
          </a:p>
          <a:p>
            <a:pPr marL="0" indent="0" eaLnBrk="1" hangingPunct="1"/>
            <a:endParaRPr lang="en-US" altLang="zh-CN" sz="2400"/>
          </a:p>
        </p:txBody>
      </p:sp>
      <p:graphicFrame>
        <p:nvGraphicFramePr>
          <p:cNvPr id="1607693" name="Object 1037">
            <a:extLst>
              <a:ext uri="{FF2B5EF4-FFF2-40B4-BE49-F238E27FC236}">
                <a16:creationId xmlns:a16="http://schemas.microsoft.com/office/drawing/2014/main" id="{B8A38F07-2C59-4E3C-BAB3-2E2BEC37344B}"/>
              </a:ext>
            </a:extLst>
          </p:cNvPr>
          <p:cNvGraphicFramePr>
            <a:graphicFrameLocks/>
          </p:cNvGraphicFramePr>
          <p:nvPr/>
        </p:nvGraphicFramePr>
        <p:xfrm>
          <a:off x="1614488" y="2035175"/>
          <a:ext cx="5637212" cy="404813"/>
        </p:xfrm>
        <a:graphic>
          <a:graphicData uri="http://schemas.openxmlformats.org/presentationml/2006/ole">
            <mc:AlternateContent xmlns:mc="http://schemas.openxmlformats.org/markup-compatibility/2006">
              <mc:Choice xmlns:v="urn:schemas-microsoft-com:vml" Requires="v">
                <p:oleObj spid="_x0000_s35886" r:id="rId4" imgW="3187700" imgH="228600" progId="Equation.DSMT4">
                  <p:embed/>
                </p:oleObj>
              </mc:Choice>
              <mc:Fallback>
                <p:oleObj r:id="rId4" imgW="3187700" imgH="228600" progId="Equation.DSMT4">
                  <p:embed/>
                  <p:pic>
                    <p:nvPicPr>
                      <p:cNvPr id="0" name="Object 103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488" y="2035175"/>
                        <a:ext cx="5637212"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694" name="Object 1038">
            <a:extLst>
              <a:ext uri="{FF2B5EF4-FFF2-40B4-BE49-F238E27FC236}">
                <a16:creationId xmlns:a16="http://schemas.microsoft.com/office/drawing/2014/main" id="{7A27D3D2-5F13-43DD-8A2B-A4E65A75A63C}"/>
              </a:ext>
            </a:extLst>
          </p:cNvPr>
          <p:cNvGraphicFramePr>
            <a:graphicFrameLocks/>
          </p:cNvGraphicFramePr>
          <p:nvPr/>
        </p:nvGraphicFramePr>
        <p:xfrm>
          <a:off x="2159000" y="2457450"/>
          <a:ext cx="4603750" cy="742950"/>
        </p:xfrm>
        <a:graphic>
          <a:graphicData uri="http://schemas.openxmlformats.org/presentationml/2006/ole">
            <mc:AlternateContent xmlns:mc="http://schemas.openxmlformats.org/markup-compatibility/2006">
              <mc:Choice xmlns:v="urn:schemas-microsoft-com:vml" Requires="v">
                <p:oleObj spid="_x0000_s35887" r:id="rId6" imgW="2603500" imgH="419100" progId="Equation.DSMT4">
                  <p:embed/>
                </p:oleObj>
              </mc:Choice>
              <mc:Fallback>
                <p:oleObj r:id="rId6" imgW="2603500" imgH="419100" progId="Equation.DSMT4">
                  <p:embed/>
                  <p:pic>
                    <p:nvPicPr>
                      <p:cNvPr id="0" name="Object 103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9000" y="2457450"/>
                        <a:ext cx="460375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695" name="Object 1039">
            <a:extLst>
              <a:ext uri="{FF2B5EF4-FFF2-40B4-BE49-F238E27FC236}">
                <a16:creationId xmlns:a16="http://schemas.microsoft.com/office/drawing/2014/main" id="{2EDA45AD-358B-4033-9EF8-B508F9E7C601}"/>
              </a:ext>
            </a:extLst>
          </p:cNvPr>
          <p:cNvGraphicFramePr>
            <a:graphicFrameLocks/>
          </p:cNvGraphicFramePr>
          <p:nvPr/>
        </p:nvGraphicFramePr>
        <p:xfrm>
          <a:off x="2165350" y="3027363"/>
          <a:ext cx="3773488" cy="450850"/>
        </p:xfrm>
        <a:graphic>
          <a:graphicData uri="http://schemas.openxmlformats.org/presentationml/2006/ole">
            <mc:AlternateContent xmlns:mc="http://schemas.openxmlformats.org/markup-compatibility/2006">
              <mc:Choice xmlns:v="urn:schemas-microsoft-com:vml" Requires="v">
                <p:oleObj spid="_x0000_s35888" r:id="rId8" imgW="2131750" imgH="253780" progId="Equation.DSMT4">
                  <p:embed/>
                </p:oleObj>
              </mc:Choice>
              <mc:Fallback>
                <p:oleObj r:id="rId8" imgW="2131750" imgH="253780" progId="Equation.DSMT4">
                  <p:embed/>
                  <p:pic>
                    <p:nvPicPr>
                      <p:cNvPr id="0" name="Object 103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5350" y="3027363"/>
                        <a:ext cx="3773488"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696" name="Object 1040">
            <a:extLst>
              <a:ext uri="{FF2B5EF4-FFF2-40B4-BE49-F238E27FC236}">
                <a16:creationId xmlns:a16="http://schemas.microsoft.com/office/drawing/2014/main" id="{46763567-6BD6-4D6E-A11F-DA396055CF18}"/>
              </a:ext>
            </a:extLst>
          </p:cNvPr>
          <p:cNvGraphicFramePr>
            <a:graphicFrameLocks/>
          </p:cNvGraphicFramePr>
          <p:nvPr/>
        </p:nvGraphicFramePr>
        <p:xfrm>
          <a:off x="2120900" y="3514725"/>
          <a:ext cx="5637213" cy="1441450"/>
        </p:xfrm>
        <a:graphic>
          <a:graphicData uri="http://schemas.openxmlformats.org/presentationml/2006/ole">
            <mc:AlternateContent xmlns:mc="http://schemas.openxmlformats.org/markup-compatibility/2006">
              <mc:Choice xmlns:v="urn:schemas-microsoft-com:vml" Requires="v">
                <p:oleObj spid="_x0000_s35889" r:id="rId10" imgW="3186317" imgH="812447" progId="Equation.DSMT4">
                  <p:embed/>
                </p:oleObj>
              </mc:Choice>
              <mc:Fallback>
                <p:oleObj r:id="rId10" imgW="3186317" imgH="812447" progId="Equation.DSMT4">
                  <p:embed/>
                  <p:pic>
                    <p:nvPicPr>
                      <p:cNvPr id="0" name="Object 104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0900" y="3514725"/>
                        <a:ext cx="5637213"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698" name="Object 1042">
            <a:extLst>
              <a:ext uri="{FF2B5EF4-FFF2-40B4-BE49-F238E27FC236}">
                <a16:creationId xmlns:a16="http://schemas.microsoft.com/office/drawing/2014/main" id="{C5377BD4-D6DF-4757-82A7-49C509BF359A}"/>
              </a:ext>
            </a:extLst>
          </p:cNvPr>
          <p:cNvGraphicFramePr>
            <a:graphicFrameLocks/>
          </p:cNvGraphicFramePr>
          <p:nvPr/>
        </p:nvGraphicFramePr>
        <p:xfrm>
          <a:off x="1701800" y="5067300"/>
          <a:ext cx="3594100" cy="449263"/>
        </p:xfrm>
        <a:graphic>
          <a:graphicData uri="http://schemas.openxmlformats.org/presentationml/2006/ole">
            <mc:AlternateContent xmlns:mc="http://schemas.openxmlformats.org/markup-compatibility/2006">
              <mc:Choice xmlns:v="urn:schemas-microsoft-com:vml" Requires="v">
                <p:oleObj spid="_x0000_s35890" r:id="rId12" imgW="2030238" imgH="253780" progId="Equation.DSMT4">
                  <p:embed/>
                </p:oleObj>
              </mc:Choice>
              <mc:Fallback>
                <p:oleObj r:id="rId12" imgW="2030238" imgH="253780" progId="Equation.DSMT4">
                  <p:embed/>
                  <p:pic>
                    <p:nvPicPr>
                      <p:cNvPr id="0" name="Object 104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01800" y="5067300"/>
                        <a:ext cx="35941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701" name="Object 1045">
            <a:extLst>
              <a:ext uri="{FF2B5EF4-FFF2-40B4-BE49-F238E27FC236}">
                <a16:creationId xmlns:a16="http://schemas.microsoft.com/office/drawing/2014/main" id="{05A10D2B-0A67-470F-BA27-A2076126A2A2}"/>
              </a:ext>
            </a:extLst>
          </p:cNvPr>
          <p:cNvGraphicFramePr>
            <a:graphicFrameLocks/>
          </p:cNvGraphicFramePr>
          <p:nvPr/>
        </p:nvGraphicFramePr>
        <p:xfrm>
          <a:off x="5376863" y="4987925"/>
          <a:ext cx="2359025" cy="630238"/>
        </p:xfrm>
        <a:graphic>
          <a:graphicData uri="http://schemas.openxmlformats.org/presentationml/2006/ole">
            <mc:AlternateContent xmlns:mc="http://schemas.openxmlformats.org/markup-compatibility/2006">
              <mc:Choice xmlns:v="urn:schemas-microsoft-com:vml" Requires="v">
                <p:oleObj spid="_x0000_s35891" r:id="rId14" imgW="1332343" imgH="355292" progId="Equation.DSMT4">
                  <p:embed/>
                </p:oleObj>
              </mc:Choice>
              <mc:Fallback>
                <p:oleObj r:id="rId14" imgW="1332343" imgH="355292" progId="Equation.DSMT4">
                  <p:embed/>
                  <p:pic>
                    <p:nvPicPr>
                      <p:cNvPr id="0" name="Object 104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76863" y="4987925"/>
                        <a:ext cx="235902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702" name="Object 1046">
            <a:extLst>
              <a:ext uri="{FF2B5EF4-FFF2-40B4-BE49-F238E27FC236}">
                <a16:creationId xmlns:a16="http://schemas.microsoft.com/office/drawing/2014/main" id="{481531B8-89A6-497F-8D40-63A24DF99E31}"/>
              </a:ext>
            </a:extLst>
          </p:cNvPr>
          <p:cNvGraphicFramePr>
            <a:graphicFrameLocks/>
          </p:cNvGraphicFramePr>
          <p:nvPr/>
        </p:nvGraphicFramePr>
        <p:xfrm>
          <a:off x="4767263" y="5824538"/>
          <a:ext cx="2403475" cy="450850"/>
        </p:xfrm>
        <a:graphic>
          <a:graphicData uri="http://schemas.openxmlformats.org/presentationml/2006/ole">
            <mc:AlternateContent xmlns:mc="http://schemas.openxmlformats.org/markup-compatibility/2006">
              <mc:Choice xmlns:v="urn:schemas-microsoft-com:vml" Requires="v">
                <p:oleObj spid="_x0000_s35892" r:id="rId16" imgW="1357721" imgH="253780" progId="Equation.DSMT4">
                  <p:embed/>
                </p:oleObj>
              </mc:Choice>
              <mc:Fallback>
                <p:oleObj r:id="rId16" imgW="1357721" imgH="253780" progId="Equation.DSMT4">
                  <p:embed/>
                  <p:pic>
                    <p:nvPicPr>
                      <p:cNvPr id="0" name="Object 104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67263" y="5824538"/>
                        <a:ext cx="24034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07693"/>
                                        </p:tgtEl>
                                        <p:attrNameLst>
                                          <p:attrName>style.visibility</p:attrName>
                                        </p:attrNameLst>
                                      </p:cBhvr>
                                      <p:to>
                                        <p:strVal val="visible"/>
                                      </p:to>
                                    </p:set>
                                    <p:anim calcmode="lin" valueType="num">
                                      <p:cBhvr>
                                        <p:cTn id="7" dur="1000" fill="hold"/>
                                        <p:tgtEl>
                                          <p:spTgt spid="1607693"/>
                                        </p:tgtEl>
                                        <p:attrNameLst>
                                          <p:attrName>ppt_x</p:attrName>
                                        </p:attrNameLst>
                                      </p:cBhvr>
                                      <p:tavLst>
                                        <p:tav tm="0">
                                          <p:val>
                                            <p:strVal val="0-#ppt_w/2"/>
                                          </p:val>
                                        </p:tav>
                                        <p:tav tm="100000">
                                          <p:val>
                                            <p:strVal val="#ppt_x"/>
                                          </p:val>
                                        </p:tav>
                                      </p:tavLst>
                                    </p:anim>
                                    <p:anim calcmode="lin" valueType="num">
                                      <p:cBhvr>
                                        <p:cTn id="8" dur="1000" fill="hold"/>
                                        <p:tgtEl>
                                          <p:spTgt spid="160769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07694"/>
                                        </p:tgtEl>
                                        <p:attrNameLst>
                                          <p:attrName>style.visibility</p:attrName>
                                        </p:attrNameLst>
                                      </p:cBhvr>
                                      <p:to>
                                        <p:strVal val="visible"/>
                                      </p:to>
                                    </p:set>
                                    <p:anim calcmode="lin" valueType="num">
                                      <p:cBhvr>
                                        <p:cTn id="13" dur="1000" fill="hold"/>
                                        <p:tgtEl>
                                          <p:spTgt spid="1607694"/>
                                        </p:tgtEl>
                                        <p:attrNameLst>
                                          <p:attrName>ppt_x</p:attrName>
                                        </p:attrNameLst>
                                      </p:cBhvr>
                                      <p:tavLst>
                                        <p:tav tm="0">
                                          <p:val>
                                            <p:strVal val="0-#ppt_w/2"/>
                                          </p:val>
                                        </p:tav>
                                        <p:tav tm="100000">
                                          <p:val>
                                            <p:strVal val="#ppt_x"/>
                                          </p:val>
                                        </p:tav>
                                      </p:tavLst>
                                    </p:anim>
                                    <p:anim calcmode="lin" valueType="num">
                                      <p:cBhvr>
                                        <p:cTn id="14" dur="1000" fill="hold"/>
                                        <p:tgtEl>
                                          <p:spTgt spid="16076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607695"/>
                                        </p:tgtEl>
                                        <p:attrNameLst>
                                          <p:attrName>style.visibility</p:attrName>
                                        </p:attrNameLst>
                                      </p:cBhvr>
                                      <p:to>
                                        <p:strVal val="visible"/>
                                      </p:to>
                                    </p:set>
                                    <p:anim calcmode="lin" valueType="num">
                                      <p:cBhvr>
                                        <p:cTn id="19" dur="1000" fill="hold"/>
                                        <p:tgtEl>
                                          <p:spTgt spid="1607695"/>
                                        </p:tgtEl>
                                        <p:attrNameLst>
                                          <p:attrName>ppt_x</p:attrName>
                                        </p:attrNameLst>
                                      </p:cBhvr>
                                      <p:tavLst>
                                        <p:tav tm="0">
                                          <p:val>
                                            <p:strVal val="0-#ppt_w/2"/>
                                          </p:val>
                                        </p:tav>
                                        <p:tav tm="100000">
                                          <p:val>
                                            <p:strVal val="#ppt_x"/>
                                          </p:val>
                                        </p:tav>
                                      </p:tavLst>
                                    </p:anim>
                                    <p:anim calcmode="lin" valueType="num">
                                      <p:cBhvr>
                                        <p:cTn id="20" dur="1000" fill="hold"/>
                                        <p:tgtEl>
                                          <p:spTgt spid="160769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07696"/>
                                        </p:tgtEl>
                                        <p:attrNameLst>
                                          <p:attrName>style.visibility</p:attrName>
                                        </p:attrNameLst>
                                      </p:cBhvr>
                                      <p:to>
                                        <p:strVal val="visible"/>
                                      </p:to>
                                    </p:set>
                                    <p:anim calcmode="lin" valueType="num">
                                      <p:cBhvr>
                                        <p:cTn id="25" dur="1000" fill="hold"/>
                                        <p:tgtEl>
                                          <p:spTgt spid="1607696"/>
                                        </p:tgtEl>
                                        <p:attrNameLst>
                                          <p:attrName>ppt_x</p:attrName>
                                        </p:attrNameLst>
                                      </p:cBhvr>
                                      <p:tavLst>
                                        <p:tav tm="0">
                                          <p:val>
                                            <p:strVal val="0-#ppt_w/2"/>
                                          </p:val>
                                        </p:tav>
                                        <p:tav tm="100000">
                                          <p:val>
                                            <p:strVal val="#ppt_x"/>
                                          </p:val>
                                        </p:tav>
                                      </p:tavLst>
                                    </p:anim>
                                    <p:anim calcmode="lin" valueType="num">
                                      <p:cBhvr>
                                        <p:cTn id="26" dur="1000" fill="hold"/>
                                        <p:tgtEl>
                                          <p:spTgt spid="160769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607698"/>
                                        </p:tgtEl>
                                        <p:attrNameLst>
                                          <p:attrName>style.visibility</p:attrName>
                                        </p:attrNameLst>
                                      </p:cBhvr>
                                      <p:to>
                                        <p:strVal val="visible"/>
                                      </p:to>
                                    </p:set>
                                    <p:anim calcmode="lin" valueType="num">
                                      <p:cBhvr>
                                        <p:cTn id="31" dur="1000" fill="hold"/>
                                        <p:tgtEl>
                                          <p:spTgt spid="1607698"/>
                                        </p:tgtEl>
                                        <p:attrNameLst>
                                          <p:attrName>ppt_x</p:attrName>
                                        </p:attrNameLst>
                                      </p:cBhvr>
                                      <p:tavLst>
                                        <p:tav tm="0">
                                          <p:val>
                                            <p:strVal val="0-#ppt_w/2"/>
                                          </p:val>
                                        </p:tav>
                                        <p:tav tm="100000">
                                          <p:val>
                                            <p:strVal val="#ppt_x"/>
                                          </p:val>
                                        </p:tav>
                                      </p:tavLst>
                                    </p:anim>
                                    <p:anim calcmode="lin" valueType="num">
                                      <p:cBhvr>
                                        <p:cTn id="32" dur="1000" fill="hold"/>
                                        <p:tgtEl>
                                          <p:spTgt spid="160769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607701"/>
                                        </p:tgtEl>
                                        <p:attrNameLst>
                                          <p:attrName>style.visibility</p:attrName>
                                        </p:attrNameLst>
                                      </p:cBhvr>
                                      <p:to>
                                        <p:strVal val="visible"/>
                                      </p:to>
                                    </p:set>
                                    <p:animEffect transition="in" filter="wipe(left)">
                                      <p:cBhvr>
                                        <p:cTn id="37" dur="2000"/>
                                        <p:tgtEl>
                                          <p:spTgt spid="16077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607702"/>
                                        </p:tgtEl>
                                        <p:attrNameLst>
                                          <p:attrName>style.visibility</p:attrName>
                                        </p:attrNameLst>
                                      </p:cBhvr>
                                      <p:to>
                                        <p:strVal val="visible"/>
                                      </p:to>
                                    </p:set>
                                    <p:animEffect transition="in" filter="wipe(left)">
                                      <p:cBhvr>
                                        <p:cTn id="42" dur="2000"/>
                                        <p:tgtEl>
                                          <p:spTgt spid="1607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6">
            <a:extLst>
              <a:ext uri="{FF2B5EF4-FFF2-40B4-BE49-F238E27FC236}">
                <a16:creationId xmlns:a16="http://schemas.microsoft.com/office/drawing/2014/main" id="{2E03671A-0D7C-44A1-9FBC-95AB1321066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1951DCC2-C507-486B-B2FE-83C3B7175EC8}" type="slidenum">
              <a:rPr altLang="en-US" sz="1400" smtClean="0"/>
              <a:pPr>
                <a:lnSpc>
                  <a:spcPct val="100000"/>
                </a:lnSpc>
                <a:spcBef>
                  <a:spcPct val="0"/>
                </a:spcBef>
                <a:buClr>
                  <a:schemeClr val="tx1"/>
                </a:buClr>
                <a:buFontTx/>
                <a:buNone/>
              </a:pPr>
              <a:t>19</a:t>
            </a:fld>
            <a:endParaRPr lang="zh-CN" altLang="en-US" sz="1400"/>
          </a:p>
        </p:txBody>
      </p:sp>
      <p:sp>
        <p:nvSpPr>
          <p:cNvPr id="36867" name="Rectangle 3">
            <a:extLst>
              <a:ext uri="{FF2B5EF4-FFF2-40B4-BE49-F238E27FC236}">
                <a16:creationId xmlns:a16="http://schemas.microsoft.com/office/drawing/2014/main" id="{E5C6065A-7DC4-4D57-B746-FF21DE168C47}"/>
              </a:ext>
            </a:extLst>
          </p:cNvPr>
          <p:cNvSpPr>
            <a:spLocks noGrp="1" noChangeArrowheads="1"/>
          </p:cNvSpPr>
          <p:nvPr>
            <p:ph type="body" sz="half" idx="1"/>
          </p:nvPr>
        </p:nvSpPr>
        <p:spPr>
          <a:xfrm>
            <a:off x="1063625" y="1143000"/>
            <a:ext cx="7862888" cy="5345113"/>
          </a:xfrm>
        </p:spPr>
        <p:txBody>
          <a:bodyPr/>
          <a:lstStyle/>
          <a:p>
            <a:pPr marL="0" indent="0" eaLnBrk="1" hangingPunct="1">
              <a:buFontTx/>
              <a:buBlip>
                <a:blip r:embed="rId3"/>
              </a:buBlip>
            </a:pPr>
            <a:r>
              <a:rPr lang="en-US" altLang="zh-CN" sz="2000">
                <a:latin typeface="宋体" panose="02010600030101010101" pitchFamily="2" charset="-122"/>
                <a:ea typeface="宋体" panose="02010600030101010101" pitchFamily="2" charset="-122"/>
              </a:rPr>
              <a:t> </a:t>
            </a:r>
            <a:r>
              <a:rPr lang="zh-CN" altLang="en-US" sz="2000">
                <a:solidFill>
                  <a:srgbClr val="996600"/>
                </a:solidFill>
                <a:latin typeface="宋体" panose="02010600030101010101" pitchFamily="2" charset="-122"/>
                <a:ea typeface="宋体" panose="02010600030101010101" pitchFamily="2" charset="-122"/>
              </a:rPr>
              <a:t>例</a:t>
            </a:r>
            <a:r>
              <a:rPr lang="en-US" altLang="zh-CN" sz="2000">
                <a:solidFill>
                  <a:srgbClr val="996600"/>
                </a:solidFill>
                <a:latin typeface="宋体" panose="02010600030101010101" pitchFamily="2" charset="-122"/>
                <a:ea typeface="宋体" panose="02010600030101010101" pitchFamily="2" charset="-122"/>
              </a:rPr>
              <a:t>3</a:t>
            </a:r>
            <a:r>
              <a:rPr lang="zh-CN" altLang="en-US" sz="2000">
                <a:solidFill>
                  <a:srgbClr val="996600"/>
                </a:solidFill>
                <a:latin typeface="宋体" panose="02010600030101010101" pitchFamily="2" charset="-122"/>
                <a:ea typeface="宋体" panose="02010600030101010101" pitchFamily="2" charset="-122"/>
              </a:rPr>
              <a:t>：某保险公司的老年人寿保险有</a:t>
            </a:r>
            <a:r>
              <a:rPr lang="en-US" altLang="zh-CN" sz="2000">
                <a:solidFill>
                  <a:srgbClr val="996600"/>
                </a:solidFill>
                <a:latin typeface="宋体" panose="02010600030101010101" pitchFamily="2" charset="-122"/>
                <a:ea typeface="宋体" panose="02010600030101010101" pitchFamily="2" charset="-122"/>
              </a:rPr>
              <a:t>1</a:t>
            </a:r>
            <a:r>
              <a:rPr lang="zh-CN" altLang="en-US" sz="2000">
                <a:solidFill>
                  <a:srgbClr val="996600"/>
                </a:solidFill>
                <a:latin typeface="宋体" panose="02010600030101010101" pitchFamily="2" charset="-122"/>
                <a:ea typeface="宋体" panose="02010600030101010101" pitchFamily="2" charset="-122"/>
              </a:rPr>
              <a:t>万人参加，每人每年交</a:t>
            </a:r>
            <a:r>
              <a:rPr lang="en-US" altLang="zh-CN" sz="2000">
                <a:solidFill>
                  <a:srgbClr val="996600"/>
                </a:solidFill>
                <a:latin typeface="宋体" panose="02010600030101010101" pitchFamily="2" charset="-122"/>
                <a:ea typeface="宋体" panose="02010600030101010101" pitchFamily="2" charset="-122"/>
              </a:rPr>
              <a:t>200	</a:t>
            </a:r>
            <a:r>
              <a:rPr lang="zh-CN" altLang="en-US" sz="2000">
                <a:solidFill>
                  <a:srgbClr val="996600"/>
                </a:solidFill>
                <a:latin typeface="宋体" panose="02010600030101010101" pitchFamily="2" charset="-122"/>
                <a:ea typeface="宋体" panose="02010600030101010101" pitchFamily="2" charset="-122"/>
              </a:rPr>
              <a:t>元</a:t>
            </a:r>
            <a:r>
              <a:rPr lang="en-US" altLang="zh-CN" sz="2000">
                <a:solidFill>
                  <a:srgbClr val="996600"/>
                </a:solidFill>
                <a:latin typeface="宋体" panose="02010600030101010101" pitchFamily="2" charset="-122"/>
                <a:ea typeface="宋体" panose="02010600030101010101" pitchFamily="2" charset="-122"/>
              </a:rPr>
              <a:t>,	</a:t>
            </a:r>
            <a:r>
              <a:rPr lang="zh-CN" altLang="en-US" sz="2000">
                <a:solidFill>
                  <a:srgbClr val="996600"/>
                </a:solidFill>
                <a:latin typeface="宋体" panose="02010600030101010101" pitchFamily="2" charset="-122"/>
                <a:ea typeface="宋体" panose="02010600030101010101" pitchFamily="2" charset="-122"/>
              </a:rPr>
              <a:t>若老人在该年内死亡，公司付给受益人</a:t>
            </a:r>
            <a:r>
              <a:rPr lang="en-US" altLang="zh-CN" sz="2000">
                <a:solidFill>
                  <a:srgbClr val="996600"/>
                </a:solidFill>
                <a:latin typeface="宋体" panose="02010600030101010101" pitchFamily="2" charset="-122"/>
                <a:ea typeface="宋体" panose="02010600030101010101" pitchFamily="2" charset="-122"/>
              </a:rPr>
              <a:t>1</a:t>
            </a:r>
            <a:r>
              <a:rPr lang="zh-CN" altLang="en-US" sz="2000">
                <a:solidFill>
                  <a:srgbClr val="996600"/>
                </a:solidFill>
                <a:latin typeface="宋体" panose="02010600030101010101" pitchFamily="2" charset="-122"/>
                <a:ea typeface="宋体" panose="02010600030101010101" pitchFamily="2" charset="-122"/>
              </a:rPr>
              <a:t>万元。设老年人死亡	率为</a:t>
            </a:r>
            <a:r>
              <a:rPr lang="en-US" altLang="zh-CN" sz="2000">
                <a:solidFill>
                  <a:srgbClr val="996600"/>
                </a:solidFill>
                <a:latin typeface="宋体" panose="02010600030101010101" pitchFamily="2" charset="-122"/>
                <a:ea typeface="宋体" panose="02010600030101010101" pitchFamily="2" charset="-122"/>
              </a:rPr>
              <a:t>0.017</a:t>
            </a:r>
            <a:r>
              <a:rPr lang="zh-CN" altLang="en-US" sz="2000">
                <a:solidFill>
                  <a:srgbClr val="996600"/>
                </a:solidFill>
                <a:latin typeface="宋体" panose="02010600030101010101" pitchFamily="2" charset="-122"/>
                <a:ea typeface="宋体" panose="02010600030101010101" pitchFamily="2" charset="-122"/>
              </a:rPr>
              <a:t>，试求保险公司在一年内这项保险亏本的概率。</a:t>
            </a:r>
          </a:p>
        </p:txBody>
      </p:sp>
      <p:graphicFrame>
        <p:nvGraphicFramePr>
          <p:cNvPr id="10242" name="Object 4">
            <a:extLst>
              <a:ext uri="{FF2B5EF4-FFF2-40B4-BE49-F238E27FC236}">
                <a16:creationId xmlns:a16="http://schemas.microsoft.com/office/drawing/2014/main" id="{43ADA11C-1E85-4D1D-926B-2264C92D2425}"/>
              </a:ext>
            </a:extLst>
          </p:cNvPr>
          <p:cNvGraphicFramePr>
            <a:graphicFrameLocks noGrp="1"/>
          </p:cNvGraphicFramePr>
          <p:nvPr>
            <p:ph sz="half" idx="2"/>
          </p:nvPr>
        </p:nvGraphicFramePr>
        <p:xfrm>
          <a:off x="4552950" y="3235325"/>
          <a:ext cx="1636713" cy="455613"/>
        </p:xfrm>
        <a:graphic>
          <a:graphicData uri="http://schemas.openxmlformats.org/presentationml/2006/ole">
            <mc:AlternateContent xmlns:mc="http://schemas.openxmlformats.org/markup-compatibility/2006">
              <mc:Choice xmlns:v="urn:schemas-microsoft-com:vml" Requires="v">
                <p:oleObj spid="_x0000_s36918" r:id="rId4" imgW="913607" imgH="253780" progId="Equation.DSMT4">
                  <p:embed/>
                </p:oleObj>
              </mc:Choice>
              <mc:Fallback>
                <p:oleObj r:id="rId4" imgW="913607" imgH="25378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2950" y="3235325"/>
                        <a:ext cx="16367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1913" name="Object 41">
            <a:extLst>
              <a:ext uri="{FF2B5EF4-FFF2-40B4-BE49-F238E27FC236}">
                <a16:creationId xmlns:a16="http://schemas.microsoft.com/office/drawing/2014/main" id="{CB6A4AE7-6859-49EE-81DE-E60A59C34BCA}"/>
              </a:ext>
            </a:extLst>
          </p:cNvPr>
          <p:cNvGraphicFramePr>
            <a:graphicFrameLocks/>
          </p:cNvGraphicFramePr>
          <p:nvPr/>
        </p:nvGraphicFramePr>
        <p:xfrm>
          <a:off x="1327150" y="2328863"/>
          <a:ext cx="7240588" cy="390525"/>
        </p:xfrm>
        <a:graphic>
          <a:graphicData uri="http://schemas.openxmlformats.org/presentationml/2006/ole">
            <mc:AlternateContent xmlns:mc="http://schemas.openxmlformats.org/markup-compatibility/2006">
              <mc:Choice xmlns:v="urn:schemas-microsoft-com:vml" Requires="v">
                <p:oleObj spid="_x0000_s36919" r:id="rId6" imgW="4694925" imgH="253780" progId="Equation.DSMT4">
                  <p:embed/>
                </p:oleObj>
              </mc:Choice>
              <mc:Fallback>
                <p:oleObj r:id="rId6" imgW="4694925" imgH="253780" progId="Equation.DSMT4">
                  <p:embed/>
                  <p:pic>
                    <p:nvPicPr>
                      <p:cNvPr id="0" name="Object 4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7150" y="2328863"/>
                        <a:ext cx="724058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1915" name="Object 43">
            <a:extLst>
              <a:ext uri="{FF2B5EF4-FFF2-40B4-BE49-F238E27FC236}">
                <a16:creationId xmlns:a16="http://schemas.microsoft.com/office/drawing/2014/main" id="{098828FF-950B-4F4C-9892-8739FBB5C386}"/>
              </a:ext>
            </a:extLst>
          </p:cNvPr>
          <p:cNvGraphicFramePr>
            <a:graphicFrameLocks/>
          </p:cNvGraphicFramePr>
          <p:nvPr/>
        </p:nvGraphicFramePr>
        <p:xfrm>
          <a:off x="1789113" y="2832100"/>
          <a:ext cx="6240462" cy="314325"/>
        </p:xfrm>
        <a:graphic>
          <a:graphicData uri="http://schemas.openxmlformats.org/presentationml/2006/ole">
            <mc:AlternateContent xmlns:mc="http://schemas.openxmlformats.org/markup-compatibility/2006">
              <mc:Choice xmlns:v="urn:schemas-microsoft-com:vml" Requires="v">
                <p:oleObj spid="_x0000_s36920" r:id="rId8" imgW="4035097" imgH="203024" progId="Equation.DSMT4">
                  <p:embed/>
                </p:oleObj>
              </mc:Choice>
              <mc:Fallback>
                <p:oleObj r:id="rId8" imgW="4035097" imgH="203024" progId="Equation.DSMT4">
                  <p:embed/>
                  <p:pic>
                    <p:nvPicPr>
                      <p:cNvPr id="0" name="Object 4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9113" y="2832100"/>
                        <a:ext cx="624046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1916" name="Object 44">
            <a:extLst>
              <a:ext uri="{FF2B5EF4-FFF2-40B4-BE49-F238E27FC236}">
                <a16:creationId xmlns:a16="http://schemas.microsoft.com/office/drawing/2014/main" id="{D118B409-62F3-424C-89E3-57C72D2DEF36}"/>
              </a:ext>
            </a:extLst>
          </p:cNvPr>
          <p:cNvGraphicFramePr>
            <a:graphicFrameLocks/>
          </p:cNvGraphicFramePr>
          <p:nvPr/>
        </p:nvGraphicFramePr>
        <p:xfrm>
          <a:off x="1703388" y="3263900"/>
          <a:ext cx="2876550" cy="441325"/>
        </p:xfrm>
        <a:graphic>
          <a:graphicData uri="http://schemas.openxmlformats.org/presentationml/2006/ole">
            <mc:AlternateContent xmlns:mc="http://schemas.openxmlformats.org/markup-compatibility/2006">
              <mc:Choice xmlns:v="urn:schemas-microsoft-com:vml" Requires="v">
                <p:oleObj spid="_x0000_s36921" r:id="rId10" imgW="1649568" imgH="253780" progId="Equation.DSMT4">
                  <p:embed/>
                </p:oleObj>
              </mc:Choice>
              <mc:Fallback>
                <p:oleObj r:id="rId10" imgW="1649568" imgH="253780" progId="Equation.DSMT4">
                  <p:embed/>
                  <p:pic>
                    <p:nvPicPr>
                      <p:cNvPr id="0" name="Object 4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03388" y="3263900"/>
                        <a:ext cx="28765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1917" name="Object 45">
            <a:extLst>
              <a:ext uri="{FF2B5EF4-FFF2-40B4-BE49-F238E27FC236}">
                <a16:creationId xmlns:a16="http://schemas.microsoft.com/office/drawing/2014/main" id="{D0ACC6B3-53E2-4754-9516-DB0B905685CB}"/>
              </a:ext>
            </a:extLst>
          </p:cNvPr>
          <p:cNvGraphicFramePr>
            <a:graphicFrameLocks/>
          </p:cNvGraphicFramePr>
          <p:nvPr/>
        </p:nvGraphicFramePr>
        <p:xfrm>
          <a:off x="4268788" y="3687763"/>
          <a:ext cx="2081212" cy="903287"/>
        </p:xfrm>
        <a:graphic>
          <a:graphicData uri="http://schemas.openxmlformats.org/presentationml/2006/ole">
            <mc:AlternateContent xmlns:mc="http://schemas.openxmlformats.org/markup-compatibility/2006">
              <mc:Choice xmlns:v="urn:schemas-microsoft-com:vml" Requires="v">
                <p:oleObj spid="_x0000_s36922" r:id="rId12" imgW="1345616" imgH="583947" progId="Equation.DSMT4">
                  <p:embed/>
                </p:oleObj>
              </mc:Choice>
              <mc:Fallback>
                <p:oleObj r:id="rId12" imgW="1345616" imgH="583947" progId="Equation.DSMT4">
                  <p:embed/>
                  <p:pic>
                    <p:nvPicPr>
                      <p:cNvPr id="0" name="Object 4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8788" y="3687763"/>
                        <a:ext cx="2081212"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1920" name="Object 48">
            <a:extLst>
              <a:ext uri="{FF2B5EF4-FFF2-40B4-BE49-F238E27FC236}">
                <a16:creationId xmlns:a16="http://schemas.microsoft.com/office/drawing/2014/main" id="{25BAA5FA-D91D-49EB-9657-A1179BCBE99B}"/>
              </a:ext>
            </a:extLst>
          </p:cNvPr>
          <p:cNvGraphicFramePr>
            <a:graphicFrameLocks/>
          </p:cNvGraphicFramePr>
          <p:nvPr/>
        </p:nvGraphicFramePr>
        <p:xfrm>
          <a:off x="4319588" y="4899025"/>
          <a:ext cx="2055812" cy="390525"/>
        </p:xfrm>
        <a:graphic>
          <a:graphicData uri="http://schemas.openxmlformats.org/presentationml/2006/ole">
            <mc:AlternateContent xmlns:mc="http://schemas.openxmlformats.org/markup-compatibility/2006">
              <mc:Choice xmlns:v="urn:schemas-microsoft-com:vml" Requires="v">
                <p:oleObj spid="_x0000_s36923" r:id="rId14" imgW="1332343" imgH="253780" progId="Equation.DSMT4">
                  <p:embed/>
                </p:oleObj>
              </mc:Choice>
              <mc:Fallback>
                <p:oleObj r:id="rId14" imgW="1332343" imgH="253780" progId="Equation.DSMT4">
                  <p:embed/>
                  <p:pic>
                    <p:nvPicPr>
                      <p:cNvPr id="0" name="Object 4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19588" y="4899025"/>
                        <a:ext cx="205581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1921" name="Object 49">
            <a:extLst>
              <a:ext uri="{FF2B5EF4-FFF2-40B4-BE49-F238E27FC236}">
                <a16:creationId xmlns:a16="http://schemas.microsoft.com/office/drawing/2014/main" id="{ED8C814A-C355-4F93-A0C0-2B229BFB835B}"/>
              </a:ext>
            </a:extLst>
          </p:cNvPr>
          <p:cNvGraphicFramePr>
            <a:graphicFrameLocks/>
          </p:cNvGraphicFramePr>
          <p:nvPr/>
        </p:nvGraphicFramePr>
        <p:xfrm>
          <a:off x="6700838" y="3241675"/>
          <a:ext cx="2032000" cy="1055688"/>
        </p:xfrm>
        <a:graphic>
          <a:graphicData uri="http://schemas.openxmlformats.org/presentationml/2006/ole">
            <mc:AlternateContent xmlns:mc="http://schemas.openxmlformats.org/markup-compatibility/2006">
              <mc:Choice xmlns:v="urn:schemas-microsoft-com:vml" Requires="v">
                <p:oleObj spid="_x0000_s36924" r:id="rId16" imgW="1294838" imgH="672808" progId="Equation.DSMT4">
                  <p:embed/>
                </p:oleObj>
              </mc:Choice>
              <mc:Fallback>
                <p:oleObj r:id="rId16" imgW="1294838" imgH="672808" progId="Equation.DSMT4">
                  <p:embed/>
                  <p:pic>
                    <p:nvPicPr>
                      <p:cNvPr id="0" name="Object 4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00838" y="3241675"/>
                        <a:ext cx="2032000"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1922" name="Rectangle 50">
            <a:extLst>
              <a:ext uri="{FF2B5EF4-FFF2-40B4-BE49-F238E27FC236}">
                <a16:creationId xmlns:a16="http://schemas.microsoft.com/office/drawing/2014/main" id="{26024225-EE9F-421F-A032-C2EDCC14BB6E}"/>
              </a:ext>
            </a:extLst>
          </p:cNvPr>
          <p:cNvSpPr>
            <a:spLocks noChangeArrowheads="1"/>
          </p:cNvSpPr>
          <p:nvPr/>
        </p:nvSpPr>
        <p:spPr bwMode="auto">
          <a:xfrm>
            <a:off x="6616700" y="3208338"/>
            <a:ext cx="2144713" cy="1296987"/>
          </a:xfrm>
          <a:prstGeom prst="rect">
            <a:avLst/>
          </a:prstGeom>
          <a:noFill/>
          <a:ln w="19050">
            <a:solidFill>
              <a:schemeClr val="accent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31923" name="Object 51">
            <a:extLst>
              <a:ext uri="{FF2B5EF4-FFF2-40B4-BE49-F238E27FC236}">
                <a16:creationId xmlns:a16="http://schemas.microsoft.com/office/drawing/2014/main" id="{13540488-FE92-4B60-AAB4-24D6E7C7B0A3}"/>
              </a:ext>
            </a:extLst>
          </p:cNvPr>
          <p:cNvGraphicFramePr>
            <a:graphicFrameLocks/>
          </p:cNvGraphicFramePr>
          <p:nvPr/>
        </p:nvGraphicFramePr>
        <p:xfrm>
          <a:off x="6848475" y="4933950"/>
          <a:ext cx="1600200" cy="431800"/>
        </p:xfrm>
        <a:graphic>
          <a:graphicData uri="http://schemas.openxmlformats.org/presentationml/2006/ole">
            <mc:AlternateContent xmlns:mc="http://schemas.openxmlformats.org/markup-compatibility/2006">
              <mc:Choice xmlns:v="urn:schemas-microsoft-com:vml" Requires="v">
                <p:oleObj spid="_x0000_s36925" r:id="rId18" imgW="799060" imgH="215619" progId="Equation.DSMT4">
                  <p:embed/>
                </p:oleObj>
              </mc:Choice>
              <mc:Fallback>
                <p:oleObj r:id="rId18" imgW="799060" imgH="215619" progId="Equation.DSMT4">
                  <p:embed/>
                  <p:pic>
                    <p:nvPicPr>
                      <p:cNvPr id="0" name="Object 5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48475" y="4933950"/>
                        <a:ext cx="1600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1924" name="Oval 52">
            <a:extLst>
              <a:ext uri="{FF2B5EF4-FFF2-40B4-BE49-F238E27FC236}">
                <a16:creationId xmlns:a16="http://schemas.microsoft.com/office/drawing/2014/main" id="{03C840BB-E171-44DD-81A0-CAEAC00239EA}"/>
              </a:ext>
            </a:extLst>
          </p:cNvPr>
          <p:cNvSpPr>
            <a:spLocks noChangeArrowheads="1"/>
          </p:cNvSpPr>
          <p:nvPr/>
        </p:nvSpPr>
        <p:spPr bwMode="auto">
          <a:xfrm>
            <a:off x="6597650" y="4837113"/>
            <a:ext cx="2051050" cy="620712"/>
          </a:xfrm>
          <a:prstGeom prst="ellipse">
            <a:avLst/>
          </a:prstGeom>
          <a:noFill/>
          <a:ln w="19050">
            <a:solidFill>
              <a:srgbClr val="800000"/>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231913"/>
                                        </p:tgtEl>
                                        <p:attrNameLst>
                                          <p:attrName>style.visibility</p:attrName>
                                        </p:attrNameLst>
                                      </p:cBhvr>
                                      <p:to>
                                        <p:strVal val="visible"/>
                                      </p:to>
                                    </p:set>
                                    <p:animEffect transition="in" filter="wipe(up)">
                                      <p:cBhvr>
                                        <p:cTn id="7" dur="500"/>
                                        <p:tgtEl>
                                          <p:spTgt spid="12319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231915"/>
                                        </p:tgtEl>
                                        <p:attrNameLst>
                                          <p:attrName>style.visibility</p:attrName>
                                        </p:attrNameLst>
                                      </p:cBhvr>
                                      <p:to>
                                        <p:strVal val="visible"/>
                                      </p:to>
                                    </p:set>
                                    <p:anim calcmode="lin" valueType="num">
                                      <p:cBhvr>
                                        <p:cTn id="12" dur="500" fill="hold"/>
                                        <p:tgtEl>
                                          <p:spTgt spid="1231915"/>
                                        </p:tgtEl>
                                        <p:attrNameLst>
                                          <p:attrName>ppt_x</p:attrName>
                                        </p:attrNameLst>
                                      </p:cBhvr>
                                      <p:tavLst>
                                        <p:tav tm="0">
                                          <p:val>
                                            <p:strVal val="0-#ppt_w/2"/>
                                          </p:val>
                                        </p:tav>
                                        <p:tav tm="100000">
                                          <p:val>
                                            <p:strVal val="#ppt_x"/>
                                          </p:val>
                                        </p:tav>
                                      </p:tavLst>
                                    </p:anim>
                                    <p:anim calcmode="lin" valueType="num">
                                      <p:cBhvr>
                                        <p:cTn id="13" dur="500" fill="hold"/>
                                        <p:tgtEl>
                                          <p:spTgt spid="123191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231916"/>
                                        </p:tgtEl>
                                        <p:attrNameLst>
                                          <p:attrName>style.visibility</p:attrName>
                                        </p:attrNameLst>
                                      </p:cBhvr>
                                      <p:to>
                                        <p:strVal val="visible"/>
                                      </p:to>
                                    </p:set>
                                    <p:anim calcmode="lin" valueType="num">
                                      <p:cBhvr>
                                        <p:cTn id="18" dur="500" fill="hold"/>
                                        <p:tgtEl>
                                          <p:spTgt spid="1231916"/>
                                        </p:tgtEl>
                                        <p:attrNameLst>
                                          <p:attrName>ppt_x</p:attrName>
                                        </p:attrNameLst>
                                      </p:cBhvr>
                                      <p:tavLst>
                                        <p:tav tm="0">
                                          <p:val>
                                            <p:strVal val="0-#ppt_w/2"/>
                                          </p:val>
                                        </p:tav>
                                        <p:tav tm="100000">
                                          <p:val>
                                            <p:strVal val="#ppt_x"/>
                                          </p:val>
                                        </p:tav>
                                      </p:tavLst>
                                    </p:anim>
                                    <p:anim calcmode="lin" valueType="num">
                                      <p:cBhvr>
                                        <p:cTn id="19" dur="500" fill="hold"/>
                                        <p:tgtEl>
                                          <p:spTgt spid="123191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0242"/>
                                        </p:tgtEl>
                                        <p:attrNameLst>
                                          <p:attrName>style.visibility</p:attrName>
                                        </p:attrNameLst>
                                      </p:cBhvr>
                                      <p:to>
                                        <p:strVal val="visible"/>
                                      </p:to>
                                    </p:set>
                                    <p:animEffect transition="in" filter="wipe(left)">
                                      <p:cBhvr>
                                        <p:cTn id="24" dur="500"/>
                                        <p:tgtEl>
                                          <p:spTgt spid="1024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231917"/>
                                        </p:tgtEl>
                                        <p:attrNameLst>
                                          <p:attrName>style.visibility</p:attrName>
                                        </p:attrNameLst>
                                      </p:cBhvr>
                                      <p:to>
                                        <p:strVal val="visible"/>
                                      </p:to>
                                    </p:set>
                                    <p:animEffect transition="in" filter="wipe(left)">
                                      <p:cBhvr>
                                        <p:cTn id="29" dur="500"/>
                                        <p:tgtEl>
                                          <p:spTgt spid="123191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231920"/>
                                        </p:tgtEl>
                                        <p:attrNameLst>
                                          <p:attrName>style.visibility</p:attrName>
                                        </p:attrNameLst>
                                      </p:cBhvr>
                                      <p:to>
                                        <p:strVal val="visible"/>
                                      </p:to>
                                    </p:set>
                                    <p:animEffect transition="in" filter="wipe(left)">
                                      <p:cBhvr>
                                        <p:cTn id="34" dur="500"/>
                                        <p:tgtEl>
                                          <p:spTgt spid="123192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1231921"/>
                                        </p:tgtEl>
                                        <p:attrNameLst>
                                          <p:attrName>style.visibility</p:attrName>
                                        </p:attrNameLst>
                                      </p:cBhvr>
                                      <p:to>
                                        <p:strVal val="visible"/>
                                      </p:to>
                                    </p:set>
                                    <p:anim calcmode="lin" valueType="num">
                                      <p:cBhvr>
                                        <p:cTn id="39" dur="500" fill="hold"/>
                                        <p:tgtEl>
                                          <p:spTgt spid="1231921"/>
                                        </p:tgtEl>
                                        <p:attrNameLst>
                                          <p:attrName>ppt_w</p:attrName>
                                        </p:attrNameLst>
                                      </p:cBhvr>
                                      <p:tavLst>
                                        <p:tav tm="0">
                                          <p:val>
                                            <p:fltVal val="0"/>
                                          </p:val>
                                        </p:tav>
                                        <p:tav tm="100000">
                                          <p:val>
                                            <p:strVal val="#ppt_w"/>
                                          </p:val>
                                        </p:tav>
                                      </p:tavLst>
                                    </p:anim>
                                    <p:anim calcmode="lin" valueType="num">
                                      <p:cBhvr>
                                        <p:cTn id="40" dur="500" fill="hold"/>
                                        <p:tgtEl>
                                          <p:spTgt spid="1231921"/>
                                        </p:tgtEl>
                                        <p:attrNameLst>
                                          <p:attrName>ppt_h</p:attrName>
                                        </p:attrNameLst>
                                      </p:cBhvr>
                                      <p:tavLst>
                                        <p:tav tm="0">
                                          <p:val>
                                            <p:fltVal val="0"/>
                                          </p:val>
                                        </p:tav>
                                        <p:tav tm="100000">
                                          <p:val>
                                            <p:strVal val="#ppt_h"/>
                                          </p:val>
                                        </p:tav>
                                      </p:tavLst>
                                    </p:anim>
                                  </p:childTnLst>
                                </p:cTn>
                              </p:par>
                            </p:childTnLst>
                          </p:cTn>
                        </p:par>
                        <p:par>
                          <p:cTn id="41" fill="hold" nodeType="afterGroup">
                            <p:stCondLst>
                              <p:cond delay="500"/>
                            </p:stCondLst>
                            <p:childTnLst>
                              <p:par>
                                <p:cTn id="42" presetID="1" presetClass="entr" presetSubtype="0" fill="hold" grpId="0" nodeType="afterEffect">
                                  <p:stCondLst>
                                    <p:cond delay="0"/>
                                  </p:stCondLst>
                                  <p:childTnLst>
                                    <p:set>
                                      <p:cBhvr>
                                        <p:cTn id="43" dur="1" fill="hold">
                                          <p:stCondLst>
                                            <p:cond delay="499"/>
                                          </p:stCondLst>
                                        </p:cTn>
                                        <p:tgtEl>
                                          <p:spTgt spid="1231922"/>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1231923"/>
                                        </p:tgtEl>
                                        <p:attrNameLst>
                                          <p:attrName>style.visibility</p:attrName>
                                        </p:attrNameLst>
                                      </p:cBhvr>
                                      <p:to>
                                        <p:strVal val="visible"/>
                                      </p:to>
                                    </p:set>
                                    <p:anim calcmode="lin" valueType="num">
                                      <p:cBhvr>
                                        <p:cTn id="48" dur="500" fill="hold"/>
                                        <p:tgtEl>
                                          <p:spTgt spid="1231923"/>
                                        </p:tgtEl>
                                        <p:attrNameLst>
                                          <p:attrName>ppt_w</p:attrName>
                                        </p:attrNameLst>
                                      </p:cBhvr>
                                      <p:tavLst>
                                        <p:tav tm="0">
                                          <p:val>
                                            <p:fltVal val="0"/>
                                          </p:val>
                                        </p:tav>
                                        <p:tav tm="100000">
                                          <p:val>
                                            <p:strVal val="#ppt_w"/>
                                          </p:val>
                                        </p:tav>
                                      </p:tavLst>
                                    </p:anim>
                                    <p:anim calcmode="lin" valueType="num">
                                      <p:cBhvr>
                                        <p:cTn id="49" dur="500" fill="hold"/>
                                        <p:tgtEl>
                                          <p:spTgt spid="1231923"/>
                                        </p:tgtEl>
                                        <p:attrNameLst>
                                          <p:attrName>ppt_h</p:attrName>
                                        </p:attrNameLst>
                                      </p:cBhvr>
                                      <p:tavLst>
                                        <p:tav tm="0">
                                          <p:val>
                                            <p:fltVal val="0"/>
                                          </p:val>
                                        </p:tav>
                                        <p:tav tm="100000">
                                          <p:val>
                                            <p:strVal val="#ppt_h"/>
                                          </p:val>
                                        </p:tav>
                                      </p:tavLst>
                                    </p:anim>
                                  </p:childTnLst>
                                </p:cTn>
                              </p:par>
                            </p:childTnLst>
                          </p:cTn>
                        </p:par>
                        <p:par>
                          <p:cTn id="50" fill="hold" nodeType="afterGroup">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1231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922" grpId="0" animBg="1"/>
      <p:bldP spid="12319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2FDA84A3-0541-440D-8E7A-CD157D7E5DC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6D201C3-9945-4B32-942F-7964D23C21FC}" type="slidenum">
              <a:rPr altLang="en-US" sz="1400" smtClean="0"/>
              <a:pPr>
                <a:lnSpc>
                  <a:spcPct val="100000"/>
                </a:lnSpc>
                <a:spcBef>
                  <a:spcPct val="0"/>
                </a:spcBef>
                <a:buClr>
                  <a:schemeClr val="tx1"/>
                </a:buClr>
                <a:buFontTx/>
                <a:buNone/>
              </a:pPr>
              <a:t>20</a:t>
            </a:fld>
            <a:endParaRPr lang="zh-CN" altLang="en-US" sz="1400"/>
          </a:p>
        </p:txBody>
      </p:sp>
      <p:sp>
        <p:nvSpPr>
          <p:cNvPr id="37891" name="Rectangle 3">
            <a:extLst>
              <a:ext uri="{FF2B5EF4-FFF2-40B4-BE49-F238E27FC236}">
                <a16:creationId xmlns:a16="http://schemas.microsoft.com/office/drawing/2014/main" id="{FE4D7A1B-2951-48F1-9AB5-4879A32D91BF}"/>
              </a:ext>
            </a:extLst>
          </p:cNvPr>
          <p:cNvSpPr>
            <a:spLocks noGrp="1" noChangeArrowheads="1"/>
          </p:cNvSpPr>
          <p:nvPr>
            <p:ph idx="1"/>
          </p:nvPr>
        </p:nvSpPr>
        <p:spPr>
          <a:xfrm>
            <a:off x="1012825" y="0"/>
            <a:ext cx="7567613" cy="4302125"/>
          </a:xfrm>
        </p:spPr>
        <p:txBody>
          <a:bodyPr/>
          <a:lstStyle/>
          <a:p>
            <a:pPr marL="0" indent="0" eaLnBrk="1" hangingPunct="1">
              <a:buFontTx/>
              <a:buBlip>
                <a:blip r:embed="rId3"/>
              </a:buBlip>
            </a:pPr>
            <a:r>
              <a:rPr lang="en-US" altLang="zh-CN">
                <a:latin typeface="宋体" panose="02010600030101010101" pitchFamily="2" charset="-122"/>
                <a:ea typeface="宋体" panose="02010600030101010101" pitchFamily="2" charset="-122"/>
              </a:rPr>
              <a:t> </a:t>
            </a:r>
            <a:r>
              <a:rPr lang="zh-CN" altLang="en-US">
                <a:solidFill>
                  <a:srgbClr val="996600"/>
                </a:solidFill>
                <a:latin typeface="宋体" panose="02010600030101010101" pitchFamily="2" charset="-122"/>
                <a:ea typeface="宋体" panose="02010600030101010101" pitchFamily="2" charset="-122"/>
              </a:rPr>
              <a:t>例</a:t>
            </a:r>
            <a:r>
              <a:rPr lang="en-US" altLang="zh-CN">
                <a:solidFill>
                  <a:srgbClr val="996600"/>
                </a:solidFill>
                <a:latin typeface="宋体" panose="02010600030101010101" pitchFamily="2" charset="-122"/>
                <a:ea typeface="宋体" panose="02010600030101010101" pitchFamily="2" charset="-122"/>
              </a:rPr>
              <a:t>4</a:t>
            </a:r>
            <a:r>
              <a:rPr lang="zh-CN" altLang="en-US">
                <a:solidFill>
                  <a:srgbClr val="996600"/>
                </a:solidFill>
                <a:latin typeface="宋体" panose="02010600030101010101" pitchFamily="2" charset="-122"/>
                <a:ea typeface="宋体" panose="02010600030101010101" pitchFamily="2" charset="-122"/>
              </a:rPr>
              <a:t>：设某工厂有</a:t>
            </a:r>
            <a:r>
              <a:rPr lang="en-US" altLang="zh-CN">
                <a:solidFill>
                  <a:srgbClr val="996600"/>
                </a:solidFill>
                <a:latin typeface="宋体" panose="02010600030101010101" pitchFamily="2" charset="-122"/>
                <a:ea typeface="宋体" panose="02010600030101010101" pitchFamily="2" charset="-122"/>
              </a:rPr>
              <a:t>400</a:t>
            </a:r>
            <a:r>
              <a:rPr lang="zh-CN" altLang="en-US">
                <a:solidFill>
                  <a:srgbClr val="996600"/>
                </a:solidFill>
                <a:latin typeface="宋体" panose="02010600030101010101" pitchFamily="2" charset="-122"/>
                <a:ea typeface="宋体" panose="02010600030101010101" pitchFamily="2" charset="-122"/>
              </a:rPr>
              <a:t>台同类机器，各台机器发生故障的概	 率都是</a:t>
            </a:r>
            <a:r>
              <a:rPr lang="en-US" altLang="zh-CN">
                <a:solidFill>
                  <a:srgbClr val="996600"/>
                </a:solidFill>
                <a:latin typeface="宋体" panose="02010600030101010101" pitchFamily="2" charset="-122"/>
                <a:ea typeface="宋体" panose="02010600030101010101" pitchFamily="2" charset="-122"/>
              </a:rPr>
              <a:t>0.02</a:t>
            </a:r>
            <a:r>
              <a:rPr lang="zh-CN" altLang="en-US">
                <a:solidFill>
                  <a:srgbClr val="996600"/>
                </a:solidFill>
                <a:latin typeface="宋体" panose="02010600030101010101" pitchFamily="2" charset="-122"/>
                <a:ea typeface="宋体" panose="02010600030101010101" pitchFamily="2" charset="-122"/>
              </a:rPr>
              <a:t>，各台机器工作是相互独立的，试求机	 	 器出故障的台数不小于</a:t>
            </a:r>
            <a:r>
              <a:rPr lang="en-US" altLang="zh-CN">
                <a:solidFill>
                  <a:srgbClr val="996600"/>
                </a:solidFill>
                <a:latin typeface="宋体" panose="02010600030101010101" pitchFamily="2" charset="-122"/>
                <a:ea typeface="宋体" panose="02010600030101010101" pitchFamily="2" charset="-122"/>
              </a:rPr>
              <a:t>2</a:t>
            </a:r>
            <a:r>
              <a:rPr lang="zh-CN" altLang="en-US">
                <a:solidFill>
                  <a:srgbClr val="996600"/>
                </a:solidFill>
                <a:latin typeface="宋体" panose="02010600030101010101" pitchFamily="2" charset="-122"/>
                <a:ea typeface="宋体" panose="02010600030101010101" pitchFamily="2" charset="-122"/>
              </a:rPr>
              <a:t>的概率。</a:t>
            </a:r>
          </a:p>
          <a:p>
            <a:pPr marL="0" indent="0" eaLnBrk="1" hangingPunct="1">
              <a:buFontTx/>
              <a:buNone/>
            </a:pPr>
            <a:endParaRPr lang="en-US" altLang="zh-CN">
              <a:solidFill>
                <a:srgbClr val="996600"/>
              </a:solidFill>
              <a:latin typeface="宋体" panose="02010600030101010101" pitchFamily="2" charset="-122"/>
              <a:ea typeface="宋体" panose="02010600030101010101" pitchFamily="2" charset="-122"/>
            </a:endParaRPr>
          </a:p>
        </p:txBody>
      </p:sp>
      <p:graphicFrame>
        <p:nvGraphicFramePr>
          <p:cNvPr id="1233924" name="Object 4">
            <a:extLst>
              <a:ext uri="{FF2B5EF4-FFF2-40B4-BE49-F238E27FC236}">
                <a16:creationId xmlns:a16="http://schemas.microsoft.com/office/drawing/2014/main" id="{F1FA2390-D56F-4C70-B0DF-73ED51FBF1FE}"/>
              </a:ext>
            </a:extLst>
          </p:cNvPr>
          <p:cNvGraphicFramePr>
            <a:graphicFrameLocks/>
          </p:cNvGraphicFramePr>
          <p:nvPr/>
        </p:nvGraphicFramePr>
        <p:xfrm>
          <a:off x="2301875" y="4351338"/>
          <a:ext cx="3768725" cy="1760537"/>
        </p:xfrm>
        <a:graphic>
          <a:graphicData uri="http://schemas.openxmlformats.org/presentationml/2006/ole">
            <mc:AlternateContent xmlns:mc="http://schemas.openxmlformats.org/markup-compatibility/2006">
              <mc:Choice xmlns:v="urn:schemas-microsoft-com:vml" Requires="v">
                <p:oleObj spid="_x0000_s37934" r:id="rId4" imgW="2501900" imgH="1168400" progId="Equation.DSMT4">
                  <p:embed/>
                </p:oleObj>
              </mc:Choice>
              <mc:Fallback>
                <p:oleObj r:id="rId4" imgW="2501900" imgH="1168400"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1875" y="4351338"/>
                        <a:ext cx="3768725"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3926" name="Object 6">
            <a:extLst>
              <a:ext uri="{FF2B5EF4-FFF2-40B4-BE49-F238E27FC236}">
                <a16:creationId xmlns:a16="http://schemas.microsoft.com/office/drawing/2014/main" id="{2C97683F-F9B0-46DC-844C-456088E04E4B}"/>
              </a:ext>
            </a:extLst>
          </p:cNvPr>
          <p:cNvGraphicFramePr>
            <a:graphicFrameLocks/>
          </p:cNvGraphicFramePr>
          <p:nvPr/>
        </p:nvGraphicFramePr>
        <p:xfrm>
          <a:off x="1535113" y="1508125"/>
          <a:ext cx="7608887" cy="392113"/>
        </p:xfrm>
        <a:graphic>
          <a:graphicData uri="http://schemas.openxmlformats.org/presentationml/2006/ole">
            <mc:AlternateContent xmlns:mc="http://schemas.openxmlformats.org/markup-compatibility/2006">
              <mc:Choice xmlns:v="urn:schemas-microsoft-com:vml" Requires="v">
                <p:oleObj spid="_x0000_s37935" r:id="rId6" imgW="4910637" imgH="253780" progId="Equation.DSMT4">
                  <p:embed/>
                </p:oleObj>
              </mc:Choice>
              <mc:Fallback>
                <p:oleObj r:id="rId6" imgW="4910637" imgH="253780" progId="Equation.DSMT4">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5113" y="1508125"/>
                        <a:ext cx="7608887"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3928" name="Object 8">
            <a:extLst>
              <a:ext uri="{FF2B5EF4-FFF2-40B4-BE49-F238E27FC236}">
                <a16:creationId xmlns:a16="http://schemas.microsoft.com/office/drawing/2014/main" id="{CF8737C8-D6DB-49E1-A4F3-3D5B01EF1F47}"/>
              </a:ext>
            </a:extLst>
          </p:cNvPr>
          <p:cNvGraphicFramePr>
            <a:graphicFrameLocks/>
          </p:cNvGraphicFramePr>
          <p:nvPr/>
        </p:nvGraphicFramePr>
        <p:xfrm>
          <a:off x="1804988" y="1985963"/>
          <a:ext cx="1871662" cy="295275"/>
        </p:xfrm>
        <a:graphic>
          <a:graphicData uri="http://schemas.openxmlformats.org/presentationml/2006/ole">
            <mc:AlternateContent xmlns:mc="http://schemas.openxmlformats.org/markup-compatibility/2006">
              <mc:Choice xmlns:v="urn:schemas-microsoft-com:vml" Requires="v">
                <p:oleObj spid="_x0000_s37936" r:id="rId8" imgW="1281588" imgH="203024" progId="Equation.DSMT4">
                  <p:embed/>
                </p:oleObj>
              </mc:Choice>
              <mc:Fallback>
                <p:oleObj r:id="rId8" imgW="1281588" imgH="203024" progId="Equation.DSMT4">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04988" y="1985963"/>
                        <a:ext cx="18716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3929" name="Object 9">
            <a:extLst>
              <a:ext uri="{FF2B5EF4-FFF2-40B4-BE49-F238E27FC236}">
                <a16:creationId xmlns:a16="http://schemas.microsoft.com/office/drawing/2014/main" id="{EB1E7EDC-4A0D-403D-A0C3-363DE2C51B7A}"/>
              </a:ext>
            </a:extLst>
          </p:cNvPr>
          <p:cNvGraphicFramePr>
            <a:graphicFrameLocks/>
          </p:cNvGraphicFramePr>
          <p:nvPr/>
        </p:nvGraphicFramePr>
        <p:xfrm>
          <a:off x="1824038" y="2455863"/>
          <a:ext cx="7099300" cy="369887"/>
        </p:xfrm>
        <a:graphic>
          <a:graphicData uri="http://schemas.openxmlformats.org/presentationml/2006/ole">
            <mc:AlternateContent xmlns:mc="http://schemas.openxmlformats.org/markup-compatibility/2006">
              <mc:Choice xmlns:v="urn:schemas-microsoft-com:vml" Requires="v">
                <p:oleObj spid="_x0000_s37937" r:id="rId10" imgW="4859881" imgH="253780" progId="Equation.DSMT4">
                  <p:embed/>
                </p:oleObj>
              </mc:Choice>
              <mc:Fallback>
                <p:oleObj r:id="rId10" imgW="4859881" imgH="253780" progId="Equation.DSMT4">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4038" y="2455863"/>
                        <a:ext cx="7099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3930" name="Object 10">
            <a:extLst>
              <a:ext uri="{FF2B5EF4-FFF2-40B4-BE49-F238E27FC236}">
                <a16:creationId xmlns:a16="http://schemas.microsoft.com/office/drawing/2014/main" id="{A47327E9-F913-4289-9428-E3329ADB326B}"/>
              </a:ext>
            </a:extLst>
          </p:cNvPr>
          <p:cNvGraphicFramePr>
            <a:graphicFrameLocks/>
          </p:cNvGraphicFramePr>
          <p:nvPr/>
        </p:nvGraphicFramePr>
        <p:xfrm>
          <a:off x="1800225" y="2871788"/>
          <a:ext cx="2335213" cy="295275"/>
        </p:xfrm>
        <a:graphic>
          <a:graphicData uri="http://schemas.openxmlformats.org/presentationml/2006/ole">
            <mc:AlternateContent xmlns:mc="http://schemas.openxmlformats.org/markup-compatibility/2006">
              <mc:Choice xmlns:v="urn:schemas-microsoft-com:vml" Requires="v">
                <p:oleObj spid="_x0000_s37938" r:id="rId12" imgW="1598812" imgH="203024" progId="Equation.DSMT4">
                  <p:embed/>
                </p:oleObj>
              </mc:Choice>
              <mc:Fallback>
                <p:oleObj r:id="rId12" imgW="1598812" imgH="203024" progId="Equation.DSMT4">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00225" y="2871788"/>
                        <a:ext cx="2335213"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3931" name="Object 11">
            <a:extLst>
              <a:ext uri="{FF2B5EF4-FFF2-40B4-BE49-F238E27FC236}">
                <a16:creationId xmlns:a16="http://schemas.microsoft.com/office/drawing/2014/main" id="{B132D824-4D9B-413A-B92C-10033F8E5AC2}"/>
              </a:ext>
            </a:extLst>
          </p:cNvPr>
          <p:cNvGraphicFramePr>
            <a:graphicFrameLocks/>
          </p:cNvGraphicFramePr>
          <p:nvPr/>
        </p:nvGraphicFramePr>
        <p:xfrm>
          <a:off x="1862138" y="3276600"/>
          <a:ext cx="6486525" cy="701675"/>
        </p:xfrm>
        <a:graphic>
          <a:graphicData uri="http://schemas.openxmlformats.org/presentationml/2006/ole">
            <mc:AlternateContent xmlns:mc="http://schemas.openxmlformats.org/markup-compatibility/2006">
              <mc:Choice xmlns:v="urn:schemas-microsoft-com:vml" Requires="v">
                <p:oleObj spid="_x0000_s37939" r:id="rId14" imgW="4443072" imgH="482391" progId="Equation.DSMT4">
                  <p:embed/>
                </p:oleObj>
              </mc:Choice>
              <mc:Fallback>
                <p:oleObj r:id="rId14" imgW="4443072" imgH="482391" progId="Equation.DSMT4">
                  <p:embed/>
                  <p:pic>
                    <p:nvPicPr>
                      <p:cNvPr id="0" name="Object 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62138" y="3276600"/>
                        <a:ext cx="648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3932" name="Object 12">
            <a:extLst>
              <a:ext uri="{FF2B5EF4-FFF2-40B4-BE49-F238E27FC236}">
                <a16:creationId xmlns:a16="http://schemas.microsoft.com/office/drawing/2014/main" id="{D1976518-7BFB-42CF-827C-A81B66844CF5}"/>
              </a:ext>
            </a:extLst>
          </p:cNvPr>
          <p:cNvGraphicFramePr>
            <a:graphicFrameLocks/>
          </p:cNvGraphicFramePr>
          <p:nvPr/>
        </p:nvGraphicFramePr>
        <p:xfrm>
          <a:off x="1803400" y="4011613"/>
          <a:ext cx="2335213" cy="295275"/>
        </p:xfrm>
        <a:graphic>
          <a:graphicData uri="http://schemas.openxmlformats.org/presentationml/2006/ole">
            <mc:AlternateContent xmlns:mc="http://schemas.openxmlformats.org/markup-compatibility/2006">
              <mc:Choice xmlns:v="urn:schemas-microsoft-com:vml" Requires="v">
                <p:oleObj spid="_x0000_s37940" r:id="rId16" imgW="1598812" imgH="203024" progId="Equation.DSMT4">
                  <p:embed/>
                </p:oleObj>
              </mc:Choice>
              <mc:Fallback>
                <p:oleObj r:id="rId16" imgW="1598812" imgH="203024" progId="Equation.DSMT4">
                  <p:embed/>
                  <p:pic>
                    <p:nvPicPr>
                      <p:cNvPr id="0" name="Object 1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03400" y="4011613"/>
                        <a:ext cx="2335213"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33926"/>
                                        </p:tgtEl>
                                        <p:attrNameLst>
                                          <p:attrName>style.visibility</p:attrName>
                                        </p:attrNameLst>
                                      </p:cBhvr>
                                      <p:to>
                                        <p:strVal val="visible"/>
                                      </p:to>
                                    </p:set>
                                    <p:animEffect transition="in" filter="checkerboard(across)">
                                      <p:cBhvr>
                                        <p:cTn id="7" dur="2000"/>
                                        <p:tgtEl>
                                          <p:spTgt spid="12339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233928"/>
                                        </p:tgtEl>
                                        <p:attrNameLst>
                                          <p:attrName>style.visibility</p:attrName>
                                        </p:attrNameLst>
                                      </p:cBhvr>
                                      <p:to>
                                        <p:strVal val="visible"/>
                                      </p:to>
                                    </p:set>
                                    <p:anim calcmode="lin" valueType="num">
                                      <p:cBhvr>
                                        <p:cTn id="12" dur="1000" fill="hold"/>
                                        <p:tgtEl>
                                          <p:spTgt spid="1233928"/>
                                        </p:tgtEl>
                                        <p:attrNameLst>
                                          <p:attrName>ppt_x</p:attrName>
                                        </p:attrNameLst>
                                      </p:cBhvr>
                                      <p:tavLst>
                                        <p:tav tm="0">
                                          <p:val>
                                            <p:strVal val="0-#ppt_w/2"/>
                                          </p:val>
                                        </p:tav>
                                        <p:tav tm="100000">
                                          <p:val>
                                            <p:strVal val="#ppt_x"/>
                                          </p:val>
                                        </p:tav>
                                      </p:tavLst>
                                    </p:anim>
                                    <p:anim calcmode="lin" valueType="num">
                                      <p:cBhvr>
                                        <p:cTn id="13" dur="1000" fill="hold"/>
                                        <p:tgtEl>
                                          <p:spTgt spid="123392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233929"/>
                                        </p:tgtEl>
                                        <p:attrNameLst>
                                          <p:attrName>style.visibility</p:attrName>
                                        </p:attrNameLst>
                                      </p:cBhvr>
                                      <p:to>
                                        <p:strVal val="visible"/>
                                      </p:to>
                                    </p:set>
                                    <p:animEffect transition="in" filter="wipe(up)">
                                      <p:cBhvr>
                                        <p:cTn id="18" dur="2000"/>
                                        <p:tgtEl>
                                          <p:spTgt spid="123392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1233930"/>
                                        </p:tgtEl>
                                        <p:attrNameLst>
                                          <p:attrName>style.visibility</p:attrName>
                                        </p:attrNameLst>
                                      </p:cBhvr>
                                      <p:to>
                                        <p:strVal val="visible"/>
                                      </p:to>
                                    </p:set>
                                    <p:anim calcmode="lin" valueType="num">
                                      <p:cBhvr>
                                        <p:cTn id="23" dur="1000" fill="hold"/>
                                        <p:tgtEl>
                                          <p:spTgt spid="1233930"/>
                                        </p:tgtEl>
                                        <p:attrNameLst>
                                          <p:attrName>ppt_x</p:attrName>
                                        </p:attrNameLst>
                                      </p:cBhvr>
                                      <p:tavLst>
                                        <p:tav tm="0">
                                          <p:val>
                                            <p:strVal val="0-#ppt_w/2"/>
                                          </p:val>
                                        </p:tav>
                                        <p:tav tm="100000">
                                          <p:val>
                                            <p:strVal val="#ppt_x"/>
                                          </p:val>
                                        </p:tav>
                                      </p:tavLst>
                                    </p:anim>
                                    <p:anim calcmode="lin" valueType="num">
                                      <p:cBhvr>
                                        <p:cTn id="24" dur="1000" fill="hold"/>
                                        <p:tgtEl>
                                          <p:spTgt spid="123393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233931"/>
                                        </p:tgtEl>
                                        <p:attrNameLst>
                                          <p:attrName>style.visibility</p:attrName>
                                        </p:attrNameLst>
                                      </p:cBhvr>
                                      <p:to>
                                        <p:strVal val="visible"/>
                                      </p:to>
                                    </p:set>
                                    <p:animEffect transition="in" filter="wipe(up)">
                                      <p:cBhvr>
                                        <p:cTn id="29" dur="2000"/>
                                        <p:tgtEl>
                                          <p:spTgt spid="12339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1233932"/>
                                        </p:tgtEl>
                                        <p:attrNameLst>
                                          <p:attrName>style.visibility</p:attrName>
                                        </p:attrNameLst>
                                      </p:cBhvr>
                                      <p:to>
                                        <p:strVal val="visible"/>
                                      </p:to>
                                    </p:set>
                                    <p:anim calcmode="lin" valueType="num">
                                      <p:cBhvr>
                                        <p:cTn id="34" dur="1000" fill="hold"/>
                                        <p:tgtEl>
                                          <p:spTgt spid="1233932"/>
                                        </p:tgtEl>
                                        <p:attrNameLst>
                                          <p:attrName>ppt_x</p:attrName>
                                        </p:attrNameLst>
                                      </p:cBhvr>
                                      <p:tavLst>
                                        <p:tav tm="0">
                                          <p:val>
                                            <p:strVal val="0-#ppt_w/2"/>
                                          </p:val>
                                        </p:tav>
                                        <p:tav tm="100000">
                                          <p:val>
                                            <p:strVal val="#ppt_x"/>
                                          </p:val>
                                        </p:tav>
                                      </p:tavLst>
                                    </p:anim>
                                    <p:anim calcmode="lin" valueType="num">
                                      <p:cBhvr>
                                        <p:cTn id="35" dur="1000" fill="hold"/>
                                        <p:tgtEl>
                                          <p:spTgt spid="1233932"/>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233924"/>
                                        </p:tgtEl>
                                        <p:attrNameLst>
                                          <p:attrName>style.visibility</p:attrName>
                                        </p:attrNameLst>
                                      </p:cBhvr>
                                      <p:to>
                                        <p:strVal val="visible"/>
                                      </p:to>
                                    </p:set>
                                    <p:animEffect transition="in" filter="wipe(up)">
                                      <p:cBhvr>
                                        <p:cTn id="40" dur="2000"/>
                                        <p:tgtEl>
                                          <p:spTgt spid="1233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8D1A2220-ACF6-4634-8E4F-07E16FC41A4E}"/>
              </a:ext>
            </a:extLst>
          </p:cNvPr>
          <p:cNvSpPr>
            <a:spLocks noGrp="1" noChangeArrowheads="1"/>
          </p:cNvSpPr>
          <p:nvPr>
            <p:ph type="title"/>
          </p:nvPr>
        </p:nvSpPr>
        <p:spPr/>
        <p:txBody>
          <a:bodyPr/>
          <a:lstStyle/>
          <a:p>
            <a:r>
              <a:rPr lang="zh-CN" altLang="en-US"/>
              <a:t>独立但</a:t>
            </a:r>
            <a:r>
              <a:rPr lang="zh-CN" altLang="en-US" b="1"/>
              <a:t>不同分布</a:t>
            </a:r>
            <a:r>
              <a:rPr lang="zh-CN" altLang="en-US"/>
              <a:t>的情况？</a:t>
            </a:r>
          </a:p>
        </p:txBody>
      </p:sp>
      <p:sp>
        <p:nvSpPr>
          <p:cNvPr id="3" name="内容占位符 2">
            <a:extLst>
              <a:ext uri="{FF2B5EF4-FFF2-40B4-BE49-F238E27FC236}">
                <a16:creationId xmlns:a16="http://schemas.microsoft.com/office/drawing/2014/main" id="{D0560E55-02BC-4A20-B53E-70DF5087BC7E}"/>
              </a:ext>
            </a:extLst>
          </p:cNvPr>
          <p:cNvSpPr>
            <a:spLocks noGrp="1"/>
          </p:cNvSpPr>
          <p:nvPr>
            <p:ph idx="1"/>
          </p:nvPr>
        </p:nvSpPr>
        <p:spPr/>
        <p:txBody>
          <a:bodyPr/>
          <a:lstStyle/>
          <a:p>
            <a:pPr marL="0" indent="0">
              <a:lnSpc>
                <a:spcPct val="150000"/>
              </a:lnSpc>
              <a:buFontTx/>
              <a:buNone/>
              <a:defRPr/>
            </a:pPr>
            <a:r>
              <a:rPr lang="zh-CN" altLang="en-US" sz="2400" b="1" dirty="0"/>
              <a:t>林德伯格</a:t>
            </a:r>
            <a:r>
              <a:rPr lang="en-US" altLang="zh-CN" sz="2400" b="1" dirty="0"/>
              <a:t>-</a:t>
            </a:r>
            <a:r>
              <a:rPr lang="zh-CN" altLang="en-US" sz="2400" b="1" dirty="0"/>
              <a:t>费勒定理</a:t>
            </a:r>
          </a:p>
          <a:p>
            <a:pPr>
              <a:lnSpc>
                <a:spcPct val="150000"/>
              </a:lnSpc>
              <a:defRPr/>
            </a:pPr>
            <a:r>
              <a:rPr lang="zh-CN" altLang="en-US" dirty="0"/>
              <a:t>中心极限定理的高级形式，是对林德伯格－列维定理的扩展，讨论独立，但</a:t>
            </a:r>
            <a:r>
              <a:rPr lang="zh-CN" altLang="en-US" b="1" dirty="0"/>
              <a:t>不同分布</a:t>
            </a:r>
            <a:r>
              <a:rPr lang="zh-CN" altLang="en-US" dirty="0"/>
              <a:t>的情况下的随机变量和。它表明，满足一定条件时，独立，但不同分布的随机变量序列的标准化和依然以标准正态分布为极限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12B76401-95F4-4E02-BD02-BC954A7DAA7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C8BDD436-09C4-4F09-BFE7-62017CCEBE97}" type="slidenum">
              <a:rPr altLang="en-US" sz="1400" smtClean="0"/>
              <a:pPr>
                <a:lnSpc>
                  <a:spcPct val="100000"/>
                </a:lnSpc>
                <a:spcBef>
                  <a:spcPct val="0"/>
                </a:spcBef>
                <a:buClr>
                  <a:schemeClr val="tx1"/>
                </a:buClr>
                <a:buFontTx/>
                <a:buNone/>
              </a:pPr>
              <a:t>22</a:t>
            </a:fld>
            <a:endParaRPr lang="zh-CN" altLang="en-US" sz="1400"/>
          </a:p>
        </p:txBody>
      </p:sp>
      <p:sp>
        <p:nvSpPr>
          <p:cNvPr id="39939" name="Rectangle 5">
            <a:extLst>
              <a:ext uri="{FF2B5EF4-FFF2-40B4-BE49-F238E27FC236}">
                <a16:creationId xmlns:a16="http://schemas.microsoft.com/office/drawing/2014/main" id="{E5285D38-CB6A-4E69-A9D2-5B3F50C1FA79}"/>
              </a:ext>
            </a:extLst>
          </p:cNvPr>
          <p:cNvSpPr>
            <a:spLocks noGrp="1" noChangeArrowheads="1"/>
          </p:cNvSpPr>
          <p:nvPr>
            <p:ph type="title"/>
          </p:nvPr>
        </p:nvSpPr>
        <p:spPr>
          <a:xfrm>
            <a:off x="1106488" y="317500"/>
            <a:ext cx="7561262" cy="857250"/>
          </a:xfrm>
        </p:spPr>
        <p:txBody>
          <a:bodyPr/>
          <a:lstStyle/>
          <a:p>
            <a:pPr eaLnBrk="1" hangingPunct="1"/>
            <a:r>
              <a:rPr lang="zh-CN" altLang="en-US"/>
              <a:t>课后习题</a:t>
            </a:r>
          </a:p>
        </p:txBody>
      </p:sp>
      <p:sp>
        <p:nvSpPr>
          <p:cNvPr id="39940" name="内容占位符 1">
            <a:extLst>
              <a:ext uri="{FF2B5EF4-FFF2-40B4-BE49-F238E27FC236}">
                <a16:creationId xmlns:a16="http://schemas.microsoft.com/office/drawing/2014/main" id="{5AF0537B-AAEB-46F0-A757-DA57892F894F}"/>
              </a:ext>
            </a:extLst>
          </p:cNvPr>
          <p:cNvSpPr>
            <a:spLocks noGrp="1" noChangeArrowheads="1"/>
          </p:cNvSpPr>
          <p:nvPr>
            <p:ph idx="1"/>
          </p:nvPr>
        </p:nvSpPr>
        <p:spPr/>
        <p:txBody>
          <a:bodyPr/>
          <a:lstStyle/>
          <a:p>
            <a:r>
              <a:rPr lang="zh-CN" altLang="en-US"/>
              <a:t>1，</a:t>
            </a:r>
            <a:r>
              <a:rPr lang="en-US" altLang="zh-CN"/>
              <a:t>2</a:t>
            </a:r>
            <a:r>
              <a:rPr lang="zh-CN" altLang="en-US">
                <a:ea typeface="宋体" panose="02010600030101010101" pitchFamily="2" charset="-122"/>
              </a:rPr>
              <a:t>，</a:t>
            </a:r>
            <a:r>
              <a:rPr lang="en-US" altLang="zh-CN">
                <a:ea typeface="宋体" panose="02010600030101010101" pitchFamily="2" charset="-122"/>
              </a:rPr>
              <a:t>3</a:t>
            </a:r>
            <a:r>
              <a:rPr lang="zh-CN" altLang="en-US">
                <a:ea typeface="宋体" panose="02010600030101010101" pitchFamily="2" charset="-122"/>
              </a:rPr>
              <a:t>，</a:t>
            </a:r>
            <a:r>
              <a:rPr lang="en-US" altLang="zh-CN">
                <a:ea typeface="宋体" panose="02010600030101010101" pitchFamily="2" charset="-122"/>
              </a:rPr>
              <a:t>4</a:t>
            </a:r>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8">
            <a:extLst>
              <a:ext uri="{FF2B5EF4-FFF2-40B4-BE49-F238E27FC236}">
                <a16:creationId xmlns:a16="http://schemas.microsoft.com/office/drawing/2014/main" id="{97F98A58-00A5-4A96-A23E-90BAFF8CB65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spcBef>
                <a:spcPct val="20000"/>
              </a:spcBef>
              <a:buChar char="•"/>
              <a:defRPr sz="2200">
                <a:solidFill>
                  <a:schemeClr val="tx1"/>
                </a:solidFill>
                <a:latin typeface="-소망M" pitchFamily="18" charset="-127"/>
                <a:ea typeface="-소망M" pitchFamily="18" charset="-127"/>
              </a:defRPr>
            </a:lvl1pPr>
            <a:lvl2pPr marL="742950" indent="-285750" latinLnBrk="1">
              <a:spcBef>
                <a:spcPct val="20000"/>
              </a:spcBef>
              <a:buChar char="•"/>
              <a:defRPr sz="2000">
                <a:solidFill>
                  <a:schemeClr val="tx1"/>
                </a:solidFill>
                <a:latin typeface="-소망M" pitchFamily="18" charset="-127"/>
                <a:ea typeface="-소망M" pitchFamily="18" charset="-127"/>
              </a:defRPr>
            </a:lvl2pPr>
            <a:lvl3pPr marL="1143000" indent="-228600" latinLnBrk="1">
              <a:spcBef>
                <a:spcPct val="20000"/>
              </a:spcBef>
              <a:buChar char="•"/>
              <a:defRPr sz="2000">
                <a:solidFill>
                  <a:schemeClr val="tx1"/>
                </a:solidFill>
                <a:latin typeface="-소망M" pitchFamily="18" charset="-127"/>
                <a:ea typeface="-소망M" pitchFamily="18" charset="-127"/>
              </a:defRPr>
            </a:lvl3pPr>
            <a:lvl4pPr marL="1600200" indent="-228600" latinLnBrk="1">
              <a:spcBef>
                <a:spcPct val="20000"/>
              </a:spcBef>
              <a:buChar char="•"/>
              <a:defRPr sz="1600">
                <a:solidFill>
                  <a:schemeClr val="tx1"/>
                </a:solidFill>
                <a:latin typeface="-소망M" pitchFamily="18" charset="-127"/>
                <a:ea typeface="-소망M" pitchFamily="18" charset="-127"/>
              </a:defRPr>
            </a:lvl4pPr>
            <a:lvl5pPr marL="2057400" indent="-228600" latinLnBrk="1">
              <a:spcBef>
                <a:spcPct val="20000"/>
              </a:spcBef>
              <a:buChar char="•"/>
              <a:defRPr sz="1400">
                <a:solidFill>
                  <a:schemeClr val="tx1"/>
                </a:solidFill>
                <a:latin typeface="-소망M" pitchFamily="18" charset="-127"/>
                <a:ea typeface="-소망M" pitchFamily="18" charset="-127"/>
              </a:defRPr>
            </a:lvl5pPr>
            <a:lvl6pPr marL="25146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6pPr>
            <a:lvl7pPr marL="29718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7pPr>
            <a:lvl8pPr marL="34290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8pPr>
            <a:lvl9pPr marL="38862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9pPr>
          </a:lstStyle>
          <a:p>
            <a:pPr>
              <a:spcBef>
                <a:spcPct val="0"/>
              </a:spcBef>
              <a:buClr>
                <a:schemeClr val="tx1"/>
              </a:buClr>
              <a:buFontTx/>
              <a:buNone/>
            </a:pPr>
            <a:fld id="{311E93D1-3FF2-4840-BA67-DF560A092A93}" type="slidenum">
              <a:rPr altLang="en-US" sz="1400" smtClean="0"/>
              <a:pPr>
                <a:spcBef>
                  <a:spcPct val="0"/>
                </a:spcBef>
                <a:buClr>
                  <a:schemeClr val="tx1"/>
                </a:buClr>
                <a:buFontTx/>
                <a:buNone/>
              </a:pPr>
              <a:t>23</a:t>
            </a:fld>
            <a:endParaRPr lang="zh-CN" altLang="en-US" sz="1400"/>
          </a:p>
        </p:txBody>
      </p:sp>
      <p:sp>
        <p:nvSpPr>
          <p:cNvPr id="1234948" name="Rectangle 4">
            <a:extLst>
              <a:ext uri="{FF2B5EF4-FFF2-40B4-BE49-F238E27FC236}">
                <a16:creationId xmlns:a16="http://schemas.microsoft.com/office/drawing/2014/main" id="{8979AE3D-F51B-4A29-BB17-3F69D69FF179}"/>
              </a:ext>
            </a:extLst>
          </p:cNvPr>
          <p:cNvSpPr>
            <a:spLocks noGrp="1" noChangeArrowheads="1"/>
          </p:cNvSpPr>
          <p:nvPr>
            <p:ph type="title" sz="quarter"/>
          </p:nvPr>
        </p:nvSpPr>
        <p:spPr/>
        <p:txBody>
          <a:bodyPr/>
          <a:lstStyle/>
          <a:p>
            <a:pPr eaLnBrk="1" hangingPunct="1"/>
            <a:r>
              <a:rPr lang="zh-CN" altLang="en-US">
                <a:ea typeface="宋体" panose="02010600030101010101" pitchFamily="2" charset="-122"/>
              </a:rPr>
              <a:t>第六章  数理统计的基本概念</a:t>
            </a:r>
          </a:p>
        </p:txBody>
      </p:sp>
      <p:sp>
        <p:nvSpPr>
          <p:cNvPr id="1234949" name="Rectangle 5">
            <a:extLst>
              <a:ext uri="{FF2B5EF4-FFF2-40B4-BE49-F238E27FC236}">
                <a16:creationId xmlns:a16="http://schemas.microsoft.com/office/drawing/2014/main" id="{9D0A76BB-AA71-4B91-B613-F14CD8540A83}"/>
              </a:ext>
            </a:extLst>
          </p:cNvPr>
          <p:cNvSpPr>
            <a:spLocks noChangeArrowheads="1"/>
          </p:cNvSpPr>
          <p:nvPr/>
        </p:nvSpPr>
        <p:spPr bwMode="auto">
          <a:xfrm>
            <a:off x="715963" y="1411288"/>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latinLnBrk="1">
              <a:spcBef>
                <a:spcPct val="20000"/>
              </a:spcBef>
              <a:buChar char="•"/>
              <a:defRPr sz="2200">
                <a:solidFill>
                  <a:schemeClr val="tx1"/>
                </a:solidFill>
                <a:latin typeface="-소망M" pitchFamily="18" charset="-127"/>
                <a:ea typeface="-소망M" pitchFamily="18" charset="-127"/>
              </a:defRPr>
            </a:lvl1pPr>
            <a:lvl2pPr marL="742950" indent="-285750" latinLnBrk="1">
              <a:spcBef>
                <a:spcPct val="20000"/>
              </a:spcBef>
              <a:buChar char="•"/>
              <a:defRPr sz="2000">
                <a:solidFill>
                  <a:schemeClr val="tx1"/>
                </a:solidFill>
                <a:latin typeface="-소망M" pitchFamily="18" charset="-127"/>
                <a:ea typeface="-소망M" pitchFamily="18" charset="-127"/>
              </a:defRPr>
            </a:lvl2pPr>
            <a:lvl3pPr marL="1143000" indent="-228600" latinLnBrk="1">
              <a:spcBef>
                <a:spcPct val="20000"/>
              </a:spcBef>
              <a:buChar char="•"/>
              <a:defRPr sz="2000">
                <a:solidFill>
                  <a:schemeClr val="tx1"/>
                </a:solidFill>
                <a:latin typeface="-소망M" pitchFamily="18" charset="-127"/>
                <a:ea typeface="-소망M" pitchFamily="18" charset="-127"/>
              </a:defRPr>
            </a:lvl3pPr>
            <a:lvl4pPr marL="1600200" indent="-228600" latinLnBrk="1">
              <a:spcBef>
                <a:spcPct val="20000"/>
              </a:spcBef>
              <a:buChar char="•"/>
              <a:defRPr sz="1600">
                <a:solidFill>
                  <a:schemeClr val="tx1"/>
                </a:solidFill>
                <a:latin typeface="-소망M" pitchFamily="18" charset="-127"/>
                <a:ea typeface="-소망M" pitchFamily="18" charset="-127"/>
              </a:defRPr>
            </a:lvl4pPr>
            <a:lvl5pPr marL="2057400" indent="-228600" latinLnBrk="1">
              <a:spcBef>
                <a:spcPct val="20000"/>
              </a:spcBef>
              <a:buChar char="•"/>
              <a:defRPr sz="1400">
                <a:solidFill>
                  <a:schemeClr val="tx1"/>
                </a:solidFill>
                <a:latin typeface="-소망M" pitchFamily="18" charset="-127"/>
                <a:ea typeface="-소망M" pitchFamily="18" charset="-127"/>
              </a:defRPr>
            </a:lvl5pPr>
            <a:lvl6pPr marL="25146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6pPr>
            <a:lvl7pPr marL="29718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7pPr>
            <a:lvl8pPr marL="34290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8pPr>
            <a:lvl9pPr marL="38862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9pPr>
          </a:lstStyle>
          <a:p>
            <a:pPr eaLnBrk="1" hangingPunct="1">
              <a:buClr>
                <a:schemeClr val="tx1"/>
              </a:buClr>
              <a:buSzPct val="80000"/>
              <a:buFontTx/>
              <a:buNone/>
            </a:pPr>
            <a:r>
              <a:rPr lang="en-US" altLang="zh-CN">
                <a:ea typeface="宋体" panose="02010600030101010101" pitchFamily="2" charset="-122"/>
              </a:rPr>
              <a:t>	</a:t>
            </a:r>
            <a:r>
              <a:rPr lang="zh-CN" altLang="en-US">
                <a:ea typeface="宋体" panose="02010600030101010101" pitchFamily="2" charset="-122"/>
              </a:rPr>
              <a:t>关键词：</a:t>
            </a:r>
          </a:p>
          <a:p>
            <a:pPr eaLnBrk="1" hangingPunct="1">
              <a:buClr>
                <a:schemeClr val="tx1"/>
              </a:buClr>
              <a:buSzPct val="80000"/>
              <a:buFontTx/>
              <a:buNone/>
            </a:pPr>
            <a:r>
              <a:rPr lang="zh-CN" altLang="en-US">
                <a:ea typeface="宋体" panose="02010600030101010101" pitchFamily="2" charset="-122"/>
              </a:rPr>
              <a:t>		</a:t>
            </a:r>
            <a:r>
              <a:rPr lang="zh-CN" altLang="en-US">
                <a:solidFill>
                  <a:srgbClr val="996600"/>
                </a:solidFill>
                <a:ea typeface="宋体" panose="02010600030101010101" pitchFamily="2" charset="-122"/>
              </a:rPr>
              <a:t>   总 体</a:t>
            </a:r>
          </a:p>
          <a:p>
            <a:pPr eaLnBrk="1" hangingPunct="1">
              <a:buClr>
                <a:schemeClr val="tx1"/>
              </a:buClr>
              <a:buSzPct val="80000"/>
              <a:buFontTx/>
              <a:buNone/>
            </a:pPr>
            <a:r>
              <a:rPr lang="zh-CN" altLang="en-US">
                <a:ea typeface="宋体" panose="02010600030101010101" pitchFamily="2" charset="-122"/>
              </a:rPr>
              <a:t>		   </a:t>
            </a:r>
            <a:r>
              <a:rPr lang="zh-CN" altLang="en-US">
                <a:solidFill>
                  <a:srgbClr val="996600"/>
                </a:solidFill>
                <a:ea typeface="宋体" panose="02010600030101010101" pitchFamily="2" charset="-122"/>
              </a:rPr>
              <a:t>个 体</a:t>
            </a:r>
          </a:p>
          <a:p>
            <a:pPr eaLnBrk="1" hangingPunct="1">
              <a:buClr>
                <a:schemeClr val="tx1"/>
              </a:buClr>
              <a:buSzPct val="80000"/>
              <a:buFontTx/>
              <a:buNone/>
            </a:pPr>
            <a:r>
              <a:rPr lang="zh-CN" altLang="en-US">
                <a:solidFill>
                  <a:srgbClr val="996600"/>
                </a:solidFill>
                <a:ea typeface="宋体" panose="02010600030101010101" pitchFamily="2" charset="-122"/>
              </a:rPr>
              <a:t>            样 本</a:t>
            </a:r>
          </a:p>
          <a:p>
            <a:pPr eaLnBrk="1" hangingPunct="1">
              <a:buClr>
                <a:schemeClr val="tx1"/>
              </a:buClr>
              <a:buSzPct val="80000"/>
              <a:buFontTx/>
              <a:buNone/>
            </a:pPr>
            <a:r>
              <a:rPr lang="zh-CN" altLang="en-US">
                <a:ea typeface="宋体" panose="02010600030101010101" pitchFamily="2" charset="-122"/>
              </a:rPr>
              <a:t>		   </a:t>
            </a:r>
            <a:r>
              <a:rPr lang="zh-CN" altLang="en-US">
                <a:solidFill>
                  <a:srgbClr val="996600"/>
                </a:solidFill>
                <a:ea typeface="宋体" panose="02010600030101010101" pitchFamily="2" charset="-122"/>
              </a:rPr>
              <a:t>统 计 量 </a:t>
            </a:r>
            <a:r>
              <a:rPr lang="zh-CN" altLang="en-US">
                <a:ea typeface="宋体" panose="02010600030101010101" pitchFamily="2" charset="-122"/>
              </a:rPr>
              <a:t>		</a:t>
            </a:r>
          </a:p>
        </p:txBody>
      </p:sp>
      <p:sp>
        <p:nvSpPr>
          <p:cNvPr id="1234952" name="Sound">
            <a:extLst>
              <a:ext uri="{FF2B5EF4-FFF2-40B4-BE49-F238E27FC236}">
                <a16:creationId xmlns:a16="http://schemas.microsoft.com/office/drawing/2014/main" id="{722E215D-A700-4D51-8696-8B09CAE132A0}"/>
              </a:ext>
            </a:extLst>
          </p:cNvPr>
          <p:cNvSpPr>
            <a:spLocks noEditPoints="1" noChangeArrowheads="1"/>
          </p:cNvSpPr>
          <p:nvPr/>
        </p:nvSpPr>
        <p:spPr bwMode="auto">
          <a:xfrm>
            <a:off x="804863" y="1509713"/>
            <a:ext cx="257175" cy="257175"/>
          </a:xfrm>
          <a:custGeom>
            <a:avLst/>
            <a:gdLst>
              <a:gd name="T0" fmla="*/ 2147483646 w 21600"/>
              <a:gd name="T1" fmla="*/ 2147483646 h 21600"/>
              <a:gd name="T2" fmla="*/ 2147483646 w 21600"/>
              <a:gd name="T3" fmla="*/ 0 h 21600"/>
              <a:gd name="T4" fmla="*/ 0 w 21600"/>
              <a:gd name="T5" fmla="*/ 2147483646 h 21600"/>
              <a:gd name="T6" fmla="*/ 2147483646 w 21600"/>
              <a:gd name="T7" fmla="*/ 2147483646 h 21600"/>
              <a:gd name="T8" fmla="*/ 0 60000 65536"/>
              <a:gd name="T9" fmla="*/ 0 60000 65536"/>
              <a:gd name="T10" fmla="*/ 0 60000 65536"/>
              <a:gd name="T11" fmla="*/ 0 60000 65536"/>
              <a:gd name="T12" fmla="*/ 761 w 21600"/>
              <a:gd name="T13" fmla="*/ 22454 h 21600"/>
              <a:gd name="T14" fmla="*/ 21069 w 21600"/>
              <a:gd name="T15" fmla="*/ 28282 h 21600"/>
            </a:gdLst>
            <a:ahLst/>
            <a:cxnLst>
              <a:cxn ang="T8">
                <a:pos x="T0" y="T1"/>
              </a:cxn>
              <a:cxn ang="T9">
                <a:pos x="T2" y="T3"/>
              </a:cxn>
              <a:cxn ang="T10">
                <a:pos x="T4" y="T5"/>
              </a:cxn>
              <a:cxn ang="T11">
                <a:pos x="T6" y="T7"/>
              </a:cxn>
            </a:cxnLst>
            <a:rect l="T12" t="T13" r="T14" b="T15"/>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graphicFrame>
        <p:nvGraphicFramePr>
          <p:cNvPr id="1234953" name="Object 9">
            <a:extLst>
              <a:ext uri="{FF2B5EF4-FFF2-40B4-BE49-F238E27FC236}">
                <a16:creationId xmlns:a16="http://schemas.microsoft.com/office/drawing/2014/main" id="{6A40A912-B607-409F-831D-D013CB387279}"/>
              </a:ext>
            </a:extLst>
          </p:cNvPr>
          <p:cNvGraphicFramePr>
            <a:graphicFrameLocks/>
          </p:cNvGraphicFramePr>
          <p:nvPr/>
        </p:nvGraphicFramePr>
        <p:xfrm>
          <a:off x="2055813" y="3484563"/>
          <a:ext cx="1195387" cy="422275"/>
        </p:xfrm>
        <a:graphic>
          <a:graphicData uri="http://schemas.openxmlformats.org/presentationml/2006/ole">
            <mc:AlternateContent xmlns:mc="http://schemas.openxmlformats.org/markup-compatibility/2006">
              <mc:Choice xmlns:v="urn:schemas-microsoft-com:vml" Requires="v">
                <p:oleObj spid="_x0000_s40990" r:id="rId4" imgW="647700" imgH="228600" progId="Equation.DSMT4">
                  <p:embed/>
                </p:oleObj>
              </mc:Choice>
              <mc:Fallback>
                <p:oleObj r:id="rId4" imgW="647700" imgH="228600" progId="Equation.DSMT4">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5813" y="3484563"/>
                        <a:ext cx="11953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4963" name="Object 19">
            <a:extLst>
              <a:ext uri="{FF2B5EF4-FFF2-40B4-BE49-F238E27FC236}">
                <a16:creationId xmlns:a16="http://schemas.microsoft.com/office/drawing/2014/main" id="{C855AE32-C11E-4224-9FFE-A272E75A71AD}"/>
              </a:ext>
            </a:extLst>
          </p:cNvPr>
          <p:cNvGraphicFramePr>
            <a:graphicFrameLocks/>
          </p:cNvGraphicFramePr>
          <p:nvPr/>
        </p:nvGraphicFramePr>
        <p:xfrm>
          <a:off x="2101850" y="3995738"/>
          <a:ext cx="960438" cy="374650"/>
        </p:xfrm>
        <a:graphic>
          <a:graphicData uri="http://schemas.openxmlformats.org/presentationml/2006/ole">
            <mc:AlternateContent xmlns:mc="http://schemas.openxmlformats.org/markup-compatibility/2006">
              <mc:Choice xmlns:v="urn:schemas-microsoft-com:vml" Requires="v">
                <p:oleObj spid="_x0000_s40991" r:id="rId6" imgW="520248" imgH="203024" progId="Equation.DSMT4">
                  <p:embed/>
                </p:oleObj>
              </mc:Choice>
              <mc:Fallback>
                <p:oleObj r:id="rId6" imgW="520248" imgH="203024" progId="Equation.DSMT4">
                  <p:embed/>
                  <p:pic>
                    <p:nvPicPr>
                      <p:cNvPr id="0" name="Object 1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1850" y="3995738"/>
                        <a:ext cx="96043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4964" name="Object 20">
            <a:extLst>
              <a:ext uri="{FF2B5EF4-FFF2-40B4-BE49-F238E27FC236}">
                <a16:creationId xmlns:a16="http://schemas.microsoft.com/office/drawing/2014/main" id="{05F0AAD5-D181-4A0D-8C71-5F112C7E2DD1}"/>
              </a:ext>
            </a:extLst>
          </p:cNvPr>
          <p:cNvGraphicFramePr>
            <a:graphicFrameLocks/>
          </p:cNvGraphicFramePr>
          <p:nvPr/>
        </p:nvGraphicFramePr>
        <p:xfrm>
          <a:off x="2070100" y="4484688"/>
          <a:ext cx="1101725" cy="374650"/>
        </p:xfrm>
        <a:graphic>
          <a:graphicData uri="http://schemas.openxmlformats.org/presentationml/2006/ole">
            <mc:AlternateContent xmlns:mc="http://schemas.openxmlformats.org/markup-compatibility/2006">
              <mc:Choice xmlns:v="urn:schemas-microsoft-com:vml" Requires="v">
                <p:oleObj spid="_x0000_s40992" r:id="rId8" imgW="596382" imgH="203024" progId="Equation.DSMT4">
                  <p:embed/>
                </p:oleObj>
              </mc:Choice>
              <mc:Fallback>
                <p:oleObj r:id="rId8" imgW="596382" imgH="203024" progId="Equation.DSMT4">
                  <p:embed/>
                  <p:pic>
                    <p:nvPicPr>
                      <p:cNvPr id="0" name="Object 2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0100" y="4484688"/>
                        <a:ext cx="11017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ontrols>
      <mc:AlternateContent xmlns:mc="http://schemas.openxmlformats.org/markup-compatibility/2006">
        <mc:Choice xmlns:v="urn:schemas-microsoft-com:vml" Requires="v">
          <p:control spid="40993" r:id="rId2" imgW="1228725" imgH="1514475"/>
        </mc:Choice>
        <mc:Fallback>
          <p:control r:id="rId2" imgW="1228725" imgH="1514475">
            <p:pic>
              <p:nvPicPr>
                <p:cNvPr id="40969" name="Host Control  28679">
                  <a:extLst>
                    <a:ext uri="{FF2B5EF4-FFF2-40B4-BE49-F238E27FC236}">
                      <a16:creationId xmlns:a16="http://schemas.microsoft.com/office/drawing/2014/main" id="{7D6F6E46-9F9B-45C7-AE83-EFB0CBC9B11B}"/>
                    </a:ext>
                  </a:extLst>
                </p:cNvPr>
                <p:cNvPicPr preferRelativeResize="0">
                  <a:picLocks noChangeArrowheads="1" noChangeShapeType="1"/>
                </p:cNvPicPr>
                <p:nvPr/>
              </p:nvPicPr>
              <p:blipFill>
                <a:blip r:embed="rId10">
                  <a:extLst>
                    <a:ext uri="{28A0092B-C50C-407E-A947-70E740481C1C}">
                      <a14:useLocalDpi xmlns:a14="http://schemas.microsoft.com/office/drawing/2010/main" val="0"/>
                    </a:ext>
                  </a:extLst>
                </a:blip>
                <a:srcRect/>
                <a:stretch>
                  <a:fillRect/>
                </a:stretch>
              </p:blipFill>
              <p:spPr bwMode="auto">
                <a:xfrm>
                  <a:off x="6781800" y="4575175"/>
                  <a:ext cx="1233488" cy="1516063"/>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path" presetSubtype="0" accel="50000" decel="50000" fill="hold" grpId="0" nodeType="withEffect">
                                  <p:stCondLst>
                                    <p:cond delay="0"/>
                                  </p:stCondLst>
                                  <p:iterate type="lt">
                                    <p:tmPct val="10000"/>
                                  </p:iterate>
                                  <p:childTnLst>
                                    <p:animMotion origin="layout" path="M 8.33333E-7 -1.48148E-6 C 0.06892 -1.48148E-6 0.125 0.02847 0.125 0.06389 C 0.125 0.09908 0.06892 0.12778 8.33333E-7 0.12778 C -0.0691 0.12778 -0.125 0.09908 -0.125 0.06389 C -0.125 0.02847 -0.0691 -1.48148E-6 8.33333E-7 -1.48148E-6 Z " pathEditMode="relative" rAng="0" ptsTypes="fffff">
                                      <p:cBhvr>
                                        <p:cTn id="6" dur="1000" fill="hold"/>
                                        <p:tgtEl>
                                          <p:spTgt spid="1234948"/>
                                        </p:tgtEl>
                                        <p:attrNameLst>
                                          <p:attrName>ppt_x,ppt_y</p:attrName>
                                        </p:attrNameLst>
                                      </p:cBhvr>
                                      <p:rCtr x="0" y="640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1234952"/>
                                        </p:tgtEl>
                                        <p:attrNameLst>
                                          <p:attrName>style.visibility</p:attrName>
                                        </p:attrNameLst>
                                      </p:cBhvr>
                                      <p:to>
                                        <p:strVal val="visible"/>
                                      </p:to>
                                    </p:set>
                                    <p:animEffect transition="in" filter="fade">
                                      <p:cBhvr>
                                        <p:cTn id="11" dur="2000"/>
                                        <p:tgtEl>
                                          <p:spTgt spid="1234952"/>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1234949">
                                            <p:txEl>
                                              <p:pRg st="0" end="0"/>
                                            </p:txEl>
                                          </p:spTgt>
                                        </p:tgtEl>
                                        <p:attrNameLst>
                                          <p:attrName>style.visibility</p:attrName>
                                        </p:attrNameLst>
                                      </p:cBhvr>
                                      <p:to>
                                        <p:strVal val="visible"/>
                                      </p:to>
                                    </p:set>
                                    <p:animEffect transition="in" filter="fade">
                                      <p:cBhvr>
                                        <p:cTn id="15" dur="2000"/>
                                        <p:tgtEl>
                                          <p:spTgt spid="1234949">
                                            <p:txEl>
                                              <p:pRg st="0" end="0"/>
                                            </p:txEl>
                                          </p:spTgt>
                                        </p:tgtEl>
                                      </p:cBhvr>
                                    </p:animEffect>
                                  </p:childTnLst>
                                </p:cTn>
                              </p:par>
                            </p:childTnLst>
                          </p:cTn>
                        </p:par>
                        <p:par>
                          <p:cTn id="16" fill="hold" nodeType="afterGroup">
                            <p:stCondLst>
                              <p:cond delay="4000"/>
                            </p:stCondLst>
                            <p:childTnLst>
                              <p:par>
                                <p:cTn id="17" presetID="10" presetClass="entr" presetSubtype="0" fill="hold" nodeType="afterEffect">
                                  <p:stCondLst>
                                    <p:cond delay="0"/>
                                  </p:stCondLst>
                                  <p:childTnLst>
                                    <p:set>
                                      <p:cBhvr>
                                        <p:cTn id="18" dur="1" fill="hold">
                                          <p:stCondLst>
                                            <p:cond delay="0"/>
                                          </p:stCondLst>
                                        </p:cTn>
                                        <p:tgtEl>
                                          <p:spTgt spid="1234949">
                                            <p:txEl>
                                              <p:pRg st="1" end="1"/>
                                            </p:txEl>
                                          </p:spTgt>
                                        </p:tgtEl>
                                        <p:attrNameLst>
                                          <p:attrName>style.visibility</p:attrName>
                                        </p:attrNameLst>
                                      </p:cBhvr>
                                      <p:to>
                                        <p:strVal val="visible"/>
                                      </p:to>
                                    </p:set>
                                    <p:animEffect transition="in" filter="fade">
                                      <p:cBhvr>
                                        <p:cTn id="19" dur="1000"/>
                                        <p:tgtEl>
                                          <p:spTgt spid="1234949">
                                            <p:txEl>
                                              <p:pRg st="1" end="1"/>
                                            </p:txEl>
                                          </p:spTgt>
                                        </p:tgtEl>
                                      </p:cBhvr>
                                    </p:animEffect>
                                  </p:childTnLst>
                                </p:cTn>
                              </p:par>
                            </p:childTnLst>
                          </p:cTn>
                        </p:par>
                        <p:par>
                          <p:cTn id="20" fill="hold" nodeType="afterGroup">
                            <p:stCondLst>
                              <p:cond delay="5000"/>
                            </p:stCondLst>
                            <p:childTnLst>
                              <p:par>
                                <p:cTn id="21" presetID="10" presetClass="entr" presetSubtype="0" fill="hold" nodeType="afterEffect">
                                  <p:stCondLst>
                                    <p:cond delay="0"/>
                                  </p:stCondLst>
                                  <p:childTnLst>
                                    <p:set>
                                      <p:cBhvr>
                                        <p:cTn id="22" dur="1" fill="hold">
                                          <p:stCondLst>
                                            <p:cond delay="0"/>
                                          </p:stCondLst>
                                        </p:cTn>
                                        <p:tgtEl>
                                          <p:spTgt spid="1234949">
                                            <p:txEl>
                                              <p:pRg st="2" end="2"/>
                                            </p:txEl>
                                          </p:spTgt>
                                        </p:tgtEl>
                                        <p:attrNameLst>
                                          <p:attrName>style.visibility</p:attrName>
                                        </p:attrNameLst>
                                      </p:cBhvr>
                                      <p:to>
                                        <p:strVal val="visible"/>
                                      </p:to>
                                    </p:set>
                                    <p:animEffect transition="in" filter="fade">
                                      <p:cBhvr>
                                        <p:cTn id="23" dur="1000"/>
                                        <p:tgtEl>
                                          <p:spTgt spid="1234949">
                                            <p:txEl>
                                              <p:pRg st="2" end="2"/>
                                            </p:txEl>
                                          </p:spTgt>
                                        </p:tgtEl>
                                      </p:cBhvr>
                                    </p:animEffect>
                                  </p:childTnLst>
                                </p:cTn>
                              </p:par>
                            </p:childTnLst>
                          </p:cTn>
                        </p:par>
                        <p:par>
                          <p:cTn id="24" fill="hold" nodeType="afterGroup">
                            <p:stCondLst>
                              <p:cond delay="6000"/>
                            </p:stCondLst>
                            <p:childTnLst>
                              <p:par>
                                <p:cTn id="25" presetID="10" presetClass="entr" presetSubtype="0" fill="hold" nodeType="afterEffect">
                                  <p:stCondLst>
                                    <p:cond delay="0"/>
                                  </p:stCondLst>
                                  <p:childTnLst>
                                    <p:set>
                                      <p:cBhvr>
                                        <p:cTn id="26" dur="1" fill="hold">
                                          <p:stCondLst>
                                            <p:cond delay="0"/>
                                          </p:stCondLst>
                                        </p:cTn>
                                        <p:tgtEl>
                                          <p:spTgt spid="1234949">
                                            <p:txEl>
                                              <p:charRg st="24" end="33"/>
                                            </p:txEl>
                                          </p:spTgt>
                                        </p:tgtEl>
                                        <p:attrNameLst>
                                          <p:attrName>style.visibility</p:attrName>
                                        </p:attrNameLst>
                                      </p:cBhvr>
                                      <p:to>
                                        <p:strVal val="visible"/>
                                      </p:to>
                                    </p:set>
                                    <p:animEffect transition="in" filter="fade">
                                      <p:cBhvr>
                                        <p:cTn id="27" dur="1000"/>
                                        <p:tgtEl>
                                          <p:spTgt spid="1234949">
                                            <p:txEl>
                                              <p:charRg st="24" end="33"/>
                                            </p:txEl>
                                          </p:spTgt>
                                        </p:tgtEl>
                                      </p:cBhvr>
                                    </p:animEffect>
                                  </p:childTnLst>
                                </p:cTn>
                              </p:par>
                            </p:childTnLst>
                          </p:cTn>
                        </p:par>
                        <p:par>
                          <p:cTn id="28" fill="hold" nodeType="afterGroup">
                            <p:stCondLst>
                              <p:cond delay="7000"/>
                            </p:stCondLst>
                            <p:childTnLst>
                              <p:par>
                                <p:cTn id="29" presetID="10" presetClass="entr" presetSubtype="0" fill="hold" nodeType="afterEffect">
                                  <p:stCondLst>
                                    <p:cond delay="0"/>
                                  </p:stCondLst>
                                  <p:childTnLst>
                                    <p:set>
                                      <p:cBhvr>
                                        <p:cTn id="30" dur="1" fill="hold">
                                          <p:stCondLst>
                                            <p:cond delay="0"/>
                                          </p:stCondLst>
                                        </p:cTn>
                                        <p:tgtEl>
                                          <p:spTgt spid="1234949">
                                            <p:txEl>
                                              <p:charRg st="33" end="47"/>
                                            </p:txEl>
                                          </p:spTgt>
                                        </p:tgtEl>
                                        <p:attrNameLst>
                                          <p:attrName>style.visibility</p:attrName>
                                        </p:attrNameLst>
                                      </p:cBhvr>
                                      <p:to>
                                        <p:strVal val="visible"/>
                                      </p:to>
                                    </p:set>
                                    <p:animEffect transition="in" filter="fade">
                                      <p:cBhvr>
                                        <p:cTn id="31" dur="1000"/>
                                        <p:tgtEl>
                                          <p:spTgt spid="1234949">
                                            <p:txEl>
                                              <p:charRg st="33" end="47"/>
                                            </p:txEl>
                                          </p:spTgt>
                                        </p:tgtEl>
                                      </p:cBhvr>
                                    </p:animEffect>
                                  </p:childTnLst>
                                </p:cTn>
                              </p:par>
                            </p:childTnLst>
                          </p:cTn>
                        </p:par>
                        <p:par>
                          <p:cTn id="32" fill="hold" nodeType="afterGroup">
                            <p:stCondLst>
                              <p:cond delay="8000"/>
                            </p:stCondLst>
                            <p:childTnLst>
                              <p:par>
                                <p:cTn id="33" presetID="10" presetClass="entr" presetSubtype="0" fill="hold" nodeType="afterEffect">
                                  <p:stCondLst>
                                    <p:cond delay="0"/>
                                  </p:stCondLst>
                                  <p:childTnLst>
                                    <p:set>
                                      <p:cBhvr>
                                        <p:cTn id="34" dur="1" fill="hold">
                                          <p:stCondLst>
                                            <p:cond delay="0"/>
                                          </p:stCondLst>
                                        </p:cTn>
                                        <p:tgtEl>
                                          <p:spTgt spid="1234953"/>
                                        </p:tgtEl>
                                        <p:attrNameLst>
                                          <p:attrName>style.visibility</p:attrName>
                                        </p:attrNameLst>
                                      </p:cBhvr>
                                      <p:to>
                                        <p:strVal val="visible"/>
                                      </p:to>
                                    </p:set>
                                    <p:animEffect transition="in" filter="fade">
                                      <p:cBhvr>
                                        <p:cTn id="35" dur="1000"/>
                                        <p:tgtEl>
                                          <p:spTgt spid="1234953"/>
                                        </p:tgtEl>
                                      </p:cBhvr>
                                    </p:animEffect>
                                  </p:childTnLst>
                                </p:cTn>
                              </p:par>
                            </p:childTnLst>
                          </p:cTn>
                        </p:par>
                        <p:par>
                          <p:cTn id="36" fill="hold" nodeType="afterGroup">
                            <p:stCondLst>
                              <p:cond delay="9000"/>
                            </p:stCondLst>
                            <p:childTnLst>
                              <p:par>
                                <p:cTn id="37" presetID="10" presetClass="entr" presetSubtype="0" fill="hold" nodeType="afterEffect">
                                  <p:stCondLst>
                                    <p:cond delay="0"/>
                                  </p:stCondLst>
                                  <p:childTnLst>
                                    <p:set>
                                      <p:cBhvr>
                                        <p:cTn id="38" dur="1" fill="hold">
                                          <p:stCondLst>
                                            <p:cond delay="0"/>
                                          </p:stCondLst>
                                        </p:cTn>
                                        <p:tgtEl>
                                          <p:spTgt spid="1234963"/>
                                        </p:tgtEl>
                                        <p:attrNameLst>
                                          <p:attrName>style.visibility</p:attrName>
                                        </p:attrNameLst>
                                      </p:cBhvr>
                                      <p:to>
                                        <p:strVal val="visible"/>
                                      </p:to>
                                    </p:set>
                                    <p:animEffect transition="in" filter="fade">
                                      <p:cBhvr>
                                        <p:cTn id="39" dur="1000"/>
                                        <p:tgtEl>
                                          <p:spTgt spid="1234963"/>
                                        </p:tgtEl>
                                      </p:cBhvr>
                                    </p:animEffect>
                                  </p:childTnLst>
                                </p:cTn>
                              </p:par>
                            </p:childTnLst>
                          </p:cTn>
                        </p:par>
                        <p:par>
                          <p:cTn id="40" fill="hold" nodeType="afterGroup">
                            <p:stCondLst>
                              <p:cond delay="10000"/>
                            </p:stCondLst>
                            <p:childTnLst>
                              <p:par>
                                <p:cTn id="41" presetID="10" presetClass="entr" presetSubtype="0" fill="hold" nodeType="afterEffect">
                                  <p:stCondLst>
                                    <p:cond delay="0"/>
                                  </p:stCondLst>
                                  <p:childTnLst>
                                    <p:set>
                                      <p:cBhvr>
                                        <p:cTn id="42" dur="1" fill="hold">
                                          <p:stCondLst>
                                            <p:cond delay="0"/>
                                          </p:stCondLst>
                                        </p:cTn>
                                        <p:tgtEl>
                                          <p:spTgt spid="1234964"/>
                                        </p:tgtEl>
                                        <p:attrNameLst>
                                          <p:attrName>style.visibility</p:attrName>
                                        </p:attrNameLst>
                                      </p:cBhvr>
                                      <p:to>
                                        <p:strVal val="visible"/>
                                      </p:to>
                                    </p:set>
                                    <p:animEffect transition="in" filter="fade">
                                      <p:cBhvr>
                                        <p:cTn id="43" dur="1000"/>
                                        <p:tgtEl>
                                          <p:spTgt spid="1234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9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a:extLst>
              <a:ext uri="{FF2B5EF4-FFF2-40B4-BE49-F238E27FC236}">
                <a16:creationId xmlns:a16="http://schemas.microsoft.com/office/drawing/2014/main" id="{9DBC9FF7-06F9-4D58-87B9-1A689725DBD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140BB8EA-19B1-4A30-88F1-3929B13051A5}" type="slidenum">
              <a:rPr altLang="en-US" sz="1400" smtClean="0"/>
              <a:pPr>
                <a:lnSpc>
                  <a:spcPct val="100000"/>
                </a:lnSpc>
                <a:spcBef>
                  <a:spcPct val="0"/>
                </a:spcBef>
                <a:buClr>
                  <a:schemeClr val="tx1"/>
                </a:buClr>
                <a:buFontTx/>
                <a:buNone/>
              </a:pPr>
              <a:t>24</a:t>
            </a:fld>
            <a:endParaRPr lang="zh-CN" altLang="en-US" sz="1400"/>
          </a:p>
        </p:txBody>
      </p:sp>
      <p:sp>
        <p:nvSpPr>
          <p:cNvPr id="41987" name="Rectangle 3">
            <a:extLst>
              <a:ext uri="{FF2B5EF4-FFF2-40B4-BE49-F238E27FC236}">
                <a16:creationId xmlns:a16="http://schemas.microsoft.com/office/drawing/2014/main" id="{BEE3F59B-E586-441D-9BC5-64E86B5D5398}"/>
              </a:ext>
            </a:extLst>
          </p:cNvPr>
          <p:cNvSpPr>
            <a:spLocks noGrp="1" noChangeArrowheads="1"/>
          </p:cNvSpPr>
          <p:nvPr>
            <p:ph idx="1"/>
          </p:nvPr>
        </p:nvSpPr>
        <p:spPr>
          <a:xfrm>
            <a:off x="1020763" y="1368425"/>
            <a:ext cx="7567612" cy="4302125"/>
          </a:xfrm>
        </p:spPr>
        <p:txBody>
          <a:bodyPr/>
          <a:lstStyle/>
          <a:p>
            <a:pPr marL="0" indent="0" eaLnBrk="1" hangingPunct="1">
              <a:buFontTx/>
              <a:buBlip>
                <a:blip r:embed="rId2"/>
              </a:buBlip>
              <a:tabLst>
                <a:tab pos="1171575" algn="l"/>
              </a:tabLst>
            </a:pPr>
            <a:r>
              <a:rPr lang="zh-CN" altLang="en-US" sz="2400">
                <a:solidFill>
                  <a:schemeClr val="accent2"/>
                </a:solidFill>
                <a:latin typeface="宋体" panose="02010600030101010101" pitchFamily="2" charset="-122"/>
                <a:ea typeface="宋体" panose="02010600030101010101" pitchFamily="2" charset="-122"/>
              </a:rPr>
              <a:t>引言：</a:t>
            </a:r>
            <a:r>
              <a:rPr lang="zh-CN" altLang="en-US" sz="2400" b="1">
                <a:solidFill>
                  <a:schemeClr val="accent2"/>
                </a:solidFill>
                <a:latin typeface="宋体" panose="02010600030101010101" pitchFamily="2" charset="-122"/>
                <a:ea typeface="宋体" panose="02010600030101010101" pitchFamily="2" charset="-122"/>
              </a:rPr>
              <a:t>数理统计学</a:t>
            </a:r>
            <a:r>
              <a:rPr lang="zh-CN" altLang="en-US" sz="2400">
                <a:latin typeface="宋体" panose="02010600030101010101" pitchFamily="2" charset="-122"/>
                <a:ea typeface="宋体" panose="02010600030101010101" pitchFamily="2" charset="-122"/>
              </a:rPr>
              <a:t>是一门关于数据收集、整理、分析	   	和推断的科学。在概率论中已经知道，由于大	量的	随机试验中各种结果的出现必然呈现它的	规律	性，因而从理论上讲只要对随机现象进行	足够多次观察，各种结果的规律性一定能清楚	地呈现，但是实际上所允许的观察永远是有限	的，甚至是	少量的。</a:t>
            </a:r>
          </a:p>
          <a:p>
            <a:pPr marL="0" indent="0" eaLnBrk="1" hangingPunct="1">
              <a:buFontTx/>
              <a:buNone/>
              <a:tabLst>
                <a:tab pos="1171575" algn="l"/>
              </a:tabLst>
            </a:pPr>
            <a:r>
              <a:rPr lang="zh-CN" altLang="en-US" sz="2400">
                <a:latin typeface="宋体" panose="02010600030101010101" pitchFamily="2" charset="-122"/>
                <a:ea typeface="宋体" panose="02010600030101010101" pitchFamily="2" charset="-122"/>
              </a:rPr>
              <a:t>	</a:t>
            </a:r>
            <a:r>
              <a:rPr lang="zh-CN" altLang="en-US" sz="2400">
                <a:solidFill>
                  <a:srgbClr val="996600"/>
                </a:solidFill>
                <a:latin typeface="宋体" panose="02010600030101010101" pitchFamily="2" charset="-122"/>
                <a:ea typeface="宋体" panose="02010600030101010101" pitchFamily="2" charset="-122"/>
              </a:rPr>
              <a:t>例如：若规定灯泡寿命低于</a:t>
            </a:r>
            <a:r>
              <a:rPr lang="en-US" altLang="zh-CN" sz="2400">
                <a:solidFill>
                  <a:srgbClr val="996600"/>
                </a:solidFill>
                <a:latin typeface="宋体" panose="02010600030101010101" pitchFamily="2" charset="-122"/>
                <a:ea typeface="宋体" panose="02010600030101010101" pitchFamily="2" charset="-122"/>
              </a:rPr>
              <a:t>1000</a:t>
            </a:r>
            <a:r>
              <a:rPr lang="zh-CN" altLang="en-US" sz="2400">
                <a:solidFill>
                  <a:srgbClr val="996600"/>
                </a:solidFill>
                <a:latin typeface="宋体" panose="02010600030101010101" pitchFamily="2" charset="-122"/>
                <a:ea typeface="宋体" panose="02010600030101010101" pitchFamily="2" charset="-122"/>
              </a:rPr>
              <a:t>小时者	为次	品，如何确定次品率？由于灯泡寿命试验是	破坏性试验，不可能把整批灯泡逐一检测，只	能抽取一部分灯泡作为样本进行检验，以样本	的信	息来推断总体的信息，这是数理统计学研	究的问题之一。</a:t>
            </a:r>
          </a:p>
        </p:txBody>
      </p:sp>
    </p:spTree>
  </p:cSld>
  <p:clrMapOvr>
    <a:masterClrMapping/>
  </p:clrMapOvr>
  <p:transition spd="med">
    <p:blinds/>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6">
            <a:extLst>
              <a:ext uri="{FF2B5EF4-FFF2-40B4-BE49-F238E27FC236}">
                <a16:creationId xmlns:a16="http://schemas.microsoft.com/office/drawing/2014/main" id="{972EAE39-29F8-4654-B511-FA250A887A5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ED1D557D-C5E9-4B00-9153-59723AF01A3D}" type="slidenum">
              <a:rPr altLang="en-US" sz="1400" smtClean="0"/>
              <a:pPr>
                <a:lnSpc>
                  <a:spcPct val="100000"/>
                </a:lnSpc>
                <a:spcBef>
                  <a:spcPct val="0"/>
                </a:spcBef>
                <a:buClr>
                  <a:schemeClr val="tx1"/>
                </a:buClr>
                <a:buFontTx/>
                <a:buNone/>
              </a:pPr>
              <a:t>25</a:t>
            </a:fld>
            <a:endParaRPr lang="zh-CN" altLang="en-US" sz="1400"/>
          </a:p>
        </p:txBody>
      </p:sp>
      <p:sp>
        <p:nvSpPr>
          <p:cNvPr id="43011" name="Rectangle 2">
            <a:extLst>
              <a:ext uri="{FF2B5EF4-FFF2-40B4-BE49-F238E27FC236}">
                <a16:creationId xmlns:a16="http://schemas.microsoft.com/office/drawing/2014/main" id="{A6DC107F-AC80-4FDE-BF20-88D9136C6ADE}"/>
              </a:ext>
            </a:extLst>
          </p:cNvPr>
          <p:cNvSpPr>
            <a:spLocks noGrp="1" noChangeArrowheads="1"/>
          </p:cNvSpPr>
          <p:nvPr>
            <p:ph type="title"/>
          </p:nvPr>
        </p:nvSpPr>
        <p:spPr>
          <a:xfrm>
            <a:off x="942975" y="174625"/>
            <a:ext cx="7561263" cy="857250"/>
          </a:xfrm>
        </p:spPr>
        <p:txBody>
          <a:bodyPr/>
          <a:lstStyle/>
          <a:p>
            <a:pPr eaLnBrk="1" hangingPunct="1"/>
            <a:r>
              <a:rPr lang="en-US" altLang="zh-CN">
                <a:ea typeface="宋体" panose="02010600030101010101" pitchFamily="2" charset="-122"/>
              </a:rPr>
              <a:t>§</a:t>
            </a:r>
            <a:r>
              <a:rPr lang="en-US" altLang="zh-CN">
                <a:latin typeface="宋体" panose="02010600030101010101" pitchFamily="2" charset="-122"/>
                <a:ea typeface="宋体" panose="02010600030101010101" pitchFamily="2" charset="-122"/>
              </a:rPr>
              <a:t>1 </a:t>
            </a:r>
            <a:r>
              <a:rPr lang="zh-CN" altLang="en-US">
                <a:latin typeface="宋体" panose="02010600030101010101" pitchFamily="2" charset="-122"/>
                <a:ea typeface="宋体" panose="02010600030101010101" pitchFamily="2" charset="-122"/>
              </a:rPr>
              <a:t>总体和样本</a:t>
            </a:r>
          </a:p>
        </p:txBody>
      </p:sp>
      <p:sp>
        <p:nvSpPr>
          <p:cNvPr id="1248259" name="Rectangle 3">
            <a:extLst>
              <a:ext uri="{FF2B5EF4-FFF2-40B4-BE49-F238E27FC236}">
                <a16:creationId xmlns:a16="http://schemas.microsoft.com/office/drawing/2014/main" id="{4EE08394-562D-404E-BB97-97DF1AD3E2E2}"/>
              </a:ext>
            </a:extLst>
          </p:cNvPr>
          <p:cNvSpPr>
            <a:spLocks noGrp="1" noChangeArrowheads="1"/>
          </p:cNvSpPr>
          <p:nvPr>
            <p:ph type="body" sz="half" idx="1"/>
          </p:nvPr>
        </p:nvSpPr>
        <p:spPr>
          <a:xfrm>
            <a:off x="968375" y="1143000"/>
            <a:ext cx="8064500" cy="5441950"/>
          </a:xfrm>
        </p:spPr>
        <p:txBody>
          <a:bodyPr/>
          <a:lstStyle/>
          <a:p>
            <a:pPr eaLnBrk="1" hangingPunct="1">
              <a:buFontTx/>
              <a:buBlip>
                <a:blip r:embed="rId3"/>
              </a:buBlip>
            </a:pPr>
            <a:r>
              <a:rPr lang="zh-CN" altLang="en-US" sz="2000">
                <a:solidFill>
                  <a:srgbClr val="996600"/>
                </a:solidFill>
                <a:latin typeface="宋体" panose="02010600030101010101" pitchFamily="2" charset="-122"/>
                <a:ea typeface="宋体" panose="02010600030101010101" pitchFamily="2" charset="-122"/>
              </a:rPr>
              <a:t>总体：</a:t>
            </a:r>
            <a:r>
              <a:rPr lang="zh-CN" altLang="en-US" sz="2000">
                <a:latin typeface="宋体" panose="02010600030101010101" pitchFamily="2" charset="-122"/>
                <a:ea typeface="宋体" panose="02010600030101010101" pitchFamily="2" charset="-122"/>
              </a:rPr>
              <a:t>研究对象的全体。如一批灯泡。</a:t>
            </a:r>
          </a:p>
          <a:p>
            <a:pPr eaLnBrk="1" hangingPunct="1">
              <a:buFontTx/>
              <a:buBlip>
                <a:blip r:embed="rId3"/>
              </a:buBlip>
            </a:pPr>
            <a:r>
              <a:rPr lang="zh-CN" altLang="en-US" sz="2000">
                <a:solidFill>
                  <a:srgbClr val="996600"/>
                </a:solidFill>
                <a:latin typeface="宋体" panose="02010600030101010101" pitchFamily="2" charset="-122"/>
                <a:ea typeface="宋体" panose="02010600030101010101" pitchFamily="2" charset="-122"/>
              </a:rPr>
              <a:t>个体：</a:t>
            </a:r>
            <a:r>
              <a:rPr lang="zh-CN" altLang="en-US" sz="2000">
                <a:latin typeface="宋体" panose="02010600030101010101" pitchFamily="2" charset="-122"/>
                <a:ea typeface="宋体" panose="02010600030101010101" pitchFamily="2" charset="-122"/>
              </a:rPr>
              <a:t>组成总体的每个元素。如某个灯泡。</a:t>
            </a:r>
          </a:p>
          <a:p>
            <a:pPr eaLnBrk="1" hangingPunct="1">
              <a:buFontTx/>
              <a:buBlip>
                <a:blip r:embed="rId3"/>
              </a:buBlip>
            </a:pPr>
            <a:r>
              <a:rPr lang="zh-CN" altLang="en-US" sz="2000">
                <a:solidFill>
                  <a:srgbClr val="996600"/>
                </a:solidFill>
                <a:latin typeface="宋体" panose="02010600030101010101" pitchFamily="2" charset="-122"/>
                <a:ea typeface="宋体" panose="02010600030101010101" pitchFamily="2" charset="-122"/>
              </a:rPr>
              <a:t>抽样：</a:t>
            </a:r>
            <a:r>
              <a:rPr lang="zh-CN" altLang="en-US" sz="2000">
                <a:latin typeface="宋体" panose="02010600030101010101" pitchFamily="2" charset="-122"/>
                <a:ea typeface="宋体" panose="02010600030101010101" pitchFamily="2" charset="-122"/>
              </a:rPr>
              <a:t>从总体</a:t>
            </a:r>
            <a:r>
              <a:rPr lang="en-US" altLang="zh-CN" sz="2000"/>
              <a:t>X</a:t>
            </a:r>
            <a:r>
              <a:rPr lang="zh-CN" altLang="en-US" sz="2000">
                <a:latin typeface="宋体" panose="02010600030101010101" pitchFamily="2" charset="-122"/>
                <a:ea typeface="宋体" panose="02010600030101010101" pitchFamily="2" charset="-122"/>
              </a:rPr>
              <a:t>中抽取有限个个体对总体进行观察的取值过程。</a:t>
            </a:r>
          </a:p>
          <a:p>
            <a:pPr eaLnBrk="1" hangingPunct="1">
              <a:buFontTx/>
              <a:buBlip>
                <a:blip r:embed="rId3"/>
              </a:buBlip>
            </a:pPr>
            <a:r>
              <a:rPr lang="zh-CN" altLang="en-US" sz="2000">
                <a:solidFill>
                  <a:srgbClr val="996600"/>
                </a:solidFill>
                <a:latin typeface="宋体" panose="02010600030101010101" pitchFamily="2" charset="-122"/>
                <a:ea typeface="宋体" panose="02010600030101010101" pitchFamily="2" charset="-122"/>
              </a:rPr>
              <a:t>随机样本：</a:t>
            </a:r>
            <a:r>
              <a:rPr lang="zh-CN" altLang="en-US" sz="2000">
                <a:latin typeface="宋体" panose="02010600030101010101" pitchFamily="2" charset="-122"/>
                <a:ea typeface="宋体" panose="02010600030101010101" pitchFamily="2" charset="-122"/>
              </a:rPr>
              <a:t>随机抽取的</a:t>
            </a:r>
            <a:r>
              <a:rPr lang="en-US" altLang="zh-CN" sz="2000">
                <a:latin typeface="宋体" panose="02010600030101010101" pitchFamily="2" charset="-122"/>
                <a:ea typeface="宋体" panose="02010600030101010101" pitchFamily="2" charset="-122"/>
              </a:rPr>
              <a:t>n</a:t>
            </a:r>
            <a:r>
              <a:rPr lang="zh-CN" altLang="en-US" sz="2000">
                <a:latin typeface="宋体" panose="02010600030101010101" pitchFamily="2" charset="-122"/>
                <a:ea typeface="宋体" panose="02010600030101010101" pitchFamily="2" charset="-122"/>
              </a:rPr>
              <a:t>个个体的集合</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1</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2</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n</a:t>
            </a:r>
            <a:r>
              <a:rPr lang="en-US" altLang="zh-CN" sz="2000">
                <a:latin typeface="宋体" panose="02010600030101010101" pitchFamily="2" charset="-122"/>
                <a:ea typeface="宋体" panose="02010600030101010101" pitchFamily="2" charset="-122"/>
              </a:rPr>
              <a:t>),</a:t>
            </a:r>
            <a:r>
              <a:rPr lang="en-US" altLang="zh-CN" sz="2000" baseline="-25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n</a:t>
            </a:r>
            <a:r>
              <a:rPr lang="zh-CN" altLang="en-US" sz="2000">
                <a:latin typeface="宋体" panose="02010600030101010101" pitchFamily="2" charset="-122"/>
                <a:ea typeface="宋体" panose="02010600030101010101" pitchFamily="2" charset="-122"/>
              </a:rPr>
              <a:t>为样本容量</a:t>
            </a:r>
          </a:p>
          <a:p>
            <a:pPr eaLnBrk="1" hangingPunct="1">
              <a:buFontTx/>
              <a:buBlip>
                <a:blip r:embed="rId3"/>
              </a:buBlip>
            </a:pPr>
            <a:r>
              <a:rPr lang="zh-CN" altLang="en-US" sz="2000">
                <a:solidFill>
                  <a:srgbClr val="996600"/>
                </a:solidFill>
                <a:latin typeface="宋体" panose="02010600030101010101" pitchFamily="2" charset="-122"/>
                <a:ea typeface="宋体" panose="02010600030101010101" pitchFamily="2" charset="-122"/>
              </a:rPr>
              <a:t>简单随机样本：</a:t>
            </a:r>
            <a:r>
              <a:rPr lang="zh-CN" altLang="en-US" sz="2000">
                <a:latin typeface="宋体" panose="02010600030101010101" pitchFamily="2" charset="-122"/>
                <a:ea typeface="宋体" panose="02010600030101010101" pitchFamily="2" charset="-122"/>
              </a:rPr>
              <a:t>满足以下两个条件的随机样本</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1</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2</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n</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称  	         为简单随机样本。</a:t>
            </a:r>
          </a:p>
          <a:p>
            <a:pPr eaLnBrk="1" hangingPunct="1">
              <a:buFontTx/>
              <a:buNone/>
            </a:pPr>
            <a:r>
              <a:rPr lang="zh-CN" altLang="en-US" sz="2000">
                <a:latin typeface="宋体" panose="02010600030101010101" pitchFamily="2" charset="-122"/>
                <a:ea typeface="宋体" panose="02010600030101010101" pitchFamily="2" charset="-122"/>
              </a:rPr>
              <a:t>		</a:t>
            </a:r>
            <a:r>
              <a:rPr lang="en-US" altLang="zh-CN" sz="2000">
                <a:solidFill>
                  <a:schemeClr val="accent2"/>
                </a:solidFill>
                <a:latin typeface="宋体" panose="02010600030101010101" pitchFamily="2" charset="-122"/>
                <a:ea typeface="宋体" panose="02010600030101010101" pitchFamily="2" charset="-122"/>
              </a:rPr>
              <a:t>1. </a:t>
            </a:r>
            <a:r>
              <a:rPr lang="zh-CN" altLang="en-US" sz="2000">
                <a:solidFill>
                  <a:schemeClr val="accent2"/>
                </a:solidFill>
                <a:latin typeface="宋体" panose="02010600030101010101" pitchFamily="2" charset="-122"/>
                <a:ea typeface="宋体" panose="02010600030101010101" pitchFamily="2" charset="-122"/>
              </a:rPr>
              <a:t>每个</a:t>
            </a:r>
            <a:r>
              <a:rPr lang="en-US" altLang="zh-CN" sz="2000">
                <a:solidFill>
                  <a:schemeClr val="accent2"/>
                </a:solidFill>
                <a:latin typeface="宋体" panose="02010600030101010101" pitchFamily="2" charset="-122"/>
                <a:ea typeface="宋体" panose="02010600030101010101" pitchFamily="2" charset="-122"/>
              </a:rPr>
              <a:t>X</a:t>
            </a:r>
            <a:r>
              <a:rPr lang="en-US" altLang="zh-CN" sz="2000" baseline="-25000">
                <a:solidFill>
                  <a:schemeClr val="accent2"/>
                </a:solidFill>
                <a:latin typeface="宋体" panose="02010600030101010101" pitchFamily="2" charset="-122"/>
                <a:ea typeface="宋体" panose="02010600030101010101" pitchFamily="2" charset="-122"/>
              </a:rPr>
              <a:t>i</a:t>
            </a:r>
            <a:r>
              <a:rPr lang="zh-CN" altLang="en-US" sz="2000">
                <a:solidFill>
                  <a:schemeClr val="accent2"/>
                </a:solidFill>
                <a:latin typeface="宋体" panose="02010600030101010101" pitchFamily="2" charset="-122"/>
                <a:ea typeface="宋体" panose="02010600030101010101" pitchFamily="2" charset="-122"/>
              </a:rPr>
              <a:t>与</a:t>
            </a:r>
            <a:r>
              <a:rPr lang="en-US" altLang="zh-CN" sz="2000">
                <a:solidFill>
                  <a:schemeClr val="accent2"/>
                </a:solidFill>
                <a:latin typeface="宋体" panose="02010600030101010101" pitchFamily="2" charset="-122"/>
                <a:ea typeface="宋体" panose="02010600030101010101" pitchFamily="2" charset="-122"/>
              </a:rPr>
              <a:t>X</a:t>
            </a:r>
            <a:r>
              <a:rPr lang="zh-CN" altLang="en-US" sz="2000">
                <a:solidFill>
                  <a:schemeClr val="accent2"/>
                </a:solidFill>
                <a:latin typeface="宋体" panose="02010600030101010101" pitchFamily="2" charset="-122"/>
                <a:ea typeface="宋体" panose="02010600030101010101" pitchFamily="2" charset="-122"/>
              </a:rPr>
              <a:t>同分布</a:t>
            </a:r>
          </a:p>
          <a:p>
            <a:pPr eaLnBrk="1" hangingPunct="1">
              <a:buFontTx/>
              <a:buNone/>
            </a:pPr>
            <a:r>
              <a:rPr lang="zh-CN" altLang="en-US" sz="2000">
                <a:solidFill>
                  <a:schemeClr val="accent2"/>
                </a:solidFill>
                <a:latin typeface="宋体" panose="02010600030101010101" pitchFamily="2" charset="-122"/>
                <a:ea typeface="宋体" panose="02010600030101010101" pitchFamily="2" charset="-122"/>
              </a:rPr>
              <a:t>		</a:t>
            </a:r>
            <a:r>
              <a:rPr lang="en-US" altLang="zh-CN" sz="2000">
                <a:solidFill>
                  <a:schemeClr val="accent2"/>
                </a:solidFill>
                <a:latin typeface="宋体" panose="02010600030101010101" pitchFamily="2" charset="-122"/>
                <a:ea typeface="宋体" panose="02010600030101010101" pitchFamily="2" charset="-122"/>
              </a:rPr>
              <a:t>2. X</a:t>
            </a:r>
            <a:r>
              <a:rPr lang="en-US" altLang="zh-CN" sz="2000" baseline="-25000">
                <a:solidFill>
                  <a:schemeClr val="accent2"/>
                </a:solidFill>
                <a:latin typeface="宋体" panose="02010600030101010101" pitchFamily="2" charset="-122"/>
                <a:ea typeface="宋体" panose="02010600030101010101" pitchFamily="2" charset="-122"/>
              </a:rPr>
              <a:t>1</a:t>
            </a:r>
            <a:r>
              <a:rPr lang="en-US" altLang="zh-CN" sz="2000">
                <a:solidFill>
                  <a:schemeClr val="accent2"/>
                </a:solidFill>
                <a:latin typeface="宋体" panose="02010600030101010101" pitchFamily="2" charset="-122"/>
                <a:ea typeface="宋体" panose="02010600030101010101" pitchFamily="2" charset="-122"/>
              </a:rPr>
              <a:t>,X</a:t>
            </a:r>
            <a:r>
              <a:rPr lang="en-US" altLang="zh-CN" sz="2000" baseline="-25000">
                <a:solidFill>
                  <a:schemeClr val="accent2"/>
                </a:solidFill>
                <a:latin typeface="宋体" panose="02010600030101010101" pitchFamily="2" charset="-122"/>
                <a:ea typeface="宋体" panose="02010600030101010101" pitchFamily="2" charset="-122"/>
              </a:rPr>
              <a:t>2</a:t>
            </a:r>
            <a:r>
              <a:rPr lang="en-US" altLang="zh-CN" sz="2000">
                <a:solidFill>
                  <a:schemeClr val="accent2"/>
                </a:solidFill>
                <a:latin typeface="宋体" panose="02010600030101010101" pitchFamily="2" charset="-122"/>
                <a:ea typeface="宋体" panose="02010600030101010101" pitchFamily="2" charset="-122"/>
              </a:rPr>
              <a:t>,…,X</a:t>
            </a:r>
            <a:r>
              <a:rPr lang="en-US" altLang="zh-CN" sz="2000" baseline="-25000">
                <a:solidFill>
                  <a:schemeClr val="accent2"/>
                </a:solidFill>
                <a:latin typeface="宋体" panose="02010600030101010101" pitchFamily="2" charset="-122"/>
                <a:ea typeface="宋体" panose="02010600030101010101" pitchFamily="2" charset="-122"/>
              </a:rPr>
              <a:t>n</a:t>
            </a:r>
            <a:r>
              <a:rPr lang="zh-CN" altLang="en-US" sz="2000">
                <a:solidFill>
                  <a:schemeClr val="accent2"/>
                </a:solidFill>
                <a:latin typeface="宋体" panose="02010600030101010101" pitchFamily="2" charset="-122"/>
                <a:ea typeface="宋体" panose="02010600030101010101" pitchFamily="2" charset="-122"/>
              </a:rPr>
              <a:t>是相互独立的随机变量</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996600"/>
                </a:solidFill>
                <a:latin typeface="宋体" panose="02010600030101010101" pitchFamily="2" charset="-122"/>
                <a:ea typeface="宋体" panose="02010600030101010101" pitchFamily="2" charset="-122"/>
              </a:rPr>
              <a:t>[</a:t>
            </a:r>
            <a:r>
              <a:rPr lang="zh-CN" altLang="en-US" sz="2000">
                <a:solidFill>
                  <a:srgbClr val="996600"/>
                </a:solidFill>
                <a:latin typeface="宋体" panose="02010600030101010101" pitchFamily="2" charset="-122"/>
                <a:ea typeface="宋体" panose="02010600030101010101" pitchFamily="2" charset="-122"/>
              </a:rPr>
              <a:t>说明</a:t>
            </a:r>
            <a:r>
              <a:rPr lang="en-US" altLang="zh-CN" sz="2000">
                <a:solidFill>
                  <a:srgbClr val="996600"/>
                </a:solidFill>
                <a:latin typeface="宋体" panose="02010600030101010101" pitchFamily="2" charset="-122"/>
                <a:ea typeface="宋体" panose="02010600030101010101" pitchFamily="2" charset="-122"/>
              </a:rPr>
              <a:t>]</a:t>
            </a:r>
            <a:r>
              <a:rPr lang="zh-CN" altLang="en-US" sz="2000">
                <a:solidFill>
                  <a:srgbClr val="996600"/>
                </a:solidFill>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后面提到的样本均指简单随机样本，由概率论知，若总体</a:t>
            </a:r>
            <a:r>
              <a:rPr lang="en-US" altLang="zh-CN" sz="2000">
                <a:latin typeface="宋体" panose="02010600030101010101" pitchFamily="2" charset="-122"/>
                <a:ea typeface="宋体" panose="02010600030101010101" pitchFamily="2" charset="-122"/>
              </a:rPr>
              <a:t>X	 </a:t>
            </a:r>
            <a:r>
              <a:rPr lang="zh-CN" altLang="en-US" sz="2000">
                <a:latin typeface="宋体" panose="02010600030101010101" pitchFamily="2" charset="-122"/>
                <a:ea typeface="宋体" panose="02010600030101010101" pitchFamily="2" charset="-122"/>
              </a:rPr>
              <a:t>具有概率密度</a:t>
            </a:r>
            <a:r>
              <a:rPr lang="en-US" altLang="zh-CN" sz="2000">
                <a:latin typeface="宋体" panose="02010600030101010101" pitchFamily="2" charset="-122"/>
                <a:ea typeface="宋体" panose="02010600030101010101" pitchFamily="2" charset="-122"/>
              </a:rPr>
              <a:t>f(x)</a:t>
            </a:r>
            <a:r>
              <a:rPr lang="zh-CN" altLang="en-US" sz="2000">
                <a:latin typeface="宋体" panose="02010600030101010101" pitchFamily="2" charset="-122"/>
                <a:ea typeface="宋体" panose="02010600030101010101" pitchFamily="2" charset="-122"/>
              </a:rPr>
              <a:t>，</a:t>
            </a:r>
          </a:p>
          <a:p>
            <a:pPr eaLnBrk="1" hangingPunct="1">
              <a:buFontTx/>
              <a:buNone/>
            </a:pPr>
            <a:r>
              <a:rPr lang="zh-CN" altLang="en-US" sz="2000">
                <a:latin typeface="宋体" panose="02010600030101010101" pitchFamily="2" charset="-122"/>
                <a:ea typeface="宋体" panose="02010600030101010101" pitchFamily="2" charset="-122"/>
              </a:rPr>
              <a:t>		 则样本（</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1</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2</a:t>
            </a:r>
            <a:r>
              <a:rPr lang="en-US" altLang="zh-CN" sz="2000">
                <a:latin typeface="宋体" panose="02010600030101010101" pitchFamily="2" charset="-122"/>
                <a:ea typeface="宋体" panose="02010600030101010101" pitchFamily="2" charset="-122"/>
              </a:rPr>
              <a:t>,…,X</a:t>
            </a:r>
            <a:r>
              <a:rPr lang="en-US" altLang="zh-CN" sz="2000" baseline="-25000">
                <a:latin typeface="宋体" panose="02010600030101010101" pitchFamily="2" charset="-122"/>
                <a:ea typeface="宋体" panose="02010600030101010101" pitchFamily="2" charset="-122"/>
              </a:rPr>
              <a:t>n</a:t>
            </a:r>
            <a:r>
              <a:rPr lang="zh-CN" altLang="en-US" sz="2000">
                <a:latin typeface="宋体" panose="02010600030101010101" pitchFamily="2" charset="-122"/>
                <a:ea typeface="宋体" panose="02010600030101010101" pitchFamily="2" charset="-122"/>
              </a:rPr>
              <a:t>）具有联合密度函数：</a:t>
            </a:r>
          </a:p>
        </p:txBody>
      </p:sp>
      <p:graphicFrame>
        <p:nvGraphicFramePr>
          <p:cNvPr id="13314" name="Object 7">
            <a:extLst>
              <a:ext uri="{FF2B5EF4-FFF2-40B4-BE49-F238E27FC236}">
                <a16:creationId xmlns:a16="http://schemas.microsoft.com/office/drawing/2014/main" id="{C7277525-B0E4-4685-8DDA-8FF0CC09843F}"/>
              </a:ext>
            </a:extLst>
          </p:cNvPr>
          <p:cNvGraphicFramePr>
            <a:graphicFrameLocks noGrp="1"/>
          </p:cNvGraphicFramePr>
          <p:nvPr>
            <p:ph sz="half" idx="2"/>
          </p:nvPr>
        </p:nvGraphicFramePr>
        <p:xfrm>
          <a:off x="2597150" y="5489575"/>
          <a:ext cx="3017838" cy="749300"/>
        </p:xfrm>
        <a:graphic>
          <a:graphicData uri="http://schemas.openxmlformats.org/presentationml/2006/ole">
            <mc:AlternateContent xmlns:mc="http://schemas.openxmlformats.org/markup-compatibility/2006">
              <mc:Choice xmlns:v="urn:schemas-microsoft-com:vml" Requires="v">
                <p:oleObj spid="_x0000_s43020" r:id="rId4" imgW="1689100" imgH="419100" progId="Equation.DSMT4">
                  <p:embed/>
                </p:oleObj>
              </mc:Choice>
              <mc:Fallback>
                <p:oleObj r:id="rId4" imgW="1689100" imgH="419100" progId="Equation.DSMT4">
                  <p:embed/>
                  <p:pic>
                    <p:nvPicPr>
                      <p:cNvPr id="0" name="Object 7"/>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7150" y="5489575"/>
                        <a:ext cx="3017838"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3014" name="Picture 9" descr="j0195812">
            <a:extLst>
              <a:ext uri="{FF2B5EF4-FFF2-40B4-BE49-F238E27FC236}">
                <a16:creationId xmlns:a16="http://schemas.microsoft.com/office/drawing/2014/main" id="{BE014EF3-E587-480A-8BF9-6A258C8B4DA9}"/>
              </a:ext>
            </a:extLst>
          </p:cNvPr>
          <p:cNvPicPr>
            <a:picLocks noChangeAspect="1" noChangeArrowheads="1"/>
          </p:cNvPicPr>
          <p:nvPr/>
        </p:nvPicPr>
        <p:blipFill>
          <a:blip r:embed="rId6">
            <a:clrChange>
              <a:clrFrom>
                <a:srgbClr val="7FBFFF"/>
              </a:clrFrom>
              <a:clrTo>
                <a:srgbClr val="7FBFFF">
                  <a:alpha val="0"/>
                </a:srgbClr>
              </a:clrTo>
            </a:clrChange>
            <a:extLst>
              <a:ext uri="{28A0092B-C50C-407E-A947-70E740481C1C}">
                <a14:useLocalDpi xmlns:a14="http://schemas.microsoft.com/office/drawing/2010/main" val="0"/>
              </a:ext>
            </a:extLst>
          </a:blip>
          <a:srcRect/>
          <a:stretch>
            <a:fillRect/>
          </a:stretch>
        </p:blipFill>
        <p:spPr bwMode="auto">
          <a:xfrm>
            <a:off x="6837363" y="1146175"/>
            <a:ext cx="677862"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48259">
                                            <p:txEl>
                                              <p:pRg st="0" end="0"/>
                                            </p:txEl>
                                          </p:spTgt>
                                        </p:tgtEl>
                                        <p:attrNameLst>
                                          <p:attrName>style.visibility</p:attrName>
                                        </p:attrNameLst>
                                      </p:cBhvr>
                                      <p:to>
                                        <p:strVal val="visible"/>
                                      </p:to>
                                    </p:set>
                                    <p:anim calcmode="lin" valueType="num">
                                      <p:cBhvr>
                                        <p:cTn id="7" dur="1000" fill="hold"/>
                                        <p:tgtEl>
                                          <p:spTgt spid="1248259">
                                            <p:txEl>
                                              <p:pRg st="0" end="0"/>
                                            </p:txEl>
                                          </p:spTgt>
                                        </p:tgtEl>
                                        <p:attrNameLst>
                                          <p:attrName>ppt_x</p:attrName>
                                        </p:attrNameLst>
                                      </p:cBhvr>
                                      <p:tavLst>
                                        <p:tav tm="0">
                                          <p:val>
                                            <p:strVal val="0-#ppt_w/2"/>
                                          </p:val>
                                        </p:tav>
                                        <p:tav tm="100000">
                                          <p:val>
                                            <p:strVal val="#ppt_x"/>
                                          </p:val>
                                        </p:tav>
                                      </p:tavLst>
                                    </p:anim>
                                    <p:anim calcmode="lin" valueType="num">
                                      <p:cBhvr>
                                        <p:cTn id="8" dur="1000" fill="hold"/>
                                        <p:tgtEl>
                                          <p:spTgt spid="1248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48259">
                                            <p:txEl>
                                              <p:pRg st="1" end="1"/>
                                            </p:txEl>
                                          </p:spTgt>
                                        </p:tgtEl>
                                        <p:attrNameLst>
                                          <p:attrName>style.visibility</p:attrName>
                                        </p:attrNameLst>
                                      </p:cBhvr>
                                      <p:to>
                                        <p:strVal val="visible"/>
                                      </p:to>
                                    </p:set>
                                    <p:anim calcmode="lin" valueType="num">
                                      <p:cBhvr>
                                        <p:cTn id="13" dur="1000" fill="hold"/>
                                        <p:tgtEl>
                                          <p:spTgt spid="1248259">
                                            <p:txEl>
                                              <p:pRg st="1" end="1"/>
                                            </p:txEl>
                                          </p:spTgt>
                                        </p:tgtEl>
                                        <p:attrNameLst>
                                          <p:attrName>ppt_x</p:attrName>
                                        </p:attrNameLst>
                                      </p:cBhvr>
                                      <p:tavLst>
                                        <p:tav tm="0">
                                          <p:val>
                                            <p:strVal val="0-#ppt_w/2"/>
                                          </p:val>
                                        </p:tav>
                                        <p:tav tm="100000">
                                          <p:val>
                                            <p:strVal val="#ppt_x"/>
                                          </p:val>
                                        </p:tav>
                                      </p:tavLst>
                                    </p:anim>
                                    <p:anim calcmode="lin" valueType="num">
                                      <p:cBhvr>
                                        <p:cTn id="14" dur="1000" fill="hold"/>
                                        <p:tgtEl>
                                          <p:spTgt spid="1248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48259">
                                            <p:txEl>
                                              <p:pRg st="2" end="2"/>
                                            </p:txEl>
                                          </p:spTgt>
                                        </p:tgtEl>
                                        <p:attrNameLst>
                                          <p:attrName>style.visibility</p:attrName>
                                        </p:attrNameLst>
                                      </p:cBhvr>
                                      <p:to>
                                        <p:strVal val="visible"/>
                                      </p:to>
                                    </p:set>
                                    <p:anim calcmode="lin" valueType="num">
                                      <p:cBhvr>
                                        <p:cTn id="19" dur="1000" fill="hold"/>
                                        <p:tgtEl>
                                          <p:spTgt spid="1248259">
                                            <p:txEl>
                                              <p:pRg st="2" end="2"/>
                                            </p:txEl>
                                          </p:spTgt>
                                        </p:tgtEl>
                                        <p:attrNameLst>
                                          <p:attrName>ppt_x</p:attrName>
                                        </p:attrNameLst>
                                      </p:cBhvr>
                                      <p:tavLst>
                                        <p:tav tm="0">
                                          <p:val>
                                            <p:strVal val="0-#ppt_w/2"/>
                                          </p:val>
                                        </p:tav>
                                        <p:tav tm="100000">
                                          <p:val>
                                            <p:strVal val="#ppt_x"/>
                                          </p:val>
                                        </p:tav>
                                      </p:tavLst>
                                    </p:anim>
                                    <p:anim calcmode="lin" valueType="num">
                                      <p:cBhvr>
                                        <p:cTn id="20" dur="1000" fill="hold"/>
                                        <p:tgtEl>
                                          <p:spTgt spid="1248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48259">
                                            <p:txEl>
                                              <p:pRg st="3" end="3"/>
                                            </p:txEl>
                                          </p:spTgt>
                                        </p:tgtEl>
                                        <p:attrNameLst>
                                          <p:attrName>style.visibility</p:attrName>
                                        </p:attrNameLst>
                                      </p:cBhvr>
                                      <p:to>
                                        <p:strVal val="visible"/>
                                      </p:to>
                                    </p:set>
                                    <p:anim calcmode="lin" valueType="num">
                                      <p:cBhvr>
                                        <p:cTn id="25" dur="1000" fill="hold"/>
                                        <p:tgtEl>
                                          <p:spTgt spid="1248259">
                                            <p:txEl>
                                              <p:pRg st="3" end="3"/>
                                            </p:txEl>
                                          </p:spTgt>
                                        </p:tgtEl>
                                        <p:attrNameLst>
                                          <p:attrName>ppt_x</p:attrName>
                                        </p:attrNameLst>
                                      </p:cBhvr>
                                      <p:tavLst>
                                        <p:tav tm="0">
                                          <p:val>
                                            <p:strVal val="0-#ppt_w/2"/>
                                          </p:val>
                                        </p:tav>
                                        <p:tav tm="100000">
                                          <p:val>
                                            <p:strVal val="#ppt_x"/>
                                          </p:val>
                                        </p:tav>
                                      </p:tavLst>
                                    </p:anim>
                                    <p:anim calcmode="lin" valueType="num">
                                      <p:cBhvr>
                                        <p:cTn id="26" dur="1000" fill="hold"/>
                                        <p:tgtEl>
                                          <p:spTgt spid="12482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48259">
                                            <p:txEl>
                                              <p:pRg st="4" end="4"/>
                                            </p:txEl>
                                          </p:spTgt>
                                        </p:tgtEl>
                                        <p:attrNameLst>
                                          <p:attrName>style.visibility</p:attrName>
                                        </p:attrNameLst>
                                      </p:cBhvr>
                                      <p:to>
                                        <p:strVal val="visible"/>
                                      </p:to>
                                    </p:set>
                                    <p:anim calcmode="lin" valueType="num">
                                      <p:cBhvr>
                                        <p:cTn id="31" dur="1000" fill="hold"/>
                                        <p:tgtEl>
                                          <p:spTgt spid="1248259">
                                            <p:txEl>
                                              <p:pRg st="4" end="4"/>
                                            </p:txEl>
                                          </p:spTgt>
                                        </p:tgtEl>
                                        <p:attrNameLst>
                                          <p:attrName>ppt_x</p:attrName>
                                        </p:attrNameLst>
                                      </p:cBhvr>
                                      <p:tavLst>
                                        <p:tav tm="0">
                                          <p:val>
                                            <p:strVal val="0-#ppt_w/2"/>
                                          </p:val>
                                        </p:tav>
                                        <p:tav tm="100000">
                                          <p:val>
                                            <p:strVal val="#ppt_x"/>
                                          </p:val>
                                        </p:tav>
                                      </p:tavLst>
                                    </p:anim>
                                    <p:anim calcmode="lin" valueType="num">
                                      <p:cBhvr>
                                        <p:cTn id="32" dur="1000" fill="hold"/>
                                        <p:tgtEl>
                                          <p:spTgt spid="12482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9" presetClass="entr" presetSubtype="0" fill="hold" nodeType="clickEffect">
                                  <p:stCondLst>
                                    <p:cond delay="0"/>
                                  </p:stCondLst>
                                  <p:childTnLst>
                                    <p:set>
                                      <p:cBhvr>
                                        <p:cTn id="36" dur="1" fill="hold">
                                          <p:stCondLst>
                                            <p:cond delay="0"/>
                                          </p:stCondLst>
                                        </p:cTn>
                                        <p:tgtEl>
                                          <p:spTgt spid="1248259">
                                            <p:txEl>
                                              <p:pRg st="5" end="5"/>
                                            </p:txEl>
                                          </p:spTgt>
                                        </p:tgtEl>
                                        <p:attrNameLst>
                                          <p:attrName>style.visibility</p:attrName>
                                        </p:attrNameLst>
                                      </p:cBhvr>
                                      <p:to>
                                        <p:strVal val="visible"/>
                                      </p:to>
                                    </p:set>
                                    <p:anim calcmode="lin" valueType="num">
                                      <p:cBhvr>
                                        <p:cTn id="37" dur="1000" fill="hold"/>
                                        <p:tgtEl>
                                          <p:spTgt spid="1248259">
                                            <p:txEl>
                                              <p:pRg st="5" end="5"/>
                                            </p:txEl>
                                          </p:spTgt>
                                        </p:tgtEl>
                                        <p:attrNameLst>
                                          <p:attrName>ppt_x</p:attrName>
                                        </p:attrNameLst>
                                      </p:cBhvr>
                                      <p:tavLst>
                                        <p:tav tm="0">
                                          <p:val>
                                            <p:strVal val="#ppt_x-.2"/>
                                          </p:val>
                                        </p:tav>
                                        <p:tav tm="100000">
                                          <p:val>
                                            <p:strVal val="#ppt_x"/>
                                          </p:val>
                                        </p:tav>
                                      </p:tavLst>
                                    </p:anim>
                                    <p:anim calcmode="lin" valueType="num">
                                      <p:cBhvr>
                                        <p:cTn id="38" dur="1000" fill="hold"/>
                                        <p:tgtEl>
                                          <p:spTgt spid="124825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9" dur="1000"/>
                                        <p:tgtEl>
                                          <p:spTgt spid="1248259">
                                            <p:txEl>
                                              <p:pRg st="5" end="5"/>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9" presetClass="entr" presetSubtype="0" fill="hold" nodeType="clickEffect">
                                  <p:stCondLst>
                                    <p:cond delay="0"/>
                                  </p:stCondLst>
                                  <p:childTnLst>
                                    <p:set>
                                      <p:cBhvr>
                                        <p:cTn id="43" dur="1" fill="hold">
                                          <p:stCondLst>
                                            <p:cond delay="0"/>
                                          </p:stCondLst>
                                        </p:cTn>
                                        <p:tgtEl>
                                          <p:spTgt spid="1248259">
                                            <p:txEl>
                                              <p:pRg st="6" end="6"/>
                                            </p:txEl>
                                          </p:spTgt>
                                        </p:tgtEl>
                                        <p:attrNameLst>
                                          <p:attrName>style.visibility</p:attrName>
                                        </p:attrNameLst>
                                      </p:cBhvr>
                                      <p:to>
                                        <p:strVal val="visible"/>
                                      </p:to>
                                    </p:set>
                                    <p:anim calcmode="lin" valueType="num">
                                      <p:cBhvr>
                                        <p:cTn id="44" dur="1000" fill="hold"/>
                                        <p:tgtEl>
                                          <p:spTgt spid="1248259">
                                            <p:txEl>
                                              <p:pRg st="6" end="6"/>
                                            </p:txEl>
                                          </p:spTgt>
                                        </p:tgtEl>
                                        <p:attrNameLst>
                                          <p:attrName>ppt_x</p:attrName>
                                        </p:attrNameLst>
                                      </p:cBhvr>
                                      <p:tavLst>
                                        <p:tav tm="0">
                                          <p:val>
                                            <p:strVal val="#ppt_x-.2"/>
                                          </p:val>
                                        </p:tav>
                                        <p:tav tm="100000">
                                          <p:val>
                                            <p:strVal val="#ppt_x"/>
                                          </p:val>
                                        </p:tav>
                                      </p:tavLst>
                                    </p:anim>
                                    <p:anim calcmode="lin" valueType="num">
                                      <p:cBhvr>
                                        <p:cTn id="45" dur="1000" fill="hold"/>
                                        <p:tgtEl>
                                          <p:spTgt spid="124825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1248259">
                                            <p:txEl>
                                              <p:pRg st="6" end="6"/>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248259">
                                            <p:txEl>
                                              <p:pRg st="8" end="8"/>
                                            </p:txEl>
                                          </p:spTgt>
                                        </p:tgtEl>
                                        <p:attrNameLst>
                                          <p:attrName>style.visibility</p:attrName>
                                        </p:attrNameLst>
                                      </p:cBhvr>
                                      <p:to>
                                        <p:strVal val="visible"/>
                                      </p:to>
                                    </p:set>
                                    <p:animEffect transition="in" filter="wipe(up)">
                                      <p:cBhvr>
                                        <p:cTn id="51" dur="2000"/>
                                        <p:tgtEl>
                                          <p:spTgt spid="1248259">
                                            <p:txEl>
                                              <p:pRg st="8" end="8"/>
                                            </p:txEl>
                                          </p:spTgt>
                                        </p:tgtEl>
                                      </p:cBhvr>
                                    </p:animEffect>
                                  </p:childTnLst>
                                </p:cTn>
                              </p:par>
                              <p:par>
                                <p:cTn id="52" presetID="22" presetClass="entr" presetSubtype="1" fill="hold" nodeType="withEffect">
                                  <p:stCondLst>
                                    <p:cond delay="0"/>
                                  </p:stCondLst>
                                  <p:childTnLst>
                                    <p:set>
                                      <p:cBhvr>
                                        <p:cTn id="53" dur="1" fill="hold">
                                          <p:stCondLst>
                                            <p:cond delay="0"/>
                                          </p:stCondLst>
                                        </p:cTn>
                                        <p:tgtEl>
                                          <p:spTgt spid="1248259">
                                            <p:txEl>
                                              <p:pRg st="9" end="9"/>
                                            </p:txEl>
                                          </p:spTgt>
                                        </p:tgtEl>
                                        <p:attrNameLst>
                                          <p:attrName>style.visibility</p:attrName>
                                        </p:attrNameLst>
                                      </p:cBhvr>
                                      <p:to>
                                        <p:strVal val="visible"/>
                                      </p:to>
                                    </p:set>
                                    <p:animEffect transition="in" filter="wipe(up)">
                                      <p:cBhvr>
                                        <p:cTn id="54" dur="2000"/>
                                        <p:tgtEl>
                                          <p:spTgt spid="1248259">
                                            <p:txEl>
                                              <p:pRg st="9" end="9"/>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4" fill="hold" nodeType="clickEffect">
                                  <p:stCondLst>
                                    <p:cond delay="0"/>
                                  </p:stCondLst>
                                  <p:childTnLst>
                                    <p:set>
                                      <p:cBhvr>
                                        <p:cTn id="58" dur="1" fill="hold">
                                          <p:stCondLst>
                                            <p:cond delay="0"/>
                                          </p:stCondLst>
                                        </p:cTn>
                                        <p:tgtEl>
                                          <p:spTgt spid="13314"/>
                                        </p:tgtEl>
                                        <p:attrNameLst>
                                          <p:attrName>style.visibility</p:attrName>
                                        </p:attrNameLst>
                                      </p:cBhvr>
                                      <p:to>
                                        <p:strVal val="visible"/>
                                      </p:to>
                                    </p:set>
                                    <p:animEffect transition="in" filter="slide(fromBottom)">
                                      <p:cBhvr>
                                        <p:cTn id="59" dur="10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a:extLst>
              <a:ext uri="{FF2B5EF4-FFF2-40B4-BE49-F238E27FC236}">
                <a16:creationId xmlns:a16="http://schemas.microsoft.com/office/drawing/2014/main" id="{B258ED28-108A-47D8-8DDF-C1E3F5D6397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57E81679-1C4D-4550-A2CB-FFC04D142759}" type="slidenum">
              <a:rPr altLang="en-US" sz="1400" smtClean="0"/>
              <a:pPr>
                <a:lnSpc>
                  <a:spcPct val="100000"/>
                </a:lnSpc>
                <a:spcBef>
                  <a:spcPct val="0"/>
                </a:spcBef>
                <a:buClr>
                  <a:schemeClr val="tx1"/>
                </a:buClr>
                <a:buFontTx/>
                <a:buNone/>
              </a:pPr>
              <a:t>26</a:t>
            </a:fld>
            <a:endParaRPr lang="zh-CN" altLang="en-US" sz="1400"/>
          </a:p>
        </p:txBody>
      </p:sp>
      <p:sp>
        <p:nvSpPr>
          <p:cNvPr id="1252355" name="Rectangle 3">
            <a:extLst>
              <a:ext uri="{FF2B5EF4-FFF2-40B4-BE49-F238E27FC236}">
                <a16:creationId xmlns:a16="http://schemas.microsoft.com/office/drawing/2014/main" id="{03E5F5AC-F692-40D7-8D1E-51C9F9843627}"/>
              </a:ext>
            </a:extLst>
          </p:cNvPr>
          <p:cNvSpPr>
            <a:spLocks noGrp="1" noChangeArrowheads="1"/>
          </p:cNvSpPr>
          <p:nvPr>
            <p:ph idx="1"/>
          </p:nvPr>
        </p:nvSpPr>
        <p:spPr>
          <a:xfrm>
            <a:off x="954088" y="741363"/>
            <a:ext cx="7567612" cy="4302125"/>
          </a:xfrm>
        </p:spPr>
        <p:txBody>
          <a:bodyPr/>
          <a:lstStyle/>
          <a:p>
            <a:pPr eaLnBrk="1" hangingPunct="1">
              <a:buFontTx/>
              <a:buBlip>
                <a:blip r:embed="rId3"/>
              </a:buBlip>
            </a:pPr>
            <a:r>
              <a:rPr lang="zh-CN" altLang="en-US">
                <a:solidFill>
                  <a:srgbClr val="996600"/>
                </a:solidFill>
                <a:latin typeface="宋体" panose="02010600030101010101" pitchFamily="2" charset="-122"/>
                <a:ea typeface="宋体" panose="02010600030101010101" pitchFamily="2" charset="-122"/>
              </a:rPr>
              <a:t>统计量：</a:t>
            </a:r>
            <a:r>
              <a:rPr lang="zh-CN" altLang="en-US">
                <a:latin typeface="宋体" panose="02010600030101010101" pitchFamily="2" charset="-122"/>
                <a:ea typeface="宋体" panose="02010600030101010101" pitchFamily="2" charset="-122"/>
              </a:rPr>
              <a:t>是样本测量的一种属性，通过对数据集进行某种函数（统计算法）的运算后得到的值</a:t>
            </a:r>
          </a:p>
          <a:p>
            <a:pPr eaLnBrk="1" hangingPunct="1">
              <a:buFontTx/>
              <a:buBlip>
                <a:blip r:embed="rId3"/>
              </a:buBlip>
            </a:pPr>
            <a:r>
              <a:rPr lang="zh-CN" altLang="en-US">
                <a:solidFill>
                  <a:srgbClr val="996600"/>
                </a:solidFill>
                <a:latin typeface="宋体" panose="02010600030101010101" pitchFamily="2" charset="-122"/>
                <a:ea typeface="宋体" panose="02010600030101010101" pitchFamily="2" charset="-122"/>
              </a:rPr>
              <a:t>常用统计量：</a:t>
            </a:r>
            <a:r>
              <a:rPr lang="zh-CN" altLang="en-US">
                <a:latin typeface="宋体" panose="02010600030101010101" pitchFamily="2" charset="-122"/>
                <a:ea typeface="宋体" panose="02010600030101010101" pitchFamily="2" charset="-122"/>
              </a:rPr>
              <a:t>设（</a:t>
            </a:r>
            <a:r>
              <a:rPr lang="en-US" altLang="zh-CN">
                <a:latin typeface="宋体" panose="02010600030101010101" pitchFamily="2" charset="-122"/>
                <a:ea typeface="宋体" panose="02010600030101010101" pitchFamily="2" charset="-122"/>
              </a:rPr>
              <a:t>X</a:t>
            </a:r>
            <a:r>
              <a:rPr lang="en-US" altLang="zh-CN" baseline="-25000">
                <a:latin typeface="宋体" panose="02010600030101010101" pitchFamily="2" charset="-122"/>
                <a:ea typeface="宋体" panose="02010600030101010101" pitchFamily="2" charset="-122"/>
              </a:rPr>
              <a:t>1</a:t>
            </a:r>
            <a:r>
              <a:rPr lang="en-US" altLang="zh-CN">
                <a:latin typeface="宋体" panose="02010600030101010101" pitchFamily="2" charset="-122"/>
                <a:ea typeface="宋体" panose="02010600030101010101" pitchFamily="2" charset="-122"/>
              </a:rPr>
              <a:t>,X</a:t>
            </a:r>
            <a:r>
              <a:rPr lang="en-US" altLang="zh-CN" baseline="-25000">
                <a:latin typeface="宋体" panose="02010600030101010101" pitchFamily="2" charset="-122"/>
                <a:ea typeface="宋体" panose="02010600030101010101" pitchFamily="2" charset="-122"/>
              </a:rPr>
              <a:t>2</a:t>
            </a:r>
            <a:r>
              <a:rPr lang="en-US" altLang="zh-CN">
                <a:latin typeface="宋体" panose="02010600030101010101" pitchFamily="2" charset="-122"/>
                <a:ea typeface="宋体" panose="02010600030101010101" pitchFamily="2" charset="-122"/>
              </a:rPr>
              <a:t>,…,X</a:t>
            </a:r>
            <a:r>
              <a:rPr lang="en-US" altLang="zh-CN" baseline="-25000">
                <a:latin typeface="宋体" panose="02010600030101010101" pitchFamily="2" charset="-122"/>
                <a:ea typeface="宋体" panose="02010600030101010101" pitchFamily="2" charset="-122"/>
              </a:rPr>
              <a:t>n</a:t>
            </a:r>
            <a:r>
              <a:rPr lang="zh-CN" altLang="en-US">
                <a:latin typeface="宋体" panose="02010600030101010101" pitchFamily="2" charset="-122"/>
                <a:ea typeface="宋体" panose="02010600030101010101" pitchFamily="2" charset="-122"/>
              </a:rPr>
              <a:t>）为取自总体</a:t>
            </a:r>
            <a:r>
              <a:rPr lang="en-US" altLang="zh-CN">
                <a:latin typeface="宋体" panose="02010600030101010101" pitchFamily="2" charset="-122"/>
                <a:ea typeface="宋体" panose="02010600030101010101" pitchFamily="2" charset="-122"/>
              </a:rPr>
              <a:t>X</a:t>
            </a:r>
            <a:r>
              <a:rPr lang="zh-CN" altLang="en-US">
                <a:latin typeface="宋体" panose="02010600030101010101" pitchFamily="2" charset="-122"/>
                <a:ea typeface="宋体" panose="02010600030101010101" pitchFamily="2" charset="-122"/>
              </a:rPr>
              <a:t>的样本</a:t>
            </a:r>
          </a:p>
        </p:txBody>
      </p:sp>
      <p:graphicFrame>
        <p:nvGraphicFramePr>
          <p:cNvPr id="1252356" name="Object 4">
            <a:extLst>
              <a:ext uri="{FF2B5EF4-FFF2-40B4-BE49-F238E27FC236}">
                <a16:creationId xmlns:a16="http://schemas.microsoft.com/office/drawing/2014/main" id="{B4F0D040-0565-4A9E-BCA9-6291E2559F17}"/>
              </a:ext>
            </a:extLst>
          </p:cNvPr>
          <p:cNvGraphicFramePr>
            <a:graphicFrameLocks/>
          </p:cNvGraphicFramePr>
          <p:nvPr/>
        </p:nvGraphicFramePr>
        <p:xfrm>
          <a:off x="1341438" y="4470400"/>
          <a:ext cx="7802562" cy="1771650"/>
        </p:xfrm>
        <a:graphic>
          <a:graphicData uri="http://schemas.openxmlformats.org/presentationml/2006/ole">
            <mc:AlternateContent xmlns:mc="http://schemas.openxmlformats.org/markup-compatibility/2006">
              <mc:Choice xmlns:v="urn:schemas-microsoft-com:vml" Requires="v">
                <p:oleObj spid="_x0000_s44093" r:id="rId4" imgW="5257800" imgH="1193800" progId="Equation.DSMT4">
                  <p:embed/>
                </p:oleObj>
              </mc:Choice>
              <mc:Fallback>
                <p:oleObj r:id="rId4" imgW="5257800" imgH="1193800"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438" y="4470400"/>
                        <a:ext cx="7802562"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2357" name="Rectangle 5">
            <a:extLst>
              <a:ext uri="{FF2B5EF4-FFF2-40B4-BE49-F238E27FC236}">
                <a16:creationId xmlns:a16="http://schemas.microsoft.com/office/drawing/2014/main" id="{2D0649BB-3B5F-4505-B9B6-5D81518FC5F6}"/>
              </a:ext>
            </a:extLst>
          </p:cNvPr>
          <p:cNvSpPr>
            <a:spLocks noChangeArrowheads="1"/>
          </p:cNvSpPr>
          <p:nvPr/>
        </p:nvSpPr>
        <p:spPr bwMode="auto">
          <a:xfrm>
            <a:off x="1214438" y="4506913"/>
            <a:ext cx="876300" cy="33972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52359" name="Object 7">
            <a:extLst>
              <a:ext uri="{FF2B5EF4-FFF2-40B4-BE49-F238E27FC236}">
                <a16:creationId xmlns:a16="http://schemas.microsoft.com/office/drawing/2014/main" id="{A86EB12B-95CE-43F2-9A06-72994D99FA85}"/>
              </a:ext>
            </a:extLst>
          </p:cNvPr>
          <p:cNvGraphicFramePr>
            <a:graphicFrameLocks/>
          </p:cNvGraphicFramePr>
          <p:nvPr/>
        </p:nvGraphicFramePr>
        <p:xfrm>
          <a:off x="1519238" y="1863725"/>
          <a:ext cx="2432050" cy="622300"/>
        </p:xfrm>
        <a:graphic>
          <a:graphicData uri="http://schemas.openxmlformats.org/presentationml/2006/ole">
            <mc:AlternateContent xmlns:mc="http://schemas.openxmlformats.org/markup-compatibility/2006">
              <mc:Choice xmlns:v="urn:schemas-microsoft-com:vml" Requires="v">
                <p:oleObj spid="_x0000_s44094" r:id="rId6" imgW="1638300" imgH="419100" progId="Equation.DSMT4">
                  <p:embed/>
                </p:oleObj>
              </mc:Choice>
              <mc:Fallback>
                <p:oleObj r:id="rId6" imgW="1638300" imgH="419100" progId="Equation.DSMT4">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238" y="1863725"/>
                        <a:ext cx="24320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2361" name="Object 9">
            <a:extLst>
              <a:ext uri="{FF2B5EF4-FFF2-40B4-BE49-F238E27FC236}">
                <a16:creationId xmlns:a16="http://schemas.microsoft.com/office/drawing/2014/main" id="{22770728-9CF6-400D-9C1E-993983B19BF9}"/>
              </a:ext>
            </a:extLst>
          </p:cNvPr>
          <p:cNvGraphicFramePr>
            <a:graphicFrameLocks/>
          </p:cNvGraphicFramePr>
          <p:nvPr/>
        </p:nvGraphicFramePr>
        <p:xfrm>
          <a:off x="1481138" y="3030538"/>
          <a:ext cx="5616575" cy="1281112"/>
        </p:xfrm>
        <a:graphic>
          <a:graphicData uri="http://schemas.openxmlformats.org/presentationml/2006/ole">
            <mc:AlternateContent xmlns:mc="http://schemas.openxmlformats.org/markup-compatibility/2006">
              <mc:Choice xmlns:v="urn:schemas-microsoft-com:vml" Requires="v">
                <p:oleObj spid="_x0000_s44095" r:id="rId8" imgW="3782958" imgH="863225" progId="Equation.DSMT4">
                  <p:embed/>
                </p:oleObj>
              </mc:Choice>
              <mc:Fallback>
                <p:oleObj r:id="rId8" imgW="3782958" imgH="863225" progId="Equation.DSMT4">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1138" y="3030538"/>
                        <a:ext cx="5616575"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2362" name="Object 10">
            <a:extLst>
              <a:ext uri="{FF2B5EF4-FFF2-40B4-BE49-F238E27FC236}">
                <a16:creationId xmlns:a16="http://schemas.microsoft.com/office/drawing/2014/main" id="{A3288FD1-0C36-4058-90D7-2BC48CA0ACF3}"/>
              </a:ext>
            </a:extLst>
          </p:cNvPr>
          <p:cNvGraphicFramePr>
            <a:graphicFrameLocks/>
          </p:cNvGraphicFramePr>
          <p:nvPr/>
        </p:nvGraphicFramePr>
        <p:xfrm>
          <a:off x="1477963" y="2451100"/>
          <a:ext cx="4994275" cy="622300"/>
        </p:xfrm>
        <a:graphic>
          <a:graphicData uri="http://schemas.openxmlformats.org/presentationml/2006/ole">
            <mc:AlternateContent xmlns:mc="http://schemas.openxmlformats.org/markup-compatibility/2006">
              <mc:Choice xmlns:v="urn:schemas-microsoft-com:vml" Requires="v">
                <p:oleObj spid="_x0000_s44096" r:id="rId10" imgW="3365500" imgH="419100" progId="Equation.DSMT4">
                  <p:embed/>
                </p:oleObj>
              </mc:Choice>
              <mc:Fallback>
                <p:oleObj r:id="rId10" imgW="3365500" imgH="419100" progId="Equation.DSMT4">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7963" y="2451100"/>
                        <a:ext cx="499427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2363" name="Object 11">
            <a:extLst>
              <a:ext uri="{FF2B5EF4-FFF2-40B4-BE49-F238E27FC236}">
                <a16:creationId xmlns:a16="http://schemas.microsoft.com/office/drawing/2014/main" id="{2F2480C6-72CF-4E77-91A2-CAB57A221FE6}"/>
              </a:ext>
            </a:extLst>
          </p:cNvPr>
          <p:cNvGraphicFramePr>
            <a:graphicFrameLocks/>
          </p:cNvGraphicFramePr>
          <p:nvPr/>
        </p:nvGraphicFramePr>
        <p:xfrm>
          <a:off x="6646863" y="1833563"/>
          <a:ext cx="2476500" cy="1876425"/>
        </p:xfrm>
        <a:graphic>
          <a:graphicData uri="http://schemas.openxmlformats.org/presentationml/2006/ole">
            <mc:AlternateContent xmlns:mc="http://schemas.openxmlformats.org/markup-compatibility/2006">
              <mc:Choice xmlns:v="urn:schemas-microsoft-com:vml" Requires="v">
                <p:oleObj spid="_x0000_s44097" r:id="rId12" imgW="1574800" imgH="1193800" progId="Equation.DSMT4">
                  <p:embed/>
                </p:oleObj>
              </mc:Choice>
              <mc:Fallback>
                <p:oleObj r:id="rId12" imgW="1574800" imgH="1193800" progId="Equation.DSMT4">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46863" y="1833563"/>
                        <a:ext cx="24765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2364" name="Rectangle 12">
            <a:extLst>
              <a:ext uri="{FF2B5EF4-FFF2-40B4-BE49-F238E27FC236}">
                <a16:creationId xmlns:a16="http://schemas.microsoft.com/office/drawing/2014/main" id="{E1C30125-BB7B-4AE4-BC9F-C4C723FE4451}"/>
              </a:ext>
            </a:extLst>
          </p:cNvPr>
          <p:cNvSpPr>
            <a:spLocks noChangeArrowheads="1"/>
          </p:cNvSpPr>
          <p:nvPr/>
        </p:nvSpPr>
        <p:spPr bwMode="auto">
          <a:xfrm>
            <a:off x="6516688" y="1831975"/>
            <a:ext cx="2627312" cy="1895475"/>
          </a:xfrm>
          <a:prstGeom prst="rect">
            <a:avLst/>
          </a:prstGeom>
          <a:noFill/>
          <a:ln w="19050">
            <a:solidFill>
              <a:schemeClr val="accent2"/>
            </a:solidFill>
            <a:prstDash val="sysDot"/>
            <a:miter lim="800000"/>
            <a:headEnd/>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52365" name="Object 13">
            <a:extLst>
              <a:ext uri="{FF2B5EF4-FFF2-40B4-BE49-F238E27FC236}">
                <a16:creationId xmlns:a16="http://schemas.microsoft.com/office/drawing/2014/main" id="{17CBA5F9-2349-4DDF-B99D-EE47548E856E}"/>
              </a:ext>
            </a:extLst>
          </p:cNvPr>
          <p:cNvGraphicFramePr>
            <a:graphicFrameLocks/>
          </p:cNvGraphicFramePr>
          <p:nvPr/>
        </p:nvGraphicFramePr>
        <p:xfrm>
          <a:off x="3937000" y="5956300"/>
          <a:ext cx="2525713" cy="301625"/>
        </p:xfrm>
        <a:graphic>
          <a:graphicData uri="http://schemas.openxmlformats.org/presentationml/2006/ole">
            <mc:AlternateContent xmlns:mc="http://schemas.openxmlformats.org/markup-compatibility/2006">
              <mc:Choice xmlns:v="urn:schemas-microsoft-com:vml" Requires="v">
                <p:oleObj spid="_x0000_s44098" r:id="rId14" imgW="1700324" imgH="203024" progId="Equation.DSMT4">
                  <p:embed/>
                </p:oleObj>
              </mc:Choice>
              <mc:Fallback>
                <p:oleObj r:id="rId14" imgW="1700324" imgH="203024" progId="Equation.DSMT4">
                  <p:embed/>
                  <p:pic>
                    <p:nvPicPr>
                      <p:cNvPr id="0" name="Object 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37000" y="5956300"/>
                        <a:ext cx="252571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2366" name="Rectangle 14">
            <a:extLst>
              <a:ext uri="{FF2B5EF4-FFF2-40B4-BE49-F238E27FC236}">
                <a16:creationId xmlns:a16="http://schemas.microsoft.com/office/drawing/2014/main" id="{BF16658E-5505-4C06-A9DD-FF39266BBAE7}"/>
              </a:ext>
            </a:extLst>
          </p:cNvPr>
          <p:cNvSpPr>
            <a:spLocks noChangeArrowheads="1"/>
          </p:cNvSpPr>
          <p:nvPr/>
        </p:nvSpPr>
        <p:spPr bwMode="auto">
          <a:xfrm>
            <a:off x="3940175" y="5918200"/>
            <a:ext cx="2593975" cy="415925"/>
          </a:xfrm>
          <a:prstGeom prst="rect">
            <a:avLst/>
          </a:prstGeom>
          <a:noFill/>
          <a:ln w="19050">
            <a:solidFill>
              <a:srgbClr val="FF00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52367" name="Object 15">
            <a:extLst>
              <a:ext uri="{FF2B5EF4-FFF2-40B4-BE49-F238E27FC236}">
                <a16:creationId xmlns:a16="http://schemas.microsoft.com/office/drawing/2014/main" id="{AE1EBE7E-C157-4E58-BDD4-B4F689780442}"/>
              </a:ext>
            </a:extLst>
          </p:cNvPr>
          <p:cNvGraphicFramePr>
            <a:graphicFrameLocks/>
          </p:cNvGraphicFramePr>
          <p:nvPr/>
        </p:nvGraphicFramePr>
        <p:xfrm>
          <a:off x="7637463" y="2921000"/>
          <a:ext cx="285750" cy="309563"/>
        </p:xfrm>
        <a:graphic>
          <a:graphicData uri="http://schemas.openxmlformats.org/presentationml/2006/ole">
            <mc:AlternateContent xmlns:mc="http://schemas.openxmlformats.org/markup-compatibility/2006">
              <mc:Choice xmlns:v="urn:schemas-microsoft-com:vml" Requires="v">
                <p:oleObj spid="_x0000_s44099" r:id="rId16" imgW="152202" imgH="164885" progId="Equation.DSMT4">
                  <p:embed/>
                </p:oleObj>
              </mc:Choice>
              <mc:Fallback>
                <p:oleObj r:id="rId16" imgW="152202" imgH="164885" progId="Equation.DSMT4">
                  <p:embed/>
                  <p:pic>
                    <p:nvPicPr>
                      <p:cNvPr id="0"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37463" y="2921000"/>
                        <a:ext cx="28575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2368" name="Object 16">
            <a:extLst>
              <a:ext uri="{FF2B5EF4-FFF2-40B4-BE49-F238E27FC236}">
                <a16:creationId xmlns:a16="http://schemas.microsoft.com/office/drawing/2014/main" id="{A5B6C009-D231-4D25-A235-750B0B5790BE}"/>
              </a:ext>
            </a:extLst>
          </p:cNvPr>
          <p:cNvGraphicFramePr>
            <a:graphicFrameLocks/>
          </p:cNvGraphicFramePr>
          <p:nvPr/>
        </p:nvGraphicFramePr>
        <p:xfrm>
          <a:off x="7370763" y="3300413"/>
          <a:ext cx="538162" cy="346075"/>
        </p:xfrm>
        <a:graphic>
          <a:graphicData uri="http://schemas.openxmlformats.org/presentationml/2006/ole">
            <mc:AlternateContent xmlns:mc="http://schemas.openxmlformats.org/markup-compatibility/2006">
              <mc:Choice xmlns:v="urn:schemas-microsoft-com:vml" Requires="v">
                <p:oleObj spid="_x0000_s44100" r:id="rId18" imgW="355292" imgH="228402" progId="Equation.DSMT4">
                  <p:embed/>
                </p:oleObj>
              </mc:Choice>
              <mc:Fallback>
                <p:oleObj r:id="rId18" imgW="355292" imgH="228402" progId="Equation.DSMT4">
                  <p:embed/>
                  <p:pic>
                    <p:nvPicPr>
                      <p:cNvPr id="0" name="Object 1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70763" y="3300413"/>
                        <a:ext cx="5381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2369" name="Object 17">
            <a:extLst>
              <a:ext uri="{FF2B5EF4-FFF2-40B4-BE49-F238E27FC236}">
                <a16:creationId xmlns:a16="http://schemas.microsoft.com/office/drawing/2014/main" id="{3B50DD65-8BEB-4CAD-A5C0-2F4D81C4CF8F}"/>
              </a:ext>
            </a:extLst>
          </p:cNvPr>
          <p:cNvGraphicFramePr>
            <a:graphicFrameLocks/>
          </p:cNvGraphicFramePr>
          <p:nvPr/>
        </p:nvGraphicFramePr>
        <p:xfrm>
          <a:off x="8628063" y="3297238"/>
          <a:ext cx="303212" cy="303212"/>
        </p:xfrm>
        <a:graphic>
          <a:graphicData uri="http://schemas.openxmlformats.org/presentationml/2006/ole">
            <mc:AlternateContent xmlns:mc="http://schemas.openxmlformats.org/markup-compatibility/2006">
              <mc:Choice xmlns:v="urn:schemas-microsoft-com:vml" Requires="v">
                <p:oleObj spid="_x0000_s44101" r:id="rId20" imgW="203024" imgH="203024" progId="Equation.DSMT4">
                  <p:embed/>
                </p:oleObj>
              </mc:Choice>
              <mc:Fallback>
                <p:oleObj r:id="rId20" imgW="203024" imgH="203024" progId="Equation.DSMT4">
                  <p:embed/>
                  <p:pic>
                    <p:nvPicPr>
                      <p:cNvPr id="0" name="Object 17"/>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28063" y="3297238"/>
                        <a:ext cx="303212"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52355"/>
                                        </p:tgtEl>
                                        <p:attrNameLst>
                                          <p:attrName>style.visibility</p:attrName>
                                        </p:attrNameLst>
                                      </p:cBhvr>
                                      <p:to>
                                        <p:strVal val="visible"/>
                                      </p:to>
                                    </p:set>
                                    <p:anim calcmode="lin" valueType="num">
                                      <p:cBhvr>
                                        <p:cTn id="7" dur="500" fill="hold"/>
                                        <p:tgtEl>
                                          <p:spTgt spid="1252355"/>
                                        </p:tgtEl>
                                        <p:attrNameLst>
                                          <p:attrName>ppt_x</p:attrName>
                                        </p:attrNameLst>
                                      </p:cBhvr>
                                      <p:tavLst>
                                        <p:tav tm="0">
                                          <p:val>
                                            <p:strVal val="0-#ppt_w/2"/>
                                          </p:val>
                                        </p:tav>
                                        <p:tav tm="100000">
                                          <p:val>
                                            <p:strVal val="#ppt_x"/>
                                          </p:val>
                                        </p:tav>
                                      </p:tavLst>
                                    </p:anim>
                                    <p:anim calcmode="lin" valueType="num">
                                      <p:cBhvr>
                                        <p:cTn id="8" dur="500" fill="hold"/>
                                        <p:tgtEl>
                                          <p:spTgt spid="125235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1252359"/>
                                        </p:tgtEl>
                                        <p:attrNameLst>
                                          <p:attrName>style.visibility</p:attrName>
                                        </p:attrNameLst>
                                      </p:cBhvr>
                                      <p:to>
                                        <p:strVal val="visible"/>
                                      </p:to>
                                    </p:set>
                                    <p:animEffect transition="in" filter="slide(fromBottom)">
                                      <p:cBhvr>
                                        <p:cTn id="13" dur="500"/>
                                        <p:tgtEl>
                                          <p:spTgt spid="125235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nodeType="clickEffect">
                                  <p:stCondLst>
                                    <p:cond delay="0"/>
                                  </p:stCondLst>
                                  <p:childTnLst>
                                    <p:set>
                                      <p:cBhvr>
                                        <p:cTn id="17" dur="1" fill="hold">
                                          <p:stCondLst>
                                            <p:cond delay="0"/>
                                          </p:stCondLst>
                                        </p:cTn>
                                        <p:tgtEl>
                                          <p:spTgt spid="1252362"/>
                                        </p:tgtEl>
                                        <p:attrNameLst>
                                          <p:attrName>style.visibility</p:attrName>
                                        </p:attrNameLst>
                                      </p:cBhvr>
                                      <p:to>
                                        <p:strVal val="visible"/>
                                      </p:to>
                                    </p:set>
                                    <p:animEffect transition="in" filter="slide(fromBottom)">
                                      <p:cBhvr>
                                        <p:cTn id="18" dur="500"/>
                                        <p:tgtEl>
                                          <p:spTgt spid="125236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1252361"/>
                                        </p:tgtEl>
                                        <p:attrNameLst>
                                          <p:attrName>style.visibility</p:attrName>
                                        </p:attrNameLst>
                                      </p:cBhvr>
                                      <p:to>
                                        <p:strVal val="visible"/>
                                      </p:to>
                                    </p:set>
                                    <p:animEffect transition="in" filter="slide(fromBottom)">
                                      <p:cBhvr>
                                        <p:cTn id="23" dur="500"/>
                                        <p:tgtEl>
                                          <p:spTgt spid="125236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252357"/>
                                        </p:tgtEl>
                                        <p:attrNameLst>
                                          <p:attrName>style.visibility</p:attrName>
                                        </p:attrNameLst>
                                      </p:cBhvr>
                                      <p:to>
                                        <p:strVal val="visible"/>
                                      </p:to>
                                    </p:set>
                                  </p:childTnLst>
                                </p:cTn>
                              </p:par>
                            </p:childTnLst>
                          </p:cTn>
                        </p:par>
                        <p:par>
                          <p:cTn id="28" fill="hold" nodeType="afterGroup">
                            <p:stCondLst>
                              <p:cond delay="500"/>
                            </p:stCondLst>
                            <p:childTnLst>
                              <p:par>
                                <p:cTn id="29" presetID="22" presetClass="entr" presetSubtype="1" fill="hold" nodeType="afterEffect">
                                  <p:stCondLst>
                                    <p:cond delay="0"/>
                                  </p:stCondLst>
                                  <p:childTnLst>
                                    <p:set>
                                      <p:cBhvr>
                                        <p:cTn id="30" dur="1" fill="hold">
                                          <p:stCondLst>
                                            <p:cond delay="0"/>
                                          </p:stCondLst>
                                        </p:cTn>
                                        <p:tgtEl>
                                          <p:spTgt spid="1252356"/>
                                        </p:tgtEl>
                                        <p:attrNameLst>
                                          <p:attrName>style.visibility</p:attrName>
                                        </p:attrNameLst>
                                      </p:cBhvr>
                                      <p:to>
                                        <p:strVal val="visible"/>
                                      </p:to>
                                    </p:set>
                                    <p:animEffect transition="in" filter="wipe(up)">
                                      <p:cBhvr>
                                        <p:cTn id="31" dur="500"/>
                                        <p:tgtEl>
                                          <p:spTgt spid="125235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6" presetClass="entr" presetSubtype="42" fill="hold" nodeType="clickEffect">
                                  <p:stCondLst>
                                    <p:cond delay="0"/>
                                  </p:stCondLst>
                                  <p:childTnLst>
                                    <p:set>
                                      <p:cBhvr>
                                        <p:cTn id="35" dur="1" fill="hold">
                                          <p:stCondLst>
                                            <p:cond delay="0"/>
                                          </p:stCondLst>
                                        </p:cTn>
                                        <p:tgtEl>
                                          <p:spTgt spid="1252365"/>
                                        </p:tgtEl>
                                        <p:attrNameLst>
                                          <p:attrName>style.visibility</p:attrName>
                                        </p:attrNameLst>
                                      </p:cBhvr>
                                      <p:to>
                                        <p:strVal val="visible"/>
                                      </p:to>
                                    </p:set>
                                    <p:animEffect transition="in" filter="barn(outHorizontal)">
                                      <p:cBhvr>
                                        <p:cTn id="36" dur="500"/>
                                        <p:tgtEl>
                                          <p:spTgt spid="1252365"/>
                                        </p:tgtEl>
                                      </p:cBhvr>
                                    </p:animEffect>
                                  </p:childTnLst>
                                </p:cTn>
                              </p:par>
                            </p:childTnLst>
                          </p:cTn>
                        </p:par>
                        <p:par>
                          <p:cTn id="37" fill="hold" nodeType="afterGroup">
                            <p:stCondLst>
                              <p:cond delay="500"/>
                            </p:stCondLst>
                            <p:childTnLst>
                              <p:par>
                                <p:cTn id="38" presetID="1" presetClass="entr" presetSubtype="0" fill="hold" grpId="0" nodeType="afterEffect">
                                  <p:stCondLst>
                                    <p:cond delay="0"/>
                                  </p:stCondLst>
                                  <p:childTnLst>
                                    <p:set>
                                      <p:cBhvr>
                                        <p:cTn id="39" dur="1" fill="hold">
                                          <p:stCondLst>
                                            <p:cond delay="499"/>
                                          </p:stCondLst>
                                        </p:cTn>
                                        <p:tgtEl>
                                          <p:spTgt spid="125236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0" fill="hold" nodeType="clickEffect">
                                  <p:stCondLst>
                                    <p:cond delay="0"/>
                                  </p:stCondLst>
                                  <p:childTnLst>
                                    <p:set>
                                      <p:cBhvr>
                                        <p:cTn id="43" dur="1" fill="hold">
                                          <p:stCondLst>
                                            <p:cond delay="0"/>
                                          </p:stCondLst>
                                        </p:cTn>
                                        <p:tgtEl>
                                          <p:spTgt spid="1252363"/>
                                        </p:tgtEl>
                                        <p:attrNameLst>
                                          <p:attrName>style.visibility</p:attrName>
                                        </p:attrNameLst>
                                      </p:cBhvr>
                                      <p:to>
                                        <p:strVal val="visible"/>
                                      </p:to>
                                    </p:set>
                                    <p:anim calcmode="lin" valueType="num">
                                      <p:cBhvr>
                                        <p:cTn id="44" dur="500" fill="hold"/>
                                        <p:tgtEl>
                                          <p:spTgt spid="1252363"/>
                                        </p:tgtEl>
                                        <p:attrNameLst>
                                          <p:attrName>ppt_w</p:attrName>
                                        </p:attrNameLst>
                                      </p:cBhvr>
                                      <p:tavLst>
                                        <p:tav tm="0">
                                          <p:val>
                                            <p:fltVal val="0"/>
                                          </p:val>
                                        </p:tav>
                                        <p:tav tm="100000">
                                          <p:val>
                                            <p:strVal val="#ppt_w"/>
                                          </p:val>
                                        </p:tav>
                                      </p:tavLst>
                                    </p:anim>
                                    <p:anim calcmode="lin" valueType="num">
                                      <p:cBhvr>
                                        <p:cTn id="45" dur="500" fill="hold"/>
                                        <p:tgtEl>
                                          <p:spTgt spid="1252363"/>
                                        </p:tgtEl>
                                        <p:attrNameLst>
                                          <p:attrName>ppt_h</p:attrName>
                                        </p:attrNameLst>
                                      </p:cBhvr>
                                      <p:tavLst>
                                        <p:tav tm="0">
                                          <p:val>
                                            <p:strVal val="#ppt_h"/>
                                          </p:val>
                                        </p:tav>
                                        <p:tav tm="100000">
                                          <p:val>
                                            <p:strVal val="#ppt_h"/>
                                          </p:val>
                                        </p:tav>
                                      </p:tavLst>
                                    </p:anim>
                                  </p:childTnLst>
                                </p:cTn>
                              </p:par>
                            </p:childTnLst>
                          </p:cTn>
                        </p:par>
                        <p:par>
                          <p:cTn id="46" fill="hold" nodeType="afterGroup">
                            <p:stCondLst>
                              <p:cond delay="500"/>
                            </p:stCondLst>
                            <p:childTnLst>
                              <p:par>
                                <p:cTn id="47" presetID="1" presetClass="entr" presetSubtype="0" fill="hold" grpId="0" nodeType="afterEffect">
                                  <p:stCondLst>
                                    <p:cond delay="0"/>
                                  </p:stCondLst>
                                  <p:childTnLst>
                                    <p:set>
                                      <p:cBhvr>
                                        <p:cTn id="48" dur="1" fill="hold">
                                          <p:stCondLst>
                                            <p:cond delay="499"/>
                                          </p:stCondLst>
                                        </p:cTn>
                                        <p:tgtEl>
                                          <p:spTgt spid="125236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1252367"/>
                                        </p:tgtEl>
                                        <p:attrNameLst>
                                          <p:attrName>style.visibility</p:attrName>
                                        </p:attrNameLst>
                                      </p:cBhvr>
                                      <p:to>
                                        <p:strVal val="visible"/>
                                      </p:to>
                                    </p:set>
                                    <p:animEffect transition="in" filter="box(in)">
                                      <p:cBhvr>
                                        <p:cTn id="53" dur="500"/>
                                        <p:tgtEl>
                                          <p:spTgt spid="125236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nodeType="clickEffect">
                                  <p:stCondLst>
                                    <p:cond delay="0"/>
                                  </p:stCondLst>
                                  <p:childTnLst>
                                    <p:set>
                                      <p:cBhvr>
                                        <p:cTn id="57" dur="1" fill="hold">
                                          <p:stCondLst>
                                            <p:cond delay="0"/>
                                          </p:stCondLst>
                                        </p:cTn>
                                        <p:tgtEl>
                                          <p:spTgt spid="1252368"/>
                                        </p:tgtEl>
                                        <p:attrNameLst>
                                          <p:attrName>style.visibility</p:attrName>
                                        </p:attrNameLst>
                                      </p:cBhvr>
                                      <p:to>
                                        <p:strVal val="visible"/>
                                      </p:to>
                                    </p:set>
                                    <p:animEffect transition="in" filter="box(in)">
                                      <p:cBhvr>
                                        <p:cTn id="58" dur="500"/>
                                        <p:tgtEl>
                                          <p:spTgt spid="125236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 presetClass="entr" presetSubtype="16" fill="hold" nodeType="clickEffect">
                                  <p:stCondLst>
                                    <p:cond delay="0"/>
                                  </p:stCondLst>
                                  <p:childTnLst>
                                    <p:set>
                                      <p:cBhvr>
                                        <p:cTn id="62" dur="1" fill="hold">
                                          <p:stCondLst>
                                            <p:cond delay="0"/>
                                          </p:stCondLst>
                                        </p:cTn>
                                        <p:tgtEl>
                                          <p:spTgt spid="1252369"/>
                                        </p:tgtEl>
                                        <p:attrNameLst>
                                          <p:attrName>style.visibility</p:attrName>
                                        </p:attrNameLst>
                                      </p:cBhvr>
                                      <p:to>
                                        <p:strVal val="visible"/>
                                      </p:to>
                                    </p:set>
                                    <p:animEffect transition="in" filter="box(in)">
                                      <p:cBhvr>
                                        <p:cTn id="63" dur="500"/>
                                        <p:tgtEl>
                                          <p:spTgt spid="1252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2355" grpId="0"/>
      <p:bldP spid="1252357" grpId="0" animBg="1"/>
      <p:bldP spid="1252364" grpId="0" animBg="1"/>
      <p:bldP spid="125236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7">
            <a:extLst>
              <a:ext uri="{FF2B5EF4-FFF2-40B4-BE49-F238E27FC236}">
                <a16:creationId xmlns:a16="http://schemas.microsoft.com/office/drawing/2014/main" id="{99CF9175-F6DB-4F3D-8AE4-C872FC77563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929A4075-B6D0-423C-9B48-F2F23896351B}" type="slidenum">
              <a:rPr altLang="en-US" sz="1400" smtClean="0"/>
              <a:pPr>
                <a:lnSpc>
                  <a:spcPct val="100000"/>
                </a:lnSpc>
                <a:spcBef>
                  <a:spcPct val="0"/>
                </a:spcBef>
                <a:buClr>
                  <a:schemeClr val="tx1"/>
                </a:buClr>
                <a:buFontTx/>
                <a:buNone/>
              </a:pPr>
              <a:t>27</a:t>
            </a:fld>
            <a:endParaRPr lang="zh-CN" altLang="en-US" sz="1400"/>
          </a:p>
        </p:txBody>
      </p:sp>
      <p:sp>
        <p:nvSpPr>
          <p:cNvPr id="45059" name="Rectangle 2">
            <a:extLst>
              <a:ext uri="{FF2B5EF4-FFF2-40B4-BE49-F238E27FC236}">
                <a16:creationId xmlns:a16="http://schemas.microsoft.com/office/drawing/2014/main" id="{C518897D-AC44-4E34-A75E-B9EE593613F8}"/>
              </a:ext>
            </a:extLst>
          </p:cNvPr>
          <p:cNvSpPr>
            <a:spLocks noGrp="1" noChangeArrowheads="1"/>
          </p:cNvSpPr>
          <p:nvPr>
            <p:ph type="title"/>
          </p:nvPr>
        </p:nvSpPr>
        <p:spPr>
          <a:xfrm>
            <a:off x="1054100" y="223838"/>
            <a:ext cx="7561263" cy="857250"/>
          </a:xfrm>
        </p:spPr>
        <p:txBody>
          <a:bodyPr/>
          <a:lstStyle/>
          <a:p>
            <a:pPr eaLnBrk="1" hangingPunct="1">
              <a:buFontTx/>
              <a:buBlip>
                <a:blip r:embed="rId3"/>
              </a:buBlip>
            </a:pPr>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随机变量独立性的两个定理</a:t>
            </a:r>
          </a:p>
        </p:txBody>
      </p:sp>
      <p:graphicFrame>
        <p:nvGraphicFramePr>
          <p:cNvPr id="15362" name="Object 4">
            <a:extLst>
              <a:ext uri="{FF2B5EF4-FFF2-40B4-BE49-F238E27FC236}">
                <a16:creationId xmlns:a16="http://schemas.microsoft.com/office/drawing/2014/main" id="{8E68E9BE-7354-4BFA-A526-CBE2D0709FB0}"/>
              </a:ext>
            </a:extLst>
          </p:cNvPr>
          <p:cNvGraphicFramePr>
            <a:graphicFrameLocks noGrp="1"/>
          </p:cNvGraphicFramePr>
          <p:nvPr>
            <p:ph sz="quarter" idx="2"/>
          </p:nvPr>
        </p:nvGraphicFramePr>
        <p:xfrm>
          <a:off x="841375" y="1371600"/>
          <a:ext cx="8404225" cy="2090738"/>
        </p:xfrm>
        <a:graphic>
          <a:graphicData uri="http://schemas.openxmlformats.org/presentationml/2006/ole">
            <mc:AlternateContent xmlns:mc="http://schemas.openxmlformats.org/markup-compatibility/2006">
              <mc:Choice xmlns:v="urn:schemas-microsoft-com:vml" Requires="v">
                <p:oleObj spid="_x0000_s45074" r:id="rId4" imgW="5257800" imgH="1307880" progId="Equation.DSMT4">
                  <p:embed/>
                </p:oleObj>
              </mc:Choice>
              <mc:Fallback>
                <p:oleObj r:id="rId4" imgW="5257800" imgH="130788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375" y="1371600"/>
                        <a:ext cx="8404225"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363" name="Object 6">
            <a:extLst>
              <a:ext uri="{FF2B5EF4-FFF2-40B4-BE49-F238E27FC236}">
                <a16:creationId xmlns:a16="http://schemas.microsoft.com/office/drawing/2014/main" id="{26FEA5AB-FF48-4B49-B6A8-37293D925F38}"/>
              </a:ext>
            </a:extLst>
          </p:cNvPr>
          <p:cNvGraphicFramePr>
            <a:graphicFrameLocks noGrp="1"/>
          </p:cNvGraphicFramePr>
          <p:nvPr>
            <p:ph sz="quarter" idx="3"/>
          </p:nvPr>
        </p:nvGraphicFramePr>
        <p:xfrm>
          <a:off x="766763" y="4283075"/>
          <a:ext cx="7670800" cy="1330325"/>
        </p:xfrm>
        <a:graphic>
          <a:graphicData uri="http://schemas.openxmlformats.org/presentationml/2006/ole">
            <mc:AlternateContent xmlns:mc="http://schemas.openxmlformats.org/markup-compatibility/2006">
              <mc:Choice xmlns:v="urn:schemas-microsoft-com:vml" Requires="v">
                <p:oleObj spid="_x0000_s45075" r:id="rId6" imgW="4684267" imgH="812447" progId="Equation.DSMT4">
                  <p:embed/>
                </p:oleObj>
              </mc:Choice>
              <mc:Fallback>
                <p:oleObj r:id="rId6" imgW="4684267" imgH="812447" progId="Equation.DSMT4">
                  <p:embed/>
                  <p:pic>
                    <p:nvPicPr>
                      <p:cNvPr id="0" name="Object 6"/>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763" y="4283075"/>
                        <a:ext cx="7670800"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3384" name="Rectangle 8">
            <a:extLst>
              <a:ext uri="{FF2B5EF4-FFF2-40B4-BE49-F238E27FC236}">
                <a16:creationId xmlns:a16="http://schemas.microsoft.com/office/drawing/2014/main" id="{61D68638-7656-4A7F-B414-A0C6F6E3360B}"/>
              </a:ext>
            </a:extLst>
          </p:cNvPr>
          <p:cNvSpPr>
            <a:spLocks noChangeArrowheads="1"/>
          </p:cNvSpPr>
          <p:nvPr/>
        </p:nvSpPr>
        <p:spPr bwMode="auto">
          <a:xfrm>
            <a:off x="754063" y="1316038"/>
            <a:ext cx="914400" cy="38417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1253385" name="Rectangle 9">
            <a:extLst>
              <a:ext uri="{FF2B5EF4-FFF2-40B4-BE49-F238E27FC236}">
                <a16:creationId xmlns:a16="http://schemas.microsoft.com/office/drawing/2014/main" id="{98882CEF-A5FD-4567-A8E3-DF707320ACE9}"/>
              </a:ext>
            </a:extLst>
          </p:cNvPr>
          <p:cNvSpPr>
            <a:spLocks noChangeArrowheads="1"/>
          </p:cNvSpPr>
          <p:nvPr/>
        </p:nvSpPr>
        <p:spPr bwMode="auto">
          <a:xfrm>
            <a:off x="746125" y="4275138"/>
            <a:ext cx="914400" cy="38417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3384"/>
                                        </p:tgtEl>
                                        <p:attrNameLst>
                                          <p:attrName>style.visibility</p:attrName>
                                        </p:attrNameLst>
                                      </p:cBhvr>
                                      <p:to>
                                        <p:strVal val="visible"/>
                                      </p:to>
                                    </p:set>
                                  </p:childTnLst>
                                </p:cTn>
                              </p:par>
                            </p:childTnLst>
                          </p:cTn>
                        </p:par>
                        <p:par>
                          <p:cTn id="7" fill="hold" nodeType="afterGroup">
                            <p:stCondLst>
                              <p:cond delay="500"/>
                            </p:stCondLst>
                            <p:childTnLst>
                              <p:par>
                                <p:cTn id="8" presetID="12" presetClass="entr" presetSubtype="8" fill="hold" nodeType="afterEffect">
                                  <p:stCondLst>
                                    <p:cond delay="0"/>
                                  </p:stCondLst>
                                  <p:childTnLst>
                                    <p:set>
                                      <p:cBhvr>
                                        <p:cTn id="9" dur="1" fill="hold">
                                          <p:stCondLst>
                                            <p:cond delay="0"/>
                                          </p:stCondLst>
                                        </p:cTn>
                                        <p:tgtEl>
                                          <p:spTgt spid="15362"/>
                                        </p:tgtEl>
                                        <p:attrNameLst>
                                          <p:attrName>style.visibility</p:attrName>
                                        </p:attrNameLst>
                                      </p:cBhvr>
                                      <p:to>
                                        <p:strVal val="visible"/>
                                      </p:to>
                                    </p:set>
                                    <p:animEffect transition="in" filter="slide(fromLeft)">
                                      <p:cBhvr>
                                        <p:cTn id="10" dur="500"/>
                                        <p:tgtEl>
                                          <p:spTgt spid="1536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3385"/>
                                        </p:tgtEl>
                                        <p:attrNameLst>
                                          <p:attrName>style.visibility</p:attrName>
                                        </p:attrNameLst>
                                      </p:cBhvr>
                                      <p:to>
                                        <p:strVal val="visible"/>
                                      </p:to>
                                    </p:set>
                                  </p:childTnLst>
                                </p:cTn>
                              </p:par>
                            </p:childTnLst>
                          </p:cTn>
                        </p:par>
                        <p:par>
                          <p:cTn id="15" fill="hold" nodeType="afterGroup">
                            <p:stCondLst>
                              <p:cond delay="500"/>
                            </p:stCondLst>
                            <p:childTnLst>
                              <p:par>
                                <p:cTn id="16" presetID="16" presetClass="entr" presetSubtype="26" fill="hold" nodeType="afterEffect">
                                  <p:stCondLst>
                                    <p:cond delay="0"/>
                                  </p:stCondLst>
                                  <p:childTnLst>
                                    <p:set>
                                      <p:cBhvr>
                                        <p:cTn id="17" dur="1" fill="hold">
                                          <p:stCondLst>
                                            <p:cond delay="0"/>
                                          </p:stCondLst>
                                        </p:cTn>
                                        <p:tgtEl>
                                          <p:spTgt spid="15363"/>
                                        </p:tgtEl>
                                        <p:attrNameLst>
                                          <p:attrName>style.visibility</p:attrName>
                                        </p:attrNameLst>
                                      </p:cBhvr>
                                      <p:to>
                                        <p:strVal val="visible"/>
                                      </p:to>
                                    </p:set>
                                    <p:animEffect transition="in" filter="barn(inHorizontal)">
                                      <p:cBhvr>
                                        <p:cTn id="18"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3384" grpId="0" animBg="1"/>
      <p:bldP spid="125338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7">
            <a:extLst>
              <a:ext uri="{FF2B5EF4-FFF2-40B4-BE49-F238E27FC236}">
                <a16:creationId xmlns:a16="http://schemas.microsoft.com/office/drawing/2014/main" id="{4F739708-52A5-4E2E-9FB1-6EE52C9EC11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5C84C54F-E109-43E2-8B52-B30B4DDDD55C}" type="slidenum">
              <a:rPr altLang="en-US" sz="1400" smtClean="0"/>
              <a:pPr>
                <a:lnSpc>
                  <a:spcPct val="100000"/>
                </a:lnSpc>
                <a:spcBef>
                  <a:spcPct val="0"/>
                </a:spcBef>
                <a:buClr>
                  <a:schemeClr val="tx1"/>
                </a:buClr>
                <a:buFontTx/>
                <a:buNone/>
              </a:pPr>
              <a:t>28</a:t>
            </a:fld>
            <a:endParaRPr lang="zh-CN" altLang="en-US" sz="1400"/>
          </a:p>
        </p:txBody>
      </p:sp>
      <p:sp>
        <p:nvSpPr>
          <p:cNvPr id="46083" name="Rectangle 2">
            <a:extLst>
              <a:ext uri="{FF2B5EF4-FFF2-40B4-BE49-F238E27FC236}">
                <a16:creationId xmlns:a16="http://schemas.microsoft.com/office/drawing/2014/main" id="{5A13E3C9-AF40-4992-9360-7D0B24A4C6C3}"/>
              </a:ext>
            </a:extLst>
          </p:cNvPr>
          <p:cNvSpPr>
            <a:spLocks noGrp="1" noChangeArrowheads="1"/>
          </p:cNvSpPr>
          <p:nvPr>
            <p:ph type="title"/>
          </p:nvPr>
        </p:nvSpPr>
        <p:spPr>
          <a:xfrm>
            <a:off x="969963" y="157163"/>
            <a:ext cx="7561262" cy="857250"/>
          </a:xfrm>
        </p:spPr>
        <p:txBody>
          <a:bodyPr/>
          <a:lstStyle/>
          <a:p>
            <a:pPr eaLnBrk="1" hangingPunct="1"/>
            <a:r>
              <a:rPr lang="en-US" altLang="zh-CN">
                <a:ea typeface="宋体" panose="02010600030101010101" pitchFamily="2" charset="-122"/>
              </a:rPr>
              <a:t>§</a:t>
            </a:r>
            <a:r>
              <a:rPr lang="en-US" altLang="zh-CN">
                <a:latin typeface="宋体" panose="02010600030101010101" pitchFamily="2" charset="-122"/>
                <a:ea typeface="宋体" panose="02010600030101010101" pitchFamily="2" charset="-122"/>
              </a:rPr>
              <a:t>2 </a:t>
            </a:r>
            <a:r>
              <a:rPr lang="zh-CN" altLang="en-US">
                <a:latin typeface="宋体" panose="02010600030101010101" pitchFamily="2" charset="-122"/>
                <a:ea typeface="宋体" panose="02010600030101010101" pitchFamily="2" charset="-122"/>
              </a:rPr>
              <a:t>常用的分布</a:t>
            </a:r>
          </a:p>
        </p:txBody>
      </p:sp>
      <p:sp>
        <p:nvSpPr>
          <p:cNvPr id="46084" name="Rectangle 3">
            <a:extLst>
              <a:ext uri="{FF2B5EF4-FFF2-40B4-BE49-F238E27FC236}">
                <a16:creationId xmlns:a16="http://schemas.microsoft.com/office/drawing/2014/main" id="{21DE5A44-69D1-48C8-BCF1-64C5C4247F93}"/>
              </a:ext>
            </a:extLst>
          </p:cNvPr>
          <p:cNvSpPr>
            <a:spLocks noGrp="1" noChangeArrowheads="1"/>
          </p:cNvSpPr>
          <p:nvPr>
            <p:ph type="body" sz="half" idx="1"/>
          </p:nvPr>
        </p:nvSpPr>
        <p:spPr>
          <a:xfrm>
            <a:off x="1136650" y="1195388"/>
            <a:ext cx="765175" cy="633412"/>
          </a:xfrm>
        </p:spPr>
        <p:txBody>
          <a:bodyPr/>
          <a:lstStyle/>
          <a:p>
            <a:pPr eaLnBrk="1" hangingPunct="1"/>
            <a:r>
              <a:rPr lang="en-US" altLang="zh-CN" sz="2000"/>
              <a:t> </a:t>
            </a:r>
          </a:p>
        </p:txBody>
      </p:sp>
      <p:graphicFrame>
        <p:nvGraphicFramePr>
          <p:cNvPr id="46085" name="Object 4">
            <a:extLst>
              <a:ext uri="{FF2B5EF4-FFF2-40B4-BE49-F238E27FC236}">
                <a16:creationId xmlns:a16="http://schemas.microsoft.com/office/drawing/2014/main" id="{EB85409B-5CD3-44D1-9056-3D8DA950E1A8}"/>
              </a:ext>
            </a:extLst>
          </p:cNvPr>
          <p:cNvGraphicFramePr>
            <a:graphicFrameLocks noGrp="1"/>
          </p:cNvGraphicFramePr>
          <p:nvPr>
            <p:ph sz="quarter" idx="2"/>
          </p:nvPr>
        </p:nvGraphicFramePr>
        <p:xfrm>
          <a:off x="1208088" y="1722438"/>
          <a:ext cx="6569075" cy="1789112"/>
        </p:xfrm>
        <a:graphic>
          <a:graphicData uri="http://schemas.openxmlformats.org/presentationml/2006/ole">
            <mc:AlternateContent xmlns:mc="http://schemas.openxmlformats.org/markup-compatibility/2006">
              <mc:Choice xmlns:v="urn:schemas-microsoft-com:vml" Requires="v">
                <p:oleObj spid="_x0000_s46188" r:id="rId3" imgW="4381500" imgH="1193800" progId="Equation.DSMT4">
                  <p:embed/>
                </p:oleObj>
              </mc:Choice>
              <mc:Fallback>
                <p:oleObj r:id="rId3" imgW="4381500" imgH="1193800" progId="Equation.DSMT4">
                  <p:embed/>
                  <p:pic>
                    <p:nvPicPr>
                      <p:cNvPr id="0" name="Object 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088" y="1722438"/>
                        <a:ext cx="6569075" cy="178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87" name="Object 6">
            <a:extLst>
              <a:ext uri="{FF2B5EF4-FFF2-40B4-BE49-F238E27FC236}">
                <a16:creationId xmlns:a16="http://schemas.microsoft.com/office/drawing/2014/main" id="{F5D3C204-EF5A-4747-9AA6-0633A777FA0C}"/>
              </a:ext>
            </a:extLst>
          </p:cNvPr>
          <p:cNvGraphicFramePr>
            <a:graphicFrameLocks noGrp="1"/>
          </p:cNvGraphicFramePr>
          <p:nvPr>
            <p:ph sz="quarter" idx="3"/>
          </p:nvPr>
        </p:nvGraphicFramePr>
        <p:xfrm>
          <a:off x="1074738" y="3455988"/>
          <a:ext cx="7358062" cy="1766887"/>
        </p:xfrm>
        <a:graphic>
          <a:graphicData uri="http://schemas.openxmlformats.org/presentationml/2006/ole">
            <mc:AlternateContent xmlns:mc="http://schemas.openxmlformats.org/markup-compatibility/2006">
              <mc:Choice xmlns:v="urn:schemas-microsoft-com:vml" Requires="v">
                <p:oleObj spid="_x0000_s46189" r:id="rId5" imgW="4544628" imgH="1091726" progId="Equation.DSMT4">
                  <p:embed/>
                </p:oleObj>
              </mc:Choice>
              <mc:Fallback>
                <p:oleObj r:id="rId5" imgW="4544628" imgH="1091726" progId="Equation.DSMT4">
                  <p:embed/>
                  <p:pic>
                    <p:nvPicPr>
                      <p:cNvPr id="0" name="Object 6"/>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4738" y="3455988"/>
                        <a:ext cx="7358062"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4408" name="Rectangle 8">
            <a:extLst>
              <a:ext uri="{FF2B5EF4-FFF2-40B4-BE49-F238E27FC236}">
                <a16:creationId xmlns:a16="http://schemas.microsoft.com/office/drawing/2014/main" id="{4156B8B8-E8F6-4214-97DC-E358483A9C45}"/>
              </a:ext>
            </a:extLst>
          </p:cNvPr>
          <p:cNvSpPr>
            <a:spLocks noChangeArrowheads="1"/>
          </p:cNvSpPr>
          <p:nvPr/>
        </p:nvSpPr>
        <p:spPr bwMode="auto">
          <a:xfrm>
            <a:off x="1076325" y="3830638"/>
            <a:ext cx="914400" cy="38417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46088" name="AutoShape 9">
            <a:extLst>
              <a:ext uri="{FF2B5EF4-FFF2-40B4-BE49-F238E27FC236}">
                <a16:creationId xmlns:a16="http://schemas.microsoft.com/office/drawing/2014/main" id="{F755344A-EC32-4D1C-B9E3-74FBB05C5698}"/>
              </a:ext>
            </a:extLst>
          </p:cNvPr>
          <p:cNvSpPr>
            <a:spLocks noChangeArrowheads="1"/>
          </p:cNvSpPr>
          <p:nvPr/>
        </p:nvSpPr>
        <p:spPr bwMode="auto">
          <a:xfrm>
            <a:off x="947738" y="1744663"/>
            <a:ext cx="223837"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46089" name="Object 10">
            <a:extLst>
              <a:ext uri="{FF2B5EF4-FFF2-40B4-BE49-F238E27FC236}">
                <a16:creationId xmlns:a16="http://schemas.microsoft.com/office/drawing/2014/main" id="{CB1EC1C7-C1C7-405F-8E74-6C9B7AC70E86}"/>
              </a:ext>
            </a:extLst>
          </p:cNvPr>
          <p:cNvGraphicFramePr>
            <a:graphicFrameLocks/>
          </p:cNvGraphicFramePr>
          <p:nvPr/>
        </p:nvGraphicFramePr>
        <p:xfrm>
          <a:off x="1541463" y="1155700"/>
          <a:ext cx="931862" cy="419100"/>
        </p:xfrm>
        <a:graphic>
          <a:graphicData uri="http://schemas.openxmlformats.org/presentationml/2006/ole">
            <mc:AlternateContent xmlns:mc="http://schemas.openxmlformats.org/markup-compatibility/2006">
              <mc:Choice xmlns:v="urn:schemas-microsoft-com:vml" Requires="v">
                <p:oleObj spid="_x0000_s46190" r:id="rId7" imgW="508000" imgH="228600" progId="Equation.DSMT4">
                  <p:embed/>
                </p:oleObj>
              </mc:Choice>
              <mc:Fallback>
                <p:oleObj r:id="rId7" imgW="508000" imgH="228600" progId="Equation.DSMT4">
                  <p:embed/>
                  <p:pic>
                    <p:nvPicPr>
                      <p:cNvPr id="0" name="Object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1463" y="1155700"/>
                        <a:ext cx="9318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2">
            <a:extLst>
              <a:ext uri="{FF2B5EF4-FFF2-40B4-BE49-F238E27FC236}">
                <a16:creationId xmlns:a16="http://schemas.microsoft.com/office/drawing/2014/main" id="{32D2D9DB-6F87-4980-BD6E-8BF496F7914D}"/>
              </a:ext>
            </a:extLst>
          </p:cNvPr>
          <p:cNvGrpSpPr>
            <a:grpSpLocks/>
          </p:cNvGrpSpPr>
          <p:nvPr/>
        </p:nvGrpSpPr>
        <p:grpSpPr bwMode="auto">
          <a:xfrm>
            <a:off x="5348288" y="4910138"/>
            <a:ext cx="2495550" cy="1684337"/>
            <a:chOff x="762" y="2772"/>
            <a:chExt cx="1952" cy="1277"/>
          </a:xfrm>
        </p:grpSpPr>
        <p:grpSp>
          <p:nvGrpSpPr>
            <p:cNvPr id="46095" name="Group 13">
              <a:extLst>
                <a:ext uri="{FF2B5EF4-FFF2-40B4-BE49-F238E27FC236}">
                  <a16:creationId xmlns:a16="http://schemas.microsoft.com/office/drawing/2014/main" id="{C2BB174C-0FC0-4730-8194-71185ED76387}"/>
                </a:ext>
              </a:extLst>
            </p:cNvPr>
            <p:cNvGrpSpPr>
              <a:grpSpLocks/>
            </p:cNvGrpSpPr>
            <p:nvPr/>
          </p:nvGrpSpPr>
          <p:grpSpPr bwMode="auto">
            <a:xfrm>
              <a:off x="762" y="2772"/>
              <a:ext cx="1952" cy="1212"/>
              <a:chOff x="762" y="2812"/>
              <a:chExt cx="1952" cy="1212"/>
            </a:xfrm>
          </p:grpSpPr>
          <p:grpSp>
            <p:nvGrpSpPr>
              <p:cNvPr id="46097" name="Group 14">
                <a:extLst>
                  <a:ext uri="{FF2B5EF4-FFF2-40B4-BE49-F238E27FC236}">
                    <a16:creationId xmlns:a16="http://schemas.microsoft.com/office/drawing/2014/main" id="{D6856661-8474-409A-945B-6E5D40BE5197}"/>
                  </a:ext>
                </a:extLst>
              </p:cNvPr>
              <p:cNvGrpSpPr>
                <a:grpSpLocks/>
              </p:cNvGrpSpPr>
              <p:nvPr/>
            </p:nvGrpSpPr>
            <p:grpSpPr bwMode="auto">
              <a:xfrm>
                <a:off x="864" y="2880"/>
                <a:ext cx="1802" cy="1004"/>
                <a:chOff x="864" y="2880"/>
                <a:chExt cx="1802" cy="1004"/>
              </a:xfrm>
            </p:grpSpPr>
            <p:sp>
              <p:nvSpPr>
                <p:cNvPr id="46110" name="Freeform 15">
                  <a:extLst>
                    <a:ext uri="{FF2B5EF4-FFF2-40B4-BE49-F238E27FC236}">
                      <a16:creationId xmlns:a16="http://schemas.microsoft.com/office/drawing/2014/main" id="{0CD5D5D8-0B8D-4CBA-BBEC-8D3FA310A357}"/>
                    </a:ext>
                  </a:extLst>
                </p:cNvPr>
                <p:cNvSpPr>
                  <a:spLocks noChangeArrowheads="1"/>
                </p:cNvSpPr>
                <p:nvPr/>
              </p:nvSpPr>
              <p:spPr bwMode="auto">
                <a:xfrm>
                  <a:off x="929" y="2987"/>
                  <a:ext cx="502" cy="880"/>
                </a:xfrm>
                <a:custGeom>
                  <a:avLst/>
                  <a:gdLst>
                    <a:gd name="T0" fmla="*/ 0 w 502"/>
                    <a:gd name="T1" fmla="*/ 0 h 880"/>
                    <a:gd name="T2" fmla="*/ 17 w 502"/>
                    <a:gd name="T3" fmla="*/ 288 h 880"/>
                    <a:gd name="T4" fmla="*/ 41 w 502"/>
                    <a:gd name="T5" fmla="*/ 485 h 880"/>
                    <a:gd name="T6" fmla="*/ 74 w 502"/>
                    <a:gd name="T7" fmla="*/ 600 h 880"/>
                    <a:gd name="T8" fmla="*/ 148 w 502"/>
                    <a:gd name="T9" fmla="*/ 710 h 880"/>
                    <a:gd name="T10" fmla="*/ 231 w 502"/>
                    <a:gd name="T11" fmla="*/ 798 h 880"/>
                    <a:gd name="T12" fmla="*/ 370 w 502"/>
                    <a:gd name="T13" fmla="*/ 856 h 880"/>
                    <a:gd name="T14" fmla="*/ 502 w 502"/>
                    <a:gd name="T15" fmla="*/ 880 h 8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2" h="880">
                      <a:moveTo>
                        <a:pt x="0" y="0"/>
                      </a:moveTo>
                      <a:cubicBezTo>
                        <a:pt x="3" y="48"/>
                        <a:pt x="10" y="207"/>
                        <a:pt x="17" y="288"/>
                      </a:cubicBezTo>
                      <a:cubicBezTo>
                        <a:pt x="24" y="369"/>
                        <a:pt x="32" y="433"/>
                        <a:pt x="41" y="485"/>
                      </a:cubicBezTo>
                      <a:cubicBezTo>
                        <a:pt x="50" y="537"/>
                        <a:pt x="56" y="563"/>
                        <a:pt x="74" y="600"/>
                      </a:cubicBezTo>
                      <a:cubicBezTo>
                        <a:pt x="92" y="637"/>
                        <a:pt x="122" y="677"/>
                        <a:pt x="148" y="710"/>
                      </a:cubicBezTo>
                      <a:cubicBezTo>
                        <a:pt x="174" y="743"/>
                        <a:pt x="194" y="774"/>
                        <a:pt x="231" y="798"/>
                      </a:cubicBezTo>
                      <a:cubicBezTo>
                        <a:pt x="268" y="822"/>
                        <a:pt x="325" y="842"/>
                        <a:pt x="370" y="856"/>
                      </a:cubicBezTo>
                      <a:cubicBezTo>
                        <a:pt x="415" y="870"/>
                        <a:pt x="475" y="875"/>
                        <a:pt x="502" y="880"/>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11" name="Freeform 16">
                  <a:extLst>
                    <a:ext uri="{FF2B5EF4-FFF2-40B4-BE49-F238E27FC236}">
                      <a16:creationId xmlns:a16="http://schemas.microsoft.com/office/drawing/2014/main" id="{5121A980-7DF4-42EE-93C0-F0E881800DE1}"/>
                    </a:ext>
                  </a:extLst>
                </p:cNvPr>
                <p:cNvSpPr>
                  <a:spLocks noChangeArrowheads="1"/>
                </p:cNvSpPr>
                <p:nvPr/>
              </p:nvSpPr>
              <p:spPr bwMode="auto">
                <a:xfrm>
                  <a:off x="864" y="3502"/>
                  <a:ext cx="1325" cy="374"/>
                </a:xfrm>
                <a:custGeom>
                  <a:avLst/>
                  <a:gdLst>
                    <a:gd name="T0" fmla="*/ 0 w 1325"/>
                    <a:gd name="T1" fmla="*/ 374 h 374"/>
                    <a:gd name="T2" fmla="*/ 74 w 1325"/>
                    <a:gd name="T3" fmla="*/ 176 h 374"/>
                    <a:gd name="T4" fmla="*/ 148 w 1325"/>
                    <a:gd name="T5" fmla="*/ 53 h 374"/>
                    <a:gd name="T6" fmla="*/ 255 w 1325"/>
                    <a:gd name="T7" fmla="*/ 3 h 374"/>
                    <a:gd name="T8" fmla="*/ 362 w 1325"/>
                    <a:gd name="T9" fmla="*/ 36 h 374"/>
                    <a:gd name="T10" fmla="*/ 494 w 1325"/>
                    <a:gd name="T11" fmla="*/ 151 h 374"/>
                    <a:gd name="T12" fmla="*/ 691 w 1325"/>
                    <a:gd name="T13" fmla="*/ 258 h 374"/>
                    <a:gd name="T14" fmla="*/ 930 w 1325"/>
                    <a:gd name="T15" fmla="*/ 333 h 374"/>
                    <a:gd name="T16" fmla="*/ 1325 w 1325"/>
                    <a:gd name="T17" fmla="*/ 374 h 3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25" h="374">
                      <a:moveTo>
                        <a:pt x="0" y="374"/>
                      </a:moveTo>
                      <a:cubicBezTo>
                        <a:pt x="12" y="341"/>
                        <a:pt x="49" y="230"/>
                        <a:pt x="74" y="176"/>
                      </a:cubicBezTo>
                      <a:cubicBezTo>
                        <a:pt x="99" y="122"/>
                        <a:pt x="118" y="82"/>
                        <a:pt x="148" y="53"/>
                      </a:cubicBezTo>
                      <a:cubicBezTo>
                        <a:pt x="178" y="24"/>
                        <a:pt x="219" y="6"/>
                        <a:pt x="255" y="3"/>
                      </a:cubicBezTo>
                      <a:cubicBezTo>
                        <a:pt x="291" y="0"/>
                        <a:pt x="322" y="11"/>
                        <a:pt x="362" y="36"/>
                      </a:cubicBezTo>
                      <a:cubicBezTo>
                        <a:pt x="402" y="61"/>
                        <a:pt x="439" y="114"/>
                        <a:pt x="494" y="151"/>
                      </a:cubicBezTo>
                      <a:cubicBezTo>
                        <a:pt x="549" y="188"/>
                        <a:pt x="618" y="228"/>
                        <a:pt x="691" y="258"/>
                      </a:cubicBezTo>
                      <a:cubicBezTo>
                        <a:pt x="764" y="288"/>
                        <a:pt x="824" y="314"/>
                        <a:pt x="930" y="333"/>
                      </a:cubicBezTo>
                      <a:cubicBezTo>
                        <a:pt x="1036" y="352"/>
                        <a:pt x="1243" y="366"/>
                        <a:pt x="1325" y="374"/>
                      </a:cubicBezTo>
                    </a:path>
                  </a:pathLst>
                </a:custGeom>
                <a:noFill/>
                <a:ln w="19050">
                  <a:solidFill>
                    <a:srgbClr val="6666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12" name="Freeform 17">
                  <a:extLst>
                    <a:ext uri="{FF2B5EF4-FFF2-40B4-BE49-F238E27FC236}">
                      <a16:creationId xmlns:a16="http://schemas.microsoft.com/office/drawing/2014/main" id="{5FF39A88-2C96-4C15-A447-0105566AD35D}"/>
                    </a:ext>
                  </a:extLst>
                </p:cNvPr>
                <p:cNvSpPr>
                  <a:spLocks noChangeArrowheads="1"/>
                </p:cNvSpPr>
                <p:nvPr/>
              </p:nvSpPr>
              <p:spPr bwMode="auto">
                <a:xfrm>
                  <a:off x="872" y="3568"/>
                  <a:ext cx="1621" cy="308"/>
                </a:xfrm>
                <a:custGeom>
                  <a:avLst/>
                  <a:gdLst>
                    <a:gd name="T0" fmla="*/ 0 w 1621"/>
                    <a:gd name="T1" fmla="*/ 308 h 308"/>
                    <a:gd name="T2" fmla="*/ 231 w 1621"/>
                    <a:gd name="T3" fmla="*/ 258 h 308"/>
                    <a:gd name="T4" fmla="*/ 403 w 1621"/>
                    <a:gd name="T5" fmla="*/ 168 h 308"/>
                    <a:gd name="T6" fmla="*/ 576 w 1621"/>
                    <a:gd name="T7" fmla="*/ 53 h 308"/>
                    <a:gd name="T8" fmla="*/ 774 w 1621"/>
                    <a:gd name="T9" fmla="*/ 3 h 308"/>
                    <a:gd name="T10" fmla="*/ 905 w 1621"/>
                    <a:gd name="T11" fmla="*/ 36 h 308"/>
                    <a:gd name="T12" fmla="*/ 1144 w 1621"/>
                    <a:gd name="T13" fmla="*/ 143 h 308"/>
                    <a:gd name="T14" fmla="*/ 1333 w 1621"/>
                    <a:gd name="T15" fmla="*/ 217 h 308"/>
                    <a:gd name="T16" fmla="*/ 1490 w 1621"/>
                    <a:gd name="T17" fmla="*/ 258 h 308"/>
                    <a:gd name="T18" fmla="*/ 1621 w 1621"/>
                    <a:gd name="T19" fmla="*/ 283 h 3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1" h="308">
                      <a:moveTo>
                        <a:pt x="0" y="308"/>
                      </a:moveTo>
                      <a:cubicBezTo>
                        <a:pt x="82" y="294"/>
                        <a:pt x="164" y="281"/>
                        <a:pt x="231" y="258"/>
                      </a:cubicBezTo>
                      <a:cubicBezTo>
                        <a:pt x="298" y="235"/>
                        <a:pt x="346" y="202"/>
                        <a:pt x="403" y="168"/>
                      </a:cubicBezTo>
                      <a:cubicBezTo>
                        <a:pt x="460" y="134"/>
                        <a:pt x="514" y="80"/>
                        <a:pt x="576" y="53"/>
                      </a:cubicBezTo>
                      <a:cubicBezTo>
                        <a:pt x="638" y="26"/>
                        <a:pt x="719" y="6"/>
                        <a:pt x="774" y="3"/>
                      </a:cubicBezTo>
                      <a:cubicBezTo>
                        <a:pt x="829" y="0"/>
                        <a:pt x="843" y="13"/>
                        <a:pt x="905" y="36"/>
                      </a:cubicBezTo>
                      <a:cubicBezTo>
                        <a:pt x="967" y="59"/>
                        <a:pt x="1073" y="113"/>
                        <a:pt x="1144" y="143"/>
                      </a:cubicBezTo>
                      <a:cubicBezTo>
                        <a:pt x="1215" y="173"/>
                        <a:pt x="1275" y="198"/>
                        <a:pt x="1333" y="217"/>
                      </a:cubicBezTo>
                      <a:cubicBezTo>
                        <a:pt x="1391" y="236"/>
                        <a:pt x="1442" y="247"/>
                        <a:pt x="1490" y="258"/>
                      </a:cubicBezTo>
                      <a:cubicBezTo>
                        <a:pt x="1538" y="269"/>
                        <a:pt x="1594" y="278"/>
                        <a:pt x="1621" y="283"/>
                      </a:cubicBezTo>
                    </a:path>
                  </a:pathLst>
                </a:custGeom>
                <a:noFill/>
                <a:ln w="19050">
                  <a:solidFill>
                    <a:srgbClr val="0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6113" name="Group 18">
                  <a:extLst>
                    <a:ext uri="{FF2B5EF4-FFF2-40B4-BE49-F238E27FC236}">
                      <a16:creationId xmlns:a16="http://schemas.microsoft.com/office/drawing/2014/main" id="{C769D46E-621A-49C5-8CF6-28A18227179F}"/>
                    </a:ext>
                  </a:extLst>
                </p:cNvPr>
                <p:cNvGrpSpPr>
                  <a:grpSpLocks/>
                </p:cNvGrpSpPr>
                <p:nvPr/>
              </p:nvGrpSpPr>
              <p:grpSpPr bwMode="auto">
                <a:xfrm>
                  <a:off x="872" y="2880"/>
                  <a:ext cx="1794" cy="1004"/>
                  <a:chOff x="872" y="2880"/>
                  <a:chExt cx="1794" cy="1004"/>
                </a:xfrm>
              </p:grpSpPr>
              <p:grpSp>
                <p:nvGrpSpPr>
                  <p:cNvPr id="46114" name="Group 19">
                    <a:extLst>
                      <a:ext uri="{FF2B5EF4-FFF2-40B4-BE49-F238E27FC236}">
                        <a16:creationId xmlns:a16="http://schemas.microsoft.com/office/drawing/2014/main" id="{0C052A63-99D2-43BC-9D4B-6BD9007E3CB5}"/>
                      </a:ext>
                    </a:extLst>
                  </p:cNvPr>
                  <p:cNvGrpSpPr>
                    <a:grpSpLocks/>
                  </p:cNvGrpSpPr>
                  <p:nvPr/>
                </p:nvGrpSpPr>
                <p:grpSpPr bwMode="auto">
                  <a:xfrm>
                    <a:off x="872" y="2880"/>
                    <a:ext cx="34" cy="1004"/>
                    <a:chOff x="872" y="2880"/>
                    <a:chExt cx="34" cy="1004"/>
                  </a:xfrm>
                </p:grpSpPr>
                <p:sp>
                  <p:nvSpPr>
                    <p:cNvPr id="46132" name="Line 20">
                      <a:extLst>
                        <a:ext uri="{FF2B5EF4-FFF2-40B4-BE49-F238E27FC236}">
                          <a16:creationId xmlns:a16="http://schemas.microsoft.com/office/drawing/2014/main" id="{7F5A7B1A-1433-4659-8A77-BAE22F9E151E}"/>
                        </a:ext>
                      </a:extLst>
                    </p:cNvPr>
                    <p:cNvSpPr>
                      <a:spLocks noChangeShapeType="1"/>
                    </p:cNvSpPr>
                    <p:nvPr/>
                  </p:nvSpPr>
                  <p:spPr bwMode="auto">
                    <a:xfrm flipV="1">
                      <a:off x="872" y="2880"/>
                      <a:ext cx="0" cy="1004"/>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33" name="Line 21">
                      <a:extLst>
                        <a:ext uri="{FF2B5EF4-FFF2-40B4-BE49-F238E27FC236}">
                          <a16:creationId xmlns:a16="http://schemas.microsoft.com/office/drawing/2014/main" id="{71100722-C7E7-40A9-93BA-8ADF554D4B8E}"/>
                        </a:ext>
                      </a:extLst>
                    </p:cNvPr>
                    <p:cNvSpPr>
                      <a:spLocks noChangeShapeType="1"/>
                    </p:cNvSpPr>
                    <p:nvPr/>
                  </p:nvSpPr>
                  <p:spPr bwMode="auto">
                    <a:xfrm>
                      <a:off x="873" y="302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4" name="Line 22">
                      <a:extLst>
                        <a:ext uri="{FF2B5EF4-FFF2-40B4-BE49-F238E27FC236}">
                          <a16:creationId xmlns:a16="http://schemas.microsoft.com/office/drawing/2014/main" id="{6D737B63-5C27-4A85-AD0F-3A601954ED68}"/>
                        </a:ext>
                      </a:extLst>
                    </p:cNvPr>
                    <p:cNvSpPr>
                      <a:spLocks noChangeShapeType="1"/>
                    </p:cNvSpPr>
                    <p:nvPr/>
                  </p:nvSpPr>
                  <p:spPr bwMode="auto">
                    <a:xfrm>
                      <a:off x="873" y="3199"/>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5" name="Line 23">
                      <a:extLst>
                        <a:ext uri="{FF2B5EF4-FFF2-40B4-BE49-F238E27FC236}">
                          <a16:creationId xmlns:a16="http://schemas.microsoft.com/office/drawing/2014/main" id="{CA4E8DCA-7A31-4E70-B01C-AF3D21237B52}"/>
                        </a:ext>
                      </a:extLst>
                    </p:cNvPr>
                    <p:cNvSpPr>
                      <a:spLocks noChangeShapeType="1"/>
                    </p:cNvSpPr>
                    <p:nvPr/>
                  </p:nvSpPr>
                  <p:spPr bwMode="auto">
                    <a:xfrm>
                      <a:off x="873" y="338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6" name="Line 24">
                      <a:extLst>
                        <a:ext uri="{FF2B5EF4-FFF2-40B4-BE49-F238E27FC236}">
                          <a16:creationId xmlns:a16="http://schemas.microsoft.com/office/drawing/2014/main" id="{428E6106-3DB5-4BA0-B69F-CDCB4B228707}"/>
                        </a:ext>
                      </a:extLst>
                    </p:cNvPr>
                    <p:cNvSpPr>
                      <a:spLocks noChangeShapeType="1"/>
                    </p:cNvSpPr>
                    <p:nvPr/>
                  </p:nvSpPr>
                  <p:spPr bwMode="auto">
                    <a:xfrm>
                      <a:off x="873" y="3567"/>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7" name="Line 25">
                      <a:extLst>
                        <a:ext uri="{FF2B5EF4-FFF2-40B4-BE49-F238E27FC236}">
                          <a16:creationId xmlns:a16="http://schemas.microsoft.com/office/drawing/2014/main" id="{DFB4C1DA-B7B4-4D33-9455-68B3E78A262D}"/>
                        </a:ext>
                      </a:extLst>
                    </p:cNvPr>
                    <p:cNvSpPr>
                      <a:spLocks noChangeShapeType="1"/>
                    </p:cNvSpPr>
                    <p:nvPr/>
                  </p:nvSpPr>
                  <p:spPr bwMode="auto">
                    <a:xfrm>
                      <a:off x="873" y="3735"/>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6115" name="Group 26">
                    <a:extLst>
                      <a:ext uri="{FF2B5EF4-FFF2-40B4-BE49-F238E27FC236}">
                        <a16:creationId xmlns:a16="http://schemas.microsoft.com/office/drawing/2014/main" id="{83C5E787-C862-42EF-8244-512BF4744E83}"/>
                      </a:ext>
                    </a:extLst>
                  </p:cNvPr>
                  <p:cNvGrpSpPr>
                    <a:grpSpLocks/>
                  </p:cNvGrpSpPr>
                  <p:nvPr/>
                </p:nvGrpSpPr>
                <p:grpSpPr bwMode="auto">
                  <a:xfrm>
                    <a:off x="872" y="3846"/>
                    <a:ext cx="1794" cy="38"/>
                    <a:chOff x="872" y="3846"/>
                    <a:chExt cx="1794" cy="38"/>
                  </a:xfrm>
                </p:grpSpPr>
                <p:sp>
                  <p:nvSpPr>
                    <p:cNvPr id="46116" name="Line 27">
                      <a:extLst>
                        <a:ext uri="{FF2B5EF4-FFF2-40B4-BE49-F238E27FC236}">
                          <a16:creationId xmlns:a16="http://schemas.microsoft.com/office/drawing/2014/main" id="{85D6A53F-BF88-4036-8FC6-3A2150EC8120}"/>
                        </a:ext>
                      </a:extLst>
                    </p:cNvPr>
                    <p:cNvSpPr>
                      <a:spLocks noChangeShapeType="1"/>
                    </p:cNvSpPr>
                    <p:nvPr/>
                  </p:nvSpPr>
                  <p:spPr bwMode="auto">
                    <a:xfrm>
                      <a:off x="872" y="3884"/>
                      <a:ext cx="1794" cy="0"/>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17" name="Line 28">
                      <a:extLst>
                        <a:ext uri="{FF2B5EF4-FFF2-40B4-BE49-F238E27FC236}">
                          <a16:creationId xmlns:a16="http://schemas.microsoft.com/office/drawing/2014/main" id="{38E9D36F-5BEF-4B45-92F4-4A97448DA992}"/>
                        </a:ext>
                      </a:extLst>
                    </p:cNvPr>
                    <p:cNvSpPr>
                      <a:spLocks noChangeShapeType="1"/>
                    </p:cNvSpPr>
                    <p:nvPr/>
                  </p:nvSpPr>
                  <p:spPr bwMode="auto">
                    <a:xfrm rot="-5400000">
                      <a:off x="943"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8" name="Line 29">
                      <a:extLst>
                        <a:ext uri="{FF2B5EF4-FFF2-40B4-BE49-F238E27FC236}">
                          <a16:creationId xmlns:a16="http://schemas.microsoft.com/office/drawing/2014/main" id="{962306C9-7298-4301-92A4-DC35B9654795}"/>
                        </a:ext>
                      </a:extLst>
                    </p:cNvPr>
                    <p:cNvSpPr>
                      <a:spLocks noChangeShapeType="1"/>
                    </p:cNvSpPr>
                    <p:nvPr/>
                  </p:nvSpPr>
                  <p:spPr bwMode="auto">
                    <a:xfrm rot="-5400000">
                      <a:off x="1055"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9" name="Line 30">
                      <a:extLst>
                        <a:ext uri="{FF2B5EF4-FFF2-40B4-BE49-F238E27FC236}">
                          <a16:creationId xmlns:a16="http://schemas.microsoft.com/office/drawing/2014/main" id="{8CCC080C-4353-4C9D-B1CF-48F189E91CBE}"/>
                        </a:ext>
                      </a:extLst>
                    </p:cNvPr>
                    <p:cNvSpPr>
                      <a:spLocks noChangeShapeType="1"/>
                    </p:cNvSpPr>
                    <p:nvPr/>
                  </p:nvSpPr>
                  <p:spPr bwMode="auto">
                    <a:xfrm rot="-5400000">
                      <a:off x="1167"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0" name="Line 31">
                      <a:extLst>
                        <a:ext uri="{FF2B5EF4-FFF2-40B4-BE49-F238E27FC236}">
                          <a16:creationId xmlns:a16="http://schemas.microsoft.com/office/drawing/2014/main" id="{81537479-0D75-4F07-ADC8-D2E0B865E2DB}"/>
                        </a:ext>
                      </a:extLst>
                    </p:cNvPr>
                    <p:cNvSpPr>
                      <a:spLocks noChangeShapeType="1"/>
                    </p:cNvSpPr>
                    <p:nvPr/>
                  </p:nvSpPr>
                  <p:spPr bwMode="auto">
                    <a:xfrm rot="-5400000">
                      <a:off x="1279"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1" name="Line 32">
                      <a:extLst>
                        <a:ext uri="{FF2B5EF4-FFF2-40B4-BE49-F238E27FC236}">
                          <a16:creationId xmlns:a16="http://schemas.microsoft.com/office/drawing/2014/main" id="{417A730C-81D3-44E8-B3EA-3BE33F33D91E}"/>
                        </a:ext>
                      </a:extLst>
                    </p:cNvPr>
                    <p:cNvSpPr>
                      <a:spLocks noChangeShapeType="1"/>
                    </p:cNvSpPr>
                    <p:nvPr/>
                  </p:nvSpPr>
                  <p:spPr bwMode="auto">
                    <a:xfrm rot="-5400000">
                      <a:off x="1383"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2" name="Line 33">
                      <a:extLst>
                        <a:ext uri="{FF2B5EF4-FFF2-40B4-BE49-F238E27FC236}">
                          <a16:creationId xmlns:a16="http://schemas.microsoft.com/office/drawing/2014/main" id="{FA6352B4-51A3-44C2-8581-4344E090792F}"/>
                        </a:ext>
                      </a:extLst>
                    </p:cNvPr>
                    <p:cNvSpPr>
                      <a:spLocks noChangeShapeType="1"/>
                    </p:cNvSpPr>
                    <p:nvPr/>
                  </p:nvSpPr>
                  <p:spPr bwMode="auto">
                    <a:xfrm rot="-5400000">
                      <a:off x="1479"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3" name="Line 34">
                      <a:extLst>
                        <a:ext uri="{FF2B5EF4-FFF2-40B4-BE49-F238E27FC236}">
                          <a16:creationId xmlns:a16="http://schemas.microsoft.com/office/drawing/2014/main" id="{A1C0DBAC-533E-4194-B891-628C17C80FCB}"/>
                        </a:ext>
                      </a:extLst>
                    </p:cNvPr>
                    <p:cNvSpPr>
                      <a:spLocks noChangeShapeType="1"/>
                    </p:cNvSpPr>
                    <p:nvPr/>
                  </p:nvSpPr>
                  <p:spPr bwMode="auto">
                    <a:xfrm rot="-5400000">
                      <a:off x="1583"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4" name="Line 35">
                      <a:extLst>
                        <a:ext uri="{FF2B5EF4-FFF2-40B4-BE49-F238E27FC236}">
                          <a16:creationId xmlns:a16="http://schemas.microsoft.com/office/drawing/2014/main" id="{23985100-8868-4223-8C4D-DFB4A745C4FB}"/>
                        </a:ext>
                      </a:extLst>
                    </p:cNvPr>
                    <p:cNvSpPr>
                      <a:spLocks noChangeShapeType="1"/>
                    </p:cNvSpPr>
                    <p:nvPr/>
                  </p:nvSpPr>
                  <p:spPr bwMode="auto">
                    <a:xfrm rot="-5400000">
                      <a:off x="1695"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5" name="Line 36">
                      <a:extLst>
                        <a:ext uri="{FF2B5EF4-FFF2-40B4-BE49-F238E27FC236}">
                          <a16:creationId xmlns:a16="http://schemas.microsoft.com/office/drawing/2014/main" id="{63B5873F-F001-463C-AEF8-CD828F8462B2}"/>
                        </a:ext>
                      </a:extLst>
                    </p:cNvPr>
                    <p:cNvSpPr>
                      <a:spLocks noChangeShapeType="1"/>
                    </p:cNvSpPr>
                    <p:nvPr/>
                  </p:nvSpPr>
                  <p:spPr bwMode="auto">
                    <a:xfrm rot="-5400000">
                      <a:off x="1807"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6" name="Line 37">
                      <a:extLst>
                        <a:ext uri="{FF2B5EF4-FFF2-40B4-BE49-F238E27FC236}">
                          <a16:creationId xmlns:a16="http://schemas.microsoft.com/office/drawing/2014/main" id="{0667FEC7-1ED0-4370-98E3-95823AFB7D61}"/>
                        </a:ext>
                      </a:extLst>
                    </p:cNvPr>
                    <p:cNvSpPr>
                      <a:spLocks noChangeShapeType="1"/>
                    </p:cNvSpPr>
                    <p:nvPr/>
                  </p:nvSpPr>
                  <p:spPr bwMode="auto">
                    <a:xfrm rot="-5400000">
                      <a:off x="1919"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7" name="Line 38">
                      <a:extLst>
                        <a:ext uri="{FF2B5EF4-FFF2-40B4-BE49-F238E27FC236}">
                          <a16:creationId xmlns:a16="http://schemas.microsoft.com/office/drawing/2014/main" id="{C0FE09BC-82B0-4B5F-9A33-400FC6192E9B}"/>
                        </a:ext>
                      </a:extLst>
                    </p:cNvPr>
                    <p:cNvSpPr>
                      <a:spLocks noChangeShapeType="1"/>
                    </p:cNvSpPr>
                    <p:nvPr/>
                  </p:nvSpPr>
                  <p:spPr bwMode="auto">
                    <a:xfrm rot="-5400000">
                      <a:off x="2023"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8" name="Line 39">
                      <a:extLst>
                        <a:ext uri="{FF2B5EF4-FFF2-40B4-BE49-F238E27FC236}">
                          <a16:creationId xmlns:a16="http://schemas.microsoft.com/office/drawing/2014/main" id="{2F7C13FF-0B93-420C-8A8A-9778A67042EF}"/>
                        </a:ext>
                      </a:extLst>
                    </p:cNvPr>
                    <p:cNvSpPr>
                      <a:spLocks noChangeShapeType="1"/>
                    </p:cNvSpPr>
                    <p:nvPr/>
                  </p:nvSpPr>
                  <p:spPr bwMode="auto">
                    <a:xfrm rot="-5400000">
                      <a:off x="2119"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9" name="Line 40">
                      <a:extLst>
                        <a:ext uri="{FF2B5EF4-FFF2-40B4-BE49-F238E27FC236}">
                          <a16:creationId xmlns:a16="http://schemas.microsoft.com/office/drawing/2014/main" id="{1DAAF91A-70FF-4E04-AEAA-C916FF730BBA}"/>
                        </a:ext>
                      </a:extLst>
                    </p:cNvPr>
                    <p:cNvSpPr>
                      <a:spLocks noChangeShapeType="1"/>
                    </p:cNvSpPr>
                    <p:nvPr/>
                  </p:nvSpPr>
                  <p:spPr bwMode="auto">
                    <a:xfrm rot="-5400000">
                      <a:off x="2223"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0" name="Line 41">
                      <a:extLst>
                        <a:ext uri="{FF2B5EF4-FFF2-40B4-BE49-F238E27FC236}">
                          <a16:creationId xmlns:a16="http://schemas.microsoft.com/office/drawing/2014/main" id="{EF140083-3177-4AF2-8876-9EAA388C79D1}"/>
                        </a:ext>
                      </a:extLst>
                    </p:cNvPr>
                    <p:cNvSpPr>
                      <a:spLocks noChangeShapeType="1"/>
                    </p:cNvSpPr>
                    <p:nvPr/>
                  </p:nvSpPr>
                  <p:spPr bwMode="auto">
                    <a:xfrm rot="-5400000">
                      <a:off x="2335"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1" name="Line 42">
                      <a:extLst>
                        <a:ext uri="{FF2B5EF4-FFF2-40B4-BE49-F238E27FC236}">
                          <a16:creationId xmlns:a16="http://schemas.microsoft.com/office/drawing/2014/main" id="{D8A644C4-DD0E-4243-B871-CA8BEA8286B8}"/>
                        </a:ext>
                      </a:extLst>
                    </p:cNvPr>
                    <p:cNvSpPr>
                      <a:spLocks noChangeShapeType="1"/>
                    </p:cNvSpPr>
                    <p:nvPr/>
                  </p:nvSpPr>
                  <p:spPr bwMode="auto">
                    <a:xfrm rot="-5400000">
                      <a:off x="2447" y="3853"/>
                      <a:ext cx="33" cy="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aphicFrame>
            <p:nvGraphicFramePr>
              <p:cNvPr id="46098" name="Object 43">
                <a:extLst>
                  <a:ext uri="{FF2B5EF4-FFF2-40B4-BE49-F238E27FC236}">
                    <a16:creationId xmlns:a16="http://schemas.microsoft.com/office/drawing/2014/main" id="{D2086634-5C33-4500-B721-84DA6D9BCF5A}"/>
                  </a:ext>
                </a:extLst>
              </p:cNvPr>
              <p:cNvGraphicFramePr>
                <a:graphicFrameLocks/>
              </p:cNvGraphicFramePr>
              <p:nvPr/>
            </p:nvGraphicFramePr>
            <p:xfrm>
              <a:off x="2601" y="3900"/>
              <a:ext cx="113" cy="124"/>
            </p:xfrm>
            <a:graphic>
              <a:graphicData uri="http://schemas.openxmlformats.org/presentationml/2006/ole">
                <mc:AlternateContent xmlns:mc="http://schemas.openxmlformats.org/markup-compatibility/2006">
                  <mc:Choice xmlns:v="urn:schemas-microsoft-com:vml" Requires="v">
                    <p:oleObj spid="_x0000_s46191" r:id="rId9" imgW="126725" imgH="139397" progId="Equation.DSMT4">
                      <p:embed/>
                    </p:oleObj>
                  </mc:Choice>
                  <mc:Fallback>
                    <p:oleObj r:id="rId9" imgW="126725" imgH="139397" progId="Equation.DSMT4">
                      <p:embed/>
                      <p:pic>
                        <p:nvPicPr>
                          <p:cNvPr id="0" name="Object 4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01" y="3900"/>
                            <a:ext cx="113"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99" name="Object 44">
                <a:extLst>
                  <a:ext uri="{FF2B5EF4-FFF2-40B4-BE49-F238E27FC236}">
                    <a16:creationId xmlns:a16="http://schemas.microsoft.com/office/drawing/2014/main" id="{E58397AE-3058-4904-85A9-8B659EDCB480}"/>
                  </a:ext>
                </a:extLst>
              </p:cNvPr>
              <p:cNvGraphicFramePr>
                <a:graphicFrameLocks/>
              </p:cNvGraphicFramePr>
              <p:nvPr/>
            </p:nvGraphicFramePr>
            <p:xfrm>
              <a:off x="885" y="2812"/>
              <a:ext cx="305" cy="181"/>
            </p:xfrm>
            <a:graphic>
              <a:graphicData uri="http://schemas.openxmlformats.org/presentationml/2006/ole">
                <mc:AlternateContent xmlns:mc="http://schemas.openxmlformats.org/markup-compatibility/2006">
                  <mc:Choice xmlns:v="urn:schemas-microsoft-com:vml" Requires="v">
                    <p:oleObj spid="_x0000_s46192" r:id="rId11" imgW="342603" imgH="203024" progId="Equation.DSMT4">
                      <p:embed/>
                    </p:oleObj>
                  </mc:Choice>
                  <mc:Fallback>
                    <p:oleObj r:id="rId11" imgW="342603" imgH="203024" progId="Equation.DSMT4">
                      <p:embed/>
                      <p:pic>
                        <p:nvPicPr>
                          <p:cNvPr id="0" name="Object 4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5" y="2812"/>
                            <a:ext cx="30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100" name="Object 45">
                <a:extLst>
                  <a:ext uri="{FF2B5EF4-FFF2-40B4-BE49-F238E27FC236}">
                    <a16:creationId xmlns:a16="http://schemas.microsoft.com/office/drawing/2014/main" id="{5CC6727D-0A5F-4720-9590-6CD414D31A7E}"/>
                  </a:ext>
                </a:extLst>
              </p:cNvPr>
              <p:cNvGraphicFramePr>
                <a:graphicFrameLocks/>
              </p:cNvGraphicFramePr>
              <p:nvPr/>
            </p:nvGraphicFramePr>
            <p:xfrm>
              <a:off x="762" y="3811"/>
              <a:ext cx="113" cy="158"/>
            </p:xfrm>
            <a:graphic>
              <a:graphicData uri="http://schemas.openxmlformats.org/presentationml/2006/ole">
                <mc:AlternateContent xmlns:mc="http://schemas.openxmlformats.org/markup-compatibility/2006">
                  <mc:Choice xmlns:v="urn:schemas-microsoft-com:vml" Requires="v">
                    <p:oleObj spid="_x0000_s46193" r:id="rId13" imgW="126725" imgH="177415" progId="Equation.DSMT4">
                      <p:embed/>
                    </p:oleObj>
                  </mc:Choice>
                  <mc:Fallback>
                    <p:oleObj r:id="rId13" imgW="126725" imgH="177415" progId="Equation.DSMT4">
                      <p:embed/>
                      <p:pic>
                        <p:nvPicPr>
                          <p:cNvPr id="0" name="Object 4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2" y="3811"/>
                            <a:ext cx="11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6101" name="Group 46">
                <a:extLst>
                  <a:ext uri="{FF2B5EF4-FFF2-40B4-BE49-F238E27FC236}">
                    <a16:creationId xmlns:a16="http://schemas.microsoft.com/office/drawing/2014/main" id="{D605C672-9466-4329-9704-8E3860538026}"/>
                  </a:ext>
                </a:extLst>
              </p:cNvPr>
              <p:cNvGrpSpPr>
                <a:grpSpLocks/>
              </p:cNvGrpSpPr>
              <p:nvPr/>
            </p:nvGrpSpPr>
            <p:grpSpPr bwMode="auto">
              <a:xfrm>
                <a:off x="1780" y="3403"/>
                <a:ext cx="460" cy="218"/>
                <a:chOff x="1780" y="3403"/>
                <a:chExt cx="460" cy="218"/>
              </a:xfrm>
            </p:grpSpPr>
            <p:graphicFrame>
              <p:nvGraphicFramePr>
                <p:cNvPr id="46108" name="Object 47">
                  <a:extLst>
                    <a:ext uri="{FF2B5EF4-FFF2-40B4-BE49-F238E27FC236}">
                      <a16:creationId xmlns:a16="http://schemas.microsoft.com/office/drawing/2014/main" id="{03D14FC0-0400-4945-81EB-AAFA978E752A}"/>
                    </a:ext>
                  </a:extLst>
                </p:cNvPr>
                <p:cNvGraphicFramePr>
                  <a:graphicFrameLocks/>
                </p:cNvGraphicFramePr>
                <p:nvPr/>
              </p:nvGraphicFramePr>
              <p:xfrm>
                <a:off x="1867" y="3403"/>
                <a:ext cx="373" cy="158"/>
              </p:xfrm>
              <a:graphic>
                <a:graphicData uri="http://schemas.openxmlformats.org/presentationml/2006/ole">
                  <mc:AlternateContent xmlns:mc="http://schemas.openxmlformats.org/markup-compatibility/2006">
                    <mc:Choice xmlns:v="urn:schemas-microsoft-com:vml" Requires="v">
                      <p:oleObj spid="_x0000_s46194" r:id="rId15" imgW="418374" imgH="177492" progId="Equation.DSMT4">
                        <p:embed/>
                      </p:oleObj>
                    </mc:Choice>
                    <mc:Fallback>
                      <p:oleObj r:id="rId15" imgW="418374" imgH="177492" progId="Equation.DSMT4">
                        <p:embed/>
                        <p:pic>
                          <p:nvPicPr>
                            <p:cNvPr id="0" name="Object 4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67" y="3403"/>
                              <a:ext cx="37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09" name="Line 48">
                  <a:extLst>
                    <a:ext uri="{FF2B5EF4-FFF2-40B4-BE49-F238E27FC236}">
                      <a16:creationId xmlns:a16="http://schemas.microsoft.com/office/drawing/2014/main" id="{6C566BC0-7F08-42A4-BEEF-FC33FBAEFD0B}"/>
                    </a:ext>
                  </a:extLst>
                </p:cNvPr>
                <p:cNvSpPr>
                  <a:spLocks noChangeShapeType="1"/>
                </p:cNvSpPr>
                <p:nvPr/>
              </p:nvSpPr>
              <p:spPr bwMode="auto">
                <a:xfrm flipH="1">
                  <a:off x="1780" y="3531"/>
                  <a:ext cx="90" cy="9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6102" name="Group 49">
                <a:extLst>
                  <a:ext uri="{FF2B5EF4-FFF2-40B4-BE49-F238E27FC236}">
                    <a16:creationId xmlns:a16="http://schemas.microsoft.com/office/drawing/2014/main" id="{AF1EBAF7-2FF9-4798-8B40-A78C06E9F342}"/>
                  </a:ext>
                </a:extLst>
              </p:cNvPr>
              <p:cNvGrpSpPr>
                <a:grpSpLocks/>
              </p:cNvGrpSpPr>
              <p:nvPr/>
            </p:nvGrpSpPr>
            <p:grpSpPr bwMode="auto">
              <a:xfrm>
                <a:off x="946" y="3020"/>
                <a:ext cx="425" cy="247"/>
                <a:chOff x="946" y="3020"/>
                <a:chExt cx="425" cy="247"/>
              </a:xfrm>
            </p:grpSpPr>
            <p:graphicFrame>
              <p:nvGraphicFramePr>
                <p:cNvPr id="46106" name="Object 50">
                  <a:extLst>
                    <a:ext uri="{FF2B5EF4-FFF2-40B4-BE49-F238E27FC236}">
                      <a16:creationId xmlns:a16="http://schemas.microsoft.com/office/drawing/2014/main" id="{985816AA-B2B0-49A9-8D10-12AA5A517208}"/>
                    </a:ext>
                  </a:extLst>
                </p:cNvPr>
                <p:cNvGraphicFramePr>
                  <a:graphicFrameLocks/>
                </p:cNvGraphicFramePr>
                <p:nvPr/>
              </p:nvGraphicFramePr>
              <p:xfrm>
                <a:off x="1078" y="3020"/>
                <a:ext cx="293" cy="158"/>
              </p:xfrm>
              <a:graphic>
                <a:graphicData uri="http://schemas.openxmlformats.org/presentationml/2006/ole">
                  <mc:AlternateContent xmlns:mc="http://schemas.openxmlformats.org/markup-compatibility/2006">
                    <mc:Choice xmlns:v="urn:schemas-microsoft-com:vml" Requires="v">
                      <p:oleObj spid="_x0000_s46195" r:id="rId17" imgW="329628" imgH="177492" progId="Equation.DSMT4">
                        <p:embed/>
                      </p:oleObj>
                    </mc:Choice>
                    <mc:Fallback>
                      <p:oleObj r:id="rId17" imgW="329628" imgH="177492" progId="Equation.DSMT4">
                        <p:embed/>
                        <p:pic>
                          <p:nvPicPr>
                            <p:cNvPr id="0" name="Object 5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78" y="3020"/>
                              <a:ext cx="29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07" name="Line 51">
                  <a:extLst>
                    <a:ext uri="{FF2B5EF4-FFF2-40B4-BE49-F238E27FC236}">
                      <a16:creationId xmlns:a16="http://schemas.microsoft.com/office/drawing/2014/main" id="{B4159C2D-B417-473D-80C0-5848BA20AA30}"/>
                    </a:ext>
                  </a:extLst>
                </p:cNvPr>
                <p:cNvSpPr>
                  <a:spLocks noChangeShapeType="1"/>
                </p:cNvSpPr>
                <p:nvPr/>
              </p:nvSpPr>
              <p:spPr bwMode="auto">
                <a:xfrm flipH="1">
                  <a:off x="946" y="3135"/>
                  <a:ext cx="140" cy="13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6103" name="Group 52">
                <a:extLst>
                  <a:ext uri="{FF2B5EF4-FFF2-40B4-BE49-F238E27FC236}">
                    <a16:creationId xmlns:a16="http://schemas.microsoft.com/office/drawing/2014/main" id="{AFB53B80-0778-4B68-987C-5E40E15E8485}"/>
                  </a:ext>
                </a:extLst>
              </p:cNvPr>
              <p:cNvGrpSpPr>
                <a:grpSpLocks/>
              </p:cNvGrpSpPr>
              <p:nvPr/>
            </p:nvGrpSpPr>
            <p:grpSpPr bwMode="auto">
              <a:xfrm>
                <a:off x="1234" y="3304"/>
                <a:ext cx="419" cy="251"/>
                <a:chOff x="1234" y="3304"/>
                <a:chExt cx="419" cy="251"/>
              </a:xfrm>
            </p:grpSpPr>
            <p:graphicFrame>
              <p:nvGraphicFramePr>
                <p:cNvPr id="46104" name="Object 53">
                  <a:extLst>
                    <a:ext uri="{FF2B5EF4-FFF2-40B4-BE49-F238E27FC236}">
                      <a16:creationId xmlns:a16="http://schemas.microsoft.com/office/drawing/2014/main" id="{5AC75AF9-6095-47AB-B299-BF13DECD0149}"/>
                    </a:ext>
                  </a:extLst>
                </p:cNvPr>
                <p:cNvGraphicFramePr>
                  <a:graphicFrameLocks/>
                </p:cNvGraphicFramePr>
                <p:nvPr/>
              </p:nvGraphicFramePr>
              <p:xfrm>
                <a:off x="1337" y="3304"/>
                <a:ext cx="316" cy="158"/>
              </p:xfrm>
              <a:graphic>
                <a:graphicData uri="http://schemas.openxmlformats.org/presentationml/2006/ole">
                  <mc:AlternateContent xmlns:mc="http://schemas.openxmlformats.org/markup-compatibility/2006">
                    <mc:Choice xmlns:v="urn:schemas-microsoft-com:vml" Requires="v">
                      <p:oleObj spid="_x0000_s46196" r:id="rId19" imgW="354984" imgH="177492" progId="Equation.DSMT4">
                        <p:embed/>
                      </p:oleObj>
                    </mc:Choice>
                    <mc:Fallback>
                      <p:oleObj r:id="rId19" imgW="354984" imgH="177492" progId="Equation.DSMT4">
                        <p:embed/>
                        <p:pic>
                          <p:nvPicPr>
                            <p:cNvPr id="0" name="Object 53"/>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37" y="3304"/>
                              <a:ext cx="316"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05" name="Line 54">
                  <a:extLst>
                    <a:ext uri="{FF2B5EF4-FFF2-40B4-BE49-F238E27FC236}">
                      <a16:creationId xmlns:a16="http://schemas.microsoft.com/office/drawing/2014/main" id="{5FFE5C1B-95C3-4A85-B829-C24100B2242A}"/>
                    </a:ext>
                  </a:extLst>
                </p:cNvPr>
                <p:cNvSpPr>
                  <a:spLocks noChangeShapeType="1"/>
                </p:cNvSpPr>
                <p:nvPr/>
              </p:nvSpPr>
              <p:spPr bwMode="auto">
                <a:xfrm flipH="1">
                  <a:off x="1234" y="3456"/>
                  <a:ext cx="99" cy="99"/>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46096" name="Object 55">
              <a:extLst>
                <a:ext uri="{FF2B5EF4-FFF2-40B4-BE49-F238E27FC236}">
                  <a16:creationId xmlns:a16="http://schemas.microsoft.com/office/drawing/2014/main" id="{A562372A-1F6E-4871-A7CE-FB00DAC2A915}"/>
                </a:ext>
              </a:extLst>
            </p:cNvPr>
            <p:cNvGraphicFramePr>
              <a:graphicFrameLocks/>
            </p:cNvGraphicFramePr>
            <p:nvPr/>
          </p:nvGraphicFramePr>
          <p:xfrm>
            <a:off x="1039" y="3905"/>
            <a:ext cx="992" cy="144"/>
          </p:xfrm>
          <a:graphic>
            <a:graphicData uri="http://schemas.openxmlformats.org/presentationml/2006/ole">
              <mc:AlternateContent xmlns:mc="http://schemas.openxmlformats.org/markup-compatibility/2006">
                <mc:Choice xmlns:v="urn:schemas-microsoft-com:vml" Requires="v">
                  <p:oleObj spid="_x0000_s46197" r:id="rId21" imgW="1574800" imgH="228600" progId="Equation.DSMT4">
                    <p:embed/>
                  </p:oleObj>
                </mc:Choice>
                <mc:Fallback>
                  <p:oleObj r:id="rId21" imgW="1574800" imgH="228600" progId="Equation.DSMT4">
                    <p:embed/>
                    <p:pic>
                      <p:nvPicPr>
                        <p:cNvPr id="0" name="Object 55"/>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39" y="3905"/>
                          <a:ext cx="9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6091" name="矩形 53">
            <a:extLst>
              <a:ext uri="{FF2B5EF4-FFF2-40B4-BE49-F238E27FC236}">
                <a16:creationId xmlns:a16="http://schemas.microsoft.com/office/drawing/2014/main" id="{64B1CFB7-8C7C-46A2-B328-0EDBD7B0ABD2}"/>
              </a:ext>
            </a:extLst>
          </p:cNvPr>
          <p:cNvSpPr>
            <a:spLocks noChangeArrowheads="1"/>
          </p:cNvSpPr>
          <p:nvPr/>
        </p:nvSpPr>
        <p:spPr bwMode="auto">
          <a:xfrm>
            <a:off x="2624138" y="1117600"/>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spcBef>
                <a:spcPct val="0"/>
              </a:spcBef>
              <a:buFontTx/>
              <a:buNone/>
            </a:pPr>
            <a:r>
              <a:rPr lang="zh-CN" altLang="en-US" sz="2400" b="1">
                <a:solidFill>
                  <a:srgbClr val="222222"/>
                </a:solidFill>
                <a:latin typeface="Arial" panose="020B0604020202020204" pitchFamily="34" charset="0"/>
                <a:ea typeface="宋体" panose="02010600030101010101" pitchFamily="2" charset="-122"/>
              </a:rPr>
              <a:t>卡方分布</a:t>
            </a:r>
            <a:endParaRPr lang="zh-CN" altLang="en-US" sz="2400">
              <a:solidFill>
                <a:srgbClr val="000066"/>
              </a:solidFill>
              <a:latin typeface="Arial" panose="020B0604020202020204" pitchFamily="34" charset="0"/>
              <a:ea typeface="宋体" panose="02010600030101010101" pitchFamily="2" charset="-122"/>
            </a:endParaRPr>
          </a:p>
        </p:txBody>
      </p:sp>
      <p:sp>
        <p:nvSpPr>
          <p:cNvPr id="55" name="矩形 54">
            <a:extLst>
              <a:ext uri="{FF2B5EF4-FFF2-40B4-BE49-F238E27FC236}">
                <a16:creationId xmlns:a16="http://schemas.microsoft.com/office/drawing/2014/main" id="{80B4A365-0709-4B7A-845F-952414D37E86}"/>
              </a:ext>
            </a:extLst>
          </p:cNvPr>
          <p:cNvSpPr/>
          <p:nvPr/>
        </p:nvSpPr>
        <p:spPr>
          <a:xfrm>
            <a:off x="1422400" y="866775"/>
            <a:ext cx="958850" cy="338138"/>
          </a:xfrm>
          <a:prstGeom prst="rect">
            <a:avLst/>
          </a:prstGeom>
        </p:spPr>
        <p:txBody>
          <a:bodyPr wrap="none">
            <a:spAutoFit/>
          </a:bodyPr>
          <a:lstStyle/>
          <a:p>
            <a:pPr>
              <a:defRPr/>
            </a:pPr>
            <a:r>
              <a:rPr lang="en-US" altLang="zh-CN" sz="1600" dirty="0">
                <a:solidFill>
                  <a:schemeClr val="bg1">
                    <a:lumMod val="50000"/>
                  </a:schemeClr>
                </a:solidFill>
              </a:rPr>
              <a:t>Chi </a:t>
            </a:r>
            <a:r>
              <a:rPr lang="en-US" altLang="zh-CN" sz="1600" dirty="0">
                <a:solidFill>
                  <a:schemeClr val="bg1">
                    <a:lumMod val="50000"/>
                  </a:schemeClr>
                </a:solidFill>
                <a:latin typeface="Charis SIL"/>
              </a:rPr>
              <a:t>/</a:t>
            </a:r>
            <a:r>
              <a:rPr lang="en-US" altLang="zh-CN" sz="1600" dirty="0" err="1">
                <a:solidFill>
                  <a:schemeClr val="bg1">
                    <a:lumMod val="50000"/>
                  </a:schemeClr>
                </a:solidFill>
                <a:latin typeface="Charis SIL"/>
              </a:rPr>
              <a:t>kh</a:t>
            </a:r>
            <a:r>
              <a:rPr lang="en-US" altLang="zh-CN" sz="1600" dirty="0">
                <a:solidFill>
                  <a:schemeClr val="bg1">
                    <a:lumMod val="50000"/>
                  </a:schemeClr>
                </a:solidFill>
                <a:latin typeface="Charis SIL"/>
              </a:rPr>
              <a:t>/</a:t>
            </a:r>
            <a:endParaRPr lang="zh-CN" altLang="en-US" sz="1600" dirty="0">
              <a:solidFill>
                <a:schemeClr val="bg1">
                  <a:lumMod val="50000"/>
                </a:schemeClr>
              </a:solidFill>
            </a:endParaRPr>
          </a:p>
        </p:txBody>
      </p:sp>
      <p:sp>
        <p:nvSpPr>
          <p:cNvPr id="3" name="矩形 2">
            <a:extLst>
              <a:ext uri="{FF2B5EF4-FFF2-40B4-BE49-F238E27FC236}">
                <a16:creationId xmlns:a16="http://schemas.microsoft.com/office/drawing/2014/main" id="{93EDAE46-BA50-4610-8112-DC23A1650340}"/>
              </a:ext>
            </a:extLst>
          </p:cNvPr>
          <p:cNvSpPr/>
          <p:nvPr/>
        </p:nvSpPr>
        <p:spPr>
          <a:xfrm>
            <a:off x="2008188" y="5059363"/>
            <a:ext cx="684212" cy="261937"/>
          </a:xfrm>
          <a:prstGeom prst="rect">
            <a:avLst/>
          </a:prstGeom>
        </p:spPr>
        <p:txBody>
          <a:bodyPr wrap="none">
            <a:spAutoFit/>
          </a:bodyPr>
          <a:lstStyle/>
          <a:p>
            <a:pPr>
              <a:defRPr/>
            </a:pPr>
            <a:r>
              <a:rPr lang="en-US" altLang="zh-CN" sz="1100" dirty="0">
                <a:solidFill>
                  <a:schemeClr val="bg1">
                    <a:lumMod val="50000"/>
                  </a:schemeClr>
                </a:solidFill>
              </a:rPr>
              <a:t>Gamma</a:t>
            </a:r>
            <a:endParaRPr lang="zh-CN" altLang="en-US" sz="1400" dirty="0">
              <a:solidFill>
                <a:schemeClr val="bg1">
                  <a:lumMod val="50000"/>
                </a:schemeClr>
              </a:solidFill>
            </a:endParaRPr>
          </a:p>
        </p:txBody>
      </p:sp>
      <p:sp>
        <p:nvSpPr>
          <p:cNvPr id="4" name="矩形 3">
            <a:extLst>
              <a:ext uri="{FF2B5EF4-FFF2-40B4-BE49-F238E27FC236}">
                <a16:creationId xmlns:a16="http://schemas.microsoft.com/office/drawing/2014/main" id="{C1800F52-E9A3-4100-B4E8-25A1D9F0B9A6}"/>
              </a:ext>
            </a:extLst>
          </p:cNvPr>
          <p:cNvSpPr/>
          <p:nvPr/>
        </p:nvSpPr>
        <p:spPr>
          <a:xfrm>
            <a:off x="23813" y="6567488"/>
            <a:ext cx="7675562" cy="338137"/>
          </a:xfrm>
          <a:prstGeom prst="rect">
            <a:avLst/>
          </a:prstGeom>
        </p:spPr>
        <p:txBody>
          <a:bodyPr>
            <a:spAutoFit/>
          </a:bodyPr>
          <a:lstStyle/>
          <a:p>
            <a:pPr>
              <a:defRPr/>
            </a:pPr>
            <a:r>
              <a:rPr lang="zh-CN" altLang="en-US" sz="1600" dirty="0">
                <a:solidFill>
                  <a:schemeClr val="bg1">
                    <a:lumMod val="85000"/>
                  </a:schemeClr>
                </a:solidFill>
              </a:rPr>
              <a:t>https://www.cnblogs.com/think-and-do/p/6509239.html</a:t>
            </a: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4408"/>
                                        </p:tgtEl>
                                        <p:attrNameLst>
                                          <p:attrName>style.visibility</p:attrName>
                                        </p:attrNameLst>
                                      </p:cBhvr>
                                      <p:to>
                                        <p:strVal val="visible"/>
                                      </p:to>
                                    </p:set>
                                  </p:childTnLst>
                                </p:cTn>
                              </p:par>
                            </p:childTnLst>
                          </p:cTn>
                        </p:par>
                        <p:par>
                          <p:cTn id="7" fill="hold" nodeType="afterGroup">
                            <p:stCondLst>
                              <p:cond delay="500"/>
                            </p:stCondLst>
                            <p:childTnLst>
                              <p:par>
                                <p:cTn id="8" presetID="3" presetClass="entr" presetSubtype="10" fill="hold" nodeType="afterEffect">
                                  <p:stCondLst>
                                    <p:cond delay="0"/>
                                  </p:stCondLst>
                                  <p:childTnLst>
                                    <p:set>
                                      <p:cBhvr>
                                        <p:cTn id="9" dur="1" fill="hold">
                                          <p:stCondLst>
                                            <p:cond delay="0"/>
                                          </p:stCondLst>
                                        </p:cTn>
                                        <p:tgtEl>
                                          <p:spTgt spid="16387"/>
                                        </p:tgtEl>
                                        <p:attrNameLst>
                                          <p:attrName>style.visibility</p:attrName>
                                        </p:attrNameLst>
                                      </p:cBhvr>
                                      <p:to>
                                        <p:strVal val="visible"/>
                                      </p:to>
                                    </p:set>
                                    <p:animEffect transition="in" filter="blinds(horizontal)">
                                      <p:cBhvr>
                                        <p:cTn id="10" dur="500"/>
                                        <p:tgtEl>
                                          <p:spTgt spid="1638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8">
            <a:extLst>
              <a:ext uri="{FF2B5EF4-FFF2-40B4-BE49-F238E27FC236}">
                <a16:creationId xmlns:a16="http://schemas.microsoft.com/office/drawing/2014/main" id="{F048C492-04F0-43AF-B446-705232E053E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888FE57B-38FC-4775-826B-F4E75A13E5AF}" type="slidenum">
              <a:rPr altLang="en-US" sz="1400" smtClean="0"/>
              <a:pPr>
                <a:lnSpc>
                  <a:spcPct val="100000"/>
                </a:lnSpc>
                <a:spcBef>
                  <a:spcPct val="0"/>
                </a:spcBef>
                <a:buClr>
                  <a:schemeClr val="tx1"/>
                </a:buClr>
                <a:buFontTx/>
                <a:buNone/>
              </a:pPr>
              <a:t>29</a:t>
            </a:fld>
            <a:endParaRPr lang="zh-CN" altLang="en-US" sz="1400"/>
          </a:p>
        </p:txBody>
      </p:sp>
      <p:sp>
        <p:nvSpPr>
          <p:cNvPr id="47107" name="Rectangle 5">
            <a:extLst>
              <a:ext uri="{FF2B5EF4-FFF2-40B4-BE49-F238E27FC236}">
                <a16:creationId xmlns:a16="http://schemas.microsoft.com/office/drawing/2014/main" id="{550F7200-914C-4106-BF04-E1F6E95D06C3}"/>
              </a:ext>
            </a:extLst>
          </p:cNvPr>
          <p:cNvSpPr>
            <a:spLocks noGrp="1" noChangeArrowheads="1"/>
          </p:cNvSpPr>
          <p:nvPr>
            <p:ph type="title" sz="quarter"/>
          </p:nvPr>
        </p:nvSpPr>
        <p:spPr>
          <a:xfrm>
            <a:off x="1035050" y="398463"/>
            <a:ext cx="7561263" cy="857250"/>
          </a:xfrm>
        </p:spPr>
        <p:txBody>
          <a:bodyPr/>
          <a:lstStyle/>
          <a:p>
            <a:pPr eaLnBrk="1" hangingPunct="1">
              <a:buFontTx/>
              <a:buBlip>
                <a:blip r:embed="rId3"/>
              </a:buBlip>
            </a:pPr>
            <a:r>
              <a:rPr lang="en-US" altLang="zh-CN"/>
              <a:t>		 </a:t>
            </a:r>
          </a:p>
        </p:txBody>
      </p:sp>
      <p:graphicFrame>
        <p:nvGraphicFramePr>
          <p:cNvPr id="47108" name="Object 4">
            <a:extLst>
              <a:ext uri="{FF2B5EF4-FFF2-40B4-BE49-F238E27FC236}">
                <a16:creationId xmlns:a16="http://schemas.microsoft.com/office/drawing/2014/main" id="{A2E65E24-FC85-4163-81D7-C66FE60BC264}"/>
              </a:ext>
            </a:extLst>
          </p:cNvPr>
          <p:cNvGraphicFramePr>
            <a:graphicFrameLocks noGrp="1"/>
          </p:cNvGraphicFramePr>
          <p:nvPr>
            <p:ph sz="quarter" idx="2"/>
          </p:nvPr>
        </p:nvGraphicFramePr>
        <p:xfrm>
          <a:off x="1501775" y="563563"/>
          <a:ext cx="3567113" cy="520700"/>
        </p:xfrm>
        <a:graphic>
          <a:graphicData uri="http://schemas.openxmlformats.org/presentationml/2006/ole">
            <mc:AlternateContent xmlns:mc="http://schemas.openxmlformats.org/markup-compatibility/2006">
              <mc:Choice xmlns:v="urn:schemas-microsoft-com:vml" Requires="v">
                <p:oleObj spid="_x0000_s47195" r:id="rId4" imgW="2436285" imgH="355292" progId="Equation.DSMT4">
                  <p:embed/>
                </p:oleObj>
              </mc:Choice>
              <mc:Fallback>
                <p:oleObj r:id="rId4" imgW="2436285" imgH="355292"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1775" y="563563"/>
                        <a:ext cx="35671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5597" name="Object 173">
            <a:extLst>
              <a:ext uri="{FF2B5EF4-FFF2-40B4-BE49-F238E27FC236}">
                <a16:creationId xmlns:a16="http://schemas.microsoft.com/office/drawing/2014/main" id="{243E5101-D1EB-4C30-B57B-ED658D8B6924}"/>
              </a:ext>
            </a:extLst>
          </p:cNvPr>
          <p:cNvGraphicFramePr>
            <a:graphicFrameLocks/>
          </p:cNvGraphicFramePr>
          <p:nvPr/>
        </p:nvGraphicFramePr>
        <p:xfrm>
          <a:off x="1427163" y="1149350"/>
          <a:ext cx="4616450" cy="449263"/>
        </p:xfrm>
        <a:graphic>
          <a:graphicData uri="http://schemas.openxmlformats.org/presentationml/2006/ole">
            <mc:AlternateContent xmlns:mc="http://schemas.openxmlformats.org/markup-compatibility/2006">
              <mc:Choice xmlns:v="urn:schemas-microsoft-com:vml" Requires="v">
                <p:oleObj spid="_x0000_s47196" r:id="rId6" imgW="2870200" imgH="279400" progId="Equation.DSMT4">
                  <p:embed/>
                </p:oleObj>
              </mc:Choice>
              <mc:Fallback>
                <p:oleObj r:id="rId6" imgW="2870200" imgH="279400" progId="Equation.DSMT4">
                  <p:embed/>
                  <p:pic>
                    <p:nvPicPr>
                      <p:cNvPr id="0" name="Object 17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7163" y="1149350"/>
                        <a:ext cx="461645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5598" name="Object 174">
            <a:extLst>
              <a:ext uri="{FF2B5EF4-FFF2-40B4-BE49-F238E27FC236}">
                <a16:creationId xmlns:a16="http://schemas.microsoft.com/office/drawing/2014/main" id="{2D3E5206-909E-409D-A4B1-53D9E1BF4747}"/>
              </a:ext>
            </a:extLst>
          </p:cNvPr>
          <p:cNvGraphicFramePr>
            <a:graphicFrameLocks/>
          </p:cNvGraphicFramePr>
          <p:nvPr/>
        </p:nvGraphicFramePr>
        <p:xfrm>
          <a:off x="1409700" y="1625600"/>
          <a:ext cx="6777038" cy="368300"/>
        </p:xfrm>
        <a:graphic>
          <a:graphicData uri="http://schemas.openxmlformats.org/presentationml/2006/ole">
            <mc:AlternateContent xmlns:mc="http://schemas.openxmlformats.org/markup-compatibility/2006">
              <mc:Choice xmlns:v="urn:schemas-microsoft-com:vml" Requires="v">
                <p:oleObj spid="_x0000_s47197" r:id="rId8" imgW="4669547" imgH="253780" progId="Equation.DSMT4">
                  <p:embed/>
                </p:oleObj>
              </mc:Choice>
              <mc:Fallback>
                <p:oleObj r:id="rId8" imgW="4669547" imgH="253780" progId="Equation.DSMT4">
                  <p:embed/>
                  <p:pic>
                    <p:nvPicPr>
                      <p:cNvPr id="0" name="Object 17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9700" y="1625600"/>
                        <a:ext cx="677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5599" name="Object 175">
            <a:extLst>
              <a:ext uri="{FF2B5EF4-FFF2-40B4-BE49-F238E27FC236}">
                <a16:creationId xmlns:a16="http://schemas.microsoft.com/office/drawing/2014/main" id="{7EABD38E-E3CD-4D15-A34F-3DD4A6843B2C}"/>
              </a:ext>
            </a:extLst>
          </p:cNvPr>
          <p:cNvGraphicFramePr>
            <a:graphicFrameLocks/>
          </p:cNvGraphicFramePr>
          <p:nvPr/>
        </p:nvGraphicFramePr>
        <p:xfrm>
          <a:off x="1725613" y="2046288"/>
          <a:ext cx="6034087" cy="392112"/>
        </p:xfrm>
        <a:graphic>
          <a:graphicData uri="http://schemas.openxmlformats.org/presentationml/2006/ole">
            <mc:AlternateContent xmlns:mc="http://schemas.openxmlformats.org/markup-compatibility/2006">
              <mc:Choice xmlns:v="urn:schemas-microsoft-com:vml" Requires="v">
                <p:oleObj spid="_x0000_s47198" r:id="rId10" imgW="3517900" imgH="228600" progId="Equation.DSMT4">
                  <p:embed/>
                </p:oleObj>
              </mc:Choice>
              <mc:Fallback>
                <p:oleObj r:id="rId10" imgW="3517900" imgH="228600" progId="Equation.DSMT4">
                  <p:embed/>
                  <p:pic>
                    <p:nvPicPr>
                      <p:cNvPr id="0" name="Object 17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25613" y="2046288"/>
                        <a:ext cx="6034087"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5600" name="Object 176">
            <a:extLst>
              <a:ext uri="{FF2B5EF4-FFF2-40B4-BE49-F238E27FC236}">
                <a16:creationId xmlns:a16="http://schemas.microsoft.com/office/drawing/2014/main" id="{81A28788-FCB7-4C33-B5ED-9E8DDEA4608C}"/>
              </a:ext>
            </a:extLst>
          </p:cNvPr>
          <p:cNvGraphicFramePr>
            <a:graphicFrameLocks/>
          </p:cNvGraphicFramePr>
          <p:nvPr/>
        </p:nvGraphicFramePr>
        <p:xfrm>
          <a:off x="1690688" y="2382838"/>
          <a:ext cx="5815012" cy="703262"/>
        </p:xfrm>
        <a:graphic>
          <a:graphicData uri="http://schemas.openxmlformats.org/presentationml/2006/ole">
            <mc:AlternateContent xmlns:mc="http://schemas.openxmlformats.org/markup-compatibility/2006">
              <mc:Choice xmlns:v="urn:schemas-microsoft-com:vml" Requires="v">
                <p:oleObj spid="_x0000_s47199" r:id="rId12" imgW="3784600" imgH="457200" progId="Equation.DSMT4">
                  <p:embed/>
                </p:oleObj>
              </mc:Choice>
              <mc:Fallback>
                <p:oleObj r:id="rId12" imgW="3784600" imgH="457200" progId="Equation.DSMT4">
                  <p:embed/>
                  <p:pic>
                    <p:nvPicPr>
                      <p:cNvPr id="0" name="Object 17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90688" y="2382838"/>
                        <a:ext cx="5815012"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5601" name="Object 177">
            <a:extLst>
              <a:ext uri="{FF2B5EF4-FFF2-40B4-BE49-F238E27FC236}">
                <a16:creationId xmlns:a16="http://schemas.microsoft.com/office/drawing/2014/main" id="{C2D5EACD-53C9-4CDD-8474-AF7E18A83ED6}"/>
              </a:ext>
            </a:extLst>
          </p:cNvPr>
          <p:cNvGraphicFramePr>
            <a:graphicFrameLocks/>
          </p:cNvGraphicFramePr>
          <p:nvPr/>
        </p:nvGraphicFramePr>
        <p:xfrm>
          <a:off x="1712913" y="3357563"/>
          <a:ext cx="6327775" cy="879475"/>
        </p:xfrm>
        <a:graphic>
          <a:graphicData uri="http://schemas.openxmlformats.org/presentationml/2006/ole">
            <mc:AlternateContent xmlns:mc="http://schemas.openxmlformats.org/markup-compatibility/2006">
              <mc:Choice xmlns:v="urn:schemas-microsoft-com:vml" Requires="v">
                <p:oleObj spid="_x0000_s47200" r:id="rId14" imgW="4381500" imgH="609600" progId="Equation.DSMT4">
                  <p:embed/>
                </p:oleObj>
              </mc:Choice>
              <mc:Fallback>
                <p:oleObj r:id="rId14" imgW="4381500" imgH="609600" progId="Equation.DSMT4">
                  <p:embed/>
                  <p:pic>
                    <p:nvPicPr>
                      <p:cNvPr id="0" name="Object 17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12913" y="3357563"/>
                        <a:ext cx="632777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80">
            <a:extLst>
              <a:ext uri="{FF2B5EF4-FFF2-40B4-BE49-F238E27FC236}">
                <a16:creationId xmlns:a16="http://schemas.microsoft.com/office/drawing/2014/main" id="{6BB493EE-BFB7-4CC6-BBC9-294BB70A79EC}"/>
              </a:ext>
            </a:extLst>
          </p:cNvPr>
          <p:cNvGrpSpPr>
            <a:grpSpLocks/>
          </p:cNvGrpSpPr>
          <p:nvPr/>
        </p:nvGrpSpPr>
        <p:grpSpPr bwMode="auto">
          <a:xfrm>
            <a:off x="3043238" y="4270375"/>
            <a:ext cx="3009900" cy="2214563"/>
            <a:chOff x="3585" y="2770"/>
            <a:chExt cx="1896" cy="1395"/>
          </a:xfrm>
        </p:grpSpPr>
        <p:graphicFrame>
          <p:nvGraphicFramePr>
            <p:cNvPr id="47115" name="Object 116">
              <a:extLst>
                <a:ext uri="{FF2B5EF4-FFF2-40B4-BE49-F238E27FC236}">
                  <a16:creationId xmlns:a16="http://schemas.microsoft.com/office/drawing/2014/main" id="{DFCD3D8E-E475-4D36-9842-69149ED48EB7}"/>
                </a:ext>
              </a:extLst>
            </p:cNvPr>
            <p:cNvGraphicFramePr>
              <a:graphicFrameLocks/>
            </p:cNvGraphicFramePr>
            <p:nvPr/>
          </p:nvGraphicFramePr>
          <p:xfrm>
            <a:off x="4282" y="3845"/>
            <a:ext cx="308" cy="180"/>
          </p:xfrm>
          <a:graphic>
            <a:graphicData uri="http://schemas.openxmlformats.org/presentationml/2006/ole">
              <mc:AlternateContent xmlns:mc="http://schemas.openxmlformats.org/markup-compatibility/2006">
                <mc:Choice xmlns:v="urn:schemas-microsoft-com:vml" Requires="v">
                  <p:oleObj spid="_x0000_s47201" r:id="rId16" imgW="431425" imgH="253780" progId="Equation.DSMT4">
                    <p:embed/>
                  </p:oleObj>
                </mc:Choice>
                <mc:Fallback>
                  <p:oleObj r:id="rId16" imgW="431425" imgH="253780" progId="Equation.DSMT4">
                    <p:embed/>
                    <p:pic>
                      <p:nvPicPr>
                        <p:cNvPr id="0" name="Object 11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82" y="3845"/>
                          <a:ext cx="30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16" name="Object 118">
              <a:extLst>
                <a:ext uri="{FF2B5EF4-FFF2-40B4-BE49-F238E27FC236}">
                  <a16:creationId xmlns:a16="http://schemas.microsoft.com/office/drawing/2014/main" id="{1F5B1F25-3D1B-43E5-81DA-353DEF1D697A}"/>
                </a:ext>
              </a:extLst>
            </p:cNvPr>
            <p:cNvGraphicFramePr>
              <a:graphicFrameLocks/>
            </p:cNvGraphicFramePr>
            <p:nvPr/>
          </p:nvGraphicFramePr>
          <p:xfrm>
            <a:off x="3720" y="3788"/>
            <a:ext cx="74" cy="104"/>
          </p:xfrm>
          <a:graphic>
            <a:graphicData uri="http://schemas.openxmlformats.org/presentationml/2006/ole">
              <mc:AlternateContent xmlns:mc="http://schemas.openxmlformats.org/markup-compatibility/2006">
                <mc:Choice xmlns:v="urn:schemas-microsoft-com:vml" Requires="v">
                  <p:oleObj spid="_x0000_s47202" r:id="rId18" imgW="126725" imgH="177415" progId="Equation.DSMT4">
                    <p:embed/>
                  </p:oleObj>
                </mc:Choice>
                <mc:Fallback>
                  <p:oleObj r:id="rId18" imgW="126725" imgH="177415" progId="Equation.DSMT4">
                    <p:embed/>
                    <p:pic>
                      <p:nvPicPr>
                        <p:cNvPr id="0" name="Object 118"/>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20" y="3788"/>
                          <a:ext cx="74"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17" name="Object 171">
              <a:extLst>
                <a:ext uri="{FF2B5EF4-FFF2-40B4-BE49-F238E27FC236}">
                  <a16:creationId xmlns:a16="http://schemas.microsoft.com/office/drawing/2014/main" id="{1517244F-40EC-47B2-9638-5DB355B5D42B}"/>
                </a:ext>
              </a:extLst>
            </p:cNvPr>
            <p:cNvGraphicFramePr>
              <a:graphicFrameLocks/>
            </p:cNvGraphicFramePr>
            <p:nvPr/>
          </p:nvGraphicFramePr>
          <p:xfrm>
            <a:off x="4108" y="4021"/>
            <a:ext cx="704" cy="144"/>
          </p:xfrm>
          <a:graphic>
            <a:graphicData uri="http://schemas.openxmlformats.org/presentationml/2006/ole">
              <mc:AlternateContent xmlns:mc="http://schemas.openxmlformats.org/markup-compatibility/2006">
                <mc:Choice xmlns:v="urn:schemas-microsoft-com:vml" Requires="v">
                  <p:oleObj spid="_x0000_s47203" r:id="rId20" imgW="1117600" imgH="228600" progId="Equation.DSMT4">
                    <p:embed/>
                  </p:oleObj>
                </mc:Choice>
                <mc:Fallback>
                  <p:oleObj r:id="rId20" imgW="1117600" imgH="228600" progId="Equation.DSMT4">
                    <p:embed/>
                    <p:pic>
                      <p:nvPicPr>
                        <p:cNvPr id="0" name="Object 17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08" y="4021"/>
                          <a:ext cx="7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7118" name="Group 179">
              <a:extLst>
                <a:ext uri="{FF2B5EF4-FFF2-40B4-BE49-F238E27FC236}">
                  <a16:creationId xmlns:a16="http://schemas.microsoft.com/office/drawing/2014/main" id="{F8587F19-6B7E-4AF9-83FA-01015A6C7A15}"/>
                </a:ext>
              </a:extLst>
            </p:cNvPr>
            <p:cNvGrpSpPr>
              <a:grpSpLocks/>
            </p:cNvGrpSpPr>
            <p:nvPr/>
          </p:nvGrpSpPr>
          <p:grpSpPr bwMode="auto">
            <a:xfrm>
              <a:off x="3585" y="2770"/>
              <a:ext cx="1896" cy="1204"/>
              <a:chOff x="3565" y="2770"/>
              <a:chExt cx="1896" cy="1204"/>
            </a:xfrm>
          </p:grpSpPr>
          <p:grpSp>
            <p:nvGrpSpPr>
              <p:cNvPr id="47119" name="Group 125">
                <a:extLst>
                  <a:ext uri="{FF2B5EF4-FFF2-40B4-BE49-F238E27FC236}">
                    <a16:creationId xmlns:a16="http://schemas.microsoft.com/office/drawing/2014/main" id="{DD218B8F-4067-47ED-8692-57B3E05BE38C}"/>
                  </a:ext>
                </a:extLst>
              </p:cNvPr>
              <p:cNvGrpSpPr>
                <a:grpSpLocks/>
              </p:cNvGrpSpPr>
              <p:nvPr/>
            </p:nvGrpSpPr>
            <p:grpSpPr bwMode="auto">
              <a:xfrm>
                <a:off x="3797" y="2798"/>
                <a:ext cx="1612" cy="1029"/>
                <a:chOff x="3193" y="2814"/>
                <a:chExt cx="1612" cy="1029"/>
              </a:xfrm>
            </p:grpSpPr>
            <p:sp>
              <p:nvSpPr>
                <p:cNvPr id="47133" name="Line 96">
                  <a:extLst>
                    <a:ext uri="{FF2B5EF4-FFF2-40B4-BE49-F238E27FC236}">
                      <a16:creationId xmlns:a16="http://schemas.microsoft.com/office/drawing/2014/main" id="{E60ABB63-7457-4BFE-9E80-8DBA66F91A9A}"/>
                    </a:ext>
                  </a:extLst>
                </p:cNvPr>
                <p:cNvSpPr>
                  <a:spLocks noChangeShapeType="1"/>
                </p:cNvSpPr>
                <p:nvPr/>
              </p:nvSpPr>
              <p:spPr bwMode="auto">
                <a:xfrm>
                  <a:off x="3193" y="3843"/>
                  <a:ext cx="1612" cy="0"/>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4" name="Line 98">
                  <a:extLst>
                    <a:ext uri="{FF2B5EF4-FFF2-40B4-BE49-F238E27FC236}">
                      <a16:creationId xmlns:a16="http://schemas.microsoft.com/office/drawing/2014/main" id="{987419F0-7D02-4835-B337-83E42CFBA49D}"/>
                    </a:ext>
                  </a:extLst>
                </p:cNvPr>
                <p:cNvSpPr>
                  <a:spLocks noChangeShapeType="1"/>
                </p:cNvSpPr>
                <p:nvPr/>
              </p:nvSpPr>
              <p:spPr bwMode="auto">
                <a:xfrm flipV="1">
                  <a:off x="3193" y="2814"/>
                  <a:ext cx="0" cy="1029"/>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20" name="Freeform 99">
                <a:extLst>
                  <a:ext uri="{FF2B5EF4-FFF2-40B4-BE49-F238E27FC236}">
                    <a16:creationId xmlns:a16="http://schemas.microsoft.com/office/drawing/2014/main" id="{D9389806-D82D-474D-B687-53FF03F43DDB}"/>
                  </a:ext>
                </a:extLst>
              </p:cNvPr>
              <p:cNvSpPr>
                <a:spLocks noChangeArrowheads="1"/>
              </p:cNvSpPr>
              <p:nvPr/>
            </p:nvSpPr>
            <p:spPr bwMode="auto">
              <a:xfrm>
                <a:off x="3797" y="2998"/>
                <a:ext cx="1300" cy="821"/>
              </a:xfrm>
              <a:custGeom>
                <a:avLst/>
                <a:gdLst>
                  <a:gd name="T0" fmla="*/ 0 w 1300"/>
                  <a:gd name="T1" fmla="*/ 821 h 821"/>
                  <a:gd name="T2" fmla="*/ 41 w 1300"/>
                  <a:gd name="T3" fmla="*/ 607 h 821"/>
                  <a:gd name="T4" fmla="*/ 115 w 1300"/>
                  <a:gd name="T5" fmla="*/ 278 h 821"/>
                  <a:gd name="T6" fmla="*/ 189 w 1300"/>
                  <a:gd name="T7" fmla="*/ 64 h 821"/>
                  <a:gd name="T8" fmla="*/ 304 w 1300"/>
                  <a:gd name="T9" fmla="*/ 6 h 821"/>
                  <a:gd name="T10" fmla="*/ 403 w 1300"/>
                  <a:gd name="T11" fmla="*/ 97 h 821"/>
                  <a:gd name="T12" fmla="*/ 493 w 1300"/>
                  <a:gd name="T13" fmla="*/ 253 h 821"/>
                  <a:gd name="T14" fmla="*/ 576 w 1300"/>
                  <a:gd name="T15" fmla="*/ 376 h 821"/>
                  <a:gd name="T16" fmla="*/ 683 w 1300"/>
                  <a:gd name="T17" fmla="*/ 508 h 821"/>
                  <a:gd name="T18" fmla="*/ 847 w 1300"/>
                  <a:gd name="T19" fmla="*/ 623 h 821"/>
                  <a:gd name="T20" fmla="*/ 1004 w 1300"/>
                  <a:gd name="T21" fmla="*/ 706 h 821"/>
                  <a:gd name="T22" fmla="*/ 1300 w 1300"/>
                  <a:gd name="T23" fmla="*/ 788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00" h="821">
                    <a:moveTo>
                      <a:pt x="0" y="821"/>
                    </a:moveTo>
                    <a:cubicBezTo>
                      <a:pt x="7" y="785"/>
                      <a:pt x="22" y="697"/>
                      <a:pt x="41" y="607"/>
                    </a:cubicBezTo>
                    <a:cubicBezTo>
                      <a:pt x="60" y="517"/>
                      <a:pt x="90" y="368"/>
                      <a:pt x="115" y="278"/>
                    </a:cubicBezTo>
                    <a:cubicBezTo>
                      <a:pt x="140" y="188"/>
                      <a:pt x="157" y="109"/>
                      <a:pt x="189" y="64"/>
                    </a:cubicBezTo>
                    <a:cubicBezTo>
                      <a:pt x="221" y="19"/>
                      <a:pt x="268" y="0"/>
                      <a:pt x="304" y="6"/>
                    </a:cubicBezTo>
                    <a:cubicBezTo>
                      <a:pt x="340" y="12"/>
                      <a:pt x="371" y="56"/>
                      <a:pt x="403" y="97"/>
                    </a:cubicBezTo>
                    <a:cubicBezTo>
                      <a:pt x="435" y="138"/>
                      <a:pt x="464" y="207"/>
                      <a:pt x="493" y="253"/>
                    </a:cubicBezTo>
                    <a:cubicBezTo>
                      <a:pt x="522" y="299"/>
                      <a:pt x="544" y="334"/>
                      <a:pt x="576" y="376"/>
                    </a:cubicBezTo>
                    <a:cubicBezTo>
                      <a:pt x="608" y="418"/>
                      <a:pt x="638" y="467"/>
                      <a:pt x="683" y="508"/>
                    </a:cubicBezTo>
                    <a:cubicBezTo>
                      <a:pt x="728" y="549"/>
                      <a:pt x="794" y="590"/>
                      <a:pt x="847" y="623"/>
                    </a:cubicBezTo>
                    <a:cubicBezTo>
                      <a:pt x="900" y="656"/>
                      <a:pt x="929" y="678"/>
                      <a:pt x="1004" y="706"/>
                    </a:cubicBezTo>
                    <a:cubicBezTo>
                      <a:pt x="1079" y="734"/>
                      <a:pt x="1238" y="771"/>
                      <a:pt x="1300" y="788"/>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21" name="Line 101">
                <a:extLst>
                  <a:ext uri="{FF2B5EF4-FFF2-40B4-BE49-F238E27FC236}">
                    <a16:creationId xmlns:a16="http://schemas.microsoft.com/office/drawing/2014/main" id="{2B0152D1-FDFB-4E6F-A079-6E2F3E17BC5C}"/>
                  </a:ext>
                </a:extLst>
              </p:cNvPr>
              <p:cNvSpPr>
                <a:spLocks noChangeShapeType="1"/>
              </p:cNvSpPr>
              <p:nvPr/>
            </p:nvSpPr>
            <p:spPr bwMode="auto">
              <a:xfrm>
                <a:off x="4406" y="3432"/>
                <a:ext cx="0" cy="387"/>
              </a:xfrm>
              <a:prstGeom prst="line">
                <a:avLst/>
              </a:prstGeom>
              <a:noFill/>
              <a:ln w="15875">
                <a:solidFill>
                  <a:srgbClr val="8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2" name="Line 102">
                <a:extLst>
                  <a:ext uri="{FF2B5EF4-FFF2-40B4-BE49-F238E27FC236}">
                    <a16:creationId xmlns:a16="http://schemas.microsoft.com/office/drawing/2014/main" id="{64C64572-322D-4FCE-B2ED-2FB9D3686AB1}"/>
                  </a:ext>
                </a:extLst>
              </p:cNvPr>
              <p:cNvSpPr>
                <a:spLocks noChangeShapeType="1"/>
              </p:cNvSpPr>
              <p:nvPr/>
            </p:nvSpPr>
            <p:spPr bwMode="auto">
              <a:xfrm flipH="1">
                <a:off x="4401" y="3536"/>
                <a:ext cx="129" cy="121"/>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3" name="Line 103">
                <a:extLst>
                  <a:ext uri="{FF2B5EF4-FFF2-40B4-BE49-F238E27FC236}">
                    <a16:creationId xmlns:a16="http://schemas.microsoft.com/office/drawing/2014/main" id="{81F40FEE-6B03-4B29-85D7-C439B2767D7F}"/>
                  </a:ext>
                </a:extLst>
              </p:cNvPr>
              <p:cNvSpPr>
                <a:spLocks noChangeShapeType="1"/>
              </p:cNvSpPr>
              <p:nvPr/>
            </p:nvSpPr>
            <p:spPr bwMode="auto">
              <a:xfrm flipH="1">
                <a:off x="4416" y="3583"/>
                <a:ext cx="154" cy="145"/>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4" name="Line 104">
                <a:extLst>
                  <a:ext uri="{FF2B5EF4-FFF2-40B4-BE49-F238E27FC236}">
                    <a16:creationId xmlns:a16="http://schemas.microsoft.com/office/drawing/2014/main" id="{0091CB5F-9F5F-4094-A741-06839454C1B0}"/>
                  </a:ext>
                </a:extLst>
              </p:cNvPr>
              <p:cNvSpPr>
                <a:spLocks noChangeShapeType="1"/>
              </p:cNvSpPr>
              <p:nvPr/>
            </p:nvSpPr>
            <p:spPr bwMode="auto">
              <a:xfrm flipH="1">
                <a:off x="4504" y="3656"/>
                <a:ext cx="195" cy="177"/>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5" name="Line 105">
                <a:extLst>
                  <a:ext uri="{FF2B5EF4-FFF2-40B4-BE49-F238E27FC236}">
                    <a16:creationId xmlns:a16="http://schemas.microsoft.com/office/drawing/2014/main" id="{1CF1B17B-8A0B-4BA7-A967-5CCA55D6A536}"/>
                  </a:ext>
                </a:extLst>
              </p:cNvPr>
              <p:cNvSpPr>
                <a:spLocks noChangeShapeType="1"/>
              </p:cNvSpPr>
              <p:nvPr/>
            </p:nvSpPr>
            <p:spPr bwMode="auto">
              <a:xfrm flipH="1">
                <a:off x="4756" y="3734"/>
                <a:ext cx="104" cy="99"/>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6" name="Line 106">
                <a:extLst>
                  <a:ext uri="{FF2B5EF4-FFF2-40B4-BE49-F238E27FC236}">
                    <a16:creationId xmlns:a16="http://schemas.microsoft.com/office/drawing/2014/main" id="{6FEF694A-6094-4A3A-AB7F-8FD7FF80FFC8}"/>
                  </a:ext>
                </a:extLst>
              </p:cNvPr>
              <p:cNvSpPr>
                <a:spLocks noChangeShapeType="1"/>
              </p:cNvSpPr>
              <p:nvPr/>
            </p:nvSpPr>
            <p:spPr bwMode="auto">
              <a:xfrm flipH="1">
                <a:off x="4885" y="3770"/>
                <a:ext cx="57" cy="49"/>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7" name="Line 107">
                <a:extLst>
                  <a:ext uri="{FF2B5EF4-FFF2-40B4-BE49-F238E27FC236}">
                    <a16:creationId xmlns:a16="http://schemas.microsoft.com/office/drawing/2014/main" id="{6925E5DE-161C-4C5F-A354-CF49D75AEEF3}"/>
                  </a:ext>
                </a:extLst>
              </p:cNvPr>
              <p:cNvSpPr>
                <a:spLocks noChangeShapeType="1"/>
              </p:cNvSpPr>
              <p:nvPr/>
            </p:nvSpPr>
            <p:spPr bwMode="auto">
              <a:xfrm flipH="1">
                <a:off x="4426" y="3631"/>
                <a:ext cx="198" cy="178"/>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8" name="Line 108">
                <a:extLst>
                  <a:ext uri="{FF2B5EF4-FFF2-40B4-BE49-F238E27FC236}">
                    <a16:creationId xmlns:a16="http://schemas.microsoft.com/office/drawing/2014/main" id="{DDEC052D-C47A-4F05-A3A9-B3F174690651}"/>
                  </a:ext>
                </a:extLst>
              </p:cNvPr>
              <p:cNvSpPr>
                <a:spLocks noChangeShapeType="1"/>
              </p:cNvSpPr>
              <p:nvPr/>
            </p:nvSpPr>
            <p:spPr bwMode="auto">
              <a:xfrm flipH="1">
                <a:off x="4612" y="3699"/>
                <a:ext cx="155" cy="128"/>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7129" name="Object 113">
                <a:extLst>
                  <a:ext uri="{FF2B5EF4-FFF2-40B4-BE49-F238E27FC236}">
                    <a16:creationId xmlns:a16="http://schemas.microsoft.com/office/drawing/2014/main" id="{BE3A8EB3-AF84-4779-B874-63D8004BC77F}"/>
                  </a:ext>
                </a:extLst>
              </p:cNvPr>
              <p:cNvGraphicFramePr>
                <a:graphicFrameLocks/>
              </p:cNvGraphicFramePr>
              <p:nvPr/>
            </p:nvGraphicFramePr>
            <p:xfrm>
              <a:off x="5325" y="3825"/>
              <a:ext cx="136" cy="149"/>
            </p:xfrm>
            <a:graphic>
              <a:graphicData uri="http://schemas.openxmlformats.org/presentationml/2006/ole">
                <mc:AlternateContent xmlns:mc="http://schemas.openxmlformats.org/markup-compatibility/2006">
                  <mc:Choice xmlns:v="urn:schemas-microsoft-com:vml" Requires="v">
                    <p:oleObj spid="_x0000_s47204" r:id="rId22" imgW="126725" imgH="139397" progId="Equation.DSMT4">
                      <p:embed/>
                    </p:oleObj>
                  </mc:Choice>
                  <mc:Fallback>
                    <p:oleObj r:id="rId22" imgW="126725" imgH="139397" progId="Equation.DSMT4">
                      <p:embed/>
                      <p:pic>
                        <p:nvPicPr>
                          <p:cNvPr id="0" name="Object 11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25" y="3825"/>
                            <a:ext cx="136"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30" name="Object 120">
                <a:extLst>
                  <a:ext uri="{FF2B5EF4-FFF2-40B4-BE49-F238E27FC236}">
                    <a16:creationId xmlns:a16="http://schemas.microsoft.com/office/drawing/2014/main" id="{E1ED2E29-4B1B-4E07-A226-EE7C11D41EBA}"/>
                  </a:ext>
                </a:extLst>
              </p:cNvPr>
              <p:cNvGraphicFramePr>
                <a:graphicFrameLocks/>
              </p:cNvGraphicFramePr>
              <p:nvPr/>
            </p:nvGraphicFramePr>
            <p:xfrm>
              <a:off x="3565" y="2770"/>
              <a:ext cx="216" cy="128"/>
            </p:xfrm>
            <a:graphic>
              <a:graphicData uri="http://schemas.openxmlformats.org/presentationml/2006/ole">
                <mc:AlternateContent xmlns:mc="http://schemas.openxmlformats.org/markup-compatibility/2006">
                  <mc:Choice xmlns:v="urn:schemas-microsoft-com:vml" Requires="v">
                    <p:oleObj spid="_x0000_s47205" r:id="rId24" imgW="342603" imgH="203024" progId="Equation.DSMT4">
                      <p:embed/>
                    </p:oleObj>
                  </mc:Choice>
                  <mc:Fallback>
                    <p:oleObj r:id="rId24" imgW="342603" imgH="203024" progId="Equation.DSMT4">
                      <p:embed/>
                      <p:pic>
                        <p:nvPicPr>
                          <p:cNvPr id="0" name="Object 12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565" y="2770"/>
                            <a:ext cx="216"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31" name="Object 121">
                <a:extLst>
                  <a:ext uri="{FF2B5EF4-FFF2-40B4-BE49-F238E27FC236}">
                    <a16:creationId xmlns:a16="http://schemas.microsoft.com/office/drawing/2014/main" id="{13FFF6CE-C905-443E-BA80-0E7D5EAF513C}"/>
                  </a:ext>
                </a:extLst>
              </p:cNvPr>
              <p:cNvGraphicFramePr>
                <a:graphicFrameLocks/>
              </p:cNvGraphicFramePr>
              <p:nvPr/>
            </p:nvGraphicFramePr>
            <p:xfrm>
              <a:off x="4597" y="3122"/>
              <a:ext cx="154" cy="141"/>
            </p:xfrm>
            <a:graphic>
              <a:graphicData uri="http://schemas.openxmlformats.org/presentationml/2006/ole">
                <mc:AlternateContent xmlns:mc="http://schemas.openxmlformats.org/markup-compatibility/2006">
                  <mc:Choice xmlns:v="urn:schemas-microsoft-com:vml" Requires="v">
                    <p:oleObj spid="_x0000_s47206" r:id="rId26" imgW="152268" imgH="139579" progId="Equation.DSMT4">
                      <p:embed/>
                    </p:oleObj>
                  </mc:Choice>
                  <mc:Fallback>
                    <p:oleObj r:id="rId26" imgW="152268" imgH="139579" progId="Equation.DSMT4">
                      <p:embed/>
                      <p:pic>
                        <p:nvPicPr>
                          <p:cNvPr id="0" name="Object 12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97" y="3122"/>
                            <a:ext cx="15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32" name="Line 178">
                <a:extLst>
                  <a:ext uri="{FF2B5EF4-FFF2-40B4-BE49-F238E27FC236}">
                    <a16:creationId xmlns:a16="http://schemas.microsoft.com/office/drawing/2014/main" id="{8E57EF7C-4E42-498B-8D41-07251E22CD40}"/>
                  </a:ext>
                </a:extLst>
              </p:cNvPr>
              <p:cNvSpPr>
                <a:spLocks noChangeShapeType="1"/>
              </p:cNvSpPr>
              <p:nvPr/>
            </p:nvSpPr>
            <p:spPr bwMode="auto">
              <a:xfrm flipH="1">
                <a:off x="4526" y="3302"/>
                <a:ext cx="144" cy="37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5597"/>
                                        </p:tgtEl>
                                        <p:attrNameLst>
                                          <p:attrName>style.visibility</p:attrName>
                                        </p:attrNameLst>
                                      </p:cBhvr>
                                      <p:to>
                                        <p:strVal val="visible"/>
                                      </p:to>
                                    </p:set>
                                    <p:anim calcmode="lin" valueType="num">
                                      <p:cBhvr>
                                        <p:cTn id="7" dur="1000" fill="hold"/>
                                        <p:tgtEl>
                                          <p:spTgt spid="1255597"/>
                                        </p:tgtEl>
                                        <p:attrNameLst>
                                          <p:attrName>ppt_x</p:attrName>
                                        </p:attrNameLst>
                                      </p:cBhvr>
                                      <p:tavLst>
                                        <p:tav tm="0">
                                          <p:val>
                                            <p:strVal val="0-#ppt_w/2"/>
                                          </p:val>
                                        </p:tav>
                                        <p:tav tm="100000">
                                          <p:val>
                                            <p:strVal val="#ppt_x"/>
                                          </p:val>
                                        </p:tav>
                                      </p:tavLst>
                                    </p:anim>
                                    <p:anim calcmode="lin" valueType="num">
                                      <p:cBhvr>
                                        <p:cTn id="8" dur="1000" fill="hold"/>
                                        <p:tgtEl>
                                          <p:spTgt spid="125559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5598"/>
                                        </p:tgtEl>
                                        <p:attrNameLst>
                                          <p:attrName>style.visibility</p:attrName>
                                        </p:attrNameLst>
                                      </p:cBhvr>
                                      <p:to>
                                        <p:strVal val="visible"/>
                                      </p:to>
                                    </p:set>
                                    <p:anim calcmode="lin" valueType="num">
                                      <p:cBhvr>
                                        <p:cTn id="13" dur="1000" fill="hold"/>
                                        <p:tgtEl>
                                          <p:spTgt spid="1255598"/>
                                        </p:tgtEl>
                                        <p:attrNameLst>
                                          <p:attrName>ppt_x</p:attrName>
                                        </p:attrNameLst>
                                      </p:cBhvr>
                                      <p:tavLst>
                                        <p:tav tm="0">
                                          <p:val>
                                            <p:strVal val="0-#ppt_w/2"/>
                                          </p:val>
                                        </p:tav>
                                        <p:tav tm="100000">
                                          <p:val>
                                            <p:strVal val="#ppt_x"/>
                                          </p:val>
                                        </p:tav>
                                      </p:tavLst>
                                    </p:anim>
                                    <p:anim calcmode="lin" valueType="num">
                                      <p:cBhvr>
                                        <p:cTn id="14" dur="1000" fill="hold"/>
                                        <p:tgtEl>
                                          <p:spTgt spid="12555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1255599"/>
                                        </p:tgtEl>
                                        <p:attrNameLst>
                                          <p:attrName>style.visibility</p:attrName>
                                        </p:attrNameLst>
                                      </p:cBhvr>
                                      <p:to>
                                        <p:strVal val="visible"/>
                                      </p:to>
                                    </p:set>
                                    <p:animEffect transition="in" filter="wipe(up)">
                                      <p:cBhvr>
                                        <p:cTn id="19" dur="2000"/>
                                        <p:tgtEl>
                                          <p:spTgt spid="125559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255600"/>
                                        </p:tgtEl>
                                        <p:attrNameLst>
                                          <p:attrName>style.visibility</p:attrName>
                                        </p:attrNameLst>
                                      </p:cBhvr>
                                      <p:to>
                                        <p:strVal val="visible"/>
                                      </p:to>
                                    </p:set>
                                    <p:anim calcmode="lin" valueType="num">
                                      <p:cBhvr>
                                        <p:cTn id="24" dur="1000" fill="hold"/>
                                        <p:tgtEl>
                                          <p:spTgt spid="1255600"/>
                                        </p:tgtEl>
                                        <p:attrNameLst>
                                          <p:attrName>ppt_x</p:attrName>
                                        </p:attrNameLst>
                                      </p:cBhvr>
                                      <p:tavLst>
                                        <p:tav tm="0">
                                          <p:val>
                                            <p:strVal val="0-#ppt_w/2"/>
                                          </p:val>
                                        </p:tav>
                                        <p:tav tm="100000">
                                          <p:val>
                                            <p:strVal val="#ppt_x"/>
                                          </p:val>
                                        </p:tav>
                                      </p:tavLst>
                                    </p:anim>
                                    <p:anim calcmode="lin" valueType="num">
                                      <p:cBhvr>
                                        <p:cTn id="25" dur="1000" fill="hold"/>
                                        <p:tgtEl>
                                          <p:spTgt spid="1255600"/>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1" fill="hold" nodeType="clickEffect">
                                  <p:stCondLst>
                                    <p:cond delay="0"/>
                                  </p:stCondLst>
                                  <p:childTnLst>
                                    <p:set>
                                      <p:cBhvr>
                                        <p:cTn id="29" dur="1" fill="hold">
                                          <p:stCondLst>
                                            <p:cond delay="0"/>
                                          </p:stCondLst>
                                        </p:cTn>
                                        <p:tgtEl>
                                          <p:spTgt spid="1255601"/>
                                        </p:tgtEl>
                                        <p:attrNameLst>
                                          <p:attrName>style.visibility</p:attrName>
                                        </p:attrNameLst>
                                      </p:cBhvr>
                                      <p:to>
                                        <p:strVal val="visible"/>
                                      </p:to>
                                    </p:set>
                                    <p:animEffect transition="in" filter="slide(fromTop)">
                                      <p:cBhvr>
                                        <p:cTn id="30" dur="1000"/>
                                        <p:tgtEl>
                                          <p:spTgt spid="125560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dissolve">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6">
            <a:extLst>
              <a:ext uri="{FF2B5EF4-FFF2-40B4-BE49-F238E27FC236}">
                <a16:creationId xmlns:a16="http://schemas.microsoft.com/office/drawing/2014/main" id="{A7A2A76A-4B62-4F35-9342-10911A4FC57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0C7B5F70-C12A-43DB-8951-20CBB2A5BF8C}" type="slidenum">
              <a:rPr altLang="en-US" sz="1400" smtClean="0"/>
              <a:pPr>
                <a:lnSpc>
                  <a:spcPct val="100000"/>
                </a:lnSpc>
                <a:spcBef>
                  <a:spcPct val="0"/>
                </a:spcBef>
                <a:buClr>
                  <a:schemeClr val="tx1"/>
                </a:buClr>
                <a:buFontTx/>
                <a:buNone/>
              </a:pPr>
              <a:t>30</a:t>
            </a:fld>
            <a:endParaRPr lang="zh-CN" altLang="en-US" sz="1400"/>
          </a:p>
        </p:txBody>
      </p:sp>
      <p:sp>
        <p:nvSpPr>
          <p:cNvPr id="48131" name="Text Box 52">
            <a:extLst>
              <a:ext uri="{FF2B5EF4-FFF2-40B4-BE49-F238E27FC236}">
                <a16:creationId xmlns:a16="http://schemas.microsoft.com/office/drawing/2014/main" id="{278045C0-03F8-4C8C-A853-78EBB6421C97}"/>
              </a:ext>
            </a:extLst>
          </p:cNvPr>
          <p:cNvSpPr txBox="1">
            <a:spLocks noChangeArrowheads="1"/>
          </p:cNvSpPr>
          <p:nvPr/>
        </p:nvSpPr>
        <p:spPr bwMode="auto">
          <a:xfrm>
            <a:off x="800100" y="0"/>
            <a:ext cx="522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3"/>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48132" name="Object 56">
            <a:extLst>
              <a:ext uri="{FF2B5EF4-FFF2-40B4-BE49-F238E27FC236}">
                <a16:creationId xmlns:a16="http://schemas.microsoft.com/office/drawing/2014/main" id="{B75CEEFB-8210-4808-8577-48D049817DAA}"/>
              </a:ext>
            </a:extLst>
          </p:cNvPr>
          <p:cNvGraphicFramePr>
            <a:graphicFrameLocks/>
          </p:cNvGraphicFramePr>
          <p:nvPr/>
        </p:nvGraphicFramePr>
        <p:xfrm>
          <a:off x="1169988" y="209550"/>
          <a:ext cx="7516812" cy="2149475"/>
        </p:xfrm>
        <a:graphic>
          <a:graphicData uri="http://schemas.openxmlformats.org/presentationml/2006/ole">
            <mc:AlternateContent xmlns:mc="http://schemas.openxmlformats.org/markup-compatibility/2006">
              <mc:Choice xmlns:v="urn:schemas-microsoft-com:vml" Requires="v">
                <p:oleObj spid="_x0000_s48181" r:id="rId4" imgW="4838700" imgH="1384300" progId="Equation.DSMT4">
                  <p:embed/>
                </p:oleObj>
              </mc:Choice>
              <mc:Fallback>
                <p:oleObj r:id="rId4" imgW="4838700" imgH="1384300" progId="Equation.DSMT4">
                  <p:embed/>
                  <p:pic>
                    <p:nvPicPr>
                      <p:cNvPr id="0" name="Object 5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9988" y="209550"/>
                        <a:ext cx="7516812"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09" name="Object 61">
            <a:extLst>
              <a:ext uri="{FF2B5EF4-FFF2-40B4-BE49-F238E27FC236}">
                <a16:creationId xmlns:a16="http://schemas.microsoft.com/office/drawing/2014/main" id="{2654C78B-35F2-41C4-AA59-9EC5D4D82585}"/>
              </a:ext>
            </a:extLst>
          </p:cNvPr>
          <p:cNvGraphicFramePr>
            <a:graphicFrameLocks/>
          </p:cNvGraphicFramePr>
          <p:nvPr/>
        </p:nvGraphicFramePr>
        <p:xfrm>
          <a:off x="1455738" y="2173288"/>
          <a:ext cx="4818062" cy="650875"/>
        </p:xfrm>
        <a:graphic>
          <a:graphicData uri="http://schemas.openxmlformats.org/presentationml/2006/ole">
            <mc:AlternateContent xmlns:mc="http://schemas.openxmlformats.org/markup-compatibility/2006">
              <mc:Choice xmlns:v="urn:schemas-microsoft-com:vml" Requires="v">
                <p:oleObj spid="_x0000_s48182" r:id="rId6" imgW="2730500" imgH="368300" progId="Equation.DSMT4">
                  <p:embed/>
                </p:oleObj>
              </mc:Choice>
              <mc:Fallback>
                <p:oleObj r:id="rId6" imgW="2730500" imgH="368300" progId="Equation.DSMT4">
                  <p:embed/>
                  <p:pic>
                    <p:nvPicPr>
                      <p:cNvPr id="0" name="Object 6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738" y="2173288"/>
                        <a:ext cx="481806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11" name="Object 63">
            <a:extLst>
              <a:ext uri="{FF2B5EF4-FFF2-40B4-BE49-F238E27FC236}">
                <a16:creationId xmlns:a16="http://schemas.microsoft.com/office/drawing/2014/main" id="{14ECD1F0-DBD0-4269-8242-66C31210E843}"/>
              </a:ext>
            </a:extLst>
          </p:cNvPr>
          <p:cNvGraphicFramePr>
            <a:graphicFrameLocks/>
          </p:cNvGraphicFramePr>
          <p:nvPr/>
        </p:nvGraphicFramePr>
        <p:xfrm>
          <a:off x="2074863" y="2784475"/>
          <a:ext cx="5799137" cy="427038"/>
        </p:xfrm>
        <a:graphic>
          <a:graphicData uri="http://schemas.openxmlformats.org/presentationml/2006/ole">
            <mc:AlternateContent xmlns:mc="http://schemas.openxmlformats.org/markup-compatibility/2006">
              <mc:Choice xmlns:v="urn:schemas-microsoft-com:vml" Requires="v">
                <p:oleObj spid="_x0000_s48183" r:id="rId8" imgW="3451404" imgH="253780" progId="Equation.DSMT4">
                  <p:embed/>
                </p:oleObj>
              </mc:Choice>
              <mc:Fallback>
                <p:oleObj r:id="rId8" imgW="3451404" imgH="253780" progId="Equation.DSMT4">
                  <p:embed/>
                  <p:pic>
                    <p:nvPicPr>
                      <p:cNvPr id="0" name="Object 6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4863" y="2784475"/>
                        <a:ext cx="57991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12" name="Object 64">
            <a:extLst>
              <a:ext uri="{FF2B5EF4-FFF2-40B4-BE49-F238E27FC236}">
                <a16:creationId xmlns:a16="http://schemas.microsoft.com/office/drawing/2014/main" id="{72E65E97-7B4A-4BEB-90FD-62FFDE7EC06F}"/>
              </a:ext>
            </a:extLst>
          </p:cNvPr>
          <p:cNvGraphicFramePr>
            <a:graphicFrameLocks/>
          </p:cNvGraphicFramePr>
          <p:nvPr/>
        </p:nvGraphicFramePr>
        <p:xfrm>
          <a:off x="2138363" y="3230563"/>
          <a:ext cx="4484687" cy="741362"/>
        </p:xfrm>
        <a:graphic>
          <a:graphicData uri="http://schemas.openxmlformats.org/presentationml/2006/ole">
            <mc:AlternateContent xmlns:mc="http://schemas.openxmlformats.org/markup-compatibility/2006">
              <mc:Choice xmlns:v="urn:schemas-microsoft-com:vml" Requires="v">
                <p:oleObj spid="_x0000_s48184" r:id="rId10" imgW="2540000" imgH="419100" progId="Equation.DSMT4">
                  <p:embed/>
                </p:oleObj>
              </mc:Choice>
              <mc:Fallback>
                <p:oleObj r:id="rId10" imgW="2540000" imgH="419100" progId="Equation.DSMT4">
                  <p:embed/>
                  <p:pic>
                    <p:nvPicPr>
                      <p:cNvPr id="0" name="Object 6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8363" y="3230563"/>
                        <a:ext cx="4484687"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16" name="Object 68">
            <a:extLst>
              <a:ext uri="{FF2B5EF4-FFF2-40B4-BE49-F238E27FC236}">
                <a16:creationId xmlns:a16="http://schemas.microsoft.com/office/drawing/2014/main" id="{1DA3ECB8-EBE1-410C-89B7-518BB1F06945}"/>
              </a:ext>
            </a:extLst>
          </p:cNvPr>
          <p:cNvGraphicFramePr>
            <a:graphicFrameLocks/>
          </p:cNvGraphicFramePr>
          <p:nvPr/>
        </p:nvGraphicFramePr>
        <p:xfrm>
          <a:off x="1998663" y="3968750"/>
          <a:ext cx="4516437" cy="668338"/>
        </p:xfrm>
        <a:graphic>
          <a:graphicData uri="http://schemas.openxmlformats.org/presentationml/2006/ole">
            <mc:AlternateContent xmlns:mc="http://schemas.openxmlformats.org/markup-compatibility/2006">
              <mc:Choice xmlns:v="urn:schemas-microsoft-com:vml" Requires="v">
                <p:oleObj spid="_x0000_s48185" r:id="rId12" imgW="2832100" imgH="419100" progId="Equation.DSMT4">
                  <p:embed/>
                </p:oleObj>
              </mc:Choice>
              <mc:Fallback>
                <p:oleObj r:id="rId12" imgW="2832100" imgH="419100" progId="Equation.DSMT4">
                  <p:embed/>
                  <p:pic>
                    <p:nvPicPr>
                      <p:cNvPr id="0" name="Object 6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8663" y="3968750"/>
                        <a:ext cx="4516437"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17" name="Object 69">
            <a:extLst>
              <a:ext uri="{FF2B5EF4-FFF2-40B4-BE49-F238E27FC236}">
                <a16:creationId xmlns:a16="http://schemas.microsoft.com/office/drawing/2014/main" id="{84240A5B-6F2C-410D-89B7-68BAF5CF6317}"/>
              </a:ext>
            </a:extLst>
          </p:cNvPr>
          <p:cNvGraphicFramePr>
            <a:graphicFrameLocks/>
          </p:cNvGraphicFramePr>
          <p:nvPr/>
        </p:nvGraphicFramePr>
        <p:xfrm>
          <a:off x="2081213" y="4651375"/>
          <a:ext cx="5286375" cy="668338"/>
        </p:xfrm>
        <a:graphic>
          <a:graphicData uri="http://schemas.openxmlformats.org/presentationml/2006/ole">
            <mc:AlternateContent xmlns:mc="http://schemas.openxmlformats.org/markup-compatibility/2006">
              <mc:Choice xmlns:v="urn:schemas-microsoft-com:vml" Requires="v">
                <p:oleObj spid="_x0000_s48186" r:id="rId14" imgW="3314700" imgH="419100" progId="Equation.DSMT4">
                  <p:embed/>
                </p:oleObj>
              </mc:Choice>
              <mc:Fallback>
                <p:oleObj r:id="rId14" imgW="3314700" imgH="419100" progId="Equation.DSMT4">
                  <p:embed/>
                  <p:pic>
                    <p:nvPicPr>
                      <p:cNvPr id="0" name="Object 6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81213" y="4651375"/>
                        <a:ext cx="528637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18" name="Object 70">
            <a:extLst>
              <a:ext uri="{FF2B5EF4-FFF2-40B4-BE49-F238E27FC236}">
                <a16:creationId xmlns:a16="http://schemas.microsoft.com/office/drawing/2014/main" id="{BA2F1DE9-7E91-4637-A23F-C3F6D8922F7E}"/>
              </a:ext>
            </a:extLst>
          </p:cNvPr>
          <p:cNvGraphicFramePr>
            <a:graphicFrameLocks/>
          </p:cNvGraphicFramePr>
          <p:nvPr/>
        </p:nvGraphicFramePr>
        <p:xfrm>
          <a:off x="2135188" y="5457825"/>
          <a:ext cx="4213225" cy="1052513"/>
        </p:xfrm>
        <a:graphic>
          <a:graphicData uri="http://schemas.openxmlformats.org/presentationml/2006/ole">
            <mc:AlternateContent xmlns:mc="http://schemas.openxmlformats.org/markup-compatibility/2006">
              <mc:Choice xmlns:v="urn:schemas-microsoft-com:vml" Requires="v">
                <p:oleObj spid="_x0000_s48187" r:id="rId16" imgW="2640454" imgH="660113" progId="Equation.DSMT4">
                  <p:embed/>
                </p:oleObj>
              </mc:Choice>
              <mc:Fallback>
                <p:oleObj r:id="rId16" imgW="2640454" imgH="660113" progId="Equation.DSMT4">
                  <p:embed/>
                  <p:pic>
                    <p:nvPicPr>
                      <p:cNvPr id="0" name="Object 7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5188" y="5457825"/>
                        <a:ext cx="421322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6519" name="Object 71">
            <a:extLst>
              <a:ext uri="{FF2B5EF4-FFF2-40B4-BE49-F238E27FC236}">
                <a16:creationId xmlns:a16="http://schemas.microsoft.com/office/drawing/2014/main" id="{E05BC37D-236A-4D71-936B-A4793A6F0C78}"/>
              </a:ext>
            </a:extLst>
          </p:cNvPr>
          <p:cNvGraphicFramePr>
            <a:graphicFrameLocks/>
          </p:cNvGraphicFramePr>
          <p:nvPr/>
        </p:nvGraphicFramePr>
        <p:xfrm>
          <a:off x="7591425" y="3289300"/>
          <a:ext cx="958850" cy="1639888"/>
        </p:xfrm>
        <a:graphic>
          <a:graphicData uri="http://schemas.openxmlformats.org/presentationml/2006/ole">
            <mc:AlternateContent xmlns:mc="http://schemas.openxmlformats.org/markup-compatibility/2006">
              <mc:Choice xmlns:v="urn:schemas-microsoft-com:vml" Requires="v">
                <p:oleObj spid="_x0000_s48188" r:id="rId18" imgW="609336" imgH="1040948" progId="Equation.DSMT4">
                  <p:embed/>
                </p:oleObj>
              </mc:Choice>
              <mc:Fallback>
                <p:oleObj r:id="rId18" imgW="609336" imgH="1040948" progId="Equation.DSMT4">
                  <p:embed/>
                  <p:pic>
                    <p:nvPicPr>
                      <p:cNvPr id="0" name="Object 7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91425" y="3289300"/>
                        <a:ext cx="958850"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6520" name="Oval 72">
            <a:extLst>
              <a:ext uri="{FF2B5EF4-FFF2-40B4-BE49-F238E27FC236}">
                <a16:creationId xmlns:a16="http://schemas.microsoft.com/office/drawing/2014/main" id="{298E7AA2-E97E-4E79-91D1-DEAB99DC4A12}"/>
              </a:ext>
            </a:extLst>
          </p:cNvPr>
          <p:cNvSpPr>
            <a:spLocks noChangeArrowheads="1"/>
          </p:cNvSpPr>
          <p:nvPr/>
        </p:nvSpPr>
        <p:spPr bwMode="auto">
          <a:xfrm>
            <a:off x="7348538" y="3175000"/>
            <a:ext cx="1430337" cy="2162175"/>
          </a:xfrm>
          <a:prstGeom prst="ellipse">
            <a:avLst/>
          </a:prstGeom>
          <a:noFill/>
          <a:ln w="19050">
            <a:solidFill>
              <a:schemeClr val="accent2"/>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6509"/>
                                        </p:tgtEl>
                                        <p:attrNameLst>
                                          <p:attrName>style.visibility</p:attrName>
                                        </p:attrNameLst>
                                      </p:cBhvr>
                                      <p:to>
                                        <p:strVal val="visible"/>
                                      </p:to>
                                    </p:set>
                                    <p:anim calcmode="lin" valueType="num">
                                      <p:cBhvr>
                                        <p:cTn id="7" dur="500" fill="hold"/>
                                        <p:tgtEl>
                                          <p:spTgt spid="1256509"/>
                                        </p:tgtEl>
                                        <p:attrNameLst>
                                          <p:attrName>ppt_x</p:attrName>
                                        </p:attrNameLst>
                                      </p:cBhvr>
                                      <p:tavLst>
                                        <p:tav tm="0">
                                          <p:val>
                                            <p:strVal val="0-#ppt_w/2"/>
                                          </p:val>
                                        </p:tav>
                                        <p:tav tm="100000">
                                          <p:val>
                                            <p:strVal val="#ppt_x"/>
                                          </p:val>
                                        </p:tav>
                                      </p:tavLst>
                                    </p:anim>
                                    <p:anim calcmode="lin" valueType="num">
                                      <p:cBhvr>
                                        <p:cTn id="8" dur="500" fill="hold"/>
                                        <p:tgtEl>
                                          <p:spTgt spid="125650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6511"/>
                                        </p:tgtEl>
                                        <p:attrNameLst>
                                          <p:attrName>style.visibility</p:attrName>
                                        </p:attrNameLst>
                                      </p:cBhvr>
                                      <p:to>
                                        <p:strVal val="visible"/>
                                      </p:to>
                                    </p:set>
                                    <p:anim calcmode="lin" valueType="num">
                                      <p:cBhvr>
                                        <p:cTn id="13" dur="500" fill="hold"/>
                                        <p:tgtEl>
                                          <p:spTgt spid="1256511"/>
                                        </p:tgtEl>
                                        <p:attrNameLst>
                                          <p:attrName>ppt_x</p:attrName>
                                        </p:attrNameLst>
                                      </p:cBhvr>
                                      <p:tavLst>
                                        <p:tav tm="0">
                                          <p:val>
                                            <p:strVal val="0-#ppt_w/2"/>
                                          </p:val>
                                        </p:tav>
                                        <p:tav tm="100000">
                                          <p:val>
                                            <p:strVal val="#ppt_x"/>
                                          </p:val>
                                        </p:tav>
                                      </p:tavLst>
                                    </p:anim>
                                    <p:anim calcmode="lin" valueType="num">
                                      <p:cBhvr>
                                        <p:cTn id="14" dur="500" fill="hold"/>
                                        <p:tgtEl>
                                          <p:spTgt spid="125651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56512"/>
                                        </p:tgtEl>
                                        <p:attrNameLst>
                                          <p:attrName>style.visibility</p:attrName>
                                        </p:attrNameLst>
                                      </p:cBhvr>
                                      <p:to>
                                        <p:strVal val="visible"/>
                                      </p:to>
                                    </p:set>
                                    <p:anim calcmode="lin" valueType="num">
                                      <p:cBhvr>
                                        <p:cTn id="19" dur="500" fill="hold"/>
                                        <p:tgtEl>
                                          <p:spTgt spid="1256512"/>
                                        </p:tgtEl>
                                        <p:attrNameLst>
                                          <p:attrName>ppt_x</p:attrName>
                                        </p:attrNameLst>
                                      </p:cBhvr>
                                      <p:tavLst>
                                        <p:tav tm="0">
                                          <p:val>
                                            <p:strVal val="0-#ppt_w/2"/>
                                          </p:val>
                                        </p:tav>
                                        <p:tav tm="100000">
                                          <p:val>
                                            <p:strVal val="#ppt_x"/>
                                          </p:val>
                                        </p:tav>
                                      </p:tavLst>
                                    </p:anim>
                                    <p:anim calcmode="lin" valueType="num">
                                      <p:cBhvr>
                                        <p:cTn id="20" dur="500" fill="hold"/>
                                        <p:tgtEl>
                                          <p:spTgt spid="125651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56516"/>
                                        </p:tgtEl>
                                        <p:attrNameLst>
                                          <p:attrName>style.visibility</p:attrName>
                                        </p:attrNameLst>
                                      </p:cBhvr>
                                      <p:to>
                                        <p:strVal val="visible"/>
                                      </p:to>
                                    </p:set>
                                    <p:anim calcmode="lin" valueType="num">
                                      <p:cBhvr>
                                        <p:cTn id="25" dur="500" fill="hold"/>
                                        <p:tgtEl>
                                          <p:spTgt spid="1256516"/>
                                        </p:tgtEl>
                                        <p:attrNameLst>
                                          <p:attrName>ppt_x</p:attrName>
                                        </p:attrNameLst>
                                      </p:cBhvr>
                                      <p:tavLst>
                                        <p:tav tm="0">
                                          <p:val>
                                            <p:strVal val="0-#ppt_w/2"/>
                                          </p:val>
                                        </p:tav>
                                        <p:tav tm="100000">
                                          <p:val>
                                            <p:strVal val="#ppt_x"/>
                                          </p:val>
                                        </p:tav>
                                      </p:tavLst>
                                    </p:anim>
                                    <p:anim calcmode="lin" valueType="num">
                                      <p:cBhvr>
                                        <p:cTn id="26" dur="500" fill="hold"/>
                                        <p:tgtEl>
                                          <p:spTgt spid="125651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56517"/>
                                        </p:tgtEl>
                                        <p:attrNameLst>
                                          <p:attrName>style.visibility</p:attrName>
                                        </p:attrNameLst>
                                      </p:cBhvr>
                                      <p:to>
                                        <p:strVal val="visible"/>
                                      </p:to>
                                    </p:set>
                                    <p:anim calcmode="lin" valueType="num">
                                      <p:cBhvr>
                                        <p:cTn id="31" dur="500" fill="hold"/>
                                        <p:tgtEl>
                                          <p:spTgt spid="1256517"/>
                                        </p:tgtEl>
                                        <p:attrNameLst>
                                          <p:attrName>ppt_x</p:attrName>
                                        </p:attrNameLst>
                                      </p:cBhvr>
                                      <p:tavLst>
                                        <p:tav tm="0">
                                          <p:val>
                                            <p:strVal val="0-#ppt_w/2"/>
                                          </p:val>
                                        </p:tav>
                                        <p:tav tm="100000">
                                          <p:val>
                                            <p:strVal val="#ppt_x"/>
                                          </p:val>
                                        </p:tav>
                                      </p:tavLst>
                                    </p:anim>
                                    <p:anim calcmode="lin" valueType="num">
                                      <p:cBhvr>
                                        <p:cTn id="32" dur="500" fill="hold"/>
                                        <p:tgtEl>
                                          <p:spTgt spid="125651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56518"/>
                                        </p:tgtEl>
                                        <p:attrNameLst>
                                          <p:attrName>style.visibility</p:attrName>
                                        </p:attrNameLst>
                                      </p:cBhvr>
                                      <p:to>
                                        <p:strVal val="visible"/>
                                      </p:to>
                                    </p:set>
                                    <p:anim calcmode="lin" valueType="num">
                                      <p:cBhvr>
                                        <p:cTn id="37" dur="500" fill="hold"/>
                                        <p:tgtEl>
                                          <p:spTgt spid="1256518"/>
                                        </p:tgtEl>
                                        <p:attrNameLst>
                                          <p:attrName>ppt_x</p:attrName>
                                        </p:attrNameLst>
                                      </p:cBhvr>
                                      <p:tavLst>
                                        <p:tav tm="0">
                                          <p:val>
                                            <p:strVal val="0-#ppt_w/2"/>
                                          </p:val>
                                        </p:tav>
                                        <p:tav tm="100000">
                                          <p:val>
                                            <p:strVal val="#ppt_x"/>
                                          </p:val>
                                        </p:tav>
                                      </p:tavLst>
                                    </p:anim>
                                    <p:anim calcmode="lin" valueType="num">
                                      <p:cBhvr>
                                        <p:cTn id="38" dur="500" fill="hold"/>
                                        <p:tgtEl>
                                          <p:spTgt spid="125651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1256519"/>
                                        </p:tgtEl>
                                        <p:attrNameLst>
                                          <p:attrName>style.visibility</p:attrName>
                                        </p:attrNameLst>
                                      </p:cBhvr>
                                      <p:to>
                                        <p:strVal val="visible"/>
                                      </p:to>
                                    </p:set>
                                    <p:animEffect transition="in" filter="blinds(horizontal)">
                                      <p:cBhvr>
                                        <p:cTn id="43" dur="500"/>
                                        <p:tgtEl>
                                          <p:spTgt spid="1256519"/>
                                        </p:tgtEl>
                                      </p:cBhvr>
                                    </p:animEffect>
                                  </p:childTnLst>
                                </p:cTn>
                              </p:par>
                            </p:childTnLst>
                          </p:cTn>
                        </p:par>
                        <p:par>
                          <p:cTn id="44" fill="hold" nodeType="afterGroup">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1256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65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7">
            <a:extLst>
              <a:ext uri="{FF2B5EF4-FFF2-40B4-BE49-F238E27FC236}">
                <a16:creationId xmlns:a16="http://schemas.microsoft.com/office/drawing/2014/main" id="{205CE4CA-71C1-4FA9-AACF-09775C36F58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7AD53FBB-1254-4BB4-B42F-3EBB2B8A873A}" type="slidenum">
              <a:rPr altLang="en-US" sz="1400" smtClean="0"/>
              <a:pPr>
                <a:lnSpc>
                  <a:spcPct val="100000"/>
                </a:lnSpc>
                <a:spcBef>
                  <a:spcPct val="0"/>
                </a:spcBef>
                <a:buClr>
                  <a:schemeClr val="tx1"/>
                </a:buClr>
                <a:buFontTx/>
                <a:buNone/>
              </a:pPr>
              <a:t>31</a:t>
            </a:fld>
            <a:endParaRPr lang="zh-CN" altLang="en-US" sz="1400"/>
          </a:p>
        </p:txBody>
      </p:sp>
      <p:sp>
        <p:nvSpPr>
          <p:cNvPr id="49155" name="Rectangle 3">
            <a:extLst>
              <a:ext uri="{FF2B5EF4-FFF2-40B4-BE49-F238E27FC236}">
                <a16:creationId xmlns:a16="http://schemas.microsoft.com/office/drawing/2014/main" id="{049A5F97-C41D-4A80-8CFA-004121BE9B34}"/>
              </a:ext>
            </a:extLst>
          </p:cNvPr>
          <p:cNvSpPr>
            <a:spLocks noGrp="1" noChangeArrowheads="1"/>
          </p:cNvSpPr>
          <p:nvPr>
            <p:ph type="body" sz="half" idx="1"/>
          </p:nvPr>
        </p:nvSpPr>
        <p:spPr>
          <a:xfrm>
            <a:off x="1077913" y="747713"/>
            <a:ext cx="573087" cy="561975"/>
          </a:xfrm>
        </p:spPr>
        <p:txBody>
          <a:bodyPr/>
          <a:lstStyle/>
          <a:p>
            <a:pPr eaLnBrk="1" hangingPunct="1">
              <a:buFontTx/>
              <a:buBlip>
                <a:blip r:embed="rId3"/>
              </a:buBlip>
            </a:pPr>
            <a:r>
              <a:rPr lang="en-US" altLang="zh-CN" sz="3200"/>
              <a:t> </a:t>
            </a:r>
          </a:p>
        </p:txBody>
      </p:sp>
      <p:graphicFrame>
        <p:nvGraphicFramePr>
          <p:cNvPr id="49156" name="Object 4">
            <a:extLst>
              <a:ext uri="{FF2B5EF4-FFF2-40B4-BE49-F238E27FC236}">
                <a16:creationId xmlns:a16="http://schemas.microsoft.com/office/drawing/2014/main" id="{D7C089E1-D636-40B4-9ABB-8220C2CEE7C2}"/>
              </a:ext>
            </a:extLst>
          </p:cNvPr>
          <p:cNvGraphicFramePr>
            <a:graphicFrameLocks noGrp="1"/>
          </p:cNvGraphicFramePr>
          <p:nvPr>
            <p:ph sz="quarter" idx="2"/>
          </p:nvPr>
        </p:nvGraphicFramePr>
        <p:xfrm>
          <a:off x="1139825" y="1263650"/>
          <a:ext cx="7024688" cy="1065213"/>
        </p:xfrm>
        <a:graphic>
          <a:graphicData uri="http://schemas.openxmlformats.org/presentationml/2006/ole">
            <mc:AlternateContent xmlns:mc="http://schemas.openxmlformats.org/markup-compatibility/2006">
              <mc:Choice xmlns:v="urn:schemas-microsoft-com:vml" Requires="v">
                <p:oleObj spid="_x0000_s49348" r:id="rId4" imgW="4521200" imgH="685800" progId="Equation.DSMT4">
                  <p:embed/>
                </p:oleObj>
              </mc:Choice>
              <mc:Fallback>
                <p:oleObj r:id="rId4" imgW="4521200" imgH="68580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9825" y="1263650"/>
                        <a:ext cx="70246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59" name="Object 7">
            <a:extLst>
              <a:ext uri="{FF2B5EF4-FFF2-40B4-BE49-F238E27FC236}">
                <a16:creationId xmlns:a16="http://schemas.microsoft.com/office/drawing/2014/main" id="{B56356B7-89FD-493F-925D-0A54A9180928}"/>
              </a:ext>
            </a:extLst>
          </p:cNvPr>
          <p:cNvGraphicFramePr>
            <a:graphicFrameLocks noGrp="1"/>
          </p:cNvGraphicFramePr>
          <p:nvPr>
            <p:ph sz="quarter" idx="3"/>
          </p:nvPr>
        </p:nvGraphicFramePr>
        <p:xfrm>
          <a:off x="1893888" y="3413125"/>
          <a:ext cx="5997575" cy="928688"/>
        </p:xfrm>
        <a:graphic>
          <a:graphicData uri="http://schemas.openxmlformats.org/presentationml/2006/ole">
            <mc:AlternateContent xmlns:mc="http://schemas.openxmlformats.org/markup-compatibility/2006">
              <mc:Choice xmlns:v="urn:schemas-microsoft-com:vml" Requires="v">
                <p:oleObj spid="_x0000_s49349" r:id="rId6" imgW="3937000" imgH="609600" progId="Equation.DSMT4">
                  <p:embed/>
                </p:oleObj>
              </mc:Choice>
              <mc:Fallback>
                <p:oleObj r:id="rId6" imgW="3937000" imgH="609600" progId="Equation.DSMT4">
                  <p:embed/>
                  <p:pic>
                    <p:nvPicPr>
                      <p:cNvPr id="0" name="Object 7"/>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3888" y="3413125"/>
                        <a:ext cx="5997575"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71818" name="Rectangle 10">
            <a:extLst>
              <a:ext uri="{FF2B5EF4-FFF2-40B4-BE49-F238E27FC236}">
                <a16:creationId xmlns:a16="http://schemas.microsoft.com/office/drawing/2014/main" id="{9215D9BC-29FD-40DE-AAC4-1530C50A5AD5}"/>
              </a:ext>
            </a:extLst>
          </p:cNvPr>
          <p:cNvSpPr>
            <a:spLocks noChangeArrowheads="1"/>
          </p:cNvSpPr>
          <p:nvPr/>
        </p:nvSpPr>
        <p:spPr bwMode="auto">
          <a:xfrm>
            <a:off x="1042988" y="2341563"/>
            <a:ext cx="7893050" cy="77152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49159" name="Object 136">
            <a:extLst>
              <a:ext uri="{FF2B5EF4-FFF2-40B4-BE49-F238E27FC236}">
                <a16:creationId xmlns:a16="http://schemas.microsoft.com/office/drawing/2014/main" id="{4E6C511E-0C6A-4F4F-91DD-ECE47822D53F}"/>
              </a:ext>
            </a:extLst>
          </p:cNvPr>
          <p:cNvGraphicFramePr>
            <a:graphicFrameLocks/>
          </p:cNvGraphicFramePr>
          <p:nvPr/>
        </p:nvGraphicFramePr>
        <p:xfrm>
          <a:off x="1619250" y="673100"/>
          <a:ext cx="1125538" cy="414338"/>
        </p:xfrm>
        <a:graphic>
          <a:graphicData uri="http://schemas.openxmlformats.org/presentationml/2006/ole">
            <mc:AlternateContent xmlns:mc="http://schemas.openxmlformats.org/markup-compatibility/2006">
              <mc:Choice xmlns:v="urn:schemas-microsoft-com:vml" Requires="v">
                <p:oleObj spid="_x0000_s49350" r:id="rId8" imgW="722959" imgH="266353" progId="Equation.DSMT4">
                  <p:embed/>
                </p:oleObj>
              </mc:Choice>
              <mc:Fallback>
                <p:oleObj r:id="rId8" imgW="722959" imgH="266353" progId="Equation.DSMT4">
                  <p:embed/>
                  <p:pic>
                    <p:nvPicPr>
                      <p:cNvPr id="0" name="Object 13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673100"/>
                        <a:ext cx="1125538"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60" name="AutoShape 138">
            <a:extLst>
              <a:ext uri="{FF2B5EF4-FFF2-40B4-BE49-F238E27FC236}">
                <a16:creationId xmlns:a16="http://schemas.microsoft.com/office/drawing/2014/main" id="{CEF29437-EE55-44AC-AEBF-5A021211D708}"/>
              </a:ext>
            </a:extLst>
          </p:cNvPr>
          <p:cNvSpPr>
            <a:spLocks noChangeArrowheads="1"/>
          </p:cNvSpPr>
          <p:nvPr/>
        </p:nvSpPr>
        <p:spPr bwMode="auto">
          <a:xfrm>
            <a:off x="898525" y="1336675"/>
            <a:ext cx="223838"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71947" name="Object 139">
            <a:extLst>
              <a:ext uri="{FF2B5EF4-FFF2-40B4-BE49-F238E27FC236}">
                <a16:creationId xmlns:a16="http://schemas.microsoft.com/office/drawing/2014/main" id="{8ADADA34-8F55-415D-B881-45BDA8B5E0D7}"/>
              </a:ext>
            </a:extLst>
          </p:cNvPr>
          <p:cNvGraphicFramePr>
            <a:graphicFrameLocks/>
          </p:cNvGraphicFramePr>
          <p:nvPr/>
        </p:nvGraphicFramePr>
        <p:xfrm>
          <a:off x="1074738" y="2339975"/>
          <a:ext cx="7808912" cy="774700"/>
        </p:xfrm>
        <a:graphic>
          <a:graphicData uri="http://schemas.openxmlformats.org/presentationml/2006/ole">
            <mc:AlternateContent xmlns:mc="http://schemas.openxmlformats.org/markup-compatibility/2006">
              <mc:Choice xmlns:v="urn:schemas-microsoft-com:vml" Requires="v">
                <p:oleObj spid="_x0000_s49351" r:id="rId10" imgW="4988935" imgH="495085" progId="Equation.DSMT4">
                  <p:embed/>
                </p:oleObj>
              </mc:Choice>
              <mc:Fallback>
                <p:oleObj r:id="rId10" imgW="4988935" imgH="495085" progId="Equation.DSMT4">
                  <p:embed/>
                  <p:pic>
                    <p:nvPicPr>
                      <p:cNvPr id="0" name="Object 13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4738" y="2339975"/>
                        <a:ext cx="7808912"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49">
            <a:extLst>
              <a:ext uri="{FF2B5EF4-FFF2-40B4-BE49-F238E27FC236}">
                <a16:creationId xmlns:a16="http://schemas.microsoft.com/office/drawing/2014/main" id="{E0073E54-E33E-4F53-B31C-6626E2542343}"/>
              </a:ext>
            </a:extLst>
          </p:cNvPr>
          <p:cNvGrpSpPr>
            <a:grpSpLocks/>
          </p:cNvGrpSpPr>
          <p:nvPr/>
        </p:nvGrpSpPr>
        <p:grpSpPr bwMode="auto">
          <a:xfrm>
            <a:off x="1670050" y="4291013"/>
            <a:ext cx="6221413" cy="2381250"/>
            <a:chOff x="1052" y="2703"/>
            <a:chExt cx="3919" cy="1500"/>
          </a:xfrm>
        </p:grpSpPr>
        <p:grpSp>
          <p:nvGrpSpPr>
            <p:cNvPr id="49166" name="Group 142">
              <a:extLst>
                <a:ext uri="{FF2B5EF4-FFF2-40B4-BE49-F238E27FC236}">
                  <a16:creationId xmlns:a16="http://schemas.microsoft.com/office/drawing/2014/main" id="{41148799-BA08-4884-B312-E6F8C26CF0D9}"/>
                </a:ext>
              </a:extLst>
            </p:cNvPr>
            <p:cNvGrpSpPr>
              <a:grpSpLocks/>
            </p:cNvGrpSpPr>
            <p:nvPr/>
          </p:nvGrpSpPr>
          <p:grpSpPr bwMode="auto">
            <a:xfrm>
              <a:off x="3366" y="2896"/>
              <a:ext cx="1605" cy="1307"/>
              <a:chOff x="3439" y="2854"/>
              <a:chExt cx="1605" cy="1307"/>
            </a:xfrm>
          </p:grpSpPr>
          <p:sp>
            <p:nvSpPr>
              <p:cNvPr id="49210" name="Line 63">
                <a:extLst>
                  <a:ext uri="{FF2B5EF4-FFF2-40B4-BE49-F238E27FC236}">
                    <a16:creationId xmlns:a16="http://schemas.microsoft.com/office/drawing/2014/main" id="{3C04DF07-9E64-463F-B145-8946151661F9}"/>
                  </a:ext>
                </a:extLst>
              </p:cNvPr>
              <p:cNvSpPr>
                <a:spLocks noChangeShapeType="1"/>
              </p:cNvSpPr>
              <p:nvPr/>
            </p:nvSpPr>
            <p:spPr bwMode="auto">
              <a:xfrm>
                <a:off x="3439" y="3851"/>
                <a:ext cx="1580" cy="0"/>
              </a:xfrm>
              <a:prstGeom prst="line">
                <a:avLst/>
              </a:prstGeom>
              <a:noFill/>
              <a:ln w="127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1" name="Line 65">
                <a:extLst>
                  <a:ext uri="{FF2B5EF4-FFF2-40B4-BE49-F238E27FC236}">
                    <a16:creationId xmlns:a16="http://schemas.microsoft.com/office/drawing/2014/main" id="{4182EAFF-FBB7-4ED9-BD1D-B1C6671ADE50}"/>
                  </a:ext>
                </a:extLst>
              </p:cNvPr>
              <p:cNvSpPr>
                <a:spLocks noChangeShapeType="1"/>
              </p:cNvSpPr>
              <p:nvPr/>
            </p:nvSpPr>
            <p:spPr bwMode="auto">
              <a:xfrm flipV="1">
                <a:off x="4172" y="2904"/>
                <a:ext cx="0" cy="947"/>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2" name="Line 116">
                <a:extLst>
                  <a:ext uri="{FF2B5EF4-FFF2-40B4-BE49-F238E27FC236}">
                    <a16:creationId xmlns:a16="http://schemas.microsoft.com/office/drawing/2014/main" id="{6C5E1660-68C6-4759-B684-4E8F6C9096AA}"/>
                  </a:ext>
                </a:extLst>
              </p:cNvPr>
              <p:cNvSpPr>
                <a:spLocks noChangeShapeType="1"/>
              </p:cNvSpPr>
              <p:nvPr/>
            </p:nvSpPr>
            <p:spPr bwMode="auto">
              <a:xfrm>
                <a:off x="4378" y="3456"/>
                <a:ext cx="0" cy="395"/>
              </a:xfrm>
              <a:prstGeom prst="line">
                <a:avLst/>
              </a:prstGeom>
              <a:noFill/>
              <a:ln w="15875">
                <a:solidFill>
                  <a:srgbClr val="0033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9213" name="Group 109">
                <a:extLst>
                  <a:ext uri="{FF2B5EF4-FFF2-40B4-BE49-F238E27FC236}">
                    <a16:creationId xmlns:a16="http://schemas.microsoft.com/office/drawing/2014/main" id="{1F07B01C-3540-4EF6-BEE4-F10EB150A493}"/>
                  </a:ext>
                </a:extLst>
              </p:cNvPr>
              <p:cNvGrpSpPr>
                <a:grpSpLocks/>
              </p:cNvGrpSpPr>
              <p:nvPr/>
            </p:nvGrpSpPr>
            <p:grpSpPr bwMode="auto">
              <a:xfrm>
                <a:off x="3528" y="3020"/>
                <a:ext cx="1292" cy="787"/>
                <a:chOff x="1122" y="3002"/>
                <a:chExt cx="1292" cy="787"/>
              </a:xfrm>
            </p:grpSpPr>
            <p:sp>
              <p:nvSpPr>
                <p:cNvPr id="49226" name="Freeform 110">
                  <a:extLst>
                    <a:ext uri="{FF2B5EF4-FFF2-40B4-BE49-F238E27FC236}">
                      <a16:creationId xmlns:a16="http://schemas.microsoft.com/office/drawing/2014/main" id="{3F4BE83A-F2E9-434A-AF45-ACFA08C5F533}"/>
                    </a:ext>
                  </a:extLst>
                </p:cNvPr>
                <p:cNvSpPr>
                  <a:spLocks noChangeArrowheads="1"/>
                </p:cNvSpPr>
                <p:nvPr/>
              </p:nvSpPr>
              <p:spPr bwMode="auto">
                <a:xfrm>
                  <a:off x="1122" y="3006"/>
                  <a:ext cx="646" cy="783"/>
                </a:xfrm>
                <a:custGeom>
                  <a:avLst/>
                  <a:gdLst>
                    <a:gd name="T0" fmla="*/ 0 w 646"/>
                    <a:gd name="T1" fmla="*/ 783 h 783"/>
                    <a:gd name="T2" fmla="*/ 283 w 646"/>
                    <a:gd name="T3" fmla="*/ 753 h 783"/>
                    <a:gd name="T4" fmla="*/ 373 w 646"/>
                    <a:gd name="T5" fmla="*/ 662 h 783"/>
                    <a:gd name="T6" fmla="*/ 424 w 646"/>
                    <a:gd name="T7" fmla="*/ 470 h 783"/>
                    <a:gd name="T8" fmla="*/ 485 w 646"/>
                    <a:gd name="T9" fmla="*/ 207 h 783"/>
                    <a:gd name="T10" fmla="*/ 565 w 646"/>
                    <a:gd name="T11" fmla="*/ 46 h 783"/>
                    <a:gd name="T12" fmla="*/ 646 w 646"/>
                    <a:gd name="T13" fmla="*/ 5 h 7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6" h="783">
                      <a:moveTo>
                        <a:pt x="0" y="783"/>
                      </a:moveTo>
                      <a:cubicBezTo>
                        <a:pt x="113" y="778"/>
                        <a:pt x="221" y="773"/>
                        <a:pt x="283" y="753"/>
                      </a:cubicBezTo>
                      <a:cubicBezTo>
                        <a:pt x="345" y="733"/>
                        <a:pt x="350" y="709"/>
                        <a:pt x="373" y="662"/>
                      </a:cubicBezTo>
                      <a:cubicBezTo>
                        <a:pt x="396" y="615"/>
                        <a:pt x="405" y="546"/>
                        <a:pt x="424" y="470"/>
                      </a:cubicBezTo>
                      <a:cubicBezTo>
                        <a:pt x="443" y="394"/>
                        <a:pt x="462" y="278"/>
                        <a:pt x="485" y="207"/>
                      </a:cubicBezTo>
                      <a:cubicBezTo>
                        <a:pt x="508" y="136"/>
                        <a:pt x="538" y="80"/>
                        <a:pt x="565" y="46"/>
                      </a:cubicBezTo>
                      <a:cubicBezTo>
                        <a:pt x="592" y="12"/>
                        <a:pt x="633" y="0"/>
                        <a:pt x="646" y="5"/>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27" name="Freeform 111">
                  <a:extLst>
                    <a:ext uri="{FF2B5EF4-FFF2-40B4-BE49-F238E27FC236}">
                      <a16:creationId xmlns:a16="http://schemas.microsoft.com/office/drawing/2014/main" id="{E17AF614-6441-45AB-B2E8-3F010CC52679}"/>
                    </a:ext>
                  </a:extLst>
                </p:cNvPr>
                <p:cNvSpPr>
                  <a:spLocks noChangeArrowheads="1"/>
                </p:cNvSpPr>
                <p:nvPr/>
              </p:nvSpPr>
              <p:spPr bwMode="auto">
                <a:xfrm flipH="1">
                  <a:off x="1768" y="3002"/>
                  <a:ext cx="646" cy="783"/>
                </a:xfrm>
                <a:custGeom>
                  <a:avLst/>
                  <a:gdLst>
                    <a:gd name="T0" fmla="*/ 0 w 646"/>
                    <a:gd name="T1" fmla="*/ 783 h 783"/>
                    <a:gd name="T2" fmla="*/ 283 w 646"/>
                    <a:gd name="T3" fmla="*/ 753 h 783"/>
                    <a:gd name="T4" fmla="*/ 373 w 646"/>
                    <a:gd name="T5" fmla="*/ 662 h 783"/>
                    <a:gd name="T6" fmla="*/ 424 w 646"/>
                    <a:gd name="T7" fmla="*/ 470 h 783"/>
                    <a:gd name="T8" fmla="*/ 485 w 646"/>
                    <a:gd name="T9" fmla="*/ 207 h 783"/>
                    <a:gd name="T10" fmla="*/ 565 w 646"/>
                    <a:gd name="T11" fmla="*/ 46 h 783"/>
                    <a:gd name="T12" fmla="*/ 646 w 646"/>
                    <a:gd name="T13" fmla="*/ 5 h 7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6" h="783">
                      <a:moveTo>
                        <a:pt x="0" y="783"/>
                      </a:moveTo>
                      <a:cubicBezTo>
                        <a:pt x="113" y="778"/>
                        <a:pt x="221" y="773"/>
                        <a:pt x="283" y="753"/>
                      </a:cubicBezTo>
                      <a:cubicBezTo>
                        <a:pt x="345" y="733"/>
                        <a:pt x="350" y="709"/>
                        <a:pt x="373" y="662"/>
                      </a:cubicBezTo>
                      <a:cubicBezTo>
                        <a:pt x="396" y="615"/>
                        <a:pt x="405" y="546"/>
                        <a:pt x="424" y="470"/>
                      </a:cubicBezTo>
                      <a:cubicBezTo>
                        <a:pt x="443" y="394"/>
                        <a:pt x="462" y="278"/>
                        <a:pt x="485" y="207"/>
                      </a:cubicBezTo>
                      <a:cubicBezTo>
                        <a:pt x="508" y="136"/>
                        <a:pt x="538" y="80"/>
                        <a:pt x="565" y="46"/>
                      </a:cubicBezTo>
                      <a:cubicBezTo>
                        <a:pt x="592" y="12"/>
                        <a:pt x="633" y="0"/>
                        <a:pt x="646" y="5"/>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9214" name="Line 117">
                <a:extLst>
                  <a:ext uri="{FF2B5EF4-FFF2-40B4-BE49-F238E27FC236}">
                    <a16:creationId xmlns:a16="http://schemas.microsoft.com/office/drawing/2014/main" id="{CC944604-89EB-4943-A376-DA6971EE8B23}"/>
                  </a:ext>
                </a:extLst>
              </p:cNvPr>
              <p:cNvSpPr>
                <a:spLocks noChangeShapeType="1"/>
              </p:cNvSpPr>
              <p:nvPr/>
            </p:nvSpPr>
            <p:spPr bwMode="auto">
              <a:xfrm flipH="1">
                <a:off x="4386" y="3651"/>
                <a:ext cx="40" cy="72"/>
              </a:xfrm>
              <a:prstGeom prst="line">
                <a:avLst/>
              </a:prstGeom>
              <a:noFill/>
              <a:ln w="12700">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5" name="Line 118">
                <a:extLst>
                  <a:ext uri="{FF2B5EF4-FFF2-40B4-BE49-F238E27FC236}">
                    <a16:creationId xmlns:a16="http://schemas.microsoft.com/office/drawing/2014/main" id="{CC19039B-6A2E-4BCC-9C90-8F88BB852B1A}"/>
                  </a:ext>
                </a:extLst>
              </p:cNvPr>
              <p:cNvSpPr>
                <a:spLocks noChangeShapeType="1"/>
              </p:cNvSpPr>
              <p:nvPr/>
            </p:nvSpPr>
            <p:spPr bwMode="auto">
              <a:xfrm flipH="1">
                <a:off x="4388" y="3725"/>
                <a:ext cx="70" cy="100"/>
              </a:xfrm>
              <a:prstGeom prst="line">
                <a:avLst/>
              </a:prstGeom>
              <a:noFill/>
              <a:ln w="12700">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6" name="Line 119">
                <a:extLst>
                  <a:ext uri="{FF2B5EF4-FFF2-40B4-BE49-F238E27FC236}">
                    <a16:creationId xmlns:a16="http://schemas.microsoft.com/office/drawing/2014/main" id="{DACD4EF1-B856-467C-8E3C-42097B454C02}"/>
                  </a:ext>
                </a:extLst>
              </p:cNvPr>
              <p:cNvSpPr>
                <a:spLocks noChangeShapeType="1"/>
              </p:cNvSpPr>
              <p:nvPr/>
            </p:nvSpPr>
            <p:spPr bwMode="auto">
              <a:xfrm flipH="1">
                <a:off x="4434" y="3764"/>
                <a:ext cx="66" cy="92"/>
              </a:xfrm>
              <a:prstGeom prst="line">
                <a:avLst/>
              </a:prstGeom>
              <a:noFill/>
              <a:ln w="12700">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7" name="Line 120">
                <a:extLst>
                  <a:ext uri="{FF2B5EF4-FFF2-40B4-BE49-F238E27FC236}">
                    <a16:creationId xmlns:a16="http://schemas.microsoft.com/office/drawing/2014/main" id="{4B3004D6-2296-4E51-AF76-801BC1FC21FB}"/>
                  </a:ext>
                </a:extLst>
              </p:cNvPr>
              <p:cNvSpPr>
                <a:spLocks noChangeShapeType="1"/>
              </p:cNvSpPr>
              <p:nvPr/>
            </p:nvSpPr>
            <p:spPr bwMode="auto">
              <a:xfrm flipH="1">
                <a:off x="4504" y="3789"/>
                <a:ext cx="88" cy="53"/>
              </a:xfrm>
              <a:prstGeom prst="line">
                <a:avLst/>
              </a:prstGeom>
              <a:noFill/>
              <a:ln w="12700">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8" name="Line 121">
                <a:extLst>
                  <a:ext uri="{FF2B5EF4-FFF2-40B4-BE49-F238E27FC236}">
                    <a16:creationId xmlns:a16="http://schemas.microsoft.com/office/drawing/2014/main" id="{C166DEEB-AB9E-4DC9-9681-B3362A40E959}"/>
                  </a:ext>
                </a:extLst>
              </p:cNvPr>
              <p:cNvSpPr>
                <a:spLocks noChangeShapeType="1"/>
              </p:cNvSpPr>
              <p:nvPr/>
            </p:nvSpPr>
            <p:spPr bwMode="auto">
              <a:xfrm flipH="1">
                <a:off x="4618" y="3798"/>
                <a:ext cx="133" cy="41"/>
              </a:xfrm>
              <a:prstGeom prst="line">
                <a:avLst/>
              </a:prstGeom>
              <a:noFill/>
              <a:ln w="12700">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219" name="Object 123">
                <a:extLst>
                  <a:ext uri="{FF2B5EF4-FFF2-40B4-BE49-F238E27FC236}">
                    <a16:creationId xmlns:a16="http://schemas.microsoft.com/office/drawing/2014/main" id="{6835FF6D-AFD5-470D-8605-74E26B5DDCB8}"/>
                  </a:ext>
                </a:extLst>
              </p:cNvPr>
              <p:cNvGraphicFramePr>
                <a:graphicFrameLocks/>
              </p:cNvGraphicFramePr>
              <p:nvPr/>
            </p:nvGraphicFramePr>
            <p:xfrm>
              <a:off x="4613" y="3167"/>
              <a:ext cx="161" cy="147"/>
            </p:xfrm>
            <a:graphic>
              <a:graphicData uri="http://schemas.openxmlformats.org/presentationml/2006/ole">
                <mc:AlternateContent xmlns:mc="http://schemas.openxmlformats.org/markup-compatibility/2006">
                  <mc:Choice xmlns:v="urn:schemas-microsoft-com:vml" Requires="v">
                    <p:oleObj spid="_x0000_s49352" r:id="rId12" imgW="152268" imgH="139579" progId="Equation.DSMT4">
                      <p:embed/>
                    </p:oleObj>
                  </mc:Choice>
                  <mc:Fallback>
                    <p:oleObj r:id="rId12" imgW="152268" imgH="139579" progId="Equation.DSMT4">
                      <p:embed/>
                      <p:pic>
                        <p:nvPicPr>
                          <p:cNvPr id="0" name="Object 12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13" y="3167"/>
                            <a:ext cx="16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220" name="Object 125">
                <a:extLst>
                  <a:ext uri="{FF2B5EF4-FFF2-40B4-BE49-F238E27FC236}">
                    <a16:creationId xmlns:a16="http://schemas.microsoft.com/office/drawing/2014/main" id="{90C094FF-EFB7-4866-BDA8-32A0B8FCC3EB}"/>
                  </a:ext>
                </a:extLst>
              </p:cNvPr>
              <p:cNvGraphicFramePr>
                <a:graphicFrameLocks/>
              </p:cNvGraphicFramePr>
              <p:nvPr/>
            </p:nvGraphicFramePr>
            <p:xfrm>
              <a:off x="4281" y="3833"/>
              <a:ext cx="314" cy="209"/>
            </p:xfrm>
            <a:graphic>
              <a:graphicData uri="http://schemas.openxmlformats.org/presentationml/2006/ole">
                <mc:AlternateContent xmlns:mc="http://schemas.openxmlformats.org/markup-compatibility/2006">
                  <mc:Choice xmlns:v="urn:schemas-microsoft-com:vml" Requires="v">
                    <p:oleObj spid="_x0000_s49353" r:id="rId14" imgW="380670" imgH="253780" progId="Equation.DSMT4">
                      <p:embed/>
                    </p:oleObj>
                  </mc:Choice>
                  <mc:Fallback>
                    <p:oleObj r:id="rId14" imgW="380670" imgH="253780" progId="Equation.DSMT4">
                      <p:embed/>
                      <p:pic>
                        <p:nvPicPr>
                          <p:cNvPr id="0" name="Object 12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81" y="3833"/>
                            <a:ext cx="3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221" name="Object 126">
                <a:extLst>
                  <a:ext uri="{FF2B5EF4-FFF2-40B4-BE49-F238E27FC236}">
                    <a16:creationId xmlns:a16="http://schemas.microsoft.com/office/drawing/2014/main" id="{8BB18E58-A88D-4C94-8C27-5F4A50A22DB9}"/>
                  </a:ext>
                </a:extLst>
              </p:cNvPr>
              <p:cNvGraphicFramePr>
                <a:graphicFrameLocks/>
              </p:cNvGraphicFramePr>
              <p:nvPr/>
            </p:nvGraphicFramePr>
            <p:xfrm>
              <a:off x="3924" y="2854"/>
              <a:ext cx="232" cy="160"/>
            </p:xfrm>
            <a:graphic>
              <a:graphicData uri="http://schemas.openxmlformats.org/presentationml/2006/ole">
                <mc:AlternateContent xmlns:mc="http://schemas.openxmlformats.org/markup-compatibility/2006">
                  <mc:Choice xmlns:v="urn:schemas-microsoft-com:vml" Requires="v">
                    <p:oleObj spid="_x0000_s49354" r:id="rId16" imgW="367981" imgH="253780" progId="Equation.DSMT4">
                      <p:embed/>
                    </p:oleObj>
                  </mc:Choice>
                  <mc:Fallback>
                    <p:oleObj r:id="rId16" imgW="367981" imgH="253780" progId="Equation.DSMT4">
                      <p:embed/>
                      <p:pic>
                        <p:nvPicPr>
                          <p:cNvPr id="0" name="Object 12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24" y="2854"/>
                            <a:ext cx="23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222" name="Object 127">
                <a:extLst>
                  <a:ext uri="{FF2B5EF4-FFF2-40B4-BE49-F238E27FC236}">
                    <a16:creationId xmlns:a16="http://schemas.microsoft.com/office/drawing/2014/main" id="{530AD03D-1B87-4360-966F-A230B7D67089}"/>
                  </a:ext>
                </a:extLst>
              </p:cNvPr>
              <p:cNvGraphicFramePr>
                <a:graphicFrameLocks/>
              </p:cNvGraphicFramePr>
              <p:nvPr/>
            </p:nvGraphicFramePr>
            <p:xfrm>
              <a:off x="4964" y="3871"/>
              <a:ext cx="80" cy="88"/>
            </p:xfrm>
            <a:graphic>
              <a:graphicData uri="http://schemas.openxmlformats.org/presentationml/2006/ole">
                <mc:AlternateContent xmlns:mc="http://schemas.openxmlformats.org/markup-compatibility/2006">
                  <mc:Choice xmlns:v="urn:schemas-microsoft-com:vml" Requires="v">
                    <p:oleObj spid="_x0000_s49355" r:id="rId18" imgW="126725" imgH="139397" progId="Equation.DSMT4">
                      <p:embed/>
                    </p:oleObj>
                  </mc:Choice>
                  <mc:Fallback>
                    <p:oleObj r:id="rId18" imgW="126725" imgH="139397" progId="Equation.DSMT4">
                      <p:embed/>
                      <p:pic>
                        <p:nvPicPr>
                          <p:cNvPr id="0" name="Object 12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64" y="3871"/>
                            <a:ext cx="8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223" name="Object 128">
                <a:extLst>
                  <a:ext uri="{FF2B5EF4-FFF2-40B4-BE49-F238E27FC236}">
                    <a16:creationId xmlns:a16="http://schemas.microsoft.com/office/drawing/2014/main" id="{B2F30AD4-D319-48F0-9D57-29AFD77E3EBB}"/>
                  </a:ext>
                </a:extLst>
              </p:cNvPr>
              <p:cNvGraphicFramePr>
                <a:graphicFrameLocks/>
              </p:cNvGraphicFramePr>
              <p:nvPr/>
            </p:nvGraphicFramePr>
            <p:xfrm>
              <a:off x="4148" y="3849"/>
              <a:ext cx="80" cy="112"/>
            </p:xfrm>
            <a:graphic>
              <a:graphicData uri="http://schemas.openxmlformats.org/presentationml/2006/ole">
                <mc:AlternateContent xmlns:mc="http://schemas.openxmlformats.org/markup-compatibility/2006">
                  <mc:Choice xmlns:v="urn:schemas-microsoft-com:vml" Requires="v">
                    <p:oleObj spid="_x0000_s49356" r:id="rId20" imgW="126725" imgH="177415" progId="Equation.DSMT4">
                      <p:embed/>
                    </p:oleObj>
                  </mc:Choice>
                  <mc:Fallback>
                    <p:oleObj r:id="rId20" imgW="126725" imgH="177415" progId="Equation.DSMT4">
                      <p:embed/>
                      <p:pic>
                        <p:nvPicPr>
                          <p:cNvPr id="0" name="Object 12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48" y="3849"/>
                            <a:ext cx="80"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224" name="Object 134">
                <a:extLst>
                  <a:ext uri="{FF2B5EF4-FFF2-40B4-BE49-F238E27FC236}">
                    <a16:creationId xmlns:a16="http://schemas.microsoft.com/office/drawing/2014/main" id="{C2531928-F5B2-4E79-A2DB-85D20DB62355}"/>
                  </a:ext>
                </a:extLst>
              </p:cNvPr>
              <p:cNvGraphicFramePr>
                <a:graphicFrameLocks/>
              </p:cNvGraphicFramePr>
              <p:nvPr/>
            </p:nvGraphicFramePr>
            <p:xfrm>
              <a:off x="3931" y="4033"/>
              <a:ext cx="632" cy="128"/>
            </p:xfrm>
            <a:graphic>
              <a:graphicData uri="http://schemas.openxmlformats.org/presentationml/2006/ole">
                <mc:AlternateContent xmlns:mc="http://schemas.openxmlformats.org/markup-compatibility/2006">
                  <mc:Choice xmlns:v="urn:schemas-microsoft-com:vml" Requires="v">
                    <p:oleObj spid="_x0000_s49357" r:id="rId22" imgW="1002430" imgH="203024" progId="Equation.DSMT4">
                      <p:embed/>
                    </p:oleObj>
                  </mc:Choice>
                  <mc:Fallback>
                    <p:oleObj r:id="rId22" imgW="1002430" imgH="203024" progId="Equation.DSMT4">
                      <p:embed/>
                      <p:pic>
                        <p:nvPicPr>
                          <p:cNvPr id="0" name="Object 134"/>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31" y="4033"/>
                            <a:ext cx="632"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225" name="Line 141">
                <a:extLst>
                  <a:ext uri="{FF2B5EF4-FFF2-40B4-BE49-F238E27FC236}">
                    <a16:creationId xmlns:a16="http://schemas.microsoft.com/office/drawing/2014/main" id="{E87F36AC-AA8F-4844-A347-D398909B1C61}"/>
                  </a:ext>
                </a:extLst>
              </p:cNvPr>
              <p:cNvSpPr>
                <a:spLocks noChangeShapeType="1"/>
              </p:cNvSpPr>
              <p:nvPr/>
            </p:nvSpPr>
            <p:spPr bwMode="auto">
              <a:xfrm flipH="1">
                <a:off x="4423" y="3322"/>
                <a:ext cx="226" cy="473"/>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9167" name="Group 148">
              <a:extLst>
                <a:ext uri="{FF2B5EF4-FFF2-40B4-BE49-F238E27FC236}">
                  <a16:creationId xmlns:a16="http://schemas.microsoft.com/office/drawing/2014/main" id="{54D07158-D2BB-49A6-BDF8-8148F94B1F87}"/>
                </a:ext>
              </a:extLst>
            </p:cNvPr>
            <p:cNvGrpSpPr>
              <a:grpSpLocks/>
            </p:cNvGrpSpPr>
            <p:nvPr/>
          </p:nvGrpSpPr>
          <p:grpSpPr bwMode="auto">
            <a:xfrm>
              <a:off x="1052" y="2703"/>
              <a:ext cx="1751" cy="1448"/>
              <a:chOff x="1002" y="2703"/>
              <a:chExt cx="1751" cy="1448"/>
            </a:xfrm>
          </p:grpSpPr>
          <p:grpSp>
            <p:nvGrpSpPr>
              <p:cNvPr id="49168" name="Group 25">
                <a:extLst>
                  <a:ext uri="{FF2B5EF4-FFF2-40B4-BE49-F238E27FC236}">
                    <a16:creationId xmlns:a16="http://schemas.microsoft.com/office/drawing/2014/main" id="{FF8F6F9D-575B-446A-81CD-36F282FF8077}"/>
                  </a:ext>
                </a:extLst>
              </p:cNvPr>
              <p:cNvGrpSpPr>
                <a:grpSpLocks/>
              </p:cNvGrpSpPr>
              <p:nvPr/>
            </p:nvGrpSpPr>
            <p:grpSpPr bwMode="auto">
              <a:xfrm>
                <a:off x="1002" y="2744"/>
                <a:ext cx="1748" cy="1152"/>
                <a:chOff x="930" y="2688"/>
                <a:chExt cx="1748" cy="1152"/>
              </a:xfrm>
            </p:grpSpPr>
            <p:grpSp>
              <p:nvGrpSpPr>
                <p:cNvPr id="49196" name="Group 19">
                  <a:extLst>
                    <a:ext uri="{FF2B5EF4-FFF2-40B4-BE49-F238E27FC236}">
                      <a16:creationId xmlns:a16="http://schemas.microsoft.com/office/drawing/2014/main" id="{0373D136-C065-4081-AEA1-D89C58382DE7}"/>
                    </a:ext>
                  </a:extLst>
                </p:cNvPr>
                <p:cNvGrpSpPr>
                  <a:grpSpLocks/>
                </p:cNvGrpSpPr>
                <p:nvPr/>
              </p:nvGrpSpPr>
              <p:grpSpPr bwMode="auto">
                <a:xfrm>
                  <a:off x="930" y="3802"/>
                  <a:ext cx="1748" cy="38"/>
                  <a:chOff x="930" y="3802"/>
                  <a:chExt cx="1748" cy="38"/>
                </a:xfrm>
              </p:grpSpPr>
              <p:sp>
                <p:nvSpPr>
                  <p:cNvPr id="49203" name="Line 11">
                    <a:extLst>
                      <a:ext uri="{FF2B5EF4-FFF2-40B4-BE49-F238E27FC236}">
                        <a16:creationId xmlns:a16="http://schemas.microsoft.com/office/drawing/2014/main" id="{35E03970-C4B9-41CF-A483-F3A67AD71397}"/>
                      </a:ext>
                    </a:extLst>
                  </p:cNvPr>
                  <p:cNvSpPr>
                    <a:spLocks noChangeShapeType="1"/>
                  </p:cNvSpPr>
                  <p:nvPr/>
                </p:nvSpPr>
                <p:spPr bwMode="auto">
                  <a:xfrm>
                    <a:off x="930" y="3840"/>
                    <a:ext cx="1748" cy="0"/>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4" name="Line 13">
                    <a:extLst>
                      <a:ext uri="{FF2B5EF4-FFF2-40B4-BE49-F238E27FC236}">
                        <a16:creationId xmlns:a16="http://schemas.microsoft.com/office/drawing/2014/main" id="{528E01EA-5642-44A8-BC85-FD91EE550F4F}"/>
                      </a:ext>
                    </a:extLst>
                  </p:cNvPr>
                  <p:cNvSpPr>
                    <a:spLocks noChangeShapeType="1"/>
                  </p:cNvSpPr>
                  <p:nvPr/>
                </p:nvSpPr>
                <p:spPr bwMode="auto">
                  <a:xfrm flipV="1">
                    <a:off x="1970" y="3810"/>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5" name="Line 14">
                    <a:extLst>
                      <a:ext uri="{FF2B5EF4-FFF2-40B4-BE49-F238E27FC236}">
                        <a16:creationId xmlns:a16="http://schemas.microsoft.com/office/drawing/2014/main" id="{99FFF123-42FC-46FF-BD59-7BEA378B84C6}"/>
                      </a:ext>
                    </a:extLst>
                  </p:cNvPr>
                  <p:cNvSpPr>
                    <a:spLocks noChangeShapeType="1"/>
                  </p:cNvSpPr>
                  <p:nvPr/>
                </p:nvSpPr>
                <p:spPr bwMode="auto">
                  <a:xfrm flipV="1">
                    <a:off x="2166" y="3806"/>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6" name="Line 15">
                    <a:extLst>
                      <a:ext uri="{FF2B5EF4-FFF2-40B4-BE49-F238E27FC236}">
                        <a16:creationId xmlns:a16="http://schemas.microsoft.com/office/drawing/2014/main" id="{007E06D7-7FFE-4225-8512-AA0F4FB3B172}"/>
                      </a:ext>
                    </a:extLst>
                  </p:cNvPr>
                  <p:cNvSpPr>
                    <a:spLocks noChangeShapeType="1"/>
                  </p:cNvSpPr>
                  <p:nvPr/>
                </p:nvSpPr>
                <p:spPr bwMode="auto">
                  <a:xfrm flipV="1">
                    <a:off x="2362" y="3802"/>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7" name="Line 16">
                    <a:extLst>
                      <a:ext uri="{FF2B5EF4-FFF2-40B4-BE49-F238E27FC236}">
                        <a16:creationId xmlns:a16="http://schemas.microsoft.com/office/drawing/2014/main" id="{D54BC576-0994-4C20-9256-5220B077463A}"/>
                      </a:ext>
                    </a:extLst>
                  </p:cNvPr>
                  <p:cNvSpPr>
                    <a:spLocks noChangeShapeType="1"/>
                  </p:cNvSpPr>
                  <p:nvPr/>
                </p:nvSpPr>
                <p:spPr bwMode="auto">
                  <a:xfrm flipV="1">
                    <a:off x="1186" y="3806"/>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8" name="Line 17">
                    <a:extLst>
                      <a:ext uri="{FF2B5EF4-FFF2-40B4-BE49-F238E27FC236}">
                        <a16:creationId xmlns:a16="http://schemas.microsoft.com/office/drawing/2014/main" id="{155DE1EA-B282-4203-A00D-2960324A89D8}"/>
                      </a:ext>
                    </a:extLst>
                  </p:cNvPr>
                  <p:cNvSpPr>
                    <a:spLocks noChangeShapeType="1"/>
                  </p:cNvSpPr>
                  <p:nvPr/>
                </p:nvSpPr>
                <p:spPr bwMode="auto">
                  <a:xfrm flipV="1">
                    <a:off x="1382" y="3802"/>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9" name="Line 18">
                    <a:extLst>
                      <a:ext uri="{FF2B5EF4-FFF2-40B4-BE49-F238E27FC236}">
                        <a16:creationId xmlns:a16="http://schemas.microsoft.com/office/drawing/2014/main" id="{DD3BC49F-8BB9-45B8-8ECE-E3CF92D0BB06}"/>
                      </a:ext>
                    </a:extLst>
                  </p:cNvPr>
                  <p:cNvSpPr>
                    <a:spLocks noChangeShapeType="1"/>
                  </p:cNvSpPr>
                  <p:nvPr/>
                </p:nvSpPr>
                <p:spPr bwMode="auto">
                  <a:xfrm flipV="1">
                    <a:off x="1578" y="3808"/>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197" name="Group 24">
                  <a:extLst>
                    <a:ext uri="{FF2B5EF4-FFF2-40B4-BE49-F238E27FC236}">
                      <a16:creationId xmlns:a16="http://schemas.microsoft.com/office/drawing/2014/main" id="{8B5CB618-97CA-4CDE-AA7A-3497D4D9054A}"/>
                    </a:ext>
                  </a:extLst>
                </p:cNvPr>
                <p:cNvGrpSpPr>
                  <a:grpSpLocks/>
                </p:cNvGrpSpPr>
                <p:nvPr/>
              </p:nvGrpSpPr>
              <p:grpSpPr bwMode="auto">
                <a:xfrm>
                  <a:off x="1768" y="2688"/>
                  <a:ext cx="37" cy="1152"/>
                  <a:chOff x="1768" y="2688"/>
                  <a:chExt cx="37" cy="1152"/>
                </a:xfrm>
              </p:grpSpPr>
              <p:sp>
                <p:nvSpPr>
                  <p:cNvPr id="49198" name="Line 12">
                    <a:extLst>
                      <a:ext uri="{FF2B5EF4-FFF2-40B4-BE49-F238E27FC236}">
                        <a16:creationId xmlns:a16="http://schemas.microsoft.com/office/drawing/2014/main" id="{7DC7A330-75E4-49F9-ABFD-4DCF9A6C22A9}"/>
                      </a:ext>
                    </a:extLst>
                  </p:cNvPr>
                  <p:cNvSpPr>
                    <a:spLocks noChangeShapeType="1"/>
                  </p:cNvSpPr>
                  <p:nvPr/>
                </p:nvSpPr>
                <p:spPr bwMode="auto">
                  <a:xfrm flipV="1">
                    <a:off x="1768" y="2688"/>
                    <a:ext cx="0" cy="1152"/>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9" name="Line 20">
                    <a:extLst>
                      <a:ext uri="{FF2B5EF4-FFF2-40B4-BE49-F238E27FC236}">
                        <a16:creationId xmlns:a16="http://schemas.microsoft.com/office/drawing/2014/main" id="{5F16DECB-4F2F-41A7-A275-A0B9A115C8A0}"/>
                      </a:ext>
                    </a:extLst>
                  </p:cNvPr>
                  <p:cNvSpPr>
                    <a:spLocks noChangeShapeType="1"/>
                  </p:cNvSpPr>
                  <p:nvPr/>
                </p:nvSpPr>
                <p:spPr bwMode="auto">
                  <a:xfrm rot="16200000" flipV="1">
                    <a:off x="1790" y="3590"/>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0" name="Line 21">
                    <a:extLst>
                      <a:ext uri="{FF2B5EF4-FFF2-40B4-BE49-F238E27FC236}">
                        <a16:creationId xmlns:a16="http://schemas.microsoft.com/office/drawing/2014/main" id="{A5E06250-8715-43E5-9312-B7EAE2058E69}"/>
                      </a:ext>
                    </a:extLst>
                  </p:cNvPr>
                  <p:cNvSpPr>
                    <a:spLocks noChangeShapeType="1"/>
                  </p:cNvSpPr>
                  <p:nvPr/>
                </p:nvSpPr>
                <p:spPr bwMode="auto">
                  <a:xfrm rot="16200000" flipV="1">
                    <a:off x="1786" y="3346"/>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1" name="Line 22">
                    <a:extLst>
                      <a:ext uri="{FF2B5EF4-FFF2-40B4-BE49-F238E27FC236}">
                        <a16:creationId xmlns:a16="http://schemas.microsoft.com/office/drawing/2014/main" id="{A253B036-0ED5-449E-A093-156C5995AE69}"/>
                      </a:ext>
                    </a:extLst>
                  </p:cNvPr>
                  <p:cNvSpPr>
                    <a:spLocks noChangeShapeType="1"/>
                  </p:cNvSpPr>
                  <p:nvPr/>
                </p:nvSpPr>
                <p:spPr bwMode="auto">
                  <a:xfrm rot="16200000" flipV="1">
                    <a:off x="1790" y="3100"/>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2" name="Line 23">
                    <a:extLst>
                      <a:ext uri="{FF2B5EF4-FFF2-40B4-BE49-F238E27FC236}">
                        <a16:creationId xmlns:a16="http://schemas.microsoft.com/office/drawing/2014/main" id="{2D34F553-8569-4F0B-A0DC-D5725DC18905}"/>
                      </a:ext>
                    </a:extLst>
                  </p:cNvPr>
                  <p:cNvSpPr>
                    <a:spLocks noChangeShapeType="1"/>
                  </p:cNvSpPr>
                  <p:nvPr/>
                </p:nvSpPr>
                <p:spPr bwMode="auto">
                  <a:xfrm rot="16200000" flipV="1">
                    <a:off x="1786" y="2866"/>
                    <a:ext cx="0" cy="30"/>
                  </a:xfrm>
                  <a:prstGeom prst="line">
                    <a:avLst/>
                  </a:prstGeom>
                  <a:noFill/>
                  <a:ln w="127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9169" name="Group 147">
                <a:extLst>
                  <a:ext uri="{FF2B5EF4-FFF2-40B4-BE49-F238E27FC236}">
                    <a16:creationId xmlns:a16="http://schemas.microsoft.com/office/drawing/2014/main" id="{C5FD254E-D70F-4452-BDC9-C59FC728D1B3}"/>
                  </a:ext>
                </a:extLst>
              </p:cNvPr>
              <p:cNvGrpSpPr>
                <a:grpSpLocks/>
              </p:cNvGrpSpPr>
              <p:nvPr/>
            </p:nvGrpSpPr>
            <p:grpSpPr bwMode="auto">
              <a:xfrm>
                <a:off x="1187" y="2703"/>
                <a:ext cx="1566" cy="1448"/>
                <a:chOff x="1184" y="2702"/>
                <a:chExt cx="1566" cy="1448"/>
              </a:xfrm>
            </p:grpSpPr>
            <p:grpSp>
              <p:nvGrpSpPr>
                <p:cNvPr id="49170" name="Group 28">
                  <a:extLst>
                    <a:ext uri="{FF2B5EF4-FFF2-40B4-BE49-F238E27FC236}">
                      <a16:creationId xmlns:a16="http://schemas.microsoft.com/office/drawing/2014/main" id="{7846678A-DFE6-44DA-967C-725C3C1C1931}"/>
                    </a:ext>
                  </a:extLst>
                </p:cNvPr>
                <p:cNvGrpSpPr>
                  <a:grpSpLocks/>
                </p:cNvGrpSpPr>
                <p:nvPr/>
              </p:nvGrpSpPr>
              <p:grpSpPr bwMode="auto">
                <a:xfrm>
                  <a:off x="1194" y="3042"/>
                  <a:ext cx="1292" cy="787"/>
                  <a:chOff x="1122" y="3002"/>
                  <a:chExt cx="1292" cy="787"/>
                </a:xfrm>
              </p:grpSpPr>
              <p:sp>
                <p:nvSpPr>
                  <p:cNvPr id="49194" name="Freeform 26">
                    <a:extLst>
                      <a:ext uri="{FF2B5EF4-FFF2-40B4-BE49-F238E27FC236}">
                        <a16:creationId xmlns:a16="http://schemas.microsoft.com/office/drawing/2014/main" id="{509EA930-245C-4B49-8E26-66FE2625BDAF}"/>
                      </a:ext>
                    </a:extLst>
                  </p:cNvPr>
                  <p:cNvSpPr>
                    <a:spLocks noChangeArrowheads="1"/>
                  </p:cNvSpPr>
                  <p:nvPr/>
                </p:nvSpPr>
                <p:spPr bwMode="auto">
                  <a:xfrm>
                    <a:off x="1122" y="3006"/>
                    <a:ext cx="646" cy="783"/>
                  </a:xfrm>
                  <a:custGeom>
                    <a:avLst/>
                    <a:gdLst>
                      <a:gd name="T0" fmla="*/ 0 w 646"/>
                      <a:gd name="T1" fmla="*/ 783 h 783"/>
                      <a:gd name="T2" fmla="*/ 283 w 646"/>
                      <a:gd name="T3" fmla="*/ 753 h 783"/>
                      <a:gd name="T4" fmla="*/ 373 w 646"/>
                      <a:gd name="T5" fmla="*/ 662 h 783"/>
                      <a:gd name="T6" fmla="*/ 424 w 646"/>
                      <a:gd name="T7" fmla="*/ 470 h 783"/>
                      <a:gd name="T8" fmla="*/ 485 w 646"/>
                      <a:gd name="T9" fmla="*/ 207 h 783"/>
                      <a:gd name="T10" fmla="*/ 565 w 646"/>
                      <a:gd name="T11" fmla="*/ 46 h 783"/>
                      <a:gd name="T12" fmla="*/ 646 w 646"/>
                      <a:gd name="T13" fmla="*/ 5 h 7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6" h="783">
                        <a:moveTo>
                          <a:pt x="0" y="783"/>
                        </a:moveTo>
                        <a:cubicBezTo>
                          <a:pt x="113" y="778"/>
                          <a:pt x="221" y="773"/>
                          <a:pt x="283" y="753"/>
                        </a:cubicBezTo>
                        <a:cubicBezTo>
                          <a:pt x="345" y="733"/>
                          <a:pt x="350" y="709"/>
                          <a:pt x="373" y="662"/>
                        </a:cubicBezTo>
                        <a:cubicBezTo>
                          <a:pt x="396" y="615"/>
                          <a:pt x="405" y="546"/>
                          <a:pt x="424" y="470"/>
                        </a:cubicBezTo>
                        <a:cubicBezTo>
                          <a:pt x="443" y="394"/>
                          <a:pt x="462" y="278"/>
                          <a:pt x="485" y="207"/>
                        </a:cubicBezTo>
                        <a:cubicBezTo>
                          <a:pt x="508" y="136"/>
                          <a:pt x="538" y="80"/>
                          <a:pt x="565" y="46"/>
                        </a:cubicBezTo>
                        <a:cubicBezTo>
                          <a:pt x="592" y="12"/>
                          <a:pt x="633" y="0"/>
                          <a:pt x="646" y="5"/>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5" name="Freeform 27">
                    <a:extLst>
                      <a:ext uri="{FF2B5EF4-FFF2-40B4-BE49-F238E27FC236}">
                        <a16:creationId xmlns:a16="http://schemas.microsoft.com/office/drawing/2014/main" id="{8424298C-4647-4377-86C2-5E6FB937E6BF}"/>
                      </a:ext>
                    </a:extLst>
                  </p:cNvPr>
                  <p:cNvSpPr>
                    <a:spLocks noChangeArrowheads="1"/>
                  </p:cNvSpPr>
                  <p:nvPr/>
                </p:nvSpPr>
                <p:spPr bwMode="auto">
                  <a:xfrm flipH="1">
                    <a:off x="1768" y="3002"/>
                    <a:ext cx="646" cy="783"/>
                  </a:xfrm>
                  <a:custGeom>
                    <a:avLst/>
                    <a:gdLst>
                      <a:gd name="T0" fmla="*/ 0 w 646"/>
                      <a:gd name="T1" fmla="*/ 783 h 783"/>
                      <a:gd name="T2" fmla="*/ 283 w 646"/>
                      <a:gd name="T3" fmla="*/ 753 h 783"/>
                      <a:gd name="T4" fmla="*/ 373 w 646"/>
                      <a:gd name="T5" fmla="*/ 662 h 783"/>
                      <a:gd name="T6" fmla="*/ 424 w 646"/>
                      <a:gd name="T7" fmla="*/ 470 h 783"/>
                      <a:gd name="T8" fmla="*/ 485 w 646"/>
                      <a:gd name="T9" fmla="*/ 207 h 783"/>
                      <a:gd name="T10" fmla="*/ 565 w 646"/>
                      <a:gd name="T11" fmla="*/ 46 h 783"/>
                      <a:gd name="T12" fmla="*/ 646 w 646"/>
                      <a:gd name="T13" fmla="*/ 5 h 7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6" h="783">
                        <a:moveTo>
                          <a:pt x="0" y="783"/>
                        </a:moveTo>
                        <a:cubicBezTo>
                          <a:pt x="113" y="778"/>
                          <a:pt x="221" y="773"/>
                          <a:pt x="283" y="753"/>
                        </a:cubicBezTo>
                        <a:cubicBezTo>
                          <a:pt x="345" y="733"/>
                          <a:pt x="350" y="709"/>
                          <a:pt x="373" y="662"/>
                        </a:cubicBezTo>
                        <a:cubicBezTo>
                          <a:pt x="396" y="615"/>
                          <a:pt x="405" y="546"/>
                          <a:pt x="424" y="470"/>
                        </a:cubicBezTo>
                        <a:cubicBezTo>
                          <a:pt x="443" y="394"/>
                          <a:pt x="462" y="278"/>
                          <a:pt x="485" y="207"/>
                        </a:cubicBezTo>
                        <a:cubicBezTo>
                          <a:pt x="508" y="136"/>
                          <a:pt x="538" y="80"/>
                          <a:pt x="565" y="46"/>
                        </a:cubicBezTo>
                        <a:cubicBezTo>
                          <a:pt x="592" y="12"/>
                          <a:pt x="633" y="0"/>
                          <a:pt x="646" y="5"/>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9171" name="Group 35">
                  <a:extLst>
                    <a:ext uri="{FF2B5EF4-FFF2-40B4-BE49-F238E27FC236}">
                      <a16:creationId xmlns:a16="http://schemas.microsoft.com/office/drawing/2014/main" id="{87C9070C-AB15-4725-B351-B1C97B2F30C9}"/>
                    </a:ext>
                  </a:extLst>
                </p:cNvPr>
                <p:cNvGrpSpPr>
                  <a:grpSpLocks/>
                </p:cNvGrpSpPr>
                <p:nvPr/>
              </p:nvGrpSpPr>
              <p:grpSpPr bwMode="auto">
                <a:xfrm>
                  <a:off x="1234" y="3208"/>
                  <a:ext cx="1212" cy="571"/>
                  <a:chOff x="1162" y="3168"/>
                  <a:chExt cx="1212" cy="571"/>
                </a:xfrm>
              </p:grpSpPr>
              <p:sp>
                <p:nvSpPr>
                  <p:cNvPr id="49192" name="Freeform 33">
                    <a:extLst>
                      <a:ext uri="{FF2B5EF4-FFF2-40B4-BE49-F238E27FC236}">
                        <a16:creationId xmlns:a16="http://schemas.microsoft.com/office/drawing/2014/main" id="{F03C3BF5-9440-4E88-A3F4-A8C116042964}"/>
                      </a:ext>
                    </a:extLst>
                  </p:cNvPr>
                  <p:cNvSpPr>
                    <a:spLocks noChangeArrowheads="1"/>
                  </p:cNvSpPr>
                  <p:nvPr/>
                </p:nvSpPr>
                <p:spPr bwMode="auto">
                  <a:xfrm>
                    <a:off x="1162" y="3172"/>
                    <a:ext cx="606" cy="567"/>
                  </a:xfrm>
                  <a:custGeom>
                    <a:avLst/>
                    <a:gdLst>
                      <a:gd name="T0" fmla="*/ 0 w 606"/>
                      <a:gd name="T1" fmla="*/ 567 h 567"/>
                      <a:gd name="T2" fmla="*/ 212 w 606"/>
                      <a:gd name="T3" fmla="*/ 557 h 567"/>
                      <a:gd name="T4" fmla="*/ 323 w 606"/>
                      <a:gd name="T5" fmla="*/ 506 h 567"/>
                      <a:gd name="T6" fmla="*/ 425 w 606"/>
                      <a:gd name="T7" fmla="*/ 375 h 567"/>
                      <a:gd name="T8" fmla="*/ 546 w 606"/>
                      <a:gd name="T9" fmla="*/ 62 h 567"/>
                      <a:gd name="T10" fmla="*/ 606 w 606"/>
                      <a:gd name="T11" fmla="*/ 1 h 5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6" h="567">
                        <a:moveTo>
                          <a:pt x="0" y="567"/>
                        </a:moveTo>
                        <a:cubicBezTo>
                          <a:pt x="35" y="565"/>
                          <a:pt x="158" y="567"/>
                          <a:pt x="212" y="557"/>
                        </a:cubicBezTo>
                        <a:cubicBezTo>
                          <a:pt x="266" y="547"/>
                          <a:pt x="288" y="536"/>
                          <a:pt x="323" y="506"/>
                        </a:cubicBezTo>
                        <a:cubicBezTo>
                          <a:pt x="358" y="476"/>
                          <a:pt x="388" y="449"/>
                          <a:pt x="425" y="375"/>
                        </a:cubicBezTo>
                        <a:cubicBezTo>
                          <a:pt x="462" y="301"/>
                          <a:pt x="516" y="124"/>
                          <a:pt x="546" y="62"/>
                        </a:cubicBezTo>
                        <a:cubicBezTo>
                          <a:pt x="576" y="0"/>
                          <a:pt x="594" y="14"/>
                          <a:pt x="606" y="1"/>
                        </a:cubicBezTo>
                      </a:path>
                    </a:pathLst>
                  </a:custGeom>
                  <a:noFill/>
                  <a:ln w="19050">
                    <a:solidFill>
                      <a:srgbClr val="6666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3" name="Freeform 34">
                    <a:extLst>
                      <a:ext uri="{FF2B5EF4-FFF2-40B4-BE49-F238E27FC236}">
                        <a16:creationId xmlns:a16="http://schemas.microsoft.com/office/drawing/2014/main" id="{024CC140-0DFF-41E8-9B46-4FC34E4800FC}"/>
                      </a:ext>
                    </a:extLst>
                  </p:cNvPr>
                  <p:cNvSpPr>
                    <a:spLocks noChangeArrowheads="1"/>
                  </p:cNvSpPr>
                  <p:nvPr/>
                </p:nvSpPr>
                <p:spPr bwMode="auto">
                  <a:xfrm flipH="1">
                    <a:off x="1768" y="3168"/>
                    <a:ext cx="606" cy="567"/>
                  </a:xfrm>
                  <a:custGeom>
                    <a:avLst/>
                    <a:gdLst>
                      <a:gd name="T0" fmla="*/ 0 w 606"/>
                      <a:gd name="T1" fmla="*/ 567 h 567"/>
                      <a:gd name="T2" fmla="*/ 212 w 606"/>
                      <a:gd name="T3" fmla="*/ 557 h 567"/>
                      <a:gd name="T4" fmla="*/ 323 w 606"/>
                      <a:gd name="T5" fmla="*/ 506 h 567"/>
                      <a:gd name="T6" fmla="*/ 425 w 606"/>
                      <a:gd name="T7" fmla="*/ 375 h 567"/>
                      <a:gd name="T8" fmla="*/ 546 w 606"/>
                      <a:gd name="T9" fmla="*/ 62 h 567"/>
                      <a:gd name="T10" fmla="*/ 606 w 606"/>
                      <a:gd name="T11" fmla="*/ 1 h 5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6" h="567">
                        <a:moveTo>
                          <a:pt x="0" y="567"/>
                        </a:moveTo>
                        <a:cubicBezTo>
                          <a:pt x="35" y="565"/>
                          <a:pt x="158" y="567"/>
                          <a:pt x="212" y="557"/>
                        </a:cubicBezTo>
                        <a:cubicBezTo>
                          <a:pt x="266" y="547"/>
                          <a:pt x="288" y="536"/>
                          <a:pt x="323" y="506"/>
                        </a:cubicBezTo>
                        <a:cubicBezTo>
                          <a:pt x="358" y="476"/>
                          <a:pt x="388" y="449"/>
                          <a:pt x="425" y="375"/>
                        </a:cubicBezTo>
                        <a:cubicBezTo>
                          <a:pt x="462" y="301"/>
                          <a:pt x="516" y="124"/>
                          <a:pt x="546" y="62"/>
                        </a:cubicBezTo>
                        <a:cubicBezTo>
                          <a:pt x="576" y="0"/>
                          <a:pt x="594" y="14"/>
                          <a:pt x="606" y="1"/>
                        </a:cubicBezTo>
                      </a:path>
                    </a:pathLst>
                  </a:custGeom>
                  <a:noFill/>
                  <a:ln w="19050">
                    <a:solidFill>
                      <a:srgbClr val="6666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9172" name="Group 59">
                  <a:extLst>
                    <a:ext uri="{FF2B5EF4-FFF2-40B4-BE49-F238E27FC236}">
                      <a16:creationId xmlns:a16="http://schemas.microsoft.com/office/drawing/2014/main" id="{2362DEB2-9E94-4ADF-A223-1FB59086CA3E}"/>
                    </a:ext>
                  </a:extLst>
                </p:cNvPr>
                <p:cNvGrpSpPr>
                  <a:grpSpLocks/>
                </p:cNvGrpSpPr>
                <p:nvPr/>
              </p:nvGrpSpPr>
              <p:grpSpPr bwMode="auto">
                <a:xfrm>
                  <a:off x="1184" y="2702"/>
                  <a:ext cx="1566" cy="1309"/>
                  <a:chOff x="1128" y="2662"/>
                  <a:chExt cx="1566" cy="1309"/>
                </a:xfrm>
              </p:grpSpPr>
              <p:graphicFrame>
                <p:nvGraphicFramePr>
                  <p:cNvPr id="49180" name="Object 42">
                    <a:extLst>
                      <a:ext uri="{FF2B5EF4-FFF2-40B4-BE49-F238E27FC236}">
                        <a16:creationId xmlns:a16="http://schemas.microsoft.com/office/drawing/2014/main" id="{079984D7-3C64-47EF-B23A-BCF446523FDE}"/>
                      </a:ext>
                    </a:extLst>
                  </p:cNvPr>
                  <p:cNvGraphicFramePr>
                    <a:graphicFrameLocks/>
                  </p:cNvGraphicFramePr>
                  <p:nvPr/>
                </p:nvGraphicFramePr>
                <p:xfrm>
                  <a:off x="2034" y="2884"/>
                  <a:ext cx="264" cy="112"/>
                </p:xfrm>
                <a:graphic>
                  <a:graphicData uri="http://schemas.openxmlformats.org/presentationml/2006/ole">
                    <mc:AlternateContent xmlns:mc="http://schemas.openxmlformats.org/markup-compatibility/2006">
                      <mc:Choice xmlns:v="urn:schemas-microsoft-com:vml" Requires="v">
                        <p:oleObj spid="_x0000_s49358" r:id="rId24" imgW="418374" imgH="177492" progId="Equation.DSMT4">
                          <p:embed/>
                        </p:oleObj>
                      </mc:Choice>
                      <mc:Fallback>
                        <p:oleObj r:id="rId24" imgW="418374" imgH="177492" progId="Equation.DSMT4">
                          <p:embed/>
                          <p:pic>
                            <p:nvPicPr>
                              <p:cNvPr id="0" name="Object 42"/>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34" y="2884"/>
                                <a:ext cx="264"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1" name="Object 43">
                    <a:extLst>
                      <a:ext uri="{FF2B5EF4-FFF2-40B4-BE49-F238E27FC236}">
                        <a16:creationId xmlns:a16="http://schemas.microsoft.com/office/drawing/2014/main" id="{D0FE37A6-8E33-48D0-B426-7A73AB13C1A7}"/>
                      </a:ext>
                    </a:extLst>
                  </p:cNvPr>
                  <p:cNvGraphicFramePr>
                    <a:graphicFrameLocks/>
                  </p:cNvGraphicFramePr>
                  <p:nvPr/>
                </p:nvGraphicFramePr>
                <p:xfrm>
                  <a:off x="2337" y="3858"/>
                  <a:ext cx="72" cy="112"/>
                </p:xfrm>
                <a:graphic>
                  <a:graphicData uri="http://schemas.openxmlformats.org/presentationml/2006/ole">
                    <mc:AlternateContent xmlns:mc="http://schemas.openxmlformats.org/markup-compatibility/2006">
                      <mc:Choice xmlns:v="urn:schemas-microsoft-com:vml" Requires="v">
                        <p:oleObj spid="_x0000_s49359" r:id="rId26" imgW="114102" imgH="177492" progId="Equation.DSMT4">
                          <p:embed/>
                        </p:oleObj>
                      </mc:Choice>
                      <mc:Fallback>
                        <p:oleObj r:id="rId26" imgW="114102" imgH="177492" progId="Equation.DSMT4">
                          <p:embed/>
                          <p:pic>
                            <p:nvPicPr>
                              <p:cNvPr id="0" name="Object 43"/>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37" y="3858"/>
                                <a:ext cx="72"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2" name="Object 45">
                    <a:extLst>
                      <a:ext uri="{FF2B5EF4-FFF2-40B4-BE49-F238E27FC236}">
                        <a16:creationId xmlns:a16="http://schemas.microsoft.com/office/drawing/2014/main" id="{72E78694-4FC4-4ABB-8A5B-29675ED0B228}"/>
                      </a:ext>
                    </a:extLst>
                  </p:cNvPr>
                  <p:cNvGraphicFramePr>
                    <a:graphicFrameLocks/>
                  </p:cNvGraphicFramePr>
                  <p:nvPr/>
                </p:nvGraphicFramePr>
                <p:xfrm>
                  <a:off x="1942" y="3862"/>
                  <a:ext cx="56" cy="104"/>
                </p:xfrm>
                <a:graphic>
                  <a:graphicData uri="http://schemas.openxmlformats.org/presentationml/2006/ole">
                    <mc:AlternateContent xmlns:mc="http://schemas.openxmlformats.org/markup-compatibility/2006">
                      <mc:Choice xmlns:v="urn:schemas-microsoft-com:vml" Requires="v">
                        <p:oleObj spid="_x0000_s49360" r:id="rId28" imgW="88554" imgH="164458" progId="Equation.DSMT4">
                          <p:embed/>
                        </p:oleObj>
                      </mc:Choice>
                      <mc:Fallback>
                        <p:oleObj r:id="rId28" imgW="88554" imgH="164458" progId="Equation.DSMT4">
                          <p:embed/>
                          <p:pic>
                            <p:nvPicPr>
                              <p:cNvPr id="0" name="Object 45"/>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42" y="3862"/>
                                <a:ext cx="56"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3" name="Object 46">
                    <a:extLst>
                      <a:ext uri="{FF2B5EF4-FFF2-40B4-BE49-F238E27FC236}">
                        <a16:creationId xmlns:a16="http://schemas.microsoft.com/office/drawing/2014/main" id="{4DEF39D3-BD24-4539-BC58-FEE7E0E5ED72}"/>
                      </a:ext>
                    </a:extLst>
                  </p:cNvPr>
                  <p:cNvGraphicFramePr>
                    <a:graphicFrameLocks/>
                  </p:cNvGraphicFramePr>
                  <p:nvPr/>
                </p:nvGraphicFramePr>
                <p:xfrm>
                  <a:off x="1128" y="3857"/>
                  <a:ext cx="128" cy="112"/>
                </p:xfrm>
                <a:graphic>
                  <a:graphicData uri="http://schemas.openxmlformats.org/presentationml/2006/ole">
                    <mc:AlternateContent xmlns:mc="http://schemas.openxmlformats.org/markup-compatibility/2006">
                      <mc:Choice xmlns:v="urn:schemas-microsoft-com:vml" Requires="v">
                        <p:oleObj spid="_x0000_s49361" r:id="rId30" imgW="202848" imgH="177492" progId="Equation.DSMT4">
                          <p:embed/>
                        </p:oleObj>
                      </mc:Choice>
                      <mc:Fallback>
                        <p:oleObj r:id="rId30" imgW="202848" imgH="177492" progId="Equation.DSMT4">
                          <p:embed/>
                          <p:pic>
                            <p:nvPicPr>
                              <p:cNvPr id="0" name="Object 46"/>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128" y="3857"/>
                                <a:ext cx="128"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4" name="Object 47">
                    <a:extLst>
                      <a:ext uri="{FF2B5EF4-FFF2-40B4-BE49-F238E27FC236}">
                        <a16:creationId xmlns:a16="http://schemas.microsoft.com/office/drawing/2014/main" id="{E92242CC-C2D0-4D61-9680-DE907CB751B4}"/>
                      </a:ext>
                    </a:extLst>
                  </p:cNvPr>
                  <p:cNvGraphicFramePr>
                    <a:graphicFrameLocks/>
                  </p:cNvGraphicFramePr>
                  <p:nvPr/>
                </p:nvGraphicFramePr>
                <p:xfrm>
                  <a:off x="2614" y="3877"/>
                  <a:ext cx="80" cy="88"/>
                </p:xfrm>
                <a:graphic>
                  <a:graphicData uri="http://schemas.openxmlformats.org/presentationml/2006/ole">
                    <mc:AlternateContent xmlns:mc="http://schemas.openxmlformats.org/markup-compatibility/2006">
                      <mc:Choice xmlns:v="urn:schemas-microsoft-com:vml" Requires="v">
                        <p:oleObj spid="_x0000_s49362" r:id="rId32" imgW="126725" imgH="139397" progId="Equation.DSMT4">
                          <p:embed/>
                        </p:oleObj>
                      </mc:Choice>
                      <mc:Fallback>
                        <p:oleObj r:id="rId32" imgW="126725" imgH="139397" progId="Equation.DSMT4">
                          <p:embed/>
                          <p:pic>
                            <p:nvPicPr>
                              <p:cNvPr id="0" name="Object 4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14" y="3877"/>
                                <a:ext cx="8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5" name="Object 48">
                    <a:extLst>
                      <a:ext uri="{FF2B5EF4-FFF2-40B4-BE49-F238E27FC236}">
                        <a16:creationId xmlns:a16="http://schemas.microsoft.com/office/drawing/2014/main" id="{C2524B43-E745-49FC-B0D8-B3D55AB1EED2}"/>
                      </a:ext>
                    </a:extLst>
                  </p:cNvPr>
                  <p:cNvGraphicFramePr>
                    <a:graphicFrameLocks/>
                  </p:cNvGraphicFramePr>
                  <p:nvPr/>
                </p:nvGraphicFramePr>
                <p:xfrm>
                  <a:off x="1802" y="2662"/>
                  <a:ext cx="216" cy="128"/>
                </p:xfrm>
                <a:graphic>
                  <a:graphicData uri="http://schemas.openxmlformats.org/presentationml/2006/ole">
                    <mc:AlternateContent xmlns:mc="http://schemas.openxmlformats.org/markup-compatibility/2006">
                      <mc:Choice xmlns:v="urn:schemas-microsoft-com:vml" Requires="v">
                        <p:oleObj spid="_x0000_s49363" r:id="rId33" imgW="342603" imgH="203024" progId="Equation.DSMT4">
                          <p:embed/>
                        </p:oleObj>
                      </mc:Choice>
                      <mc:Fallback>
                        <p:oleObj r:id="rId33" imgW="342603" imgH="203024" progId="Equation.DSMT4">
                          <p:embed/>
                          <p:pic>
                            <p:nvPicPr>
                              <p:cNvPr id="0" name="Object 48"/>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802" y="2662"/>
                                <a:ext cx="216"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6" name="Object 49">
                    <a:extLst>
                      <a:ext uri="{FF2B5EF4-FFF2-40B4-BE49-F238E27FC236}">
                        <a16:creationId xmlns:a16="http://schemas.microsoft.com/office/drawing/2014/main" id="{2D7CF313-6D6B-453F-941A-E7442563D898}"/>
                      </a:ext>
                    </a:extLst>
                  </p:cNvPr>
                  <p:cNvGraphicFramePr>
                    <a:graphicFrameLocks/>
                  </p:cNvGraphicFramePr>
                  <p:nvPr/>
                </p:nvGraphicFramePr>
                <p:xfrm>
                  <a:off x="2282" y="3446"/>
                  <a:ext cx="208" cy="112"/>
                </p:xfrm>
                <a:graphic>
                  <a:graphicData uri="http://schemas.openxmlformats.org/presentationml/2006/ole">
                    <mc:AlternateContent xmlns:mc="http://schemas.openxmlformats.org/markup-compatibility/2006">
                      <mc:Choice xmlns:v="urn:schemas-microsoft-com:vml" Requires="v">
                        <p:oleObj spid="_x0000_s49364" r:id="rId35" imgW="329628" imgH="177492" progId="Equation.DSMT4">
                          <p:embed/>
                        </p:oleObj>
                      </mc:Choice>
                      <mc:Fallback>
                        <p:oleObj r:id="rId35" imgW="329628" imgH="177492" progId="Equation.DSMT4">
                          <p:embed/>
                          <p:pic>
                            <p:nvPicPr>
                              <p:cNvPr id="0" name="Object 49"/>
                              <p:cNvPicPr>
                                <a:picLocks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282" y="3446"/>
                                <a:ext cx="208"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7" name="Object 50">
                    <a:extLst>
                      <a:ext uri="{FF2B5EF4-FFF2-40B4-BE49-F238E27FC236}">
                        <a16:creationId xmlns:a16="http://schemas.microsoft.com/office/drawing/2014/main" id="{B5FA3052-6865-4675-A3B1-CD28B043B896}"/>
                      </a:ext>
                    </a:extLst>
                  </p:cNvPr>
                  <p:cNvGraphicFramePr>
                    <a:graphicFrameLocks/>
                  </p:cNvGraphicFramePr>
                  <p:nvPr/>
                </p:nvGraphicFramePr>
                <p:xfrm>
                  <a:off x="2062" y="3005"/>
                  <a:ext cx="224" cy="112"/>
                </p:xfrm>
                <a:graphic>
                  <a:graphicData uri="http://schemas.openxmlformats.org/presentationml/2006/ole">
                    <mc:AlternateContent xmlns:mc="http://schemas.openxmlformats.org/markup-compatibility/2006">
                      <mc:Choice xmlns:v="urn:schemas-microsoft-com:vml" Requires="v">
                        <p:oleObj spid="_x0000_s49365" r:id="rId37" imgW="354984" imgH="177492" progId="Equation.DSMT4">
                          <p:embed/>
                        </p:oleObj>
                      </mc:Choice>
                      <mc:Fallback>
                        <p:oleObj r:id="rId37" imgW="354984" imgH="177492" progId="Equation.DSMT4">
                          <p:embed/>
                          <p:pic>
                            <p:nvPicPr>
                              <p:cNvPr id="0" name="Object 50"/>
                              <p:cNvPicPr>
                                <a:picLocks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062" y="3005"/>
                                <a:ext cx="224"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8" name="Object 52">
                    <a:extLst>
                      <a:ext uri="{FF2B5EF4-FFF2-40B4-BE49-F238E27FC236}">
                        <a16:creationId xmlns:a16="http://schemas.microsoft.com/office/drawing/2014/main" id="{12FBDD37-9777-405B-BA23-FC99EFA3D099}"/>
                      </a:ext>
                    </a:extLst>
                  </p:cNvPr>
                  <p:cNvGraphicFramePr>
                    <a:graphicFrameLocks/>
                  </p:cNvGraphicFramePr>
                  <p:nvPr/>
                </p:nvGraphicFramePr>
                <p:xfrm>
                  <a:off x="2139" y="3864"/>
                  <a:ext cx="80" cy="104"/>
                </p:xfrm>
                <a:graphic>
                  <a:graphicData uri="http://schemas.openxmlformats.org/presentationml/2006/ole">
                    <mc:AlternateContent xmlns:mc="http://schemas.openxmlformats.org/markup-compatibility/2006">
                      <mc:Choice xmlns:v="urn:schemas-microsoft-com:vml" Requires="v">
                        <p:oleObj spid="_x0000_s49366" r:id="rId39" imgW="126725" imgH="164742" progId="Equation.DSMT4">
                          <p:embed/>
                        </p:oleObj>
                      </mc:Choice>
                      <mc:Fallback>
                        <p:oleObj r:id="rId39" imgW="126725" imgH="164742" progId="Equation.DSMT4">
                          <p:embed/>
                          <p:pic>
                            <p:nvPicPr>
                              <p:cNvPr id="0" name="Object 52"/>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139" y="3864"/>
                                <a:ext cx="80"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9" name="Object 53">
                    <a:extLst>
                      <a:ext uri="{FF2B5EF4-FFF2-40B4-BE49-F238E27FC236}">
                        <a16:creationId xmlns:a16="http://schemas.microsoft.com/office/drawing/2014/main" id="{B0485890-D293-487A-A7FE-D3333ACAC65A}"/>
                      </a:ext>
                    </a:extLst>
                  </p:cNvPr>
                  <p:cNvGraphicFramePr>
                    <a:graphicFrameLocks/>
                  </p:cNvGraphicFramePr>
                  <p:nvPr/>
                </p:nvGraphicFramePr>
                <p:xfrm>
                  <a:off x="1737" y="3859"/>
                  <a:ext cx="80" cy="112"/>
                </p:xfrm>
                <a:graphic>
                  <a:graphicData uri="http://schemas.openxmlformats.org/presentationml/2006/ole">
                    <mc:AlternateContent xmlns:mc="http://schemas.openxmlformats.org/markup-compatibility/2006">
                      <mc:Choice xmlns:v="urn:schemas-microsoft-com:vml" Requires="v">
                        <p:oleObj spid="_x0000_s49367" r:id="rId41" imgW="126725" imgH="177415" progId="Equation.DSMT4">
                          <p:embed/>
                        </p:oleObj>
                      </mc:Choice>
                      <mc:Fallback>
                        <p:oleObj r:id="rId41" imgW="126725" imgH="177415" progId="Equation.DSMT4">
                          <p:embed/>
                          <p:pic>
                            <p:nvPicPr>
                              <p:cNvPr id="0" name="Object 53"/>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37" y="3859"/>
                                <a:ext cx="80"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90" name="Object 54">
                    <a:extLst>
                      <a:ext uri="{FF2B5EF4-FFF2-40B4-BE49-F238E27FC236}">
                        <a16:creationId xmlns:a16="http://schemas.microsoft.com/office/drawing/2014/main" id="{6108F8B3-7EA9-4A47-97CA-DEC8302C091A}"/>
                      </a:ext>
                    </a:extLst>
                  </p:cNvPr>
                  <p:cNvGraphicFramePr>
                    <a:graphicFrameLocks/>
                  </p:cNvGraphicFramePr>
                  <p:nvPr/>
                </p:nvGraphicFramePr>
                <p:xfrm>
                  <a:off x="1319" y="3861"/>
                  <a:ext cx="128" cy="104"/>
                </p:xfrm>
                <a:graphic>
                  <a:graphicData uri="http://schemas.openxmlformats.org/presentationml/2006/ole">
                    <mc:AlternateContent xmlns:mc="http://schemas.openxmlformats.org/markup-compatibility/2006">
                      <mc:Choice xmlns:v="urn:schemas-microsoft-com:vml" Requires="v">
                        <p:oleObj spid="_x0000_s49368" r:id="rId42" imgW="202936" imgH="164885" progId="Equation.DSMT4">
                          <p:embed/>
                        </p:oleObj>
                      </mc:Choice>
                      <mc:Fallback>
                        <p:oleObj r:id="rId42" imgW="202936" imgH="164885" progId="Equation.DSMT4">
                          <p:embed/>
                          <p:pic>
                            <p:nvPicPr>
                              <p:cNvPr id="0" name="Object 54"/>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319" y="3861"/>
                                <a:ext cx="128"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91" name="Object 55">
                    <a:extLst>
                      <a:ext uri="{FF2B5EF4-FFF2-40B4-BE49-F238E27FC236}">
                        <a16:creationId xmlns:a16="http://schemas.microsoft.com/office/drawing/2014/main" id="{2B365DFA-13C6-40B2-8C0E-B0D62E3880DF}"/>
                      </a:ext>
                    </a:extLst>
                  </p:cNvPr>
                  <p:cNvGraphicFramePr>
                    <a:graphicFrameLocks/>
                  </p:cNvGraphicFramePr>
                  <p:nvPr/>
                </p:nvGraphicFramePr>
                <p:xfrm>
                  <a:off x="1515" y="3860"/>
                  <a:ext cx="120" cy="104"/>
                </p:xfrm>
                <a:graphic>
                  <a:graphicData uri="http://schemas.openxmlformats.org/presentationml/2006/ole">
                    <mc:AlternateContent xmlns:mc="http://schemas.openxmlformats.org/markup-compatibility/2006">
                      <mc:Choice xmlns:v="urn:schemas-microsoft-com:vml" Requires="v">
                        <p:oleObj spid="_x0000_s49369" r:id="rId44" imgW="190252" imgH="164885" progId="Equation.DSMT4">
                          <p:embed/>
                        </p:oleObj>
                      </mc:Choice>
                      <mc:Fallback>
                        <p:oleObj r:id="rId44" imgW="190252" imgH="164885" progId="Equation.DSMT4">
                          <p:embed/>
                          <p:pic>
                            <p:nvPicPr>
                              <p:cNvPr id="0" name="Object 55"/>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515" y="3860"/>
                                <a:ext cx="120"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9173" name="Line 56">
                  <a:extLst>
                    <a:ext uri="{FF2B5EF4-FFF2-40B4-BE49-F238E27FC236}">
                      <a16:creationId xmlns:a16="http://schemas.microsoft.com/office/drawing/2014/main" id="{29E217CE-9349-44E1-8254-53C3A657E1AF}"/>
                    </a:ext>
                  </a:extLst>
                </p:cNvPr>
                <p:cNvSpPr>
                  <a:spLocks noChangeShapeType="1"/>
                </p:cNvSpPr>
                <p:nvPr/>
              </p:nvSpPr>
              <p:spPr bwMode="auto">
                <a:xfrm flipH="1">
                  <a:off x="1989" y="3002"/>
                  <a:ext cx="107" cy="124"/>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49174" name="Line 57">
                  <a:extLst>
                    <a:ext uri="{FF2B5EF4-FFF2-40B4-BE49-F238E27FC236}">
                      <a16:creationId xmlns:a16="http://schemas.microsoft.com/office/drawing/2014/main" id="{A3C72E7E-BEDC-43D2-8E12-E7F0D7E81221}"/>
                    </a:ext>
                  </a:extLst>
                </p:cNvPr>
                <p:cNvSpPr>
                  <a:spLocks noChangeShapeType="1"/>
                </p:cNvSpPr>
                <p:nvPr/>
              </p:nvSpPr>
              <p:spPr bwMode="auto">
                <a:xfrm flipH="1">
                  <a:off x="1972" y="3110"/>
                  <a:ext cx="149" cy="10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49175" name="Line 58">
                  <a:extLst>
                    <a:ext uri="{FF2B5EF4-FFF2-40B4-BE49-F238E27FC236}">
                      <a16:creationId xmlns:a16="http://schemas.microsoft.com/office/drawing/2014/main" id="{1945E267-B8B3-40E1-B615-07403445396B}"/>
                    </a:ext>
                  </a:extLst>
                </p:cNvPr>
                <p:cNvSpPr>
                  <a:spLocks noChangeShapeType="1"/>
                </p:cNvSpPr>
                <p:nvPr/>
              </p:nvSpPr>
              <p:spPr bwMode="auto">
                <a:xfrm flipH="1">
                  <a:off x="2269" y="3595"/>
                  <a:ext cx="99" cy="173"/>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176" name="Object 132">
                  <a:extLst>
                    <a:ext uri="{FF2B5EF4-FFF2-40B4-BE49-F238E27FC236}">
                      <a16:creationId xmlns:a16="http://schemas.microsoft.com/office/drawing/2014/main" id="{A918DD3C-CE8A-44AB-8D6F-2C1E4CDA1A9B}"/>
                    </a:ext>
                  </a:extLst>
                </p:cNvPr>
                <p:cNvGraphicFramePr>
                  <a:graphicFrameLocks/>
                </p:cNvGraphicFramePr>
                <p:nvPr/>
              </p:nvGraphicFramePr>
              <p:xfrm>
                <a:off x="1462" y="4022"/>
                <a:ext cx="728" cy="128"/>
              </p:xfrm>
              <a:graphic>
                <a:graphicData uri="http://schemas.openxmlformats.org/presentationml/2006/ole">
                  <mc:AlternateContent xmlns:mc="http://schemas.openxmlformats.org/markup-compatibility/2006">
                    <mc:Choice xmlns:v="urn:schemas-microsoft-com:vml" Requires="v">
                      <p:oleObj spid="_x0000_s49370" r:id="rId46" imgW="1154698" imgH="203024" progId="Equation.DSMT4">
                        <p:embed/>
                      </p:oleObj>
                    </mc:Choice>
                    <mc:Fallback>
                      <p:oleObj r:id="rId46" imgW="1154698" imgH="203024" progId="Equation.DSMT4">
                        <p:embed/>
                        <p:pic>
                          <p:nvPicPr>
                            <p:cNvPr id="0" name="Object 132"/>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1462" y="4022"/>
                              <a:ext cx="728"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9177" name="Group 144">
                  <a:extLst>
                    <a:ext uri="{FF2B5EF4-FFF2-40B4-BE49-F238E27FC236}">
                      <a16:creationId xmlns:a16="http://schemas.microsoft.com/office/drawing/2014/main" id="{7DA9D02A-DE8F-4BFA-9E02-FB3C186C2A9B}"/>
                    </a:ext>
                  </a:extLst>
                </p:cNvPr>
                <p:cNvGrpSpPr>
                  <a:grpSpLocks/>
                </p:cNvGrpSpPr>
                <p:nvPr/>
              </p:nvGrpSpPr>
              <p:grpSpPr bwMode="auto">
                <a:xfrm>
                  <a:off x="1196" y="2921"/>
                  <a:ext cx="1292" cy="951"/>
                  <a:chOff x="1122" y="3002"/>
                  <a:chExt cx="1292" cy="787"/>
                </a:xfrm>
              </p:grpSpPr>
              <p:sp>
                <p:nvSpPr>
                  <p:cNvPr id="49178" name="Freeform 145">
                    <a:extLst>
                      <a:ext uri="{FF2B5EF4-FFF2-40B4-BE49-F238E27FC236}">
                        <a16:creationId xmlns:a16="http://schemas.microsoft.com/office/drawing/2014/main" id="{1FE64BBF-6CA9-41CB-8FEF-47ACFED84E96}"/>
                      </a:ext>
                    </a:extLst>
                  </p:cNvPr>
                  <p:cNvSpPr>
                    <a:spLocks noChangeArrowheads="1"/>
                  </p:cNvSpPr>
                  <p:nvPr/>
                </p:nvSpPr>
                <p:spPr bwMode="auto">
                  <a:xfrm>
                    <a:off x="1122" y="3006"/>
                    <a:ext cx="646" cy="783"/>
                  </a:xfrm>
                  <a:custGeom>
                    <a:avLst/>
                    <a:gdLst>
                      <a:gd name="T0" fmla="*/ 0 w 646"/>
                      <a:gd name="T1" fmla="*/ 783 h 783"/>
                      <a:gd name="T2" fmla="*/ 283 w 646"/>
                      <a:gd name="T3" fmla="*/ 753 h 783"/>
                      <a:gd name="T4" fmla="*/ 373 w 646"/>
                      <a:gd name="T5" fmla="*/ 662 h 783"/>
                      <a:gd name="T6" fmla="*/ 424 w 646"/>
                      <a:gd name="T7" fmla="*/ 470 h 783"/>
                      <a:gd name="T8" fmla="*/ 485 w 646"/>
                      <a:gd name="T9" fmla="*/ 207 h 783"/>
                      <a:gd name="T10" fmla="*/ 565 w 646"/>
                      <a:gd name="T11" fmla="*/ 46 h 783"/>
                      <a:gd name="T12" fmla="*/ 646 w 646"/>
                      <a:gd name="T13" fmla="*/ 5 h 7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6" h="783">
                        <a:moveTo>
                          <a:pt x="0" y="783"/>
                        </a:moveTo>
                        <a:cubicBezTo>
                          <a:pt x="113" y="778"/>
                          <a:pt x="221" y="773"/>
                          <a:pt x="283" y="753"/>
                        </a:cubicBezTo>
                        <a:cubicBezTo>
                          <a:pt x="345" y="733"/>
                          <a:pt x="350" y="709"/>
                          <a:pt x="373" y="662"/>
                        </a:cubicBezTo>
                        <a:cubicBezTo>
                          <a:pt x="396" y="615"/>
                          <a:pt x="405" y="546"/>
                          <a:pt x="424" y="470"/>
                        </a:cubicBezTo>
                        <a:cubicBezTo>
                          <a:pt x="443" y="394"/>
                          <a:pt x="462" y="278"/>
                          <a:pt x="485" y="207"/>
                        </a:cubicBezTo>
                        <a:cubicBezTo>
                          <a:pt x="508" y="136"/>
                          <a:pt x="538" y="80"/>
                          <a:pt x="565" y="46"/>
                        </a:cubicBezTo>
                        <a:cubicBezTo>
                          <a:pt x="592" y="12"/>
                          <a:pt x="633" y="0"/>
                          <a:pt x="646" y="5"/>
                        </a:cubicBezTo>
                      </a:path>
                    </a:pathLst>
                  </a:custGeom>
                  <a:noFill/>
                  <a:ln w="19050">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79" name="Freeform 146">
                    <a:extLst>
                      <a:ext uri="{FF2B5EF4-FFF2-40B4-BE49-F238E27FC236}">
                        <a16:creationId xmlns:a16="http://schemas.microsoft.com/office/drawing/2014/main" id="{C2F537BD-ABEA-4A67-BD87-E5C185FFAC90}"/>
                      </a:ext>
                    </a:extLst>
                  </p:cNvPr>
                  <p:cNvSpPr>
                    <a:spLocks noChangeArrowheads="1"/>
                  </p:cNvSpPr>
                  <p:nvPr/>
                </p:nvSpPr>
                <p:spPr bwMode="auto">
                  <a:xfrm flipH="1">
                    <a:off x="1768" y="3002"/>
                    <a:ext cx="646" cy="783"/>
                  </a:xfrm>
                  <a:custGeom>
                    <a:avLst/>
                    <a:gdLst>
                      <a:gd name="T0" fmla="*/ 0 w 646"/>
                      <a:gd name="T1" fmla="*/ 783 h 783"/>
                      <a:gd name="T2" fmla="*/ 283 w 646"/>
                      <a:gd name="T3" fmla="*/ 753 h 783"/>
                      <a:gd name="T4" fmla="*/ 373 w 646"/>
                      <a:gd name="T5" fmla="*/ 662 h 783"/>
                      <a:gd name="T6" fmla="*/ 424 w 646"/>
                      <a:gd name="T7" fmla="*/ 470 h 783"/>
                      <a:gd name="T8" fmla="*/ 485 w 646"/>
                      <a:gd name="T9" fmla="*/ 207 h 783"/>
                      <a:gd name="T10" fmla="*/ 565 w 646"/>
                      <a:gd name="T11" fmla="*/ 46 h 783"/>
                      <a:gd name="T12" fmla="*/ 646 w 646"/>
                      <a:gd name="T13" fmla="*/ 5 h 7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6" h="783">
                        <a:moveTo>
                          <a:pt x="0" y="783"/>
                        </a:moveTo>
                        <a:cubicBezTo>
                          <a:pt x="113" y="778"/>
                          <a:pt x="221" y="773"/>
                          <a:pt x="283" y="753"/>
                        </a:cubicBezTo>
                        <a:cubicBezTo>
                          <a:pt x="345" y="733"/>
                          <a:pt x="350" y="709"/>
                          <a:pt x="373" y="662"/>
                        </a:cubicBezTo>
                        <a:cubicBezTo>
                          <a:pt x="396" y="615"/>
                          <a:pt x="405" y="546"/>
                          <a:pt x="424" y="470"/>
                        </a:cubicBezTo>
                        <a:cubicBezTo>
                          <a:pt x="443" y="394"/>
                          <a:pt x="462" y="278"/>
                          <a:pt x="485" y="207"/>
                        </a:cubicBezTo>
                        <a:cubicBezTo>
                          <a:pt x="508" y="136"/>
                          <a:pt x="538" y="80"/>
                          <a:pt x="565" y="46"/>
                        </a:cubicBezTo>
                        <a:cubicBezTo>
                          <a:pt x="592" y="12"/>
                          <a:pt x="633" y="0"/>
                          <a:pt x="646" y="5"/>
                        </a:cubicBezTo>
                      </a:path>
                    </a:pathLst>
                  </a:custGeom>
                  <a:noFill/>
                  <a:ln w="19050">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graphicFrame>
        <p:nvGraphicFramePr>
          <p:cNvPr id="1271958" name="Object 150">
            <a:extLst>
              <a:ext uri="{FF2B5EF4-FFF2-40B4-BE49-F238E27FC236}">
                <a16:creationId xmlns:a16="http://schemas.microsoft.com/office/drawing/2014/main" id="{7CE3DFDA-FEB7-4026-9714-3CA7B1A57FAC}"/>
              </a:ext>
            </a:extLst>
          </p:cNvPr>
          <p:cNvGraphicFramePr>
            <a:graphicFrameLocks/>
          </p:cNvGraphicFramePr>
          <p:nvPr/>
        </p:nvGraphicFramePr>
        <p:xfrm>
          <a:off x="7340600" y="4483100"/>
          <a:ext cx="1803400" cy="406400"/>
        </p:xfrm>
        <a:graphic>
          <a:graphicData uri="http://schemas.openxmlformats.org/presentationml/2006/ole">
            <mc:AlternateContent xmlns:mc="http://schemas.openxmlformats.org/markup-compatibility/2006">
              <mc:Choice xmlns:v="urn:schemas-microsoft-com:vml" Requires="v">
                <p:oleObj spid="_x0000_s49371" r:id="rId48" imgW="977900" imgH="228600" progId="Equation.DSMT4">
                  <p:embed/>
                </p:oleObj>
              </mc:Choice>
              <mc:Fallback>
                <p:oleObj r:id="rId48" imgW="977900" imgH="228600" progId="Equation.DSMT4">
                  <p:embed/>
                  <p:pic>
                    <p:nvPicPr>
                      <p:cNvPr id="0" name="Object 150"/>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7340600" y="4483100"/>
                        <a:ext cx="1803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71959" name="Oval 151">
            <a:extLst>
              <a:ext uri="{FF2B5EF4-FFF2-40B4-BE49-F238E27FC236}">
                <a16:creationId xmlns:a16="http://schemas.microsoft.com/office/drawing/2014/main" id="{58EE3C69-DA25-45EB-8BEC-4DE46DC153D5}"/>
              </a:ext>
            </a:extLst>
          </p:cNvPr>
          <p:cNvSpPr>
            <a:spLocks noChangeArrowheads="1"/>
          </p:cNvSpPr>
          <p:nvPr/>
        </p:nvSpPr>
        <p:spPr bwMode="auto">
          <a:xfrm>
            <a:off x="7199313" y="4356100"/>
            <a:ext cx="1944687" cy="615950"/>
          </a:xfrm>
          <a:prstGeom prst="ellipse">
            <a:avLst/>
          </a:prstGeom>
          <a:noFill/>
          <a:ln w="19050">
            <a:solidFill>
              <a:srgbClr val="808000"/>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3" name="矩形 2">
            <a:extLst>
              <a:ext uri="{FF2B5EF4-FFF2-40B4-BE49-F238E27FC236}">
                <a16:creationId xmlns:a16="http://schemas.microsoft.com/office/drawing/2014/main" id="{35A28539-2EF2-4A27-AF19-EA8E2A119857}"/>
              </a:ext>
            </a:extLst>
          </p:cNvPr>
          <p:cNvSpPr/>
          <p:nvPr/>
        </p:nvSpPr>
        <p:spPr>
          <a:xfrm>
            <a:off x="3411538" y="749300"/>
            <a:ext cx="4572000" cy="369888"/>
          </a:xfrm>
          <a:prstGeom prst="rect">
            <a:avLst/>
          </a:prstGeom>
        </p:spPr>
        <p:txBody>
          <a:bodyPr>
            <a:spAutoFit/>
          </a:bodyPr>
          <a:lstStyle/>
          <a:p>
            <a:pPr>
              <a:defRPr/>
            </a:pPr>
            <a:r>
              <a:rPr lang="zh-CN" altLang="en-US" sz="1800" b="1" dirty="0">
                <a:solidFill>
                  <a:schemeClr val="bg1">
                    <a:lumMod val="50000"/>
                  </a:schemeClr>
                </a:solidFill>
              </a:rPr>
              <a:t>学生</a:t>
            </a:r>
            <a:r>
              <a:rPr lang="en-US" altLang="zh-CN" sz="1800" b="1" i="1" dirty="0">
                <a:solidFill>
                  <a:schemeClr val="bg1">
                    <a:lumMod val="50000"/>
                  </a:schemeClr>
                </a:solidFill>
              </a:rPr>
              <a:t>t</a:t>
            </a:r>
            <a:r>
              <a:rPr lang="en-US" altLang="zh-CN" sz="1800" b="1" dirty="0">
                <a:solidFill>
                  <a:schemeClr val="bg1">
                    <a:lumMod val="50000"/>
                  </a:schemeClr>
                </a:solidFill>
              </a:rPr>
              <a:t>-</a:t>
            </a:r>
            <a:r>
              <a:rPr lang="zh-CN" altLang="en-US" sz="1800" b="1" dirty="0">
                <a:solidFill>
                  <a:schemeClr val="bg1">
                    <a:lumMod val="50000"/>
                  </a:schemeClr>
                </a:solidFill>
              </a:rPr>
              <a:t>分布</a:t>
            </a:r>
            <a:r>
              <a:rPr lang="zh-CN" altLang="en-US" sz="1800" dirty="0">
                <a:solidFill>
                  <a:schemeClr val="bg1">
                    <a:lumMod val="50000"/>
                  </a:schemeClr>
                </a:solidFill>
              </a:rPr>
              <a:t>（</a:t>
            </a:r>
            <a:r>
              <a:rPr lang="en-US" altLang="zh-CN" sz="1800" dirty="0">
                <a:solidFill>
                  <a:schemeClr val="bg1">
                    <a:lumMod val="50000"/>
                  </a:schemeClr>
                </a:solidFill>
              </a:rPr>
              <a:t>Student's </a:t>
            </a:r>
            <a:r>
              <a:rPr lang="en-US" altLang="zh-CN" sz="1800" i="1" dirty="0">
                <a:solidFill>
                  <a:schemeClr val="bg1">
                    <a:lumMod val="50000"/>
                  </a:schemeClr>
                </a:solidFill>
              </a:rPr>
              <a:t>t</a:t>
            </a:r>
            <a:r>
              <a:rPr lang="en-US" altLang="zh-CN" sz="1800" dirty="0">
                <a:solidFill>
                  <a:schemeClr val="bg1">
                    <a:lumMod val="50000"/>
                  </a:schemeClr>
                </a:solidFill>
              </a:rPr>
              <a:t>-distribution</a:t>
            </a:r>
            <a:r>
              <a:rPr lang="zh-CN" altLang="en-US" sz="1800" dirty="0">
                <a:solidFill>
                  <a:schemeClr val="bg1">
                    <a:lumMod val="50000"/>
                  </a:schemeClr>
                </a:solidFill>
              </a:rPr>
              <a:t>）</a:t>
            </a: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1271947"/>
                                        </p:tgtEl>
                                        <p:attrNameLst>
                                          <p:attrName>style.visibility</p:attrName>
                                        </p:attrNameLst>
                                      </p:cBhvr>
                                      <p:to>
                                        <p:strVal val="visible"/>
                                      </p:to>
                                    </p:set>
                                    <p:animEffect transition="in" filter="box(in)">
                                      <p:cBhvr>
                                        <p:cTn id="7" dur="500"/>
                                        <p:tgtEl>
                                          <p:spTgt spid="1271947"/>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27181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19459"/>
                                        </p:tgtEl>
                                        <p:attrNameLst>
                                          <p:attrName>style.visibility</p:attrName>
                                        </p:attrNameLst>
                                      </p:cBhvr>
                                      <p:to>
                                        <p:strVal val="visible"/>
                                      </p:to>
                                    </p:set>
                                    <p:anim calcmode="lin" valueType="num">
                                      <p:cBhvr>
                                        <p:cTn id="15" dur="500" fill="hold"/>
                                        <p:tgtEl>
                                          <p:spTgt spid="19459"/>
                                        </p:tgtEl>
                                        <p:attrNameLst>
                                          <p:attrName>ppt_x</p:attrName>
                                        </p:attrNameLst>
                                      </p:cBhvr>
                                      <p:tavLst>
                                        <p:tav tm="0">
                                          <p:val>
                                            <p:strVal val="#ppt_x"/>
                                          </p:val>
                                        </p:tav>
                                        <p:tav tm="100000">
                                          <p:val>
                                            <p:strVal val="#ppt_x"/>
                                          </p:val>
                                        </p:tav>
                                      </p:tavLst>
                                    </p:anim>
                                    <p:anim calcmode="lin" valueType="num">
                                      <p:cBhvr>
                                        <p:cTn id="16"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dissolve">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1271958"/>
                                        </p:tgtEl>
                                        <p:attrNameLst>
                                          <p:attrName>style.visibility</p:attrName>
                                        </p:attrNameLst>
                                      </p:cBhvr>
                                      <p:to>
                                        <p:strVal val="visible"/>
                                      </p:to>
                                    </p:set>
                                    <p:anim calcmode="lin" valueType="num">
                                      <p:cBhvr>
                                        <p:cTn id="26" dur="500" fill="hold"/>
                                        <p:tgtEl>
                                          <p:spTgt spid="1271958"/>
                                        </p:tgtEl>
                                        <p:attrNameLst>
                                          <p:attrName>ppt_x</p:attrName>
                                        </p:attrNameLst>
                                      </p:cBhvr>
                                      <p:tavLst>
                                        <p:tav tm="0">
                                          <p:val>
                                            <p:strVal val="0-#ppt_w/2"/>
                                          </p:val>
                                        </p:tav>
                                        <p:tav tm="100000">
                                          <p:val>
                                            <p:strVal val="#ppt_x"/>
                                          </p:val>
                                        </p:tav>
                                      </p:tavLst>
                                    </p:anim>
                                    <p:anim calcmode="lin" valueType="num">
                                      <p:cBhvr>
                                        <p:cTn id="27" dur="500" fill="hold"/>
                                        <p:tgtEl>
                                          <p:spTgt spid="1271958"/>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1271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1818" grpId="0" animBg="1"/>
      <p:bldP spid="127195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7D470D6C-8E75-4512-8054-033B9209D608}"/>
              </a:ext>
            </a:extLst>
          </p:cNvPr>
          <p:cNvSpPr>
            <a:spLocks noGrp="1" noChangeArrowheads="1"/>
          </p:cNvSpPr>
          <p:nvPr>
            <p:ph type="title"/>
          </p:nvPr>
        </p:nvSpPr>
        <p:spPr/>
        <p:txBody>
          <a:bodyPr/>
          <a:lstStyle/>
          <a:p>
            <a:endParaRPr lang="zh-CN" altLang="en-US"/>
          </a:p>
        </p:txBody>
      </p:sp>
      <p:sp>
        <p:nvSpPr>
          <p:cNvPr id="50179" name="文本占位符 2">
            <a:extLst>
              <a:ext uri="{FF2B5EF4-FFF2-40B4-BE49-F238E27FC236}">
                <a16:creationId xmlns:a16="http://schemas.microsoft.com/office/drawing/2014/main" id="{55A6762F-8E70-4994-B53C-B68E2B69C335}"/>
              </a:ext>
            </a:extLst>
          </p:cNvPr>
          <p:cNvSpPr>
            <a:spLocks noGrp="1" noChangeArrowheads="1"/>
          </p:cNvSpPr>
          <p:nvPr>
            <p:ph type="body" sz="half" idx="1"/>
          </p:nvPr>
        </p:nvSpPr>
        <p:spPr>
          <a:xfrm>
            <a:off x="1576388" y="1143000"/>
            <a:ext cx="6869112" cy="4302125"/>
          </a:xfrm>
        </p:spPr>
        <p:txBody>
          <a:bodyPr/>
          <a:lstStyle/>
          <a:p>
            <a:pPr>
              <a:lnSpc>
                <a:spcPct val="150000"/>
              </a:lnSpc>
            </a:pPr>
            <a:r>
              <a:rPr lang="zh-CN" altLang="en-US">
                <a:latin typeface="微软雅黑" panose="020B0503020204020204" pitchFamily="34" charset="-122"/>
                <a:ea typeface="微软雅黑" panose="020B0503020204020204" pitchFamily="34" charset="-122"/>
              </a:rPr>
              <a:t>英国人威廉</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戈塞（</a:t>
            </a:r>
            <a:r>
              <a:rPr lang="en-US" altLang="zh-CN">
                <a:latin typeface="微软雅黑" panose="020B0503020204020204" pitchFamily="34" charset="-122"/>
                <a:ea typeface="微软雅黑" panose="020B0503020204020204" pitchFamily="34" charset="-122"/>
              </a:rPr>
              <a:t>Willam S. Gosset</a:t>
            </a:r>
            <a:r>
              <a:rPr lang="zh-CN" altLang="en-US">
                <a:latin typeface="微软雅黑" panose="020B0503020204020204" pitchFamily="34" charset="-122"/>
                <a:ea typeface="微软雅黑" panose="020B0503020204020204" pitchFamily="34" charset="-122"/>
              </a:rPr>
              <a:t>）于</a:t>
            </a:r>
            <a:r>
              <a:rPr lang="en-US" altLang="zh-CN">
                <a:latin typeface="微软雅黑" panose="020B0503020204020204" pitchFamily="34" charset="-122"/>
                <a:ea typeface="微软雅黑" panose="020B0503020204020204" pitchFamily="34" charset="-122"/>
              </a:rPr>
              <a:t>1908</a:t>
            </a:r>
            <a:r>
              <a:rPr lang="zh-CN" altLang="en-US">
                <a:latin typeface="微软雅黑" panose="020B0503020204020204" pitchFamily="34" charset="-122"/>
                <a:ea typeface="微软雅黑" panose="020B0503020204020204" pitchFamily="34" charset="-122"/>
              </a:rPr>
              <a:t>年再次发现并发表了</a:t>
            </a:r>
            <a:r>
              <a:rPr lang="en-US" altLang="zh-CN">
                <a:latin typeface="微软雅黑" panose="020B0503020204020204" pitchFamily="34" charset="-122"/>
                <a:ea typeface="微软雅黑" panose="020B0503020204020204" pitchFamily="34" charset="-122"/>
              </a:rPr>
              <a:t>t</a:t>
            </a:r>
            <a:r>
              <a:rPr lang="zh-CN" altLang="en-US">
                <a:latin typeface="微软雅黑" panose="020B0503020204020204" pitchFamily="34" charset="-122"/>
                <a:ea typeface="微软雅黑" panose="020B0503020204020204" pitchFamily="34" charset="-122"/>
              </a:rPr>
              <a:t>分布，当时他还在爱尔兰都柏林的吉尼斯（</a:t>
            </a:r>
            <a:r>
              <a:rPr lang="en-US" altLang="zh-CN">
                <a:latin typeface="微软雅黑" panose="020B0503020204020204" pitchFamily="34" charset="-122"/>
                <a:ea typeface="微软雅黑" panose="020B0503020204020204" pitchFamily="34" charset="-122"/>
              </a:rPr>
              <a:t>Guinness</a:t>
            </a:r>
            <a:r>
              <a:rPr lang="zh-CN" altLang="en-US">
                <a:latin typeface="微软雅黑" panose="020B0503020204020204" pitchFamily="34" charset="-122"/>
                <a:ea typeface="微软雅黑" panose="020B0503020204020204" pitchFamily="34" charset="-122"/>
              </a:rPr>
              <a:t>）啤酒酿酒厂工作。酒厂虽然禁止员工发表一切与酿酒研究有关的成果，但允许他在不提到酿酒的前提下，以笔名发表</a:t>
            </a:r>
            <a:r>
              <a:rPr lang="en-US" altLang="zh-CN">
                <a:latin typeface="微软雅黑" panose="020B0503020204020204" pitchFamily="34" charset="-122"/>
                <a:ea typeface="微软雅黑" panose="020B0503020204020204" pitchFamily="34" charset="-122"/>
              </a:rPr>
              <a:t>t</a:t>
            </a:r>
            <a:r>
              <a:rPr lang="zh-CN" altLang="en-US">
                <a:latin typeface="微软雅黑" panose="020B0503020204020204" pitchFamily="34" charset="-122"/>
                <a:ea typeface="微软雅黑" panose="020B0503020204020204" pitchFamily="34" charset="-122"/>
              </a:rPr>
              <a:t>分布的发现，所以论文使用了“学生”（</a:t>
            </a:r>
            <a:r>
              <a:rPr lang="en-US" altLang="zh-CN">
                <a:latin typeface="微软雅黑" panose="020B0503020204020204" pitchFamily="34" charset="-122"/>
                <a:ea typeface="微软雅黑" panose="020B0503020204020204" pitchFamily="34" charset="-122"/>
              </a:rPr>
              <a:t>Student</a:t>
            </a:r>
            <a:r>
              <a:rPr lang="zh-CN" altLang="en-US">
                <a:latin typeface="微软雅黑" panose="020B0503020204020204" pitchFamily="34" charset="-122"/>
                <a:ea typeface="微软雅黑" panose="020B0503020204020204" pitchFamily="34" charset="-122"/>
              </a:rPr>
              <a:t>）这一笔名。之后</a:t>
            </a:r>
            <a:r>
              <a:rPr lang="en-US" altLang="zh-CN">
                <a:latin typeface="微软雅黑" panose="020B0503020204020204" pitchFamily="34" charset="-122"/>
                <a:ea typeface="微软雅黑" panose="020B0503020204020204" pitchFamily="34" charset="-122"/>
              </a:rPr>
              <a:t>t</a:t>
            </a:r>
            <a:r>
              <a:rPr lang="zh-CN" altLang="en-US">
                <a:latin typeface="微软雅黑" panose="020B0503020204020204" pitchFamily="34" charset="-122"/>
                <a:ea typeface="微软雅黑" panose="020B0503020204020204" pitchFamily="34" charset="-122"/>
              </a:rPr>
              <a:t>检定以及相关理论经由罗纳德</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费雪（</a:t>
            </a:r>
            <a:r>
              <a:rPr lang="en-US" altLang="zh-CN">
                <a:latin typeface="微软雅黑" panose="020B0503020204020204" pitchFamily="34" charset="-122"/>
                <a:ea typeface="微软雅黑" panose="020B0503020204020204" pitchFamily="34" charset="-122"/>
              </a:rPr>
              <a:t>Sir Ronald Aylmer Fisher</a:t>
            </a:r>
            <a:r>
              <a:rPr lang="zh-CN" altLang="en-US">
                <a:latin typeface="微软雅黑" panose="020B0503020204020204" pitchFamily="34" charset="-122"/>
                <a:ea typeface="微软雅黑" panose="020B0503020204020204" pitchFamily="34" charset="-122"/>
              </a:rPr>
              <a:t>）发扬光大，为了感谢戈塞的功劳，费雪将此分布命名为学生</a:t>
            </a:r>
            <a:r>
              <a:rPr lang="en-US" altLang="zh-CN">
                <a:latin typeface="微软雅黑" panose="020B0503020204020204" pitchFamily="34" charset="-122"/>
                <a:ea typeface="微软雅黑" panose="020B0503020204020204" pitchFamily="34" charset="-122"/>
              </a:rPr>
              <a:t>t</a:t>
            </a:r>
            <a:r>
              <a:rPr lang="zh-CN" altLang="en-US">
                <a:latin typeface="微软雅黑" panose="020B0503020204020204" pitchFamily="34" charset="-122"/>
                <a:ea typeface="微软雅黑" panose="020B0503020204020204" pitchFamily="34" charset="-122"/>
              </a:rPr>
              <a:t>分布（</a:t>
            </a:r>
            <a:r>
              <a:rPr lang="en-US" altLang="zh-CN">
                <a:latin typeface="微软雅黑" panose="020B0503020204020204" pitchFamily="34" charset="-122"/>
                <a:ea typeface="微软雅黑" panose="020B0503020204020204" pitchFamily="34" charset="-122"/>
              </a:rPr>
              <a:t>Student's t</a:t>
            </a:r>
            <a:r>
              <a:rPr lang="zh-CN" altLang="en-US">
                <a:latin typeface="微软雅黑" panose="020B0503020204020204" pitchFamily="34" charset="-122"/>
                <a:ea typeface="微软雅黑" panose="020B0503020204020204" pitchFamily="34" charset="-122"/>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8">
            <a:extLst>
              <a:ext uri="{FF2B5EF4-FFF2-40B4-BE49-F238E27FC236}">
                <a16:creationId xmlns:a16="http://schemas.microsoft.com/office/drawing/2014/main" id="{D528A506-775E-411A-BB10-4EE277E85AB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8966B1CD-1964-40D1-8EFD-164FBB1C803F}" type="slidenum">
              <a:rPr altLang="en-US" sz="1400" smtClean="0"/>
              <a:pPr>
                <a:lnSpc>
                  <a:spcPct val="100000"/>
                </a:lnSpc>
                <a:spcBef>
                  <a:spcPct val="0"/>
                </a:spcBef>
                <a:buClr>
                  <a:schemeClr val="tx1"/>
                </a:buClr>
                <a:buFontTx/>
                <a:buNone/>
              </a:pPr>
              <a:t>33</a:t>
            </a:fld>
            <a:endParaRPr lang="zh-CN" altLang="en-US" sz="1400"/>
          </a:p>
        </p:txBody>
      </p:sp>
      <p:sp>
        <p:nvSpPr>
          <p:cNvPr id="51203" name="Rectangle 8">
            <a:extLst>
              <a:ext uri="{FF2B5EF4-FFF2-40B4-BE49-F238E27FC236}">
                <a16:creationId xmlns:a16="http://schemas.microsoft.com/office/drawing/2014/main" id="{1C326AC1-5DD6-49FA-AE41-C29AA632FA47}"/>
              </a:ext>
            </a:extLst>
          </p:cNvPr>
          <p:cNvSpPr>
            <a:spLocks noGrp="1" noChangeArrowheads="1"/>
          </p:cNvSpPr>
          <p:nvPr>
            <p:ph type="title" sz="quarter"/>
          </p:nvPr>
        </p:nvSpPr>
        <p:spPr>
          <a:xfrm>
            <a:off x="1041400" y="428625"/>
            <a:ext cx="817563" cy="857250"/>
          </a:xfrm>
        </p:spPr>
        <p:txBody>
          <a:bodyPr/>
          <a:lstStyle/>
          <a:p>
            <a:pPr eaLnBrk="1" hangingPunct="1">
              <a:buFontTx/>
              <a:buBlip>
                <a:blip r:embed="rId3"/>
              </a:buBlip>
            </a:pPr>
            <a:r>
              <a:rPr lang="en-US" altLang="zh-CN"/>
              <a:t>  </a:t>
            </a:r>
          </a:p>
        </p:txBody>
      </p:sp>
      <p:graphicFrame>
        <p:nvGraphicFramePr>
          <p:cNvPr id="51204" name="Object 4">
            <a:extLst>
              <a:ext uri="{FF2B5EF4-FFF2-40B4-BE49-F238E27FC236}">
                <a16:creationId xmlns:a16="http://schemas.microsoft.com/office/drawing/2014/main" id="{C51D863E-2F37-404D-966C-7A5E44756B39}"/>
              </a:ext>
            </a:extLst>
          </p:cNvPr>
          <p:cNvGraphicFramePr>
            <a:graphicFrameLocks noGrp="1"/>
          </p:cNvGraphicFramePr>
          <p:nvPr>
            <p:ph sz="quarter" idx="2"/>
          </p:nvPr>
        </p:nvGraphicFramePr>
        <p:xfrm>
          <a:off x="1184275" y="1146175"/>
          <a:ext cx="7696200" cy="1377950"/>
        </p:xfrm>
        <a:graphic>
          <a:graphicData uri="http://schemas.openxmlformats.org/presentationml/2006/ole">
            <mc:AlternateContent xmlns:mc="http://schemas.openxmlformats.org/markup-compatibility/2006">
              <mc:Choice xmlns:v="urn:schemas-microsoft-com:vml" Requires="v">
                <p:oleObj spid="_x0000_s51232" r:id="rId4" imgW="5105400" imgH="914400" progId="Equation.DSMT4">
                  <p:embed/>
                </p:oleObj>
              </mc:Choice>
              <mc:Fallback>
                <p:oleObj r:id="rId4" imgW="5105400" imgH="91440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4275" y="1146175"/>
                        <a:ext cx="769620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72842" name="Rectangle 10">
            <a:extLst>
              <a:ext uri="{FF2B5EF4-FFF2-40B4-BE49-F238E27FC236}">
                <a16:creationId xmlns:a16="http://schemas.microsoft.com/office/drawing/2014/main" id="{07AE99B4-F675-4829-A552-87FCCFD9DF79}"/>
              </a:ext>
            </a:extLst>
          </p:cNvPr>
          <p:cNvSpPr>
            <a:spLocks noChangeArrowheads="1"/>
          </p:cNvSpPr>
          <p:nvPr/>
        </p:nvSpPr>
        <p:spPr bwMode="auto">
          <a:xfrm>
            <a:off x="1120775" y="3327400"/>
            <a:ext cx="1016000" cy="477838"/>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51206" name="Object 81">
            <a:extLst>
              <a:ext uri="{FF2B5EF4-FFF2-40B4-BE49-F238E27FC236}">
                <a16:creationId xmlns:a16="http://schemas.microsoft.com/office/drawing/2014/main" id="{EF518ABF-C93D-41F0-85E5-863C9D3512E7}"/>
              </a:ext>
            </a:extLst>
          </p:cNvPr>
          <p:cNvGraphicFramePr>
            <a:graphicFrameLocks/>
          </p:cNvGraphicFramePr>
          <p:nvPr/>
        </p:nvGraphicFramePr>
        <p:xfrm>
          <a:off x="1512888" y="668338"/>
          <a:ext cx="917575" cy="379412"/>
        </p:xfrm>
        <a:graphic>
          <a:graphicData uri="http://schemas.openxmlformats.org/presentationml/2006/ole">
            <mc:AlternateContent xmlns:mc="http://schemas.openxmlformats.org/markup-compatibility/2006">
              <mc:Choice xmlns:v="urn:schemas-microsoft-com:vml" Requires="v">
                <p:oleObj spid="_x0000_s51233" r:id="rId6" imgW="646858" imgH="266353" progId="Equation.DSMT4">
                  <p:embed/>
                </p:oleObj>
              </mc:Choice>
              <mc:Fallback>
                <p:oleObj r:id="rId6" imgW="646858" imgH="266353" progId="Equation.DSMT4">
                  <p:embed/>
                  <p:pic>
                    <p:nvPicPr>
                      <p:cNvPr id="0" name="Object 8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888" y="668338"/>
                        <a:ext cx="9175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7" name="AutoShape 83">
            <a:extLst>
              <a:ext uri="{FF2B5EF4-FFF2-40B4-BE49-F238E27FC236}">
                <a16:creationId xmlns:a16="http://schemas.microsoft.com/office/drawing/2014/main" id="{77400231-A4A2-499C-B651-D8DADA5BF699}"/>
              </a:ext>
            </a:extLst>
          </p:cNvPr>
          <p:cNvSpPr>
            <a:spLocks noChangeArrowheads="1"/>
          </p:cNvSpPr>
          <p:nvPr/>
        </p:nvSpPr>
        <p:spPr bwMode="auto">
          <a:xfrm>
            <a:off x="1041400" y="1222375"/>
            <a:ext cx="223838"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72918" name="Object 86">
            <a:extLst>
              <a:ext uri="{FF2B5EF4-FFF2-40B4-BE49-F238E27FC236}">
                <a16:creationId xmlns:a16="http://schemas.microsoft.com/office/drawing/2014/main" id="{12EFEDA3-2103-4C01-AD5C-02D5D7484516}"/>
              </a:ext>
            </a:extLst>
          </p:cNvPr>
          <p:cNvGraphicFramePr>
            <a:graphicFrameLocks/>
          </p:cNvGraphicFramePr>
          <p:nvPr/>
        </p:nvGraphicFramePr>
        <p:xfrm>
          <a:off x="1133475" y="3405188"/>
          <a:ext cx="7258050" cy="2439987"/>
        </p:xfrm>
        <a:graphic>
          <a:graphicData uri="http://schemas.openxmlformats.org/presentationml/2006/ole">
            <mc:AlternateContent xmlns:mc="http://schemas.openxmlformats.org/markup-compatibility/2006">
              <mc:Choice xmlns:v="urn:schemas-microsoft-com:vml" Requires="v">
                <p:oleObj spid="_x0000_s51234" r:id="rId8" imgW="4305300" imgH="1447800" progId="Equation.DSMT4">
                  <p:embed/>
                </p:oleObj>
              </mc:Choice>
              <mc:Fallback>
                <p:oleObj r:id="rId8" imgW="4305300" imgH="1447800" progId="Equation.DSMT4">
                  <p:embed/>
                  <p:pic>
                    <p:nvPicPr>
                      <p:cNvPr id="0" name="Object 8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3475" y="3405188"/>
                        <a:ext cx="7258050" cy="243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72921" name="Object 89">
            <a:extLst>
              <a:ext uri="{FF2B5EF4-FFF2-40B4-BE49-F238E27FC236}">
                <a16:creationId xmlns:a16="http://schemas.microsoft.com/office/drawing/2014/main" id="{80B1622D-4956-4D17-98DB-FFD4342A7AE1}"/>
              </a:ext>
            </a:extLst>
          </p:cNvPr>
          <p:cNvGraphicFramePr>
            <a:graphicFrameLocks/>
          </p:cNvGraphicFramePr>
          <p:nvPr/>
        </p:nvGraphicFramePr>
        <p:xfrm>
          <a:off x="1266825" y="2679700"/>
          <a:ext cx="3848100" cy="388938"/>
        </p:xfrm>
        <a:graphic>
          <a:graphicData uri="http://schemas.openxmlformats.org/presentationml/2006/ole">
            <mc:AlternateContent xmlns:mc="http://schemas.openxmlformats.org/markup-compatibility/2006">
              <mc:Choice xmlns:v="urn:schemas-microsoft-com:vml" Requires="v">
                <p:oleObj spid="_x0000_s51235" r:id="rId10" imgW="2386564" imgH="241195" progId="Equation.DSMT4">
                  <p:embed/>
                </p:oleObj>
              </mc:Choice>
              <mc:Fallback>
                <p:oleObj r:id="rId10" imgW="2386564" imgH="241195" progId="Equation.DSMT4">
                  <p:embed/>
                  <p:pic>
                    <p:nvPicPr>
                      <p:cNvPr id="0" name="Object 8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66825" y="2679700"/>
                        <a:ext cx="38481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72923" name="Oval 91">
            <a:extLst>
              <a:ext uri="{FF2B5EF4-FFF2-40B4-BE49-F238E27FC236}">
                <a16:creationId xmlns:a16="http://schemas.microsoft.com/office/drawing/2014/main" id="{9559EDB3-9E34-4EE5-9C46-74F8294ADC87}"/>
              </a:ext>
            </a:extLst>
          </p:cNvPr>
          <p:cNvSpPr>
            <a:spLocks noChangeArrowheads="1"/>
          </p:cNvSpPr>
          <p:nvPr/>
        </p:nvSpPr>
        <p:spPr bwMode="auto">
          <a:xfrm>
            <a:off x="1081088" y="2625725"/>
            <a:ext cx="814387" cy="466725"/>
          </a:xfrm>
          <a:prstGeom prst="ellipse">
            <a:avLst/>
          </a:prstGeom>
          <a:noFill/>
          <a:ln w="19050">
            <a:solidFill>
              <a:srgbClr val="993300"/>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3" name="矩形 2">
            <a:extLst>
              <a:ext uri="{FF2B5EF4-FFF2-40B4-BE49-F238E27FC236}">
                <a16:creationId xmlns:a16="http://schemas.microsoft.com/office/drawing/2014/main" id="{C0D51695-5B55-4FD4-A281-F678DE4A97E5}"/>
              </a:ext>
            </a:extLst>
          </p:cNvPr>
          <p:cNvSpPr/>
          <p:nvPr/>
        </p:nvSpPr>
        <p:spPr>
          <a:xfrm>
            <a:off x="3171825" y="534988"/>
            <a:ext cx="5972175" cy="584200"/>
          </a:xfrm>
          <a:prstGeom prst="rect">
            <a:avLst/>
          </a:prstGeom>
        </p:spPr>
        <p:txBody>
          <a:bodyPr>
            <a:spAutoFit/>
          </a:bodyPr>
          <a:lstStyle/>
          <a:p>
            <a:pPr>
              <a:defRPr/>
            </a:pPr>
            <a:r>
              <a:rPr lang="zh-CN" altLang="en-US" sz="1600" dirty="0">
                <a:solidFill>
                  <a:schemeClr val="bg1">
                    <a:lumMod val="50000"/>
                  </a:schemeClr>
                </a:solidFill>
                <a:latin typeface="Times New Roman" panose="02020603050405020304" pitchFamily="18" charset="0"/>
                <a:cs typeface="Times New Roman" panose="02020603050405020304" pitchFamily="18" charset="0"/>
              </a:rPr>
              <a:t>known as Snedecor's F distribution or the Fisher–Snedecor distribution (after Ronald Fisher and George W. Snedecor)</a:t>
            </a: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72921"/>
                                        </p:tgtEl>
                                        <p:attrNameLst>
                                          <p:attrName>style.visibility</p:attrName>
                                        </p:attrNameLst>
                                      </p:cBhvr>
                                      <p:to>
                                        <p:strVal val="visible"/>
                                      </p:to>
                                    </p:set>
                                    <p:anim calcmode="lin" valueType="num">
                                      <p:cBhvr>
                                        <p:cTn id="7" dur="500" fill="hold"/>
                                        <p:tgtEl>
                                          <p:spTgt spid="1272921"/>
                                        </p:tgtEl>
                                        <p:attrNameLst>
                                          <p:attrName>ppt_x</p:attrName>
                                        </p:attrNameLst>
                                      </p:cBhvr>
                                      <p:tavLst>
                                        <p:tav tm="0">
                                          <p:val>
                                            <p:strVal val="0-#ppt_w/2"/>
                                          </p:val>
                                        </p:tav>
                                        <p:tav tm="100000">
                                          <p:val>
                                            <p:strVal val="#ppt_x"/>
                                          </p:val>
                                        </p:tav>
                                      </p:tavLst>
                                    </p:anim>
                                    <p:anim calcmode="lin" valueType="num">
                                      <p:cBhvr>
                                        <p:cTn id="8" dur="500" fill="hold"/>
                                        <p:tgtEl>
                                          <p:spTgt spid="127292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272923"/>
                                        </p:tgtEl>
                                        <p:attrNameLst>
                                          <p:attrName>style.visibility</p:attrName>
                                        </p:attrNameLst>
                                      </p:cBhvr>
                                      <p:to>
                                        <p:strVal val="visible"/>
                                      </p:to>
                                    </p:set>
                                    <p:animEffect transition="in" filter="blinds(horizontal)">
                                      <p:cBhvr>
                                        <p:cTn id="12" dur="500"/>
                                        <p:tgtEl>
                                          <p:spTgt spid="12729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272918"/>
                                        </p:tgtEl>
                                        <p:attrNameLst>
                                          <p:attrName>style.visibility</p:attrName>
                                        </p:attrNameLst>
                                      </p:cBhvr>
                                      <p:to>
                                        <p:strVal val="visible"/>
                                      </p:to>
                                    </p:set>
                                    <p:anim calcmode="lin" valueType="num">
                                      <p:cBhvr>
                                        <p:cTn id="17" dur="500" fill="hold"/>
                                        <p:tgtEl>
                                          <p:spTgt spid="1272918"/>
                                        </p:tgtEl>
                                        <p:attrNameLst>
                                          <p:attrName>ppt_x</p:attrName>
                                        </p:attrNameLst>
                                      </p:cBhvr>
                                      <p:tavLst>
                                        <p:tav tm="0">
                                          <p:val>
                                            <p:strVal val="0-#ppt_w/2"/>
                                          </p:val>
                                        </p:tav>
                                        <p:tav tm="100000">
                                          <p:val>
                                            <p:strVal val="#ppt_x"/>
                                          </p:val>
                                        </p:tav>
                                      </p:tavLst>
                                    </p:anim>
                                    <p:anim calcmode="lin" valueType="num">
                                      <p:cBhvr>
                                        <p:cTn id="18" dur="500" fill="hold"/>
                                        <p:tgtEl>
                                          <p:spTgt spid="1272918"/>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12728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2842" grpId="0" animBg="1"/>
      <p:bldP spid="127292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a:extLst>
              <a:ext uri="{FF2B5EF4-FFF2-40B4-BE49-F238E27FC236}">
                <a16:creationId xmlns:a16="http://schemas.microsoft.com/office/drawing/2014/main" id="{9430CCCF-0730-496D-8502-F7EC0A1206A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09FB4FEC-4960-42EE-B036-4A14C76E4C6B}" type="slidenum">
              <a:rPr altLang="en-US" sz="1400" smtClean="0"/>
              <a:pPr>
                <a:lnSpc>
                  <a:spcPct val="100000"/>
                </a:lnSpc>
                <a:spcBef>
                  <a:spcPct val="0"/>
                </a:spcBef>
                <a:buClr>
                  <a:schemeClr val="tx1"/>
                </a:buClr>
                <a:buFontTx/>
                <a:buNone/>
              </a:pPr>
              <a:t>34</a:t>
            </a:fld>
            <a:endParaRPr lang="zh-CN" altLang="en-US" sz="1400"/>
          </a:p>
        </p:txBody>
      </p:sp>
      <p:graphicFrame>
        <p:nvGraphicFramePr>
          <p:cNvPr id="52227" name="Object 1089">
            <a:extLst>
              <a:ext uri="{FF2B5EF4-FFF2-40B4-BE49-F238E27FC236}">
                <a16:creationId xmlns:a16="http://schemas.microsoft.com/office/drawing/2014/main" id="{A0CA70D2-47BB-48C4-B02A-E856597F3E3F}"/>
              </a:ext>
            </a:extLst>
          </p:cNvPr>
          <p:cNvGraphicFramePr>
            <a:graphicFrameLocks/>
          </p:cNvGraphicFramePr>
          <p:nvPr/>
        </p:nvGraphicFramePr>
        <p:xfrm>
          <a:off x="1106488" y="1169988"/>
          <a:ext cx="7794625" cy="944562"/>
        </p:xfrm>
        <a:graphic>
          <a:graphicData uri="http://schemas.openxmlformats.org/presentationml/2006/ole">
            <mc:AlternateContent xmlns:mc="http://schemas.openxmlformats.org/markup-compatibility/2006">
              <mc:Choice xmlns:v="urn:schemas-microsoft-com:vml" Requires="v">
                <p:oleObj spid="_x0000_s52363" r:id="rId3" imgW="5029200" imgH="609600" progId="Equation.DSMT4">
                  <p:embed/>
                </p:oleObj>
              </mc:Choice>
              <mc:Fallback>
                <p:oleObj r:id="rId3" imgW="5029200" imgH="609600" progId="Equation.DSMT4">
                  <p:embed/>
                  <p:pic>
                    <p:nvPicPr>
                      <p:cNvPr id="0" name="Object 108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488" y="1169988"/>
                        <a:ext cx="7794625"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096">
            <a:extLst>
              <a:ext uri="{FF2B5EF4-FFF2-40B4-BE49-F238E27FC236}">
                <a16:creationId xmlns:a16="http://schemas.microsoft.com/office/drawing/2014/main" id="{987A390A-958F-4F14-A9C1-5BF65274F1A9}"/>
              </a:ext>
            </a:extLst>
          </p:cNvPr>
          <p:cNvGrpSpPr>
            <a:grpSpLocks/>
          </p:cNvGrpSpPr>
          <p:nvPr/>
        </p:nvGrpSpPr>
        <p:grpSpPr bwMode="auto">
          <a:xfrm>
            <a:off x="1862138" y="3500438"/>
            <a:ext cx="6437312" cy="2227262"/>
            <a:chOff x="1013" y="2205"/>
            <a:chExt cx="4055" cy="1403"/>
          </a:xfrm>
        </p:grpSpPr>
        <p:grpSp>
          <p:nvGrpSpPr>
            <p:cNvPr id="52231" name="Group 1053">
              <a:extLst>
                <a:ext uri="{FF2B5EF4-FFF2-40B4-BE49-F238E27FC236}">
                  <a16:creationId xmlns:a16="http://schemas.microsoft.com/office/drawing/2014/main" id="{90BF4595-9C27-458D-948B-181455D14AD1}"/>
                </a:ext>
              </a:extLst>
            </p:cNvPr>
            <p:cNvGrpSpPr>
              <a:grpSpLocks/>
            </p:cNvGrpSpPr>
            <p:nvPr/>
          </p:nvGrpSpPr>
          <p:grpSpPr bwMode="auto">
            <a:xfrm>
              <a:off x="1013" y="2205"/>
              <a:ext cx="1931" cy="1217"/>
              <a:chOff x="797" y="3010"/>
              <a:chExt cx="1931" cy="1217"/>
            </a:xfrm>
          </p:grpSpPr>
          <p:graphicFrame>
            <p:nvGraphicFramePr>
              <p:cNvPr id="52260" name="Object 1054">
                <a:extLst>
                  <a:ext uri="{FF2B5EF4-FFF2-40B4-BE49-F238E27FC236}">
                    <a16:creationId xmlns:a16="http://schemas.microsoft.com/office/drawing/2014/main" id="{C77E5E5F-1FF3-487D-B401-10F5B8B4A710}"/>
                  </a:ext>
                </a:extLst>
              </p:cNvPr>
              <p:cNvGraphicFramePr>
                <a:graphicFrameLocks/>
              </p:cNvGraphicFramePr>
              <p:nvPr/>
            </p:nvGraphicFramePr>
            <p:xfrm>
              <a:off x="957" y="4045"/>
              <a:ext cx="98" cy="137"/>
            </p:xfrm>
            <a:graphic>
              <a:graphicData uri="http://schemas.openxmlformats.org/presentationml/2006/ole">
                <mc:AlternateContent xmlns:mc="http://schemas.openxmlformats.org/markup-compatibility/2006">
                  <mc:Choice xmlns:v="urn:schemas-microsoft-com:vml" Requires="v">
                    <p:oleObj spid="_x0000_s52364" r:id="rId5" imgW="126725" imgH="177415" progId="Equation.DSMT4">
                      <p:embed/>
                    </p:oleObj>
                  </mc:Choice>
                  <mc:Fallback>
                    <p:oleObj r:id="rId5" imgW="126725" imgH="177415" progId="Equation.DSMT4">
                      <p:embed/>
                      <p:pic>
                        <p:nvPicPr>
                          <p:cNvPr id="0" name="Object 105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 y="4045"/>
                            <a:ext cx="9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2261" name="Group 1055">
                <a:extLst>
                  <a:ext uri="{FF2B5EF4-FFF2-40B4-BE49-F238E27FC236}">
                    <a16:creationId xmlns:a16="http://schemas.microsoft.com/office/drawing/2014/main" id="{DD8B0AD3-2C11-4362-863F-4870557CE9FE}"/>
                  </a:ext>
                </a:extLst>
              </p:cNvPr>
              <p:cNvGrpSpPr>
                <a:grpSpLocks/>
              </p:cNvGrpSpPr>
              <p:nvPr/>
            </p:nvGrpSpPr>
            <p:grpSpPr bwMode="auto">
              <a:xfrm>
                <a:off x="1061" y="3045"/>
                <a:ext cx="1654" cy="1045"/>
                <a:chOff x="1061" y="3045"/>
                <a:chExt cx="1654" cy="1045"/>
              </a:xfrm>
            </p:grpSpPr>
            <p:grpSp>
              <p:nvGrpSpPr>
                <p:cNvPr id="52266" name="Group 1056">
                  <a:extLst>
                    <a:ext uri="{FF2B5EF4-FFF2-40B4-BE49-F238E27FC236}">
                      <a16:creationId xmlns:a16="http://schemas.microsoft.com/office/drawing/2014/main" id="{A4A08038-4B17-4CCA-9C68-603ADC27E87D}"/>
                    </a:ext>
                  </a:extLst>
                </p:cNvPr>
                <p:cNvGrpSpPr>
                  <a:grpSpLocks/>
                </p:cNvGrpSpPr>
                <p:nvPr/>
              </p:nvGrpSpPr>
              <p:grpSpPr bwMode="auto">
                <a:xfrm>
                  <a:off x="1061" y="4073"/>
                  <a:ext cx="1654" cy="17"/>
                  <a:chOff x="1061" y="4073"/>
                  <a:chExt cx="1654" cy="17"/>
                </a:xfrm>
              </p:grpSpPr>
              <p:sp>
                <p:nvSpPr>
                  <p:cNvPr id="52274" name="Line 1057">
                    <a:extLst>
                      <a:ext uri="{FF2B5EF4-FFF2-40B4-BE49-F238E27FC236}">
                        <a16:creationId xmlns:a16="http://schemas.microsoft.com/office/drawing/2014/main" id="{A08CE353-C29A-46FD-A8BF-C606040F8E62}"/>
                      </a:ext>
                    </a:extLst>
                  </p:cNvPr>
                  <p:cNvSpPr>
                    <a:spLocks noChangeShapeType="1"/>
                  </p:cNvSpPr>
                  <p:nvPr/>
                </p:nvSpPr>
                <p:spPr bwMode="auto">
                  <a:xfrm>
                    <a:off x="1061" y="4090"/>
                    <a:ext cx="1654" cy="0"/>
                  </a:xfrm>
                  <a:prstGeom prst="line">
                    <a:avLst/>
                  </a:prstGeom>
                  <a:noFill/>
                  <a:ln w="1587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5" name="Line 1058">
                    <a:extLst>
                      <a:ext uri="{FF2B5EF4-FFF2-40B4-BE49-F238E27FC236}">
                        <a16:creationId xmlns:a16="http://schemas.microsoft.com/office/drawing/2014/main" id="{A8E12BD3-7E39-452E-B8FB-C238A1F19153}"/>
                      </a:ext>
                    </a:extLst>
                  </p:cNvPr>
                  <p:cNvSpPr>
                    <a:spLocks noChangeShapeType="1"/>
                  </p:cNvSpPr>
                  <p:nvPr/>
                </p:nvSpPr>
                <p:spPr bwMode="auto">
                  <a:xfrm flipV="1">
                    <a:off x="1465" y="4073"/>
                    <a:ext cx="0" cy="17"/>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6" name="Line 1059">
                    <a:extLst>
                      <a:ext uri="{FF2B5EF4-FFF2-40B4-BE49-F238E27FC236}">
                        <a16:creationId xmlns:a16="http://schemas.microsoft.com/office/drawing/2014/main" id="{83EF62E9-643B-4830-81B9-01DF004AEC5A}"/>
                      </a:ext>
                    </a:extLst>
                  </p:cNvPr>
                  <p:cNvSpPr>
                    <a:spLocks noChangeShapeType="1"/>
                  </p:cNvSpPr>
                  <p:nvPr/>
                </p:nvSpPr>
                <p:spPr bwMode="auto">
                  <a:xfrm flipV="1">
                    <a:off x="1897" y="4073"/>
                    <a:ext cx="0" cy="17"/>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7" name="Line 1060">
                    <a:extLst>
                      <a:ext uri="{FF2B5EF4-FFF2-40B4-BE49-F238E27FC236}">
                        <a16:creationId xmlns:a16="http://schemas.microsoft.com/office/drawing/2014/main" id="{95C2F8D2-6B22-4D23-BF60-E6EB70034A14}"/>
                      </a:ext>
                    </a:extLst>
                  </p:cNvPr>
                  <p:cNvSpPr>
                    <a:spLocks noChangeShapeType="1"/>
                  </p:cNvSpPr>
                  <p:nvPr/>
                </p:nvSpPr>
                <p:spPr bwMode="auto">
                  <a:xfrm flipV="1">
                    <a:off x="2337" y="4073"/>
                    <a:ext cx="0" cy="17"/>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2267" name="Group 1061">
                  <a:extLst>
                    <a:ext uri="{FF2B5EF4-FFF2-40B4-BE49-F238E27FC236}">
                      <a16:creationId xmlns:a16="http://schemas.microsoft.com/office/drawing/2014/main" id="{EA5B194A-DEFA-4535-9BDD-358617B0DF73}"/>
                    </a:ext>
                  </a:extLst>
                </p:cNvPr>
                <p:cNvGrpSpPr>
                  <a:grpSpLocks/>
                </p:cNvGrpSpPr>
                <p:nvPr/>
              </p:nvGrpSpPr>
              <p:grpSpPr bwMode="auto">
                <a:xfrm>
                  <a:off x="1061" y="3045"/>
                  <a:ext cx="29" cy="1045"/>
                  <a:chOff x="1061" y="3045"/>
                  <a:chExt cx="29" cy="1045"/>
                </a:xfrm>
              </p:grpSpPr>
              <p:sp>
                <p:nvSpPr>
                  <p:cNvPr id="52268" name="Line 1062">
                    <a:extLst>
                      <a:ext uri="{FF2B5EF4-FFF2-40B4-BE49-F238E27FC236}">
                        <a16:creationId xmlns:a16="http://schemas.microsoft.com/office/drawing/2014/main" id="{E6144E63-0509-42CA-9999-BDFB7086850C}"/>
                      </a:ext>
                    </a:extLst>
                  </p:cNvPr>
                  <p:cNvSpPr>
                    <a:spLocks noChangeShapeType="1"/>
                  </p:cNvSpPr>
                  <p:nvPr/>
                </p:nvSpPr>
                <p:spPr bwMode="auto">
                  <a:xfrm flipV="1">
                    <a:off x="1061" y="3045"/>
                    <a:ext cx="0" cy="1045"/>
                  </a:xfrm>
                  <a:prstGeom prst="line">
                    <a:avLst/>
                  </a:prstGeom>
                  <a:noFill/>
                  <a:ln w="1587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69" name="Line 1063">
                    <a:extLst>
                      <a:ext uri="{FF2B5EF4-FFF2-40B4-BE49-F238E27FC236}">
                        <a16:creationId xmlns:a16="http://schemas.microsoft.com/office/drawing/2014/main" id="{F920EFBC-43D0-458E-9538-B4DDCFF68888}"/>
                      </a:ext>
                    </a:extLst>
                  </p:cNvPr>
                  <p:cNvSpPr>
                    <a:spLocks noChangeShapeType="1"/>
                  </p:cNvSpPr>
                  <p:nvPr/>
                </p:nvSpPr>
                <p:spPr bwMode="auto">
                  <a:xfrm>
                    <a:off x="1061" y="3941"/>
                    <a:ext cx="25" cy="0"/>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0" name="Line 1064">
                    <a:extLst>
                      <a:ext uri="{FF2B5EF4-FFF2-40B4-BE49-F238E27FC236}">
                        <a16:creationId xmlns:a16="http://schemas.microsoft.com/office/drawing/2014/main" id="{DD3B008B-D2D2-4B48-8684-0C82BBAA6560}"/>
                      </a:ext>
                    </a:extLst>
                  </p:cNvPr>
                  <p:cNvSpPr>
                    <a:spLocks noChangeShapeType="1"/>
                  </p:cNvSpPr>
                  <p:nvPr/>
                </p:nvSpPr>
                <p:spPr bwMode="auto">
                  <a:xfrm>
                    <a:off x="1065" y="3453"/>
                    <a:ext cx="25" cy="0"/>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1" name="Line 1065">
                    <a:extLst>
                      <a:ext uri="{FF2B5EF4-FFF2-40B4-BE49-F238E27FC236}">
                        <a16:creationId xmlns:a16="http://schemas.microsoft.com/office/drawing/2014/main" id="{A915ABA0-8E35-4FA0-8416-D7CDAD4126A7}"/>
                      </a:ext>
                    </a:extLst>
                  </p:cNvPr>
                  <p:cNvSpPr>
                    <a:spLocks noChangeShapeType="1"/>
                  </p:cNvSpPr>
                  <p:nvPr/>
                </p:nvSpPr>
                <p:spPr bwMode="auto">
                  <a:xfrm>
                    <a:off x="1061" y="3280"/>
                    <a:ext cx="25" cy="0"/>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2" name="Line 1066">
                    <a:extLst>
                      <a:ext uri="{FF2B5EF4-FFF2-40B4-BE49-F238E27FC236}">
                        <a16:creationId xmlns:a16="http://schemas.microsoft.com/office/drawing/2014/main" id="{E90BE7A7-B68C-4DEF-B48A-3A8A2E25D468}"/>
                      </a:ext>
                    </a:extLst>
                  </p:cNvPr>
                  <p:cNvSpPr>
                    <a:spLocks noChangeShapeType="1"/>
                  </p:cNvSpPr>
                  <p:nvPr/>
                </p:nvSpPr>
                <p:spPr bwMode="auto">
                  <a:xfrm>
                    <a:off x="1065" y="3783"/>
                    <a:ext cx="25" cy="0"/>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3" name="Line 1067">
                    <a:extLst>
                      <a:ext uri="{FF2B5EF4-FFF2-40B4-BE49-F238E27FC236}">
                        <a16:creationId xmlns:a16="http://schemas.microsoft.com/office/drawing/2014/main" id="{EEBFBEA8-B4C4-470E-9BF9-BE5A8F547387}"/>
                      </a:ext>
                    </a:extLst>
                  </p:cNvPr>
                  <p:cNvSpPr>
                    <a:spLocks noChangeShapeType="1"/>
                  </p:cNvSpPr>
                  <p:nvPr/>
                </p:nvSpPr>
                <p:spPr bwMode="auto">
                  <a:xfrm>
                    <a:off x="1062" y="3615"/>
                    <a:ext cx="25" cy="0"/>
                  </a:xfrm>
                  <a:prstGeom prst="line">
                    <a:avLst/>
                  </a:prstGeom>
                  <a:noFill/>
                  <a:ln w="158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52262" name="Object 1068">
                <a:extLst>
                  <a:ext uri="{FF2B5EF4-FFF2-40B4-BE49-F238E27FC236}">
                    <a16:creationId xmlns:a16="http://schemas.microsoft.com/office/drawing/2014/main" id="{FEE28644-89A8-4FC7-9E55-BBD662B10263}"/>
                  </a:ext>
                </a:extLst>
              </p:cNvPr>
              <p:cNvGraphicFramePr>
                <a:graphicFrameLocks/>
              </p:cNvGraphicFramePr>
              <p:nvPr/>
            </p:nvGraphicFramePr>
            <p:xfrm>
              <a:off x="2631" y="4120"/>
              <a:ext cx="97" cy="107"/>
            </p:xfrm>
            <a:graphic>
              <a:graphicData uri="http://schemas.openxmlformats.org/presentationml/2006/ole">
                <mc:AlternateContent xmlns:mc="http://schemas.openxmlformats.org/markup-compatibility/2006">
                  <mc:Choice xmlns:v="urn:schemas-microsoft-com:vml" Requires="v">
                    <p:oleObj spid="_x0000_s52365" r:id="rId7" imgW="126725" imgH="139397" progId="Equation.DSMT4">
                      <p:embed/>
                    </p:oleObj>
                  </mc:Choice>
                  <mc:Fallback>
                    <p:oleObj r:id="rId7" imgW="126725" imgH="139397" progId="Equation.DSMT4">
                      <p:embed/>
                      <p:pic>
                        <p:nvPicPr>
                          <p:cNvPr id="0" name="Object 106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1" y="4120"/>
                            <a:ext cx="9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63" name="Object 1069">
                <a:extLst>
                  <a:ext uri="{FF2B5EF4-FFF2-40B4-BE49-F238E27FC236}">
                    <a16:creationId xmlns:a16="http://schemas.microsoft.com/office/drawing/2014/main" id="{8CADFA0F-77E9-4FAC-9705-BFC531E6FB44}"/>
                  </a:ext>
                </a:extLst>
              </p:cNvPr>
              <p:cNvGraphicFramePr>
                <a:graphicFrameLocks/>
              </p:cNvGraphicFramePr>
              <p:nvPr/>
            </p:nvGraphicFramePr>
            <p:xfrm>
              <a:off x="1441" y="4112"/>
              <a:ext cx="56" cy="104"/>
            </p:xfrm>
            <a:graphic>
              <a:graphicData uri="http://schemas.openxmlformats.org/presentationml/2006/ole">
                <mc:AlternateContent xmlns:mc="http://schemas.openxmlformats.org/markup-compatibility/2006">
                  <mc:Choice xmlns:v="urn:schemas-microsoft-com:vml" Requires="v">
                    <p:oleObj spid="_x0000_s52366" r:id="rId9" imgW="88554" imgH="164458" progId="Equation.DSMT4">
                      <p:embed/>
                    </p:oleObj>
                  </mc:Choice>
                  <mc:Fallback>
                    <p:oleObj r:id="rId9" imgW="88554" imgH="164458" progId="Equation.DSMT4">
                      <p:embed/>
                      <p:pic>
                        <p:nvPicPr>
                          <p:cNvPr id="0" name="Object 106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1" y="4112"/>
                            <a:ext cx="56"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64" name="Object 1070">
                <a:extLst>
                  <a:ext uri="{FF2B5EF4-FFF2-40B4-BE49-F238E27FC236}">
                    <a16:creationId xmlns:a16="http://schemas.microsoft.com/office/drawing/2014/main" id="{AD58351B-16AC-4137-9422-A8A65E3F1987}"/>
                  </a:ext>
                </a:extLst>
              </p:cNvPr>
              <p:cNvGraphicFramePr>
                <a:graphicFrameLocks/>
              </p:cNvGraphicFramePr>
              <p:nvPr/>
            </p:nvGraphicFramePr>
            <p:xfrm>
              <a:off x="1862" y="4115"/>
              <a:ext cx="80" cy="104"/>
            </p:xfrm>
            <a:graphic>
              <a:graphicData uri="http://schemas.openxmlformats.org/presentationml/2006/ole">
                <mc:AlternateContent xmlns:mc="http://schemas.openxmlformats.org/markup-compatibility/2006">
                  <mc:Choice xmlns:v="urn:schemas-microsoft-com:vml" Requires="v">
                    <p:oleObj spid="_x0000_s52367" r:id="rId11" imgW="126725" imgH="164742" progId="Equation.DSMT4">
                      <p:embed/>
                    </p:oleObj>
                  </mc:Choice>
                  <mc:Fallback>
                    <p:oleObj r:id="rId11" imgW="126725" imgH="164742" progId="Equation.DSMT4">
                      <p:embed/>
                      <p:pic>
                        <p:nvPicPr>
                          <p:cNvPr id="0" name="Object 107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62" y="4115"/>
                            <a:ext cx="80"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65" name="Object 1071">
                <a:extLst>
                  <a:ext uri="{FF2B5EF4-FFF2-40B4-BE49-F238E27FC236}">
                    <a16:creationId xmlns:a16="http://schemas.microsoft.com/office/drawing/2014/main" id="{FE63884B-C1D2-410F-8530-81EA68E31B23}"/>
                  </a:ext>
                </a:extLst>
              </p:cNvPr>
              <p:cNvGraphicFramePr>
                <a:graphicFrameLocks/>
              </p:cNvGraphicFramePr>
              <p:nvPr/>
            </p:nvGraphicFramePr>
            <p:xfrm>
              <a:off x="797" y="3010"/>
              <a:ext cx="232" cy="160"/>
            </p:xfrm>
            <a:graphic>
              <a:graphicData uri="http://schemas.openxmlformats.org/presentationml/2006/ole">
                <mc:AlternateContent xmlns:mc="http://schemas.openxmlformats.org/markup-compatibility/2006">
                  <mc:Choice xmlns:v="urn:schemas-microsoft-com:vml" Requires="v">
                    <p:oleObj spid="_x0000_s52368" r:id="rId13" imgW="367981" imgH="253780" progId="Equation.DSMT4">
                      <p:embed/>
                    </p:oleObj>
                  </mc:Choice>
                  <mc:Fallback>
                    <p:oleObj r:id="rId13" imgW="367981" imgH="253780" progId="Equation.DSMT4">
                      <p:embed/>
                      <p:pic>
                        <p:nvPicPr>
                          <p:cNvPr id="0" name="Object 107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7" y="3010"/>
                            <a:ext cx="23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52232" name="Freeform 1077">
              <a:extLst>
                <a:ext uri="{FF2B5EF4-FFF2-40B4-BE49-F238E27FC236}">
                  <a16:creationId xmlns:a16="http://schemas.microsoft.com/office/drawing/2014/main" id="{7B92CB22-935B-4819-B13B-8FF420C430E8}"/>
                </a:ext>
              </a:extLst>
            </p:cNvPr>
            <p:cNvSpPr>
              <a:spLocks noChangeArrowheads="1"/>
            </p:cNvSpPr>
            <p:nvPr/>
          </p:nvSpPr>
          <p:spPr bwMode="auto">
            <a:xfrm>
              <a:off x="1277" y="2764"/>
              <a:ext cx="1268" cy="503"/>
            </a:xfrm>
            <a:custGeom>
              <a:avLst/>
              <a:gdLst>
                <a:gd name="T0" fmla="*/ 0 w 1268"/>
                <a:gd name="T1" fmla="*/ 503 h 503"/>
                <a:gd name="T2" fmla="*/ 99 w 1268"/>
                <a:gd name="T3" fmla="*/ 396 h 503"/>
                <a:gd name="T4" fmla="*/ 182 w 1268"/>
                <a:gd name="T5" fmla="*/ 190 h 503"/>
                <a:gd name="T6" fmla="*/ 297 w 1268"/>
                <a:gd name="T7" fmla="*/ 42 h 503"/>
                <a:gd name="T8" fmla="*/ 445 w 1268"/>
                <a:gd name="T9" fmla="*/ 1 h 503"/>
                <a:gd name="T10" fmla="*/ 568 w 1268"/>
                <a:gd name="T11" fmla="*/ 50 h 503"/>
                <a:gd name="T12" fmla="*/ 634 w 1268"/>
                <a:gd name="T13" fmla="*/ 141 h 503"/>
                <a:gd name="T14" fmla="*/ 675 w 1268"/>
                <a:gd name="T15" fmla="*/ 190 h 503"/>
                <a:gd name="T16" fmla="*/ 683 w 1268"/>
                <a:gd name="T17" fmla="*/ 207 h 503"/>
                <a:gd name="T18" fmla="*/ 799 w 1268"/>
                <a:gd name="T19" fmla="*/ 355 h 503"/>
                <a:gd name="T20" fmla="*/ 988 w 1268"/>
                <a:gd name="T21" fmla="*/ 437 h 503"/>
                <a:gd name="T22" fmla="*/ 1268 w 1268"/>
                <a:gd name="T23" fmla="*/ 478 h 5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68" h="503">
                  <a:moveTo>
                    <a:pt x="0" y="503"/>
                  </a:moveTo>
                  <a:cubicBezTo>
                    <a:pt x="38" y="474"/>
                    <a:pt x="69" y="448"/>
                    <a:pt x="99" y="396"/>
                  </a:cubicBezTo>
                  <a:cubicBezTo>
                    <a:pt x="129" y="344"/>
                    <a:pt x="149" y="249"/>
                    <a:pt x="182" y="190"/>
                  </a:cubicBezTo>
                  <a:cubicBezTo>
                    <a:pt x="215" y="131"/>
                    <a:pt x="253" y="73"/>
                    <a:pt x="297" y="42"/>
                  </a:cubicBezTo>
                  <a:cubicBezTo>
                    <a:pt x="341" y="11"/>
                    <a:pt x="400" y="0"/>
                    <a:pt x="445" y="1"/>
                  </a:cubicBezTo>
                  <a:cubicBezTo>
                    <a:pt x="490" y="2"/>
                    <a:pt x="536" y="27"/>
                    <a:pt x="568" y="50"/>
                  </a:cubicBezTo>
                  <a:cubicBezTo>
                    <a:pt x="600" y="73"/>
                    <a:pt x="616" y="118"/>
                    <a:pt x="634" y="141"/>
                  </a:cubicBezTo>
                  <a:cubicBezTo>
                    <a:pt x="652" y="164"/>
                    <a:pt x="667" y="179"/>
                    <a:pt x="675" y="190"/>
                  </a:cubicBezTo>
                  <a:cubicBezTo>
                    <a:pt x="683" y="201"/>
                    <a:pt x="662" y="179"/>
                    <a:pt x="683" y="207"/>
                  </a:cubicBezTo>
                  <a:cubicBezTo>
                    <a:pt x="704" y="235"/>
                    <a:pt x="748" y="317"/>
                    <a:pt x="799" y="355"/>
                  </a:cubicBezTo>
                  <a:cubicBezTo>
                    <a:pt x="850" y="393"/>
                    <a:pt x="910" y="417"/>
                    <a:pt x="988" y="437"/>
                  </a:cubicBezTo>
                  <a:cubicBezTo>
                    <a:pt x="1066" y="457"/>
                    <a:pt x="1210" y="470"/>
                    <a:pt x="1268" y="478"/>
                  </a:cubicBezTo>
                </a:path>
              </a:pathLst>
            </a:custGeom>
            <a:noFill/>
            <a:ln w="19050">
              <a:solidFill>
                <a:srgbClr val="6666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52233" name="Object 1082">
              <a:extLst>
                <a:ext uri="{FF2B5EF4-FFF2-40B4-BE49-F238E27FC236}">
                  <a16:creationId xmlns:a16="http://schemas.microsoft.com/office/drawing/2014/main" id="{0B791B09-7BA0-4B81-BA52-5999526A8CCA}"/>
                </a:ext>
              </a:extLst>
            </p:cNvPr>
            <p:cNvGraphicFramePr>
              <a:graphicFrameLocks/>
            </p:cNvGraphicFramePr>
            <p:nvPr/>
          </p:nvGraphicFramePr>
          <p:xfrm>
            <a:off x="1883" y="2360"/>
            <a:ext cx="584" cy="144"/>
          </p:xfrm>
          <a:graphic>
            <a:graphicData uri="http://schemas.openxmlformats.org/presentationml/2006/ole">
              <mc:AlternateContent xmlns:mc="http://schemas.openxmlformats.org/markup-compatibility/2006">
                <mc:Choice xmlns:v="urn:schemas-microsoft-com:vml" Requires="v">
                  <p:oleObj spid="_x0000_s52369" r:id="rId15" imgW="927100" imgH="228600" progId="Equation.DSMT4">
                    <p:embed/>
                  </p:oleObj>
                </mc:Choice>
                <mc:Fallback>
                  <p:oleObj r:id="rId15" imgW="927100" imgH="228600" progId="Equation.DSMT4">
                    <p:embed/>
                    <p:pic>
                      <p:nvPicPr>
                        <p:cNvPr id="0" name="Object 108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83" y="2360"/>
                          <a:ext cx="5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34" name="Object 1083">
              <a:extLst>
                <a:ext uri="{FF2B5EF4-FFF2-40B4-BE49-F238E27FC236}">
                  <a16:creationId xmlns:a16="http://schemas.microsoft.com/office/drawing/2014/main" id="{2833A7EC-F274-4D89-8BCA-C309FDF23DD6}"/>
                </a:ext>
              </a:extLst>
            </p:cNvPr>
            <p:cNvGraphicFramePr>
              <a:graphicFrameLocks/>
            </p:cNvGraphicFramePr>
            <p:nvPr/>
          </p:nvGraphicFramePr>
          <p:xfrm>
            <a:off x="1880" y="2557"/>
            <a:ext cx="304" cy="144"/>
          </p:xfrm>
          <a:graphic>
            <a:graphicData uri="http://schemas.openxmlformats.org/presentationml/2006/ole">
              <mc:AlternateContent xmlns:mc="http://schemas.openxmlformats.org/markup-compatibility/2006">
                <mc:Choice xmlns:v="urn:schemas-microsoft-com:vml" Requires="v">
                  <p:oleObj spid="_x0000_s52370" r:id="rId17" imgW="482391" imgH="228501" progId="Equation.DSMT4">
                    <p:embed/>
                  </p:oleObj>
                </mc:Choice>
                <mc:Fallback>
                  <p:oleObj r:id="rId17" imgW="482391" imgH="228501" progId="Equation.DSMT4">
                    <p:embed/>
                    <p:pic>
                      <p:nvPicPr>
                        <p:cNvPr id="0" name="Object 108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80" y="2557"/>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35" name="Object 1084">
              <a:extLst>
                <a:ext uri="{FF2B5EF4-FFF2-40B4-BE49-F238E27FC236}">
                  <a16:creationId xmlns:a16="http://schemas.microsoft.com/office/drawing/2014/main" id="{C5E33AED-9EFE-406E-93A1-4CE961DF10E8}"/>
                </a:ext>
              </a:extLst>
            </p:cNvPr>
            <p:cNvGraphicFramePr>
              <a:graphicFrameLocks/>
            </p:cNvGraphicFramePr>
            <p:nvPr/>
          </p:nvGraphicFramePr>
          <p:xfrm>
            <a:off x="2332" y="2910"/>
            <a:ext cx="296" cy="144"/>
          </p:xfrm>
          <a:graphic>
            <a:graphicData uri="http://schemas.openxmlformats.org/presentationml/2006/ole">
              <mc:AlternateContent xmlns:mc="http://schemas.openxmlformats.org/markup-compatibility/2006">
                <mc:Choice xmlns:v="urn:schemas-microsoft-com:vml" Requires="v">
                  <p:oleObj spid="_x0000_s52371" r:id="rId19" imgW="469900" imgH="228600" progId="Equation.DSMT4">
                    <p:embed/>
                  </p:oleObj>
                </mc:Choice>
                <mc:Fallback>
                  <p:oleObj r:id="rId19" imgW="469900" imgH="228600" progId="Equation.DSMT4">
                    <p:embed/>
                    <p:pic>
                      <p:nvPicPr>
                        <p:cNvPr id="0" name="Object 108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32" y="2910"/>
                          <a:ext cx="29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36" name="Line 1085">
              <a:extLst>
                <a:ext uri="{FF2B5EF4-FFF2-40B4-BE49-F238E27FC236}">
                  <a16:creationId xmlns:a16="http://schemas.microsoft.com/office/drawing/2014/main" id="{6300768E-B193-4E67-A33E-FE2D9B695668}"/>
                </a:ext>
              </a:extLst>
            </p:cNvPr>
            <p:cNvSpPr>
              <a:spLocks noChangeShapeType="1"/>
            </p:cNvSpPr>
            <p:nvPr/>
          </p:nvSpPr>
          <p:spPr bwMode="auto">
            <a:xfrm flipH="1">
              <a:off x="1673" y="2445"/>
              <a:ext cx="222" cy="99"/>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52237" name="Line 1086">
              <a:extLst>
                <a:ext uri="{FF2B5EF4-FFF2-40B4-BE49-F238E27FC236}">
                  <a16:creationId xmlns:a16="http://schemas.microsoft.com/office/drawing/2014/main" id="{D7874580-08FA-44DE-A784-53CF61E6F1D7}"/>
                </a:ext>
              </a:extLst>
            </p:cNvPr>
            <p:cNvSpPr>
              <a:spLocks noChangeShapeType="1"/>
            </p:cNvSpPr>
            <p:nvPr/>
          </p:nvSpPr>
          <p:spPr bwMode="auto">
            <a:xfrm flipH="1">
              <a:off x="1669" y="2639"/>
              <a:ext cx="197" cy="74"/>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52238" name="Line 1087">
              <a:extLst>
                <a:ext uri="{FF2B5EF4-FFF2-40B4-BE49-F238E27FC236}">
                  <a16:creationId xmlns:a16="http://schemas.microsoft.com/office/drawing/2014/main" id="{09FA73DB-6848-4DD7-B0B6-752488759BE8}"/>
                </a:ext>
              </a:extLst>
            </p:cNvPr>
            <p:cNvSpPr>
              <a:spLocks noChangeShapeType="1"/>
            </p:cNvSpPr>
            <p:nvPr/>
          </p:nvSpPr>
          <p:spPr bwMode="auto">
            <a:xfrm flipH="1">
              <a:off x="2191" y="2979"/>
              <a:ext cx="148" cy="20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2239" name="Object 1088">
              <a:extLst>
                <a:ext uri="{FF2B5EF4-FFF2-40B4-BE49-F238E27FC236}">
                  <a16:creationId xmlns:a16="http://schemas.microsoft.com/office/drawing/2014/main" id="{CB97FE0F-83E4-478D-A1B3-028DFC91470D}"/>
                </a:ext>
              </a:extLst>
            </p:cNvPr>
            <p:cNvGraphicFramePr>
              <a:graphicFrameLocks/>
            </p:cNvGraphicFramePr>
            <p:nvPr/>
          </p:nvGraphicFramePr>
          <p:xfrm>
            <a:off x="1535" y="3401"/>
            <a:ext cx="768" cy="128"/>
          </p:xfrm>
          <a:graphic>
            <a:graphicData uri="http://schemas.openxmlformats.org/presentationml/2006/ole">
              <mc:AlternateContent xmlns:mc="http://schemas.openxmlformats.org/markup-compatibility/2006">
                <mc:Choice xmlns:v="urn:schemas-microsoft-com:vml" Requires="v">
                  <p:oleObj spid="_x0000_s52372" r:id="rId21" imgW="1218143" imgH="203024" progId="Equation.DSMT4">
                    <p:embed/>
                  </p:oleObj>
                </mc:Choice>
                <mc:Fallback>
                  <p:oleObj r:id="rId21" imgW="1218143" imgH="203024" progId="Equation.DSMT4">
                    <p:embed/>
                    <p:pic>
                      <p:nvPicPr>
                        <p:cNvPr id="0" name="Object 1088"/>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35" y="3401"/>
                          <a:ext cx="768"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40" name="Object 1047">
              <a:extLst>
                <a:ext uri="{FF2B5EF4-FFF2-40B4-BE49-F238E27FC236}">
                  <a16:creationId xmlns:a16="http://schemas.microsoft.com/office/drawing/2014/main" id="{52F4CF0D-FEDD-410D-9904-FC42FD20CB6A}"/>
                </a:ext>
              </a:extLst>
            </p:cNvPr>
            <p:cNvGraphicFramePr>
              <a:graphicFrameLocks/>
            </p:cNvGraphicFramePr>
            <p:nvPr/>
          </p:nvGraphicFramePr>
          <p:xfrm>
            <a:off x="3310" y="3253"/>
            <a:ext cx="74" cy="104"/>
          </p:xfrm>
          <a:graphic>
            <a:graphicData uri="http://schemas.openxmlformats.org/presentationml/2006/ole">
              <mc:AlternateContent xmlns:mc="http://schemas.openxmlformats.org/markup-compatibility/2006">
                <mc:Choice xmlns:v="urn:schemas-microsoft-com:vml" Requires="v">
                  <p:oleObj spid="_x0000_s52373" r:id="rId23" imgW="126725" imgH="177415" progId="Equation.DSMT4">
                    <p:embed/>
                  </p:oleObj>
                </mc:Choice>
                <mc:Fallback>
                  <p:oleObj r:id="rId23" imgW="126725" imgH="177415" progId="Equation.DSMT4">
                    <p:embed/>
                    <p:pic>
                      <p:nvPicPr>
                        <p:cNvPr id="0" name="Object 104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0" y="3253"/>
                          <a:ext cx="74"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2241" name="Group 1030">
              <a:extLst>
                <a:ext uri="{FF2B5EF4-FFF2-40B4-BE49-F238E27FC236}">
                  <a16:creationId xmlns:a16="http://schemas.microsoft.com/office/drawing/2014/main" id="{BE66DCE8-42EA-4183-8FED-150F5BE600D5}"/>
                </a:ext>
              </a:extLst>
            </p:cNvPr>
            <p:cNvGrpSpPr>
              <a:grpSpLocks/>
            </p:cNvGrpSpPr>
            <p:nvPr/>
          </p:nvGrpSpPr>
          <p:grpSpPr bwMode="auto">
            <a:xfrm>
              <a:off x="3404" y="2255"/>
              <a:ext cx="1612" cy="1029"/>
              <a:chOff x="3193" y="2814"/>
              <a:chExt cx="1612" cy="1029"/>
            </a:xfrm>
          </p:grpSpPr>
          <p:sp>
            <p:nvSpPr>
              <p:cNvPr id="52258" name="Line 1031">
                <a:extLst>
                  <a:ext uri="{FF2B5EF4-FFF2-40B4-BE49-F238E27FC236}">
                    <a16:creationId xmlns:a16="http://schemas.microsoft.com/office/drawing/2014/main" id="{7451BC59-8FB8-4328-9AB7-64232DB7DD7F}"/>
                  </a:ext>
                </a:extLst>
              </p:cNvPr>
              <p:cNvSpPr>
                <a:spLocks noChangeShapeType="1"/>
              </p:cNvSpPr>
              <p:nvPr/>
            </p:nvSpPr>
            <p:spPr bwMode="auto">
              <a:xfrm>
                <a:off x="3193" y="3843"/>
                <a:ext cx="1612" cy="0"/>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9" name="Line 1032">
                <a:extLst>
                  <a:ext uri="{FF2B5EF4-FFF2-40B4-BE49-F238E27FC236}">
                    <a16:creationId xmlns:a16="http://schemas.microsoft.com/office/drawing/2014/main" id="{7DABB9A3-4F28-4DB0-8841-0915D7022676}"/>
                  </a:ext>
                </a:extLst>
              </p:cNvPr>
              <p:cNvSpPr>
                <a:spLocks noChangeShapeType="1"/>
              </p:cNvSpPr>
              <p:nvPr/>
            </p:nvSpPr>
            <p:spPr bwMode="auto">
              <a:xfrm flipV="1">
                <a:off x="3193" y="2814"/>
                <a:ext cx="0" cy="1029"/>
              </a:xfrm>
              <a:prstGeom prst="line">
                <a:avLst/>
              </a:prstGeom>
              <a:noFill/>
              <a:ln w="127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2242" name="Freeform 1035">
              <a:extLst>
                <a:ext uri="{FF2B5EF4-FFF2-40B4-BE49-F238E27FC236}">
                  <a16:creationId xmlns:a16="http://schemas.microsoft.com/office/drawing/2014/main" id="{4E1750B9-7462-45EE-AAB8-1A3C20F217DD}"/>
                </a:ext>
              </a:extLst>
            </p:cNvPr>
            <p:cNvSpPr>
              <a:spLocks noChangeArrowheads="1"/>
            </p:cNvSpPr>
            <p:nvPr/>
          </p:nvSpPr>
          <p:spPr bwMode="auto">
            <a:xfrm>
              <a:off x="3404" y="2463"/>
              <a:ext cx="1300" cy="821"/>
            </a:xfrm>
            <a:custGeom>
              <a:avLst/>
              <a:gdLst>
                <a:gd name="T0" fmla="*/ 0 w 1300"/>
                <a:gd name="T1" fmla="*/ 821 h 821"/>
                <a:gd name="T2" fmla="*/ 41 w 1300"/>
                <a:gd name="T3" fmla="*/ 607 h 821"/>
                <a:gd name="T4" fmla="*/ 115 w 1300"/>
                <a:gd name="T5" fmla="*/ 278 h 821"/>
                <a:gd name="T6" fmla="*/ 189 w 1300"/>
                <a:gd name="T7" fmla="*/ 64 h 821"/>
                <a:gd name="T8" fmla="*/ 304 w 1300"/>
                <a:gd name="T9" fmla="*/ 6 h 821"/>
                <a:gd name="T10" fmla="*/ 403 w 1300"/>
                <a:gd name="T11" fmla="*/ 97 h 821"/>
                <a:gd name="T12" fmla="*/ 493 w 1300"/>
                <a:gd name="T13" fmla="*/ 253 h 821"/>
                <a:gd name="T14" fmla="*/ 576 w 1300"/>
                <a:gd name="T15" fmla="*/ 376 h 821"/>
                <a:gd name="T16" fmla="*/ 683 w 1300"/>
                <a:gd name="T17" fmla="*/ 508 h 821"/>
                <a:gd name="T18" fmla="*/ 847 w 1300"/>
                <a:gd name="T19" fmla="*/ 623 h 821"/>
                <a:gd name="T20" fmla="*/ 1004 w 1300"/>
                <a:gd name="T21" fmla="*/ 706 h 821"/>
                <a:gd name="T22" fmla="*/ 1300 w 1300"/>
                <a:gd name="T23" fmla="*/ 788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00" h="821">
                  <a:moveTo>
                    <a:pt x="0" y="821"/>
                  </a:moveTo>
                  <a:cubicBezTo>
                    <a:pt x="7" y="785"/>
                    <a:pt x="22" y="697"/>
                    <a:pt x="41" y="607"/>
                  </a:cubicBezTo>
                  <a:cubicBezTo>
                    <a:pt x="60" y="517"/>
                    <a:pt x="90" y="368"/>
                    <a:pt x="115" y="278"/>
                  </a:cubicBezTo>
                  <a:cubicBezTo>
                    <a:pt x="140" y="188"/>
                    <a:pt x="157" y="109"/>
                    <a:pt x="189" y="64"/>
                  </a:cubicBezTo>
                  <a:cubicBezTo>
                    <a:pt x="221" y="19"/>
                    <a:pt x="268" y="0"/>
                    <a:pt x="304" y="6"/>
                  </a:cubicBezTo>
                  <a:cubicBezTo>
                    <a:pt x="340" y="12"/>
                    <a:pt x="371" y="56"/>
                    <a:pt x="403" y="97"/>
                  </a:cubicBezTo>
                  <a:cubicBezTo>
                    <a:pt x="435" y="138"/>
                    <a:pt x="464" y="207"/>
                    <a:pt x="493" y="253"/>
                  </a:cubicBezTo>
                  <a:cubicBezTo>
                    <a:pt x="522" y="299"/>
                    <a:pt x="544" y="334"/>
                    <a:pt x="576" y="376"/>
                  </a:cubicBezTo>
                  <a:cubicBezTo>
                    <a:pt x="608" y="418"/>
                    <a:pt x="638" y="467"/>
                    <a:pt x="683" y="508"/>
                  </a:cubicBezTo>
                  <a:cubicBezTo>
                    <a:pt x="728" y="549"/>
                    <a:pt x="794" y="590"/>
                    <a:pt x="847" y="623"/>
                  </a:cubicBezTo>
                  <a:cubicBezTo>
                    <a:pt x="900" y="656"/>
                    <a:pt x="929" y="678"/>
                    <a:pt x="1004" y="706"/>
                  </a:cubicBezTo>
                  <a:cubicBezTo>
                    <a:pt x="1079" y="734"/>
                    <a:pt x="1238" y="771"/>
                    <a:pt x="1300" y="788"/>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43" name="Line 1036">
              <a:extLst>
                <a:ext uri="{FF2B5EF4-FFF2-40B4-BE49-F238E27FC236}">
                  <a16:creationId xmlns:a16="http://schemas.microsoft.com/office/drawing/2014/main" id="{6CDFCD0D-6803-4F37-80E3-C96823221410}"/>
                </a:ext>
              </a:extLst>
            </p:cNvPr>
            <p:cNvSpPr>
              <a:spLocks noChangeShapeType="1"/>
            </p:cNvSpPr>
            <p:nvPr/>
          </p:nvSpPr>
          <p:spPr bwMode="auto">
            <a:xfrm>
              <a:off x="4013" y="2897"/>
              <a:ext cx="0" cy="387"/>
            </a:xfrm>
            <a:prstGeom prst="line">
              <a:avLst/>
            </a:prstGeom>
            <a:noFill/>
            <a:ln w="15875">
              <a:solidFill>
                <a:srgbClr val="8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4" name="Line 1038">
              <a:extLst>
                <a:ext uri="{FF2B5EF4-FFF2-40B4-BE49-F238E27FC236}">
                  <a16:creationId xmlns:a16="http://schemas.microsoft.com/office/drawing/2014/main" id="{809DD32D-0BCE-44AC-9171-C3489EAEF406}"/>
                </a:ext>
              </a:extLst>
            </p:cNvPr>
            <p:cNvSpPr>
              <a:spLocks noChangeShapeType="1"/>
            </p:cNvSpPr>
            <p:nvPr/>
          </p:nvSpPr>
          <p:spPr bwMode="auto">
            <a:xfrm flipH="1">
              <a:off x="4007" y="3008"/>
              <a:ext cx="113" cy="95"/>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5" name="Line 1039">
              <a:extLst>
                <a:ext uri="{FF2B5EF4-FFF2-40B4-BE49-F238E27FC236}">
                  <a16:creationId xmlns:a16="http://schemas.microsoft.com/office/drawing/2014/main" id="{D065BEFE-6BD2-4A74-AB61-8C146B2F2DE6}"/>
                </a:ext>
              </a:extLst>
            </p:cNvPr>
            <p:cNvSpPr>
              <a:spLocks noChangeShapeType="1"/>
            </p:cNvSpPr>
            <p:nvPr/>
          </p:nvSpPr>
          <p:spPr bwMode="auto">
            <a:xfrm flipH="1">
              <a:off x="4071" y="3100"/>
              <a:ext cx="186" cy="187"/>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6" name="Line 1040">
              <a:extLst>
                <a:ext uri="{FF2B5EF4-FFF2-40B4-BE49-F238E27FC236}">
                  <a16:creationId xmlns:a16="http://schemas.microsoft.com/office/drawing/2014/main" id="{A702DD89-9D9C-4937-AB84-19FD9AC1673F}"/>
                </a:ext>
              </a:extLst>
            </p:cNvPr>
            <p:cNvSpPr>
              <a:spLocks noChangeShapeType="1"/>
            </p:cNvSpPr>
            <p:nvPr/>
          </p:nvSpPr>
          <p:spPr bwMode="auto">
            <a:xfrm flipH="1">
              <a:off x="4322" y="3189"/>
              <a:ext cx="124" cy="99"/>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7" name="Line 1041">
              <a:extLst>
                <a:ext uri="{FF2B5EF4-FFF2-40B4-BE49-F238E27FC236}">
                  <a16:creationId xmlns:a16="http://schemas.microsoft.com/office/drawing/2014/main" id="{630D3A47-6DB1-4C1E-8596-1F482289AD3F}"/>
                </a:ext>
              </a:extLst>
            </p:cNvPr>
            <p:cNvSpPr>
              <a:spLocks noChangeShapeType="1"/>
            </p:cNvSpPr>
            <p:nvPr/>
          </p:nvSpPr>
          <p:spPr bwMode="auto">
            <a:xfrm flipH="1">
              <a:off x="4441" y="3214"/>
              <a:ext cx="88" cy="60"/>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8" name="Line 1042">
              <a:extLst>
                <a:ext uri="{FF2B5EF4-FFF2-40B4-BE49-F238E27FC236}">
                  <a16:creationId xmlns:a16="http://schemas.microsoft.com/office/drawing/2014/main" id="{8AB10056-02C6-4037-AF03-2121468B2FB8}"/>
                </a:ext>
              </a:extLst>
            </p:cNvPr>
            <p:cNvSpPr>
              <a:spLocks noChangeShapeType="1"/>
            </p:cNvSpPr>
            <p:nvPr/>
          </p:nvSpPr>
          <p:spPr bwMode="auto">
            <a:xfrm flipH="1">
              <a:off x="4014" y="3053"/>
              <a:ext cx="166" cy="158"/>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9" name="Line 1043">
              <a:extLst>
                <a:ext uri="{FF2B5EF4-FFF2-40B4-BE49-F238E27FC236}">
                  <a16:creationId xmlns:a16="http://schemas.microsoft.com/office/drawing/2014/main" id="{1E30EDD9-8A36-4EC6-A8E6-58DE175ABCDE}"/>
                </a:ext>
              </a:extLst>
            </p:cNvPr>
            <p:cNvSpPr>
              <a:spLocks noChangeShapeType="1"/>
            </p:cNvSpPr>
            <p:nvPr/>
          </p:nvSpPr>
          <p:spPr bwMode="auto">
            <a:xfrm flipH="1">
              <a:off x="4209" y="3143"/>
              <a:ext cx="135" cy="139"/>
            </a:xfrm>
            <a:prstGeom prst="line">
              <a:avLst/>
            </a:prstGeom>
            <a:noFill/>
            <a:ln w="12700">
              <a:solidFill>
                <a:srgbClr val="66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2250" name="Object 1044">
              <a:extLst>
                <a:ext uri="{FF2B5EF4-FFF2-40B4-BE49-F238E27FC236}">
                  <a16:creationId xmlns:a16="http://schemas.microsoft.com/office/drawing/2014/main" id="{70E2E201-1E44-4656-B1B5-C6E889FB0C39}"/>
                </a:ext>
              </a:extLst>
            </p:cNvPr>
            <p:cNvGraphicFramePr>
              <a:graphicFrameLocks/>
            </p:cNvGraphicFramePr>
            <p:nvPr/>
          </p:nvGraphicFramePr>
          <p:xfrm>
            <a:off x="4932" y="3290"/>
            <a:ext cx="136" cy="149"/>
          </p:xfrm>
          <a:graphic>
            <a:graphicData uri="http://schemas.openxmlformats.org/presentationml/2006/ole">
              <mc:AlternateContent xmlns:mc="http://schemas.openxmlformats.org/markup-compatibility/2006">
                <mc:Choice xmlns:v="urn:schemas-microsoft-com:vml" Requires="v">
                  <p:oleObj spid="_x0000_s52374" r:id="rId24" imgW="126725" imgH="139397" progId="Equation.DSMT4">
                    <p:embed/>
                  </p:oleObj>
                </mc:Choice>
                <mc:Fallback>
                  <p:oleObj r:id="rId24" imgW="126725" imgH="139397" progId="Equation.DSMT4">
                    <p:embed/>
                    <p:pic>
                      <p:nvPicPr>
                        <p:cNvPr id="0" name="Object 104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 y="3290"/>
                          <a:ext cx="136"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51" name="Object 1045">
              <a:extLst>
                <a:ext uri="{FF2B5EF4-FFF2-40B4-BE49-F238E27FC236}">
                  <a16:creationId xmlns:a16="http://schemas.microsoft.com/office/drawing/2014/main" id="{C2CDC2D7-0570-4AAA-810E-792B319A1B03}"/>
                </a:ext>
              </a:extLst>
            </p:cNvPr>
            <p:cNvGraphicFramePr>
              <a:graphicFrameLocks/>
            </p:cNvGraphicFramePr>
            <p:nvPr/>
          </p:nvGraphicFramePr>
          <p:xfrm>
            <a:off x="3769" y="3264"/>
            <a:ext cx="537" cy="211"/>
          </p:xfrm>
          <a:graphic>
            <a:graphicData uri="http://schemas.openxmlformats.org/presentationml/2006/ole">
              <mc:AlternateContent xmlns:mc="http://schemas.openxmlformats.org/markup-compatibility/2006">
                <mc:Choice xmlns:v="urn:schemas-microsoft-com:vml" Requires="v">
                  <p:oleObj spid="_x0000_s52375" r:id="rId25" imgW="647138" imgH="253780" progId="Equation.DSMT4">
                    <p:embed/>
                  </p:oleObj>
                </mc:Choice>
                <mc:Fallback>
                  <p:oleObj r:id="rId25" imgW="647138" imgH="253780" progId="Equation.DSMT4">
                    <p:embed/>
                    <p:pic>
                      <p:nvPicPr>
                        <p:cNvPr id="0" name="Object 1045"/>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69" y="3264"/>
                          <a:ext cx="53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52" name="Object 1048">
              <a:extLst>
                <a:ext uri="{FF2B5EF4-FFF2-40B4-BE49-F238E27FC236}">
                  <a16:creationId xmlns:a16="http://schemas.microsoft.com/office/drawing/2014/main" id="{B29302F2-7FE5-4E47-B38E-0A8A87801A96}"/>
                </a:ext>
              </a:extLst>
            </p:cNvPr>
            <p:cNvGraphicFramePr>
              <a:graphicFrameLocks/>
            </p:cNvGraphicFramePr>
            <p:nvPr/>
          </p:nvGraphicFramePr>
          <p:xfrm>
            <a:off x="3172" y="2235"/>
            <a:ext cx="216" cy="128"/>
          </p:xfrm>
          <a:graphic>
            <a:graphicData uri="http://schemas.openxmlformats.org/presentationml/2006/ole">
              <mc:AlternateContent xmlns:mc="http://schemas.openxmlformats.org/markup-compatibility/2006">
                <mc:Choice xmlns:v="urn:schemas-microsoft-com:vml" Requires="v">
                  <p:oleObj spid="_x0000_s52376" r:id="rId27" imgW="342603" imgH="203024" progId="Equation.DSMT4">
                    <p:embed/>
                  </p:oleObj>
                </mc:Choice>
                <mc:Fallback>
                  <p:oleObj r:id="rId27" imgW="342603" imgH="203024" progId="Equation.DSMT4">
                    <p:embed/>
                    <p:pic>
                      <p:nvPicPr>
                        <p:cNvPr id="0" name="Object 1048"/>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72" y="2235"/>
                          <a:ext cx="216"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53" name="Object 1049">
              <a:extLst>
                <a:ext uri="{FF2B5EF4-FFF2-40B4-BE49-F238E27FC236}">
                  <a16:creationId xmlns:a16="http://schemas.microsoft.com/office/drawing/2014/main" id="{2DA488A2-E58B-47A6-A828-29F91D093E32}"/>
                </a:ext>
              </a:extLst>
            </p:cNvPr>
            <p:cNvGraphicFramePr>
              <a:graphicFrameLocks/>
            </p:cNvGraphicFramePr>
            <p:nvPr/>
          </p:nvGraphicFramePr>
          <p:xfrm>
            <a:off x="4412" y="2599"/>
            <a:ext cx="154" cy="141"/>
          </p:xfrm>
          <a:graphic>
            <a:graphicData uri="http://schemas.openxmlformats.org/presentationml/2006/ole">
              <mc:AlternateContent xmlns:mc="http://schemas.openxmlformats.org/markup-compatibility/2006">
                <mc:Choice xmlns:v="urn:schemas-microsoft-com:vml" Requires="v">
                  <p:oleObj spid="_x0000_s52377" r:id="rId29" imgW="152268" imgH="139579" progId="Equation.DSMT4">
                    <p:embed/>
                  </p:oleObj>
                </mc:Choice>
                <mc:Fallback>
                  <p:oleObj r:id="rId29" imgW="152268" imgH="139579" progId="Equation.DSMT4">
                    <p:embed/>
                    <p:pic>
                      <p:nvPicPr>
                        <p:cNvPr id="0" name="Object 1049"/>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12" y="2599"/>
                          <a:ext cx="15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2254" name="Object 1050">
              <a:extLst>
                <a:ext uri="{FF2B5EF4-FFF2-40B4-BE49-F238E27FC236}">
                  <a16:creationId xmlns:a16="http://schemas.microsoft.com/office/drawing/2014/main" id="{8FE54156-A2BB-491B-AB1F-76E1FDD63FAF}"/>
                </a:ext>
              </a:extLst>
            </p:cNvPr>
            <p:cNvGraphicFramePr>
              <a:graphicFrameLocks/>
            </p:cNvGraphicFramePr>
            <p:nvPr/>
          </p:nvGraphicFramePr>
          <p:xfrm>
            <a:off x="3709" y="3480"/>
            <a:ext cx="672" cy="128"/>
          </p:xfrm>
          <a:graphic>
            <a:graphicData uri="http://schemas.openxmlformats.org/presentationml/2006/ole">
              <mc:AlternateContent xmlns:mc="http://schemas.openxmlformats.org/markup-compatibility/2006">
                <mc:Choice xmlns:v="urn:schemas-microsoft-com:vml" Requires="v">
                  <p:oleObj spid="_x0000_s52378" r:id="rId31" imgW="1065875" imgH="203024" progId="Equation.DSMT4">
                    <p:embed/>
                  </p:oleObj>
                </mc:Choice>
                <mc:Fallback>
                  <p:oleObj r:id="rId31" imgW="1065875" imgH="203024" progId="Equation.DSMT4">
                    <p:embed/>
                    <p:pic>
                      <p:nvPicPr>
                        <p:cNvPr id="0" name="Object 1050"/>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709" y="3480"/>
                          <a:ext cx="672"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55" name="Line 1090">
              <a:extLst>
                <a:ext uri="{FF2B5EF4-FFF2-40B4-BE49-F238E27FC236}">
                  <a16:creationId xmlns:a16="http://schemas.microsoft.com/office/drawing/2014/main" id="{EA9C358D-F7E0-42A3-83FB-4DA036C5922D}"/>
                </a:ext>
              </a:extLst>
            </p:cNvPr>
            <p:cNvSpPr>
              <a:spLocks noChangeShapeType="1"/>
            </p:cNvSpPr>
            <p:nvPr/>
          </p:nvSpPr>
          <p:spPr bwMode="auto">
            <a:xfrm flipH="1">
              <a:off x="4242" y="2768"/>
              <a:ext cx="206" cy="462"/>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52256" name="Freeform 1094">
              <a:extLst>
                <a:ext uri="{FF2B5EF4-FFF2-40B4-BE49-F238E27FC236}">
                  <a16:creationId xmlns:a16="http://schemas.microsoft.com/office/drawing/2014/main" id="{A38B5984-1CE4-46D8-B333-6B681840C629}"/>
                </a:ext>
              </a:extLst>
            </p:cNvPr>
            <p:cNvSpPr>
              <a:spLocks noChangeArrowheads="1"/>
            </p:cNvSpPr>
            <p:nvPr/>
          </p:nvSpPr>
          <p:spPr bwMode="auto">
            <a:xfrm>
              <a:off x="1292" y="2454"/>
              <a:ext cx="1155" cy="790"/>
            </a:xfrm>
            <a:custGeom>
              <a:avLst/>
              <a:gdLst>
                <a:gd name="T0" fmla="*/ 0 w 1300"/>
                <a:gd name="T1" fmla="*/ 676 h 821"/>
                <a:gd name="T2" fmla="*/ 22 w 1300"/>
                <a:gd name="T3" fmla="*/ 501 h 821"/>
                <a:gd name="T4" fmla="*/ 64 w 1300"/>
                <a:gd name="T5" fmla="*/ 230 h 821"/>
                <a:gd name="T6" fmla="*/ 104 w 1300"/>
                <a:gd name="T7" fmla="*/ 54 h 821"/>
                <a:gd name="T8" fmla="*/ 168 w 1300"/>
                <a:gd name="T9" fmla="*/ 6 h 821"/>
                <a:gd name="T10" fmla="*/ 223 w 1300"/>
                <a:gd name="T11" fmla="*/ 80 h 821"/>
                <a:gd name="T12" fmla="*/ 273 w 1300"/>
                <a:gd name="T13" fmla="*/ 209 h 821"/>
                <a:gd name="T14" fmla="*/ 319 w 1300"/>
                <a:gd name="T15" fmla="*/ 310 h 821"/>
                <a:gd name="T16" fmla="*/ 378 w 1300"/>
                <a:gd name="T17" fmla="*/ 420 h 821"/>
                <a:gd name="T18" fmla="*/ 469 w 1300"/>
                <a:gd name="T19" fmla="*/ 513 h 821"/>
                <a:gd name="T20" fmla="*/ 556 w 1300"/>
                <a:gd name="T21" fmla="*/ 581 h 821"/>
                <a:gd name="T22" fmla="*/ 720 w 1300"/>
                <a:gd name="T23" fmla="*/ 65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00" h="821">
                  <a:moveTo>
                    <a:pt x="0" y="821"/>
                  </a:moveTo>
                  <a:cubicBezTo>
                    <a:pt x="7" y="785"/>
                    <a:pt x="22" y="697"/>
                    <a:pt x="41" y="607"/>
                  </a:cubicBezTo>
                  <a:cubicBezTo>
                    <a:pt x="60" y="517"/>
                    <a:pt x="90" y="368"/>
                    <a:pt x="115" y="278"/>
                  </a:cubicBezTo>
                  <a:cubicBezTo>
                    <a:pt x="140" y="188"/>
                    <a:pt x="157" y="109"/>
                    <a:pt x="189" y="64"/>
                  </a:cubicBezTo>
                  <a:cubicBezTo>
                    <a:pt x="221" y="19"/>
                    <a:pt x="268" y="0"/>
                    <a:pt x="304" y="6"/>
                  </a:cubicBezTo>
                  <a:cubicBezTo>
                    <a:pt x="340" y="12"/>
                    <a:pt x="371" y="56"/>
                    <a:pt x="403" y="97"/>
                  </a:cubicBezTo>
                  <a:cubicBezTo>
                    <a:pt x="435" y="138"/>
                    <a:pt x="464" y="207"/>
                    <a:pt x="493" y="253"/>
                  </a:cubicBezTo>
                  <a:cubicBezTo>
                    <a:pt x="522" y="299"/>
                    <a:pt x="544" y="334"/>
                    <a:pt x="576" y="376"/>
                  </a:cubicBezTo>
                  <a:cubicBezTo>
                    <a:pt x="608" y="418"/>
                    <a:pt x="638" y="467"/>
                    <a:pt x="683" y="508"/>
                  </a:cubicBezTo>
                  <a:cubicBezTo>
                    <a:pt x="728" y="549"/>
                    <a:pt x="794" y="590"/>
                    <a:pt x="847" y="623"/>
                  </a:cubicBezTo>
                  <a:cubicBezTo>
                    <a:pt x="900" y="656"/>
                    <a:pt x="929" y="678"/>
                    <a:pt x="1004" y="706"/>
                  </a:cubicBezTo>
                  <a:cubicBezTo>
                    <a:pt x="1079" y="734"/>
                    <a:pt x="1238" y="771"/>
                    <a:pt x="1300" y="788"/>
                  </a:cubicBezTo>
                </a:path>
              </a:pathLst>
            </a:custGeom>
            <a:noFill/>
            <a:ln w="19050">
              <a:solidFill>
                <a:srgbClr val="8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57" name="Freeform 1095">
              <a:extLst>
                <a:ext uri="{FF2B5EF4-FFF2-40B4-BE49-F238E27FC236}">
                  <a16:creationId xmlns:a16="http://schemas.microsoft.com/office/drawing/2014/main" id="{1220B2E8-DBD2-448F-8E55-CDBFF4037D45}"/>
                </a:ext>
              </a:extLst>
            </p:cNvPr>
            <p:cNvSpPr>
              <a:spLocks noChangeArrowheads="1"/>
            </p:cNvSpPr>
            <p:nvPr/>
          </p:nvSpPr>
          <p:spPr bwMode="auto">
            <a:xfrm>
              <a:off x="1315" y="2662"/>
              <a:ext cx="1165" cy="513"/>
            </a:xfrm>
            <a:custGeom>
              <a:avLst/>
              <a:gdLst>
                <a:gd name="T0" fmla="*/ 0 w 1300"/>
                <a:gd name="T1" fmla="*/ 79 h 821"/>
                <a:gd name="T2" fmla="*/ 24 w 1300"/>
                <a:gd name="T3" fmla="*/ 57 h 821"/>
                <a:gd name="T4" fmla="*/ 65 w 1300"/>
                <a:gd name="T5" fmla="*/ 26 h 821"/>
                <a:gd name="T6" fmla="*/ 108 w 1300"/>
                <a:gd name="T7" fmla="*/ 6 h 821"/>
                <a:gd name="T8" fmla="*/ 176 w 1300"/>
                <a:gd name="T9" fmla="*/ 1 h 821"/>
                <a:gd name="T10" fmla="*/ 233 w 1300"/>
                <a:gd name="T11" fmla="*/ 9 h 821"/>
                <a:gd name="T12" fmla="*/ 285 w 1300"/>
                <a:gd name="T13" fmla="*/ 24 h 821"/>
                <a:gd name="T14" fmla="*/ 332 w 1300"/>
                <a:gd name="T15" fmla="*/ 36 h 821"/>
                <a:gd name="T16" fmla="*/ 394 w 1300"/>
                <a:gd name="T17" fmla="*/ 48 h 821"/>
                <a:gd name="T18" fmla="*/ 489 w 1300"/>
                <a:gd name="T19" fmla="*/ 59 h 821"/>
                <a:gd name="T20" fmla="*/ 581 w 1300"/>
                <a:gd name="T21" fmla="*/ 67 h 821"/>
                <a:gd name="T22" fmla="*/ 752 w 1300"/>
                <a:gd name="T23" fmla="*/ 75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00" h="821">
                  <a:moveTo>
                    <a:pt x="0" y="821"/>
                  </a:moveTo>
                  <a:cubicBezTo>
                    <a:pt x="7" y="785"/>
                    <a:pt x="22" y="697"/>
                    <a:pt x="41" y="607"/>
                  </a:cubicBezTo>
                  <a:cubicBezTo>
                    <a:pt x="60" y="517"/>
                    <a:pt x="90" y="368"/>
                    <a:pt x="115" y="278"/>
                  </a:cubicBezTo>
                  <a:cubicBezTo>
                    <a:pt x="140" y="188"/>
                    <a:pt x="157" y="109"/>
                    <a:pt x="189" y="64"/>
                  </a:cubicBezTo>
                  <a:cubicBezTo>
                    <a:pt x="221" y="19"/>
                    <a:pt x="268" y="0"/>
                    <a:pt x="304" y="6"/>
                  </a:cubicBezTo>
                  <a:cubicBezTo>
                    <a:pt x="340" y="12"/>
                    <a:pt x="371" y="56"/>
                    <a:pt x="403" y="97"/>
                  </a:cubicBezTo>
                  <a:cubicBezTo>
                    <a:pt x="435" y="138"/>
                    <a:pt x="464" y="207"/>
                    <a:pt x="493" y="253"/>
                  </a:cubicBezTo>
                  <a:cubicBezTo>
                    <a:pt x="522" y="299"/>
                    <a:pt x="544" y="334"/>
                    <a:pt x="576" y="376"/>
                  </a:cubicBezTo>
                  <a:cubicBezTo>
                    <a:pt x="608" y="418"/>
                    <a:pt x="638" y="467"/>
                    <a:pt x="683" y="508"/>
                  </a:cubicBezTo>
                  <a:cubicBezTo>
                    <a:pt x="728" y="549"/>
                    <a:pt x="794" y="590"/>
                    <a:pt x="847" y="623"/>
                  </a:cubicBezTo>
                  <a:cubicBezTo>
                    <a:pt x="900" y="656"/>
                    <a:pt x="929" y="678"/>
                    <a:pt x="1004" y="706"/>
                  </a:cubicBezTo>
                  <a:cubicBezTo>
                    <a:pt x="1079" y="734"/>
                    <a:pt x="1238" y="771"/>
                    <a:pt x="1300" y="788"/>
                  </a:cubicBezTo>
                </a:path>
              </a:pathLst>
            </a:custGeom>
            <a:noFill/>
            <a:ln w="19050">
              <a:solidFill>
                <a:srgbClr val="0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1620041" name="Object 1097">
            <a:extLst>
              <a:ext uri="{FF2B5EF4-FFF2-40B4-BE49-F238E27FC236}">
                <a16:creationId xmlns:a16="http://schemas.microsoft.com/office/drawing/2014/main" id="{0D5E672D-1483-40DA-B34C-1BE1C3C40A6C}"/>
              </a:ext>
            </a:extLst>
          </p:cNvPr>
          <p:cNvGraphicFramePr>
            <a:graphicFrameLocks/>
          </p:cNvGraphicFramePr>
          <p:nvPr/>
        </p:nvGraphicFramePr>
        <p:xfrm>
          <a:off x="1820863" y="2209800"/>
          <a:ext cx="2843212" cy="425450"/>
        </p:xfrm>
        <a:graphic>
          <a:graphicData uri="http://schemas.openxmlformats.org/presentationml/2006/ole">
            <mc:AlternateContent xmlns:mc="http://schemas.openxmlformats.org/markup-compatibility/2006">
              <mc:Choice xmlns:v="urn:schemas-microsoft-com:vml" Requires="v">
                <p:oleObj spid="_x0000_s52379" r:id="rId33" imgW="1612200" imgH="241195" progId="Equation.DSMT4">
                  <p:embed/>
                </p:oleObj>
              </mc:Choice>
              <mc:Fallback>
                <p:oleObj r:id="rId33" imgW="1612200" imgH="241195" progId="Equation.DSMT4">
                  <p:embed/>
                  <p:pic>
                    <p:nvPicPr>
                      <p:cNvPr id="0" name="Object 1097"/>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820863" y="2209800"/>
                        <a:ext cx="28432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20042" name="Rectangle 1098">
            <a:extLst>
              <a:ext uri="{FF2B5EF4-FFF2-40B4-BE49-F238E27FC236}">
                <a16:creationId xmlns:a16="http://schemas.microsoft.com/office/drawing/2014/main" id="{7064F715-3AAA-4969-A69C-E5AE150116B6}"/>
              </a:ext>
            </a:extLst>
          </p:cNvPr>
          <p:cNvSpPr>
            <a:spLocks noChangeArrowheads="1"/>
          </p:cNvSpPr>
          <p:nvPr/>
        </p:nvSpPr>
        <p:spPr bwMode="auto">
          <a:xfrm>
            <a:off x="1695450" y="2176463"/>
            <a:ext cx="3041650" cy="515937"/>
          </a:xfrm>
          <a:prstGeom prst="rect">
            <a:avLst/>
          </a:prstGeom>
          <a:noFill/>
          <a:ln w="19050">
            <a:solidFill>
              <a:schemeClr val="accent2"/>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620041"/>
                                        </p:tgtEl>
                                        <p:attrNameLst>
                                          <p:attrName>style.visibility</p:attrName>
                                        </p:attrNameLst>
                                      </p:cBhvr>
                                      <p:to>
                                        <p:strVal val="visible"/>
                                      </p:to>
                                    </p:set>
                                    <p:anim calcmode="lin" valueType="num">
                                      <p:cBhvr>
                                        <p:cTn id="12" dur="500" fill="hold"/>
                                        <p:tgtEl>
                                          <p:spTgt spid="1620041"/>
                                        </p:tgtEl>
                                        <p:attrNameLst>
                                          <p:attrName>ppt_x</p:attrName>
                                        </p:attrNameLst>
                                      </p:cBhvr>
                                      <p:tavLst>
                                        <p:tav tm="0">
                                          <p:val>
                                            <p:strVal val="0-#ppt_w/2"/>
                                          </p:val>
                                        </p:tav>
                                        <p:tav tm="100000">
                                          <p:val>
                                            <p:strVal val="#ppt_x"/>
                                          </p:val>
                                        </p:tav>
                                      </p:tavLst>
                                    </p:anim>
                                    <p:anim calcmode="lin" valueType="num">
                                      <p:cBhvr>
                                        <p:cTn id="13" dur="500" fill="hold"/>
                                        <p:tgtEl>
                                          <p:spTgt spid="1620041"/>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3" presetClass="entr" presetSubtype="10" fill="hold" grpId="0" nodeType="afterEffect">
                                  <p:stCondLst>
                                    <p:cond delay="0"/>
                                  </p:stCondLst>
                                  <p:childTnLst>
                                    <p:set>
                                      <p:cBhvr>
                                        <p:cTn id="16" dur="1" fill="hold">
                                          <p:stCondLst>
                                            <p:cond delay="0"/>
                                          </p:stCondLst>
                                        </p:cTn>
                                        <p:tgtEl>
                                          <p:spTgt spid="1620042"/>
                                        </p:tgtEl>
                                        <p:attrNameLst>
                                          <p:attrName>style.visibility</p:attrName>
                                        </p:attrNameLst>
                                      </p:cBhvr>
                                      <p:to>
                                        <p:strVal val="visible"/>
                                      </p:to>
                                    </p:set>
                                    <p:animEffect transition="in" filter="blinds(horizontal)">
                                      <p:cBhvr>
                                        <p:cTn id="17" dur="500"/>
                                        <p:tgtEl>
                                          <p:spTgt spid="1620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004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a:extLst>
              <a:ext uri="{FF2B5EF4-FFF2-40B4-BE49-F238E27FC236}">
                <a16:creationId xmlns:a16="http://schemas.microsoft.com/office/drawing/2014/main" id="{B45CF66B-BF10-449F-88F6-5620EDDABB5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CC2B82D0-2F04-497C-80CA-4FFE823BFB07}" type="slidenum">
              <a:rPr altLang="en-US" sz="1400" smtClean="0"/>
              <a:pPr>
                <a:lnSpc>
                  <a:spcPct val="100000"/>
                </a:lnSpc>
                <a:spcBef>
                  <a:spcPct val="0"/>
                </a:spcBef>
                <a:buClr>
                  <a:schemeClr val="tx1"/>
                </a:buClr>
                <a:buFontTx/>
                <a:buNone/>
              </a:pPr>
              <a:t>35</a:t>
            </a:fld>
            <a:endParaRPr lang="zh-CN" altLang="en-US" sz="1400"/>
          </a:p>
        </p:txBody>
      </p:sp>
      <p:grpSp>
        <p:nvGrpSpPr>
          <p:cNvPr id="2" name="Group 1050">
            <a:extLst>
              <a:ext uri="{FF2B5EF4-FFF2-40B4-BE49-F238E27FC236}">
                <a16:creationId xmlns:a16="http://schemas.microsoft.com/office/drawing/2014/main" id="{0C86A036-043B-4B0C-845D-B5670517B94A}"/>
              </a:ext>
            </a:extLst>
          </p:cNvPr>
          <p:cNvGrpSpPr>
            <a:grpSpLocks/>
          </p:cNvGrpSpPr>
          <p:nvPr/>
        </p:nvGrpSpPr>
        <p:grpSpPr bwMode="auto">
          <a:xfrm>
            <a:off x="1498600" y="3613150"/>
            <a:ext cx="6192838" cy="1984375"/>
            <a:chOff x="793" y="1660"/>
            <a:chExt cx="3901" cy="1250"/>
          </a:xfrm>
        </p:grpSpPr>
        <p:sp>
          <p:nvSpPr>
            <p:cNvPr id="53255" name="Freeform 1029">
              <a:extLst>
                <a:ext uri="{FF2B5EF4-FFF2-40B4-BE49-F238E27FC236}">
                  <a16:creationId xmlns:a16="http://schemas.microsoft.com/office/drawing/2014/main" id="{36F5574B-C096-4E60-83DC-9AFAB3D77B57}"/>
                </a:ext>
              </a:extLst>
            </p:cNvPr>
            <p:cNvSpPr>
              <a:spLocks noChangeArrowheads="1"/>
            </p:cNvSpPr>
            <p:nvPr/>
          </p:nvSpPr>
          <p:spPr bwMode="auto">
            <a:xfrm flipV="1">
              <a:off x="2703" y="2151"/>
              <a:ext cx="1666" cy="540"/>
            </a:xfrm>
            <a:custGeom>
              <a:avLst/>
              <a:gdLst>
                <a:gd name="T0" fmla="*/ 13 w 1800"/>
                <a:gd name="T1" fmla="*/ 14553 h 237"/>
                <a:gd name="T2" fmla="*/ 37 w 1800"/>
                <a:gd name="T3" fmla="*/ 14500 h 237"/>
                <a:gd name="T4" fmla="*/ 61 w 1800"/>
                <a:gd name="T5" fmla="*/ 14359 h 237"/>
                <a:gd name="T6" fmla="*/ 86 w 1800"/>
                <a:gd name="T7" fmla="*/ 14256 h 237"/>
                <a:gd name="T8" fmla="*/ 110 w 1800"/>
                <a:gd name="T9" fmla="*/ 13992 h 237"/>
                <a:gd name="T10" fmla="*/ 133 w 1800"/>
                <a:gd name="T11" fmla="*/ 13746 h 237"/>
                <a:gd name="T12" fmla="*/ 159 w 1800"/>
                <a:gd name="T13" fmla="*/ 13452 h 237"/>
                <a:gd name="T14" fmla="*/ 183 w 1800"/>
                <a:gd name="T15" fmla="*/ 13156 h 237"/>
                <a:gd name="T16" fmla="*/ 207 w 1800"/>
                <a:gd name="T17" fmla="*/ 12775 h 237"/>
                <a:gd name="T18" fmla="*/ 232 w 1800"/>
                <a:gd name="T19" fmla="*/ 12352 h 237"/>
                <a:gd name="T20" fmla="*/ 257 w 1800"/>
                <a:gd name="T21" fmla="*/ 11910 h 237"/>
                <a:gd name="T22" fmla="*/ 281 w 1800"/>
                <a:gd name="T23" fmla="*/ 11427 h 237"/>
                <a:gd name="T24" fmla="*/ 305 w 1800"/>
                <a:gd name="T25" fmla="*/ 10944 h 237"/>
                <a:gd name="T26" fmla="*/ 330 w 1800"/>
                <a:gd name="T27" fmla="*/ 10435 h 237"/>
                <a:gd name="T28" fmla="*/ 354 w 1800"/>
                <a:gd name="T29" fmla="*/ 9891 h 237"/>
                <a:gd name="T30" fmla="*/ 379 w 1800"/>
                <a:gd name="T31" fmla="*/ 9401 h 237"/>
                <a:gd name="T32" fmla="*/ 404 w 1800"/>
                <a:gd name="T33" fmla="*/ 8836 h 237"/>
                <a:gd name="T34" fmla="*/ 429 w 1800"/>
                <a:gd name="T35" fmla="*/ 8301 h 237"/>
                <a:gd name="T36" fmla="*/ 453 w 1800"/>
                <a:gd name="T37" fmla="*/ 7735 h 237"/>
                <a:gd name="T38" fmla="*/ 478 w 1800"/>
                <a:gd name="T39" fmla="*/ 7252 h 237"/>
                <a:gd name="T40" fmla="*/ 501 w 1800"/>
                <a:gd name="T41" fmla="*/ 6765 h 237"/>
                <a:gd name="T42" fmla="*/ 526 w 1800"/>
                <a:gd name="T43" fmla="*/ 6200 h 237"/>
                <a:gd name="T44" fmla="*/ 550 w 1800"/>
                <a:gd name="T45" fmla="*/ 5717 h 237"/>
                <a:gd name="T46" fmla="*/ 575 w 1800"/>
                <a:gd name="T47" fmla="*/ 5284 h 237"/>
                <a:gd name="T48" fmla="*/ 599 w 1800"/>
                <a:gd name="T49" fmla="*/ 4803 h 237"/>
                <a:gd name="T50" fmla="*/ 624 w 1800"/>
                <a:gd name="T51" fmla="*/ 4366 h 237"/>
                <a:gd name="T52" fmla="*/ 648 w 1800"/>
                <a:gd name="T53" fmla="*/ 3987 h 237"/>
                <a:gd name="T54" fmla="*/ 673 w 1800"/>
                <a:gd name="T55" fmla="*/ 3561 h 237"/>
                <a:gd name="T56" fmla="*/ 697 w 1800"/>
                <a:gd name="T57" fmla="*/ 3265 h 237"/>
                <a:gd name="T58" fmla="*/ 721 w 1800"/>
                <a:gd name="T59" fmla="*/ 2887 h 237"/>
                <a:gd name="T60" fmla="*/ 745 w 1800"/>
                <a:gd name="T61" fmla="*/ 2591 h 237"/>
                <a:gd name="T62" fmla="*/ 771 w 1800"/>
                <a:gd name="T63" fmla="*/ 2258 h 237"/>
                <a:gd name="T64" fmla="*/ 794 w 1800"/>
                <a:gd name="T65" fmla="*/ 2026 h 237"/>
                <a:gd name="T66" fmla="*/ 819 w 1800"/>
                <a:gd name="T67" fmla="*/ 1775 h 237"/>
                <a:gd name="T68" fmla="*/ 844 w 1800"/>
                <a:gd name="T69" fmla="*/ 1536 h 237"/>
                <a:gd name="T70" fmla="*/ 868 w 1800"/>
                <a:gd name="T71" fmla="*/ 1349 h 237"/>
                <a:gd name="T72" fmla="*/ 892 w 1800"/>
                <a:gd name="T73" fmla="*/ 1157 h 237"/>
                <a:gd name="T74" fmla="*/ 917 w 1800"/>
                <a:gd name="T75" fmla="*/ 971 h 237"/>
                <a:gd name="T76" fmla="*/ 941 w 1800"/>
                <a:gd name="T77" fmla="*/ 861 h 237"/>
                <a:gd name="T78" fmla="*/ 965 w 1800"/>
                <a:gd name="T79" fmla="*/ 674 h 237"/>
                <a:gd name="T80" fmla="*/ 990 w 1800"/>
                <a:gd name="T81" fmla="*/ 613 h 237"/>
                <a:gd name="T82" fmla="*/ 1015 w 1800"/>
                <a:gd name="T83" fmla="*/ 483 h 237"/>
                <a:gd name="T84" fmla="*/ 1039 w 1800"/>
                <a:gd name="T85" fmla="*/ 378 h 237"/>
                <a:gd name="T86" fmla="*/ 1063 w 1800"/>
                <a:gd name="T87" fmla="*/ 296 h 237"/>
                <a:gd name="T88" fmla="*/ 1088 w 1800"/>
                <a:gd name="T89" fmla="*/ 248 h 237"/>
                <a:gd name="T90" fmla="*/ 1113 w 1800"/>
                <a:gd name="T91" fmla="*/ 187 h 237"/>
                <a:gd name="T92" fmla="*/ 1137 w 1800"/>
                <a:gd name="T93" fmla="*/ 130 h 237"/>
                <a:gd name="T94" fmla="*/ 1162 w 1800"/>
                <a:gd name="T95" fmla="*/ 57 h 237"/>
                <a:gd name="T96" fmla="*/ 1187 w 1800"/>
                <a:gd name="T97" fmla="*/ 0 h 237"/>
                <a:gd name="T98" fmla="*/ 1210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56" name="Line 1030">
              <a:extLst>
                <a:ext uri="{FF2B5EF4-FFF2-40B4-BE49-F238E27FC236}">
                  <a16:creationId xmlns:a16="http://schemas.microsoft.com/office/drawing/2014/main" id="{B86400A1-CE2D-4CDD-959E-6D1B2E9FF780}"/>
                </a:ext>
              </a:extLst>
            </p:cNvPr>
            <p:cNvSpPr>
              <a:spLocks noChangeShapeType="1"/>
            </p:cNvSpPr>
            <p:nvPr/>
          </p:nvSpPr>
          <p:spPr bwMode="auto">
            <a:xfrm flipV="1">
              <a:off x="793" y="2725"/>
              <a:ext cx="3901" cy="0"/>
            </a:xfrm>
            <a:prstGeom prst="line">
              <a:avLst/>
            </a:prstGeom>
            <a:noFill/>
            <a:ln w="25400">
              <a:solidFill>
                <a:srgbClr val="3333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53257" name="Freeform 1031">
              <a:extLst>
                <a:ext uri="{FF2B5EF4-FFF2-40B4-BE49-F238E27FC236}">
                  <a16:creationId xmlns:a16="http://schemas.microsoft.com/office/drawing/2014/main" id="{FCC1549A-DA61-44F3-84BA-017BC34B1887}"/>
                </a:ext>
              </a:extLst>
            </p:cNvPr>
            <p:cNvSpPr>
              <a:spLocks noChangeArrowheads="1"/>
            </p:cNvSpPr>
            <p:nvPr/>
          </p:nvSpPr>
          <p:spPr bwMode="auto">
            <a:xfrm flipH="1" flipV="1">
              <a:off x="1036" y="2150"/>
              <a:ext cx="1666" cy="541"/>
            </a:xfrm>
            <a:custGeom>
              <a:avLst/>
              <a:gdLst>
                <a:gd name="T0" fmla="*/ 13 w 1800"/>
                <a:gd name="T1" fmla="*/ 14689 h 237"/>
                <a:gd name="T2" fmla="*/ 37 w 1800"/>
                <a:gd name="T3" fmla="*/ 14632 h 237"/>
                <a:gd name="T4" fmla="*/ 61 w 1800"/>
                <a:gd name="T5" fmla="*/ 14502 h 237"/>
                <a:gd name="T6" fmla="*/ 86 w 1800"/>
                <a:gd name="T7" fmla="*/ 14392 h 237"/>
                <a:gd name="T8" fmla="*/ 110 w 1800"/>
                <a:gd name="T9" fmla="*/ 14121 h 237"/>
                <a:gd name="T10" fmla="*/ 133 w 1800"/>
                <a:gd name="T11" fmla="*/ 13872 h 237"/>
                <a:gd name="T12" fmla="*/ 159 w 1800"/>
                <a:gd name="T13" fmla="*/ 13573 h 237"/>
                <a:gd name="T14" fmla="*/ 183 w 1800"/>
                <a:gd name="T15" fmla="*/ 13251 h 237"/>
                <a:gd name="T16" fmla="*/ 207 w 1800"/>
                <a:gd name="T17" fmla="*/ 12890 h 237"/>
                <a:gd name="T18" fmla="*/ 232 w 1800"/>
                <a:gd name="T19" fmla="*/ 12464 h 237"/>
                <a:gd name="T20" fmla="*/ 257 w 1800"/>
                <a:gd name="T21" fmla="*/ 12025 h 237"/>
                <a:gd name="T22" fmla="*/ 281 w 1800"/>
                <a:gd name="T23" fmla="*/ 11537 h 237"/>
                <a:gd name="T24" fmla="*/ 305 w 1800"/>
                <a:gd name="T25" fmla="*/ 11025 h 237"/>
                <a:gd name="T26" fmla="*/ 330 w 1800"/>
                <a:gd name="T27" fmla="*/ 10537 h 237"/>
                <a:gd name="T28" fmla="*/ 354 w 1800"/>
                <a:gd name="T29" fmla="*/ 9989 h 237"/>
                <a:gd name="T30" fmla="*/ 379 w 1800"/>
                <a:gd name="T31" fmla="*/ 9478 h 237"/>
                <a:gd name="T32" fmla="*/ 404 w 1800"/>
                <a:gd name="T33" fmla="*/ 8932 h 237"/>
                <a:gd name="T34" fmla="*/ 429 w 1800"/>
                <a:gd name="T35" fmla="*/ 8364 h 237"/>
                <a:gd name="T36" fmla="*/ 453 w 1800"/>
                <a:gd name="T37" fmla="*/ 7816 h 237"/>
                <a:gd name="T38" fmla="*/ 478 w 1800"/>
                <a:gd name="T39" fmla="*/ 7305 h 237"/>
                <a:gd name="T40" fmla="*/ 501 w 1800"/>
                <a:gd name="T41" fmla="*/ 6816 h 237"/>
                <a:gd name="T42" fmla="*/ 526 w 1800"/>
                <a:gd name="T43" fmla="*/ 6268 h 237"/>
                <a:gd name="T44" fmla="*/ 550 w 1800"/>
                <a:gd name="T45" fmla="*/ 5757 h 237"/>
                <a:gd name="T46" fmla="*/ 575 w 1800"/>
                <a:gd name="T47" fmla="*/ 5314 h 237"/>
                <a:gd name="T48" fmla="*/ 599 w 1800"/>
                <a:gd name="T49" fmla="*/ 4830 h 237"/>
                <a:gd name="T50" fmla="*/ 624 w 1800"/>
                <a:gd name="T51" fmla="*/ 4403 h 237"/>
                <a:gd name="T52" fmla="*/ 648 w 1800"/>
                <a:gd name="T53" fmla="*/ 4022 h 237"/>
                <a:gd name="T54" fmla="*/ 673 w 1800"/>
                <a:gd name="T55" fmla="*/ 3579 h 237"/>
                <a:gd name="T56" fmla="*/ 697 w 1800"/>
                <a:gd name="T57" fmla="*/ 3283 h 237"/>
                <a:gd name="T58" fmla="*/ 721 w 1800"/>
                <a:gd name="T59" fmla="*/ 2901 h 237"/>
                <a:gd name="T60" fmla="*/ 745 w 1800"/>
                <a:gd name="T61" fmla="*/ 2605 h 237"/>
                <a:gd name="T62" fmla="*/ 771 w 1800"/>
                <a:gd name="T63" fmla="*/ 2283 h 237"/>
                <a:gd name="T64" fmla="*/ 794 w 1800"/>
                <a:gd name="T65" fmla="*/ 2032 h 237"/>
                <a:gd name="T66" fmla="*/ 819 w 1800"/>
                <a:gd name="T67" fmla="*/ 1799 h 237"/>
                <a:gd name="T68" fmla="*/ 844 w 1800"/>
                <a:gd name="T69" fmla="*/ 1548 h 237"/>
                <a:gd name="T70" fmla="*/ 868 w 1800"/>
                <a:gd name="T71" fmla="*/ 1356 h 237"/>
                <a:gd name="T72" fmla="*/ 892 w 1800"/>
                <a:gd name="T73" fmla="*/ 1166 h 237"/>
                <a:gd name="T74" fmla="*/ 917 w 1800"/>
                <a:gd name="T75" fmla="*/ 1000 h 237"/>
                <a:gd name="T76" fmla="*/ 941 w 1800"/>
                <a:gd name="T77" fmla="*/ 870 h 237"/>
                <a:gd name="T78" fmla="*/ 965 w 1800"/>
                <a:gd name="T79" fmla="*/ 678 h 237"/>
                <a:gd name="T80" fmla="*/ 990 w 1800"/>
                <a:gd name="T81" fmla="*/ 630 h 237"/>
                <a:gd name="T82" fmla="*/ 1015 w 1800"/>
                <a:gd name="T83" fmla="*/ 491 h 237"/>
                <a:gd name="T84" fmla="*/ 1039 w 1800"/>
                <a:gd name="T85" fmla="*/ 381 h 237"/>
                <a:gd name="T86" fmla="*/ 1063 w 1800"/>
                <a:gd name="T87" fmla="*/ 297 h 237"/>
                <a:gd name="T88" fmla="*/ 1088 w 1800"/>
                <a:gd name="T89" fmla="*/ 251 h 237"/>
                <a:gd name="T90" fmla="*/ 1113 w 1800"/>
                <a:gd name="T91" fmla="*/ 192 h 237"/>
                <a:gd name="T92" fmla="*/ 1137 w 1800"/>
                <a:gd name="T93" fmla="*/ 130 h 237"/>
                <a:gd name="T94" fmla="*/ 1162 w 1800"/>
                <a:gd name="T95" fmla="*/ 57 h 237"/>
                <a:gd name="T96" fmla="*/ 1187 w 1800"/>
                <a:gd name="T97" fmla="*/ 0 h 237"/>
                <a:gd name="T98" fmla="*/ 1210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53258" name="Object 1032">
              <a:extLst>
                <a:ext uri="{FF2B5EF4-FFF2-40B4-BE49-F238E27FC236}">
                  <a16:creationId xmlns:a16="http://schemas.microsoft.com/office/drawing/2014/main" id="{7FCEE9AF-EBD0-4A78-9C82-DDCDE5BCA913}"/>
                </a:ext>
              </a:extLst>
            </p:cNvPr>
            <p:cNvGraphicFramePr>
              <a:graphicFrameLocks/>
            </p:cNvGraphicFramePr>
            <p:nvPr/>
          </p:nvGraphicFramePr>
          <p:xfrm>
            <a:off x="3208" y="2686"/>
            <a:ext cx="278" cy="224"/>
          </p:xfrm>
          <a:graphic>
            <a:graphicData uri="http://schemas.openxmlformats.org/presentationml/2006/ole">
              <mc:AlternateContent xmlns:mc="http://schemas.openxmlformats.org/markup-compatibility/2006">
                <mc:Choice xmlns:v="urn:schemas-microsoft-com:vml" Requires="v">
                  <p:oleObj spid="_x0000_s53289" r:id="rId3" imgW="177492" imgH="228204" progId="Equation.DSMT4">
                    <p:embed/>
                  </p:oleObj>
                </mc:Choice>
                <mc:Fallback>
                  <p:oleObj r:id="rId3" imgW="177492" imgH="228204" progId="Equation.DSMT4">
                    <p:embed/>
                    <p:pic>
                      <p:nvPicPr>
                        <p:cNvPr id="0" name="Object 103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8" y="2686"/>
                          <a:ext cx="27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9" name="Line 1037">
              <a:extLst>
                <a:ext uri="{FF2B5EF4-FFF2-40B4-BE49-F238E27FC236}">
                  <a16:creationId xmlns:a16="http://schemas.microsoft.com/office/drawing/2014/main" id="{99E05D89-D9B6-4253-BCD4-8489FA181825}"/>
                </a:ext>
              </a:extLst>
            </p:cNvPr>
            <p:cNvSpPr>
              <a:spLocks noChangeShapeType="1"/>
            </p:cNvSpPr>
            <p:nvPr/>
          </p:nvSpPr>
          <p:spPr bwMode="auto">
            <a:xfrm>
              <a:off x="3323" y="2422"/>
              <a:ext cx="0" cy="298"/>
            </a:xfrm>
            <a:prstGeom prst="line">
              <a:avLst/>
            </a:prstGeom>
            <a:noFill/>
            <a:ln w="19050">
              <a:solidFill>
                <a:srgbClr val="80008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0" name="Line 1039">
              <a:extLst>
                <a:ext uri="{FF2B5EF4-FFF2-40B4-BE49-F238E27FC236}">
                  <a16:creationId xmlns:a16="http://schemas.microsoft.com/office/drawing/2014/main" id="{7B6B15B2-9C5D-4A09-AFC2-6B06E09BA516}"/>
                </a:ext>
              </a:extLst>
            </p:cNvPr>
            <p:cNvSpPr>
              <a:spLocks noChangeShapeType="1"/>
            </p:cNvSpPr>
            <p:nvPr/>
          </p:nvSpPr>
          <p:spPr bwMode="auto">
            <a:xfrm flipH="1">
              <a:off x="3568" y="2390"/>
              <a:ext cx="361" cy="251"/>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3261" name="Object 1041">
              <a:extLst>
                <a:ext uri="{FF2B5EF4-FFF2-40B4-BE49-F238E27FC236}">
                  <a16:creationId xmlns:a16="http://schemas.microsoft.com/office/drawing/2014/main" id="{CC928F49-12D6-4549-AC79-3C599AC26466}"/>
                </a:ext>
              </a:extLst>
            </p:cNvPr>
            <p:cNvGraphicFramePr>
              <a:graphicFrameLocks/>
            </p:cNvGraphicFramePr>
            <p:nvPr/>
          </p:nvGraphicFramePr>
          <p:xfrm>
            <a:off x="3932" y="2282"/>
            <a:ext cx="232" cy="133"/>
          </p:xfrm>
          <a:graphic>
            <a:graphicData uri="http://schemas.openxmlformats.org/presentationml/2006/ole">
              <mc:AlternateContent xmlns:mc="http://schemas.openxmlformats.org/markup-compatibility/2006">
                <mc:Choice xmlns:v="urn:schemas-microsoft-com:vml" Requires="v">
                  <p:oleObj spid="_x0000_s53290" r:id="rId5" imgW="152268" imgH="139579" progId="Equation.DSMT4">
                    <p:embed/>
                  </p:oleObj>
                </mc:Choice>
                <mc:Fallback>
                  <p:oleObj r:id="rId5" imgW="152268" imgH="139579" progId="Equation.DSMT4">
                    <p:embed/>
                    <p:pic>
                      <p:nvPicPr>
                        <p:cNvPr id="0" name="Object 104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2" y="2282"/>
                          <a:ext cx="232"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62" name="Line 1043">
              <a:extLst>
                <a:ext uri="{FF2B5EF4-FFF2-40B4-BE49-F238E27FC236}">
                  <a16:creationId xmlns:a16="http://schemas.microsoft.com/office/drawing/2014/main" id="{15C56D35-F780-4921-AE46-B3B6DF4263B2}"/>
                </a:ext>
              </a:extLst>
            </p:cNvPr>
            <p:cNvSpPr>
              <a:spLocks noChangeShapeType="1"/>
            </p:cNvSpPr>
            <p:nvPr/>
          </p:nvSpPr>
          <p:spPr bwMode="auto">
            <a:xfrm flipH="1">
              <a:off x="3322" y="2469"/>
              <a:ext cx="93" cy="72"/>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3" name="Line 1044">
              <a:extLst>
                <a:ext uri="{FF2B5EF4-FFF2-40B4-BE49-F238E27FC236}">
                  <a16:creationId xmlns:a16="http://schemas.microsoft.com/office/drawing/2014/main" id="{E52F3CBC-D3B6-4F99-ACA3-B7CC010B27BC}"/>
                </a:ext>
              </a:extLst>
            </p:cNvPr>
            <p:cNvSpPr>
              <a:spLocks noChangeShapeType="1"/>
            </p:cNvSpPr>
            <p:nvPr/>
          </p:nvSpPr>
          <p:spPr bwMode="auto">
            <a:xfrm flipH="1">
              <a:off x="3336" y="2503"/>
              <a:ext cx="134" cy="124"/>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4" name="Line 1045">
              <a:extLst>
                <a:ext uri="{FF2B5EF4-FFF2-40B4-BE49-F238E27FC236}">
                  <a16:creationId xmlns:a16="http://schemas.microsoft.com/office/drawing/2014/main" id="{B35100A0-C9D1-4C86-9BF7-F032C7BAF465}"/>
                </a:ext>
              </a:extLst>
            </p:cNvPr>
            <p:cNvSpPr>
              <a:spLocks noChangeShapeType="1"/>
            </p:cNvSpPr>
            <p:nvPr/>
          </p:nvSpPr>
          <p:spPr bwMode="auto">
            <a:xfrm flipH="1">
              <a:off x="3696" y="2638"/>
              <a:ext cx="93" cy="72"/>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5" name="Line 1046">
              <a:extLst>
                <a:ext uri="{FF2B5EF4-FFF2-40B4-BE49-F238E27FC236}">
                  <a16:creationId xmlns:a16="http://schemas.microsoft.com/office/drawing/2014/main" id="{9D832A93-C229-4066-A69F-411D313A66BA}"/>
                </a:ext>
              </a:extLst>
            </p:cNvPr>
            <p:cNvSpPr>
              <a:spLocks noChangeShapeType="1"/>
            </p:cNvSpPr>
            <p:nvPr/>
          </p:nvSpPr>
          <p:spPr bwMode="auto">
            <a:xfrm flipH="1">
              <a:off x="3359" y="2548"/>
              <a:ext cx="176" cy="144"/>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6" name="Line 1047">
              <a:extLst>
                <a:ext uri="{FF2B5EF4-FFF2-40B4-BE49-F238E27FC236}">
                  <a16:creationId xmlns:a16="http://schemas.microsoft.com/office/drawing/2014/main" id="{818F69F4-1D85-4AD3-BEFD-8C985A3891F1}"/>
                </a:ext>
              </a:extLst>
            </p:cNvPr>
            <p:cNvSpPr>
              <a:spLocks noChangeShapeType="1"/>
            </p:cNvSpPr>
            <p:nvPr/>
          </p:nvSpPr>
          <p:spPr bwMode="auto">
            <a:xfrm flipH="1">
              <a:off x="3454" y="2571"/>
              <a:ext cx="176" cy="144"/>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7" name="Line 1048">
              <a:extLst>
                <a:ext uri="{FF2B5EF4-FFF2-40B4-BE49-F238E27FC236}">
                  <a16:creationId xmlns:a16="http://schemas.microsoft.com/office/drawing/2014/main" id="{8DAD6A24-803B-4D00-973D-DF588B30049C}"/>
                </a:ext>
              </a:extLst>
            </p:cNvPr>
            <p:cNvSpPr>
              <a:spLocks noChangeShapeType="1"/>
            </p:cNvSpPr>
            <p:nvPr/>
          </p:nvSpPr>
          <p:spPr bwMode="auto">
            <a:xfrm flipH="1">
              <a:off x="3549" y="2594"/>
              <a:ext cx="166" cy="123"/>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8" name="Line 1049">
              <a:extLst>
                <a:ext uri="{FF2B5EF4-FFF2-40B4-BE49-F238E27FC236}">
                  <a16:creationId xmlns:a16="http://schemas.microsoft.com/office/drawing/2014/main" id="{948A4110-B25E-4FC3-B877-5C83E060D23C}"/>
                </a:ext>
              </a:extLst>
            </p:cNvPr>
            <p:cNvSpPr>
              <a:spLocks noChangeShapeType="1"/>
            </p:cNvSpPr>
            <p:nvPr/>
          </p:nvSpPr>
          <p:spPr bwMode="auto">
            <a:xfrm flipV="1">
              <a:off x="2685" y="1660"/>
              <a:ext cx="0" cy="107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3252" name="Object 1051">
            <a:extLst>
              <a:ext uri="{FF2B5EF4-FFF2-40B4-BE49-F238E27FC236}">
                <a16:creationId xmlns:a16="http://schemas.microsoft.com/office/drawing/2014/main" id="{C15630B9-BD5A-4B5C-AE76-99412B9CB358}"/>
              </a:ext>
            </a:extLst>
          </p:cNvPr>
          <p:cNvGraphicFramePr>
            <a:graphicFrameLocks/>
          </p:cNvGraphicFramePr>
          <p:nvPr/>
        </p:nvGraphicFramePr>
        <p:xfrm>
          <a:off x="1255713" y="2082800"/>
          <a:ext cx="6964362" cy="893763"/>
        </p:xfrm>
        <a:graphic>
          <a:graphicData uri="http://schemas.openxmlformats.org/presentationml/2006/ole">
            <mc:AlternateContent xmlns:mc="http://schemas.openxmlformats.org/markup-compatibility/2006">
              <mc:Choice xmlns:v="urn:schemas-microsoft-com:vml" Requires="v">
                <p:oleObj spid="_x0000_s53291" r:id="rId7" imgW="3757569" imgH="482391" progId="Equation.DSMT4">
                  <p:embed/>
                </p:oleObj>
              </mc:Choice>
              <mc:Fallback>
                <p:oleObj r:id="rId7" imgW="3757569" imgH="482391" progId="Equation.DSMT4">
                  <p:embed/>
                  <p:pic>
                    <p:nvPicPr>
                      <p:cNvPr id="0" name="Object 105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5713" y="2082800"/>
                        <a:ext cx="6964362"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35447" name="Object 1111">
            <a:extLst>
              <a:ext uri="{FF2B5EF4-FFF2-40B4-BE49-F238E27FC236}">
                <a16:creationId xmlns:a16="http://schemas.microsoft.com/office/drawing/2014/main" id="{B87681C2-AD32-43B7-A27B-50155D69AB98}"/>
              </a:ext>
            </a:extLst>
          </p:cNvPr>
          <p:cNvGraphicFramePr>
            <a:graphicFrameLocks/>
          </p:cNvGraphicFramePr>
          <p:nvPr/>
        </p:nvGraphicFramePr>
        <p:xfrm>
          <a:off x="6454775" y="2998788"/>
          <a:ext cx="1711325" cy="560387"/>
        </p:xfrm>
        <a:graphic>
          <a:graphicData uri="http://schemas.openxmlformats.org/presentationml/2006/ole">
            <mc:AlternateContent xmlns:mc="http://schemas.openxmlformats.org/markup-compatibility/2006">
              <mc:Choice xmlns:v="urn:schemas-microsoft-com:vml" Requires="v">
                <p:oleObj spid="_x0000_s53292" r:id="rId9" imgW="698500" imgH="228600" progId="Equation.DSMT4">
                  <p:embed/>
                </p:oleObj>
              </mc:Choice>
              <mc:Fallback>
                <p:oleObj r:id="rId9" imgW="698500" imgH="228600" progId="Equation.DSMT4">
                  <p:embed/>
                  <p:pic>
                    <p:nvPicPr>
                      <p:cNvPr id="0" name="Object 11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4775" y="2998788"/>
                        <a:ext cx="171132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35448" name="AutoShape 1112">
            <a:extLst>
              <a:ext uri="{FF2B5EF4-FFF2-40B4-BE49-F238E27FC236}">
                <a16:creationId xmlns:a16="http://schemas.microsoft.com/office/drawing/2014/main" id="{A3C58DF7-87BD-480C-A40E-4BCBEDA60E74}"/>
              </a:ext>
            </a:extLst>
          </p:cNvPr>
          <p:cNvSpPr>
            <a:spLocks noChangeArrowheads="1"/>
          </p:cNvSpPr>
          <p:nvPr/>
        </p:nvSpPr>
        <p:spPr bwMode="auto">
          <a:xfrm>
            <a:off x="6467475" y="2874963"/>
            <a:ext cx="1744663" cy="833437"/>
          </a:xfrm>
          <a:prstGeom prst="octagon">
            <a:avLst>
              <a:gd name="adj" fmla="val 29287"/>
            </a:avLst>
          </a:prstGeom>
          <a:noFill/>
          <a:ln w="19050">
            <a:solidFill>
              <a:srgbClr val="FF66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935447"/>
                                        </p:tgtEl>
                                        <p:attrNameLst>
                                          <p:attrName>style.visibility</p:attrName>
                                        </p:attrNameLst>
                                      </p:cBhvr>
                                      <p:to>
                                        <p:strVal val="visible"/>
                                      </p:to>
                                    </p:set>
                                    <p:anim calcmode="lin" valueType="num">
                                      <p:cBhvr>
                                        <p:cTn id="12" dur="500" fill="hold"/>
                                        <p:tgtEl>
                                          <p:spTgt spid="1935447"/>
                                        </p:tgtEl>
                                        <p:attrNameLst>
                                          <p:attrName>ppt_x</p:attrName>
                                        </p:attrNameLst>
                                      </p:cBhvr>
                                      <p:tavLst>
                                        <p:tav tm="0">
                                          <p:val>
                                            <p:strVal val="0-#ppt_w/2"/>
                                          </p:val>
                                        </p:tav>
                                        <p:tav tm="100000">
                                          <p:val>
                                            <p:strVal val="#ppt_x"/>
                                          </p:val>
                                        </p:tav>
                                      </p:tavLst>
                                    </p:anim>
                                    <p:anim calcmode="lin" valueType="num">
                                      <p:cBhvr>
                                        <p:cTn id="13" dur="500" fill="hold"/>
                                        <p:tgtEl>
                                          <p:spTgt spid="1935447"/>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935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4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7">
            <a:extLst>
              <a:ext uri="{FF2B5EF4-FFF2-40B4-BE49-F238E27FC236}">
                <a16:creationId xmlns:a16="http://schemas.microsoft.com/office/drawing/2014/main" id="{35CC9A86-81D3-4776-8863-0F20DD5AA6A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57A210C9-C962-4326-9E7B-8513F466E0D3}" type="slidenum">
              <a:rPr altLang="en-US" sz="1400" smtClean="0"/>
              <a:pPr>
                <a:lnSpc>
                  <a:spcPct val="100000"/>
                </a:lnSpc>
                <a:spcBef>
                  <a:spcPct val="0"/>
                </a:spcBef>
                <a:buClr>
                  <a:schemeClr val="tx1"/>
                </a:buClr>
                <a:buFontTx/>
                <a:buNone/>
              </a:pPr>
              <a:t>36</a:t>
            </a:fld>
            <a:endParaRPr lang="zh-CN" altLang="en-US" sz="1400"/>
          </a:p>
        </p:txBody>
      </p:sp>
      <p:sp>
        <p:nvSpPr>
          <p:cNvPr id="54275" name="Rectangle 2">
            <a:extLst>
              <a:ext uri="{FF2B5EF4-FFF2-40B4-BE49-F238E27FC236}">
                <a16:creationId xmlns:a16="http://schemas.microsoft.com/office/drawing/2014/main" id="{36ED70EC-C724-49B3-BE83-B72808BD4FB3}"/>
              </a:ext>
            </a:extLst>
          </p:cNvPr>
          <p:cNvSpPr>
            <a:spLocks noGrp="1" noChangeArrowheads="1"/>
          </p:cNvSpPr>
          <p:nvPr>
            <p:ph type="title"/>
          </p:nvPr>
        </p:nvSpPr>
        <p:spPr>
          <a:xfrm>
            <a:off x="1012825" y="177800"/>
            <a:ext cx="7561263" cy="857250"/>
          </a:xfrm>
        </p:spPr>
        <p:txBody>
          <a:bodyPr/>
          <a:lstStyle/>
          <a:p>
            <a:pPr eaLnBrk="1" hangingPunct="1">
              <a:buFontTx/>
              <a:buBlip>
                <a:blip r:embed="rId3"/>
              </a:buBlip>
            </a:pPr>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正态总体样本均值和方差的分布</a:t>
            </a:r>
          </a:p>
        </p:txBody>
      </p:sp>
      <p:graphicFrame>
        <p:nvGraphicFramePr>
          <p:cNvPr id="23554" name="Object 4">
            <a:extLst>
              <a:ext uri="{FF2B5EF4-FFF2-40B4-BE49-F238E27FC236}">
                <a16:creationId xmlns:a16="http://schemas.microsoft.com/office/drawing/2014/main" id="{46A52179-269A-48E6-BF78-E42D31FCEE43}"/>
              </a:ext>
            </a:extLst>
          </p:cNvPr>
          <p:cNvGraphicFramePr>
            <a:graphicFrameLocks noGrp="1"/>
          </p:cNvGraphicFramePr>
          <p:nvPr>
            <p:ph sz="quarter" idx="2"/>
          </p:nvPr>
        </p:nvGraphicFramePr>
        <p:xfrm>
          <a:off x="1023938" y="1241425"/>
          <a:ext cx="7869237" cy="1712913"/>
        </p:xfrm>
        <a:graphic>
          <a:graphicData uri="http://schemas.openxmlformats.org/presentationml/2006/ole">
            <mc:AlternateContent xmlns:mc="http://schemas.openxmlformats.org/markup-compatibility/2006">
              <mc:Choice xmlns:v="urn:schemas-microsoft-com:vml" Requires="v">
                <p:oleObj spid="_x0000_s54302" r:id="rId4" imgW="6070600" imgH="1244600" progId="Equation.DSMT4">
                  <p:embed/>
                </p:oleObj>
              </mc:Choice>
              <mc:Fallback>
                <p:oleObj r:id="rId4" imgW="6070600" imgH="124460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938" y="1241425"/>
                        <a:ext cx="7869237"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555" name="Object 6">
            <a:extLst>
              <a:ext uri="{FF2B5EF4-FFF2-40B4-BE49-F238E27FC236}">
                <a16:creationId xmlns:a16="http://schemas.microsoft.com/office/drawing/2014/main" id="{5C0F5548-4393-4D2F-B145-ED51FF408C63}"/>
              </a:ext>
            </a:extLst>
          </p:cNvPr>
          <p:cNvGraphicFramePr>
            <a:graphicFrameLocks noGrp="1"/>
          </p:cNvGraphicFramePr>
          <p:nvPr>
            <p:ph sz="quarter" idx="3"/>
          </p:nvPr>
        </p:nvGraphicFramePr>
        <p:xfrm>
          <a:off x="2428875" y="5283200"/>
          <a:ext cx="4359275" cy="973138"/>
        </p:xfrm>
        <a:graphic>
          <a:graphicData uri="http://schemas.openxmlformats.org/presentationml/2006/ole">
            <mc:AlternateContent xmlns:mc="http://schemas.openxmlformats.org/markup-compatibility/2006">
              <mc:Choice xmlns:v="urn:schemas-microsoft-com:vml" Requires="v">
                <p:oleObj spid="_x0000_s54303" r:id="rId6" imgW="3186317" imgH="710891" progId="Equation.DSMT4">
                  <p:embed/>
                </p:oleObj>
              </mc:Choice>
              <mc:Fallback>
                <p:oleObj r:id="rId6" imgW="3186317" imgH="710891" progId="Equation.DSMT4">
                  <p:embed/>
                  <p:pic>
                    <p:nvPicPr>
                      <p:cNvPr id="0" name="Object 6"/>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8875" y="5283200"/>
                        <a:ext cx="4359275"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73864" name="Rectangle 8">
            <a:extLst>
              <a:ext uri="{FF2B5EF4-FFF2-40B4-BE49-F238E27FC236}">
                <a16:creationId xmlns:a16="http://schemas.microsoft.com/office/drawing/2014/main" id="{826ABF56-2A51-43AB-8777-9619FFCF91BA}"/>
              </a:ext>
            </a:extLst>
          </p:cNvPr>
          <p:cNvSpPr>
            <a:spLocks noChangeArrowheads="1"/>
          </p:cNvSpPr>
          <p:nvPr/>
        </p:nvSpPr>
        <p:spPr bwMode="auto">
          <a:xfrm>
            <a:off x="1046163" y="1217613"/>
            <a:ext cx="771525" cy="31432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1273865" name="Rectangle 9">
            <a:extLst>
              <a:ext uri="{FF2B5EF4-FFF2-40B4-BE49-F238E27FC236}">
                <a16:creationId xmlns:a16="http://schemas.microsoft.com/office/drawing/2014/main" id="{F377FA07-22AE-4539-A1F2-793C90D9CCA4}"/>
              </a:ext>
            </a:extLst>
          </p:cNvPr>
          <p:cNvSpPr>
            <a:spLocks noChangeArrowheads="1"/>
          </p:cNvSpPr>
          <p:nvPr/>
        </p:nvSpPr>
        <p:spPr bwMode="auto">
          <a:xfrm>
            <a:off x="1052513" y="3459163"/>
            <a:ext cx="820737" cy="330200"/>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1273867" name="Object 11">
            <a:extLst>
              <a:ext uri="{FF2B5EF4-FFF2-40B4-BE49-F238E27FC236}">
                <a16:creationId xmlns:a16="http://schemas.microsoft.com/office/drawing/2014/main" id="{F996211A-44CA-434E-B84B-8A2834B8FD3A}"/>
              </a:ext>
            </a:extLst>
          </p:cNvPr>
          <p:cNvGraphicFramePr>
            <a:graphicFrameLocks/>
          </p:cNvGraphicFramePr>
          <p:nvPr/>
        </p:nvGraphicFramePr>
        <p:xfrm>
          <a:off x="1069975" y="3462338"/>
          <a:ext cx="5597525" cy="957262"/>
        </p:xfrm>
        <a:graphic>
          <a:graphicData uri="http://schemas.openxmlformats.org/presentationml/2006/ole">
            <mc:AlternateContent xmlns:mc="http://schemas.openxmlformats.org/markup-compatibility/2006">
              <mc:Choice xmlns:v="urn:schemas-microsoft-com:vml" Requires="v">
                <p:oleObj spid="_x0000_s54304" r:id="rId8" imgW="4305300" imgH="736600" progId="Equation.DSMT4">
                  <p:embed/>
                </p:oleObj>
              </mc:Choice>
              <mc:Fallback>
                <p:oleObj r:id="rId8" imgW="4305300" imgH="736600" progId="Equation.DSMT4">
                  <p:embed/>
                  <p:pic>
                    <p:nvPicPr>
                      <p:cNvPr id="0" name="Object 1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9975" y="3462338"/>
                        <a:ext cx="5597525"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73868" name="Object 12">
            <a:extLst>
              <a:ext uri="{FF2B5EF4-FFF2-40B4-BE49-F238E27FC236}">
                <a16:creationId xmlns:a16="http://schemas.microsoft.com/office/drawing/2014/main" id="{1E0259DE-1695-46EC-A2A6-76F36FFC1EA8}"/>
              </a:ext>
            </a:extLst>
          </p:cNvPr>
          <p:cNvGraphicFramePr>
            <a:graphicFrameLocks/>
          </p:cNvGraphicFramePr>
          <p:nvPr/>
        </p:nvGraphicFramePr>
        <p:xfrm>
          <a:off x="1785938" y="4518025"/>
          <a:ext cx="4983162" cy="609600"/>
        </p:xfrm>
        <a:graphic>
          <a:graphicData uri="http://schemas.openxmlformats.org/presentationml/2006/ole">
            <mc:AlternateContent xmlns:mc="http://schemas.openxmlformats.org/markup-compatibility/2006">
              <mc:Choice xmlns:v="urn:schemas-microsoft-com:vml" Requires="v">
                <p:oleObj spid="_x0000_s54305" r:id="rId10" imgW="3733800" imgH="457200" progId="Equation.DSMT4">
                  <p:embed/>
                </p:oleObj>
              </mc:Choice>
              <mc:Fallback>
                <p:oleObj r:id="rId10" imgW="3733800" imgH="457200" progId="Equation.DSMT4">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38" y="4518025"/>
                        <a:ext cx="49831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73864"/>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8" fill="hold" nodeType="afterEffect">
                                  <p:stCondLst>
                                    <p:cond delay="0"/>
                                  </p:stCondLst>
                                  <p:childTnLst>
                                    <p:set>
                                      <p:cBhvr>
                                        <p:cTn id="9" dur="1" fill="hold">
                                          <p:stCondLst>
                                            <p:cond delay="0"/>
                                          </p:stCondLst>
                                        </p:cTn>
                                        <p:tgtEl>
                                          <p:spTgt spid="23554"/>
                                        </p:tgtEl>
                                        <p:attrNameLst>
                                          <p:attrName>style.visibility</p:attrName>
                                        </p:attrNameLst>
                                      </p:cBhvr>
                                      <p:to>
                                        <p:strVal val="visible"/>
                                      </p:to>
                                    </p:set>
                                    <p:anim calcmode="lin" valueType="num">
                                      <p:cBhvr>
                                        <p:cTn id="10" dur="500" fill="hold"/>
                                        <p:tgtEl>
                                          <p:spTgt spid="23554"/>
                                        </p:tgtEl>
                                        <p:attrNameLst>
                                          <p:attrName>ppt_x</p:attrName>
                                        </p:attrNameLst>
                                      </p:cBhvr>
                                      <p:tavLst>
                                        <p:tav tm="0">
                                          <p:val>
                                            <p:strVal val="0-#ppt_w/2"/>
                                          </p:val>
                                        </p:tav>
                                        <p:tav tm="100000">
                                          <p:val>
                                            <p:strVal val="#ppt_x"/>
                                          </p:val>
                                        </p:tav>
                                      </p:tavLst>
                                    </p:anim>
                                    <p:anim calcmode="lin" valueType="num">
                                      <p:cBhvr>
                                        <p:cTn id="11" dur="500" fill="hold"/>
                                        <p:tgtEl>
                                          <p:spTgt spid="23554"/>
                                        </p:tgtEl>
                                        <p:attrNameLst>
                                          <p:attrName>ppt_y</p:attrName>
                                        </p:attrNameLst>
                                      </p:cBhvr>
                                      <p:tavLst>
                                        <p:tav tm="0">
                                          <p:val>
                                            <p:strVal val="#ppt_y"/>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73865"/>
                                        </p:tgtEl>
                                        <p:attrNameLst>
                                          <p:attrName>style.visibility</p:attrName>
                                        </p:attrNameLst>
                                      </p:cBhvr>
                                      <p:to>
                                        <p:strVal val="visible"/>
                                      </p:to>
                                    </p:set>
                                  </p:childTnLst>
                                </p:cTn>
                              </p:par>
                            </p:childTnLst>
                          </p:cTn>
                        </p:par>
                        <p:par>
                          <p:cTn id="16" fill="hold" nodeType="afterGroup">
                            <p:stCondLst>
                              <p:cond delay="500"/>
                            </p:stCondLst>
                            <p:childTnLst>
                              <p:par>
                                <p:cTn id="17" presetID="2" presetClass="entr" presetSubtype="8" fill="hold" nodeType="afterEffect">
                                  <p:stCondLst>
                                    <p:cond delay="0"/>
                                  </p:stCondLst>
                                  <p:childTnLst>
                                    <p:set>
                                      <p:cBhvr>
                                        <p:cTn id="18" dur="1" fill="hold">
                                          <p:stCondLst>
                                            <p:cond delay="0"/>
                                          </p:stCondLst>
                                        </p:cTn>
                                        <p:tgtEl>
                                          <p:spTgt spid="1273867"/>
                                        </p:tgtEl>
                                        <p:attrNameLst>
                                          <p:attrName>style.visibility</p:attrName>
                                        </p:attrNameLst>
                                      </p:cBhvr>
                                      <p:to>
                                        <p:strVal val="visible"/>
                                      </p:to>
                                    </p:set>
                                    <p:anim calcmode="lin" valueType="num">
                                      <p:cBhvr>
                                        <p:cTn id="19" dur="500" fill="hold"/>
                                        <p:tgtEl>
                                          <p:spTgt spid="1273867"/>
                                        </p:tgtEl>
                                        <p:attrNameLst>
                                          <p:attrName>ppt_x</p:attrName>
                                        </p:attrNameLst>
                                      </p:cBhvr>
                                      <p:tavLst>
                                        <p:tav tm="0">
                                          <p:val>
                                            <p:strVal val="0-#ppt_w/2"/>
                                          </p:val>
                                        </p:tav>
                                        <p:tav tm="100000">
                                          <p:val>
                                            <p:strVal val="#ppt_x"/>
                                          </p:val>
                                        </p:tav>
                                      </p:tavLst>
                                    </p:anim>
                                    <p:anim calcmode="lin" valueType="num">
                                      <p:cBhvr>
                                        <p:cTn id="20" dur="500" fill="hold"/>
                                        <p:tgtEl>
                                          <p:spTgt spid="127386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73868"/>
                                        </p:tgtEl>
                                        <p:attrNameLst>
                                          <p:attrName>style.visibility</p:attrName>
                                        </p:attrNameLst>
                                      </p:cBhvr>
                                      <p:to>
                                        <p:strVal val="visible"/>
                                      </p:to>
                                    </p:set>
                                    <p:anim calcmode="lin" valueType="num">
                                      <p:cBhvr>
                                        <p:cTn id="25" dur="500" fill="hold"/>
                                        <p:tgtEl>
                                          <p:spTgt spid="1273868"/>
                                        </p:tgtEl>
                                        <p:attrNameLst>
                                          <p:attrName>ppt_x</p:attrName>
                                        </p:attrNameLst>
                                      </p:cBhvr>
                                      <p:tavLst>
                                        <p:tav tm="0">
                                          <p:val>
                                            <p:strVal val="0-#ppt_w/2"/>
                                          </p:val>
                                        </p:tav>
                                        <p:tav tm="100000">
                                          <p:val>
                                            <p:strVal val="#ppt_x"/>
                                          </p:val>
                                        </p:tav>
                                      </p:tavLst>
                                    </p:anim>
                                    <p:anim calcmode="lin" valueType="num">
                                      <p:cBhvr>
                                        <p:cTn id="26" dur="500" fill="hold"/>
                                        <p:tgtEl>
                                          <p:spTgt spid="127386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3555"/>
                                        </p:tgtEl>
                                        <p:attrNameLst>
                                          <p:attrName>style.visibility</p:attrName>
                                        </p:attrNameLst>
                                      </p:cBhvr>
                                      <p:to>
                                        <p:strVal val="visible"/>
                                      </p:to>
                                    </p:set>
                                    <p:anim calcmode="lin" valueType="num">
                                      <p:cBhvr>
                                        <p:cTn id="31" dur="500" fill="hold"/>
                                        <p:tgtEl>
                                          <p:spTgt spid="23555"/>
                                        </p:tgtEl>
                                        <p:attrNameLst>
                                          <p:attrName>ppt_x</p:attrName>
                                        </p:attrNameLst>
                                      </p:cBhvr>
                                      <p:tavLst>
                                        <p:tav tm="0">
                                          <p:val>
                                            <p:strVal val="#ppt_x"/>
                                          </p:val>
                                        </p:tav>
                                        <p:tav tm="100000">
                                          <p:val>
                                            <p:strVal val="#ppt_x"/>
                                          </p:val>
                                        </p:tav>
                                      </p:tavLst>
                                    </p:anim>
                                    <p:anim calcmode="lin" valueType="num">
                                      <p:cBhvr>
                                        <p:cTn id="32" dur="500" fill="hold"/>
                                        <p:tgtEl>
                                          <p:spTgt spid="235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3864" grpId="0" animBg="1"/>
      <p:bldP spid="127386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6">
            <a:extLst>
              <a:ext uri="{FF2B5EF4-FFF2-40B4-BE49-F238E27FC236}">
                <a16:creationId xmlns:a16="http://schemas.microsoft.com/office/drawing/2014/main" id="{6F11B379-8B44-44D9-BE2A-926E380BAAC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54521975-5D1F-43D7-83B9-10A0CF6709E5}" type="slidenum">
              <a:rPr altLang="en-US" sz="1400" smtClean="0"/>
              <a:pPr>
                <a:lnSpc>
                  <a:spcPct val="100000"/>
                </a:lnSpc>
                <a:spcBef>
                  <a:spcPct val="0"/>
                </a:spcBef>
                <a:buClr>
                  <a:schemeClr val="tx1"/>
                </a:buClr>
                <a:buFontTx/>
                <a:buNone/>
              </a:pPr>
              <a:t>37</a:t>
            </a:fld>
            <a:endParaRPr lang="zh-CN" altLang="en-US" sz="1400"/>
          </a:p>
        </p:txBody>
      </p:sp>
      <p:sp>
        <p:nvSpPr>
          <p:cNvPr id="55299" name="Rectangle 7">
            <a:extLst>
              <a:ext uri="{FF2B5EF4-FFF2-40B4-BE49-F238E27FC236}">
                <a16:creationId xmlns:a16="http://schemas.microsoft.com/office/drawing/2014/main" id="{FAA23C00-3609-4B59-8558-2A75A02DAFD7}"/>
              </a:ext>
            </a:extLst>
          </p:cNvPr>
          <p:cNvSpPr>
            <a:spLocks noChangeArrowheads="1"/>
          </p:cNvSpPr>
          <p:nvPr/>
        </p:nvSpPr>
        <p:spPr bwMode="auto">
          <a:xfrm>
            <a:off x="1071563" y="282575"/>
            <a:ext cx="928687" cy="339725"/>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55300" name="Object 1024">
            <a:extLst>
              <a:ext uri="{FF2B5EF4-FFF2-40B4-BE49-F238E27FC236}">
                <a16:creationId xmlns:a16="http://schemas.microsoft.com/office/drawing/2014/main" id="{32743C7F-1428-4867-B79D-DB4F08C06EDB}"/>
              </a:ext>
            </a:extLst>
          </p:cNvPr>
          <p:cNvGraphicFramePr>
            <a:graphicFrameLocks/>
          </p:cNvGraphicFramePr>
          <p:nvPr/>
        </p:nvGraphicFramePr>
        <p:xfrm>
          <a:off x="1025525" y="214313"/>
          <a:ext cx="7812088" cy="4416425"/>
        </p:xfrm>
        <a:graphic>
          <a:graphicData uri="http://schemas.openxmlformats.org/presentationml/2006/ole">
            <mc:AlternateContent xmlns:mc="http://schemas.openxmlformats.org/markup-compatibility/2006">
              <mc:Choice xmlns:v="urn:schemas-microsoft-com:vml" Requires="v">
                <p:oleObj spid="_x0000_s55306" r:id="rId3" imgW="5079960" imgH="2869920" progId="Equation.DSMT4">
                  <p:embed/>
                </p:oleObj>
              </mc:Choice>
              <mc:Fallback>
                <p:oleObj r:id="rId3" imgW="5079960" imgH="2869920"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525" y="214313"/>
                        <a:ext cx="7812088"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6">
            <a:extLst>
              <a:ext uri="{FF2B5EF4-FFF2-40B4-BE49-F238E27FC236}">
                <a16:creationId xmlns:a16="http://schemas.microsoft.com/office/drawing/2014/main" id="{95119D7D-59C7-4918-B6CA-4FCB09EE4BF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1E80244-6D5C-4D2A-8086-DBDA75F2CC17}" type="slidenum">
              <a:rPr altLang="en-US" sz="1400" smtClean="0"/>
              <a:pPr>
                <a:lnSpc>
                  <a:spcPct val="100000"/>
                </a:lnSpc>
                <a:spcBef>
                  <a:spcPct val="0"/>
                </a:spcBef>
                <a:buClr>
                  <a:schemeClr val="tx1"/>
                </a:buClr>
                <a:buFontTx/>
                <a:buNone/>
              </a:pPr>
              <a:t>38</a:t>
            </a:fld>
            <a:endParaRPr lang="zh-CN" altLang="en-US" sz="1400"/>
          </a:p>
        </p:txBody>
      </p:sp>
      <p:graphicFrame>
        <p:nvGraphicFramePr>
          <p:cNvPr id="25602" name="Object 1024">
            <a:extLst>
              <a:ext uri="{FF2B5EF4-FFF2-40B4-BE49-F238E27FC236}">
                <a16:creationId xmlns:a16="http://schemas.microsoft.com/office/drawing/2014/main" id="{AC19B5BD-93E3-4B61-A0EB-795629C3CEE0}"/>
              </a:ext>
            </a:extLst>
          </p:cNvPr>
          <p:cNvGraphicFramePr>
            <a:graphicFrameLocks noGrp="1"/>
          </p:cNvGraphicFramePr>
          <p:nvPr>
            <p:ph sz="half" idx="2"/>
          </p:nvPr>
        </p:nvGraphicFramePr>
        <p:xfrm>
          <a:off x="2097088" y="1927225"/>
          <a:ext cx="5265737" cy="2078038"/>
        </p:xfrm>
        <a:graphic>
          <a:graphicData uri="http://schemas.openxmlformats.org/presentationml/2006/ole">
            <mc:AlternateContent xmlns:mc="http://schemas.openxmlformats.org/markup-compatibility/2006">
              <mc:Choice xmlns:v="urn:schemas-microsoft-com:vml" Requires="v">
                <p:oleObj spid="_x0000_s56341" r:id="rId3" imgW="2832100" imgH="1117600" progId="Equation.DSMT4">
                  <p:embed/>
                </p:oleObj>
              </mc:Choice>
              <mc:Fallback>
                <p:oleObj r:id="rId3" imgW="2832100" imgH="1117600" progId="Equation.DSMT4">
                  <p:embed/>
                  <p:pic>
                    <p:nvPicPr>
                      <p:cNvPr id="0" name="Object 102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7088" y="1927225"/>
                        <a:ext cx="5265737"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6897" name="Object 1025">
            <a:extLst>
              <a:ext uri="{FF2B5EF4-FFF2-40B4-BE49-F238E27FC236}">
                <a16:creationId xmlns:a16="http://schemas.microsoft.com/office/drawing/2014/main" id="{9BE420D5-5204-4D5C-AC3A-572C483FC1F9}"/>
              </a:ext>
            </a:extLst>
          </p:cNvPr>
          <p:cNvGraphicFramePr>
            <a:graphicFrameLocks/>
          </p:cNvGraphicFramePr>
          <p:nvPr/>
        </p:nvGraphicFramePr>
        <p:xfrm>
          <a:off x="1182688" y="1214438"/>
          <a:ext cx="6988175" cy="747712"/>
        </p:xfrm>
        <a:graphic>
          <a:graphicData uri="http://schemas.openxmlformats.org/presentationml/2006/ole">
            <mc:AlternateContent xmlns:mc="http://schemas.openxmlformats.org/markup-compatibility/2006">
              <mc:Choice xmlns:v="urn:schemas-microsoft-com:vml" Requires="v">
                <p:oleObj spid="_x0000_s56342" r:id="rId5" imgW="4394200" imgH="469900" progId="Equation.DSMT4">
                  <p:embed/>
                </p:oleObj>
              </mc:Choice>
              <mc:Fallback>
                <p:oleObj r:id="rId5" imgW="4394200" imgH="469900" progId="Equation.DSMT4">
                  <p:embed/>
                  <p:pic>
                    <p:nvPicPr>
                      <p:cNvPr id="0" name="Object 10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2688" y="1214438"/>
                        <a:ext cx="69881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6898" name="Object 1026">
            <a:extLst>
              <a:ext uri="{FF2B5EF4-FFF2-40B4-BE49-F238E27FC236}">
                <a16:creationId xmlns:a16="http://schemas.microsoft.com/office/drawing/2014/main" id="{D022D6CA-ED0C-41AB-AD47-F27AAEA3AF23}"/>
              </a:ext>
            </a:extLst>
          </p:cNvPr>
          <p:cNvGraphicFramePr>
            <a:graphicFrameLocks/>
          </p:cNvGraphicFramePr>
          <p:nvPr/>
        </p:nvGraphicFramePr>
        <p:xfrm>
          <a:off x="1517650" y="3895725"/>
          <a:ext cx="5360988" cy="2424113"/>
        </p:xfrm>
        <a:graphic>
          <a:graphicData uri="http://schemas.openxmlformats.org/presentationml/2006/ole">
            <mc:AlternateContent xmlns:mc="http://schemas.openxmlformats.org/markup-compatibility/2006">
              <mc:Choice xmlns:v="urn:schemas-microsoft-com:vml" Requires="v">
                <p:oleObj spid="_x0000_s56343" r:id="rId7" imgW="3594100" imgH="1625600" progId="Equation.DSMT4">
                  <p:embed/>
                </p:oleObj>
              </mc:Choice>
              <mc:Fallback>
                <p:oleObj r:id="rId7" imgW="3594100" imgH="1625600" progId="Equation.DSMT4">
                  <p:embed/>
                  <p:pic>
                    <p:nvPicPr>
                      <p:cNvPr id="0" name="Object 102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7650" y="3895725"/>
                        <a:ext cx="5360988"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6897"/>
                                        </p:tgtEl>
                                        <p:attrNameLst>
                                          <p:attrName>style.visibility</p:attrName>
                                        </p:attrNameLst>
                                      </p:cBhvr>
                                      <p:to>
                                        <p:strVal val="visible"/>
                                      </p:to>
                                    </p:set>
                                    <p:anim calcmode="lin" valueType="num">
                                      <p:cBhvr>
                                        <p:cTn id="7" dur="500" fill="hold"/>
                                        <p:tgtEl>
                                          <p:spTgt spid="2256897"/>
                                        </p:tgtEl>
                                        <p:attrNameLst>
                                          <p:attrName>ppt_x</p:attrName>
                                        </p:attrNameLst>
                                      </p:cBhvr>
                                      <p:tavLst>
                                        <p:tav tm="0">
                                          <p:val>
                                            <p:strVal val="0-#ppt_w/2"/>
                                          </p:val>
                                        </p:tav>
                                        <p:tav tm="100000">
                                          <p:val>
                                            <p:strVal val="#ppt_x"/>
                                          </p:val>
                                        </p:tav>
                                      </p:tavLst>
                                    </p:anim>
                                    <p:anim calcmode="lin" valueType="num">
                                      <p:cBhvr>
                                        <p:cTn id="8" dur="500" fill="hold"/>
                                        <p:tgtEl>
                                          <p:spTgt spid="225689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602"/>
                                        </p:tgtEl>
                                        <p:attrNameLst>
                                          <p:attrName>style.visibility</p:attrName>
                                        </p:attrNameLst>
                                      </p:cBhvr>
                                      <p:to>
                                        <p:strVal val="visible"/>
                                      </p:to>
                                    </p:set>
                                    <p:anim calcmode="lin" valueType="num">
                                      <p:cBhvr>
                                        <p:cTn id="13" dur="500" fill="hold"/>
                                        <p:tgtEl>
                                          <p:spTgt spid="25602"/>
                                        </p:tgtEl>
                                        <p:attrNameLst>
                                          <p:attrName>ppt_x</p:attrName>
                                        </p:attrNameLst>
                                      </p:cBhvr>
                                      <p:tavLst>
                                        <p:tav tm="0">
                                          <p:val>
                                            <p:strVal val="0-#ppt_w/2"/>
                                          </p:val>
                                        </p:tav>
                                        <p:tav tm="100000">
                                          <p:val>
                                            <p:strVal val="#ppt_x"/>
                                          </p:val>
                                        </p:tav>
                                      </p:tavLst>
                                    </p:anim>
                                    <p:anim calcmode="lin" valueType="num">
                                      <p:cBhvr>
                                        <p:cTn id="14" dur="500" fill="hold"/>
                                        <p:tgtEl>
                                          <p:spTgt spid="2560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56898"/>
                                        </p:tgtEl>
                                        <p:attrNameLst>
                                          <p:attrName>style.visibility</p:attrName>
                                        </p:attrNameLst>
                                      </p:cBhvr>
                                      <p:to>
                                        <p:strVal val="visible"/>
                                      </p:to>
                                    </p:set>
                                    <p:anim calcmode="lin" valueType="num">
                                      <p:cBhvr>
                                        <p:cTn id="19" dur="500" fill="hold"/>
                                        <p:tgtEl>
                                          <p:spTgt spid="2256898"/>
                                        </p:tgtEl>
                                        <p:attrNameLst>
                                          <p:attrName>ppt_x</p:attrName>
                                        </p:attrNameLst>
                                      </p:cBhvr>
                                      <p:tavLst>
                                        <p:tav tm="0">
                                          <p:val>
                                            <p:strVal val="0-#ppt_w/2"/>
                                          </p:val>
                                        </p:tav>
                                        <p:tav tm="100000">
                                          <p:val>
                                            <p:strVal val="#ppt_x"/>
                                          </p:val>
                                        </p:tav>
                                      </p:tavLst>
                                    </p:anim>
                                    <p:anim calcmode="lin" valueType="num">
                                      <p:cBhvr>
                                        <p:cTn id="20" dur="500" fill="hold"/>
                                        <p:tgtEl>
                                          <p:spTgt spid="22568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7920" name="Object 1024">
            <a:extLst>
              <a:ext uri="{FF2B5EF4-FFF2-40B4-BE49-F238E27FC236}">
                <a16:creationId xmlns:a16="http://schemas.microsoft.com/office/drawing/2014/main" id="{0A256AFB-4DEE-4012-BC94-61AEC65C00D0}"/>
              </a:ext>
            </a:extLst>
          </p:cNvPr>
          <p:cNvGraphicFramePr>
            <a:graphicFrameLocks/>
          </p:cNvGraphicFramePr>
          <p:nvPr/>
        </p:nvGraphicFramePr>
        <p:xfrm>
          <a:off x="2316163" y="1138238"/>
          <a:ext cx="3894137" cy="1227137"/>
        </p:xfrm>
        <a:graphic>
          <a:graphicData uri="http://schemas.openxmlformats.org/presentationml/2006/ole">
            <mc:AlternateContent xmlns:mc="http://schemas.openxmlformats.org/markup-compatibility/2006">
              <mc:Choice xmlns:v="urn:schemas-microsoft-com:vml" Requires="v">
                <p:oleObj spid="_x0000_s57388" r:id="rId3" imgW="2094591" imgH="660113" progId="Equation.DSMT4">
                  <p:embed/>
                </p:oleObj>
              </mc:Choice>
              <mc:Fallback>
                <p:oleObj r:id="rId3" imgW="2094591" imgH="660113"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6163" y="1138238"/>
                        <a:ext cx="3894137"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347" name="Object 1025">
            <a:extLst>
              <a:ext uri="{FF2B5EF4-FFF2-40B4-BE49-F238E27FC236}">
                <a16:creationId xmlns:a16="http://schemas.microsoft.com/office/drawing/2014/main" id="{17BEBBD7-BFDE-4810-B210-1170B066C1B7}"/>
              </a:ext>
            </a:extLst>
          </p:cNvPr>
          <p:cNvGraphicFramePr>
            <a:graphicFrameLocks/>
          </p:cNvGraphicFramePr>
          <p:nvPr/>
        </p:nvGraphicFramePr>
        <p:xfrm>
          <a:off x="1717675" y="561975"/>
          <a:ext cx="3352800" cy="406400"/>
        </p:xfrm>
        <a:graphic>
          <a:graphicData uri="http://schemas.openxmlformats.org/presentationml/2006/ole">
            <mc:AlternateContent xmlns:mc="http://schemas.openxmlformats.org/markup-compatibility/2006">
              <mc:Choice xmlns:v="urn:schemas-microsoft-com:vml" Requires="v">
                <p:oleObj spid="_x0000_s57389" r:id="rId5" imgW="2106372" imgH="253780" progId="Equation.DSMT4">
                  <p:embed/>
                </p:oleObj>
              </mc:Choice>
              <mc:Fallback>
                <p:oleObj r:id="rId5" imgW="2106372" imgH="253780" progId="Equation.DSMT4">
                  <p:embed/>
                  <p:pic>
                    <p:nvPicPr>
                      <p:cNvPr id="0" name="Object 10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7675" y="561975"/>
                        <a:ext cx="3352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7922" name="Object 1026">
            <a:extLst>
              <a:ext uri="{FF2B5EF4-FFF2-40B4-BE49-F238E27FC236}">
                <a16:creationId xmlns:a16="http://schemas.microsoft.com/office/drawing/2014/main" id="{2B1F01B3-E6ED-4C9B-AEC2-95DA49F3E322}"/>
              </a:ext>
            </a:extLst>
          </p:cNvPr>
          <p:cNvGraphicFramePr>
            <a:graphicFrameLocks/>
          </p:cNvGraphicFramePr>
          <p:nvPr/>
        </p:nvGraphicFramePr>
        <p:xfrm>
          <a:off x="1827213" y="3379788"/>
          <a:ext cx="5076825" cy="423862"/>
        </p:xfrm>
        <a:graphic>
          <a:graphicData uri="http://schemas.openxmlformats.org/presentationml/2006/ole">
            <mc:AlternateContent xmlns:mc="http://schemas.openxmlformats.org/markup-compatibility/2006">
              <mc:Choice xmlns:v="urn:schemas-microsoft-com:vml" Requires="v">
                <p:oleObj spid="_x0000_s57390" r:id="rId7" imgW="2730500" imgH="228600" progId="Equation.DSMT4">
                  <p:embed/>
                </p:oleObj>
              </mc:Choice>
              <mc:Fallback>
                <p:oleObj r:id="rId7" imgW="2730500" imgH="228600" progId="Equation.DSMT4">
                  <p:embed/>
                  <p:pic>
                    <p:nvPicPr>
                      <p:cNvPr id="0" name="Object 102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7213" y="3379788"/>
                        <a:ext cx="507682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7923" name="Object 1027">
            <a:extLst>
              <a:ext uri="{FF2B5EF4-FFF2-40B4-BE49-F238E27FC236}">
                <a16:creationId xmlns:a16="http://schemas.microsoft.com/office/drawing/2014/main" id="{E4005AC4-FBF3-41AC-90D0-7F9E5AF507DC}"/>
              </a:ext>
            </a:extLst>
          </p:cNvPr>
          <p:cNvGraphicFramePr>
            <a:graphicFrameLocks/>
          </p:cNvGraphicFramePr>
          <p:nvPr/>
        </p:nvGraphicFramePr>
        <p:xfrm>
          <a:off x="1857375" y="2330450"/>
          <a:ext cx="5151438" cy="1052513"/>
        </p:xfrm>
        <a:graphic>
          <a:graphicData uri="http://schemas.openxmlformats.org/presentationml/2006/ole">
            <mc:AlternateContent xmlns:mc="http://schemas.openxmlformats.org/markup-compatibility/2006">
              <mc:Choice xmlns:v="urn:schemas-microsoft-com:vml" Requires="v">
                <p:oleObj spid="_x0000_s57391" r:id="rId9" imgW="3237095" imgH="660113" progId="Equation.DSMT4">
                  <p:embed/>
                </p:oleObj>
              </mc:Choice>
              <mc:Fallback>
                <p:oleObj r:id="rId9" imgW="3237095" imgH="660113" progId="Equation.DSMT4">
                  <p:embed/>
                  <p:pic>
                    <p:nvPicPr>
                      <p:cNvPr id="0" name="Object 102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7375" y="2330450"/>
                        <a:ext cx="515143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7924" name="Object 1028">
            <a:extLst>
              <a:ext uri="{FF2B5EF4-FFF2-40B4-BE49-F238E27FC236}">
                <a16:creationId xmlns:a16="http://schemas.microsoft.com/office/drawing/2014/main" id="{B9606B03-EE73-4C9B-BB14-A53CD5F45711}"/>
              </a:ext>
            </a:extLst>
          </p:cNvPr>
          <p:cNvGraphicFramePr>
            <a:graphicFrameLocks/>
          </p:cNvGraphicFramePr>
          <p:nvPr/>
        </p:nvGraphicFramePr>
        <p:xfrm>
          <a:off x="1833563" y="4564063"/>
          <a:ext cx="3706812" cy="400050"/>
        </p:xfrm>
        <a:graphic>
          <a:graphicData uri="http://schemas.openxmlformats.org/presentationml/2006/ole">
            <mc:AlternateContent xmlns:mc="http://schemas.openxmlformats.org/markup-compatibility/2006">
              <mc:Choice xmlns:v="urn:schemas-microsoft-com:vml" Requires="v">
                <p:oleObj spid="_x0000_s57392" r:id="rId11" imgW="1991307" imgH="215619" progId="Equation.DSMT4">
                  <p:embed/>
                </p:oleObj>
              </mc:Choice>
              <mc:Fallback>
                <p:oleObj r:id="rId11" imgW="1991307" imgH="215619" progId="Equation.DSMT4">
                  <p:embed/>
                  <p:pic>
                    <p:nvPicPr>
                      <p:cNvPr id="0" name="Object 102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3563" y="4564063"/>
                        <a:ext cx="3706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7925" name="Object 1029">
            <a:extLst>
              <a:ext uri="{FF2B5EF4-FFF2-40B4-BE49-F238E27FC236}">
                <a16:creationId xmlns:a16="http://schemas.microsoft.com/office/drawing/2014/main" id="{210E2389-006B-457B-A81C-E0B6D3CDFB9D}"/>
              </a:ext>
            </a:extLst>
          </p:cNvPr>
          <p:cNvGraphicFramePr>
            <a:graphicFrameLocks/>
          </p:cNvGraphicFramePr>
          <p:nvPr/>
        </p:nvGraphicFramePr>
        <p:xfrm>
          <a:off x="1876425" y="3911600"/>
          <a:ext cx="4322763" cy="688975"/>
        </p:xfrm>
        <a:graphic>
          <a:graphicData uri="http://schemas.openxmlformats.org/presentationml/2006/ole">
            <mc:AlternateContent xmlns:mc="http://schemas.openxmlformats.org/markup-compatibility/2006">
              <mc:Choice xmlns:v="urn:schemas-microsoft-com:vml" Requires="v">
                <p:oleObj spid="_x0000_s57393" r:id="rId13" imgW="2716621" imgH="431613" progId="Equation.DSMT4">
                  <p:embed/>
                </p:oleObj>
              </mc:Choice>
              <mc:Fallback>
                <p:oleObj r:id="rId13" imgW="2716621" imgH="431613" progId="Equation.DSMT4">
                  <p:embed/>
                  <p:pic>
                    <p:nvPicPr>
                      <p:cNvPr id="0" name="Object 102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76425" y="3911600"/>
                        <a:ext cx="432276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7926" name="Object 1030">
            <a:extLst>
              <a:ext uri="{FF2B5EF4-FFF2-40B4-BE49-F238E27FC236}">
                <a16:creationId xmlns:a16="http://schemas.microsoft.com/office/drawing/2014/main" id="{23BB7224-5E91-4B84-B8FE-4254999E9775}"/>
              </a:ext>
            </a:extLst>
          </p:cNvPr>
          <p:cNvGraphicFramePr>
            <a:graphicFrameLocks/>
          </p:cNvGraphicFramePr>
          <p:nvPr/>
        </p:nvGraphicFramePr>
        <p:xfrm>
          <a:off x="1795463" y="5011738"/>
          <a:ext cx="6683375" cy="1647825"/>
        </p:xfrm>
        <a:graphic>
          <a:graphicData uri="http://schemas.openxmlformats.org/presentationml/2006/ole">
            <mc:AlternateContent xmlns:mc="http://schemas.openxmlformats.org/markup-compatibility/2006">
              <mc:Choice xmlns:v="urn:schemas-microsoft-com:vml" Requires="v">
                <p:oleObj spid="_x0000_s57394" r:id="rId15" imgW="3594100" imgH="889000" progId="Equation.DSMT4">
                  <p:embed/>
                </p:oleObj>
              </mc:Choice>
              <mc:Fallback>
                <p:oleObj r:id="rId15" imgW="3594100" imgH="889000" progId="Equation.DSMT4">
                  <p:embed/>
                  <p:pic>
                    <p:nvPicPr>
                      <p:cNvPr id="0" name="Object 103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95463" y="5011738"/>
                        <a:ext cx="66833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7920"/>
                                        </p:tgtEl>
                                        <p:attrNameLst>
                                          <p:attrName>style.visibility</p:attrName>
                                        </p:attrNameLst>
                                      </p:cBhvr>
                                      <p:to>
                                        <p:strVal val="visible"/>
                                      </p:to>
                                    </p:set>
                                    <p:anim calcmode="lin" valueType="num">
                                      <p:cBhvr>
                                        <p:cTn id="7" dur="500" fill="hold"/>
                                        <p:tgtEl>
                                          <p:spTgt spid="2257920"/>
                                        </p:tgtEl>
                                        <p:attrNameLst>
                                          <p:attrName>ppt_x</p:attrName>
                                        </p:attrNameLst>
                                      </p:cBhvr>
                                      <p:tavLst>
                                        <p:tav tm="0">
                                          <p:val>
                                            <p:strVal val="0-#ppt_w/2"/>
                                          </p:val>
                                        </p:tav>
                                        <p:tav tm="100000">
                                          <p:val>
                                            <p:strVal val="#ppt_x"/>
                                          </p:val>
                                        </p:tav>
                                      </p:tavLst>
                                    </p:anim>
                                    <p:anim calcmode="lin" valueType="num">
                                      <p:cBhvr>
                                        <p:cTn id="8" dur="500" fill="hold"/>
                                        <p:tgtEl>
                                          <p:spTgt spid="225792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57923"/>
                                        </p:tgtEl>
                                        <p:attrNameLst>
                                          <p:attrName>style.visibility</p:attrName>
                                        </p:attrNameLst>
                                      </p:cBhvr>
                                      <p:to>
                                        <p:strVal val="visible"/>
                                      </p:to>
                                    </p:set>
                                    <p:anim calcmode="lin" valueType="num">
                                      <p:cBhvr>
                                        <p:cTn id="13" dur="500" fill="hold"/>
                                        <p:tgtEl>
                                          <p:spTgt spid="2257923"/>
                                        </p:tgtEl>
                                        <p:attrNameLst>
                                          <p:attrName>ppt_x</p:attrName>
                                        </p:attrNameLst>
                                      </p:cBhvr>
                                      <p:tavLst>
                                        <p:tav tm="0">
                                          <p:val>
                                            <p:strVal val="0-#ppt_w/2"/>
                                          </p:val>
                                        </p:tav>
                                        <p:tav tm="100000">
                                          <p:val>
                                            <p:strVal val="#ppt_x"/>
                                          </p:val>
                                        </p:tav>
                                      </p:tavLst>
                                    </p:anim>
                                    <p:anim calcmode="lin" valueType="num">
                                      <p:cBhvr>
                                        <p:cTn id="14" dur="500" fill="hold"/>
                                        <p:tgtEl>
                                          <p:spTgt spid="225792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57922"/>
                                        </p:tgtEl>
                                        <p:attrNameLst>
                                          <p:attrName>style.visibility</p:attrName>
                                        </p:attrNameLst>
                                      </p:cBhvr>
                                      <p:to>
                                        <p:strVal val="visible"/>
                                      </p:to>
                                    </p:set>
                                    <p:anim calcmode="lin" valueType="num">
                                      <p:cBhvr>
                                        <p:cTn id="19" dur="500" fill="hold"/>
                                        <p:tgtEl>
                                          <p:spTgt spid="2257922"/>
                                        </p:tgtEl>
                                        <p:attrNameLst>
                                          <p:attrName>ppt_x</p:attrName>
                                        </p:attrNameLst>
                                      </p:cBhvr>
                                      <p:tavLst>
                                        <p:tav tm="0">
                                          <p:val>
                                            <p:strVal val="0-#ppt_w/2"/>
                                          </p:val>
                                        </p:tav>
                                        <p:tav tm="100000">
                                          <p:val>
                                            <p:strVal val="#ppt_x"/>
                                          </p:val>
                                        </p:tav>
                                      </p:tavLst>
                                    </p:anim>
                                    <p:anim calcmode="lin" valueType="num">
                                      <p:cBhvr>
                                        <p:cTn id="20" dur="500" fill="hold"/>
                                        <p:tgtEl>
                                          <p:spTgt spid="225792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57925"/>
                                        </p:tgtEl>
                                        <p:attrNameLst>
                                          <p:attrName>style.visibility</p:attrName>
                                        </p:attrNameLst>
                                      </p:cBhvr>
                                      <p:to>
                                        <p:strVal val="visible"/>
                                      </p:to>
                                    </p:set>
                                    <p:anim calcmode="lin" valueType="num">
                                      <p:cBhvr>
                                        <p:cTn id="25" dur="500" fill="hold"/>
                                        <p:tgtEl>
                                          <p:spTgt spid="2257925"/>
                                        </p:tgtEl>
                                        <p:attrNameLst>
                                          <p:attrName>ppt_x</p:attrName>
                                        </p:attrNameLst>
                                      </p:cBhvr>
                                      <p:tavLst>
                                        <p:tav tm="0">
                                          <p:val>
                                            <p:strVal val="0-#ppt_w/2"/>
                                          </p:val>
                                        </p:tav>
                                        <p:tav tm="100000">
                                          <p:val>
                                            <p:strVal val="#ppt_x"/>
                                          </p:val>
                                        </p:tav>
                                      </p:tavLst>
                                    </p:anim>
                                    <p:anim calcmode="lin" valueType="num">
                                      <p:cBhvr>
                                        <p:cTn id="26" dur="500" fill="hold"/>
                                        <p:tgtEl>
                                          <p:spTgt spid="225792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257924"/>
                                        </p:tgtEl>
                                        <p:attrNameLst>
                                          <p:attrName>style.visibility</p:attrName>
                                        </p:attrNameLst>
                                      </p:cBhvr>
                                      <p:to>
                                        <p:strVal val="visible"/>
                                      </p:to>
                                    </p:set>
                                    <p:anim calcmode="lin" valueType="num">
                                      <p:cBhvr>
                                        <p:cTn id="31" dur="500" fill="hold"/>
                                        <p:tgtEl>
                                          <p:spTgt spid="2257924"/>
                                        </p:tgtEl>
                                        <p:attrNameLst>
                                          <p:attrName>ppt_x</p:attrName>
                                        </p:attrNameLst>
                                      </p:cBhvr>
                                      <p:tavLst>
                                        <p:tav tm="0">
                                          <p:val>
                                            <p:strVal val="0-#ppt_w/2"/>
                                          </p:val>
                                        </p:tav>
                                        <p:tav tm="100000">
                                          <p:val>
                                            <p:strVal val="#ppt_x"/>
                                          </p:val>
                                        </p:tav>
                                      </p:tavLst>
                                    </p:anim>
                                    <p:anim calcmode="lin" valueType="num">
                                      <p:cBhvr>
                                        <p:cTn id="32" dur="500" fill="hold"/>
                                        <p:tgtEl>
                                          <p:spTgt spid="225792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257926"/>
                                        </p:tgtEl>
                                        <p:attrNameLst>
                                          <p:attrName>style.visibility</p:attrName>
                                        </p:attrNameLst>
                                      </p:cBhvr>
                                      <p:to>
                                        <p:strVal val="visible"/>
                                      </p:to>
                                    </p:set>
                                    <p:anim calcmode="lin" valueType="num">
                                      <p:cBhvr>
                                        <p:cTn id="37" dur="500" fill="hold"/>
                                        <p:tgtEl>
                                          <p:spTgt spid="2257926"/>
                                        </p:tgtEl>
                                        <p:attrNameLst>
                                          <p:attrName>ppt_x</p:attrName>
                                        </p:attrNameLst>
                                      </p:cBhvr>
                                      <p:tavLst>
                                        <p:tav tm="0">
                                          <p:val>
                                            <p:strVal val="0-#ppt_w/2"/>
                                          </p:val>
                                        </p:tav>
                                        <p:tav tm="100000">
                                          <p:val>
                                            <p:strVal val="#ppt_x"/>
                                          </p:val>
                                        </p:tav>
                                      </p:tavLst>
                                    </p:anim>
                                    <p:anim calcmode="lin" valueType="num">
                                      <p:cBhvr>
                                        <p:cTn id="38" dur="500" fill="hold"/>
                                        <p:tgtEl>
                                          <p:spTgt spid="22579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a:extLst>
              <a:ext uri="{FF2B5EF4-FFF2-40B4-BE49-F238E27FC236}">
                <a16:creationId xmlns:a16="http://schemas.microsoft.com/office/drawing/2014/main" id="{8C4C9A2B-7204-4278-ABAB-0B61F3A64DF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63FEE51-78EF-42C5-B391-7B2C87E8759A}" type="slidenum">
              <a:rPr altLang="en-US" sz="1400" smtClean="0"/>
              <a:pPr>
                <a:lnSpc>
                  <a:spcPct val="100000"/>
                </a:lnSpc>
                <a:spcBef>
                  <a:spcPct val="0"/>
                </a:spcBef>
                <a:buClr>
                  <a:schemeClr val="tx1"/>
                </a:buClr>
                <a:buFontTx/>
                <a:buNone/>
              </a:pPr>
              <a:t>40</a:t>
            </a:fld>
            <a:endParaRPr lang="zh-CN" altLang="en-US" sz="1400"/>
          </a:p>
        </p:txBody>
      </p:sp>
      <p:sp>
        <p:nvSpPr>
          <p:cNvPr id="58371" name="Rectangle 1026">
            <a:extLst>
              <a:ext uri="{FF2B5EF4-FFF2-40B4-BE49-F238E27FC236}">
                <a16:creationId xmlns:a16="http://schemas.microsoft.com/office/drawing/2014/main" id="{AA681472-7DFB-4DE6-83DC-53F875FFA83B}"/>
              </a:ext>
            </a:extLst>
          </p:cNvPr>
          <p:cNvSpPr>
            <a:spLocks noGrp="1" noChangeArrowheads="1"/>
          </p:cNvSpPr>
          <p:nvPr>
            <p:ph type="title"/>
          </p:nvPr>
        </p:nvSpPr>
        <p:spPr>
          <a:xfrm>
            <a:off x="1093788" y="269875"/>
            <a:ext cx="3151187" cy="857250"/>
          </a:xfrm>
        </p:spPr>
        <p:txBody>
          <a:bodyPr/>
          <a:lstStyle/>
          <a:p>
            <a:pPr eaLnBrk="1" hangingPunct="1"/>
            <a:r>
              <a:rPr lang="zh-CN" altLang="en-US" sz="2400" b="1">
                <a:latin typeface="宋体" panose="02010600030101010101" pitchFamily="2" charset="-122"/>
                <a:ea typeface="宋体" panose="02010600030101010101" pitchFamily="2" charset="-122"/>
              </a:rPr>
              <a:t>复习思考题 </a:t>
            </a:r>
            <a:r>
              <a:rPr lang="en-US" altLang="zh-CN" sz="2400" b="1">
                <a:latin typeface="宋体" panose="02010600030101010101" pitchFamily="2" charset="-122"/>
                <a:ea typeface="宋体" panose="02010600030101010101" pitchFamily="2" charset="-122"/>
              </a:rPr>
              <a:t>6</a:t>
            </a:r>
          </a:p>
        </p:txBody>
      </p:sp>
      <p:sp>
        <p:nvSpPr>
          <p:cNvPr id="58372" name="Rectangle 1027">
            <a:extLst>
              <a:ext uri="{FF2B5EF4-FFF2-40B4-BE49-F238E27FC236}">
                <a16:creationId xmlns:a16="http://schemas.microsoft.com/office/drawing/2014/main" id="{8DF3AD76-5D72-47E1-AE3B-5F7C01A9D8B1}"/>
              </a:ext>
            </a:extLst>
          </p:cNvPr>
          <p:cNvSpPr>
            <a:spLocks noGrp="1" noChangeArrowheads="1"/>
          </p:cNvSpPr>
          <p:nvPr>
            <p:ph idx="1"/>
          </p:nvPr>
        </p:nvSpPr>
        <p:spPr>
          <a:xfrm>
            <a:off x="1135063" y="1241425"/>
            <a:ext cx="7747000" cy="5232400"/>
          </a:xfrm>
        </p:spPr>
        <p:txBody>
          <a:bodyPr/>
          <a:lstStyle/>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什么叫总体？什么叫简单随机样本？总体</a:t>
            </a:r>
            <a:r>
              <a:rPr lang="en-US" altLang="zh-CN" sz="2000" i="1">
                <a:latin typeface="Times New Roman" panose="02020603050405020304" pitchFamily="18" charset="0"/>
                <a:ea typeface="宋体" panose="02010600030101010101" pitchFamily="2" charset="-122"/>
              </a:rPr>
              <a:t>X</a:t>
            </a:r>
            <a:r>
              <a:rPr lang="zh-CN" altLang="en-US" sz="2000">
                <a:latin typeface="宋体" panose="02010600030101010101" pitchFamily="2" charset="-122"/>
                <a:ea typeface="宋体" panose="02010600030101010101" pitchFamily="2" charset="-122"/>
              </a:rPr>
              <a:t>的样本</a:t>
            </a:r>
            <a:r>
              <a:rPr lang="en-US" altLang="zh-CN" sz="2000" i="1">
                <a:latin typeface="Times New Roman" panose="02020603050405020304" pitchFamily="18" charset="0"/>
                <a:ea typeface="宋体" panose="02010600030101010101" pitchFamily="2" charset="-122"/>
              </a:rPr>
              <a:t>X</a:t>
            </a:r>
            <a:r>
              <a:rPr lang="en-US" altLang="zh-CN" sz="2000" baseline="-25000">
                <a:latin typeface="Times New Roman" panose="02020603050405020304" pitchFamily="18" charset="0"/>
                <a:ea typeface="宋体" panose="02010600030101010101" pitchFamily="2" charset="-122"/>
              </a:rPr>
              <a:t>1</a:t>
            </a:r>
            <a:r>
              <a:rPr lang="en-US" altLang="zh-CN" sz="2000" i="1">
                <a:latin typeface="Times New Roman" panose="02020603050405020304" pitchFamily="18" charset="0"/>
                <a:ea typeface="宋体" panose="02010600030101010101" pitchFamily="2" charset="-122"/>
              </a:rPr>
              <a:t>,X</a:t>
            </a:r>
            <a:r>
              <a:rPr lang="en-US" altLang="zh-CN" sz="2000" baseline="-25000">
                <a:latin typeface="Times New Roman" panose="02020603050405020304" pitchFamily="18" charset="0"/>
                <a:ea typeface="宋体" panose="02010600030101010101" pitchFamily="2" charset="-122"/>
              </a:rPr>
              <a:t>2</a:t>
            </a:r>
            <a:r>
              <a:rPr lang="en-US" altLang="zh-CN" sz="2000" i="1">
                <a:latin typeface="Times New Roman" panose="02020603050405020304" pitchFamily="18" charset="0"/>
                <a:ea typeface="宋体" panose="02010600030101010101" pitchFamily="2" charset="-122"/>
              </a:rPr>
              <a:t>,…,X</a:t>
            </a:r>
            <a:r>
              <a:rPr lang="en-US" altLang="zh-CN" sz="2000" i="1" baseline="-25000">
                <a:latin typeface="Times New Roman" panose="02020603050405020304" pitchFamily="18" charset="0"/>
                <a:ea typeface="宋体" panose="02010600030101010101" pitchFamily="2" charset="-122"/>
              </a:rPr>
              <a:t>n</a:t>
            </a:r>
            <a:r>
              <a:rPr lang="zh-CN" altLang="en-US" sz="2000">
                <a:latin typeface="宋体" panose="02010600030101010101" pitchFamily="2" charset="-122"/>
                <a:ea typeface="宋体" panose="02010600030101010101" pitchFamily="2" charset="-122"/>
              </a:rPr>
              <a:t>有</a:t>
            </a:r>
          </a:p>
          <a:p>
            <a:pPr eaLnBrk="1" hangingPunct="1">
              <a:buFontTx/>
              <a:buNone/>
            </a:pPr>
            <a:r>
              <a:rPr lang="zh-CN" altLang="en-US" sz="2000">
                <a:latin typeface="宋体" panose="02010600030101010101" pitchFamily="2" charset="-122"/>
                <a:ea typeface="宋体" panose="02010600030101010101" pitchFamily="2" charset="-122"/>
              </a:rPr>
              <a:t>  哪两个主要性质？</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什么是统计量？什么是统计量的值？</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样本均值和样本方差如何计算？</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4.</a:t>
            </a:r>
            <a:r>
              <a:rPr lang="en-US" altLang="zh-CN" sz="2000" i="1">
                <a:latin typeface="Times New Roman" panose="02020603050405020304" pitchFamily="18" charset="0"/>
                <a:ea typeface="宋体" panose="02010600030101010101" pitchFamily="2" charset="-122"/>
              </a:rPr>
              <a:t>N</a:t>
            </a:r>
            <a:r>
              <a:rPr lang="en-US" altLang="zh-CN" sz="2000">
                <a:latin typeface="宋体" panose="02010600030101010101" pitchFamily="2" charset="-122"/>
                <a:ea typeface="宋体" panose="02010600030101010101" pitchFamily="2" charset="-122"/>
              </a:rPr>
              <a:t>(0,1)</a:t>
            </a:r>
            <a:r>
              <a:rPr lang="zh-CN" altLang="en-US" sz="2000">
                <a:latin typeface="宋体" panose="02010600030101010101" pitchFamily="2" charset="-122"/>
                <a:ea typeface="宋体" panose="02010600030101010101" pitchFamily="2" charset="-122"/>
              </a:rPr>
              <a:t>分布</a:t>
            </a:r>
            <a:r>
              <a:rPr lang="en-US" altLang="zh-CN" sz="2000">
                <a:latin typeface="宋体" panose="02010600030101010101" pitchFamily="2" charset="-122"/>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t</a:t>
            </a:r>
            <a:r>
              <a:rPr lang="zh-CN" altLang="en-US" sz="2000">
                <a:latin typeface="宋体" panose="02010600030101010101" pitchFamily="2" charset="-122"/>
                <a:ea typeface="宋体" panose="02010600030101010101" pitchFamily="2" charset="-122"/>
              </a:rPr>
              <a:t>分布</a:t>
            </a:r>
            <a:r>
              <a:rPr lang="en-US" altLang="zh-CN" sz="2000">
                <a:latin typeface="宋体" panose="02010600030101010101" pitchFamily="2" charset="-122"/>
                <a:ea typeface="宋体" panose="02010600030101010101" pitchFamily="2" charset="-122"/>
              </a:rPr>
              <a:t>,</a:t>
            </a:r>
            <a:r>
              <a:rPr lang="el-GR" altLang="zh-CN" sz="2000" i="1">
                <a:latin typeface="Times New Roman" panose="02020603050405020304" pitchFamily="18" charset="0"/>
                <a:ea typeface="宋体" panose="02010600030101010101" pitchFamily="2" charset="-122"/>
              </a:rPr>
              <a:t>χ</a:t>
            </a:r>
            <a:r>
              <a:rPr lang="en-US" altLang="zh-CN" sz="2000" baseline="30000">
                <a:latin typeface="Times New Roman" panose="02020603050405020304" pitchFamily="18" charset="0"/>
                <a:ea typeface="宋体" panose="02010600030101010101" pitchFamily="2" charset="-122"/>
              </a:rPr>
              <a:t>2</a:t>
            </a:r>
            <a:r>
              <a:rPr lang="zh-CN" altLang="en-US" sz="2000">
                <a:latin typeface="宋体" panose="02010600030101010101" pitchFamily="2" charset="-122"/>
                <a:ea typeface="宋体" panose="02010600030101010101" pitchFamily="2" charset="-122"/>
              </a:rPr>
              <a:t>分布和</a:t>
            </a:r>
            <a:r>
              <a:rPr lang="en-US" altLang="zh-CN" sz="2000" i="1">
                <a:latin typeface="Times New Roman" panose="02020603050405020304" pitchFamily="18" charset="0"/>
                <a:ea typeface="宋体" panose="02010600030101010101" pitchFamily="2" charset="-122"/>
              </a:rPr>
              <a:t>F</a:t>
            </a:r>
            <a:r>
              <a:rPr lang="zh-CN" altLang="en-US" sz="2000">
                <a:latin typeface="宋体" panose="02010600030101010101" pitchFamily="2" charset="-122"/>
                <a:ea typeface="宋体" panose="02010600030101010101" pitchFamily="2" charset="-122"/>
              </a:rPr>
              <a:t>分布的双侧、下侧、上侧分位点是 如何定义的？怎样利用附表查这些分位点的值？</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5.</a:t>
            </a:r>
            <a:r>
              <a:rPr lang="zh-CN" altLang="en-US" sz="2000">
                <a:latin typeface="宋体" panose="02010600030101010101" pitchFamily="2" charset="-122"/>
                <a:ea typeface="宋体" panose="02010600030101010101" pitchFamily="2" charset="-122"/>
              </a:rPr>
              <a:t>对一个正态总体的三个常用统计量及其分布是什么？</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6.</a:t>
            </a:r>
            <a:r>
              <a:rPr lang="zh-CN" altLang="en-US" sz="2000">
                <a:latin typeface="宋体" panose="02010600030101010101" pitchFamily="2" charset="-122"/>
                <a:ea typeface="宋体" panose="02010600030101010101" pitchFamily="2" charset="-122"/>
              </a:rPr>
              <a:t>对两个正态总体的三个常用统计量及其分布是什么？</a:t>
            </a:r>
            <a:endParaRPr lang="zh-CN" altLang="el-GR" sz="2000">
              <a:latin typeface="宋体" panose="02010600030101010101" pitchFamily="2" charset="-122"/>
              <a:ea typeface="宋体" panose="02010600030101010101" pitchFamily="2" charset="-122"/>
            </a:endParaRPr>
          </a:p>
        </p:txBody>
      </p:sp>
    </p:spTree>
  </p:cSld>
  <p:clrMapOvr>
    <a:masterClrMapping/>
  </p:clrMapOvr>
  <p:transition spd="med">
    <p:blinds/>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a:extLst>
              <a:ext uri="{FF2B5EF4-FFF2-40B4-BE49-F238E27FC236}">
                <a16:creationId xmlns:a16="http://schemas.microsoft.com/office/drawing/2014/main" id="{DC6F6229-CB53-4691-A118-90E82F759EE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F202821C-0354-4866-ACD4-5DE175254F07}" type="slidenum">
              <a:rPr altLang="en-US" sz="1400" smtClean="0"/>
              <a:pPr>
                <a:lnSpc>
                  <a:spcPct val="100000"/>
                </a:lnSpc>
                <a:spcBef>
                  <a:spcPct val="0"/>
                </a:spcBef>
                <a:buClr>
                  <a:schemeClr val="tx1"/>
                </a:buClr>
                <a:buFontTx/>
                <a:buNone/>
              </a:pPr>
              <a:t>41</a:t>
            </a:fld>
            <a:endParaRPr lang="zh-CN" altLang="en-US" sz="1400"/>
          </a:p>
        </p:txBody>
      </p:sp>
      <p:sp>
        <p:nvSpPr>
          <p:cNvPr id="59395" name="Rectangle 5">
            <a:extLst>
              <a:ext uri="{FF2B5EF4-FFF2-40B4-BE49-F238E27FC236}">
                <a16:creationId xmlns:a16="http://schemas.microsoft.com/office/drawing/2014/main" id="{853CC095-0E95-4375-BC2A-1F37506354AD}"/>
              </a:ext>
            </a:extLst>
          </p:cNvPr>
          <p:cNvSpPr>
            <a:spLocks noGrp="1" noChangeArrowheads="1"/>
          </p:cNvSpPr>
          <p:nvPr>
            <p:ph type="title"/>
          </p:nvPr>
        </p:nvSpPr>
        <p:spPr>
          <a:xfrm>
            <a:off x="1106488" y="317500"/>
            <a:ext cx="7561262" cy="857250"/>
          </a:xfrm>
        </p:spPr>
        <p:txBody>
          <a:bodyPr/>
          <a:lstStyle/>
          <a:p>
            <a:pPr eaLnBrk="1" hangingPunct="1"/>
            <a:r>
              <a:rPr lang="zh-CN" altLang="en-US"/>
              <a:t>课后习题</a:t>
            </a:r>
          </a:p>
        </p:txBody>
      </p:sp>
      <p:sp>
        <p:nvSpPr>
          <p:cNvPr id="59396" name="内容占位符 1">
            <a:extLst>
              <a:ext uri="{FF2B5EF4-FFF2-40B4-BE49-F238E27FC236}">
                <a16:creationId xmlns:a16="http://schemas.microsoft.com/office/drawing/2014/main" id="{0F39892C-DEAD-435F-8F8B-81538050C879}"/>
              </a:ext>
            </a:extLst>
          </p:cNvPr>
          <p:cNvSpPr>
            <a:spLocks noGrp="1" noChangeArrowheads="1"/>
          </p:cNvSpPr>
          <p:nvPr>
            <p:ph idx="1"/>
          </p:nvPr>
        </p:nvSpPr>
        <p:spPr/>
        <p:txBody>
          <a:bodyPr/>
          <a:lstStyle/>
          <a:p>
            <a:r>
              <a:rPr lang="zh-CN" altLang="zh-CN"/>
              <a:t>1，3，5，7，9</a:t>
            </a:r>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6">
            <a:extLst>
              <a:ext uri="{FF2B5EF4-FFF2-40B4-BE49-F238E27FC236}">
                <a16:creationId xmlns:a16="http://schemas.microsoft.com/office/drawing/2014/main" id="{68E786F8-7800-4AC8-9E32-A6EF3222334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spcBef>
                <a:spcPct val="20000"/>
              </a:spcBef>
              <a:buChar char="•"/>
              <a:defRPr sz="2200">
                <a:solidFill>
                  <a:schemeClr val="tx1"/>
                </a:solidFill>
                <a:latin typeface="-소망M" pitchFamily="18" charset="-127"/>
                <a:ea typeface="-소망M" pitchFamily="18" charset="-127"/>
              </a:defRPr>
            </a:lvl1pPr>
            <a:lvl2pPr marL="742950" indent="-285750" latinLnBrk="1">
              <a:spcBef>
                <a:spcPct val="20000"/>
              </a:spcBef>
              <a:buChar char="•"/>
              <a:defRPr sz="2000">
                <a:solidFill>
                  <a:schemeClr val="tx1"/>
                </a:solidFill>
                <a:latin typeface="-소망M" pitchFamily="18" charset="-127"/>
                <a:ea typeface="-소망M" pitchFamily="18" charset="-127"/>
              </a:defRPr>
            </a:lvl2pPr>
            <a:lvl3pPr marL="1143000" indent="-228600" latinLnBrk="1">
              <a:spcBef>
                <a:spcPct val="20000"/>
              </a:spcBef>
              <a:buChar char="•"/>
              <a:defRPr sz="2000">
                <a:solidFill>
                  <a:schemeClr val="tx1"/>
                </a:solidFill>
                <a:latin typeface="-소망M" pitchFamily="18" charset="-127"/>
                <a:ea typeface="-소망M" pitchFamily="18" charset="-127"/>
              </a:defRPr>
            </a:lvl3pPr>
            <a:lvl4pPr marL="1600200" indent="-228600" latinLnBrk="1">
              <a:spcBef>
                <a:spcPct val="20000"/>
              </a:spcBef>
              <a:buChar char="•"/>
              <a:defRPr sz="1600">
                <a:solidFill>
                  <a:schemeClr val="tx1"/>
                </a:solidFill>
                <a:latin typeface="-소망M" pitchFamily="18" charset="-127"/>
                <a:ea typeface="-소망M" pitchFamily="18" charset="-127"/>
              </a:defRPr>
            </a:lvl4pPr>
            <a:lvl5pPr marL="2057400" indent="-228600" latinLnBrk="1">
              <a:spcBef>
                <a:spcPct val="20000"/>
              </a:spcBef>
              <a:buChar char="•"/>
              <a:defRPr sz="1400">
                <a:solidFill>
                  <a:schemeClr val="tx1"/>
                </a:solidFill>
                <a:latin typeface="-소망M" pitchFamily="18" charset="-127"/>
                <a:ea typeface="-소망M" pitchFamily="18" charset="-127"/>
              </a:defRPr>
            </a:lvl5pPr>
            <a:lvl6pPr marL="25146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6pPr>
            <a:lvl7pPr marL="29718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7pPr>
            <a:lvl8pPr marL="34290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8pPr>
            <a:lvl9pPr marL="3886200" indent="-228600" eaLnBrk="0" fontAlgn="base" latinLnBrk="1" hangingPunct="0">
              <a:spcBef>
                <a:spcPct val="20000"/>
              </a:spcBef>
              <a:spcAft>
                <a:spcPct val="0"/>
              </a:spcAft>
              <a:buChar char="•"/>
              <a:defRPr sz="1400">
                <a:solidFill>
                  <a:schemeClr val="tx1"/>
                </a:solidFill>
                <a:latin typeface="-소망M" pitchFamily="18" charset="-127"/>
                <a:ea typeface="-소망M" pitchFamily="18" charset="-127"/>
              </a:defRPr>
            </a:lvl9pPr>
          </a:lstStyle>
          <a:p>
            <a:pPr>
              <a:spcBef>
                <a:spcPct val="0"/>
              </a:spcBef>
              <a:buClr>
                <a:schemeClr val="tx1"/>
              </a:buClr>
              <a:buFontTx/>
              <a:buNone/>
            </a:pPr>
            <a:fld id="{ABC87629-6FE0-4AAA-AD67-7A4B70658BD6}" type="slidenum">
              <a:rPr altLang="en-US" sz="1400" smtClean="0"/>
              <a:pPr>
                <a:spcBef>
                  <a:spcPct val="0"/>
                </a:spcBef>
                <a:buClr>
                  <a:schemeClr val="tx1"/>
                </a:buClr>
                <a:buFontTx/>
                <a:buNone/>
              </a:pPr>
              <a:t>42</a:t>
            </a:fld>
            <a:endParaRPr lang="zh-CN" altLang="en-US" sz="1400"/>
          </a:p>
        </p:txBody>
      </p:sp>
      <p:sp>
        <p:nvSpPr>
          <p:cNvPr id="1303555" name="Rectangle 3">
            <a:extLst>
              <a:ext uri="{FF2B5EF4-FFF2-40B4-BE49-F238E27FC236}">
                <a16:creationId xmlns:a16="http://schemas.microsoft.com/office/drawing/2014/main" id="{CA16B509-E3C0-4059-874C-37B5979C26DB}"/>
              </a:ext>
            </a:extLst>
          </p:cNvPr>
          <p:cNvSpPr>
            <a:spLocks noGrp="1" noChangeArrowheads="1"/>
          </p:cNvSpPr>
          <p:nvPr>
            <p:ph type="title"/>
          </p:nvPr>
        </p:nvSpPr>
        <p:spPr>
          <a:xfrm>
            <a:off x="163513" y="152400"/>
            <a:ext cx="7772400" cy="1066800"/>
          </a:xfrm>
        </p:spPr>
        <p:txBody>
          <a:bodyPr/>
          <a:lstStyle/>
          <a:p>
            <a:pPr eaLnBrk="1" hangingPunct="1"/>
            <a:r>
              <a:rPr lang="zh-CN" altLang="en-US">
                <a:ea typeface="宋体" panose="02010600030101010101" pitchFamily="2" charset="-122"/>
              </a:rPr>
              <a:t>第七章  参数估计</a:t>
            </a:r>
          </a:p>
        </p:txBody>
      </p:sp>
      <p:sp>
        <p:nvSpPr>
          <p:cNvPr id="1303554" name="Rectangle 2">
            <a:extLst>
              <a:ext uri="{FF2B5EF4-FFF2-40B4-BE49-F238E27FC236}">
                <a16:creationId xmlns:a16="http://schemas.microsoft.com/office/drawing/2014/main" id="{7AC53CD6-4CAA-4B4E-87B9-BF254CB7CD20}"/>
              </a:ext>
            </a:extLst>
          </p:cNvPr>
          <p:cNvSpPr>
            <a:spLocks noGrp="1" noChangeArrowheads="1"/>
          </p:cNvSpPr>
          <p:nvPr>
            <p:ph type="body" sz="half" idx="1"/>
          </p:nvPr>
        </p:nvSpPr>
        <p:spPr>
          <a:xfrm>
            <a:off x="703263" y="1371600"/>
            <a:ext cx="7708900" cy="5140325"/>
          </a:xfrm>
        </p:spPr>
        <p:txBody>
          <a:bodyPr/>
          <a:lstStyle/>
          <a:p>
            <a:pPr eaLnBrk="1" hangingPunct="1">
              <a:buFontTx/>
              <a:buNone/>
            </a:pPr>
            <a:r>
              <a:rPr lang="en-US" altLang="zh-CN" sz="2000">
                <a:ea typeface="宋体" panose="02010600030101010101" pitchFamily="2" charset="-122"/>
              </a:rPr>
              <a:t>	</a:t>
            </a:r>
            <a:r>
              <a:rPr lang="zh-CN" altLang="en-US" sz="2000">
                <a:ea typeface="宋体" panose="02010600030101010101" pitchFamily="2" charset="-122"/>
              </a:rPr>
              <a:t>关键词：</a:t>
            </a:r>
          </a:p>
          <a:p>
            <a:pPr eaLnBrk="1" hangingPunct="1">
              <a:buFontTx/>
              <a:buNone/>
            </a:pPr>
            <a:r>
              <a:rPr lang="zh-CN" altLang="en-US" sz="2000">
                <a:ea typeface="宋体" panose="02010600030101010101" pitchFamily="2" charset="-122"/>
              </a:rPr>
              <a:t>		   </a:t>
            </a:r>
            <a:r>
              <a:rPr lang="zh-CN" altLang="en-US" sz="2000">
                <a:solidFill>
                  <a:srgbClr val="996600"/>
                </a:solidFill>
                <a:ea typeface="宋体" panose="02010600030101010101" pitchFamily="2" charset="-122"/>
              </a:rPr>
              <a:t>矩估计法</a:t>
            </a:r>
          </a:p>
          <a:p>
            <a:pPr eaLnBrk="1" hangingPunct="1">
              <a:buFontTx/>
              <a:buNone/>
            </a:pPr>
            <a:r>
              <a:rPr lang="zh-CN" altLang="en-US" sz="2000">
                <a:solidFill>
                  <a:srgbClr val="996600"/>
                </a:solidFill>
                <a:ea typeface="宋体" panose="02010600030101010101" pitchFamily="2" charset="-122"/>
              </a:rPr>
              <a:t>		   极大似然估计法</a:t>
            </a:r>
          </a:p>
          <a:p>
            <a:pPr eaLnBrk="1" hangingPunct="1">
              <a:buFontTx/>
              <a:buNone/>
            </a:pPr>
            <a:r>
              <a:rPr lang="zh-CN" altLang="en-US" sz="2000">
                <a:solidFill>
                  <a:srgbClr val="996600"/>
                </a:solidFill>
                <a:ea typeface="宋体" panose="02010600030101010101" pitchFamily="2" charset="-122"/>
              </a:rPr>
              <a:t>		   置信区间</a:t>
            </a:r>
          </a:p>
          <a:p>
            <a:pPr eaLnBrk="1" hangingPunct="1">
              <a:buFontTx/>
              <a:buNone/>
            </a:pPr>
            <a:r>
              <a:rPr lang="zh-CN" altLang="en-US" sz="2000">
                <a:solidFill>
                  <a:srgbClr val="996600"/>
                </a:solidFill>
                <a:ea typeface="宋体" panose="02010600030101010101" pitchFamily="2" charset="-122"/>
              </a:rPr>
              <a:t>		   置信度</a:t>
            </a:r>
          </a:p>
        </p:txBody>
      </p:sp>
      <p:sp>
        <p:nvSpPr>
          <p:cNvPr id="1303556" name="Sound">
            <a:extLst>
              <a:ext uri="{FF2B5EF4-FFF2-40B4-BE49-F238E27FC236}">
                <a16:creationId xmlns:a16="http://schemas.microsoft.com/office/drawing/2014/main" id="{141408A6-83B8-4954-B932-82705F1BD434}"/>
              </a:ext>
            </a:extLst>
          </p:cNvPr>
          <p:cNvSpPr>
            <a:spLocks noEditPoints="1" noChangeArrowheads="1"/>
          </p:cNvSpPr>
          <p:nvPr/>
        </p:nvSpPr>
        <p:spPr bwMode="auto">
          <a:xfrm>
            <a:off x="757238" y="1436688"/>
            <a:ext cx="257175" cy="257175"/>
          </a:xfrm>
          <a:custGeom>
            <a:avLst/>
            <a:gdLst>
              <a:gd name="T0" fmla="*/ 2147483646 w 21600"/>
              <a:gd name="T1" fmla="*/ 2147483646 h 21600"/>
              <a:gd name="T2" fmla="*/ 2147483646 w 21600"/>
              <a:gd name="T3" fmla="*/ 0 h 21600"/>
              <a:gd name="T4" fmla="*/ 0 w 21600"/>
              <a:gd name="T5" fmla="*/ 2147483646 h 21600"/>
              <a:gd name="T6" fmla="*/ 2147483646 w 21600"/>
              <a:gd name="T7" fmla="*/ 2147483646 h 21600"/>
              <a:gd name="T8" fmla="*/ 0 60000 65536"/>
              <a:gd name="T9" fmla="*/ 0 60000 65536"/>
              <a:gd name="T10" fmla="*/ 0 60000 65536"/>
              <a:gd name="T11" fmla="*/ 0 60000 65536"/>
              <a:gd name="T12" fmla="*/ 761 w 21600"/>
              <a:gd name="T13" fmla="*/ 22454 h 21600"/>
              <a:gd name="T14" fmla="*/ 21069 w 21600"/>
              <a:gd name="T15" fmla="*/ 28282 h 21600"/>
            </a:gdLst>
            <a:ahLst/>
            <a:cxnLst>
              <a:cxn ang="T8">
                <a:pos x="T0" y="T1"/>
              </a:cxn>
              <a:cxn ang="T9">
                <a:pos x="T2" y="T3"/>
              </a:cxn>
              <a:cxn ang="T10">
                <a:pos x="T4" y="T5"/>
              </a:cxn>
              <a:cxn ang="T11">
                <a:pos x="T6" y="T7"/>
              </a:cxn>
            </a:cxnLst>
            <a:rect l="T12" t="T13" r="T14" b="T15"/>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Tree>
    <p:controls>
      <mc:AlternateContent xmlns:mc="http://schemas.openxmlformats.org/markup-compatibility/2006">
        <mc:Choice xmlns:v="urn:schemas-microsoft-com:vml" Requires="v">
          <p:control spid="60428" r:id="rId2" imgW="1238250" imgH="1743075"/>
        </mc:Choice>
        <mc:Fallback>
          <p:control r:id="rId2" imgW="1238250" imgH="1743075">
            <p:pic>
              <p:nvPicPr>
                <p:cNvPr id="60422" name="Host Control  46084">
                  <a:extLst>
                    <a:ext uri="{FF2B5EF4-FFF2-40B4-BE49-F238E27FC236}">
                      <a16:creationId xmlns:a16="http://schemas.microsoft.com/office/drawing/2014/main" id="{857AE9A8-DF8D-47D3-9431-0A140F006237}"/>
                    </a:ext>
                  </a:extLst>
                </p:cNvPr>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6564313" y="4221163"/>
                  <a:ext cx="1235075" cy="1747837"/>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path" presetSubtype="0" accel="50000" decel="50000" fill="hold" grpId="0" nodeType="withEffect">
                                  <p:stCondLst>
                                    <p:cond delay="0"/>
                                  </p:stCondLst>
                                  <p:iterate type="lt">
                                    <p:tmPct val="10000"/>
                                  </p:iterate>
                                  <p:childTnLst>
                                    <p:animMotion origin="layout" path="M 8.33333E-7 -1.48148E-6 C 0.06892 -1.48148E-6 0.125 0.02847 0.125 0.06389 C 0.125 0.09908 0.06892 0.12778 8.33333E-7 0.12778 C -0.0691 0.12778 -0.125 0.09908 -0.125 0.06389 C -0.125 0.02847 -0.0691 -1.48148E-6 8.33333E-7 -1.48148E-6 Z " pathEditMode="relative" rAng="0" ptsTypes="fffff">
                                      <p:cBhvr>
                                        <p:cTn id="6" dur="1000" fill="hold"/>
                                        <p:tgtEl>
                                          <p:spTgt spid="1303555"/>
                                        </p:tgtEl>
                                        <p:attrNameLst>
                                          <p:attrName>ppt_x,ppt_y</p:attrName>
                                        </p:attrNameLst>
                                      </p:cBhvr>
                                      <p:rCtr x="0" y="640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1303556"/>
                                        </p:tgtEl>
                                        <p:attrNameLst>
                                          <p:attrName>style.visibility</p:attrName>
                                        </p:attrNameLst>
                                      </p:cBhvr>
                                      <p:to>
                                        <p:strVal val="visible"/>
                                      </p:to>
                                    </p:set>
                                    <p:animEffect transition="in" filter="fade">
                                      <p:cBhvr>
                                        <p:cTn id="11" dur="2000"/>
                                        <p:tgtEl>
                                          <p:spTgt spid="1303556"/>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1303554">
                                            <p:txEl>
                                              <p:pRg st="0" end="0"/>
                                            </p:txEl>
                                          </p:spTgt>
                                        </p:tgtEl>
                                        <p:attrNameLst>
                                          <p:attrName>style.visibility</p:attrName>
                                        </p:attrNameLst>
                                      </p:cBhvr>
                                      <p:to>
                                        <p:strVal val="visible"/>
                                      </p:to>
                                    </p:set>
                                    <p:animEffect transition="in" filter="fade">
                                      <p:cBhvr>
                                        <p:cTn id="15" dur="2000"/>
                                        <p:tgtEl>
                                          <p:spTgt spid="1303554">
                                            <p:txEl>
                                              <p:pRg st="0" end="0"/>
                                            </p:txEl>
                                          </p:spTgt>
                                        </p:tgtEl>
                                      </p:cBhvr>
                                    </p:animEffect>
                                  </p:childTnLst>
                                </p:cTn>
                              </p:par>
                            </p:childTnLst>
                          </p:cTn>
                        </p:par>
                        <p:par>
                          <p:cTn id="16" fill="hold" nodeType="afterGroup">
                            <p:stCondLst>
                              <p:cond delay="4000"/>
                            </p:stCondLst>
                            <p:childTnLst>
                              <p:par>
                                <p:cTn id="17" presetID="10" presetClass="entr" presetSubtype="0" fill="hold" nodeType="afterEffect">
                                  <p:stCondLst>
                                    <p:cond delay="0"/>
                                  </p:stCondLst>
                                  <p:childTnLst>
                                    <p:set>
                                      <p:cBhvr>
                                        <p:cTn id="18" dur="1" fill="hold">
                                          <p:stCondLst>
                                            <p:cond delay="0"/>
                                          </p:stCondLst>
                                        </p:cTn>
                                        <p:tgtEl>
                                          <p:spTgt spid="1303554">
                                            <p:txEl>
                                              <p:pRg st="1" end="1"/>
                                            </p:txEl>
                                          </p:spTgt>
                                        </p:tgtEl>
                                        <p:attrNameLst>
                                          <p:attrName>style.visibility</p:attrName>
                                        </p:attrNameLst>
                                      </p:cBhvr>
                                      <p:to>
                                        <p:strVal val="visible"/>
                                      </p:to>
                                    </p:set>
                                    <p:animEffect transition="in" filter="fade">
                                      <p:cBhvr>
                                        <p:cTn id="19" dur="1000"/>
                                        <p:tgtEl>
                                          <p:spTgt spid="1303554">
                                            <p:txEl>
                                              <p:pRg st="1" end="1"/>
                                            </p:txEl>
                                          </p:spTgt>
                                        </p:tgtEl>
                                      </p:cBhvr>
                                    </p:animEffect>
                                  </p:childTnLst>
                                </p:cTn>
                              </p:par>
                            </p:childTnLst>
                          </p:cTn>
                        </p:par>
                        <p:par>
                          <p:cTn id="20" fill="hold" nodeType="afterGroup">
                            <p:stCondLst>
                              <p:cond delay="5000"/>
                            </p:stCondLst>
                            <p:childTnLst>
                              <p:par>
                                <p:cTn id="21" presetID="10" presetClass="entr" presetSubtype="0" fill="hold" nodeType="afterEffect">
                                  <p:stCondLst>
                                    <p:cond delay="0"/>
                                  </p:stCondLst>
                                  <p:childTnLst>
                                    <p:set>
                                      <p:cBhvr>
                                        <p:cTn id="22" dur="1" fill="hold">
                                          <p:stCondLst>
                                            <p:cond delay="0"/>
                                          </p:stCondLst>
                                        </p:cTn>
                                        <p:tgtEl>
                                          <p:spTgt spid="1303554">
                                            <p:txEl>
                                              <p:pRg st="2" end="2"/>
                                            </p:txEl>
                                          </p:spTgt>
                                        </p:tgtEl>
                                        <p:attrNameLst>
                                          <p:attrName>style.visibility</p:attrName>
                                        </p:attrNameLst>
                                      </p:cBhvr>
                                      <p:to>
                                        <p:strVal val="visible"/>
                                      </p:to>
                                    </p:set>
                                    <p:animEffect transition="in" filter="fade">
                                      <p:cBhvr>
                                        <p:cTn id="23" dur="1000"/>
                                        <p:tgtEl>
                                          <p:spTgt spid="1303554">
                                            <p:txEl>
                                              <p:pRg st="2" end="2"/>
                                            </p:txEl>
                                          </p:spTgt>
                                        </p:tgtEl>
                                      </p:cBhvr>
                                    </p:animEffect>
                                  </p:childTnLst>
                                </p:cTn>
                              </p:par>
                            </p:childTnLst>
                          </p:cTn>
                        </p:par>
                        <p:par>
                          <p:cTn id="24" fill="hold" nodeType="afterGroup">
                            <p:stCondLst>
                              <p:cond delay="6000"/>
                            </p:stCondLst>
                            <p:childTnLst>
                              <p:par>
                                <p:cTn id="25" presetID="10" presetClass="entr" presetSubtype="0" fill="hold" nodeType="afterEffect">
                                  <p:stCondLst>
                                    <p:cond delay="0"/>
                                  </p:stCondLst>
                                  <p:childTnLst>
                                    <p:set>
                                      <p:cBhvr>
                                        <p:cTn id="26" dur="1" fill="hold">
                                          <p:stCondLst>
                                            <p:cond delay="0"/>
                                          </p:stCondLst>
                                        </p:cTn>
                                        <p:tgtEl>
                                          <p:spTgt spid="1303554">
                                            <p:txEl>
                                              <p:pRg st="3" end="3"/>
                                            </p:txEl>
                                          </p:spTgt>
                                        </p:tgtEl>
                                        <p:attrNameLst>
                                          <p:attrName>style.visibility</p:attrName>
                                        </p:attrNameLst>
                                      </p:cBhvr>
                                      <p:to>
                                        <p:strVal val="visible"/>
                                      </p:to>
                                    </p:set>
                                    <p:animEffect transition="in" filter="fade">
                                      <p:cBhvr>
                                        <p:cTn id="27" dur="1000"/>
                                        <p:tgtEl>
                                          <p:spTgt spid="1303554">
                                            <p:txEl>
                                              <p:pRg st="3" end="3"/>
                                            </p:txEl>
                                          </p:spTgt>
                                        </p:tgtEl>
                                      </p:cBhvr>
                                    </p:animEffect>
                                  </p:childTnLst>
                                </p:cTn>
                              </p:par>
                            </p:childTnLst>
                          </p:cTn>
                        </p:par>
                        <p:par>
                          <p:cTn id="28" fill="hold" nodeType="afterGroup">
                            <p:stCondLst>
                              <p:cond delay="7000"/>
                            </p:stCondLst>
                            <p:childTnLst>
                              <p:par>
                                <p:cTn id="29" presetID="10" presetClass="entr" presetSubtype="0" fill="hold" nodeType="afterEffect">
                                  <p:stCondLst>
                                    <p:cond delay="0"/>
                                  </p:stCondLst>
                                  <p:childTnLst>
                                    <p:set>
                                      <p:cBhvr>
                                        <p:cTn id="30" dur="1" fill="hold">
                                          <p:stCondLst>
                                            <p:cond delay="0"/>
                                          </p:stCondLst>
                                        </p:cTn>
                                        <p:tgtEl>
                                          <p:spTgt spid="1303554">
                                            <p:txEl>
                                              <p:pRg st="4" end="4"/>
                                            </p:txEl>
                                          </p:spTgt>
                                        </p:tgtEl>
                                        <p:attrNameLst>
                                          <p:attrName>style.visibility</p:attrName>
                                        </p:attrNameLst>
                                      </p:cBhvr>
                                      <p:to>
                                        <p:strVal val="visible"/>
                                      </p:to>
                                    </p:set>
                                    <p:animEffect transition="in" filter="fade">
                                      <p:cBhvr>
                                        <p:cTn id="31" dur="1000"/>
                                        <p:tgtEl>
                                          <p:spTgt spid="13035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355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id="{48286B2B-EBDA-4A9C-BF9B-2FF84989C9A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53E04F24-FC8D-44A8-9205-5B9D268F892C}" type="slidenum">
              <a:rPr altLang="en-US" sz="1400" smtClean="0"/>
              <a:pPr>
                <a:lnSpc>
                  <a:spcPct val="100000"/>
                </a:lnSpc>
                <a:spcBef>
                  <a:spcPct val="0"/>
                </a:spcBef>
                <a:buClr>
                  <a:schemeClr val="tx1"/>
                </a:buClr>
                <a:buFontTx/>
                <a:buNone/>
              </a:pPr>
              <a:t>43</a:t>
            </a:fld>
            <a:endParaRPr lang="zh-CN" altLang="en-US" sz="1400"/>
          </a:p>
        </p:txBody>
      </p:sp>
      <p:graphicFrame>
        <p:nvGraphicFramePr>
          <p:cNvPr id="61443" name="Object 1024">
            <a:extLst>
              <a:ext uri="{FF2B5EF4-FFF2-40B4-BE49-F238E27FC236}">
                <a16:creationId xmlns:a16="http://schemas.microsoft.com/office/drawing/2014/main" id="{7C2441CD-8641-4C15-AA4A-11E012AFFD13}"/>
              </a:ext>
            </a:extLst>
          </p:cNvPr>
          <p:cNvGraphicFramePr>
            <a:graphicFrameLocks/>
          </p:cNvGraphicFramePr>
          <p:nvPr/>
        </p:nvGraphicFramePr>
        <p:xfrm>
          <a:off x="1041400" y="693738"/>
          <a:ext cx="7610475" cy="4714875"/>
        </p:xfrm>
        <a:graphic>
          <a:graphicData uri="http://schemas.openxmlformats.org/presentationml/2006/ole">
            <mc:AlternateContent xmlns:mc="http://schemas.openxmlformats.org/markup-compatibility/2006">
              <mc:Choice xmlns:v="urn:schemas-microsoft-com:vml" Requires="v">
                <p:oleObj spid="_x0000_s61449" r:id="rId3" imgW="4673600" imgH="2895600" progId="Equation.DSMT4">
                  <p:embed/>
                </p:oleObj>
              </mc:Choice>
              <mc:Fallback>
                <p:oleObj r:id="rId3" imgW="4673600" imgH="2895600"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400" y="693738"/>
                        <a:ext cx="7610475"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6">
            <a:extLst>
              <a:ext uri="{FF2B5EF4-FFF2-40B4-BE49-F238E27FC236}">
                <a16:creationId xmlns:a16="http://schemas.microsoft.com/office/drawing/2014/main" id="{7165969A-412F-4F19-9EDE-EEF4C2E5F55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DF9EE350-5980-4CCA-8BBA-03BB4FEAFAAB}" type="slidenum">
              <a:rPr altLang="en-US" sz="1400" smtClean="0"/>
              <a:pPr>
                <a:lnSpc>
                  <a:spcPct val="100000"/>
                </a:lnSpc>
                <a:spcBef>
                  <a:spcPct val="0"/>
                </a:spcBef>
                <a:buClr>
                  <a:schemeClr val="tx1"/>
                </a:buClr>
                <a:buFontTx/>
                <a:buNone/>
              </a:pPr>
              <a:t>44</a:t>
            </a:fld>
            <a:endParaRPr lang="zh-CN" altLang="en-US" sz="1400"/>
          </a:p>
        </p:txBody>
      </p:sp>
      <p:sp>
        <p:nvSpPr>
          <p:cNvPr id="62467" name="Rectangle 2">
            <a:extLst>
              <a:ext uri="{FF2B5EF4-FFF2-40B4-BE49-F238E27FC236}">
                <a16:creationId xmlns:a16="http://schemas.microsoft.com/office/drawing/2014/main" id="{C24863B1-A850-480C-B088-D47EFB98AAE9}"/>
              </a:ext>
            </a:extLst>
          </p:cNvPr>
          <p:cNvSpPr>
            <a:spLocks noGrp="1" noChangeArrowheads="1"/>
          </p:cNvSpPr>
          <p:nvPr>
            <p:ph type="title"/>
          </p:nvPr>
        </p:nvSpPr>
        <p:spPr>
          <a:xfrm>
            <a:off x="949325" y="207963"/>
            <a:ext cx="7561263" cy="857250"/>
          </a:xfrm>
        </p:spPr>
        <p:txBody>
          <a:bodyPr/>
          <a:lstStyle/>
          <a:p>
            <a:pPr eaLnBrk="1" hangingPunct="1"/>
            <a:r>
              <a:rPr lang="en-US" altLang="zh-CN">
                <a:latin typeface="宋体" panose="02010600030101010101" pitchFamily="2" charset="-122"/>
                <a:ea typeface="宋体" panose="02010600030101010101" pitchFamily="2" charset="-122"/>
              </a:rPr>
              <a:t>§1</a:t>
            </a:r>
            <a:r>
              <a:rPr lang="en-US" altLang="zh-CN">
                <a:ea typeface="宋体" panose="02010600030101010101" pitchFamily="2" charset="-122"/>
              </a:rPr>
              <a:t> </a:t>
            </a:r>
            <a:r>
              <a:rPr lang="zh-CN" altLang="en-US">
                <a:latin typeface="宋体" panose="02010600030101010101" pitchFamily="2" charset="-122"/>
                <a:ea typeface="宋体" panose="02010600030101010101" pitchFamily="2" charset="-122"/>
              </a:rPr>
              <a:t>参数的点估计</a:t>
            </a:r>
            <a:endParaRPr lang="zh-CN" altLang="en-US">
              <a:ea typeface="宋体" panose="02010600030101010101" pitchFamily="2" charset="-122"/>
            </a:endParaRPr>
          </a:p>
        </p:txBody>
      </p:sp>
      <p:graphicFrame>
        <p:nvGraphicFramePr>
          <p:cNvPr id="62468" name="Object 1024">
            <a:extLst>
              <a:ext uri="{FF2B5EF4-FFF2-40B4-BE49-F238E27FC236}">
                <a16:creationId xmlns:a16="http://schemas.microsoft.com/office/drawing/2014/main" id="{0BA0FC56-2DB5-4788-AB1D-6A19DE034D02}"/>
              </a:ext>
            </a:extLst>
          </p:cNvPr>
          <p:cNvGraphicFramePr>
            <a:graphicFrameLocks/>
          </p:cNvGraphicFramePr>
          <p:nvPr/>
        </p:nvGraphicFramePr>
        <p:xfrm>
          <a:off x="1255713" y="1287463"/>
          <a:ext cx="7254875" cy="2533650"/>
        </p:xfrm>
        <a:graphic>
          <a:graphicData uri="http://schemas.openxmlformats.org/presentationml/2006/ole">
            <mc:AlternateContent xmlns:mc="http://schemas.openxmlformats.org/markup-compatibility/2006">
              <mc:Choice xmlns:v="urn:schemas-microsoft-com:vml" Requires="v">
                <p:oleObj spid="_x0000_s62480" r:id="rId3" imgW="3416300" imgH="1193800" progId="Equation.DSMT4">
                  <p:embed/>
                </p:oleObj>
              </mc:Choice>
              <mc:Fallback>
                <p:oleObj r:id="rId3" imgW="3416300" imgH="1193800"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3" y="1287463"/>
                        <a:ext cx="725487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9969" name="Object 1025">
            <a:extLst>
              <a:ext uri="{FF2B5EF4-FFF2-40B4-BE49-F238E27FC236}">
                <a16:creationId xmlns:a16="http://schemas.microsoft.com/office/drawing/2014/main" id="{425B7FB7-B9F6-4366-B96A-A3976CA65A7E}"/>
              </a:ext>
            </a:extLst>
          </p:cNvPr>
          <p:cNvGraphicFramePr>
            <a:graphicFrameLocks/>
          </p:cNvGraphicFramePr>
          <p:nvPr/>
        </p:nvGraphicFramePr>
        <p:xfrm>
          <a:off x="1704975" y="4699000"/>
          <a:ext cx="6769100" cy="485775"/>
        </p:xfrm>
        <a:graphic>
          <a:graphicData uri="http://schemas.openxmlformats.org/presentationml/2006/ole">
            <mc:AlternateContent xmlns:mc="http://schemas.openxmlformats.org/markup-compatibility/2006">
              <mc:Choice xmlns:v="urn:schemas-microsoft-com:vml" Requires="v">
                <p:oleObj spid="_x0000_s62481" r:id="rId5" imgW="3187700" imgH="228600" progId="Equation.DSMT4">
                  <p:embed/>
                </p:oleObj>
              </mc:Choice>
              <mc:Fallback>
                <p:oleObj r:id="rId5" imgW="3187700" imgH="228600" progId="Equation.DSMT4">
                  <p:embed/>
                  <p:pic>
                    <p:nvPicPr>
                      <p:cNvPr id="0" name="Object 10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4975" y="4699000"/>
                        <a:ext cx="67691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259969"/>
                                        </p:tgtEl>
                                        <p:attrNameLst>
                                          <p:attrName>style.visibility</p:attrName>
                                        </p:attrNameLst>
                                      </p:cBhvr>
                                      <p:to>
                                        <p:strVal val="visible"/>
                                      </p:to>
                                    </p:set>
                                    <p:animEffect transition="in" filter="slide(fromBottom)">
                                      <p:cBhvr>
                                        <p:cTn id="7" dur="1000"/>
                                        <p:tgtEl>
                                          <p:spTgt spid="2259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8">
            <a:extLst>
              <a:ext uri="{FF2B5EF4-FFF2-40B4-BE49-F238E27FC236}">
                <a16:creationId xmlns:a16="http://schemas.microsoft.com/office/drawing/2014/main" id="{3B07F029-797E-403C-9D3D-674AC38DD1D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7A60DEEC-5617-4743-9700-D32A8B9A12FF}" type="slidenum">
              <a:rPr altLang="en-US" sz="1400" smtClean="0"/>
              <a:pPr>
                <a:lnSpc>
                  <a:spcPct val="100000"/>
                </a:lnSpc>
                <a:spcBef>
                  <a:spcPct val="0"/>
                </a:spcBef>
                <a:buClr>
                  <a:schemeClr val="tx1"/>
                </a:buClr>
                <a:buFontTx/>
                <a:buNone/>
              </a:pPr>
              <a:t>45</a:t>
            </a:fld>
            <a:endParaRPr lang="zh-CN" altLang="en-US" sz="1400"/>
          </a:p>
        </p:txBody>
      </p:sp>
      <p:graphicFrame>
        <p:nvGraphicFramePr>
          <p:cNvPr id="63491" name="Object 1024">
            <a:extLst>
              <a:ext uri="{FF2B5EF4-FFF2-40B4-BE49-F238E27FC236}">
                <a16:creationId xmlns:a16="http://schemas.microsoft.com/office/drawing/2014/main" id="{DFB643BA-769D-4DED-A229-556CE6CE8E8E}"/>
              </a:ext>
            </a:extLst>
          </p:cNvPr>
          <p:cNvGraphicFramePr>
            <a:graphicFrameLocks/>
          </p:cNvGraphicFramePr>
          <p:nvPr/>
        </p:nvGraphicFramePr>
        <p:xfrm>
          <a:off x="1139825" y="1173163"/>
          <a:ext cx="7888288" cy="4565650"/>
        </p:xfrm>
        <a:graphic>
          <a:graphicData uri="http://schemas.openxmlformats.org/presentationml/2006/ole">
            <mc:AlternateContent xmlns:mc="http://schemas.openxmlformats.org/markup-compatibility/2006">
              <mc:Choice xmlns:v="urn:schemas-microsoft-com:vml" Requires="v">
                <p:oleObj spid="_x0000_s63503" r:id="rId3" imgW="4914900" imgH="2844800" progId="Equation.DSMT4">
                  <p:embed/>
                </p:oleObj>
              </mc:Choice>
              <mc:Fallback>
                <p:oleObj r:id="rId3" imgW="4914900" imgH="2844800"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9825" y="1173163"/>
                        <a:ext cx="7888288" cy="456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492" name="Object 1025">
            <a:extLst>
              <a:ext uri="{FF2B5EF4-FFF2-40B4-BE49-F238E27FC236}">
                <a16:creationId xmlns:a16="http://schemas.microsoft.com/office/drawing/2014/main" id="{E643A92E-6FD1-4644-A6B1-1CE39447287E}"/>
              </a:ext>
            </a:extLst>
          </p:cNvPr>
          <p:cNvGraphicFramePr>
            <a:graphicFrameLocks/>
          </p:cNvGraphicFramePr>
          <p:nvPr/>
        </p:nvGraphicFramePr>
        <p:xfrm>
          <a:off x="1006475" y="568325"/>
          <a:ext cx="2393950" cy="582613"/>
        </p:xfrm>
        <a:graphic>
          <a:graphicData uri="http://schemas.openxmlformats.org/presentationml/2006/ole">
            <mc:AlternateContent xmlns:mc="http://schemas.openxmlformats.org/markup-compatibility/2006">
              <mc:Choice xmlns:v="urn:schemas-microsoft-com:vml" Requires="v">
                <p:oleObj spid="_x0000_s63504" r:id="rId5" imgW="1040497" imgH="253780" progId="Equation.DSMT4">
                  <p:embed/>
                </p:oleObj>
              </mc:Choice>
              <mc:Fallback>
                <p:oleObj r:id="rId5" imgW="1040497" imgH="253780" progId="Equation.DSMT4">
                  <p:embed/>
                  <p:pic>
                    <p:nvPicPr>
                      <p:cNvPr id="0" name="Object 10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6475" y="568325"/>
                        <a:ext cx="239395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7">
            <a:extLst>
              <a:ext uri="{FF2B5EF4-FFF2-40B4-BE49-F238E27FC236}">
                <a16:creationId xmlns:a16="http://schemas.microsoft.com/office/drawing/2014/main" id="{48E30AC7-7BD9-4DA1-8FF4-E1A5FD1924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E4CF74F1-35E5-4D1E-BFF1-230B99C03657}" type="slidenum">
              <a:rPr altLang="en-US" sz="1400" smtClean="0"/>
              <a:pPr>
                <a:lnSpc>
                  <a:spcPct val="100000"/>
                </a:lnSpc>
                <a:spcBef>
                  <a:spcPct val="0"/>
                </a:spcBef>
                <a:buClr>
                  <a:schemeClr val="tx1"/>
                </a:buClr>
                <a:buFontTx/>
                <a:buNone/>
              </a:pPr>
              <a:t>46</a:t>
            </a:fld>
            <a:endParaRPr lang="zh-CN" altLang="en-US" sz="1400"/>
          </a:p>
        </p:txBody>
      </p:sp>
      <p:graphicFrame>
        <p:nvGraphicFramePr>
          <p:cNvPr id="64515" name="Object 0">
            <a:extLst>
              <a:ext uri="{FF2B5EF4-FFF2-40B4-BE49-F238E27FC236}">
                <a16:creationId xmlns:a16="http://schemas.microsoft.com/office/drawing/2014/main" id="{088FF2D4-7DF3-4050-AABD-C6EC39FA1DBD}"/>
              </a:ext>
            </a:extLst>
          </p:cNvPr>
          <p:cNvGraphicFramePr>
            <a:graphicFrameLocks noGrp="1"/>
          </p:cNvGraphicFramePr>
          <p:nvPr>
            <p:ph sz="quarter" idx="2"/>
          </p:nvPr>
        </p:nvGraphicFramePr>
        <p:xfrm>
          <a:off x="1527175" y="1177925"/>
          <a:ext cx="7227888" cy="868363"/>
        </p:xfrm>
        <a:graphic>
          <a:graphicData uri="http://schemas.openxmlformats.org/presentationml/2006/ole">
            <mc:AlternateContent xmlns:mc="http://schemas.openxmlformats.org/markup-compatibility/2006">
              <mc:Choice xmlns:v="urn:schemas-microsoft-com:vml" Requires="v">
                <p:oleObj spid="_x0000_s64552" r:id="rId3" imgW="4229100" imgH="508000" progId="Equation.DSMT4">
                  <p:embed/>
                </p:oleObj>
              </mc:Choice>
              <mc:Fallback>
                <p:oleObj r:id="rId3" imgW="4229100" imgH="508000"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175" y="1177925"/>
                        <a:ext cx="72278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4516" name="Text Box 10">
            <a:extLst>
              <a:ext uri="{FF2B5EF4-FFF2-40B4-BE49-F238E27FC236}">
                <a16:creationId xmlns:a16="http://schemas.microsoft.com/office/drawing/2014/main" id="{C51E3E33-63D3-4D54-B49A-67F53AD98E17}"/>
              </a:ext>
            </a:extLst>
          </p:cNvPr>
          <p:cNvSpPr txBox="1">
            <a:spLocks noChangeArrowheads="1"/>
          </p:cNvSpPr>
          <p:nvPr/>
        </p:nvSpPr>
        <p:spPr bwMode="auto">
          <a:xfrm>
            <a:off x="1117600" y="1063625"/>
            <a:ext cx="522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2262017" name="Object 1">
            <a:extLst>
              <a:ext uri="{FF2B5EF4-FFF2-40B4-BE49-F238E27FC236}">
                <a16:creationId xmlns:a16="http://schemas.microsoft.com/office/drawing/2014/main" id="{58E29F11-B089-4C0D-A16E-688BACBACE86}"/>
              </a:ext>
            </a:extLst>
          </p:cNvPr>
          <p:cNvGraphicFramePr>
            <a:graphicFrameLocks/>
          </p:cNvGraphicFramePr>
          <p:nvPr/>
        </p:nvGraphicFramePr>
        <p:xfrm>
          <a:off x="2225675" y="4610100"/>
          <a:ext cx="4298950" cy="1173163"/>
        </p:xfrm>
        <a:graphic>
          <a:graphicData uri="http://schemas.openxmlformats.org/presentationml/2006/ole">
            <mc:AlternateContent xmlns:mc="http://schemas.openxmlformats.org/markup-compatibility/2006">
              <mc:Choice xmlns:v="urn:schemas-microsoft-com:vml" Requires="v">
                <p:oleObj spid="_x0000_s64553" r:id="rId6" imgW="2514600" imgH="685800" progId="Equation.DSMT4">
                  <p:embed/>
                </p:oleObj>
              </mc:Choice>
              <mc:Fallback>
                <p:oleObj r:id="rId6" imgW="2514600" imgH="68580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5675" y="4610100"/>
                        <a:ext cx="429895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2018" name="Object 2">
            <a:extLst>
              <a:ext uri="{FF2B5EF4-FFF2-40B4-BE49-F238E27FC236}">
                <a16:creationId xmlns:a16="http://schemas.microsoft.com/office/drawing/2014/main" id="{FE74B1C5-A079-4980-BE7D-97B548702C0C}"/>
              </a:ext>
            </a:extLst>
          </p:cNvPr>
          <p:cNvGraphicFramePr>
            <a:graphicFrameLocks/>
          </p:cNvGraphicFramePr>
          <p:nvPr/>
        </p:nvGraphicFramePr>
        <p:xfrm>
          <a:off x="1620838" y="2220913"/>
          <a:ext cx="1974850" cy="347662"/>
        </p:xfrm>
        <a:graphic>
          <a:graphicData uri="http://schemas.openxmlformats.org/presentationml/2006/ole">
            <mc:AlternateContent xmlns:mc="http://schemas.openxmlformats.org/markup-compatibility/2006">
              <mc:Choice xmlns:v="urn:schemas-microsoft-com:vml" Requires="v">
                <p:oleObj spid="_x0000_s64554" r:id="rId8" imgW="1154698" imgH="203024" progId="Equation.DSMT4">
                  <p:embed/>
                </p:oleObj>
              </mc:Choice>
              <mc:Fallback>
                <p:oleObj r:id="rId8" imgW="1154698" imgH="203024"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0838" y="2220913"/>
                        <a:ext cx="19748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2019" name="Object 3">
            <a:extLst>
              <a:ext uri="{FF2B5EF4-FFF2-40B4-BE49-F238E27FC236}">
                <a16:creationId xmlns:a16="http://schemas.microsoft.com/office/drawing/2014/main" id="{62D61AD0-7FB6-4677-AAD0-78AD16635966}"/>
              </a:ext>
            </a:extLst>
          </p:cNvPr>
          <p:cNvGraphicFramePr>
            <a:graphicFrameLocks/>
          </p:cNvGraphicFramePr>
          <p:nvPr/>
        </p:nvGraphicFramePr>
        <p:xfrm>
          <a:off x="2714625" y="2697163"/>
          <a:ext cx="5707063" cy="477837"/>
        </p:xfrm>
        <a:graphic>
          <a:graphicData uri="http://schemas.openxmlformats.org/presentationml/2006/ole">
            <mc:AlternateContent xmlns:mc="http://schemas.openxmlformats.org/markup-compatibility/2006">
              <mc:Choice xmlns:v="urn:schemas-microsoft-com:vml" Requires="v">
                <p:oleObj spid="_x0000_s64555" r:id="rId10" imgW="3340100" imgH="279400" progId="Equation.DSMT4">
                  <p:embed/>
                </p:oleObj>
              </mc:Choice>
              <mc:Fallback>
                <p:oleObj r:id="rId10" imgW="3340100" imgH="279400"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14625" y="2697163"/>
                        <a:ext cx="5707063"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2020" name="Object 4">
            <a:extLst>
              <a:ext uri="{FF2B5EF4-FFF2-40B4-BE49-F238E27FC236}">
                <a16:creationId xmlns:a16="http://schemas.microsoft.com/office/drawing/2014/main" id="{0171D5B9-390B-46E1-B37F-33E7E62F3DFC}"/>
              </a:ext>
            </a:extLst>
          </p:cNvPr>
          <p:cNvGraphicFramePr>
            <a:graphicFrameLocks/>
          </p:cNvGraphicFramePr>
          <p:nvPr/>
        </p:nvGraphicFramePr>
        <p:xfrm>
          <a:off x="2681288" y="3756025"/>
          <a:ext cx="3449637" cy="715963"/>
        </p:xfrm>
        <a:graphic>
          <a:graphicData uri="http://schemas.openxmlformats.org/presentationml/2006/ole">
            <mc:AlternateContent xmlns:mc="http://schemas.openxmlformats.org/markup-compatibility/2006">
              <mc:Choice xmlns:v="urn:schemas-microsoft-com:vml" Requires="v">
                <p:oleObj spid="_x0000_s64556" r:id="rId12" imgW="2019300" imgH="419100" progId="Equation.DSMT4">
                  <p:embed/>
                </p:oleObj>
              </mc:Choice>
              <mc:Fallback>
                <p:oleObj r:id="rId12" imgW="2019300" imgH="419100"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1288" y="3756025"/>
                        <a:ext cx="3449637"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2021" name="Object 5">
            <a:extLst>
              <a:ext uri="{FF2B5EF4-FFF2-40B4-BE49-F238E27FC236}">
                <a16:creationId xmlns:a16="http://schemas.microsoft.com/office/drawing/2014/main" id="{CF340C58-7D45-417D-B3C8-CA116F826ECD}"/>
              </a:ext>
            </a:extLst>
          </p:cNvPr>
          <p:cNvGraphicFramePr>
            <a:graphicFrameLocks/>
          </p:cNvGraphicFramePr>
          <p:nvPr/>
        </p:nvGraphicFramePr>
        <p:xfrm>
          <a:off x="2166938" y="3305175"/>
          <a:ext cx="1454150" cy="347663"/>
        </p:xfrm>
        <a:graphic>
          <a:graphicData uri="http://schemas.openxmlformats.org/presentationml/2006/ole">
            <mc:AlternateContent xmlns:mc="http://schemas.openxmlformats.org/markup-compatibility/2006">
              <mc:Choice xmlns:v="urn:schemas-microsoft-com:vml" Requires="v">
                <p:oleObj spid="_x0000_s64557" r:id="rId14" imgW="850162" imgH="203024" progId="Equation.DSMT4">
                  <p:embed/>
                </p:oleObj>
              </mc:Choice>
              <mc:Fallback>
                <p:oleObj r:id="rId14" imgW="850162" imgH="203024"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66938" y="3305175"/>
                        <a:ext cx="14541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62018"/>
                                        </p:tgtEl>
                                        <p:attrNameLst>
                                          <p:attrName>style.visibility</p:attrName>
                                        </p:attrNameLst>
                                      </p:cBhvr>
                                      <p:to>
                                        <p:strVal val="visible"/>
                                      </p:to>
                                    </p:set>
                                    <p:anim calcmode="lin" valueType="num">
                                      <p:cBhvr>
                                        <p:cTn id="7" dur="1000" fill="hold"/>
                                        <p:tgtEl>
                                          <p:spTgt spid="2262018"/>
                                        </p:tgtEl>
                                        <p:attrNameLst>
                                          <p:attrName>ppt_x</p:attrName>
                                        </p:attrNameLst>
                                      </p:cBhvr>
                                      <p:tavLst>
                                        <p:tav tm="0">
                                          <p:val>
                                            <p:strVal val="0-#ppt_w/2"/>
                                          </p:val>
                                        </p:tav>
                                        <p:tav tm="100000">
                                          <p:val>
                                            <p:strVal val="#ppt_x"/>
                                          </p:val>
                                        </p:tav>
                                      </p:tavLst>
                                    </p:anim>
                                    <p:anim calcmode="lin" valueType="num">
                                      <p:cBhvr>
                                        <p:cTn id="8" dur="1000" fill="hold"/>
                                        <p:tgtEl>
                                          <p:spTgt spid="22620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262019"/>
                                        </p:tgtEl>
                                        <p:attrNameLst>
                                          <p:attrName>style.visibility</p:attrName>
                                        </p:attrNameLst>
                                      </p:cBhvr>
                                      <p:to>
                                        <p:strVal val="visible"/>
                                      </p:to>
                                    </p:set>
                                    <p:animEffect transition="in" filter="wipe(left)">
                                      <p:cBhvr>
                                        <p:cTn id="13" dur="2000"/>
                                        <p:tgtEl>
                                          <p:spTgt spid="22620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2262021"/>
                                        </p:tgtEl>
                                        <p:attrNameLst>
                                          <p:attrName>style.visibility</p:attrName>
                                        </p:attrNameLst>
                                      </p:cBhvr>
                                      <p:to>
                                        <p:strVal val="visible"/>
                                      </p:to>
                                    </p:set>
                                    <p:anim calcmode="lin" valueType="num">
                                      <p:cBhvr>
                                        <p:cTn id="18" dur="1000" fill="hold"/>
                                        <p:tgtEl>
                                          <p:spTgt spid="2262021"/>
                                        </p:tgtEl>
                                        <p:attrNameLst>
                                          <p:attrName>ppt_x</p:attrName>
                                        </p:attrNameLst>
                                      </p:cBhvr>
                                      <p:tavLst>
                                        <p:tav tm="0">
                                          <p:val>
                                            <p:strVal val="0-#ppt_w/2"/>
                                          </p:val>
                                        </p:tav>
                                        <p:tav tm="100000">
                                          <p:val>
                                            <p:strVal val="#ppt_x"/>
                                          </p:val>
                                        </p:tav>
                                      </p:tavLst>
                                    </p:anim>
                                    <p:anim calcmode="lin" valueType="num">
                                      <p:cBhvr>
                                        <p:cTn id="19" dur="1000" fill="hold"/>
                                        <p:tgtEl>
                                          <p:spTgt spid="226202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2262020"/>
                                        </p:tgtEl>
                                        <p:attrNameLst>
                                          <p:attrName>style.visibility</p:attrName>
                                        </p:attrNameLst>
                                      </p:cBhvr>
                                      <p:to>
                                        <p:strVal val="visible"/>
                                      </p:to>
                                    </p:set>
                                    <p:animEffect transition="in" filter="wipe(left)">
                                      <p:cBhvr>
                                        <p:cTn id="24" dur="1000"/>
                                        <p:tgtEl>
                                          <p:spTgt spid="226202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nodeType="clickEffect">
                                  <p:stCondLst>
                                    <p:cond delay="0"/>
                                  </p:stCondLst>
                                  <p:childTnLst>
                                    <p:set>
                                      <p:cBhvr>
                                        <p:cTn id="28" dur="1" fill="hold">
                                          <p:stCondLst>
                                            <p:cond delay="0"/>
                                          </p:stCondLst>
                                        </p:cTn>
                                        <p:tgtEl>
                                          <p:spTgt spid="2262017"/>
                                        </p:tgtEl>
                                        <p:attrNameLst>
                                          <p:attrName>style.visibility</p:attrName>
                                        </p:attrNameLst>
                                      </p:cBhvr>
                                      <p:to>
                                        <p:strVal val="visible"/>
                                      </p:to>
                                    </p:set>
                                    <p:animEffect transition="in" filter="slide(fromBottom)">
                                      <p:cBhvr>
                                        <p:cTn id="29" dur="1000"/>
                                        <p:tgtEl>
                                          <p:spTgt spid="2262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a:extLst>
              <a:ext uri="{FF2B5EF4-FFF2-40B4-BE49-F238E27FC236}">
                <a16:creationId xmlns:a16="http://schemas.microsoft.com/office/drawing/2014/main" id="{47D54D3C-C8EF-4B68-8081-1B8BD2944AC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E9C4050-EB55-4E10-B299-F9BAFE6FBB6E}" type="slidenum">
              <a:rPr altLang="en-US" sz="1400" smtClean="0"/>
              <a:pPr>
                <a:lnSpc>
                  <a:spcPct val="100000"/>
                </a:lnSpc>
                <a:spcBef>
                  <a:spcPct val="0"/>
                </a:spcBef>
                <a:buClr>
                  <a:schemeClr val="tx1"/>
                </a:buClr>
                <a:buFontTx/>
                <a:buNone/>
              </a:pPr>
              <a:t>47</a:t>
            </a:fld>
            <a:endParaRPr lang="zh-CN" altLang="en-US" sz="1400"/>
          </a:p>
        </p:txBody>
      </p:sp>
      <p:graphicFrame>
        <p:nvGraphicFramePr>
          <p:cNvPr id="65539" name="Object 0">
            <a:extLst>
              <a:ext uri="{FF2B5EF4-FFF2-40B4-BE49-F238E27FC236}">
                <a16:creationId xmlns:a16="http://schemas.microsoft.com/office/drawing/2014/main" id="{0275ECAE-67E1-4E61-A4C0-DFF92C887001}"/>
              </a:ext>
            </a:extLst>
          </p:cNvPr>
          <p:cNvGraphicFramePr>
            <a:graphicFrameLocks noGrp="1"/>
          </p:cNvGraphicFramePr>
          <p:nvPr>
            <p:ph idx="1"/>
          </p:nvPr>
        </p:nvGraphicFramePr>
        <p:xfrm>
          <a:off x="1582738" y="1368425"/>
          <a:ext cx="7108825" cy="1936750"/>
        </p:xfrm>
        <a:graphic>
          <a:graphicData uri="http://schemas.openxmlformats.org/presentationml/2006/ole">
            <mc:AlternateContent xmlns:mc="http://schemas.openxmlformats.org/markup-compatibility/2006">
              <mc:Choice xmlns:v="urn:schemas-microsoft-com:vml" Requires="v">
                <p:oleObj spid="_x0000_s65582" r:id="rId3" imgW="3681402" imgH="1002865" progId="Equation.DSMT4">
                  <p:embed/>
                </p:oleObj>
              </mc:Choice>
              <mc:Fallback>
                <p:oleObj r:id="rId3" imgW="3681402" imgH="1002865"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738" y="1368425"/>
                        <a:ext cx="7108825"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0" name="Text Box 7">
            <a:extLst>
              <a:ext uri="{FF2B5EF4-FFF2-40B4-BE49-F238E27FC236}">
                <a16:creationId xmlns:a16="http://schemas.microsoft.com/office/drawing/2014/main" id="{9AFA3908-F6F5-4590-8F9E-50784B433957}"/>
              </a:ext>
            </a:extLst>
          </p:cNvPr>
          <p:cNvSpPr txBox="1">
            <a:spLocks noChangeArrowheads="1"/>
          </p:cNvSpPr>
          <p:nvPr/>
        </p:nvSpPr>
        <p:spPr bwMode="auto">
          <a:xfrm>
            <a:off x="1166813" y="1227138"/>
            <a:ext cx="606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600">
                <a:solidFill>
                  <a:srgbClr val="000066"/>
                </a:solidFill>
                <a:latin typeface="Arial" panose="020B0604020202020204" pitchFamily="34" charset="0"/>
                <a:ea typeface="宋体" panose="02010600030101010101" pitchFamily="2" charset="-122"/>
              </a:rPr>
              <a:t> </a:t>
            </a:r>
          </a:p>
        </p:txBody>
      </p:sp>
      <p:graphicFrame>
        <p:nvGraphicFramePr>
          <p:cNvPr id="2263041" name="Object 1">
            <a:extLst>
              <a:ext uri="{FF2B5EF4-FFF2-40B4-BE49-F238E27FC236}">
                <a16:creationId xmlns:a16="http://schemas.microsoft.com/office/drawing/2014/main" id="{FAB24779-04D5-4A26-8EB2-4485147072F1}"/>
              </a:ext>
            </a:extLst>
          </p:cNvPr>
          <p:cNvGraphicFramePr>
            <a:graphicFrameLocks/>
          </p:cNvGraphicFramePr>
          <p:nvPr/>
        </p:nvGraphicFramePr>
        <p:xfrm>
          <a:off x="1752600" y="3536950"/>
          <a:ext cx="3113088" cy="636588"/>
        </p:xfrm>
        <a:graphic>
          <a:graphicData uri="http://schemas.openxmlformats.org/presentationml/2006/ole">
            <mc:AlternateContent xmlns:mc="http://schemas.openxmlformats.org/markup-compatibility/2006">
              <mc:Choice xmlns:v="urn:schemas-microsoft-com:vml" Requires="v">
                <p:oleObj spid="_x0000_s65583" r:id="rId6" imgW="1612200" imgH="330057" progId="Equation.DSMT4">
                  <p:embed/>
                </p:oleObj>
              </mc:Choice>
              <mc:Fallback>
                <p:oleObj r:id="rId6" imgW="1612200" imgH="330057"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536950"/>
                        <a:ext cx="3113088"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3042" name="Object 2">
            <a:extLst>
              <a:ext uri="{FF2B5EF4-FFF2-40B4-BE49-F238E27FC236}">
                <a16:creationId xmlns:a16="http://schemas.microsoft.com/office/drawing/2014/main" id="{48F1213B-6B05-4C89-ADFE-52215E406FAA}"/>
              </a:ext>
            </a:extLst>
          </p:cNvPr>
          <p:cNvGraphicFramePr>
            <a:graphicFrameLocks/>
          </p:cNvGraphicFramePr>
          <p:nvPr/>
        </p:nvGraphicFramePr>
        <p:xfrm>
          <a:off x="6572250" y="3454400"/>
          <a:ext cx="1103313" cy="833438"/>
        </p:xfrm>
        <a:graphic>
          <a:graphicData uri="http://schemas.openxmlformats.org/presentationml/2006/ole">
            <mc:AlternateContent xmlns:mc="http://schemas.openxmlformats.org/markup-compatibility/2006">
              <mc:Choice xmlns:v="urn:schemas-microsoft-com:vml" Requires="v">
                <p:oleObj spid="_x0000_s65584" r:id="rId8" imgW="571252" imgH="431613" progId="Equation.DSMT4">
                  <p:embed/>
                </p:oleObj>
              </mc:Choice>
              <mc:Fallback>
                <p:oleObj r:id="rId8" imgW="571252" imgH="431613"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72250" y="3454400"/>
                        <a:ext cx="110331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3043" name="Object 3">
            <a:extLst>
              <a:ext uri="{FF2B5EF4-FFF2-40B4-BE49-F238E27FC236}">
                <a16:creationId xmlns:a16="http://schemas.microsoft.com/office/drawing/2014/main" id="{75F4F747-F546-4E64-BBE0-14A312A4FED0}"/>
              </a:ext>
            </a:extLst>
          </p:cNvPr>
          <p:cNvGraphicFramePr>
            <a:graphicFrameLocks/>
          </p:cNvGraphicFramePr>
          <p:nvPr/>
        </p:nvGraphicFramePr>
        <p:xfrm>
          <a:off x="4870450" y="3521075"/>
          <a:ext cx="1617663" cy="636588"/>
        </p:xfrm>
        <a:graphic>
          <a:graphicData uri="http://schemas.openxmlformats.org/presentationml/2006/ole">
            <mc:AlternateContent xmlns:mc="http://schemas.openxmlformats.org/markup-compatibility/2006">
              <mc:Choice xmlns:v="urn:schemas-microsoft-com:vml" Requires="v">
                <p:oleObj spid="_x0000_s65585" r:id="rId10" imgW="837836" imgH="330057" progId="Equation.DSMT4">
                  <p:embed/>
                </p:oleObj>
              </mc:Choice>
              <mc:Fallback>
                <p:oleObj r:id="rId10" imgW="837836" imgH="330057"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0450" y="3521075"/>
                        <a:ext cx="1617663"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3044" name="Object 4">
            <a:extLst>
              <a:ext uri="{FF2B5EF4-FFF2-40B4-BE49-F238E27FC236}">
                <a16:creationId xmlns:a16="http://schemas.microsoft.com/office/drawing/2014/main" id="{394ABDBE-4E16-410B-849F-9CF27EC5AB8B}"/>
              </a:ext>
            </a:extLst>
          </p:cNvPr>
          <p:cNvGraphicFramePr>
            <a:graphicFrameLocks/>
          </p:cNvGraphicFramePr>
          <p:nvPr/>
        </p:nvGraphicFramePr>
        <p:xfrm>
          <a:off x="3863975" y="4521200"/>
          <a:ext cx="1766888" cy="833438"/>
        </p:xfrm>
        <a:graphic>
          <a:graphicData uri="http://schemas.openxmlformats.org/presentationml/2006/ole">
            <mc:AlternateContent xmlns:mc="http://schemas.openxmlformats.org/markup-compatibility/2006">
              <mc:Choice xmlns:v="urn:schemas-microsoft-com:vml" Requires="v">
                <p:oleObj spid="_x0000_s65586" r:id="rId12" imgW="914003" imgH="431613" progId="Equation.DSMT4">
                  <p:embed/>
                </p:oleObj>
              </mc:Choice>
              <mc:Fallback>
                <p:oleObj r:id="rId12" imgW="914003" imgH="431613"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3975" y="4521200"/>
                        <a:ext cx="1766888"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3045" name="Object 5">
            <a:extLst>
              <a:ext uri="{FF2B5EF4-FFF2-40B4-BE49-F238E27FC236}">
                <a16:creationId xmlns:a16="http://schemas.microsoft.com/office/drawing/2014/main" id="{DDCB290A-254C-49BA-946C-058CEE8F5980}"/>
              </a:ext>
            </a:extLst>
          </p:cNvPr>
          <p:cNvGraphicFramePr>
            <a:graphicFrameLocks/>
          </p:cNvGraphicFramePr>
          <p:nvPr/>
        </p:nvGraphicFramePr>
        <p:xfrm>
          <a:off x="2349500" y="4710113"/>
          <a:ext cx="1643063" cy="488950"/>
        </p:xfrm>
        <a:graphic>
          <a:graphicData uri="http://schemas.openxmlformats.org/presentationml/2006/ole">
            <mc:AlternateContent xmlns:mc="http://schemas.openxmlformats.org/markup-compatibility/2006">
              <mc:Choice xmlns:v="urn:schemas-microsoft-com:vml" Requires="v">
                <p:oleObj spid="_x0000_s65587" r:id="rId14" imgW="850162" imgH="253780" progId="Equation.DSMT4">
                  <p:embed/>
                </p:oleObj>
              </mc:Choice>
              <mc:Fallback>
                <p:oleObj r:id="rId14" imgW="850162" imgH="25378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49500" y="4710113"/>
                        <a:ext cx="16430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3046" name="Object 6">
            <a:extLst>
              <a:ext uri="{FF2B5EF4-FFF2-40B4-BE49-F238E27FC236}">
                <a16:creationId xmlns:a16="http://schemas.microsoft.com/office/drawing/2014/main" id="{3B16CB94-BEA0-4A71-98F8-01509C8A6F04}"/>
              </a:ext>
            </a:extLst>
          </p:cNvPr>
          <p:cNvGraphicFramePr>
            <a:graphicFrameLocks/>
          </p:cNvGraphicFramePr>
          <p:nvPr/>
        </p:nvGraphicFramePr>
        <p:xfrm>
          <a:off x="5762625" y="4516438"/>
          <a:ext cx="1865313" cy="784225"/>
        </p:xfrm>
        <a:graphic>
          <a:graphicData uri="http://schemas.openxmlformats.org/presentationml/2006/ole">
            <mc:AlternateContent xmlns:mc="http://schemas.openxmlformats.org/markup-compatibility/2006">
              <mc:Choice xmlns:v="urn:schemas-microsoft-com:vml" Requires="v">
                <p:oleObj spid="_x0000_s65588" r:id="rId16" imgW="964363" imgH="406048" progId="Equation.DSMT4">
                  <p:embed/>
                </p:oleObj>
              </mc:Choice>
              <mc:Fallback>
                <p:oleObj r:id="rId16" imgW="964363" imgH="406048" progId="Equation.DSMT4">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62625" y="4516438"/>
                        <a:ext cx="186531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63041"/>
                                        </p:tgtEl>
                                        <p:attrNameLst>
                                          <p:attrName>style.visibility</p:attrName>
                                        </p:attrNameLst>
                                      </p:cBhvr>
                                      <p:to>
                                        <p:strVal val="visible"/>
                                      </p:to>
                                    </p:set>
                                    <p:anim calcmode="lin" valueType="num">
                                      <p:cBhvr>
                                        <p:cTn id="7" dur="1000" fill="hold"/>
                                        <p:tgtEl>
                                          <p:spTgt spid="2263041"/>
                                        </p:tgtEl>
                                        <p:attrNameLst>
                                          <p:attrName>ppt_x</p:attrName>
                                        </p:attrNameLst>
                                      </p:cBhvr>
                                      <p:tavLst>
                                        <p:tav tm="0">
                                          <p:val>
                                            <p:strVal val="0-#ppt_w/2"/>
                                          </p:val>
                                        </p:tav>
                                        <p:tav tm="100000">
                                          <p:val>
                                            <p:strVal val="#ppt_x"/>
                                          </p:val>
                                        </p:tav>
                                      </p:tavLst>
                                    </p:anim>
                                    <p:anim calcmode="lin" valueType="num">
                                      <p:cBhvr>
                                        <p:cTn id="8" dur="1000" fill="hold"/>
                                        <p:tgtEl>
                                          <p:spTgt spid="22630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263043"/>
                                        </p:tgtEl>
                                        <p:attrNameLst>
                                          <p:attrName>style.visibility</p:attrName>
                                        </p:attrNameLst>
                                      </p:cBhvr>
                                      <p:to>
                                        <p:strVal val="visible"/>
                                      </p:to>
                                    </p:set>
                                    <p:animEffect transition="in" filter="wipe(left)">
                                      <p:cBhvr>
                                        <p:cTn id="13" dur="2000"/>
                                        <p:tgtEl>
                                          <p:spTgt spid="22630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263042"/>
                                        </p:tgtEl>
                                        <p:attrNameLst>
                                          <p:attrName>style.visibility</p:attrName>
                                        </p:attrNameLst>
                                      </p:cBhvr>
                                      <p:to>
                                        <p:strVal val="visible"/>
                                      </p:to>
                                    </p:set>
                                    <p:animEffect transition="in" filter="wipe(left)">
                                      <p:cBhvr>
                                        <p:cTn id="18" dur="2000"/>
                                        <p:tgtEl>
                                          <p:spTgt spid="22630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263045"/>
                                        </p:tgtEl>
                                        <p:attrNameLst>
                                          <p:attrName>style.visibility</p:attrName>
                                        </p:attrNameLst>
                                      </p:cBhvr>
                                      <p:to>
                                        <p:strVal val="visible"/>
                                      </p:to>
                                    </p:set>
                                    <p:anim calcmode="lin" valueType="num">
                                      <p:cBhvr>
                                        <p:cTn id="23" dur="1000" fill="hold"/>
                                        <p:tgtEl>
                                          <p:spTgt spid="2263045"/>
                                        </p:tgtEl>
                                        <p:attrNameLst>
                                          <p:attrName>ppt_x</p:attrName>
                                        </p:attrNameLst>
                                      </p:cBhvr>
                                      <p:tavLst>
                                        <p:tav tm="0">
                                          <p:val>
                                            <p:strVal val="0-#ppt_w/2"/>
                                          </p:val>
                                        </p:tav>
                                        <p:tav tm="100000">
                                          <p:val>
                                            <p:strVal val="#ppt_x"/>
                                          </p:val>
                                        </p:tav>
                                      </p:tavLst>
                                    </p:anim>
                                    <p:anim calcmode="lin" valueType="num">
                                      <p:cBhvr>
                                        <p:cTn id="24" dur="1000" fill="hold"/>
                                        <p:tgtEl>
                                          <p:spTgt spid="226304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263044"/>
                                        </p:tgtEl>
                                        <p:attrNameLst>
                                          <p:attrName>style.visibility</p:attrName>
                                        </p:attrNameLst>
                                      </p:cBhvr>
                                      <p:to>
                                        <p:strVal val="visible"/>
                                      </p:to>
                                    </p:set>
                                    <p:animEffect transition="in" filter="wipe(left)">
                                      <p:cBhvr>
                                        <p:cTn id="29" dur="2000"/>
                                        <p:tgtEl>
                                          <p:spTgt spid="226304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63046"/>
                                        </p:tgtEl>
                                        <p:attrNameLst>
                                          <p:attrName>style.visibility</p:attrName>
                                        </p:attrNameLst>
                                      </p:cBhvr>
                                      <p:to>
                                        <p:strVal val="visible"/>
                                      </p:to>
                                    </p:set>
                                    <p:animEffect transition="in" filter="wipe(left)">
                                      <p:cBhvr>
                                        <p:cTn id="34" dur="2000"/>
                                        <p:tgtEl>
                                          <p:spTgt spid="2263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7">
            <a:extLst>
              <a:ext uri="{FF2B5EF4-FFF2-40B4-BE49-F238E27FC236}">
                <a16:creationId xmlns:a16="http://schemas.microsoft.com/office/drawing/2014/main" id="{45796369-359D-4D83-AA8D-9143F5FF04E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9AA7DB0B-E25D-4350-904D-6BFD206B9060}" type="slidenum">
              <a:rPr altLang="en-US" sz="1400" smtClean="0"/>
              <a:pPr>
                <a:lnSpc>
                  <a:spcPct val="100000"/>
                </a:lnSpc>
                <a:spcBef>
                  <a:spcPct val="0"/>
                </a:spcBef>
                <a:buClr>
                  <a:schemeClr val="tx1"/>
                </a:buClr>
                <a:buFontTx/>
                <a:buNone/>
              </a:pPr>
              <a:t>48</a:t>
            </a:fld>
            <a:endParaRPr lang="zh-CN" altLang="en-US" sz="1400"/>
          </a:p>
        </p:txBody>
      </p:sp>
      <p:sp>
        <p:nvSpPr>
          <p:cNvPr id="66563" name="Rectangle 2">
            <a:extLst>
              <a:ext uri="{FF2B5EF4-FFF2-40B4-BE49-F238E27FC236}">
                <a16:creationId xmlns:a16="http://schemas.microsoft.com/office/drawing/2014/main" id="{218E251A-5426-461B-9EC8-F595BBB63622}"/>
              </a:ext>
            </a:extLst>
          </p:cNvPr>
          <p:cNvSpPr>
            <a:spLocks noGrp="1" noChangeArrowheads="1"/>
          </p:cNvSpPr>
          <p:nvPr>
            <p:ph type="title"/>
          </p:nvPr>
        </p:nvSpPr>
        <p:spPr>
          <a:xfrm>
            <a:off x="1535113" y="246063"/>
            <a:ext cx="4845050" cy="857250"/>
          </a:xfrm>
        </p:spPr>
        <p:txBody>
          <a:bodyPr/>
          <a:lstStyle/>
          <a:p>
            <a:pPr marL="914400" indent="-914400" eaLnBrk="1" hangingPunct="1"/>
            <a:r>
              <a:rPr lang="zh-CN" altLang="en-US" sz="2400" b="1">
                <a:solidFill>
                  <a:srgbClr val="FF9900"/>
                </a:solidFill>
                <a:latin typeface="宋体" panose="02010600030101010101" pitchFamily="2" charset="-122"/>
                <a:ea typeface="宋体" panose="02010600030101010101" pitchFamily="2" charset="-122"/>
              </a:rPr>
              <a:t>极大似然估计法</a:t>
            </a:r>
          </a:p>
        </p:txBody>
      </p:sp>
      <p:sp>
        <p:nvSpPr>
          <p:cNvPr id="66564" name="Rectangle 3">
            <a:extLst>
              <a:ext uri="{FF2B5EF4-FFF2-40B4-BE49-F238E27FC236}">
                <a16:creationId xmlns:a16="http://schemas.microsoft.com/office/drawing/2014/main" id="{257FA4FD-EA58-467E-AE95-FD2AA2878EF3}"/>
              </a:ext>
            </a:extLst>
          </p:cNvPr>
          <p:cNvSpPr>
            <a:spLocks noGrp="1" noChangeArrowheads="1"/>
          </p:cNvSpPr>
          <p:nvPr>
            <p:ph type="body" sz="half" idx="1"/>
          </p:nvPr>
        </p:nvSpPr>
        <p:spPr>
          <a:xfrm>
            <a:off x="1092200" y="1143000"/>
            <a:ext cx="7335838" cy="4513263"/>
          </a:xfrm>
        </p:spPr>
        <p:txBody>
          <a:bodyPr/>
          <a:lstStyle/>
          <a:p>
            <a:pPr marL="0" indent="0" eaLnBrk="1" hangingPunct="1">
              <a:buFontTx/>
              <a:buBlip>
                <a:blip r:embed="rId3"/>
              </a:buBlip>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极大似然估计的原理介绍</a:t>
            </a:r>
          </a:p>
          <a:p>
            <a:pPr marL="0" indent="0" eaLnBrk="1" hangingPunct="1">
              <a:buFontTx/>
              <a:buNone/>
            </a:pPr>
            <a:endParaRPr lang="zh-CN" altLang="en-US" sz="2000" dirty="0">
              <a:latin typeface="宋体" panose="02010600030101010101" pitchFamily="2" charset="-122"/>
              <a:ea typeface="宋体" panose="02010600030101010101" pitchFamily="2" charset="-122"/>
            </a:endParaRPr>
          </a:p>
          <a:p>
            <a:pPr marL="0" indent="0" eaLnBrk="1" hangingPunct="1">
              <a:buFontTx/>
              <a:buNone/>
            </a:pPr>
            <a:r>
              <a:rPr lang="zh-CN" altLang="en-US" sz="2000" dirty="0">
                <a:solidFill>
                  <a:srgbClr val="996600"/>
                </a:solidFill>
                <a:latin typeface="宋体" panose="02010600030101010101" pitchFamily="2" charset="-122"/>
                <a:ea typeface="宋体" panose="02010600030101010101" pitchFamily="2" charset="-122"/>
              </a:rPr>
              <a:t>考察以下例子：</a:t>
            </a:r>
          </a:p>
          <a:p>
            <a:pPr marL="0" indent="0" eaLnBrk="1" hangingPunct="1">
              <a:buFontTx/>
              <a:buNone/>
            </a:pPr>
            <a:r>
              <a:rPr lang="zh-CN" altLang="en-US" sz="2000" dirty="0">
                <a:solidFill>
                  <a:srgbClr val="996600"/>
                </a:solidFill>
                <a:latin typeface="宋体" panose="02010600030101010101" pitchFamily="2" charset="-122"/>
                <a:ea typeface="宋体" panose="02010600030101010101" pitchFamily="2" charset="-122"/>
              </a:rPr>
              <a:t>    假设在一个罐中放着许多白球和黑球，并假定已经知道两种球的数目之比是</a:t>
            </a:r>
            <a:r>
              <a:rPr lang="en-US" altLang="zh-CN" sz="2000" dirty="0">
                <a:solidFill>
                  <a:srgbClr val="996600"/>
                </a:solidFill>
                <a:latin typeface="宋体" panose="02010600030101010101" pitchFamily="2" charset="-122"/>
                <a:ea typeface="宋体" panose="02010600030101010101" pitchFamily="2" charset="-122"/>
              </a:rPr>
              <a:t>1:3</a:t>
            </a:r>
            <a:r>
              <a:rPr lang="zh-CN" altLang="en-US" sz="2000" dirty="0">
                <a:solidFill>
                  <a:srgbClr val="996600"/>
                </a:solidFill>
                <a:latin typeface="宋体" panose="02010600030101010101" pitchFamily="2" charset="-122"/>
                <a:ea typeface="宋体" panose="02010600030101010101" pitchFamily="2" charset="-122"/>
              </a:rPr>
              <a:t>，但不知道哪种颜色的球多。如果用返回抽样方法从罐中任取</a:t>
            </a:r>
            <a:r>
              <a:rPr lang="en-US" altLang="zh-CN" sz="2000" dirty="0">
                <a:solidFill>
                  <a:srgbClr val="996600"/>
                </a:solidFill>
                <a:latin typeface="宋体" panose="02010600030101010101" pitchFamily="2" charset="-122"/>
                <a:ea typeface="宋体" panose="02010600030101010101" pitchFamily="2" charset="-122"/>
              </a:rPr>
              <a:t>n</a:t>
            </a:r>
            <a:r>
              <a:rPr lang="zh-CN" altLang="en-US" sz="2000" dirty="0">
                <a:solidFill>
                  <a:srgbClr val="996600"/>
                </a:solidFill>
                <a:latin typeface="宋体" panose="02010600030101010101" pitchFamily="2" charset="-122"/>
                <a:ea typeface="宋体" panose="02010600030101010101" pitchFamily="2" charset="-122"/>
              </a:rPr>
              <a:t>个球，则其中黑球的个数为</a:t>
            </a:r>
            <a:r>
              <a:rPr lang="en-US" altLang="zh-CN" sz="2000" dirty="0">
                <a:solidFill>
                  <a:srgbClr val="996600"/>
                </a:solidFill>
                <a:latin typeface="宋体" panose="02010600030101010101" pitchFamily="2" charset="-122"/>
                <a:ea typeface="宋体" panose="02010600030101010101" pitchFamily="2" charset="-122"/>
              </a:rPr>
              <a:t>x</a:t>
            </a:r>
            <a:r>
              <a:rPr lang="zh-CN" altLang="en-US" sz="2000" dirty="0">
                <a:solidFill>
                  <a:srgbClr val="996600"/>
                </a:solidFill>
                <a:latin typeface="宋体" panose="02010600030101010101" pitchFamily="2" charset="-122"/>
                <a:ea typeface="宋体" panose="02010600030101010101" pitchFamily="2" charset="-122"/>
              </a:rPr>
              <a:t>的概率为：</a:t>
            </a:r>
          </a:p>
          <a:p>
            <a:pPr marL="0" indent="0" eaLnBrk="1" hangingPunct="1">
              <a:buFontTx/>
              <a:buNone/>
            </a:pPr>
            <a:endParaRPr lang="zh-CN" altLang="en-US" sz="2000" dirty="0">
              <a:solidFill>
                <a:srgbClr val="996600"/>
              </a:solidFill>
              <a:latin typeface="宋体" panose="02010600030101010101" pitchFamily="2" charset="-122"/>
              <a:ea typeface="宋体" panose="02010600030101010101" pitchFamily="2" charset="-122"/>
            </a:endParaRPr>
          </a:p>
          <a:p>
            <a:pPr marL="0" indent="0" eaLnBrk="1" hangingPunct="1">
              <a:buFontTx/>
              <a:buNone/>
            </a:pPr>
            <a:endParaRPr lang="zh-CN" altLang="en-US" sz="2000" dirty="0">
              <a:latin typeface="宋体" panose="02010600030101010101" pitchFamily="2" charset="-122"/>
              <a:ea typeface="宋体" panose="02010600030101010101" pitchFamily="2" charset="-122"/>
            </a:endParaRPr>
          </a:p>
          <a:p>
            <a:pPr marL="0" indent="0" eaLnBrk="1" hangingPunct="1">
              <a:buFontTx/>
              <a:buNone/>
            </a:pPr>
            <a:r>
              <a:rPr lang="zh-CN" altLang="en-US" sz="2000" dirty="0">
                <a:latin typeface="宋体" panose="02010600030101010101" pitchFamily="2" charset="-122"/>
                <a:ea typeface="宋体" panose="02010600030101010101" pitchFamily="2" charset="-122"/>
              </a:rPr>
              <a:t>若取</a:t>
            </a:r>
            <a:r>
              <a:rPr lang="en-US" altLang="zh-CN" sz="2000" dirty="0">
                <a:latin typeface="宋体" panose="02010600030101010101" pitchFamily="2" charset="-122"/>
                <a:ea typeface="宋体" panose="02010600030101010101" pitchFamily="2" charset="-122"/>
              </a:rPr>
              <a:t>n=3</a:t>
            </a:r>
            <a:r>
              <a:rPr lang="zh-CN" altLang="en-US" sz="2000" dirty="0">
                <a:latin typeface="宋体" panose="02010600030101010101" pitchFamily="2" charset="-122"/>
                <a:ea typeface="宋体" panose="02010600030101010101" pitchFamily="2" charset="-122"/>
              </a:rPr>
              <a:t>，如何通过</a:t>
            </a:r>
            <a:r>
              <a:rPr lang="en-US" altLang="zh-CN" sz="2000" dirty="0">
                <a:latin typeface="宋体" panose="02010600030101010101" pitchFamily="2" charset="-122"/>
                <a:ea typeface="宋体" panose="02010600030101010101" pitchFamily="2" charset="-122"/>
              </a:rPr>
              <a:t>x</a:t>
            </a:r>
            <a:r>
              <a:rPr lang="zh-CN" altLang="en-US" sz="2000" dirty="0">
                <a:latin typeface="宋体" panose="02010600030101010101" pitchFamily="2" charset="-122"/>
                <a:ea typeface="宋体" panose="02010600030101010101" pitchFamily="2" charset="-122"/>
              </a:rPr>
              <a:t>来估计</a:t>
            </a:r>
            <a:r>
              <a:rPr lang="en-US" altLang="zh-CN" sz="2000" dirty="0">
                <a:latin typeface="宋体" panose="02010600030101010101" pitchFamily="2" charset="-122"/>
                <a:ea typeface="宋体" panose="02010600030101010101" pitchFamily="2" charset="-122"/>
              </a:rPr>
              <a:t>p</a:t>
            </a:r>
            <a:r>
              <a:rPr lang="zh-CN" altLang="en-US" sz="2000" dirty="0">
                <a:latin typeface="宋体" panose="02010600030101010101" pitchFamily="2" charset="-122"/>
                <a:ea typeface="宋体" panose="02010600030101010101" pitchFamily="2" charset="-122"/>
              </a:rPr>
              <a:t>值</a:t>
            </a:r>
          </a:p>
          <a:p>
            <a:pPr marL="0" indent="0" eaLnBrk="1" hangingPunct="1">
              <a:buFontTx/>
              <a:buNone/>
            </a:pPr>
            <a:endParaRPr lang="zh-CN" altLang="en-US" sz="2000" dirty="0">
              <a:latin typeface="宋体" panose="02010600030101010101" pitchFamily="2" charset="-122"/>
              <a:ea typeface="宋体" panose="02010600030101010101" pitchFamily="2" charset="-122"/>
            </a:endParaRPr>
          </a:p>
          <a:p>
            <a:pPr marL="0" indent="0" eaLnBrk="1" hangingPunct="1">
              <a:buFontTx/>
              <a:buNone/>
            </a:pPr>
            <a:r>
              <a:rPr lang="zh-CN" altLang="en-US" sz="2000" dirty="0">
                <a:latin typeface="宋体" panose="02010600030101010101" pitchFamily="2" charset="-122"/>
                <a:ea typeface="宋体" panose="02010600030101010101" pitchFamily="2" charset="-122"/>
              </a:rPr>
              <a:t>先计算抽样的可能结果</a:t>
            </a:r>
            <a:r>
              <a:rPr lang="en-US" altLang="zh-CN" sz="2000" dirty="0">
                <a:latin typeface="宋体" panose="02010600030101010101" pitchFamily="2" charset="-122"/>
                <a:ea typeface="宋体" panose="02010600030101010101" pitchFamily="2" charset="-122"/>
              </a:rPr>
              <a:t>x</a:t>
            </a:r>
            <a:r>
              <a:rPr lang="zh-CN" altLang="en-US" sz="2000" dirty="0">
                <a:latin typeface="宋体" panose="02010600030101010101" pitchFamily="2" charset="-122"/>
                <a:ea typeface="宋体" panose="02010600030101010101" pitchFamily="2" charset="-122"/>
              </a:rPr>
              <a:t>在这两种</a:t>
            </a:r>
            <a:r>
              <a:rPr lang="en-US" altLang="zh-CN" sz="2000" dirty="0">
                <a:latin typeface="宋体" panose="02010600030101010101" pitchFamily="2" charset="-122"/>
                <a:ea typeface="宋体" panose="02010600030101010101" pitchFamily="2" charset="-122"/>
              </a:rPr>
              <a:t>p</a:t>
            </a:r>
            <a:r>
              <a:rPr lang="zh-CN" altLang="en-US" sz="2000" dirty="0">
                <a:latin typeface="宋体" panose="02010600030101010101" pitchFamily="2" charset="-122"/>
                <a:ea typeface="宋体" panose="02010600030101010101" pitchFamily="2" charset="-122"/>
              </a:rPr>
              <a:t>值之下的概率：</a:t>
            </a:r>
          </a:p>
        </p:txBody>
      </p:sp>
      <p:graphicFrame>
        <p:nvGraphicFramePr>
          <p:cNvPr id="66565" name="Object 0">
            <a:extLst>
              <a:ext uri="{FF2B5EF4-FFF2-40B4-BE49-F238E27FC236}">
                <a16:creationId xmlns:a16="http://schemas.microsoft.com/office/drawing/2014/main" id="{7E95B5C9-3A90-4BAF-BCA8-93228E1A9414}"/>
              </a:ext>
            </a:extLst>
          </p:cNvPr>
          <p:cNvGraphicFramePr>
            <a:graphicFrameLocks noGrp="1"/>
          </p:cNvGraphicFramePr>
          <p:nvPr>
            <p:ph sz="quarter" idx="2"/>
          </p:nvPr>
        </p:nvGraphicFramePr>
        <p:xfrm>
          <a:off x="1730375" y="3255963"/>
          <a:ext cx="5248275" cy="652462"/>
        </p:xfrm>
        <a:graphic>
          <a:graphicData uri="http://schemas.openxmlformats.org/presentationml/2006/ole">
            <mc:AlternateContent xmlns:mc="http://schemas.openxmlformats.org/markup-compatibility/2006">
              <mc:Choice xmlns:v="urn:schemas-microsoft-com:vml" Requires="v">
                <p:oleObj spid="_x0000_s66663" r:id="rId4" imgW="3683000" imgH="457200" progId="Equation.DSMT4">
                  <p:embed/>
                </p:oleObj>
              </mc:Choice>
              <mc:Fallback>
                <p:oleObj r:id="rId4" imgW="3683000" imgH="457200" progId="Equation.DSMT4">
                  <p:embed/>
                  <p:pic>
                    <p:nvPicPr>
                      <p:cNvPr id="0" name="Object 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0375" y="3255963"/>
                        <a:ext cx="5248275"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89600" name="Group 384">
            <a:extLst>
              <a:ext uri="{FF2B5EF4-FFF2-40B4-BE49-F238E27FC236}">
                <a16:creationId xmlns:a16="http://schemas.microsoft.com/office/drawing/2014/main" id="{2245EEDF-D96E-4A3C-8401-46E76D22BC79}"/>
              </a:ext>
            </a:extLst>
          </p:cNvPr>
          <p:cNvGraphicFramePr>
            <a:graphicFrameLocks noGrp="1"/>
          </p:cNvGraphicFramePr>
          <p:nvPr>
            <p:ph sz="quarter" idx="1"/>
          </p:nvPr>
        </p:nvGraphicFramePr>
        <p:xfrm>
          <a:off x="2703513" y="5180013"/>
          <a:ext cx="3786187" cy="1258888"/>
        </p:xfrm>
        <a:graphic>
          <a:graphicData uri="http://schemas.openxmlformats.org/drawingml/2006/table">
            <a:tbl>
              <a:tblPr/>
              <a:tblGrid>
                <a:gridCol w="757237">
                  <a:extLst>
                    <a:ext uri="{9D8B030D-6E8A-4147-A177-3AD203B41FA5}">
                      <a16:colId xmlns:a16="http://schemas.microsoft.com/office/drawing/2014/main" val="20000"/>
                    </a:ext>
                  </a:extLst>
                </a:gridCol>
                <a:gridCol w="750888">
                  <a:extLst>
                    <a:ext uri="{9D8B030D-6E8A-4147-A177-3AD203B41FA5}">
                      <a16:colId xmlns:a16="http://schemas.microsoft.com/office/drawing/2014/main" val="20001"/>
                    </a:ext>
                  </a:extLst>
                </a:gridCol>
                <a:gridCol w="839787">
                  <a:extLst>
                    <a:ext uri="{9D8B030D-6E8A-4147-A177-3AD203B41FA5}">
                      <a16:colId xmlns:a16="http://schemas.microsoft.com/office/drawing/2014/main" val="20002"/>
                    </a:ext>
                  </a:extLst>
                </a:gridCol>
                <a:gridCol w="76041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441347">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cap="flat">
                      <a:noFill/>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윤명조240" pitchFamily="18" charset="-127"/>
                          <a:ea typeface="-윤명조240" pitchFamily="18" charset="-127"/>
                        </a:rPr>
                        <a:t>  </a:t>
                      </a:r>
                      <a:r>
                        <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0</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  1</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  2</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 3</a:t>
                      </a:r>
                    </a:p>
                  </a:txBody>
                  <a:tcPr marL="90000" marR="90000" marT="46802" marB="46802" horzOverflow="overflow">
                    <a:lnL w="12700" cap="flat" cmpd="sng" algn="ctr">
                      <a:solidFill>
                        <a:schemeClr val="tx1"/>
                      </a:solidFill>
                      <a:prstDash val="solid"/>
                      <a:round/>
                      <a:headEnd type="none" w="med" len="med"/>
                      <a:tailEnd type="none" w="med" len="med"/>
                    </a:lnL>
                    <a:lnR cap="flat">
                      <a:no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extLst>
                  <a:ext uri="{0D108BD9-81ED-4DB2-BD59-A6C34878D82A}">
                    <a16:rowId xmlns:a16="http://schemas.microsoft.com/office/drawing/2014/main" val="10000"/>
                  </a:ext>
                </a:extLst>
              </a:tr>
              <a:tr h="419121">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cap="flat">
                      <a:noFill/>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cap="flat">
                      <a:no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extLst>
                  <a:ext uri="{0D108BD9-81ED-4DB2-BD59-A6C34878D82A}">
                    <a16:rowId xmlns:a16="http://schemas.microsoft.com/office/drawing/2014/main" val="10001"/>
                  </a:ext>
                </a:extLst>
              </a:tr>
              <a:tr h="398420">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cap="flat">
                      <a:noFill/>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윤명조240" pitchFamily="18" charset="-127"/>
                        <a:ea typeface="-윤명조240" pitchFamily="18" charset="-127"/>
                      </a:endParaRPr>
                    </a:p>
                  </a:txBody>
                  <a:tcPr marL="90000" marR="90000" marT="46802" marB="46802" horzOverflow="overflow">
                    <a:lnL w="12700" cap="flat" cmpd="sng" algn="ctr">
                      <a:solidFill>
                        <a:schemeClr val="tx1"/>
                      </a:solidFill>
                      <a:prstDash val="solid"/>
                      <a:round/>
                      <a:headEnd type="none" w="med" len="med"/>
                      <a:tailEnd type="none" w="med" len="med"/>
                    </a:lnL>
                    <a:lnR cap="flat">
                      <a:no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gradFill rotWithShape="0">
                      <a:gsLst>
                        <a:gs pos="0">
                          <a:schemeClr val="hlink"/>
                        </a:gs>
                        <a:gs pos="100000">
                          <a:srgbClr val="8EB6B4"/>
                        </a:gs>
                      </a:gsLst>
                      <a:path path="shape">
                        <a:fillToRect l="50000" t="50000" r="50000" b="50000"/>
                      </a:path>
                    </a:gradFill>
                  </a:tcPr>
                </a:tc>
                <a:extLst>
                  <a:ext uri="{0D108BD9-81ED-4DB2-BD59-A6C34878D82A}">
                    <a16:rowId xmlns:a16="http://schemas.microsoft.com/office/drawing/2014/main" val="10002"/>
                  </a:ext>
                </a:extLst>
              </a:tr>
            </a:tbl>
          </a:graphicData>
        </a:graphic>
      </p:graphicFrame>
      <p:grpSp>
        <p:nvGrpSpPr>
          <p:cNvPr id="66590" name="Group 379">
            <a:extLst>
              <a:ext uri="{FF2B5EF4-FFF2-40B4-BE49-F238E27FC236}">
                <a16:creationId xmlns:a16="http://schemas.microsoft.com/office/drawing/2014/main" id="{D762AC47-2AF0-4437-94C1-F4E822126269}"/>
              </a:ext>
            </a:extLst>
          </p:cNvPr>
          <p:cNvGrpSpPr>
            <a:grpSpLocks/>
          </p:cNvGrpSpPr>
          <p:nvPr/>
        </p:nvGrpSpPr>
        <p:grpSpPr bwMode="auto">
          <a:xfrm>
            <a:off x="2682875" y="5243513"/>
            <a:ext cx="3802063" cy="1216025"/>
            <a:chOff x="1674" y="3127"/>
            <a:chExt cx="2395" cy="766"/>
          </a:xfrm>
        </p:grpSpPr>
        <p:graphicFrame>
          <p:nvGraphicFramePr>
            <p:cNvPr id="66592" name="Object 1">
              <a:extLst>
                <a:ext uri="{FF2B5EF4-FFF2-40B4-BE49-F238E27FC236}">
                  <a16:creationId xmlns:a16="http://schemas.microsoft.com/office/drawing/2014/main" id="{73939149-96F1-47F7-B0ED-1EFAC69C1535}"/>
                </a:ext>
              </a:extLst>
            </p:cNvPr>
            <p:cNvGraphicFramePr>
              <a:graphicFrameLocks/>
            </p:cNvGraphicFramePr>
            <p:nvPr/>
          </p:nvGraphicFramePr>
          <p:xfrm>
            <a:off x="1678" y="3388"/>
            <a:ext cx="456" cy="234"/>
          </p:xfrm>
          <a:graphic>
            <a:graphicData uri="http://schemas.openxmlformats.org/presentationml/2006/ole">
              <mc:AlternateContent xmlns:mc="http://schemas.openxmlformats.org/markup-compatibility/2006">
                <mc:Choice xmlns:v="urn:schemas-microsoft-com:vml" Requires="v">
                  <p:oleObj spid="_x0000_s66664" r:id="rId6" imgW="494870" imgH="253780" progId="Equation.DSMT4">
                    <p:embed/>
                  </p:oleObj>
                </mc:Choice>
                <mc:Fallback>
                  <p:oleObj r:id="rId6" imgW="494870" imgH="25378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8" y="3388"/>
                          <a:ext cx="45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3" name="Object 2">
              <a:extLst>
                <a:ext uri="{FF2B5EF4-FFF2-40B4-BE49-F238E27FC236}">
                  <a16:creationId xmlns:a16="http://schemas.microsoft.com/office/drawing/2014/main" id="{1EAA88AF-D9E7-4337-AED0-E907E442D35D}"/>
                </a:ext>
              </a:extLst>
            </p:cNvPr>
            <p:cNvGraphicFramePr>
              <a:graphicFrameLocks/>
            </p:cNvGraphicFramePr>
            <p:nvPr/>
          </p:nvGraphicFramePr>
          <p:xfrm>
            <a:off x="1793" y="3127"/>
            <a:ext cx="195" cy="215"/>
          </p:xfrm>
          <a:graphic>
            <a:graphicData uri="http://schemas.openxmlformats.org/presentationml/2006/ole">
              <mc:AlternateContent xmlns:mc="http://schemas.openxmlformats.org/markup-compatibility/2006">
                <mc:Choice xmlns:v="urn:schemas-microsoft-com:vml" Requires="v">
                  <p:oleObj spid="_x0000_s66665" r:id="rId8" imgW="126725" imgH="139397" progId="Equation.DSMT4">
                    <p:embed/>
                  </p:oleObj>
                </mc:Choice>
                <mc:Fallback>
                  <p:oleObj r:id="rId8" imgW="126725" imgH="139397"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3" y="3127"/>
                          <a:ext cx="195"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4" name="Object 3">
              <a:extLst>
                <a:ext uri="{FF2B5EF4-FFF2-40B4-BE49-F238E27FC236}">
                  <a16:creationId xmlns:a16="http://schemas.microsoft.com/office/drawing/2014/main" id="{B4899950-3925-4BA4-BD26-C01192B72B85}"/>
                </a:ext>
              </a:extLst>
            </p:cNvPr>
            <p:cNvGraphicFramePr>
              <a:graphicFrameLocks/>
            </p:cNvGraphicFramePr>
            <p:nvPr/>
          </p:nvGraphicFramePr>
          <p:xfrm>
            <a:off x="2219" y="3396"/>
            <a:ext cx="303" cy="215"/>
          </p:xfrm>
          <a:graphic>
            <a:graphicData uri="http://schemas.openxmlformats.org/presentationml/2006/ole">
              <mc:AlternateContent xmlns:mc="http://schemas.openxmlformats.org/markup-compatibility/2006">
                <mc:Choice xmlns:v="urn:schemas-microsoft-com:vml" Requires="v">
                  <p:oleObj spid="_x0000_s66666" r:id="rId10" imgW="304404" imgH="215619" progId="Equation.DSMT4">
                    <p:embed/>
                  </p:oleObj>
                </mc:Choice>
                <mc:Fallback>
                  <p:oleObj r:id="rId10" imgW="304404" imgH="215619"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19" y="3396"/>
                          <a:ext cx="30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5" name="Object 4">
              <a:extLst>
                <a:ext uri="{FF2B5EF4-FFF2-40B4-BE49-F238E27FC236}">
                  <a16:creationId xmlns:a16="http://schemas.microsoft.com/office/drawing/2014/main" id="{94CC7C19-A870-416D-9985-95A58B9D84A5}"/>
                </a:ext>
              </a:extLst>
            </p:cNvPr>
            <p:cNvGraphicFramePr>
              <a:graphicFrameLocks/>
            </p:cNvGraphicFramePr>
            <p:nvPr/>
          </p:nvGraphicFramePr>
          <p:xfrm>
            <a:off x="2714" y="3401"/>
            <a:ext cx="328" cy="215"/>
          </p:xfrm>
          <a:graphic>
            <a:graphicData uri="http://schemas.openxmlformats.org/presentationml/2006/ole">
              <mc:AlternateContent xmlns:mc="http://schemas.openxmlformats.org/markup-compatibility/2006">
                <mc:Choice xmlns:v="urn:schemas-microsoft-com:vml" Requires="v">
                  <p:oleObj spid="_x0000_s66667" r:id="rId12" imgW="329771" imgH="215619" progId="Equation.DSMT4">
                    <p:embed/>
                  </p:oleObj>
                </mc:Choice>
                <mc:Fallback>
                  <p:oleObj r:id="rId12" imgW="329771" imgH="215619"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14" y="3401"/>
                          <a:ext cx="328"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6" name="Object 5">
              <a:extLst>
                <a:ext uri="{FF2B5EF4-FFF2-40B4-BE49-F238E27FC236}">
                  <a16:creationId xmlns:a16="http://schemas.microsoft.com/office/drawing/2014/main" id="{BCCD9A99-082C-4F12-B744-7EC5B4E388EB}"/>
                </a:ext>
              </a:extLst>
            </p:cNvPr>
            <p:cNvGraphicFramePr>
              <a:graphicFrameLocks/>
            </p:cNvGraphicFramePr>
            <p:nvPr/>
          </p:nvGraphicFramePr>
          <p:xfrm>
            <a:off x="3212" y="3399"/>
            <a:ext cx="404" cy="215"/>
          </p:xfrm>
          <a:graphic>
            <a:graphicData uri="http://schemas.openxmlformats.org/presentationml/2006/ole">
              <mc:AlternateContent xmlns:mc="http://schemas.openxmlformats.org/markup-compatibility/2006">
                <mc:Choice xmlns:v="urn:schemas-microsoft-com:vml" Requires="v">
                  <p:oleObj spid="_x0000_s66668" r:id="rId14" imgW="405872" imgH="215619" progId="Equation.DSMT4">
                    <p:embed/>
                  </p:oleObj>
                </mc:Choice>
                <mc:Fallback>
                  <p:oleObj r:id="rId14" imgW="405872" imgH="215619"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12" y="3399"/>
                          <a:ext cx="40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7" name="Object 6">
              <a:extLst>
                <a:ext uri="{FF2B5EF4-FFF2-40B4-BE49-F238E27FC236}">
                  <a16:creationId xmlns:a16="http://schemas.microsoft.com/office/drawing/2014/main" id="{47BDD13B-43E1-4705-A0A0-B0C07F2963F9}"/>
                </a:ext>
              </a:extLst>
            </p:cNvPr>
            <p:cNvGraphicFramePr>
              <a:graphicFrameLocks/>
            </p:cNvGraphicFramePr>
            <p:nvPr/>
          </p:nvGraphicFramePr>
          <p:xfrm>
            <a:off x="3665" y="3398"/>
            <a:ext cx="404" cy="215"/>
          </p:xfrm>
          <a:graphic>
            <a:graphicData uri="http://schemas.openxmlformats.org/presentationml/2006/ole">
              <mc:AlternateContent xmlns:mc="http://schemas.openxmlformats.org/markup-compatibility/2006">
                <mc:Choice xmlns:v="urn:schemas-microsoft-com:vml" Requires="v">
                  <p:oleObj spid="_x0000_s66669" r:id="rId16" imgW="405872" imgH="215619" progId="Equation.DSMT4">
                    <p:embed/>
                  </p:oleObj>
                </mc:Choice>
                <mc:Fallback>
                  <p:oleObj r:id="rId16" imgW="405872" imgH="215619" progId="Equation.DSMT4">
                    <p:embed/>
                    <p:pic>
                      <p:nvPicPr>
                        <p:cNvPr id="0" name="Object 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65" y="3398"/>
                          <a:ext cx="40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8" name="Object 7">
              <a:extLst>
                <a:ext uri="{FF2B5EF4-FFF2-40B4-BE49-F238E27FC236}">
                  <a16:creationId xmlns:a16="http://schemas.microsoft.com/office/drawing/2014/main" id="{6CB164F5-4B6D-4DC7-8F6E-70451B5991D2}"/>
                </a:ext>
              </a:extLst>
            </p:cNvPr>
            <p:cNvGraphicFramePr>
              <a:graphicFrameLocks/>
            </p:cNvGraphicFramePr>
            <p:nvPr/>
          </p:nvGraphicFramePr>
          <p:xfrm>
            <a:off x="3714" y="3667"/>
            <a:ext cx="303" cy="215"/>
          </p:xfrm>
          <a:graphic>
            <a:graphicData uri="http://schemas.openxmlformats.org/presentationml/2006/ole">
              <mc:AlternateContent xmlns:mc="http://schemas.openxmlformats.org/markup-compatibility/2006">
                <mc:Choice xmlns:v="urn:schemas-microsoft-com:vml" Requires="v">
                  <p:oleObj spid="_x0000_s66670" r:id="rId17" imgW="304404" imgH="215619" progId="Equation.DSMT4">
                    <p:embed/>
                  </p:oleObj>
                </mc:Choice>
                <mc:Fallback>
                  <p:oleObj r:id="rId17" imgW="304404" imgH="215619" progId="Equation.DSMT4">
                    <p:embed/>
                    <p:pic>
                      <p:nvPicPr>
                        <p:cNvPr id="0" name="Object 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 y="3667"/>
                          <a:ext cx="30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99" name="Object 8">
              <a:extLst>
                <a:ext uri="{FF2B5EF4-FFF2-40B4-BE49-F238E27FC236}">
                  <a16:creationId xmlns:a16="http://schemas.microsoft.com/office/drawing/2014/main" id="{CFB29DA5-3CF7-4E78-920A-33D749196C9F}"/>
                </a:ext>
              </a:extLst>
            </p:cNvPr>
            <p:cNvGraphicFramePr>
              <a:graphicFrameLocks/>
            </p:cNvGraphicFramePr>
            <p:nvPr/>
          </p:nvGraphicFramePr>
          <p:xfrm>
            <a:off x="2167" y="3669"/>
            <a:ext cx="404" cy="215"/>
          </p:xfrm>
          <a:graphic>
            <a:graphicData uri="http://schemas.openxmlformats.org/presentationml/2006/ole">
              <mc:AlternateContent xmlns:mc="http://schemas.openxmlformats.org/markup-compatibility/2006">
                <mc:Choice xmlns:v="urn:schemas-microsoft-com:vml" Requires="v">
                  <p:oleObj spid="_x0000_s66671" r:id="rId18" imgW="405872" imgH="215619" progId="Equation.DSMT4">
                    <p:embed/>
                  </p:oleObj>
                </mc:Choice>
                <mc:Fallback>
                  <p:oleObj r:id="rId18" imgW="405872" imgH="215619" progId="Equation.DSMT4">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67" y="3669"/>
                          <a:ext cx="40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600" name="Object 9">
              <a:extLst>
                <a:ext uri="{FF2B5EF4-FFF2-40B4-BE49-F238E27FC236}">
                  <a16:creationId xmlns:a16="http://schemas.microsoft.com/office/drawing/2014/main" id="{87D1C519-D8F8-4C88-966D-3151C8583695}"/>
                </a:ext>
              </a:extLst>
            </p:cNvPr>
            <p:cNvGraphicFramePr>
              <a:graphicFrameLocks/>
            </p:cNvGraphicFramePr>
            <p:nvPr/>
          </p:nvGraphicFramePr>
          <p:xfrm>
            <a:off x="2693" y="3669"/>
            <a:ext cx="404" cy="215"/>
          </p:xfrm>
          <a:graphic>
            <a:graphicData uri="http://schemas.openxmlformats.org/presentationml/2006/ole">
              <mc:AlternateContent xmlns:mc="http://schemas.openxmlformats.org/markup-compatibility/2006">
                <mc:Choice xmlns:v="urn:schemas-microsoft-com:vml" Requires="v">
                  <p:oleObj spid="_x0000_s66672" r:id="rId19" imgW="405872" imgH="215619" progId="Equation.DSMT4">
                    <p:embed/>
                  </p:oleObj>
                </mc:Choice>
                <mc:Fallback>
                  <p:oleObj r:id="rId19" imgW="405872" imgH="215619" progId="Equation.DSMT4">
                    <p:embed/>
                    <p:pic>
                      <p:nvPicPr>
                        <p:cNvPr id="0" name="Object 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93" y="3669"/>
                          <a:ext cx="40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601" name="Object 10">
              <a:extLst>
                <a:ext uri="{FF2B5EF4-FFF2-40B4-BE49-F238E27FC236}">
                  <a16:creationId xmlns:a16="http://schemas.microsoft.com/office/drawing/2014/main" id="{ECC567F9-7A80-4A0D-896C-93F11E049D1F}"/>
                </a:ext>
              </a:extLst>
            </p:cNvPr>
            <p:cNvGraphicFramePr>
              <a:graphicFrameLocks/>
            </p:cNvGraphicFramePr>
            <p:nvPr/>
          </p:nvGraphicFramePr>
          <p:xfrm>
            <a:off x="3236" y="3670"/>
            <a:ext cx="328" cy="215"/>
          </p:xfrm>
          <a:graphic>
            <a:graphicData uri="http://schemas.openxmlformats.org/presentationml/2006/ole">
              <mc:AlternateContent xmlns:mc="http://schemas.openxmlformats.org/markup-compatibility/2006">
                <mc:Choice xmlns:v="urn:schemas-microsoft-com:vml" Requires="v">
                  <p:oleObj spid="_x0000_s66673" r:id="rId20" imgW="329771" imgH="215619" progId="Equation.DSMT4">
                    <p:embed/>
                  </p:oleObj>
                </mc:Choice>
                <mc:Fallback>
                  <p:oleObj r:id="rId20" imgW="329771" imgH="215619" progId="Equation.DSMT4">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36" y="3670"/>
                          <a:ext cx="328"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602" name="Object 11">
              <a:extLst>
                <a:ext uri="{FF2B5EF4-FFF2-40B4-BE49-F238E27FC236}">
                  <a16:creationId xmlns:a16="http://schemas.microsoft.com/office/drawing/2014/main" id="{AE4D2D1A-8A71-460E-A7B0-0A235E989D48}"/>
                </a:ext>
              </a:extLst>
            </p:cNvPr>
            <p:cNvGraphicFramePr>
              <a:graphicFrameLocks/>
            </p:cNvGraphicFramePr>
            <p:nvPr/>
          </p:nvGraphicFramePr>
          <p:xfrm>
            <a:off x="1674" y="3659"/>
            <a:ext cx="456" cy="234"/>
          </p:xfrm>
          <a:graphic>
            <a:graphicData uri="http://schemas.openxmlformats.org/presentationml/2006/ole">
              <mc:AlternateContent xmlns:mc="http://schemas.openxmlformats.org/markup-compatibility/2006">
                <mc:Choice xmlns:v="urn:schemas-microsoft-com:vml" Requires="v">
                  <p:oleObj spid="_x0000_s66674" r:id="rId21" imgW="494870" imgH="253780" progId="Equation.DSMT4">
                    <p:embed/>
                  </p:oleObj>
                </mc:Choice>
                <mc:Fallback>
                  <p:oleObj r:id="rId21" imgW="494870" imgH="253780" progId="Equation.DSMT4">
                    <p:embed/>
                    <p:pic>
                      <p:nvPicPr>
                        <p:cNvPr id="0" name="Object 11"/>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74" y="3659"/>
                          <a:ext cx="45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6591" name="Text Box 382">
            <a:extLst>
              <a:ext uri="{FF2B5EF4-FFF2-40B4-BE49-F238E27FC236}">
                <a16:creationId xmlns:a16="http://schemas.microsoft.com/office/drawing/2014/main" id="{727FFCE6-06A0-4295-B481-89067A093BD6}"/>
              </a:ext>
            </a:extLst>
          </p:cNvPr>
          <p:cNvSpPr txBox="1">
            <a:spLocks noChangeArrowheads="1"/>
          </p:cNvSpPr>
          <p:nvPr/>
        </p:nvSpPr>
        <p:spPr bwMode="auto">
          <a:xfrm>
            <a:off x="1046163" y="468313"/>
            <a:ext cx="874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rgbClr val="FF9900"/>
              </a:buClr>
              <a:buSzPct val="80000"/>
              <a:buFontTx/>
              <a:buAutoNum type="ea1JpnChsDbPeriod" startAt="2"/>
            </a:pPr>
            <a:r>
              <a:rPr lang="en-US" altLang="zh-CN" sz="2400">
                <a:solidFill>
                  <a:srgbClr val="000066"/>
                </a:solidFill>
                <a:latin typeface="Arial" panose="020B0604020202020204" pitchFamily="34" charset="0"/>
                <a:ea typeface="宋体" panose="02010600030101010101" pitchFamily="2" charset="-122"/>
              </a:rPr>
              <a:t> </a:t>
            </a:r>
          </a:p>
        </p:txBody>
      </p:sp>
    </p:spTree>
  </p:cSld>
  <p:clrMapOvr>
    <a:masterClrMapping/>
  </p:clrMapOvr>
  <p:transition spd="med">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a:extLst>
              <a:ext uri="{FF2B5EF4-FFF2-40B4-BE49-F238E27FC236}">
                <a16:creationId xmlns:a16="http://schemas.microsoft.com/office/drawing/2014/main" id="{70708338-2607-4A30-9ADD-2CA6E513A9F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1913624-F9A8-43BC-B754-3954D1846B4D}" type="slidenum">
              <a:rPr altLang="en-US" sz="1400" smtClean="0"/>
              <a:pPr>
                <a:lnSpc>
                  <a:spcPct val="100000"/>
                </a:lnSpc>
                <a:spcBef>
                  <a:spcPct val="0"/>
                </a:spcBef>
                <a:buClr>
                  <a:schemeClr val="tx1"/>
                </a:buClr>
                <a:buFontTx/>
                <a:buNone/>
              </a:pPr>
              <a:t>49</a:t>
            </a:fld>
            <a:endParaRPr lang="zh-CN" altLang="en-US" sz="1400"/>
          </a:p>
        </p:txBody>
      </p:sp>
      <p:graphicFrame>
        <p:nvGraphicFramePr>
          <p:cNvPr id="67587" name="Object 0">
            <a:extLst>
              <a:ext uri="{FF2B5EF4-FFF2-40B4-BE49-F238E27FC236}">
                <a16:creationId xmlns:a16="http://schemas.microsoft.com/office/drawing/2014/main" id="{6F4A124D-5C3F-4BB2-BED5-27606A8C0584}"/>
              </a:ext>
            </a:extLst>
          </p:cNvPr>
          <p:cNvGraphicFramePr>
            <a:graphicFrameLocks noGrp="1"/>
          </p:cNvGraphicFramePr>
          <p:nvPr>
            <p:ph idx="1"/>
          </p:nvPr>
        </p:nvGraphicFramePr>
        <p:xfrm>
          <a:off x="1190625" y="1470025"/>
          <a:ext cx="7116763" cy="4356100"/>
        </p:xfrm>
        <a:graphic>
          <a:graphicData uri="http://schemas.openxmlformats.org/presentationml/2006/ole">
            <mc:AlternateContent xmlns:mc="http://schemas.openxmlformats.org/markup-compatibility/2006">
              <mc:Choice xmlns:v="urn:schemas-microsoft-com:vml" Requires="v">
                <p:oleObj spid="_x0000_s67593" r:id="rId3" imgW="3568700" imgH="2184400" progId="Equation.DSMT4">
                  <p:embed/>
                </p:oleObj>
              </mc:Choice>
              <mc:Fallback>
                <p:oleObj r:id="rId3" imgW="3568700" imgH="2184400"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1470025"/>
                        <a:ext cx="7116763"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7">
            <a:extLst>
              <a:ext uri="{FF2B5EF4-FFF2-40B4-BE49-F238E27FC236}">
                <a16:creationId xmlns:a16="http://schemas.microsoft.com/office/drawing/2014/main" id="{7637181F-6C08-4322-9280-15FD6C722FF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66166E71-199A-4055-BA54-E96F191E6EC5}" type="slidenum">
              <a:rPr altLang="en-US" sz="1400" smtClean="0"/>
              <a:pPr>
                <a:lnSpc>
                  <a:spcPct val="100000"/>
                </a:lnSpc>
                <a:spcBef>
                  <a:spcPct val="0"/>
                </a:spcBef>
                <a:buClr>
                  <a:schemeClr val="tx1"/>
                </a:buClr>
                <a:buFontTx/>
                <a:buNone/>
              </a:pPr>
              <a:t>50</a:t>
            </a:fld>
            <a:endParaRPr lang="zh-CN" altLang="en-US" sz="1400"/>
          </a:p>
        </p:txBody>
      </p:sp>
      <p:graphicFrame>
        <p:nvGraphicFramePr>
          <p:cNvPr id="2266112" name="Object 0">
            <a:extLst>
              <a:ext uri="{FF2B5EF4-FFF2-40B4-BE49-F238E27FC236}">
                <a16:creationId xmlns:a16="http://schemas.microsoft.com/office/drawing/2014/main" id="{7348CDE8-4A3F-47FD-84DF-0D1B18280C75}"/>
              </a:ext>
            </a:extLst>
          </p:cNvPr>
          <p:cNvGraphicFramePr>
            <a:graphicFrameLocks/>
          </p:cNvGraphicFramePr>
          <p:nvPr/>
        </p:nvGraphicFramePr>
        <p:xfrm>
          <a:off x="1044575" y="1125538"/>
          <a:ext cx="7972425" cy="876300"/>
        </p:xfrm>
        <a:graphic>
          <a:graphicData uri="http://schemas.openxmlformats.org/presentationml/2006/ole">
            <mc:AlternateContent xmlns:mc="http://schemas.openxmlformats.org/markup-compatibility/2006">
              <mc:Choice xmlns:v="urn:schemas-microsoft-com:vml" Requires="v">
                <p:oleObj spid="_x0000_s68636" r:id="rId3" imgW="4622800" imgH="508000" progId="Equation.DSMT4">
                  <p:embed/>
                </p:oleObj>
              </mc:Choice>
              <mc:Fallback>
                <p:oleObj r:id="rId3" imgW="4622800" imgH="508000" progId="Equation.DSMT4">
                  <p:embed/>
                  <p:pic>
                    <p:nvPicPr>
                      <p:cNvPr id="0" name="Object 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1125538"/>
                        <a:ext cx="79724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6113" name="Object 1">
            <a:extLst>
              <a:ext uri="{FF2B5EF4-FFF2-40B4-BE49-F238E27FC236}">
                <a16:creationId xmlns:a16="http://schemas.microsoft.com/office/drawing/2014/main" id="{C2DCCA35-B2EC-48DE-9BA5-33F0E76A9659}"/>
              </a:ext>
            </a:extLst>
          </p:cNvPr>
          <p:cNvGraphicFramePr>
            <a:graphicFrameLocks/>
          </p:cNvGraphicFramePr>
          <p:nvPr/>
        </p:nvGraphicFramePr>
        <p:xfrm>
          <a:off x="1038225" y="4954588"/>
          <a:ext cx="7851775" cy="1373187"/>
        </p:xfrm>
        <a:graphic>
          <a:graphicData uri="http://schemas.openxmlformats.org/presentationml/2006/ole">
            <mc:AlternateContent xmlns:mc="http://schemas.openxmlformats.org/markup-compatibility/2006">
              <mc:Choice xmlns:v="urn:schemas-microsoft-com:vml" Requires="v">
                <p:oleObj spid="_x0000_s68637" r:id="rId5" imgW="4938157" imgH="863225" progId="Equation.DSMT4">
                  <p:embed/>
                </p:oleObj>
              </mc:Choice>
              <mc:Fallback>
                <p:oleObj r:id="rId5" imgW="4938157" imgH="863225" progId="Equation.DSMT4">
                  <p:embed/>
                  <p:pic>
                    <p:nvPicPr>
                      <p:cNvPr id="0" name="Object 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8225" y="4954588"/>
                        <a:ext cx="78517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6114" name="Object 2">
            <a:extLst>
              <a:ext uri="{FF2B5EF4-FFF2-40B4-BE49-F238E27FC236}">
                <a16:creationId xmlns:a16="http://schemas.microsoft.com/office/drawing/2014/main" id="{EE4D64B1-F636-4B98-A4C8-4E85B134F621}"/>
              </a:ext>
            </a:extLst>
          </p:cNvPr>
          <p:cNvGraphicFramePr>
            <a:graphicFrameLocks/>
          </p:cNvGraphicFramePr>
          <p:nvPr/>
        </p:nvGraphicFramePr>
        <p:xfrm>
          <a:off x="1173163" y="2173288"/>
          <a:ext cx="7840662" cy="1492250"/>
        </p:xfrm>
        <a:graphic>
          <a:graphicData uri="http://schemas.openxmlformats.org/presentationml/2006/ole">
            <mc:AlternateContent xmlns:mc="http://schemas.openxmlformats.org/markup-compatibility/2006">
              <mc:Choice xmlns:v="urn:schemas-microsoft-com:vml" Requires="v">
                <p:oleObj spid="_x0000_s68638" r:id="rId7" imgW="4544628" imgH="863225" progId="Equation.DSMT4">
                  <p:embed/>
                </p:oleObj>
              </mc:Choice>
              <mc:Fallback>
                <p:oleObj r:id="rId7" imgW="4544628" imgH="863225" progId="Equation.DSMT4">
                  <p:embed/>
                  <p:pic>
                    <p:nvPicPr>
                      <p:cNvPr id="0" name="Object 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3163" y="2173288"/>
                        <a:ext cx="7840662"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6115" name="Object 3">
            <a:extLst>
              <a:ext uri="{FF2B5EF4-FFF2-40B4-BE49-F238E27FC236}">
                <a16:creationId xmlns:a16="http://schemas.microsoft.com/office/drawing/2014/main" id="{AB3F6A91-E6DD-494F-9EAB-DC0FBD5B9999}"/>
              </a:ext>
            </a:extLst>
          </p:cNvPr>
          <p:cNvGraphicFramePr>
            <a:graphicFrameLocks/>
          </p:cNvGraphicFramePr>
          <p:nvPr/>
        </p:nvGraphicFramePr>
        <p:xfrm>
          <a:off x="1792288" y="3567113"/>
          <a:ext cx="6985000" cy="996950"/>
        </p:xfrm>
        <a:graphic>
          <a:graphicData uri="http://schemas.openxmlformats.org/presentationml/2006/ole">
            <mc:AlternateContent xmlns:mc="http://schemas.openxmlformats.org/markup-compatibility/2006">
              <mc:Choice xmlns:v="urn:schemas-microsoft-com:vml" Requires="v">
                <p:oleObj spid="_x0000_s68639" r:id="rId9" imgW="4455766" imgH="634725" progId="Equation.DSMT4">
                  <p:embed/>
                </p:oleObj>
              </mc:Choice>
              <mc:Fallback>
                <p:oleObj r:id="rId9" imgW="4455766" imgH="634725" progId="Equation.DSMT4">
                  <p:embed/>
                  <p:pic>
                    <p:nvPicPr>
                      <p:cNvPr id="0" name="Object 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2288" y="3567113"/>
                        <a:ext cx="69850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5" name="文本框 1">
            <a:extLst>
              <a:ext uri="{FF2B5EF4-FFF2-40B4-BE49-F238E27FC236}">
                <a16:creationId xmlns:a16="http://schemas.microsoft.com/office/drawing/2014/main" id="{1A5E84B1-30E0-4671-9696-83029AECD58C}"/>
              </a:ext>
            </a:extLst>
          </p:cNvPr>
          <p:cNvSpPr txBox="1">
            <a:spLocks noChangeArrowheads="1"/>
          </p:cNvSpPr>
          <p:nvPr/>
        </p:nvSpPr>
        <p:spPr bwMode="auto">
          <a:xfrm>
            <a:off x="1014413" y="663575"/>
            <a:ext cx="830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spcBef>
                <a:spcPct val="0"/>
              </a:spcBef>
              <a:buFontTx/>
              <a:buNone/>
            </a:pPr>
            <a:r>
              <a:rPr lang="zh-CN" altLang="en-US" sz="2400">
                <a:solidFill>
                  <a:srgbClr val="000066"/>
                </a:solidFill>
                <a:latin typeface="微软雅黑" panose="020B0503020204020204" pitchFamily="34" charset="-122"/>
                <a:ea typeface="微软雅黑" panose="020B0503020204020204" pitchFamily="34" charset="-122"/>
              </a:rPr>
              <a:t>最大</a:t>
            </a:r>
          </a:p>
        </p:txBody>
      </p:sp>
      <p:sp>
        <p:nvSpPr>
          <p:cNvPr id="2" name="矩形 1">
            <a:extLst>
              <a:ext uri="{FF2B5EF4-FFF2-40B4-BE49-F238E27FC236}">
                <a16:creationId xmlns:a16="http://schemas.microsoft.com/office/drawing/2014/main" id="{8B51E747-2E78-4FE9-8F21-6496E439FBD3}"/>
              </a:ext>
            </a:extLst>
          </p:cNvPr>
          <p:cNvSpPr/>
          <p:nvPr/>
        </p:nvSpPr>
        <p:spPr>
          <a:xfrm>
            <a:off x="2137657" y="259753"/>
            <a:ext cx="7130504" cy="830997"/>
          </a:xfrm>
          <a:prstGeom prst="rect">
            <a:avLst/>
          </a:prstGeom>
        </p:spPr>
        <p:txBody>
          <a:bodyPr wrap="square">
            <a:spAutoFit/>
          </a:bodyPr>
          <a:lstStyle/>
          <a:p>
            <a:pPr algn="ctr"/>
            <a:r>
              <a:rPr lang="zh-CN" altLang="en-US" b="1" dirty="0">
                <a:solidFill>
                  <a:srgbClr val="121212"/>
                </a:solidFill>
                <a:latin typeface="-apple-system"/>
              </a:rPr>
              <a:t>就是利用已知的样本结果信息，反推最具有可能</a:t>
            </a:r>
            <a:endParaRPr lang="en-US" altLang="zh-CN" b="1" dirty="0">
              <a:solidFill>
                <a:srgbClr val="121212"/>
              </a:solidFill>
              <a:latin typeface="-apple-system"/>
            </a:endParaRPr>
          </a:p>
          <a:p>
            <a:pPr algn="ctr"/>
            <a:r>
              <a:rPr lang="zh-CN" altLang="en-US" b="1" dirty="0">
                <a:solidFill>
                  <a:srgbClr val="121212"/>
                </a:solidFill>
                <a:latin typeface="-apple-system"/>
              </a:rPr>
              <a:t>（最大概率）导致这些样本结果出现的模型参数值</a:t>
            </a:r>
            <a:endParaRPr lang="zh-CN" altLang="en-US" dirty="0"/>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66112"/>
                                        </p:tgtEl>
                                        <p:attrNameLst>
                                          <p:attrName>style.visibility</p:attrName>
                                        </p:attrNameLst>
                                      </p:cBhvr>
                                      <p:to>
                                        <p:strVal val="visible"/>
                                      </p:to>
                                    </p:set>
                                    <p:anim calcmode="lin" valueType="num">
                                      <p:cBhvr>
                                        <p:cTn id="7" dur="1000" fill="hold"/>
                                        <p:tgtEl>
                                          <p:spTgt spid="2266112"/>
                                        </p:tgtEl>
                                        <p:attrNameLst>
                                          <p:attrName>ppt_x</p:attrName>
                                        </p:attrNameLst>
                                      </p:cBhvr>
                                      <p:tavLst>
                                        <p:tav tm="0">
                                          <p:val>
                                            <p:strVal val="0-#ppt_w/2"/>
                                          </p:val>
                                        </p:tav>
                                        <p:tav tm="100000">
                                          <p:val>
                                            <p:strVal val="#ppt_x"/>
                                          </p:val>
                                        </p:tav>
                                      </p:tavLst>
                                    </p:anim>
                                    <p:anim calcmode="lin" valueType="num">
                                      <p:cBhvr>
                                        <p:cTn id="8" dur="1000" fill="hold"/>
                                        <p:tgtEl>
                                          <p:spTgt spid="22661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66114"/>
                                        </p:tgtEl>
                                        <p:attrNameLst>
                                          <p:attrName>style.visibility</p:attrName>
                                        </p:attrNameLst>
                                      </p:cBhvr>
                                      <p:to>
                                        <p:strVal val="visible"/>
                                      </p:to>
                                    </p:set>
                                    <p:anim calcmode="lin" valueType="num">
                                      <p:cBhvr>
                                        <p:cTn id="13" dur="1000" fill="hold"/>
                                        <p:tgtEl>
                                          <p:spTgt spid="2266114"/>
                                        </p:tgtEl>
                                        <p:attrNameLst>
                                          <p:attrName>ppt_x</p:attrName>
                                        </p:attrNameLst>
                                      </p:cBhvr>
                                      <p:tavLst>
                                        <p:tav tm="0">
                                          <p:val>
                                            <p:strVal val="0-#ppt_w/2"/>
                                          </p:val>
                                        </p:tav>
                                        <p:tav tm="100000">
                                          <p:val>
                                            <p:strVal val="#ppt_x"/>
                                          </p:val>
                                        </p:tav>
                                      </p:tavLst>
                                    </p:anim>
                                    <p:anim calcmode="lin" valueType="num">
                                      <p:cBhvr>
                                        <p:cTn id="14" dur="1000" fill="hold"/>
                                        <p:tgtEl>
                                          <p:spTgt spid="226611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66115"/>
                                        </p:tgtEl>
                                        <p:attrNameLst>
                                          <p:attrName>style.visibility</p:attrName>
                                        </p:attrNameLst>
                                      </p:cBhvr>
                                      <p:to>
                                        <p:strVal val="visible"/>
                                      </p:to>
                                    </p:set>
                                    <p:anim calcmode="lin" valueType="num">
                                      <p:cBhvr>
                                        <p:cTn id="19" dur="1000" fill="hold"/>
                                        <p:tgtEl>
                                          <p:spTgt spid="2266115"/>
                                        </p:tgtEl>
                                        <p:attrNameLst>
                                          <p:attrName>ppt_x</p:attrName>
                                        </p:attrNameLst>
                                      </p:cBhvr>
                                      <p:tavLst>
                                        <p:tav tm="0">
                                          <p:val>
                                            <p:strVal val="0-#ppt_w/2"/>
                                          </p:val>
                                        </p:tav>
                                        <p:tav tm="100000">
                                          <p:val>
                                            <p:strVal val="#ppt_x"/>
                                          </p:val>
                                        </p:tav>
                                      </p:tavLst>
                                    </p:anim>
                                    <p:anim calcmode="lin" valueType="num">
                                      <p:cBhvr>
                                        <p:cTn id="20" dur="1000" fill="hold"/>
                                        <p:tgtEl>
                                          <p:spTgt spid="226611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2266113"/>
                                        </p:tgtEl>
                                        <p:attrNameLst>
                                          <p:attrName>style.visibility</p:attrName>
                                        </p:attrNameLst>
                                      </p:cBhvr>
                                      <p:to>
                                        <p:strVal val="visible"/>
                                      </p:to>
                                    </p:set>
                                    <p:animEffect transition="in" filter="slide(fromBottom)">
                                      <p:cBhvr>
                                        <p:cTn id="25" dur="1000"/>
                                        <p:tgtEl>
                                          <p:spTgt spid="2266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a:extLst>
              <a:ext uri="{FF2B5EF4-FFF2-40B4-BE49-F238E27FC236}">
                <a16:creationId xmlns:a16="http://schemas.microsoft.com/office/drawing/2014/main" id="{68732470-14FB-4F61-B773-25ACEFDEACD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753FA8F-290A-4B18-BDC4-A91B0CC14DEF}" type="slidenum">
              <a:rPr altLang="en-US" sz="1400" smtClean="0"/>
              <a:pPr>
                <a:lnSpc>
                  <a:spcPct val="100000"/>
                </a:lnSpc>
                <a:spcBef>
                  <a:spcPct val="0"/>
                </a:spcBef>
                <a:buClr>
                  <a:schemeClr val="tx1"/>
                </a:buClr>
                <a:buFontTx/>
                <a:buNone/>
              </a:pPr>
              <a:t>51</a:t>
            </a:fld>
            <a:endParaRPr lang="zh-CN" altLang="en-US" sz="1400"/>
          </a:p>
        </p:txBody>
      </p:sp>
      <p:graphicFrame>
        <p:nvGraphicFramePr>
          <p:cNvPr id="69635" name="Object 0">
            <a:extLst>
              <a:ext uri="{FF2B5EF4-FFF2-40B4-BE49-F238E27FC236}">
                <a16:creationId xmlns:a16="http://schemas.microsoft.com/office/drawing/2014/main" id="{E96AD015-C7F7-44EA-AD92-052FDFCFF5BA}"/>
              </a:ext>
            </a:extLst>
          </p:cNvPr>
          <p:cNvGraphicFramePr>
            <a:graphicFrameLocks/>
          </p:cNvGraphicFramePr>
          <p:nvPr/>
        </p:nvGraphicFramePr>
        <p:xfrm>
          <a:off x="1509713" y="668338"/>
          <a:ext cx="5751512" cy="366712"/>
        </p:xfrm>
        <a:graphic>
          <a:graphicData uri="http://schemas.openxmlformats.org/presentationml/2006/ole">
            <mc:AlternateContent xmlns:mc="http://schemas.openxmlformats.org/markup-compatibility/2006">
              <mc:Choice xmlns:v="urn:schemas-microsoft-com:vml" Requires="v">
                <p:oleObj spid="_x0000_s69680" r:id="rId3" imgW="3184935" imgH="203024" progId="Equation.DSMT4">
                  <p:embed/>
                </p:oleObj>
              </mc:Choice>
              <mc:Fallback>
                <p:oleObj r:id="rId3" imgW="3184935" imgH="203024" progId="Equation.DSMT4">
                  <p:embed/>
                  <p:pic>
                    <p:nvPicPr>
                      <p:cNvPr id="0" name="Object 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713" y="668338"/>
                        <a:ext cx="57515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291273" name="Picture 9" descr="J0286034">
            <a:extLst>
              <a:ext uri="{FF2B5EF4-FFF2-40B4-BE49-F238E27FC236}">
                <a16:creationId xmlns:a16="http://schemas.microsoft.com/office/drawing/2014/main" id="{181C8366-9601-48B4-AE8E-680410540F02}"/>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7675563" y="5418138"/>
            <a:ext cx="919162" cy="885825"/>
          </a:xfrm>
        </p:spPr>
      </p:pic>
      <p:sp>
        <p:nvSpPr>
          <p:cNvPr id="69637" name="Text Box 10">
            <a:extLst>
              <a:ext uri="{FF2B5EF4-FFF2-40B4-BE49-F238E27FC236}">
                <a16:creationId xmlns:a16="http://schemas.microsoft.com/office/drawing/2014/main" id="{EC27E936-7479-42FF-816E-C45970541C33}"/>
              </a:ext>
            </a:extLst>
          </p:cNvPr>
          <p:cNvSpPr txBox="1">
            <a:spLocks noChangeArrowheads="1"/>
          </p:cNvSpPr>
          <p:nvPr/>
        </p:nvSpPr>
        <p:spPr bwMode="auto">
          <a:xfrm>
            <a:off x="1068388" y="492125"/>
            <a:ext cx="561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6"/>
              </a:buBlip>
            </a:pPr>
            <a:r>
              <a:rPr lang="en-US" altLang="zh-CN" sz="3600">
                <a:solidFill>
                  <a:srgbClr val="000066"/>
                </a:solidFill>
                <a:latin typeface="Arial" panose="020B0604020202020204" pitchFamily="34" charset="0"/>
                <a:ea typeface="宋体" panose="02010600030101010101" pitchFamily="2" charset="-122"/>
              </a:rPr>
              <a:t> </a:t>
            </a:r>
          </a:p>
        </p:txBody>
      </p:sp>
      <p:graphicFrame>
        <p:nvGraphicFramePr>
          <p:cNvPr id="2267137" name="Object 1">
            <a:extLst>
              <a:ext uri="{FF2B5EF4-FFF2-40B4-BE49-F238E27FC236}">
                <a16:creationId xmlns:a16="http://schemas.microsoft.com/office/drawing/2014/main" id="{903F3805-3CA2-4E1D-A0DD-91C5FF5DB248}"/>
              </a:ext>
            </a:extLst>
          </p:cNvPr>
          <p:cNvGraphicFramePr>
            <a:graphicFrameLocks/>
          </p:cNvGraphicFramePr>
          <p:nvPr/>
        </p:nvGraphicFramePr>
        <p:xfrm>
          <a:off x="2058988" y="5303838"/>
          <a:ext cx="4743450" cy="1192212"/>
        </p:xfrm>
        <a:graphic>
          <a:graphicData uri="http://schemas.openxmlformats.org/presentationml/2006/ole">
            <mc:AlternateContent xmlns:mc="http://schemas.openxmlformats.org/markup-compatibility/2006">
              <mc:Choice xmlns:v="urn:schemas-microsoft-com:vml" Requires="v">
                <p:oleObj spid="_x0000_s69681" r:id="rId7" imgW="2627759" imgH="660113" progId="Equation.DSMT4">
                  <p:embed/>
                </p:oleObj>
              </mc:Choice>
              <mc:Fallback>
                <p:oleObj r:id="rId7" imgW="2627759" imgH="660113" progId="Equation.DSMT4">
                  <p:embed/>
                  <p:pic>
                    <p:nvPicPr>
                      <p:cNvPr id="0" name="Object 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8988" y="5303838"/>
                        <a:ext cx="4743450"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7138" name="Object 2">
            <a:extLst>
              <a:ext uri="{FF2B5EF4-FFF2-40B4-BE49-F238E27FC236}">
                <a16:creationId xmlns:a16="http://schemas.microsoft.com/office/drawing/2014/main" id="{398A681F-004D-4AC9-B516-AE9F753877D8}"/>
              </a:ext>
            </a:extLst>
          </p:cNvPr>
          <p:cNvGraphicFramePr>
            <a:graphicFrameLocks/>
          </p:cNvGraphicFramePr>
          <p:nvPr/>
        </p:nvGraphicFramePr>
        <p:xfrm>
          <a:off x="1285875" y="1322388"/>
          <a:ext cx="3827463" cy="1698625"/>
        </p:xfrm>
        <a:graphic>
          <a:graphicData uri="http://schemas.openxmlformats.org/presentationml/2006/ole">
            <mc:AlternateContent xmlns:mc="http://schemas.openxmlformats.org/markup-compatibility/2006">
              <mc:Choice xmlns:v="urn:schemas-microsoft-com:vml" Requires="v">
                <p:oleObj spid="_x0000_s69682" r:id="rId9" imgW="2120900" imgH="939800" progId="Equation.DSMT4">
                  <p:embed/>
                </p:oleObj>
              </mc:Choice>
              <mc:Fallback>
                <p:oleObj r:id="rId9" imgW="2120900" imgH="939800" progId="Equation.DSMT4">
                  <p:embed/>
                  <p:pic>
                    <p:nvPicPr>
                      <p:cNvPr id="0" name="Object 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85875" y="1322388"/>
                        <a:ext cx="3827463"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7139" name="Object 3">
            <a:extLst>
              <a:ext uri="{FF2B5EF4-FFF2-40B4-BE49-F238E27FC236}">
                <a16:creationId xmlns:a16="http://schemas.microsoft.com/office/drawing/2014/main" id="{A962BD36-AA96-4AD2-92F6-701636F008FD}"/>
              </a:ext>
            </a:extLst>
          </p:cNvPr>
          <p:cNvGraphicFramePr>
            <a:graphicFrameLocks/>
          </p:cNvGraphicFramePr>
          <p:nvPr/>
        </p:nvGraphicFramePr>
        <p:xfrm>
          <a:off x="2185988" y="3128963"/>
          <a:ext cx="3667125" cy="755650"/>
        </p:xfrm>
        <a:graphic>
          <a:graphicData uri="http://schemas.openxmlformats.org/presentationml/2006/ole">
            <mc:AlternateContent xmlns:mc="http://schemas.openxmlformats.org/markup-compatibility/2006">
              <mc:Choice xmlns:v="urn:schemas-microsoft-com:vml" Requires="v">
                <p:oleObj spid="_x0000_s69683" r:id="rId11" imgW="2032000" imgH="419100" progId="Equation.DSMT4">
                  <p:embed/>
                </p:oleObj>
              </mc:Choice>
              <mc:Fallback>
                <p:oleObj r:id="rId11" imgW="2032000" imgH="419100" progId="Equation.DSMT4">
                  <p:embed/>
                  <p:pic>
                    <p:nvPicPr>
                      <p:cNvPr id="0" name="Object 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85988" y="3128963"/>
                        <a:ext cx="36671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7140" name="Object 4">
            <a:extLst>
              <a:ext uri="{FF2B5EF4-FFF2-40B4-BE49-F238E27FC236}">
                <a16:creationId xmlns:a16="http://schemas.microsoft.com/office/drawing/2014/main" id="{F084E863-2606-4313-9D88-370119D13E2C}"/>
              </a:ext>
            </a:extLst>
          </p:cNvPr>
          <p:cNvGraphicFramePr>
            <a:graphicFrameLocks/>
          </p:cNvGraphicFramePr>
          <p:nvPr/>
        </p:nvGraphicFramePr>
        <p:xfrm>
          <a:off x="2003425" y="3700463"/>
          <a:ext cx="4238625" cy="801687"/>
        </p:xfrm>
        <a:graphic>
          <a:graphicData uri="http://schemas.openxmlformats.org/presentationml/2006/ole">
            <mc:AlternateContent xmlns:mc="http://schemas.openxmlformats.org/markup-compatibility/2006">
              <mc:Choice xmlns:v="urn:schemas-microsoft-com:vml" Requires="v">
                <p:oleObj spid="_x0000_s69684" r:id="rId13" imgW="2348481" imgH="444307" progId="Equation.DSMT4">
                  <p:embed/>
                </p:oleObj>
              </mc:Choice>
              <mc:Fallback>
                <p:oleObj r:id="rId13" imgW="2348481" imgH="444307" progId="Equation.DSMT4">
                  <p:embed/>
                  <p:pic>
                    <p:nvPicPr>
                      <p:cNvPr id="0" name="Object 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3425" y="3700463"/>
                        <a:ext cx="4238625"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7141" name="Object 5">
            <a:extLst>
              <a:ext uri="{FF2B5EF4-FFF2-40B4-BE49-F238E27FC236}">
                <a16:creationId xmlns:a16="http://schemas.microsoft.com/office/drawing/2014/main" id="{6B24D747-5620-412D-BBF5-AB26F6D4AE46}"/>
              </a:ext>
            </a:extLst>
          </p:cNvPr>
          <p:cNvGraphicFramePr>
            <a:graphicFrameLocks/>
          </p:cNvGraphicFramePr>
          <p:nvPr/>
        </p:nvGraphicFramePr>
        <p:xfrm>
          <a:off x="2038350" y="4549775"/>
          <a:ext cx="2427288" cy="779463"/>
        </p:xfrm>
        <a:graphic>
          <a:graphicData uri="http://schemas.openxmlformats.org/presentationml/2006/ole">
            <mc:AlternateContent xmlns:mc="http://schemas.openxmlformats.org/markup-compatibility/2006">
              <mc:Choice xmlns:v="urn:schemas-microsoft-com:vml" Requires="v">
                <p:oleObj spid="_x0000_s69685" r:id="rId15" imgW="1345616" imgH="431613" progId="Equation.DSMT4">
                  <p:embed/>
                </p:oleObj>
              </mc:Choice>
              <mc:Fallback>
                <p:oleObj r:id="rId15" imgW="1345616" imgH="431613" progId="Equation.DSMT4">
                  <p:embed/>
                  <p:pic>
                    <p:nvPicPr>
                      <p:cNvPr id="0" name="Object 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38350" y="4549775"/>
                        <a:ext cx="2427288"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43" name="Object 6">
            <a:extLst>
              <a:ext uri="{FF2B5EF4-FFF2-40B4-BE49-F238E27FC236}">
                <a16:creationId xmlns:a16="http://schemas.microsoft.com/office/drawing/2014/main" id="{22BA5C44-2CD0-4BE3-A401-F3D9ADC04239}"/>
              </a:ext>
            </a:extLst>
          </p:cNvPr>
          <p:cNvGraphicFramePr>
            <a:graphicFrameLocks/>
          </p:cNvGraphicFramePr>
          <p:nvPr/>
        </p:nvGraphicFramePr>
        <p:xfrm>
          <a:off x="5589588" y="1211263"/>
          <a:ext cx="3554412" cy="1470025"/>
        </p:xfrm>
        <a:graphic>
          <a:graphicData uri="http://schemas.openxmlformats.org/presentationml/2006/ole">
            <mc:AlternateContent xmlns:mc="http://schemas.openxmlformats.org/markup-compatibility/2006">
              <mc:Choice xmlns:v="urn:schemas-microsoft-com:vml" Requires="v">
                <p:oleObj spid="_x0000_s69686" r:id="rId17" imgW="1840701" imgH="761669" progId="Equation.DSMT4">
                  <p:embed/>
                </p:oleObj>
              </mc:Choice>
              <mc:Fallback>
                <p:oleObj r:id="rId17" imgW="1840701" imgH="761669" progId="Equation.DSMT4">
                  <p:embed/>
                  <p:pic>
                    <p:nvPicPr>
                      <p:cNvPr id="0" name="Object 6"/>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89588" y="1211263"/>
                        <a:ext cx="3554412"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44" name="Oval 28">
            <a:extLst>
              <a:ext uri="{FF2B5EF4-FFF2-40B4-BE49-F238E27FC236}">
                <a16:creationId xmlns:a16="http://schemas.microsoft.com/office/drawing/2014/main" id="{473C5D2D-DA42-4B65-B341-D9F513B4D096}"/>
              </a:ext>
            </a:extLst>
          </p:cNvPr>
          <p:cNvSpPr>
            <a:spLocks noChangeArrowheads="1"/>
          </p:cNvSpPr>
          <p:nvPr/>
        </p:nvSpPr>
        <p:spPr bwMode="auto">
          <a:xfrm>
            <a:off x="5414963" y="1057275"/>
            <a:ext cx="3729037" cy="1847850"/>
          </a:xfrm>
          <a:prstGeom prst="ellipse">
            <a:avLst/>
          </a:prstGeom>
          <a:noFill/>
          <a:ln w="28575">
            <a:solidFill>
              <a:srgbClr val="800000"/>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67138"/>
                                        </p:tgtEl>
                                        <p:attrNameLst>
                                          <p:attrName>style.visibility</p:attrName>
                                        </p:attrNameLst>
                                      </p:cBhvr>
                                      <p:to>
                                        <p:strVal val="visible"/>
                                      </p:to>
                                    </p:set>
                                    <p:animEffect transition="in" filter="wipe(left)">
                                      <p:cBhvr>
                                        <p:cTn id="7" dur="1000"/>
                                        <p:tgtEl>
                                          <p:spTgt spid="22671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267139"/>
                                        </p:tgtEl>
                                        <p:attrNameLst>
                                          <p:attrName>style.visibility</p:attrName>
                                        </p:attrNameLst>
                                      </p:cBhvr>
                                      <p:to>
                                        <p:strVal val="visible"/>
                                      </p:to>
                                    </p:set>
                                    <p:anim calcmode="lin" valueType="num">
                                      <p:cBhvr>
                                        <p:cTn id="12" dur="1000" fill="hold"/>
                                        <p:tgtEl>
                                          <p:spTgt spid="2267139"/>
                                        </p:tgtEl>
                                        <p:attrNameLst>
                                          <p:attrName>ppt_x</p:attrName>
                                        </p:attrNameLst>
                                      </p:cBhvr>
                                      <p:tavLst>
                                        <p:tav tm="0">
                                          <p:val>
                                            <p:strVal val="0-#ppt_w/2"/>
                                          </p:val>
                                        </p:tav>
                                        <p:tav tm="100000">
                                          <p:val>
                                            <p:strVal val="#ppt_x"/>
                                          </p:val>
                                        </p:tav>
                                      </p:tavLst>
                                    </p:anim>
                                    <p:anim calcmode="lin" valueType="num">
                                      <p:cBhvr>
                                        <p:cTn id="13" dur="1000" fill="hold"/>
                                        <p:tgtEl>
                                          <p:spTgt spid="226713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2267140"/>
                                        </p:tgtEl>
                                        <p:attrNameLst>
                                          <p:attrName>style.visibility</p:attrName>
                                        </p:attrNameLst>
                                      </p:cBhvr>
                                      <p:to>
                                        <p:strVal val="visible"/>
                                      </p:to>
                                    </p:set>
                                    <p:anim calcmode="lin" valueType="num">
                                      <p:cBhvr>
                                        <p:cTn id="18" dur="1000" fill="hold"/>
                                        <p:tgtEl>
                                          <p:spTgt spid="2267140"/>
                                        </p:tgtEl>
                                        <p:attrNameLst>
                                          <p:attrName>ppt_x</p:attrName>
                                        </p:attrNameLst>
                                      </p:cBhvr>
                                      <p:tavLst>
                                        <p:tav tm="0">
                                          <p:val>
                                            <p:strVal val="0-#ppt_w/2"/>
                                          </p:val>
                                        </p:tav>
                                        <p:tav tm="100000">
                                          <p:val>
                                            <p:strVal val="#ppt_x"/>
                                          </p:val>
                                        </p:tav>
                                      </p:tavLst>
                                    </p:anim>
                                    <p:anim calcmode="lin" valueType="num">
                                      <p:cBhvr>
                                        <p:cTn id="19" dur="1000" fill="hold"/>
                                        <p:tgtEl>
                                          <p:spTgt spid="226714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2267141"/>
                                        </p:tgtEl>
                                        <p:attrNameLst>
                                          <p:attrName>style.visibility</p:attrName>
                                        </p:attrNameLst>
                                      </p:cBhvr>
                                      <p:to>
                                        <p:strVal val="visible"/>
                                      </p:to>
                                    </p:set>
                                    <p:animEffect transition="in" filter="wipe(left)">
                                      <p:cBhvr>
                                        <p:cTn id="24" dur="2000"/>
                                        <p:tgtEl>
                                          <p:spTgt spid="226714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2267137"/>
                                        </p:tgtEl>
                                        <p:attrNameLst>
                                          <p:attrName>style.visibility</p:attrName>
                                        </p:attrNameLst>
                                      </p:cBhvr>
                                      <p:to>
                                        <p:strVal val="visible"/>
                                      </p:to>
                                    </p:set>
                                    <p:anim calcmode="lin" valueType="num">
                                      <p:cBhvr>
                                        <p:cTn id="29" dur="1000" fill="hold"/>
                                        <p:tgtEl>
                                          <p:spTgt spid="2267137"/>
                                        </p:tgtEl>
                                        <p:attrNameLst>
                                          <p:attrName>ppt_x</p:attrName>
                                        </p:attrNameLst>
                                      </p:cBhvr>
                                      <p:tavLst>
                                        <p:tav tm="0">
                                          <p:val>
                                            <p:strVal val="0-#ppt_w/2"/>
                                          </p:val>
                                        </p:tav>
                                        <p:tav tm="100000">
                                          <p:val>
                                            <p:strVal val="#ppt_x"/>
                                          </p:val>
                                        </p:tav>
                                      </p:tavLst>
                                    </p:anim>
                                    <p:anim calcmode="lin" valueType="num">
                                      <p:cBhvr>
                                        <p:cTn id="30" dur="1000" fill="hold"/>
                                        <p:tgtEl>
                                          <p:spTgt spid="2267137"/>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1000"/>
                            </p:stCondLst>
                            <p:childTnLst>
                              <p:par>
                                <p:cTn id="32" presetID="35" presetClass="path" presetSubtype="0" accel="50000" decel="50000" fill="hold" nodeType="afterEffect">
                                  <p:stCondLst>
                                    <p:cond delay="0"/>
                                  </p:stCondLst>
                                  <p:childTnLst>
                                    <p:animMotion origin="layout" path="M -3.33333E-6 -1.6185E-6 L -0.72882 0.00254 " pathEditMode="fixed" rAng="0" ptsTypes="AA">
                                      <p:cBhvr>
                                        <p:cTn id="33" dur="5000" fill="hold"/>
                                        <p:tgtEl>
                                          <p:spTgt spid="1291273"/>
                                        </p:tgtEl>
                                        <p:attrNameLst>
                                          <p:attrName>ppt_x,ppt_y</p:attrName>
                                        </p:attrNameLst>
                                      </p:cBhvr>
                                      <p:rCtr x="-36400"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6">
            <a:extLst>
              <a:ext uri="{FF2B5EF4-FFF2-40B4-BE49-F238E27FC236}">
                <a16:creationId xmlns:a16="http://schemas.microsoft.com/office/drawing/2014/main" id="{3D60169B-8D17-40C8-B8BE-D5D7257E74F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79BFF32B-3D4D-4F2E-B8FF-C6EE5B2E85C2}" type="slidenum">
              <a:rPr altLang="en-US" sz="1400" smtClean="0"/>
              <a:pPr>
                <a:lnSpc>
                  <a:spcPct val="100000"/>
                </a:lnSpc>
                <a:spcBef>
                  <a:spcPct val="0"/>
                </a:spcBef>
                <a:buClr>
                  <a:schemeClr val="tx1"/>
                </a:buClr>
                <a:buFontTx/>
                <a:buNone/>
              </a:pPr>
              <a:t>52</a:t>
            </a:fld>
            <a:endParaRPr lang="zh-CN" altLang="en-US" sz="1400"/>
          </a:p>
        </p:txBody>
      </p:sp>
      <p:graphicFrame>
        <p:nvGraphicFramePr>
          <p:cNvPr id="70659" name="Object 0">
            <a:extLst>
              <a:ext uri="{FF2B5EF4-FFF2-40B4-BE49-F238E27FC236}">
                <a16:creationId xmlns:a16="http://schemas.microsoft.com/office/drawing/2014/main" id="{D20B9B96-FECC-4813-BF66-CF055A447682}"/>
              </a:ext>
            </a:extLst>
          </p:cNvPr>
          <p:cNvGraphicFramePr>
            <a:graphicFrameLocks noGrp="1"/>
          </p:cNvGraphicFramePr>
          <p:nvPr>
            <p:ph sz="half" idx="2"/>
          </p:nvPr>
        </p:nvGraphicFramePr>
        <p:xfrm>
          <a:off x="1436688" y="0"/>
          <a:ext cx="6978650" cy="2090738"/>
        </p:xfrm>
        <a:graphic>
          <a:graphicData uri="http://schemas.openxmlformats.org/presentationml/2006/ole">
            <mc:AlternateContent xmlns:mc="http://schemas.openxmlformats.org/markup-compatibility/2006">
              <mc:Choice xmlns:v="urn:schemas-microsoft-com:vml" Requires="v">
                <p:oleObj spid="_x0000_s70732" r:id="rId3" imgW="3643319" imgH="1091726" progId="Equation.DSMT4">
                  <p:embed/>
                </p:oleObj>
              </mc:Choice>
              <mc:Fallback>
                <p:oleObj r:id="rId3" imgW="3643319" imgH="1091726"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6688" y="0"/>
                        <a:ext cx="6978650"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0" name="Text Box 8">
            <a:extLst>
              <a:ext uri="{FF2B5EF4-FFF2-40B4-BE49-F238E27FC236}">
                <a16:creationId xmlns:a16="http://schemas.microsoft.com/office/drawing/2014/main" id="{A16D954F-3198-4955-BFF3-3F4CD31B2C77}"/>
              </a:ext>
            </a:extLst>
          </p:cNvPr>
          <p:cNvSpPr txBox="1">
            <a:spLocks noChangeArrowheads="1"/>
          </p:cNvSpPr>
          <p:nvPr/>
        </p:nvSpPr>
        <p:spPr bwMode="auto">
          <a:xfrm>
            <a:off x="1093788" y="131763"/>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2800">
                <a:solidFill>
                  <a:srgbClr val="000066"/>
                </a:solidFill>
                <a:latin typeface="Arial" panose="020B0604020202020204" pitchFamily="34" charset="0"/>
                <a:ea typeface="宋体" panose="02010600030101010101" pitchFamily="2" charset="-122"/>
              </a:rPr>
              <a:t> </a:t>
            </a:r>
          </a:p>
        </p:txBody>
      </p:sp>
      <p:graphicFrame>
        <p:nvGraphicFramePr>
          <p:cNvPr id="2268161" name="Object 1">
            <a:extLst>
              <a:ext uri="{FF2B5EF4-FFF2-40B4-BE49-F238E27FC236}">
                <a16:creationId xmlns:a16="http://schemas.microsoft.com/office/drawing/2014/main" id="{9D6FE292-9351-4A21-8D22-936FF94BB19A}"/>
              </a:ext>
            </a:extLst>
          </p:cNvPr>
          <p:cNvGraphicFramePr>
            <a:graphicFrameLocks/>
          </p:cNvGraphicFramePr>
          <p:nvPr/>
        </p:nvGraphicFramePr>
        <p:xfrm>
          <a:off x="1246188" y="2203450"/>
          <a:ext cx="2124075" cy="493713"/>
        </p:xfrm>
        <a:graphic>
          <a:graphicData uri="http://schemas.openxmlformats.org/presentationml/2006/ole">
            <mc:AlternateContent xmlns:mc="http://schemas.openxmlformats.org/markup-compatibility/2006">
              <mc:Choice xmlns:v="urn:schemas-microsoft-com:vml" Requires="v">
                <p:oleObj spid="_x0000_s70733" r:id="rId6" imgW="1078564" imgH="253780" progId="Equation.DSMT4">
                  <p:embed/>
                </p:oleObj>
              </mc:Choice>
              <mc:Fallback>
                <p:oleObj r:id="rId6" imgW="1078564" imgH="25378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6188" y="2203450"/>
                        <a:ext cx="21240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2" name="Object 2">
            <a:extLst>
              <a:ext uri="{FF2B5EF4-FFF2-40B4-BE49-F238E27FC236}">
                <a16:creationId xmlns:a16="http://schemas.microsoft.com/office/drawing/2014/main" id="{16FBA9CE-A91D-4B3B-B21D-5150004E2A03}"/>
              </a:ext>
            </a:extLst>
          </p:cNvPr>
          <p:cNvGraphicFramePr>
            <a:graphicFrameLocks/>
          </p:cNvGraphicFramePr>
          <p:nvPr/>
        </p:nvGraphicFramePr>
        <p:xfrm>
          <a:off x="1730375" y="2633663"/>
          <a:ext cx="2081213" cy="514350"/>
        </p:xfrm>
        <a:graphic>
          <a:graphicData uri="http://schemas.openxmlformats.org/presentationml/2006/ole">
            <mc:AlternateContent xmlns:mc="http://schemas.openxmlformats.org/markup-compatibility/2006">
              <mc:Choice xmlns:v="urn:schemas-microsoft-com:vml" Requires="v">
                <p:oleObj spid="_x0000_s70734" r:id="rId8" imgW="1320227" imgH="330057" progId="Equation.DSMT4">
                  <p:embed/>
                </p:oleObj>
              </mc:Choice>
              <mc:Fallback>
                <p:oleObj r:id="rId8" imgW="1320227" imgH="330057"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30375" y="2633663"/>
                        <a:ext cx="208121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3" name="Object 3">
            <a:extLst>
              <a:ext uri="{FF2B5EF4-FFF2-40B4-BE49-F238E27FC236}">
                <a16:creationId xmlns:a16="http://schemas.microsoft.com/office/drawing/2014/main" id="{6506B28E-023E-4862-9952-088B09D3C032}"/>
              </a:ext>
            </a:extLst>
          </p:cNvPr>
          <p:cNvGraphicFramePr>
            <a:graphicFrameLocks/>
          </p:cNvGraphicFramePr>
          <p:nvPr/>
        </p:nvGraphicFramePr>
        <p:xfrm>
          <a:off x="1646238" y="3275013"/>
          <a:ext cx="2740025" cy="554037"/>
        </p:xfrm>
        <a:graphic>
          <a:graphicData uri="http://schemas.openxmlformats.org/presentationml/2006/ole">
            <mc:AlternateContent xmlns:mc="http://schemas.openxmlformats.org/markup-compatibility/2006">
              <mc:Choice xmlns:v="urn:schemas-microsoft-com:vml" Requires="v">
                <p:oleObj spid="_x0000_s70735" r:id="rId10" imgW="1738391" imgH="355292" progId="Equation.DSMT4">
                  <p:embed/>
                </p:oleObj>
              </mc:Choice>
              <mc:Fallback>
                <p:oleObj r:id="rId10" imgW="1738391" imgH="355292"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46238" y="3275013"/>
                        <a:ext cx="27400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4" name="Object 4">
            <a:extLst>
              <a:ext uri="{FF2B5EF4-FFF2-40B4-BE49-F238E27FC236}">
                <a16:creationId xmlns:a16="http://schemas.microsoft.com/office/drawing/2014/main" id="{19DD161B-970D-4190-B912-DE7783E567DB}"/>
              </a:ext>
            </a:extLst>
          </p:cNvPr>
          <p:cNvGraphicFramePr>
            <a:graphicFrameLocks/>
          </p:cNvGraphicFramePr>
          <p:nvPr/>
        </p:nvGraphicFramePr>
        <p:xfrm>
          <a:off x="1147763" y="4797425"/>
          <a:ext cx="2860675" cy="1106488"/>
        </p:xfrm>
        <a:graphic>
          <a:graphicData uri="http://schemas.openxmlformats.org/presentationml/2006/ole">
            <mc:AlternateContent xmlns:mc="http://schemas.openxmlformats.org/markup-compatibility/2006">
              <mc:Choice xmlns:v="urn:schemas-microsoft-com:vml" Requires="v">
                <p:oleObj spid="_x0000_s70736" r:id="rId12" imgW="1815312" imgH="710891" progId="Equation.DSMT4">
                  <p:embed/>
                </p:oleObj>
              </mc:Choice>
              <mc:Fallback>
                <p:oleObj r:id="rId12" imgW="1815312" imgH="710891"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47763" y="4797425"/>
                        <a:ext cx="28606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5" name="Object 5">
            <a:extLst>
              <a:ext uri="{FF2B5EF4-FFF2-40B4-BE49-F238E27FC236}">
                <a16:creationId xmlns:a16="http://schemas.microsoft.com/office/drawing/2014/main" id="{2F5E4DC6-86A0-4CC2-9439-B4CFABEB550F}"/>
              </a:ext>
            </a:extLst>
          </p:cNvPr>
          <p:cNvGraphicFramePr>
            <a:graphicFrameLocks/>
          </p:cNvGraphicFramePr>
          <p:nvPr/>
        </p:nvGraphicFramePr>
        <p:xfrm>
          <a:off x="1627188" y="4117975"/>
          <a:ext cx="679450" cy="395288"/>
        </p:xfrm>
        <a:graphic>
          <a:graphicData uri="http://schemas.openxmlformats.org/presentationml/2006/ole">
            <mc:AlternateContent xmlns:mc="http://schemas.openxmlformats.org/markup-compatibility/2006">
              <mc:Choice xmlns:v="urn:schemas-microsoft-com:vml" Requires="v">
                <p:oleObj spid="_x0000_s70737" r:id="rId14" imgW="431425" imgH="253780" progId="Equation.DSMT4">
                  <p:embed/>
                </p:oleObj>
              </mc:Choice>
              <mc:Fallback>
                <p:oleObj r:id="rId14" imgW="431425" imgH="25378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27188" y="4117975"/>
                        <a:ext cx="6794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6" name="Object 6">
            <a:extLst>
              <a:ext uri="{FF2B5EF4-FFF2-40B4-BE49-F238E27FC236}">
                <a16:creationId xmlns:a16="http://schemas.microsoft.com/office/drawing/2014/main" id="{F6A48AA7-D717-4868-A5CC-A3DD02C9CFCA}"/>
              </a:ext>
            </a:extLst>
          </p:cNvPr>
          <p:cNvGraphicFramePr>
            <a:graphicFrameLocks/>
          </p:cNvGraphicFramePr>
          <p:nvPr/>
        </p:nvGraphicFramePr>
        <p:xfrm>
          <a:off x="4822825" y="4816475"/>
          <a:ext cx="3079750" cy="1501775"/>
        </p:xfrm>
        <a:graphic>
          <a:graphicData uri="http://schemas.openxmlformats.org/presentationml/2006/ole">
            <mc:AlternateContent xmlns:mc="http://schemas.openxmlformats.org/markup-compatibility/2006">
              <mc:Choice xmlns:v="urn:schemas-microsoft-com:vml" Requires="v">
                <p:oleObj spid="_x0000_s70738" r:id="rId16" imgW="1955800" imgH="965200" progId="Equation.DSMT4">
                  <p:embed/>
                </p:oleObj>
              </mc:Choice>
              <mc:Fallback>
                <p:oleObj r:id="rId16" imgW="1955800" imgH="965200" progId="Equation.DSMT4">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22825" y="4816475"/>
                        <a:ext cx="307975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7" name="Object 7">
            <a:extLst>
              <a:ext uri="{FF2B5EF4-FFF2-40B4-BE49-F238E27FC236}">
                <a16:creationId xmlns:a16="http://schemas.microsoft.com/office/drawing/2014/main" id="{BCF2A07E-F068-430C-80E7-0E4434E4865A}"/>
              </a:ext>
            </a:extLst>
          </p:cNvPr>
          <p:cNvGraphicFramePr>
            <a:graphicFrameLocks/>
          </p:cNvGraphicFramePr>
          <p:nvPr/>
        </p:nvGraphicFramePr>
        <p:xfrm>
          <a:off x="5873750" y="2709863"/>
          <a:ext cx="904875" cy="366712"/>
        </p:xfrm>
        <a:graphic>
          <a:graphicData uri="http://schemas.openxmlformats.org/presentationml/2006/ole">
            <mc:AlternateContent xmlns:mc="http://schemas.openxmlformats.org/markup-compatibility/2006">
              <mc:Choice xmlns:v="urn:schemas-microsoft-com:vml" Requires="v">
                <p:oleObj spid="_x0000_s70739" r:id="rId18" imgW="494870" imgH="203024" progId="Equation.DSMT4">
                  <p:embed/>
                </p:oleObj>
              </mc:Choice>
              <mc:Fallback>
                <p:oleObj r:id="rId18" imgW="494870" imgH="203024" progId="Equation.DSMT4">
                  <p:embed/>
                  <p:pic>
                    <p:nvPicPr>
                      <p:cNvPr id="0" name="Object 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73750" y="2709863"/>
                        <a:ext cx="904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8" name="Object 8">
            <a:extLst>
              <a:ext uri="{FF2B5EF4-FFF2-40B4-BE49-F238E27FC236}">
                <a16:creationId xmlns:a16="http://schemas.microsoft.com/office/drawing/2014/main" id="{B8CF9B90-DE93-46CE-86B9-E835EF86E6AC}"/>
              </a:ext>
            </a:extLst>
          </p:cNvPr>
          <p:cNvGraphicFramePr>
            <a:graphicFrameLocks/>
          </p:cNvGraphicFramePr>
          <p:nvPr/>
        </p:nvGraphicFramePr>
        <p:xfrm>
          <a:off x="3900488" y="2617788"/>
          <a:ext cx="1900237" cy="552450"/>
        </p:xfrm>
        <a:graphic>
          <a:graphicData uri="http://schemas.openxmlformats.org/presentationml/2006/ole">
            <mc:AlternateContent xmlns:mc="http://schemas.openxmlformats.org/markup-compatibility/2006">
              <mc:Choice xmlns:v="urn:schemas-microsoft-com:vml" Requires="v">
                <p:oleObj spid="_x0000_s70740" r:id="rId20" imgW="1205454" imgH="355292" progId="Equation.DSMT4">
                  <p:embed/>
                </p:oleObj>
              </mc:Choice>
              <mc:Fallback>
                <p:oleObj r:id="rId20" imgW="1205454" imgH="355292" progId="Equation.DSMT4">
                  <p:embed/>
                  <p:pic>
                    <p:nvPicPr>
                      <p:cNvPr id="0" name="Object 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00488" y="2617788"/>
                        <a:ext cx="190023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69" name="Object 9">
            <a:extLst>
              <a:ext uri="{FF2B5EF4-FFF2-40B4-BE49-F238E27FC236}">
                <a16:creationId xmlns:a16="http://schemas.microsoft.com/office/drawing/2014/main" id="{40000097-0624-4499-A57C-297D8C29840B}"/>
              </a:ext>
            </a:extLst>
          </p:cNvPr>
          <p:cNvGraphicFramePr>
            <a:graphicFrameLocks/>
          </p:cNvGraphicFramePr>
          <p:nvPr/>
        </p:nvGraphicFramePr>
        <p:xfrm>
          <a:off x="4352925" y="3289300"/>
          <a:ext cx="2500313" cy="552450"/>
        </p:xfrm>
        <a:graphic>
          <a:graphicData uri="http://schemas.openxmlformats.org/presentationml/2006/ole">
            <mc:AlternateContent xmlns:mc="http://schemas.openxmlformats.org/markup-compatibility/2006">
              <mc:Choice xmlns:v="urn:schemas-microsoft-com:vml" Requires="v">
                <p:oleObj spid="_x0000_s70741" r:id="rId22" imgW="1586123" imgH="355292" progId="Equation.DSMT4">
                  <p:embed/>
                </p:oleObj>
              </mc:Choice>
              <mc:Fallback>
                <p:oleObj r:id="rId22" imgW="1586123" imgH="355292" progId="Equation.DSMT4">
                  <p:embed/>
                  <p:pic>
                    <p:nvPicPr>
                      <p:cNvPr id="0" name="Object 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52925" y="3289300"/>
                        <a:ext cx="250031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70" name="Object 10">
            <a:extLst>
              <a:ext uri="{FF2B5EF4-FFF2-40B4-BE49-F238E27FC236}">
                <a16:creationId xmlns:a16="http://schemas.microsoft.com/office/drawing/2014/main" id="{4D2F33EC-181F-462D-9AF4-0EC280960E3F}"/>
              </a:ext>
            </a:extLst>
          </p:cNvPr>
          <p:cNvGraphicFramePr>
            <a:graphicFrameLocks/>
          </p:cNvGraphicFramePr>
          <p:nvPr/>
        </p:nvGraphicFramePr>
        <p:xfrm>
          <a:off x="6848475" y="3278188"/>
          <a:ext cx="2051050" cy="423862"/>
        </p:xfrm>
        <a:graphic>
          <a:graphicData uri="http://schemas.openxmlformats.org/presentationml/2006/ole">
            <mc:AlternateContent xmlns:mc="http://schemas.openxmlformats.org/markup-compatibility/2006">
              <mc:Choice xmlns:v="urn:schemas-microsoft-com:vml" Requires="v">
                <p:oleObj spid="_x0000_s70742" r:id="rId24" imgW="1091726" imgH="228501" progId="Equation.DSMT4">
                  <p:embed/>
                </p:oleObj>
              </mc:Choice>
              <mc:Fallback>
                <p:oleObj r:id="rId24" imgW="1091726" imgH="228501" progId="Equation.DSMT4">
                  <p:embed/>
                  <p:pic>
                    <p:nvPicPr>
                      <p:cNvPr id="0" name="Object 1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48475" y="3278188"/>
                        <a:ext cx="205105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8171" name="Object 11">
            <a:extLst>
              <a:ext uri="{FF2B5EF4-FFF2-40B4-BE49-F238E27FC236}">
                <a16:creationId xmlns:a16="http://schemas.microsoft.com/office/drawing/2014/main" id="{07298613-3A44-40E3-9004-F6910CE5847D}"/>
              </a:ext>
            </a:extLst>
          </p:cNvPr>
          <p:cNvGraphicFramePr>
            <a:graphicFrameLocks/>
          </p:cNvGraphicFramePr>
          <p:nvPr/>
        </p:nvGraphicFramePr>
        <p:xfrm>
          <a:off x="2316163" y="4108450"/>
          <a:ext cx="2300287" cy="434975"/>
        </p:xfrm>
        <a:graphic>
          <a:graphicData uri="http://schemas.openxmlformats.org/presentationml/2006/ole">
            <mc:AlternateContent xmlns:mc="http://schemas.openxmlformats.org/markup-compatibility/2006">
              <mc:Choice xmlns:v="urn:schemas-microsoft-com:vml" Requires="v">
                <p:oleObj spid="_x0000_s70743" r:id="rId26" imgW="1459866" imgH="279279" progId="Equation.DSMT4">
                  <p:embed/>
                </p:oleObj>
              </mc:Choice>
              <mc:Fallback>
                <p:oleObj r:id="rId26" imgW="1459866" imgH="279279" progId="Equation.DSMT4">
                  <p:embed/>
                  <p:pic>
                    <p:nvPicPr>
                      <p:cNvPr id="0" name="Object 1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16163" y="4108450"/>
                        <a:ext cx="23002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68161"/>
                                        </p:tgtEl>
                                        <p:attrNameLst>
                                          <p:attrName>style.visibility</p:attrName>
                                        </p:attrNameLst>
                                      </p:cBhvr>
                                      <p:to>
                                        <p:strVal val="visible"/>
                                      </p:to>
                                    </p:set>
                                    <p:anim calcmode="lin" valueType="num">
                                      <p:cBhvr>
                                        <p:cTn id="7" dur="1000" fill="hold"/>
                                        <p:tgtEl>
                                          <p:spTgt spid="2268161"/>
                                        </p:tgtEl>
                                        <p:attrNameLst>
                                          <p:attrName>ppt_x</p:attrName>
                                        </p:attrNameLst>
                                      </p:cBhvr>
                                      <p:tavLst>
                                        <p:tav tm="0">
                                          <p:val>
                                            <p:strVal val="0-#ppt_w/2"/>
                                          </p:val>
                                        </p:tav>
                                        <p:tav tm="100000">
                                          <p:val>
                                            <p:strVal val="#ppt_x"/>
                                          </p:val>
                                        </p:tav>
                                      </p:tavLst>
                                    </p:anim>
                                    <p:anim calcmode="lin" valueType="num">
                                      <p:cBhvr>
                                        <p:cTn id="8" dur="1000" fill="hold"/>
                                        <p:tgtEl>
                                          <p:spTgt spid="226816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68162"/>
                                        </p:tgtEl>
                                        <p:attrNameLst>
                                          <p:attrName>style.visibility</p:attrName>
                                        </p:attrNameLst>
                                      </p:cBhvr>
                                      <p:to>
                                        <p:strVal val="visible"/>
                                      </p:to>
                                    </p:set>
                                    <p:anim calcmode="lin" valueType="num">
                                      <p:cBhvr>
                                        <p:cTn id="13" dur="1000" fill="hold"/>
                                        <p:tgtEl>
                                          <p:spTgt spid="2268162"/>
                                        </p:tgtEl>
                                        <p:attrNameLst>
                                          <p:attrName>ppt_x</p:attrName>
                                        </p:attrNameLst>
                                      </p:cBhvr>
                                      <p:tavLst>
                                        <p:tav tm="0">
                                          <p:val>
                                            <p:strVal val="0-#ppt_w/2"/>
                                          </p:val>
                                        </p:tav>
                                        <p:tav tm="100000">
                                          <p:val>
                                            <p:strVal val="#ppt_x"/>
                                          </p:val>
                                        </p:tav>
                                      </p:tavLst>
                                    </p:anim>
                                    <p:anim calcmode="lin" valueType="num">
                                      <p:cBhvr>
                                        <p:cTn id="14" dur="1000" fill="hold"/>
                                        <p:tgtEl>
                                          <p:spTgt spid="226816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268168"/>
                                        </p:tgtEl>
                                        <p:attrNameLst>
                                          <p:attrName>style.visibility</p:attrName>
                                        </p:attrNameLst>
                                      </p:cBhvr>
                                      <p:to>
                                        <p:strVal val="visible"/>
                                      </p:to>
                                    </p:set>
                                    <p:animEffect transition="in" filter="wipe(left)">
                                      <p:cBhvr>
                                        <p:cTn id="19" dur="2000"/>
                                        <p:tgtEl>
                                          <p:spTgt spid="226816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2268167"/>
                                        </p:tgtEl>
                                        <p:attrNameLst>
                                          <p:attrName>style.visibility</p:attrName>
                                        </p:attrNameLst>
                                      </p:cBhvr>
                                      <p:to>
                                        <p:strVal val="visible"/>
                                      </p:to>
                                    </p:set>
                                    <p:animEffect transition="in" filter="wipe(left)">
                                      <p:cBhvr>
                                        <p:cTn id="24" dur="2000"/>
                                        <p:tgtEl>
                                          <p:spTgt spid="226816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2268163"/>
                                        </p:tgtEl>
                                        <p:attrNameLst>
                                          <p:attrName>style.visibility</p:attrName>
                                        </p:attrNameLst>
                                      </p:cBhvr>
                                      <p:to>
                                        <p:strVal val="visible"/>
                                      </p:to>
                                    </p:set>
                                    <p:anim calcmode="lin" valueType="num">
                                      <p:cBhvr>
                                        <p:cTn id="29" dur="1000" fill="hold"/>
                                        <p:tgtEl>
                                          <p:spTgt spid="2268163"/>
                                        </p:tgtEl>
                                        <p:attrNameLst>
                                          <p:attrName>ppt_x</p:attrName>
                                        </p:attrNameLst>
                                      </p:cBhvr>
                                      <p:tavLst>
                                        <p:tav tm="0">
                                          <p:val>
                                            <p:strVal val="0-#ppt_w/2"/>
                                          </p:val>
                                        </p:tav>
                                        <p:tav tm="100000">
                                          <p:val>
                                            <p:strVal val="#ppt_x"/>
                                          </p:val>
                                        </p:tav>
                                      </p:tavLst>
                                    </p:anim>
                                    <p:anim calcmode="lin" valueType="num">
                                      <p:cBhvr>
                                        <p:cTn id="30" dur="1000" fill="hold"/>
                                        <p:tgtEl>
                                          <p:spTgt spid="2268163"/>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268169"/>
                                        </p:tgtEl>
                                        <p:attrNameLst>
                                          <p:attrName>style.visibility</p:attrName>
                                        </p:attrNameLst>
                                      </p:cBhvr>
                                      <p:to>
                                        <p:strVal val="visible"/>
                                      </p:to>
                                    </p:set>
                                    <p:animEffect transition="in" filter="wipe(left)">
                                      <p:cBhvr>
                                        <p:cTn id="35" dur="2000"/>
                                        <p:tgtEl>
                                          <p:spTgt spid="226816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268170"/>
                                        </p:tgtEl>
                                        <p:attrNameLst>
                                          <p:attrName>style.visibility</p:attrName>
                                        </p:attrNameLst>
                                      </p:cBhvr>
                                      <p:to>
                                        <p:strVal val="visible"/>
                                      </p:to>
                                    </p:set>
                                    <p:animEffect transition="in" filter="wipe(left)">
                                      <p:cBhvr>
                                        <p:cTn id="40" dur="2000"/>
                                        <p:tgtEl>
                                          <p:spTgt spid="226817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2268165"/>
                                        </p:tgtEl>
                                        <p:attrNameLst>
                                          <p:attrName>style.visibility</p:attrName>
                                        </p:attrNameLst>
                                      </p:cBhvr>
                                      <p:to>
                                        <p:strVal val="visible"/>
                                      </p:to>
                                    </p:set>
                                    <p:anim calcmode="lin" valueType="num">
                                      <p:cBhvr>
                                        <p:cTn id="45" dur="1000" fill="hold"/>
                                        <p:tgtEl>
                                          <p:spTgt spid="2268165"/>
                                        </p:tgtEl>
                                        <p:attrNameLst>
                                          <p:attrName>ppt_x</p:attrName>
                                        </p:attrNameLst>
                                      </p:cBhvr>
                                      <p:tavLst>
                                        <p:tav tm="0">
                                          <p:val>
                                            <p:strVal val="0-#ppt_w/2"/>
                                          </p:val>
                                        </p:tav>
                                        <p:tav tm="100000">
                                          <p:val>
                                            <p:strVal val="#ppt_x"/>
                                          </p:val>
                                        </p:tav>
                                      </p:tavLst>
                                    </p:anim>
                                    <p:anim calcmode="lin" valueType="num">
                                      <p:cBhvr>
                                        <p:cTn id="46" dur="1000" fill="hold"/>
                                        <p:tgtEl>
                                          <p:spTgt spid="2268165"/>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268171"/>
                                        </p:tgtEl>
                                        <p:attrNameLst>
                                          <p:attrName>style.visibility</p:attrName>
                                        </p:attrNameLst>
                                      </p:cBhvr>
                                      <p:to>
                                        <p:strVal val="visible"/>
                                      </p:to>
                                    </p:set>
                                    <p:animEffect transition="in" filter="wipe(left)">
                                      <p:cBhvr>
                                        <p:cTn id="51" dur="2000"/>
                                        <p:tgtEl>
                                          <p:spTgt spid="226817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2268164"/>
                                        </p:tgtEl>
                                        <p:attrNameLst>
                                          <p:attrName>style.visibility</p:attrName>
                                        </p:attrNameLst>
                                      </p:cBhvr>
                                      <p:to>
                                        <p:strVal val="visible"/>
                                      </p:to>
                                    </p:set>
                                    <p:anim calcmode="lin" valueType="num">
                                      <p:cBhvr>
                                        <p:cTn id="56" dur="1000" fill="hold"/>
                                        <p:tgtEl>
                                          <p:spTgt spid="2268164"/>
                                        </p:tgtEl>
                                        <p:attrNameLst>
                                          <p:attrName>ppt_x</p:attrName>
                                        </p:attrNameLst>
                                      </p:cBhvr>
                                      <p:tavLst>
                                        <p:tav tm="0">
                                          <p:val>
                                            <p:strVal val="0-#ppt_w/2"/>
                                          </p:val>
                                        </p:tav>
                                        <p:tav tm="100000">
                                          <p:val>
                                            <p:strVal val="#ppt_x"/>
                                          </p:val>
                                        </p:tav>
                                      </p:tavLst>
                                    </p:anim>
                                    <p:anim calcmode="lin" valueType="num">
                                      <p:cBhvr>
                                        <p:cTn id="57" dur="1000" fill="hold"/>
                                        <p:tgtEl>
                                          <p:spTgt spid="2268164"/>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268166"/>
                                        </p:tgtEl>
                                        <p:attrNameLst>
                                          <p:attrName>style.visibility</p:attrName>
                                        </p:attrNameLst>
                                      </p:cBhvr>
                                      <p:to>
                                        <p:strVal val="visible"/>
                                      </p:to>
                                    </p:set>
                                    <p:animEffect transition="in" filter="wipe(left)">
                                      <p:cBhvr>
                                        <p:cTn id="62" dur="2000"/>
                                        <p:tgtEl>
                                          <p:spTgt spid="2268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a:extLst>
              <a:ext uri="{FF2B5EF4-FFF2-40B4-BE49-F238E27FC236}">
                <a16:creationId xmlns:a16="http://schemas.microsoft.com/office/drawing/2014/main" id="{E8879336-A372-4FC1-9D89-74306B6852C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9F379B7-495B-4D75-B97D-FC5C9D1AC54C}" type="slidenum">
              <a:rPr altLang="en-US" sz="1400" smtClean="0"/>
              <a:pPr>
                <a:lnSpc>
                  <a:spcPct val="100000"/>
                </a:lnSpc>
                <a:spcBef>
                  <a:spcPct val="0"/>
                </a:spcBef>
                <a:buClr>
                  <a:schemeClr val="tx1"/>
                </a:buClr>
                <a:buFontTx/>
                <a:buNone/>
              </a:pPr>
              <a:t>53</a:t>
            </a:fld>
            <a:endParaRPr lang="zh-CN" altLang="en-US" sz="1400"/>
          </a:p>
        </p:txBody>
      </p:sp>
      <p:sp>
        <p:nvSpPr>
          <p:cNvPr id="1638404" name="Rectangle 4">
            <a:extLst>
              <a:ext uri="{FF2B5EF4-FFF2-40B4-BE49-F238E27FC236}">
                <a16:creationId xmlns:a16="http://schemas.microsoft.com/office/drawing/2014/main" id="{A9C06E2D-703F-471E-96ED-4F4FC794BE00}"/>
              </a:ext>
            </a:extLst>
          </p:cNvPr>
          <p:cNvSpPr>
            <a:spLocks noChangeArrowheads="1"/>
          </p:cNvSpPr>
          <p:nvPr/>
        </p:nvSpPr>
        <p:spPr bwMode="auto">
          <a:xfrm>
            <a:off x="1992313" y="2284413"/>
            <a:ext cx="6257925" cy="490537"/>
          </a:xfrm>
          <a:prstGeom prst="rect">
            <a:avLst/>
          </a:prstGeom>
          <a:noFill/>
          <a:ln w="25400">
            <a:solidFill>
              <a:srgbClr val="808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2269184" name="Object 0">
            <a:extLst>
              <a:ext uri="{FF2B5EF4-FFF2-40B4-BE49-F238E27FC236}">
                <a16:creationId xmlns:a16="http://schemas.microsoft.com/office/drawing/2014/main" id="{FAFEED15-6CC1-42E2-B4BA-9C13A6B98A9D}"/>
              </a:ext>
            </a:extLst>
          </p:cNvPr>
          <p:cNvGraphicFramePr>
            <a:graphicFrameLocks/>
          </p:cNvGraphicFramePr>
          <p:nvPr/>
        </p:nvGraphicFramePr>
        <p:xfrm>
          <a:off x="1020763" y="1122363"/>
          <a:ext cx="2279650" cy="452437"/>
        </p:xfrm>
        <a:graphic>
          <a:graphicData uri="http://schemas.openxmlformats.org/presentationml/2006/ole">
            <mc:AlternateContent xmlns:mc="http://schemas.openxmlformats.org/markup-compatibility/2006">
              <mc:Choice xmlns:v="urn:schemas-microsoft-com:vml" Requires="v">
                <p:oleObj spid="_x0000_s71744" r:id="rId3" imgW="1268899" imgH="253780" progId="Equation.DSMT4">
                  <p:embed/>
                </p:oleObj>
              </mc:Choice>
              <mc:Fallback>
                <p:oleObj r:id="rId3" imgW="1268899" imgH="253780" progId="Equation.DSMT4">
                  <p:embed/>
                  <p:pic>
                    <p:nvPicPr>
                      <p:cNvPr id="0" name="Object 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763" y="1122363"/>
                        <a:ext cx="227965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85" name="Object 1">
            <a:extLst>
              <a:ext uri="{FF2B5EF4-FFF2-40B4-BE49-F238E27FC236}">
                <a16:creationId xmlns:a16="http://schemas.microsoft.com/office/drawing/2014/main" id="{0261DCCF-C3BE-4162-8775-2FCA94F9956F}"/>
              </a:ext>
            </a:extLst>
          </p:cNvPr>
          <p:cNvGraphicFramePr>
            <a:graphicFrameLocks/>
          </p:cNvGraphicFramePr>
          <p:nvPr/>
        </p:nvGraphicFramePr>
        <p:xfrm>
          <a:off x="2022475" y="1571625"/>
          <a:ext cx="2308225" cy="641350"/>
        </p:xfrm>
        <a:graphic>
          <a:graphicData uri="http://schemas.openxmlformats.org/presentationml/2006/ole">
            <mc:AlternateContent xmlns:mc="http://schemas.openxmlformats.org/markup-compatibility/2006">
              <mc:Choice xmlns:v="urn:schemas-microsoft-com:vml" Requires="v">
                <p:oleObj spid="_x0000_s71745" r:id="rId5" imgW="1498600" imgH="419100" progId="Equation.DSMT4">
                  <p:embed/>
                </p:oleObj>
              </mc:Choice>
              <mc:Fallback>
                <p:oleObj r:id="rId5" imgW="1498600" imgH="419100" progId="Equation.DSMT4">
                  <p:embed/>
                  <p:pic>
                    <p:nvPicPr>
                      <p:cNvPr id="0" name="Object 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2475" y="1571625"/>
                        <a:ext cx="2308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86" name="Object 2">
            <a:extLst>
              <a:ext uri="{FF2B5EF4-FFF2-40B4-BE49-F238E27FC236}">
                <a16:creationId xmlns:a16="http://schemas.microsoft.com/office/drawing/2014/main" id="{0FE8A358-7903-47DB-A4EC-C42C76072F27}"/>
              </a:ext>
            </a:extLst>
          </p:cNvPr>
          <p:cNvGraphicFramePr>
            <a:graphicFrameLocks/>
          </p:cNvGraphicFramePr>
          <p:nvPr/>
        </p:nvGraphicFramePr>
        <p:xfrm>
          <a:off x="2027238" y="2317750"/>
          <a:ext cx="6218237" cy="412750"/>
        </p:xfrm>
        <a:graphic>
          <a:graphicData uri="http://schemas.openxmlformats.org/presentationml/2006/ole">
            <mc:AlternateContent xmlns:mc="http://schemas.openxmlformats.org/markup-compatibility/2006">
              <mc:Choice xmlns:v="urn:schemas-microsoft-com:vml" Requires="v">
                <p:oleObj spid="_x0000_s71746" r:id="rId7" imgW="3221605" imgH="215619" progId="Equation.DSMT4">
                  <p:embed/>
                </p:oleObj>
              </mc:Choice>
              <mc:Fallback>
                <p:oleObj r:id="rId7" imgW="3221605" imgH="215619" progId="Equation.DSMT4">
                  <p:embed/>
                  <p:pic>
                    <p:nvPicPr>
                      <p:cNvPr id="0" name="Object 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7238" y="2317750"/>
                        <a:ext cx="621823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87" name="Object 3">
            <a:extLst>
              <a:ext uri="{FF2B5EF4-FFF2-40B4-BE49-F238E27FC236}">
                <a16:creationId xmlns:a16="http://schemas.microsoft.com/office/drawing/2014/main" id="{90F91684-DFB1-4C3F-8CAC-13CAD3348EB3}"/>
              </a:ext>
            </a:extLst>
          </p:cNvPr>
          <p:cNvGraphicFramePr>
            <a:graphicFrameLocks/>
          </p:cNvGraphicFramePr>
          <p:nvPr/>
        </p:nvGraphicFramePr>
        <p:xfrm>
          <a:off x="1028700" y="3371850"/>
          <a:ext cx="7523163" cy="690563"/>
        </p:xfrm>
        <a:graphic>
          <a:graphicData uri="http://schemas.openxmlformats.org/presentationml/2006/ole">
            <mc:AlternateContent xmlns:mc="http://schemas.openxmlformats.org/markup-compatibility/2006">
              <mc:Choice xmlns:v="urn:schemas-microsoft-com:vml" Requires="v">
                <p:oleObj spid="_x0000_s71747" r:id="rId9" imgW="5080000" imgH="469900" progId="Equation.DSMT4">
                  <p:embed/>
                </p:oleObj>
              </mc:Choice>
              <mc:Fallback>
                <p:oleObj r:id="rId9" imgW="5080000" imgH="469900" progId="Equation.DSMT4">
                  <p:embed/>
                  <p:pic>
                    <p:nvPicPr>
                      <p:cNvPr id="0" name="Object 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8700" y="3371850"/>
                        <a:ext cx="752316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88" name="Object 4">
            <a:extLst>
              <a:ext uri="{FF2B5EF4-FFF2-40B4-BE49-F238E27FC236}">
                <a16:creationId xmlns:a16="http://schemas.microsoft.com/office/drawing/2014/main" id="{8B165870-D973-49EE-8ACE-F32474944D18}"/>
              </a:ext>
            </a:extLst>
          </p:cNvPr>
          <p:cNvGraphicFramePr>
            <a:graphicFrameLocks/>
          </p:cNvGraphicFramePr>
          <p:nvPr/>
        </p:nvGraphicFramePr>
        <p:xfrm>
          <a:off x="2087563" y="2863850"/>
          <a:ext cx="6038850" cy="419100"/>
        </p:xfrm>
        <a:graphic>
          <a:graphicData uri="http://schemas.openxmlformats.org/presentationml/2006/ole">
            <mc:AlternateContent xmlns:mc="http://schemas.openxmlformats.org/markup-compatibility/2006">
              <mc:Choice xmlns:v="urn:schemas-microsoft-com:vml" Requires="v">
                <p:oleObj spid="_x0000_s71748" r:id="rId11" imgW="3629050" imgH="253780" progId="Equation.DSMT4">
                  <p:embed/>
                </p:oleObj>
              </mc:Choice>
              <mc:Fallback>
                <p:oleObj r:id="rId11" imgW="3629050" imgH="253780" progId="Equation.DSMT4">
                  <p:embed/>
                  <p:pic>
                    <p:nvPicPr>
                      <p:cNvPr id="0" name="Object 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7563" y="2863850"/>
                        <a:ext cx="60388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89" name="Object 5">
            <a:extLst>
              <a:ext uri="{FF2B5EF4-FFF2-40B4-BE49-F238E27FC236}">
                <a16:creationId xmlns:a16="http://schemas.microsoft.com/office/drawing/2014/main" id="{6EC025EB-D1C7-4E44-9234-3F23FEE3777D}"/>
              </a:ext>
            </a:extLst>
          </p:cNvPr>
          <p:cNvGraphicFramePr>
            <a:graphicFrameLocks/>
          </p:cNvGraphicFramePr>
          <p:nvPr/>
        </p:nvGraphicFramePr>
        <p:xfrm>
          <a:off x="4397375" y="1495425"/>
          <a:ext cx="2541588" cy="730250"/>
        </p:xfrm>
        <a:graphic>
          <a:graphicData uri="http://schemas.openxmlformats.org/presentationml/2006/ole">
            <mc:AlternateContent xmlns:mc="http://schemas.openxmlformats.org/markup-compatibility/2006">
              <mc:Choice xmlns:v="urn:schemas-microsoft-com:vml" Requires="v">
                <p:oleObj spid="_x0000_s71749" r:id="rId13" imgW="1612900" imgH="469900" progId="Equation.DSMT4">
                  <p:embed/>
                </p:oleObj>
              </mc:Choice>
              <mc:Fallback>
                <p:oleObj r:id="rId13" imgW="1612900" imgH="469900" progId="Equation.DSMT4">
                  <p:embed/>
                  <p:pic>
                    <p:nvPicPr>
                      <p:cNvPr id="0" name="Object 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97375" y="1495425"/>
                        <a:ext cx="254158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90" name="Object 6">
            <a:extLst>
              <a:ext uri="{FF2B5EF4-FFF2-40B4-BE49-F238E27FC236}">
                <a16:creationId xmlns:a16="http://schemas.microsoft.com/office/drawing/2014/main" id="{639C4531-432F-40F8-A118-ED17487A34E2}"/>
              </a:ext>
            </a:extLst>
          </p:cNvPr>
          <p:cNvGraphicFramePr>
            <a:graphicFrameLocks/>
          </p:cNvGraphicFramePr>
          <p:nvPr/>
        </p:nvGraphicFramePr>
        <p:xfrm>
          <a:off x="1482725" y="4802188"/>
          <a:ext cx="4381500" cy="754062"/>
        </p:xfrm>
        <a:graphic>
          <a:graphicData uri="http://schemas.openxmlformats.org/presentationml/2006/ole">
            <mc:AlternateContent xmlns:mc="http://schemas.openxmlformats.org/markup-compatibility/2006">
              <mc:Choice xmlns:v="urn:schemas-microsoft-com:vml" Requires="v">
                <p:oleObj spid="_x0000_s71750" r:id="rId15" imgW="2488120" imgH="431613" progId="Equation.DSMT4">
                  <p:embed/>
                </p:oleObj>
              </mc:Choice>
              <mc:Fallback>
                <p:oleObj r:id="rId15" imgW="2488120" imgH="431613" progId="Equation.DSMT4">
                  <p:embed/>
                  <p:pic>
                    <p:nvPicPr>
                      <p:cNvPr id="0" name="Object 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82725" y="4802188"/>
                        <a:ext cx="438150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91" name="Object 7">
            <a:extLst>
              <a:ext uri="{FF2B5EF4-FFF2-40B4-BE49-F238E27FC236}">
                <a16:creationId xmlns:a16="http://schemas.microsoft.com/office/drawing/2014/main" id="{7F7D0BEC-D668-48A3-8F3A-AD97D4489566}"/>
              </a:ext>
            </a:extLst>
          </p:cNvPr>
          <p:cNvGraphicFramePr>
            <a:graphicFrameLocks/>
          </p:cNvGraphicFramePr>
          <p:nvPr/>
        </p:nvGraphicFramePr>
        <p:xfrm>
          <a:off x="1493838" y="4071938"/>
          <a:ext cx="3656012" cy="590550"/>
        </p:xfrm>
        <a:graphic>
          <a:graphicData uri="http://schemas.openxmlformats.org/presentationml/2006/ole">
            <mc:AlternateContent xmlns:mc="http://schemas.openxmlformats.org/markup-compatibility/2006">
              <mc:Choice xmlns:v="urn:schemas-microsoft-com:vml" Requires="v">
                <p:oleObj spid="_x0000_s71751" r:id="rId17" imgW="2107285" imgH="342751" progId="Equation.DSMT4">
                  <p:embed/>
                </p:oleObj>
              </mc:Choice>
              <mc:Fallback>
                <p:oleObj r:id="rId17" imgW="2107285" imgH="342751" progId="Equation.DSMT4">
                  <p:embed/>
                  <p:pic>
                    <p:nvPicPr>
                      <p:cNvPr id="0" name="Object 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93838" y="4071938"/>
                        <a:ext cx="3656012"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92" name="Object 8">
            <a:extLst>
              <a:ext uri="{FF2B5EF4-FFF2-40B4-BE49-F238E27FC236}">
                <a16:creationId xmlns:a16="http://schemas.microsoft.com/office/drawing/2014/main" id="{8DB4DB7A-971E-450B-BECA-61B1340A6E2E}"/>
              </a:ext>
            </a:extLst>
          </p:cNvPr>
          <p:cNvGraphicFramePr>
            <a:graphicFrameLocks/>
          </p:cNvGraphicFramePr>
          <p:nvPr/>
        </p:nvGraphicFramePr>
        <p:xfrm>
          <a:off x="6048375" y="4989513"/>
          <a:ext cx="1500188" cy="434975"/>
        </p:xfrm>
        <a:graphic>
          <a:graphicData uri="http://schemas.openxmlformats.org/presentationml/2006/ole">
            <mc:AlternateContent xmlns:mc="http://schemas.openxmlformats.org/markup-compatibility/2006">
              <mc:Choice xmlns:v="urn:schemas-microsoft-com:vml" Requires="v">
                <p:oleObj spid="_x0000_s71752" r:id="rId19" imgW="952087" imgH="279279" progId="Equation.DSMT4">
                  <p:embed/>
                </p:oleObj>
              </mc:Choice>
              <mc:Fallback>
                <p:oleObj r:id="rId19" imgW="952087" imgH="279279" progId="Equation.DSMT4">
                  <p:embed/>
                  <p:pic>
                    <p:nvPicPr>
                      <p:cNvPr id="0" name="Object 8"/>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48375" y="4989513"/>
                        <a:ext cx="150018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69193" name="Object 9">
            <a:extLst>
              <a:ext uri="{FF2B5EF4-FFF2-40B4-BE49-F238E27FC236}">
                <a16:creationId xmlns:a16="http://schemas.microsoft.com/office/drawing/2014/main" id="{74BF30EC-A633-470C-9594-965602A01074}"/>
              </a:ext>
            </a:extLst>
          </p:cNvPr>
          <p:cNvGraphicFramePr>
            <a:graphicFrameLocks/>
          </p:cNvGraphicFramePr>
          <p:nvPr/>
        </p:nvGraphicFramePr>
        <p:xfrm>
          <a:off x="5176838" y="4098925"/>
          <a:ext cx="3319462" cy="650875"/>
        </p:xfrm>
        <a:graphic>
          <a:graphicData uri="http://schemas.openxmlformats.org/presentationml/2006/ole">
            <mc:AlternateContent xmlns:mc="http://schemas.openxmlformats.org/markup-compatibility/2006">
              <mc:Choice xmlns:v="urn:schemas-microsoft-com:vml" Requires="v">
                <p:oleObj spid="_x0000_s71753" r:id="rId21" imgW="2108200" imgH="419100" progId="Equation.DSMT4">
                  <p:embed/>
                </p:oleObj>
              </mc:Choice>
              <mc:Fallback>
                <p:oleObj r:id="rId21" imgW="2108200" imgH="419100" progId="Equation.DSMT4">
                  <p:embed/>
                  <p:pic>
                    <p:nvPicPr>
                      <p:cNvPr id="0" name="Object 9"/>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76838" y="4098925"/>
                        <a:ext cx="331946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69184"/>
                                        </p:tgtEl>
                                        <p:attrNameLst>
                                          <p:attrName>style.visibility</p:attrName>
                                        </p:attrNameLst>
                                      </p:cBhvr>
                                      <p:to>
                                        <p:strVal val="visible"/>
                                      </p:to>
                                    </p:set>
                                    <p:anim calcmode="lin" valueType="num">
                                      <p:cBhvr>
                                        <p:cTn id="7" dur="1000" fill="hold"/>
                                        <p:tgtEl>
                                          <p:spTgt spid="2269184"/>
                                        </p:tgtEl>
                                        <p:attrNameLst>
                                          <p:attrName>ppt_x</p:attrName>
                                        </p:attrNameLst>
                                      </p:cBhvr>
                                      <p:tavLst>
                                        <p:tav tm="0">
                                          <p:val>
                                            <p:strVal val="0-#ppt_w/2"/>
                                          </p:val>
                                        </p:tav>
                                        <p:tav tm="100000">
                                          <p:val>
                                            <p:strVal val="#ppt_x"/>
                                          </p:val>
                                        </p:tav>
                                      </p:tavLst>
                                    </p:anim>
                                    <p:anim calcmode="lin" valueType="num">
                                      <p:cBhvr>
                                        <p:cTn id="8" dur="1000" fill="hold"/>
                                        <p:tgtEl>
                                          <p:spTgt spid="226918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69185"/>
                                        </p:tgtEl>
                                        <p:attrNameLst>
                                          <p:attrName>style.visibility</p:attrName>
                                        </p:attrNameLst>
                                      </p:cBhvr>
                                      <p:to>
                                        <p:strVal val="visible"/>
                                      </p:to>
                                    </p:set>
                                    <p:anim calcmode="lin" valueType="num">
                                      <p:cBhvr>
                                        <p:cTn id="13" dur="1000" fill="hold"/>
                                        <p:tgtEl>
                                          <p:spTgt spid="2269185"/>
                                        </p:tgtEl>
                                        <p:attrNameLst>
                                          <p:attrName>ppt_x</p:attrName>
                                        </p:attrNameLst>
                                      </p:cBhvr>
                                      <p:tavLst>
                                        <p:tav tm="0">
                                          <p:val>
                                            <p:strVal val="0-#ppt_w/2"/>
                                          </p:val>
                                        </p:tav>
                                        <p:tav tm="100000">
                                          <p:val>
                                            <p:strVal val="#ppt_x"/>
                                          </p:val>
                                        </p:tav>
                                      </p:tavLst>
                                    </p:anim>
                                    <p:anim calcmode="lin" valueType="num">
                                      <p:cBhvr>
                                        <p:cTn id="14" dur="1000" fill="hold"/>
                                        <p:tgtEl>
                                          <p:spTgt spid="226918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269189"/>
                                        </p:tgtEl>
                                        <p:attrNameLst>
                                          <p:attrName>style.visibility</p:attrName>
                                        </p:attrNameLst>
                                      </p:cBhvr>
                                      <p:to>
                                        <p:strVal val="visible"/>
                                      </p:to>
                                    </p:set>
                                    <p:animEffect transition="in" filter="wipe(left)">
                                      <p:cBhvr>
                                        <p:cTn id="19" dur="2000"/>
                                        <p:tgtEl>
                                          <p:spTgt spid="226918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2269186"/>
                                        </p:tgtEl>
                                        <p:attrNameLst>
                                          <p:attrName>style.visibility</p:attrName>
                                        </p:attrNameLst>
                                      </p:cBhvr>
                                      <p:to>
                                        <p:strVal val="visible"/>
                                      </p:to>
                                    </p:set>
                                    <p:anim calcmode="lin" valueType="num">
                                      <p:cBhvr>
                                        <p:cTn id="24" dur="1000" fill="hold"/>
                                        <p:tgtEl>
                                          <p:spTgt spid="2269186"/>
                                        </p:tgtEl>
                                        <p:attrNameLst>
                                          <p:attrName>ppt_x</p:attrName>
                                        </p:attrNameLst>
                                      </p:cBhvr>
                                      <p:tavLst>
                                        <p:tav tm="0">
                                          <p:val>
                                            <p:strVal val="0-#ppt_w/2"/>
                                          </p:val>
                                        </p:tav>
                                        <p:tav tm="100000">
                                          <p:val>
                                            <p:strVal val="#ppt_x"/>
                                          </p:val>
                                        </p:tav>
                                      </p:tavLst>
                                    </p:anim>
                                    <p:anim calcmode="lin" valueType="num">
                                      <p:cBhvr>
                                        <p:cTn id="25" dur="1000" fill="hold"/>
                                        <p:tgtEl>
                                          <p:spTgt spid="2269186"/>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38404"/>
                                        </p:tgtEl>
                                        <p:attrNameLst>
                                          <p:attrName>style.visibility</p:attrName>
                                        </p:attrNameLst>
                                      </p:cBhvr>
                                      <p:to>
                                        <p:strVal val="visible"/>
                                      </p:to>
                                    </p:set>
                                  </p:childTnLst>
                                </p:cTn>
                              </p:par>
                            </p:childTnLst>
                          </p:cTn>
                        </p:par>
                        <p:par>
                          <p:cTn id="30" fill="hold" nodeType="afterGroup">
                            <p:stCondLst>
                              <p:cond delay="1"/>
                            </p:stCondLst>
                            <p:childTnLst>
                              <p:par>
                                <p:cTn id="31" presetID="51" presetClass="entr" presetSubtype="0" fill="hold" grpId="1" nodeType="afterEffect">
                                  <p:stCondLst>
                                    <p:cond delay="0"/>
                                  </p:stCondLst>
                                  <p:childTnLst>
                                    <p:set>
                                      <p:cBhvr>
                                        <p:cTn id="32" dur="1" fill="hold">
                                          <p:stCondLst>
                                            <p:cond delay="0"/>
                                          </p:stCondLst>
                                        </p:cTn>
                                        <p:tgtEl>
                                          <p:spTgt spid="1638404"/>
                                        </p:tgtEl>
                                        <p:attrNameLst>
                                          <p:attrName>style.visibility</p:attrName>
                                        </p:attrNameLst>
                                      </p:cBhvr>
                                      <p:to>
                                        <p:strVal val="visible"/>
                                      </p:to>
                                    </p:set>
                                    <p:animEffect transition="in" filter="fade">
                                      <p:cBhvr>
                                        <p:cTn id="33" dur="770" decel="100000"/>
                                        <p:tgtEl>
                                          <p:spTgt spid="1638404"/>
                                        </p:tgtEl>
                                      </p:cBhvr>
                                    </p:animEffect>
                                    <p:animScale>
                                      <p:cBhvr>
                                        <p:cTn id="34" dur="770" decel="100000"/>
                                        <p:tgtEl>
                                          <p:spTgt spid="1638404"/>
                                        </p:tgtEl>
                                      </p:cBhvr>
                                      <p:from x="10000" y="10000"/>
                                      <p:to x="200000" y="450000"/>
                                    </p:animScale>
                                    <p:animScale>
                                      <p:cBhvr>
                                        <p:cTn id="35" dur="1230" accel="100000" fill="hold">
                                          <p:stCondLst>
                                            <p:cond delay="770"/>
                                          </p:stCondLst>
                                        </p:cTn>
                                        <p:tgtEl>
                                          <p:spTgt spid="1638404"/>
                                        </p:tgtEl>
                                      </p:cBhvr>
                                      <p:from x="200000" y="450000"/>
                                      <p:to x="100000" y="100000"/>
                                    </p:animScale>
                                    <p:set>
                                      <p:cBhvr>
                                        <p:cTn id="36" dur="770" fill="hold"/>
                                        <p:tgtEl>
                                          <p:spTgt spid="1638404"/>
                                        </p:tgtEl>
                                        <p:attrNameLst>
                                          <p:attrName>ppt_x</p:attrName>
                                        </p:attrNameLst>
                                      </p:cBhvr>
                                      <p:to>
                                        <p:strVal val="(0.5)"/>
                                      </p:to>
                                    </p:set>
                                    <p:anim from="(0.5)" to="(#ppt_x)" calcmode="lin" valueType="num">
                                      <p:cBhvr>
                                        <p:cTn id="37" dur="1230" accel="100000" fill="hold">
                                          <p:stCondLst>
                                            <p:cond delay="770"/>
                                          </p:stCondLst>
                                        </p:cTn>
                                        <p:tgtEl>
                                          <p:spTgt spid="1638404"/>
                                        </p:tgtEl>
                                        <p:attrNameLst>
                                          <p:attrName>ppt_x</p:attrName>
                                        </p:attrNameLst>
                                      </p:cBhvr>
                                    </p:anim>
                                    <p:set>
                                      <p:cBhvr>
                                        <p:cTn id="38" dur="770" fill="hold"/>
                                        <p:tgtEl>
                                          <p:spTgt spid="1638404"/>
                                        </p:tgtEl>
                                        <p:attrNameLst>
                                          <p:attrName>ppt_y</p:attrName>
                                        </p:attrNameLst>
                                      </p:cBhvr>
                                      <p:to>
                                        <p:strVal val="(#ppt_y+0.4)"/>
                                      </p:to>
                                    </p:set>
                                    <p:anim from="(#ppt_y+0.4)" to="(#ppt_y)" calcmode="lin" valueType="num">
                                      <p:cBhvr>
                                        <p:cTn id="39" dur="1230" accel="100000" fill="hold">
                                          <p:stCondLst>
                                            <p:cond delay="770"/>
                                          </p:stCondLst>
                                        </p:cTn>
                                        <p:tgtEl>
                                          <p:spTgt spid="1638404"/>
                                        </p:tgtEl>
                                        <p:attrNameLst>
                                          <p:attrName>ppt_y</p:attrName>
                                        </p:attrNameLst>
                                      </p:cBhvr>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nodeType="clickEffect">
                                  <p:stCondLst>
                                    <p:cond delay="0"/>
                                  </p:stCondLst>
                                  <p:childTnLst>
                                    <p:set>
                                      <p:cBhvr>
                                        <p:cTn id="43" dur="1" fill="hold">
                                          <p:stCondLst>
                                            <p:cond delay="0"/>
                                          </p:stCondLst>
                                        </p:cTn>
                                        <p:tgtEl>
                                          <p:spTgt spid="2269188"/>
                                        </p:tgtEl>
                                        <p:attrNameLst>
                                          <p:attrName>style.visibility</p:attrName>
                                        </p:attrNameLst>
                                      </p:cBhvr>
                                      <p:to>
                                        <p:strVal val="visible"/>
                                      </p:to>
                                    </p:set>
                                    <p:anim calcmode="lin" valueType="num">
                                      <p:cBhvr>
                                        <p:cTn id="44" dur="1000" fill="hold"/>
                                        <p:tgtEl>
                                          <p:spTgt spid="2269188"/>
                                        </p:tgtEl>
                                        <p:attrNameLst>
                                          <p:attrName>ppt_x</p:attrName>
                                        </p:attrNameLst>
                                      </p:cBhvr>
                                      <p:tavLst>
                                        <p:tav tm="0">
                                          <p:val>
                                            <p:strVal val="0-#ppt_w/2"/>
                                          </p:val>
                                        </p:tav>
                                        <p:tav tm="100000">
                                          <p:val>
                                            <p:strVal val="#ppt_x"/>
                                          </p:val>
                                        </p:tav>
                                      </p:tavLst>
                                    </p:anim>
                                    <p:anim calcmode="lin" valueType="num">
                                      <p:cBhvr>
                                        <p:cTn id="45" dur="1000" fill="hold"/>
                                        <p:tgtEl>
                                          <p:spTgt spid="2269188"/>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nodeType="clickEffect">
                                  <p:stCondLst>
                                    <p:cond delay="0"/>
                                  </p:stCondLst>
                                  <p:childTnLst>
                                    <p:set>
                                      <p:cBhvr>
                                        <p:cTn id="49" dur="1" fill="hold">
                                          <p:stCondLst>
                                            <p:cond delay="0"/>
                                          </p:stCondLst>
                                        </p:cTn>
                                        <p:tgtEl>
                                          <p:spTgt spid="2269187"/>
                                        </p:tgtEl>
                                        <p:attrNameLst>
                                          <p:attrName>style.visibility</p:attrName>
                                        </p:attrNameLst>
                                      </p:cBhvr>
                                      <p:to>
                                        <p:strVal val="visible"/>
                                      </p:to>
                                    </p:set>
                                    <p:anim calcmode="lin" valueType="num">
                                      <p:cBhvr>
                                        <p:cTn id="50" dur="1000" fill="hold"/>
                                        <p:tgtEl>
                                          <p:spTgt spid="2269187"/>
                                        </p:tgtEl>
                                        <p:attrNameLst>
                                          <p:attrName>ppt_x</p:attrName>
                                        </p:attrNameLst>
                                      </p:cBhvr>
                                      <p:tavLst>
                                        <p:tav tm="0">
                                          <p:val>
                                            <p:strVal val="0-#ppt_w/2"/>
                                          </p:val>
                                        </p:tav>
                                        <p:tav tm="100000">
                                          <p:val>
                                            <p:strVal val="#ppt_x"/>
                                          </p:val>
                                        </p:tav>
                                      </p:tavLst>
                                    </p:anim>
                                    <p:anim calcmode="lin" valueType="num">
                                      <p:cBhvr>
                                        <p:cTn id="51" dur="1000" fill="hold"/>
                                        <p:tgtEl>
                                          <p:spTgt spid="2269187"/>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2269191"/>
                                        </p:tgtEl>
                                        <p:attrNameLst>
                                          <p:attrName>style.visibility</p:attrName>
                                        </p:attrNameLst>
                                      </p:cBhvr>
                                      <p:to>
                                        <p:strVal val="visible"/>
                                      </p:to>
                                    </p:set>
                                    <p:anim calcmode="lin" valueType="num">
                                      <p:cBhvr>
                                        <p:cTn id="56" dur="1000" fill="hold"/>
                                        <p:tgtEl>
                                          <p:spTgt spid="2269191"/>
                                        </p:tgtEl>
                                        <p:attrNameLst>
                                          <p:attrName>ppt_x</p:attrName>
                                        </p:attrNameLst>
                                      </p:cBhvr>
                                      <p:tavLst>
                                        <p:tav tm="0">
                                          <p:val>
                                            <p:strVal val="0-#ppt_w/2"/>
                                          </p:val>
                                        </p:tav>
                                        <p:tav tm="100000">
                                          <p:val>
                                            <p:strVal val="#ppt_x"/>
                                          </p:val>
                                        </p:tav>
                                      </p:tavLst>
                                    </p:anim>
                                    <p:anim calcmode="lin" valueType="num">
                                      <p:cBhvr>
                                        <p:cTn id="57" dur="1000" fill="hold"/>
                                        <p:tgtEl>
                                          <p:spTgt spid="2269191"/>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269193"/>
                                        </p:tgtEl>
                                        <p:attrNameLst>
                                          <p:attrName>style.visibility</p:attrName>
                                        </p:attrNameLst>
                                      </p:cBhvr>
                                      <p:to>
                                        <p:strVal val="visible"/>
                                      </p:to>
                                    </p:set>
                                    <p:animEffect transition="in" filter="wipe(left)">
                                      <p:cBhvr>
                                        <p:cTn id="62" dur="2000"/>
                                        <p:tgtEl>
                                          <p:spTgt spid="226919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2269190"/>
                                        </p:tgtEl>
                                        <p:attrNameLst>
                                          <p:attrName>style.visibility</p:attrName>
                                        </p:attrNameLst>
                                      </p:cBhvr>
                                      <p:to>
                                        <p:strVal val="visible"/>
                                      </p:to>
                                    </p:set>
                                    <p:anim calcmode="lin" valueType="num">
                                      <p:cBhvr>
                                        <p:cTn id="67" dur="1000" fill="hold"/>
                                        <p:tgtEl>
                                          <p:spTgt spid="2269190"/>
                                        </p:tgtEl>
                                        <p:attrNameLst>
                                          <p:attrName>ppt_x</p:attrName>
                                        </p:attrNameLst>
                                      </p:cBhvr>
                                      <p:tavLst>
                                        <p:tav tm="0">
                                          <p:val>
                                            <p:strVal val="0-#ppt_w/2"/>
                                          </p:val>
                                        </p:tav>
                                        <p:tav tm="100000">
                                          <p:val>
                                            <p:strVal val="#ppt_x"/>
                                          </p:val>
                                        </p:tav>
                                      </p:tavLst>
                                    </p:anim>
                                    <p:anim calcmode="lin" valueType="num">
                                      <p:cBhvr>
                                        <p:cTn id="68" dur="1000" fill="hold"/>
                                        <p:tgtEl>
                                          <p:spTgt spid="2269190"/>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269192"/>
                                        </p:tgtEl>
                                        <p:attrNameLst>
                                          <p:attrName>style.visibility</p:attrName>
                                        </p:attrNameLst>
                                      </p:cBhvr>
                                      <p:to>
                                        <p:strVal val="visible"/>
                                      </p:to>
                                    </p:set>
                                    <p:animEffect transition="in" filter="wipe(left)">
                                      <p:cBhvr>
                                        <p:cTn id="73" dur="2000"/>
                                        <p:tgtEl>
                                          <p:spTgt spid="2269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04" grpId="0" animBg="1"/>
      <p:bldP spid="1638404"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6">
            <a:extLst>
              <a:ext uri="{FF2B5EF4-FFF2-40B4-BE49-F238E27FC236}">
                <a16:creationId xmlns:a16="http://schemas.microsoft.com/office/drawing/2014/main" id="{5436C32B-4B2E-4A58-917F-42E36E2DB74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377E07CA-52A8-4CA0-A534-F2A36A067742}" type="slidenum">
              <a:rPr altLang="en-US" sz="1400" smtClean="0"/>
              <a:pPr>
                <a:lnSpc>
                  <a:spcPct val="100000"/>
                </a:lnSpc>
                <a:spcBef>
                  <a:spcPct val="0"/>
                </a:spcBef>
                <a:buClr>
                  <a:schemeClr val="tx1"/>
                </a:buClr>
                <a:buFontTx/>
                <a:buNone/>
              </a:pPr>
              <a:t>54</a:t>
            </a:fld>
            <a:endParaRPr lang="zh-CN" altLang="en-US" sz="1400"/>
          </a:p>
        </p:txBody>
      </p:sp>
      <p:graphicFrame>
        <p:nvGraphicFramePr>
          <p:cNvPr id="72707" name="Object 0">
            <a:extLst>
              <a:ext uri="{FF2B5EF4-FFF2-40B4-BE49-F238E27FC236}">
                <a16:creationId xmlns:a16="http://schemas.microsoft.com/office/drawing/2014/main" id="{37A32D81-A169-4467-9B7A-2FC6362CA6C8}"/>
              </a:ext>
            </a:extLst>
          </p:cNvPr>
          <p:cNvGraphicFramePr>
            <a:graphicFrameLocks noGrp="1"/>
          </p:cNvGraphicFramePr>
          <p:nvPr>
            <p:ph sz="half" idx="2"/>
          </p:nvPr>
        </p:nvGraphicFramePr>
        <p:xfrm>
          <a:off x="1355725" y="204788"/>
          <a:ext cx="7332663" cy="928687"/>
        </p:xfrm>
        <a:graphic>
          <a:graphicData uri="http://schemas.openxmlformats.org/presentationml/2006/ole">
            <mc:AlternateContent xmlns:mc="http://schemas.openxmlformats.org/markup-compatibility/2006">
              <mc:Choice xmlns:v="urn:schemas-microsoft-com:vml" Requires="v">
                <p:oleObj spid="_x0000_s72780" r:id="rId3" imgW="3808347" imgH="482391" progId="Equation.DSMT4">
                  <p:embed/>
                </p:oleObj>
              </mc:Choice>
              <mc:Fallback>
                <p:oleObj r:id="rId3" imgW="3808347" imgH="482391"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5725" y="204788"/>
                        <a:ext cx="7332663"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08" name="Text Box 7">
            <a:extLst>
              <a:ext uri="{FF2B5EF4-FFF2-40B4-BE49-F238E27FC236}">
                <a16:creationId xmlns:a16="http://schemas.microsoft.com/office/drawing/2014/main" id="{ADE55E6A-89FB-41A3-AD81-73F6C35E1314}"/>
              </a:ext>
            </a:extLst>
          </p:cNvPr>
          <p:cNvSpPr txBox="1">
            <a:spLocks noChangeArrowheads="1"/>
          </p:cNvSpPr>
          <p:nvPr/>
        </p:nvSpPr>
        <p:spPr bwMode="auto">
          <a:xfrm>
            <a:off x="1008063" y="109538"/>
            <a:ext cx="5222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2270209" name="Object 1">
            <a:extLst>
              <a:ext uri="{FF2B5EF4-FFF2-40B4-BE49-F238E27FC236}">
                <a16:creationId xmlns:a16="http://schemas.microsoft.com/office/drawing/2014/main" id="{85004FEC-9F0D-4DB6-8DDD-57589D739592}"/>
              </a:ext>
            </a:extLst>
          </p:cNvPr>
          <p:cNvGraphicFramePr>
            <a:graphicFrameLocks/>
          </p:cNvGraphicFramePr>
          <p:nvPr/>
        </p:nvGraphicFramePr>
        <p:xfrm>
          <a:off x="1331913" y="1119188"/>
          <a:ext cx="3030537" cy="487362"/>
        </p:xfrm>
        <a:graphic>
          <a:graphicData uri="http://schemas.openxmlformats.org/presentationml/2006/ole">
            <mc:AlternateContent xmlns:mc="http://schemas.openxmlformats.org/markup-compatibility/2006">
              <mc:Choice xmlns:v="urn:schemas-microsoft-com:vml" Requires="v">
                <p:oleObj spid="_x0000_s72781" r:id="rId6" imgW="1573434" imgH="253780" progId="Equation.DSMT4">
                  <p:embed/>
                </p:oleObj>
              </mc:Choice>
              <mc:Fallback>
                <p:oleObj r:id="rId6" imgW="1573434" imgH="25378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1119188"/>
                        <a:ext cx="303053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0" name="Object 2">
            <a:extLst>
              <a:ext uri="{FF2B5EF4-FFF2-40B4-BE49-F238E27FC236}">
                <a16:creationId xmlns:a16="http://schemas.microsoft.com/office/drawing/2014/main" id="{2AF16DBF-A756-4128-8B96-CB75CBF440DB}"/>
              </a:ext>
            </a:extLst>
          </p:cNvPr>
          <p:cNvGraphicFramePr>
            <a:graphicFrameLocks/>
          </p:cNvGraphicFramePr>
          <p:nvPr/>
        </p:nvGraphicFramePr>
        <p:xfrm>
          <a:off x="1992313" y="1263650"/>
          <a:ext cx="4584700" cy="993775"/>
        </p:xfrm>
        <a:graphic>
          <a:graphicData uri="http://schemas.openxmlformats.org/presentationml/2006/ole">
            <mc:AlternateContent xmlns:mc="http://schemas.openxmlformats.org/markup-compatibility/2006">
              <mc:Choice xmlns:v="urn:schemas-microsoft-com:vml" Requires="v">
                <p:oleObj spid="_x0000_s72782" r:id="rId8" imgW="2806700" imgH="609600" progId="Equation.DSMT4">
                  <p:embed/>
                </p:oleObj>
              </mc:Choice>
              <mc:Fallback>
                <p:oleObj r:id="rId8" imgW="2806700" imgH="609600"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2313" y="1263650"/>
                        <a:ext cx="4584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1" name="Object 3">
            <a:extLst>
              <a:ext uri="{FF2B5EF4-FFF2-40B4-BE49-F238E27FC236}">
                <a16:creationId xmlns:a16="http://schemas.microsoft.com/office/drawing/2014/main" id="{34AD4927-8A19-4D31-8DD5-6471842CAB71}"/>
              </a:ext>
            </a:extLst>
          </p:cNvPr>
          <p:cNvGraphicFramePr>
            <a:graphicFrameLocks/>
          </p:cNvGraphicFramePr>
          <p:nvPr/>
        </p:nvGraphicFramePr>
        <p:xfrm>
          <a:off x="1987550" y="2222500"/>
          <a:ext cx="5581650" cy="935038"/>
        </p:xfrm>
        <a:graphic>
          <a:graphicData uri="http://schemas.openxmlformats.org/presentationml/2006/ole">
            <mc:AlternateContent xmlns:mc="http://schemas.openxmlformats.org/markup-compatibility/2006">
              <mc:Choice xmlns:v="urn:schemas-microsoft-com:vml" Requires="v">
                <p:oleObj spid="_x0000_s72783" r:id="rId10" imgW="3632200" imgH="609600" progId="Equation.DSMT4">
                  <p:embed/>
                </p:oleObj>
              </mc:Choice>
              <mc:Fallback>
                <p:oleObj r:id="rId10" imgW="3632200" imgH="609600"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7550" y="2222500"/>
                        <a:ext cx="558165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2" name="Object 4">
            <a:extLst>
              <a:ext uri="{FF2B5EF4-FFF2-40B4-BE49-F238E27FC236}">
                <a16:creationId xmlns:a16="http://schemas.microsoft.com/office/drawing/2014/main" id="{62B3FFDC-CE82-4F96-A99E-FBBD88BC1A79}"/>
              </a:ext>
            </a:extLst>
          </p:cNvPr>
          <p:cNvGraphicFramePr>
            <a:graphicFrameLocks/>
          </p:cNvGraphicFramePr>
          <p:nvPr/>
        </p:nvGraphicFramePr>
        <p:xfrm>
          <a:off x="2024063" y="2987675"/>
          <a:ext cx="4219575" cy="627063"/>
        </p:xfrm>
        <a:graphic>
          <a:graphicData uri="http://schemas.openxmlformats.org/presentationml/2006/ole">
            <mc:AlternateContent xmlns:mc="http://schemas.openxmlformats.org/markup-compatibility/2006">
              <mc:Choice xmlns:v="urn:schemas-microsoft-com:vml" Requires="v">
                <p:oleObj spid="_x0000_s72784" r:id="rId12" imgW="2640454" imgH="393529" progId="Equation.DSMT4">
                  <p:embed/>
                </p:oleObj>
              </mc:Choice>
              <mc:Fallback>
                <p:oleObj r:id="rId12" imgW="2640454" imgH="393529"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24063" y="2987675"/>
                        <a:ext cx="4219575"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3" name="Object 5">
            <a:extLst>
              <a:ext uri="{FF2B5EF4-FFF2-40B4-BE49-F238E27FC236}">
                <a16:creationId xmlns:a16="http://schemas.microsoft.com/office/drawing/2014/main" id="{15EEA8DE-8BB8-45C2-8772-FCC14A13CC94}"/>
              </a:ext>
            </a:extLst>
          </p:cNvPr>
          <p:cNvGraphicFramePr>
            <a:graphicFrameLocks/>
          </p:cNvGraphicFramePr>
          <p:nvPr/>
        </p:nvGraphicFramePr>
        <p:xfrm>
          <a:off x="1033463" y="3600450"/>
          <a:ext cx="2501900" cy="430213"/>
        </p:xfrm>
        <a:graphic>
          <a:graphicData uri="http://schemas.openxmlformats.org/presentationml/2006/ole">
            <mc:AlternateContent xmlns:mc="http://schemas.openxmlformats.org/markup-compatibility/2006">
              <mc:Choice xmlns:v="urn:schemas-microsoft-com:vml" Requires="v">
                <p:oleObj spid="_x0000_s72785" r:id="rId14" imgW="1471922" imgH="253780" progId="Equation.DSMT4">
                  <p:embed/>
                </p:oleObj>
              </mc:Choice>
              <mc:Fallback>
                <p:oleObj r:id="rId14" imgW="1471922" imgH="25378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33463" y="3600450"/>
                        <a:ext cx="25019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4" name="Object 6">
            <a:extLst>
              <a:ext uri="{FF2B5EF4-FFF2-40B4-BE49-F238E27FC236}">
                <a16:creationId xmlns:a16="http://schemas.microsoft.com/office/drawing/2014/main" id="{949627F1-D8EE-4B84-8A1A-9EE2FD7B4920}"/>
              </a:ext>
            </a:extLst>
          </p:cNvPr>
          <p:cNvGraphicFramePr>
            <a:graphicFrameLocks/>
          </p:cNvGraphicFramePr>
          <p:nvPr/>
        </p:nvGraphicFramePr>
        <p:xfrm>
          <a:off x="1350963" y="4017963"/>
          <a:ext cx="6305550" cy="436562"/>
        </p:xfrm>
        <a:graphic>
          <a:graphicData uri="http://schemas.openxmlformats.org/presentationml/2006/ole">
            <mc:AlternateContent xmlns:mc="http://schemas.openxmlformats.org/markup-compatibility/2006">
              <mc:Choice xmlns:v="urn:schemas-microsoft-com:vml" Requires="v">
                <p:oleObj spid="_x0000_s72786" r:id="rId16" imgW="3843096" imgH="266353" progId="Equation.DSMT4">
                  <p:embed/>
                </p:oleObj>
              </mc:Choice>
              <mc:Fallback>
                <p:oleObj r:id="rId16" imgW="3843096" imgH="266353" progId="Equation.DSMT4">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50963" y="4017963"/>
                        <a:ext cx="63055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5" name="Object 7">
            <a:extLst>
              <a:ext uri="{FF2B5EF4-FFF2-40B4-BE49-F238E27FC236}">
                <a16:creationId xmlns:a16="http://schemas.microsoft.com/office/drawing/2014/main" id="{C037D517-83C5-4DF0-BE94-61A765029AD2}"/>
              </a:ext>
            </a:extLst>
          </p:cNvPr>
          <p:cNvGraphicFramePr>
            <a:graphicFrameLocks/>
          </p:cNvGraphicFramePr>
          <p:nvPr/>
        </p:nvGraphicFramePr>
        <p:xfrm>
          <a:off x="1328738" y="4500563"/>
          <a:ext cx="7815262" cy="563562"/>
        </p:xfrm>
        <a:graphic>
          <a:graphicData uri="http://schemas.openxmlformats.org/presentationml/2006/ole">
            <mc:AlternateContent xmlns:mc="http://schemas.openxmlformats.org/markup-compatibility/2006">
              <mc:Choice xmlns:v="urn:schemas-microsoft-com:vml" Requires="v">
                <p:oleObj spid="_x0000_s72787" r:id="rId18" imgW="4910637" imgH="355292" progId="Equation.DSMT4">
                  <p:embed/>
                </p:oleObj>
              </mc:Choice>
              <mc:Fallback>
                <p:oleObj r:id="rId18" imgW="4910637" imgH="355292" progId="Equation.DSMT4">
                  <p:embed/>
                  <p:pic>
                    <p:nvPicPr>
                      <p:cNvPr id="0" name="Object 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28738" y="4500563"/>
                        <a:ext cx="7815262"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6" name="Object 8">
            <a:extLst>
              <a:ext uri="{FF2B5EF4-FFF2-40B4-BE49-F238E27FC236}">
                <a16:creationId xmlns:a16="http://schemas.microsoft.com/office/drawing/2014/main" id="{52E4FE07-EEE9-41F6-BEBC-309FE9918C1A}"/>
              </a:ext>
            </a:extLst>
          </p:cNvPr>
          <p:cNvGraphicFramePr>
            <a:graphicFrameLocks/>
          </p:cNvGraphicFramePr>
          <p:nvPr/>
        </p:nvGraphicFramePr>
        <p:xfrm>
          <a:off x="2871788" y="6003925"/>
          <a:ext cx="2830512" cy="555625"/>
        </p:xfrm>
        <a:graphic>
          <a:graphicData uri="http://schemas.openxmlformats.org/presentationml/2006/ole">
            <mc:AlternateContent xmlns:mc="http://schemas.openxmlformats.org/markup-compatibility/2006">
              <mc:Choice xmlns:v="urn:schemas-microsoft-com:vml" Requires="v">
                <p:oleObj spid="_x0000_s72788" r:id="rId20" imgW="1739145" imgH="342751" progId="Equation.DSMT4">
                  <p:embed/>
                </p:oleObj>
              </mc:Choice>
              <mc:Fallback>
                <p:oleObj r:id="rId20" imgW="1739145" imgH="342751" progId="Equation.DSMT4">
                  <p:embed/>
                  <p:pic>
                    <p:nvPicPr>
                      <p:cNvPr id="0" name="Object 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71788" y="6003925"/>
                        <a:ext cx="283051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7" name="Object 9">
            <a:extLst>
              <a:ext uri="{FF2B5EF4-FFF2-40B4-BE49-F238E27FC236}">
                <a16:creationId xmlns:a16="http://schemas.microsoft.com/office/drawing/2014/main" id="{229FB975-FF7A-407A-AF29-51FFD368CF8D}"/>
              </a:ext>
            </a:extLst>
          </p:cNvPr>
          <p:cNvGraphicFramePr>
            <a:graphicFrameLocks/>
          </p:cNvGraphicFramePr>
          <p:nvPr/>
        </p:nvGraphicFramePr>
        <p:xfrm>
          <a:off x="2111375" y="5518150"/>
          <a:ext cx="1466850" cy="487363"/>
        </p:xfrm>
        <a:graphic>
          <a:graphicData uri="http://schemas.openxmlformats.org/presentationml/2006/ole">
            <mc:AlternateContent xmlns:mc="http://schemas.openxmlformats.org/markup-compatibility/2006">
              <mc:Choice xmlns:v="urn:schemas-microsoft-com:vml" Requires="v">
                <p:oleObj spid="_x0000_s72789" r:id="rId22" imgW="761339" imgH="253780" progId="Equation.DSMT4">
                  <p:embed/>
                </p:oleObj>
              </mc:Choice>
              <mc:Fallback>
                <p:oleObj r:id="rId22" imgW="761339" imgH="253780" progId="Equation.DSMT4">
                  <p:embed/>
                  <p:pic>
                    <p:nvPicPr>
                      <p:cNvPr id="0" name="Object 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11375" y="5518150"/>
                        <a:ext cx="14668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8" name="Object 10">
            <a:extLst>
              <a:ext uri="{FF2B5EF4-FFF2-40B4-BE49-F238E27FC236}">
                <a16:creationId xmlns:a16="http://schemas.microsoft.com/office/drawing/2014/main" id="{45118616-D643-430E-B621-D1AF954C97DC}"/>
              </a:ext>
            </a:extLst>
          </p:cNvPr>
          <p:cNvGraphicFramePr>
            <a:graphicFrameLocks/>
          </p:cNvGraphicFramePr>
          <p:nvPr/>
        </p:nvGraphicFramePr>
        <p:xfrm>
          <a:off x="1335088" y="4995863"/>
          <a:ext cx="5926137" cy="458787"/>
        </p:xfrm>
        <a:graphic>
          <a:graphicData uri="http://schemas.openxmlformats.org/presentationml/2006/ole">
            <mc:AlternateContent xmlns:mc="http://schemas.openxmlformats.org/markup-compatibility/2006">
              <mc:Choice xmlns:v="urn:schemas-microsoft-com:vml" Requires="v">
                <p:oleObj spid="_x0000_s72790" r:id="rId24" imgW="3606800" imgH="279400" progId="Equation.DSMT4">
                  <p:embed/>
                </p:oleObj>
              </mc:Choice>
              <mc:Fallback>
                <p:oleObj r:id="rId24" imgW="3606800" imgH="279400" progId="Equation.DSMT4">
                  <p:embed/>
                  <p:pic>
                    <p:nvPicPr>
                      <p:cNvPr id="0" name="Object 1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335088" y="4995863"/>
                        <a:ext cx="592613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0219" name="Object 11">
            <a:extLst>
              <a:ext uri="{FF2B5EF4-FFF2-40B4-BE49-F238E27FC236}">
                <a16:creationId xmlns:a16="http://schemas.microsoft.com/office/drawing/2014/main" id="{0703743F-4359-4F6D-9167-89FC1A1F23C6}"/>
              </a:ext>
            </a:extLst>
          </p:cNvPr>
          <p:cNvGraphicFramePr>
            <a:graphicFrameLocks/>
          </p:cNvGraphicFramePr>
          <p:nvPr/>
        </p:nvGraphicFramePr>
        <p:xfrm>
          <a:off x="5776913" y="6081713"/>
          <a:ext cx="1116012" cy="357187"/>
        </p:xfrm>
        <a:graphic>
          <a:graphicData uri="http://schemas.openxmlformats.org/presentationml/2006/ole">
            <mc:AlternateContent xmlns:mc="http://schemas.openxmlformats.org/markup-compatibility/2006">
              <mc:Choice xmlns:v="urn:schemas-microsoft-com:vml" Requires="v">
                <p:oleObj spid="_x0000_s72791" r:id="rId26" imgW="672225" imgH="215619" progId="Equation.DSMT4">
                  <p:embed/>
                </p:oleObj>
              </mc:Choice>
              <mc:Fallback>
                <p:oleObj r:id="rId26" imgW="672225" imgH="215619" progId="Equation.DSMT4">
                  <p:embed/>
                  <p:pic>
                    <p:nvPicPr>
                      <p:cNvPr id="0" name="Object 1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776913" y="6081713"/>
                        <a:ext cx="11160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70209"/>
                                        </p:tgtEl>
                                        <p:attrNameLst>
                                          <p:attrName>style.visibility</p:attrName>
                                        </p:attrNameLst>
                                      </p:cBhvr>
                                      <p:to>
                                        <p:strVal val="visible"/>
                                      </p:to>
                                    </p:set>
                                    <p:anim calcmode="lin" valueType="num">
                                      <p:cBhvr>
                                        <p:cTn id="7" dur="1000" fill="hold"/>
                                        <p:tgtEl>
                                          <p:spTgt spid="2270209"/>
                                        </p:tgtEl>
                                        <p:attrNameLst>
                                          <p:attrName>ppt_x</p:attrName>
                                        </p:attrNameLst>
                                      </p:cBhvr>
                                      <p:tavLst>
                                        <p:tav tm="0">
                                          <p:val>
                                            <p:strVal val="0-#ppt_w/2"/>
                                          </p:val>
                                        </p:tav>
                                        <p:tav tm="100000">
                                          <p:val>
                                            <p:strVal val="#ppt_x"/>
                                          </p:val>
                                        </p:tav>
                                      </p:tavLst>
                                    </p:anim>
                                    <p:anim calcmode="lin" valueType="num">
                                      <p:cBhvr>
                                        <p:cTn id="8" dur="1000" fill="hold"/>
                                        <p:tgtEl>
                                          <p:spTgt spid="227020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70210"/>
                                        </p:tgtEl>
                                        <p:attrNameLst>
                                          <p:attrName>style.visibility</p:attrName>
                                        </p:attrNameLst>
                                      </p:cBhvr>
                                      <p:to>
                                        <p:strVal val="visible"/>
                                      </p:to>
                                    </p:set>
                                    <p:anim calcmode="lin" valueType="num">
                                      <p:cBhvr>
                                        <p:cTn id="13" dur="1000" fill="hold"/>
                                        <p:tgtEl>
                                          <p:spTgt spid="2270210"/>
                                        </p:tgtEl>
                                        <p:attrNameLst>
                                          <p:attrName>ppt_x</p:attrName>
                                        </p:attrNameLst>
                                      </p:cBhvr>
                                      <p:tavLst>
                                        <p:tav tm="0">
                                          <p:val>
                                            <p:strVal val="0-#ppt_w/2"/>
                                          </p:val>
                                        </p:tav>
                                        <p:tav tm="100000">
                                          <p:val>
                                            <p:strVal val="#ppt_x"/>
                                          </p:val>
                                        </p:tav>
                                      </p:tavLst>
                                    </p:anim>
                                    <p:anim calcmode="lin" valueType="num">
                                      <p:cBhvr>
                                        <p:cTn id="14" dur="1000" fill="hold"/>
                                        <p:tgtEl>
                                          <p:spTgt spid="227021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70211"/>
                                        </p:tgtEl>
                                        <p:attrNameLst>
                                          <p:attrName>style.visibility</p:attrName>
                                        </p:attrNameLst>
                                      </p:cBhvr>
                                      <p:to>
                                        <p:strVal val="visible"/>
                                      </p:to>
                                    </p:set>
                                    <p:anim calcmode="lin" valueType="num">
                                      <p:cBhvr>
                                        <p:cTn id="19" dur="1000" fill="hold"/>
                                        <p:tgtEl>
                                          <p:spTgt spid="2270211"/>
                                        </p:tgtEl>
                                        <p:attrNameLst>
                                          <p:attrName>ppt_x</p:attrName>
                                        </p:attrNameLst>
                                      </p:cBhvr>
                                      <p:tavLst>
                                        <p:tav tm="0">
                                          <p:val>
                                            <p:strVal val="0-#ppt_w/2"/>
                                          </p:val>
                                        </p:tav>
                                        <p:tav tm="100000">
                                          <p:val>
                                            <p:strVal val="#ppt_x"/>
                                          </p:val>
                                        </p:tav>
                                      </p:tavLst>
                                    </p:anim>
                                    <p:anim calcmode="lin" valueType="num">
                                      <p:cBhvr>
                                        <p:cTn id="20" dur="1000" fill="hold"/>
                                        <p:tgtEl>
                                          <p:spTgt spid="227021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70212"/>
                                        </p:tgtEl>
                                        <p:attrNameLst>
                                          <p:attrName>style.visibility</p:attrName>
                                        </p:attrNameLst>
                                      </p:cBhvr>
                                      <p:to>
                                        <p:strVal val="visible"/>
                                      </p:to>
                                    </p:set>
                                    <p:anim calcmode="lin" valueType="num">
                                      <p:cBhvr>
                                        <p:cTn id="25" dur="1000" fill="hold"/>
                                        <p:tgtEl>
                                          <p:spTgt spid="2270212"/>
                                        </p:tgtEl>
                                        <p:attrNameLst>
                                          <p:attrName>ppt_x</p:attrName>
                                        </p:attrNameLst>
                                      </p:cBhvr>
                                      <p:tavLst>
                                        <p:tav tm="0">
                                          <p:val>
                                            <p:strVal val="0-#ppt_w/2"/>
                                          </p:val>
                                        </p:tav>
                                        <p:tav tm="100000">
                                          <p:val>
                                            <p:strVal val="#ppt_x"/>
                                          </p:val>
                                        </p:tav>
                                      </p:tavLst>
                                    </p:anim>
                                    <p:anim calcmode="lin" valueType="num">
                                      <p:cBhvr>
                                        <p:cTn id="26" dur="1000" fill="hold"/>
                                        <p:tgtEl>
                                          <p:spTgt spid="227021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270213"/>
                                        </p:tgtEl>
                                        <p:attrNameLst>
                                          <p:attrName>style.visibility</p:attrName>
                                        </p:attrNameLst>
                                      </p:cBhvr>
                                      <p:to>
                                        <p:strVal val="visible"/>
                                      </p:to>
                                    </p:set>
                                    <p:anim calcmode="lin" valueType="num">
                                      <p:cBhvr>
                                        <p:cTn id="31" dur="1000" fill="hold"/>
                                        <p:tgtEl>
                                          <p:spTgt spid="2270213"/>
                                        </p:tgtEl>
                                        <p:attrNameLst>
                                          <p:attrName>ppt_x</p:attrName>
                                        </p:attrNameLst>
                                      </p:cBhvr>
                                      <p:tavLst>
                                        <p:tav tm="0">
                                          <p:val>
                                            <p:strVal val="0-#ppt_w/2"/>
                                          </p:val>
                                        </p:tav>
                                        <p:tav tm="100000">
                                          <p:val>
                                            <p:strVal val="#ppt_x"/>
                                          </p:val>
                                        </p:tav>
                                      </p:tavLst>
                                    </p:anim>
                                    <p:anim calcmode="lin" valueType="num">
                                      <p:cBhvr>
                                        <p:cTn id="32" dur="1000" fill="hold"/>
                                        <p:tgtEl>
                                          <p:spTgt spid="227021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2270214"/>
                                        </p:tgtEl>
                                        <p:attrNameLst>
                                          <p:attrName>style.visibility</p:attrName>
                                        </p:attrNameLst>
                                      </p:cBhvr>
                                      <p:to>
                                        <p:strVal val="visible"/>
                                      </p:to>
                                    </p:set>
                                    <p:animEffect transition="in" filter="slide(fromBottom)">
                                      <p:cBhvr>
                                        <p:cTn id="37" dur="1000"/>
                                        <p:tgtEl>
                                          <p:spTgt spid="22702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2270215"/>
                                        </p:tgtEl>
                                        <p:attrNameLst>
                                          <p:attrName>style.visibility</p:attrName>
                                        </p:attrNameLst>
                                      </p:cBhvr>
                                      <p:to>
                                        <p:strVal val="visible"/>
                                      </p:to>
                                    </p:set>
                                    <p:animEffect transition="in" filter="slide(fromBottom)">
                                      <p:cBhvr>
                                        <p:cTn id="42" dur="1000"/>
                                        <p:tgtEl>
                                          <p:spTgt spid="22702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2270218"/>
                                        </p:tgtEl>
                                        <p:attrNameLst>
                                          <p:attrName>style.visibility</p:attrName>
                                        </p:attrNameLst>
                                      </p:cBhvr>
                                      <p:to>
                                        <p:strVal val="visible"/>
                                      </p:to>
                                    </p:set>
                                    <p:animEffect transition="in" filter="slide(fromBottom)">
                                      <p:cBhvr>
                                        <p:cTn id="47" dur="1000"/>
                                        <p:tgtEl>
                                          <p:spTgt spid="22702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nodeType="clickEffect">
                                  <p:stCondLst>
                                    <p:cond delay="0"/>
                                  </p:stCondLst>
                                  <p:childTnLst>
                                    <p:set>
                                      <p:cBhvr>
                                        <p:cTn id="51" dur="1" fill="hold">
                                          <p:stCondLst>
                                            <p:cond delay="0"/>
                                          </p:stCondLst>
                                        </p:cTn>
                                        <p:tgtEl>
                                          <p:spTgt spid="2270217"/>
                                        </p:tgtEl>
                                        <p:attrNameLst>
                                          <p:attrName>style.visibility</p:attrName>
                                        </p:attrNameLst>
                                      </p:cBhvr>
                                      <p:to>
                                        <p:strVal val="visible"/>
                                      </p:to>
                                    </p:set>
                                    <p:anim calcmode="lin" valueType="num">
                                      <p:cBhvr>
                                        <p:cTn id="52" dur="1000" fill="hold"/>
                                        <p:tgtEl>
                                          <p:spTgt spid="2270217"/>
                                        </p:tgtEl>
                                        <p:attrNameLst>
                                          <p:attrName>ppt_x</p:attrName>
                                        </p:attrNameLst>
                                      </p:cBhvr>
                                      <p:tavLst>
                                        <p:tav tm="0">
                                          <p:val>
                                            <p:strVal val="0-#ppt_w/2"/>
                                          </p:val>
                                        </p:tav>
                                        <p:tav tm="100000">
                                          <p:val>
                                            <p:strVal val="#ppt_x"/>
                                          </p:val>
                                        </p:tav>
                                      </p:tavLst>
                                    </p:anim>
                                    <p:anim calcmode="lin" valueType="num">
                                      <p:cBhvr>
                                        <p:cTn id="53" dur="1000" fill="hold"/>
                                        <p:tgtEl>
                                          <p:spTgt spid="2270217"/>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8" fill="hold" nodeType="clickEffect">
                                  <p:stCondLst>
                                    <p:cond delay="0"/>
                                  </p:stCondLst>
                                  <p:childTnLst>
                                    <p:set>
                                      <p:cBhvr>
                                        <p:cTn id="57" dur="1" fill="hold">
                                          <p:stCondLst>
                                            <p:cond delay="0"/>
                                          </p:stCondLst>
                                        </p:cTn>
                                        <p:tgtEl>
                                          <p:spTgt spid="2270216"/>
                                        </p:tgtEl>
                                        <p:attrNameLst>
                                          <p:attrName>style.visibility</p:attrName>
                                        </p:attrNameLst>
                                      </p:cBhvr>
                                      <p:to>
                                        <p:strVal val="visible"/>
                                      </p:to>
                                    </p:set>
                                    <p:anim calcmode="lin" valueType="num">
                                      <p:cBhvr>
                                        <p:cTn id="58" dur="1000" fill="hold"/>
                                        <p:tgtEl>
                                          <p:spTgt spid="2270216"/>
                                        </p:tgtEl>
                                        <p:attrNameLst>
                                          <p:attrName>ppt_x</p:attrName>
                                        </p:attrNameLst>
                                      </p:cBhvr>
                                      <p:tavLst>
                                        <p:tav tm="0">
                                          <p:val>
                                            <p:strVal val="0-#ppt_w/2"/>
                                          </p:val>
                                        </p:tav>
                                        <p:tav tm="100000">
                                          <p:val>
                                            <p:strVal val="#ppt_x"/>
                                          </p:val>
                                        </p:tav>
                                      </p:tavLst>
                                    </p:anim>
                                    <p:anim calcmode="lin" valueType="num">
                                      <p:cBhvr>
                                        <p:cTn id="59" dur="1000" fill="hold"/>
                                        <p:tgtEl>
                                          <p:spTgt spid="2270216"/>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270219"/>
                                        </p:tgtEl>
                                        <p:attrNameLst>
                                          <p:attrName>style.visibility</p:attrName>
                                        </p:attrNameLst>
                                      </p:cBhvr>
                                      <p:to>
                                        <p:strVal val="visible"/>
                                      </p:to>
                                    </p:set>
                                    <p:animEffect transition="in" filter="wipe(left)">
                                      <p:cBhvr>
                                        <p:cTn id="64" dur="2000"/>
                                        <p:tgtEl>
                                          <p:spTgt spid="2270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6">
            <a:extLst>
              <a:ext uri="{FF2B5EF4-FFF2-40B4-BE49-F238E27FC236}">
                <a16:creationId xmlns:a16="http://schemas.microsoft.com/office/drawing/2014/main" id="{EA4E3C6C-4767-42CD-8A6E-0EE7DDBDF7E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E500D22D-77FC-4178-B032-8AB157231B88}" type="slidenum">
              <a:rPr altLang="en-US" sz="1400" smtClean="0"/>
              <a:pPr>
                <a:lnSpc>
                  <a:spcPct val="100000"/>
                </a:lnSpc>
                <a:spcBef>
                  <a:spcPct val="0"/>
                </a:spcBef>
                <a:buClr>
                  <a:schemeClr val="tx1"/>
                </a:buClr>
                <a:buFontTx/>
                <a:buNone/>
              </a:pPr>
              <a:t>55</a:t>
            </a:fld>
            <a:endParaRPr lang="zh-CN" altLang="en-US" sz="1400"/>
          </a:p>
        </p:txBody>
      </p:sp>
      <p:graphicFrame>
        <p:nvGraphicFramePr>
          <p:cNvPr id="73731" name="Object 0">
            <a:extLst>
              <a:ext uri="{FF2B5EF4-FFF2-40B4-BE49-F238E27FC236}">
                <a16:creationId xmlns:a16="http://schemas.microsoft.com/office/drawing/2014/main" id="{B28A29F6-1EA5-444E-BC59-B2A5B1EF013D}"/>
              </a:ext>
            </a:extLst>
          </p:cNvPr>
          <p:cNvGraphicFramePr>
            <a:graphicFrameLocks noGrp="1"/>
          </p:cNvGraphicFramePr>
          <p:nvPr>
            <p:ph sz="half" idx="2"/>
          </p:nvPr>
        </p:nvGraphicFramePr>
        <p:xfrm>
          <a:off x="1444625" y="107950"/>
          <a:ext cx="7418388" cy="971550"/>
        </p:xfrm>
        <a:graphic>
          <a:graphicData uri="http://schemas.openxmlformats.org/presentationml/2006/ole">
            <mc:AlternateContent xmlns:mc="http://schemas.openxmlformats.org/markup-compatibility/2006">
              <mc:Choice xmlns:v="urn:schemas-microsoft-com:vml" Requires="v">
                <p:oleObj spid="_x0000_s73816" r:id="rId3" imgW="4849295" imgH="634725" progId="Equation.DSMT4">
                  <p:embed/>
                </p:oleObj>
              </mc:Choice>
              <mc:Fallback>
                <p:oleObj r:id="rId3" imgW="4849295" imgH="634725"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4625" y="107950"/>
                        <a:ext cx="741838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2" name="Text Box 3">
            <a:extLst>
              <a:ext uri="{FF2B5EF4-FFF2-40B4-BE49-F238E27FC236}">
                <a16:creationId xmlns:a16="http://schemas.microsoft.com/office/drawing/2014/main" id="{BA8593C4-57C1-4E3C-A299-8512031C4831}"/>
              </a:ext>
            </a:extLst>
          </p:cNvPr>
          <p:cNvSpPr txBox="1">
            <a:spLocks noChangeArrowheads="1"/>
          </p:cNvSpPr>
          <p:nvPr/>
        </p:nvSpPr>
        <p:spPr bwMode="auto">
          <a:xfrm>
            <a:off x="1093788" y="131763"/>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2800">
                <a:solidFill>
                  <a:srgbClr val="000066"/>
                </a:solidFill>
                <a:latin typeface="Arial" panose="020B0604020202020204" pitchFamily="34" charset="0"/>
                <a:ea typeface="宋体" panose="02010600030101010101" pitchFamily="2" charset="-122"/>
              </a:rPr>
              <a:t> </a:t>
            </a:r>
          </a:p>
        </p:txBody>
      </p:sp>
      <p:graphicFrame>
        <p:nvGraphicFramePr>
          <p:cNvPr id="2271233" name="Object 1">
            <a:extLst>
              <a:ext uri="{FF2B5EF4-FFF2-40B4-BE49-F238E27FC236}">
                <a16:creationId xmlns:a16="http://schemas.microsoft.com/office/drawing/2014/main" id="{31F7F23F-BD40-4DEF-A232-60FDB8249348}"/>
              </a:ext>
            </a:extLst>
          </p:cNvPr>
          <p:cNvGraphicFramePr>
            <a:graphicFrameLocks/>
          </p:cNvGraphicFramePr>
          <p:nvPr/>
        </p:nvGraphicFramePr>
        <p:xfrm>
          <a:off x="1416050" y="1154113"/>
          <a:ext cx="2124075" cy="493712"/>
        </p:xfrm>
        <a:graphic>
          <a:graphicData uri="http://schemas.openxmlformats.org/presentationml/2006/ole">
            <mc:AlternateContent xmlns:mc="http://schemas.openxmlformats.org/markup-compatibility/2006">
              <mc:Choice xmlns:v="urn:schemas-microsoft-com:vml" Requires="v">
                <p:oleObj spid="_x0000_s73817" r:id="rId6" imgW="1078564" imgH="253780" progId="Equation.DSMT4">
                  <p:embed/>
                </p:oleObj>
              </mc:Choice>
              <mc:Fallback>
                <p:oleObj r:id="rId6" imgW="1078564" imgH="25378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6050" y="1154113"/>
                        <a:ext cx="212407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34" name="Object 2">
            <a:extLst>
              <a:ext uri="{FF2B5EF4-FFF2-40B4-BE49-F238E27FC236}">
                <a16:creationId xmlns:a16="http://schemas.microsoft.com/office/drawing/2014/main" id="{07A44CB4-6DB7-48AF-94FE-CC168B20B294}"/>
              </a:ext>
            </a:extLst>
          </p:cNvPr>
          <p:cNvGraphicFramePr>
            <a:graphicFrameLocks/>
          </p:cNvGraphicFramePr>
          <p:nvPr/>
        </p:nvGraphicFramePr>
        <p:xfrm>
          <a:off x="2255838" y="1693863"/>
          <a:ext cx="1639887" cy="396875"/>
        </p:xfrm>
        <a:graphic>
          <a:graphicData uri="http://schemas.openxmlformats.org/presentationml/2006/ole">
            <mc:AlternateContent xmlns:mc="http://schemas.openxmlformats.org/markup-compatibility/2006">
              <mc:Choice xmlns:v="urn:schemas-microsoft-com:vml" Requires="v">
                <p:oleObj spid="_x0000_s73818" r:id="rId8" imgW="1040497" imgH="253780" progId="Equation.DSMT4">
                  <p:embed/>
                </p:oleObj>
              </mc:Choice>
              <mc:Fallback>
                <p:oleObj r:id="rId8" imgW="1040497" imgH="253780"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5838" y="1693863"/>
                        <a:ext cx="163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35" name="Object 3">
            <a:extLst>
              <a:ext uri="{FF2B5EF4-FFF2-40B4-BE49-F238E27FC236}">
                <a16:creationId xmlns:a16="http://schemas.microsoft.com/office/drawing/2014/main" id="{D603E026-F0F7-41A8-BC59-F6DE15DBE3A1}"/>
              </a:ext>
            </a:extLst>
          </p:cNvPr>
          <p:cNvGraphicFramePr>
            <a:graphicFrameLocks/>
          </p:cNvGraphicFramePr>
          <p:nvPr/>
        </p:nvGraphicFramePr>
        <p:xfrm>
          <a:off x="2246313" y="2701925"/>
          <a:ext cx="1220787" cy="355600"/>
        </p:xfrm>
        <a:graphic>
          <a:graphicData uri="http://schemas.openxmlformats.org/presentationml/2006/ole">
            <mc:AlternateContent xmlns:mc="http://schemas.openxmlformats.org/markup-compatibility/2006">
              <mc:Choice xmlns:v="urn:schemas-microsoft-com:vml" Requires="v">
                <p:oleObj spid="_x0000_s73819" r:id="rId10" imgW="774364" imgH="228501" progId="Equation.DSMT4">
                  <p:embed/>
                </p:oleObj>
              </mc:Choice>
              <mc:Fallback>
                <p:oleObj r:id="rId10" imgW="774364" imgH="228501"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46313" y="2701925"/>
                        <a:ext cx="122078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36" name="Object 4">
            <a:extLst>
              <a:ext uri="{FF2B5EF4-FFF2-40B4-BE49-F238E27FC236}">
                <a16:creationId xmlns:a16="http://schemas.microsoft.com/office/drawing/2014/main" id="{E4EE737A-D785-4C44-B038-3804ADBD1D27}"/>
              </a:ext>
            </a:extLst>
          </p:cNvPr>
          <p:cNvGraphicFramePr>
            <a:graphicFrameLocks/>
          </p:cNvGraphicFramePr>
          <p:nvPr/>
        </p:nvGraphicFramePr>
        <p:xfrm>
          <a:off x="6448425" y="1735138"/>
          <a:ext cx="1039813" cy="336550"/>
        </p:xfrm>
        <a:graphic>
          <a:graphicData uri="http://schemas.openxmlformats.org/presentationml/2006/ole">
            <mc:AlternateContent xmlns:mc="http://schemas.openxmlformats.org/markup-compatibility/2006">
              <mc:Choice xmlns:v="urn:schemas-microsoft-com:vml" Requires="v">
                <p:oleObj spid="_x0000_s73820" r:id="rId12" imgW="659541" imgH="215619" progId="Equation.DSMT4">
                  <p:embed/>
                </p:oleObj>
              </mc:Choice>
              <mc:Fallback>
                <p:oleObj r:id="rId12" imgW="659541" imgH="215619"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48425" y="1735138"/>
                        <a:ext cx="1039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37" name="Object 5">
            <a:extLst>
              <a:ext uri="{FF2B5EF4-FFF2-40B4-BE49-F238E27FC236}">
                <a16:creationId xmlns:a16="http://schemas.microsoft.com/office/drawing/2014/main" id="{2F900BED-1F6A-4D45-A5FE-2BBE0622F6AE}"/>
              </a:ext>
            </a:extLst>
          </p:cNvPr>
          <p:cNvGraphicFramePr>
            <a:graphicFrameLocks/>
          </p:cNvGraphicFramePr>
          <p:nvPr/>
        </p:nvGraphicFramePr>
        <p:xfrm>
          <a:off x="3798888" y="1743075"/>
          <a:ext cx="2679700" cy="336550"/>
        </p:xfrm>
        <a:graphic>
          <a:graphicData uri="http://schemas.openxmlformats.org/presentationml/2006/ole">
            <mc:AlternateContent xmlns:mc="http://schemas.openxmlformats.org/markup-compatibility/2006">
              <mc:Choice xmlns:v="urn:schemas-microsoft-com:vml" Requires="v">
                <p:oleObj spid="_x0000_s73821" r:id="rId14" imgW="1699587" imgH="215619" progId="Equation.DSMT4">
                  <p:embed/>
                </p:oleObj>
              </mc:Choice>
              <mc:Fallback>
                <p:oleObj r:id="rId14" imgW="1699587" imgH="215619"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98888" y="1743075"/>
                        <a:ext cx="2679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38" name="Object 6">
            <a:extLst>
              <a:ext uri="{FF2B5EF4-FFF2-40B4-BE49-F238E27FC236}">
                <a16:creationId xmlns:a16="http://schemas.microsoft.com/office/drawing/2014/main" id="{025D2D68-6F1B-4383-8D95-CA4F4B1DA306}"/>
              </a:ext>
            </a:extLst>
          </p:cNvPr>
          <p:cNvGraphicFramePr>
            <a:graphicFrameLocks/>
          </p:cNvGraphicFramePr>
          <p:nvPr/>
        </p:nvGraphicFramePr>
        <p:xfrm>
          <a:off x="2249488" y="2232025"/>
          <a:ext cx="903287" cy="352425"/>
        </p:xfrm>
        <a:graphic>
          <a:graphicData uri="http://schemas.openxmlformats.org/presentationml/2006/ole">
            <mc:AlternateContent xmlns:mc="http://schemas.openxmlformats.org/markup-compatibility/2006">
              <mc:Choice xmlns:v="urn:schemas-microsoft-com:vml" Requires="v">
                <p:oleObj spid="_x0000_s73822" r:id="rId16" imgW="520248" imgH="203024" progId="Equation.DSMT4">
                  <p:embed/>
                </p:oleObj>
              </mc:Choice>
              <mc:Fallback>
                <p:oleObj r:id="rId16" imgW="520248" imgH="203024" progId="Equation.DSMT4">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49488" y="2232025"/>
                        <a:ext cx="90328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39" name="Object 7">
            <a:extLst>
              <a:ext uri="{FF2B5EF4-FFF2-40B4-BE49-F238E27FC236}">
                <a16:creationId xmlns:a16="http://schemas.microsoft.com/office/drawing/2014/main" id="{72A1A663-13AC-49ED-987B-4984D001673B}"/>
              </a:ext>
            </a:extLst>
          </p:cNvPr>
          <p:cNvGraphicFramePr>
            <a:graphicFrameLocks/>
          </p:cNvGraphicFramePr>
          <p:nvPr/>
        </p:nvGraphicFramePr>
        <p:xfrm>
          <a:off x="3819525" y="2605088"/>
          <a:ext cx="1417638" cy="415925"/>
        </p:xfrm>
        <a:graphic>
          <a:graphicData uri="http://schemas.openxmlformats.org/presentationml/2006/ole">
            <mc:AlternateContent xmlns:mc="http://schemas.openxmlformats.org/markup-compatibility/2006">
              <mc:Choice xmlns:v="urn:schemas-microsoft-com:vml" Requires="v">
                <p:oleObj spid="_x0000_s73823" r:id="rId18" imgW="735642" imgH="215619" progId="Equation.DSMT4">
                  <p:embed/>
                </p:oleObj>
              </mc:Choice>
              <mc:Fallback>
                <p:oleObj r:id="rId18" imgW="735642" imgH="215619" progId="Equation.DSMT4">
                  <p:embed/>
                  <p:pic>
                    <p:nvPicPr>
                      <p:cNvPr id="0" name="Object 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19525" y="2605088"/>
                        <a:ext cx="14176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40" name="Object 8">
            <a:extLst>
              <a:ext uri="{FF2B5EF4-FFF2-40B4-BE49-F238E27FC236}">
                <a16:creationId xmlns:a16="http://schemas.microsoft.com/office/drawing/2014/main" id="{75CD2FEE-F6C7-4842-9336-5B0210F1C74E}"/>
              </a:ext>
            </a:extLst>
          </p:cNvPr>
          <p:cNvGraphicFramePr>
            <a:graphicFrameLocks/>
          </p:cNvGraphicFramePr>
          <p:nvPr/>
        </p:nvGraphicFramePr>
        <p:xfrm>
          <a:off x="2028825" y="3254375"/>
          <a:ext cx="2565400" cy="506413"/>
        </p:xfrm>
        <a:graphic>
          <a:graphicData uri="http://schemas.openxmlformats.org/presentationml/2006/ole">
            <mc:AlternateContent xmlns:mc="http://schemas.openxmlformats.org/markup-compatibility/2006">
              <mc:Choice xmlns:v="urn:schemas-microsoft-com:vml" Requires="v">
                <p:oleObj spid="_x0000_s73824" r:id="rId20" imgW="1370410" imgH="253780" progId="Equation.DSMT4">
                  <p:embed/>
                </p:oleObj>
              </mc:Choice>
              <mc:Fallback>
                <p:oleObj r:id="rId20" imgW="1370410" imgH="253780" progId="Equation.DSMT4">
                  <p:embed/>
                  <p:pic>
                    <p:nvPicPr>
                      <p:cNvPr id="0" name="Object 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28825" y="3254375"/>
                        <a:ext cx="25654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41" name="Object 9">
            <a:extLst>
              <a:ext uri="{FF2B5EF4-FFF2-40B4-BE49-F238E27FC236}">
                <a16:creationId xmlns:a16="http://schemas.microsoft.com/office/drawing/2014/main" id="{7E6D04E1-7C5B-4B94-B1A6-30D2DEE7B1E6}"/>
              </a:ext>
            </a:extLst>
          </p:cNvPr>
          <p:cNvGraphicFramePr>
            <a:graphicFrameLocks/>
          </p:cNvGraphicFramePr>
          <p:nvPr/>
        </p:nvGraphicFramePr>
        <p:xfrm>
          <a:off x="2225675" y="3854450"/>
          <a:ext cx="4581525" cy="414338"/>
        </p:xfrm>
        <a:graphic>
          <a:graphicData uri="http://schemas.openxmlformats.org/presentationml/2006/ole">
            <mc:AlternateContent xmlns:mc="http://schemas.openxmlformats.org/markup-compatibility/2006">
              <mc:Choice xmlns:v="urn:schemas-microsoft-com:vml" Requires="v">
                <p:oleObj spid="_x0000_s73825" r:id="rId22" imgW="2384495" imgH="215619" progId="Equation.DSMT4">
                  <p:embed/>
                </p:oleObj>
              </mc:Choice>
              <mc:Fallback>
                <p:oleObj r:id="rId22" imgW="2384495" imgH="215619" progId="Equation.DSMT4">
                  <p:embed/>
                  <p:pic>
                    <p:nvPicPr>
                      <p:cNvPr id="0" name="Object 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225675" y="3854450"/>
                        <a:ext cx="45815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42" name="Object 10">
            <a:extLst>
              <a:ext uri="{FF2B5EF4-FFF2-40B4-BE49-F238E27FC236}">
                <a16:creationId xmlns:a16="http://schemas.microsoft.com/office/drawing/2014/main" id="{A69B7107-00C0-40EC-98CF-0FF1BF376E9D}"/>
              </a:ext>
            </a:extLst>
          </p:cNvPr>
          <p:cNvGraphicFramePr>
            <a:graphicFrameLocks/>
          </p:cNvGraphicFramePr>
          <p:nvPr/>
        </p:nvGraphicFramePr>
        <p:xfrm>
          <a:off x="2882900" y="4306888"/>
          <a:ext cx="1998663" cy="506412"/>
        </p:xfrm>
        <a:graphic>
          <a:graphicData uri="http://schemas.openxmlformats.org/presentationml/2006/ole">
            <mc:AlternateContent xmlns:mc="http://schemas.openxmlformats.org/markup-compatibility/2006">
              <mc:Choice xmlns:v="urn:schemas-microsoft-com:vml" Requires="v">
                <p:oleObj spid="_x0000_s73826" r:id="rId24" imgW="952087" imgH="241195" progId="Equation.DSMT4">
                  <p:embed/>
                </p:oleObj>
              </mc:Choice>
              <mc:Fallback>
                <p:oleObj r:id="rId24" imgW="952087" imgH="241195" progId="Equation.DSMT4">
                  <p:embed/>
                  <p:pic>
                    <p:nvPicPr>
                      <p:cNvPr id="0" name="Object 1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82900" y="4306888"/>
                        <a:ext cx="1998663"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43" name="Object 11">
            <a:extLst>
              <a:ext uri="{FF2B5EF4-FFF2-40B4-BE49-F238E27FC236}">
                <a16:creationId xmlns:a16="http://schemas.microsoft.com/office/drawing/2014/main" id="{79E69671-EB75-487D-B4B8-9D9445A325A0}"/>
              </a:ext>
            </a:extLst>
          </p:cNvPr>
          <p:cNvGraphicFramePr>
            <a:graphicFrameLocks/>
          </p:cNvGraphicFramePr>
          <p:nvPr/>
        </p:nvGraphicFramePr>
        <p:xfrm>
          <a:off x="2305050" y="4775200"/>
          <a:ext cx="4689475" cy="419100"/>
        </p:xfrm>
        <a:graphic>
          <a:graphicData uri="http://schemas.openxmlformats.org/presentationml/2006/ole">
            <mc:AlternateContent xmlns:mc="http://schemas.openxmlformats.org/markup-compatibility/2006">
              <mc:Choice xmlns:v="urn:schemas-microsoft-com:vml" Requires="v">
                <p:oleObj spid="_x0000_s73827" r:id="rId26" imgW="2271328" imgH="203024" progId="Equation.DSMT4">
                  <p:embed/>
                </p:oleObj>
              </mc:Choice>
              <mc:Fallback>
                <p:oleObj r:id="rId26" imgW="2271328" imgH="203024" progId="Equation.DSMT4">
                  <p:embed/>
                  <p:pic>
                    <p:nvPicPr>
                      <p:cNvPr id="0" name="Object 1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05050" y="4775200"/>
                        <a:ext cx="46894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44" name="Object 12">
            <a:extLst>
              <a:ext uri="{FF2B5EF4-FFF2-40B4-BE49-F238E27FC236}">
                <a16:creationId xmlns:a16="http://schemas.microsoft.com/office/drawing/2014/main" id="{43CFD5F6-D241-40F6-834F-1D8E5B6A1469}"/>
              </a:ext>
            </a:extLst>
          </p:cNvPr>
          <p:cNvGraphicFramePr>
            <a:graphicFrameLocks/>
          </p:cNvGraphicFramePr>
          <p:nvPr/>
        </p:nvGraphicFramePr>
        <p:xfrm>
          <a:off x="2149475" y="5310188"/>
          <a:ext cx="2978150" cy="727075"/>
        </p:xfrm>
        <a:graphic>
          <a:graphicData uri="http://schemas.openxmlformats.org/presentationml/2006/ole">
            <mc:AlternateContent xmlns:mc="http://schemas.openxmlformats.org/markup-compatibility/2006">
              <mc:Choice xmlns:v="urn:schemas-microsoft-com:vml" Requires="v">
                <p:oleObj spid="_x0000_s73828" r:id="rId28" imgW="1612200" imgH="393529" progId="Equation.DSMT4">
                  <p:embed/>
                </p:oleObj>
              </mc:Choice>
              <mc:Fallback>
                <p:oleObj r:id="rId28" imgW="1612200" imgH="393529" progId="Equation.DSMT4">
                  <p:embed/>
                  <p:pic>
                    <p:nvPicPr>
                      <p:cNvPr id="0" name="Object 1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49475" y="5310188"/>
                        <a:ext cx="29781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1245" name="Object 13">
            <a:extLst>
              <a:ext uri="{FF2B5EF4-FFF2-40B4-BE49-F238E27FC236}">
                <a16:creationId xmlns:a16="http://schemas.microsoft.com/office/drawing/2014/main" id="{67E216C8-D189-4936-BBB2-2EECF4701CE1}"/>
              </a:ext>
            </a:extLst>
          </p:cNvPr>
          <p:cNvGraphicFramePr>
            <a:graphicFrameLocks/>
          </p:cNvGraphicFramePr>
          <p:nvPr/>
        </p:nvGraphicFramePr>
        <p:xfrm>
          <a:off x="5738813" y="5448300"/>
          <a:ext cx="1524000" cy="498475"/>
        </p:xfrm>
        <a:graphic>
          <a:graphicData uri="http://schemas.openxmlformats.org/presentationml/2006/ole">
            <mc:AlternateContent xmlns:mc="http://schemas.openxmlformats.org/markup-compatibility/2006">
              <mc:Choice xmlns:v="urn:schemas-microsoft-com:vml" Requires="v">
                <p:oleObj spid="_x0000_s73829" r:id="rId30" imgW="659541" imgH="215619" progId="Equation.DSMT4">
                  <p:embed/>
                </p:oleObj>
              </mc:Choice>
              <mc:Fallback>
                <p:oleObj r:id="rId30" imgW="659541" imgH="215619" progId="Equation.DSMT4">
                  <p:embed/>
                  <p:pic>
                    <p:nvPicPr>
                      <p:cNvPr id="0" name="Object 13"/>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738813" y="5448300"/>
                        <a:ext cx="15240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71233"/>
                                        </p:tgtEl>
                                        <p:attrNameLst>
                                          <p:attrName>style.visibility</p:attrName>
                                        </p:attrNameLst>
                                      </p:cBhvr>
                                      <p:to>
                                        <p:strVal val="visible"/>
                                      </p:to>
                                    </p:set>
                                    <p:anim calcmode="lin" valueType="num">
                                      <p:cBhvr>
                                        <p:cTn id="7" dur="500" fill="hold"/>
                                        <p:tgtEl>
                                          <p:spTgt spid="2271233"/>
                                        </p:tgtEl>
                                        <p:attrNameLst>
                                          <p:attrName>ppt_x</p:attrName>
                                        </p:attrNameLst>
                                      </p:cBhvr>
                                      <p:tavLst>
                                        <p:tav tm="0">
                                          <p:val>
                                            <p:strVal val="0-#ppt_w/2"/>
                                          </p:val>
                                        </p:tav>
                                        <p:tav tm="100000">
                                          <p:val>
                                            <p:strVal val="#ppt_x"/>
                                          </p:val>
                                        </p:tav>
                                      </p:tavLst>
                                    </p:anim>
                                    <p:anim calcmode="lin" valueType="num">
                                      <p:cBhvr>
                                        <p:cTn id="8" dur="500" fill="hold"/>
                                        <p:tgtEl>
                                          <p:spTgt spid="227123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71234"/>
                                        </p:tgtEl>
                                        <p:attrNameLst>
                                          <p:attrName>style.visibility</p:attrName>
                                        </p:attrNameLst>
                                      </p:cBhvr>
                                      <p:to>
                                        <p:strVal val="visible"/>
                                      </p:to>
                                    </p:set>
                                    <p:anim calcmode="lin" valueType="num">
                                      <p:cBhvr>
                                        <p:cTn id="13" dur="500" fill="hold"/>
                                        <p:tgtEl>
                                          <p:spTgt spid="2271234"/>
                                        </p:tgtEl>
                                        <p:attrNameLst>
                                          <p:attrName>ppt_x</p:attrName>
                                        </p:attrNameLst>
                                      </p:cBhvr>
                                      <p:tavLst>
                                        <p:tav tm="0">
                                          <p:val>
                                            <p:strVal val="0-#ppt_w/2"/>
                                          </p:val>
                                        </p:tav>
                                        <p:tav tm="100000">
                                          <p:val>
                                            <p:strVal val="#ppt_x"/>
                                          </p:val>
                                        </p:tav>
                                      </p:tavLst>
                                    </p:anim>
                                    <p:anim calcmode="lin" valueType="num">
                                      <p:cBhvr>
                                        <p:cTn id="14" dur="500" fill="hold"/>
                                        <p:tgtEl>
                                          <p:spTgt spid="227123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271237"/>
                                        </p:tgtEl>
                                        <p:attrNameLst>
                                          <p:attrName>style.visibility</p:attrName>
                                        </p:attrNameLst>
                                      </p:cBhvr>
                                      <p:to>
                                        <p:strVal val="visible"/>
                                      </p:to>
                                    </p:set>
                                    <p:animEffect transition="in" filter="wipe(left)">
                                      <p:cBhvr>
                                        <p:cTn id="19" dur="500"/>
                                        <p:tgtEl>
                                          <p:spTgt spid="227123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2271236"/>
                                        </p:tgtEl>
                                        <p:attrNameLst>
                                          <p:attrName>style.visibility</p:attrName>
                                        </p:attrNameLst>
                                      </p:cBhvr>
                                      <p:to>
                                        <p:strVal val="visible"/>
                                      </p:to>
                                    </p:set>
                                    <p:animEffect transition="in" filter="wipe(left)">
                                      <p:cBhvr>
                                        <p:cTn id="24" dur="500"/>
                                        <p:tgtEl>
                                          <p:spTgt spid="227123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2271238"/>
                                        </p:tgtEl>
                                        <p:attrNameLst>
                                          <p:attrName>style.visibility</p:attrName>
                                        </p:attrNameLst>
                                      </p:cBhvr>
                                      <p:to>
                                        <p:strVal val="visible"/>
                                      </p:to>
                                    </p:set>
                                    <p:anim calcmode="lin" valueType="num">
                                      <p:cBhvr>
                                        <p:cTn id="29" dur="500" fill="hold"/>
                                        <p:tgtEl>
                                          <p:spTgt spid="2271238"/>
                                        </p:tgtEl>
                                        <p:attrNameLst>
                                          <p:attrName>ppt_x</p:attrName>
                                        </p:attrNameLst>
                                      </p:cBhvr>
                                      <p:tavLst>
                                        <p:tav tm="0">
                                          <p:val>
                                            <p:strVal val="0-#ppt_w/2"/>
                                          </p:val>
                                        </p:tav>
                                        <p:tav tm="100000">
                                          <p:val>
                                            <p:strVal val="#ppt_x"/>
                                          </p:val>
                                        </p:tav>
                                      </p:tavLst>
                                    </p:anim>
                                    <p:anim calcmode="lin" valueType="num">
                                      <p:cBhvr>
                                        <p:cTn id="30" dur="500" fill="hold"/>
                                        <p:tgtEl>
                                          <p:spTgt spid="2271238"/>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2271235"/>
                                        </p:tgtEl>
                                        <p:attrNameLst>
                                          <p:attrName>style.visibility</p:attrName>
                                        </p:attrNameLst>
                                      </p:cBhvr>
                                      <p:to>
                                        <p:strVal val="visible"/>
                                      </p:to>
                                    </p:set>
                                    <p:anim calcmode="lin" valueType="num">
                                      <p:cBhvr>
                                        <p:cTn id="35" dur="500" fill="hold"/>
                                        <p:tgtEl>
                                          <p:spTgt spid="2271235"/>
                                        </p:tgtEl>
                                        <p:attrNameLst>
                                          <p:attrName>ppt_x</p:attrName>
                                        </p:attrNameLst>
                                      </p:cBhvr>
                                      <p:tavLst>
                                        <p:tav tm="0">
                                          <p:val>
                                            <p:strVal val="0-#ppt_w/2"/>
                                          </p:val>
                                        </p:tav>
                                        <p:tav tm="100000">
                                          <p:val>
                                            <p:strVal val="#ppt_x"/>
                                          </p:val>
                                        </p:tav>
                                      </p:tavLst>
                                    </p:anim>
                                    <p:anim calcmode="lin" valueType="num">
                                      <p:cBhvr>
                                        <p:cTn id="36" dur="500" fill="hold"/>
                                        <p:tgtEl>
                                          <p:spTgt spid="2271235"/>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2271239"/>
                                        </p:tgtEl>
                                        <p:attrNameLst>
                                          <p:attrName>style.visibility</p:attrName>
                                        </p:attrNameLst>
                                      </p:cBhvr>
                                      <p:to>
                                        <p:strVal val="visible"/>
                                      </p:to>
                                    </p:set>
                                    <p:anim calcmode="lin" valueType="num">
                                      <p:cBhvr>
                                        <p:cTn id="41" dur="500" fill="hold"/>
                                        <p:tgtEl>
                                          <p:spTgt spid="2271239"/>
                                        </p:tgtEl>
                                        <p:attrNameLst>
                                          <p:attrName>ppt_x</p:attrName>
                                        </p:attrNameLst>
                                      </p:cBhvr>
                                      <p:tavLst>
                                        <p:tav tm="0">
                                          <p:val>
                                            <p:strVal val="0-#ppt_w/2"/>
                                          </p:val>
                                        </p:tav>
                                        <p:tav tm="100000">
                                          <p:val>
                                            <p:strVal val="#ppt_x"/>
                                          </p:val>
                                        </p:tav>
                                      </p:tavLst>
                                    </p:anim>
                                    <p:anim calcmode="lin" valueType="num">
                                      <p:cBhvr>
                                        <p:cTn id="42" dur="500" fill="hold"/>
                                        <p:tgtEl>
                                          <p:spTgt spid="2271239"/>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nodeType="clickEffect">
                                  <p:stCondLst>
                                    <p:cond delay="0"/>
                                  </p:stCondLst>
                                  <p:childTnLst>
                                    <p:set>
                                      <p:cBhvr>
                                        <p:cTn id="46" dur="1" fill="hold">
                                          <p:stCondLst>
                                            <p:cond delay="0"/>
                                          </p:stCondLst>
                                        </p:cTn>
                                        <p:tgtEl>
                                          <p:spTgt spid="2271240"/>
                                        </p:tgtEl>
                                        <p:attrNameLst>
                                          <p:attrName>style.visibility</p:attrName>
                                        </p:attrNameLst>
                                      </p:cBhvr>
                                      <p:to>
                                        <p:strVal val="visible"/>
                                      </p:to>
                                    </p:set>
                                    <p:anim calcmode="lin" valueType="num">
                                      <p:cBhvr>
                                        <p:cTn id="47" dur="500" fill="hold"/>
                                        <p:tgtEl>
                                          <p:spTgt spid="2271240"/>
                                        </p:tgtEl>
                                        <p:attrNameLst>
                                          <p:attrName>ppt_x</p:attrName>
                                        </p:attrNameLst>
                                      </p:cBhvr>
                                      <p:tavLst>
                                        <p:tav tm="0">
                                          <p:val>
                                            <p:strVal val="0-#ppt_w/2"/>
                                          </p:val>
                                        </p:tav>
                                        <p:tav tm="100000">
                                          <p:val>
                                            <p:strVal val="#ppt_x"/>
                                          </p:val>
                                        </p:tav>
                                      </p:tavLst>
                                    </p:anim>
                                    <p:anim calcmode="lin" valueType="num">
                                      <p:cBhvr>
                                        <p:cTn id="48" dur="500" fill="hold"/>
                                        <p:tgtEl>
                                          <p:spTgt spid="2271240"/>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nodeType="clickEffect">
                                  <p:stCondLst>
                                    <p:cond delay="0"/>
                                  </p:stCondLst>
                                  <p:childTnLst>
                                    <p:set>
                                      <p:cBhvr>
                                        <p:cTn id="52" dur="1" fill="hold">
                                          <p:stCondLst>
                                            <p:cond delay="0"/>
                                          </p:stCondLst>
                                        </p:cTn>
                                        <p:tgtEl>
                                          <p:spTgt spid="2271241"/>
                                        </p:tgtEl>
                                        <p:attrNameLst>
                                          <p:attrName>style.visibility</p:attrName>
                                        </p:attrNameLst>
                                      </p:cBhvr>
                                      <p:to>
                                        <p:strVal val="visible"/>
                                      </p:to>
                                    </p:set>
                                    <p:anim calcmode="lin" valueType="num">
                                      <p:cBhvr>
                                        <p:cTn id="53" dur="500" fill="hold"/>
                                        <p:tgtEl>
                                          <p:spTgt spid="2271241"/>
                                        </p:tgtEl>
                                        <p:attrNameLst>
                                          <p:attrName>ppt_x</p:attrName>
                                        </p:attrNameLst>
                                      </p:cBhvr>
                                      <p:tavLst>
                                        <p:tav tm="0">
                                          <p:val>
                                            <p:strVal val="0-#ppt_w/2"/>
                                          </p:val>
                                        </p:tav>
                                        <p:tav tm="100000">
                                          <p:val>
                                            <p:strVal val="#ppt_x"/>
                                          </p:val>
                                        </p:tav>
                                      </p:tavLst>
                                    </p:anim>
                                    <p:anim calcmode="lin" valueType="num">
                                      <p:cBhvr>
                                        <p:cTn id="54" dur="500" fill="hold"/>
                                        <p:tgtEl>
                                          <p:spTgt spid="2271241"/>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nodeType="clickEffect">
                                  <p:stCondLst>
                                    <p:cond delay="0"/>
                                  </p:stCondLst>
                                  <p:childTnLst>
                                    <p:set>
                                      <p:cBhvr>
                                        <p:cTn id="58" dur="1" fill="hold">
                                          <p:stCondLst>
                                            <p:cond delay="0"/>
                                          </p:stCondLst>
                                        </p:cTn>
                                        <p:tgtEl>
                                          <p:spTgt spid="2271242"/>
                                        </p:tgtEl>
                                        <p:attrNameLst>
                                          <p:attrName>style.visibility</p:attrName>
                                        </p:attrNameLst>
                                      </p:cBhvr>
                                      <p:to>
                                        <p:strVal val="visible"/>
                                      </p:to>
                                    </p:set>
                                    <p:anim calcmode="lin" valueType="num">
                                      <p:cBhvr>
                                        <p:cTn id="59" dur="500" fill="hold"/>
                                        <p:tgtEl>
                                          <p:spTgt spid="2271242"/>
                                        </p:tgtEl>
                                        <p:attrNameLst>
                                          <p:attrName>ppt_x</p:attrName>
                                        </p:attrNameLst>
                                      </p:cBhvr>
                                      <p:tavLst>
                                        <p:tav tm="0">
                                          <p:val>
                                            <p:strVal val="0-#ppt_w/2"/>
                                          </p:val>
                                        </p:tav>
                                        <p:tav tm="100000">
                                          <p:val>
                                            <p:strVal val="#ppt_x"/>
                                          </p:val>
                                        </p:tav>
                                      </p:tavLst>
                                    </p:anim>
                                    <p:anim calcmode="lin" valueType="num">
                                      <p:cBhvr>
                                        <p:cTn id="60" dur="500" fill="hold"/>
                                        <p:tgtEl>
                                          <p:spTgt spid="2271242"/>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nodeType="clickEffect">
                                  <p:stCondLst>
                                    <p:cond delay="0"/>
                                  </p:stCondLst>
                                  <p:childTnLst>
                                    <p:set>
                                      <p:cBhvr>
                                        <p:cTn id="64" dur="1" fill="hold">
                                          <p:stCondLst>
                                            <p:cond delay="0"/>
                                          </p:stCondLst>
                                        </p:cTn>
                                        <p:tgtEl>
                                          <p:spTgt spid="2271243"/>
                                        </p:tgtEl>
                                        <p:attrNameLst>
                                          <p:attrName>style.visibility</p:attrName>
                                        </p:attrNameLst>
                                      </p:cBhvr>
                                      <p:to>
                                        <p:strVal val="visible"/>
                                      </p:to>
                                    </p:set>
                                    <p:anim calcmode="lin" valueType="num">
                                      <p:cBhvr>
                                        <p:cTn id="65" dur="500" fill="hold"/>
                                        <p:tgtEl>
                                          <p:spTgt spid="2271243"/>
                                        </p:tgtEl>
                                        <p:attrNameLst>
                                          <p:attrName>ppt_x</p:attrName>
                                        </p:attrNameLst>
                                      </p:cBhvr>
                                      <p:tavLst>
                                        <p:tav tm="0">
                                          <p:val>
                                            <p:strVal val="0-#ppt_w/2"/>
                                          </p:val>
                                        </p:tav>
                                        <p:tav tm="100000">
                                          <p:val>
                                            <p:strVal val="#ppt_x"/>
                                          </p:val>
                                        </p:tav>
                                      </p:tavLst>
                                    </p:anim>
                                    <p:anim calcmode="lin" valueType="num">
                                      <p:cBhvr>
                                        <p:cTn id="66" dur="500" fill="hold"/>
                                        <p:tgtEl>
                                          <p:spTgt spid="2271243"/>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nodeType="clickEffect">
                                  <p:stCondLst>
                                    <p:cond delay="0"/>
                                  </p:stCondLst>
                                  <p:childTnLst>
                                    <p:set>
                                      <p:cBhvr>
                                        <p:cTn id="70" dur="1" fill="hold">
                                          <p:stCondLst>
                                            <p:cond delay="0"/>
                                          </p:stCondLst>
                                        </p:cTn>
                                        <p:tgtEl>
                                          <p:spTgt spid="2271244"/>
                                        </p:tgtEl>
                                        <p:attrNameLst>
                                          <p:attrName>style.visibility</p:attrName>
                                        </p:attrNameLst>
                                      </p:cBhvr>
                                      <p:to>
                                        <p:strVal val="visible"/>
                                      </p:to>
                                    </p:set>
                                    <p:anim calcmode="lin" valueType="num">
                                      <p:cBhvr>
                                        <p:cTn id="71" dur="500" fill="hold"/>
                                        <p:tgtEl>
                                          <p:spTgt spid="2271244"/>
                                        </p:tgtEl>
                                        <p:attrNameLst>
                                          <p:attrName>ppt_x</p:attrName>
                                        </p:attrNameLst>
                                      </p:cBhvr>
                                      <p:tavLst>
                                        <p:tav tm="0">
                                          <p:val>
                                            <p:strVal val="0-#ppt_w/2"/>
                                          </p:val>
                                        </p:tav>
                                        <p:tav tm="100000">
                                          <p:val>
                                            <p:strVal val="#ppt_x"/>
                                          </p:val>
                                        </p:tav>
                                      </p:tavLst>
                                    </p:anim>
                                    <p:anim calcmode="lin" valueType="num">
                                      <p:cBhvr>
                                        <p:cTn id="72" dur="500" fill="hold"/>
                                        <p:tgtEl>
                                          <p:spTgt spid="2271244"/>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8" fill="hold" nodeType="clickEffect">
                                  <p:stCondLst>
                                    <p:cond delay="0"/>
                                  </p:stCondLst>
                                  <p:childTnLst>
                                    <p:set>
                                      <p:cBhvr>
                                        <p:cTn id="76" dur="1" fill="hold">
                                          <p:stCondLst>
                                            <p:cond delay="0"/>
                                          </p:stCondLst>
                                        </p:cTn>
                                        <p:tgtEl>
                                          <p:spTgt spid="2271245"/>
                                        </p:tgtEl>
                                        <p:attrNameLst>
                                          <p:attrName>style.visibility</p:attrName>
                                        </p:attrNameLst>
                                      </p:cBhvr>
                                      <p:to>
                                        <p:strVal val="visible"/>
                                      </p:to>
                                    </p:set>
                                    <p:anim calcmode="lin" valueType="num">
                                      <p:cBhvr>
                                        <p:cTn id="77" dur="500" fill="hold"/>
                                        <p:tgtEl>
                                          <p:spTgt spid="2271245"/>
                                        </p:tgtEl>
                                        <p:attrNameLst>
                                          <p:attrName>ppt_x</p:attrName>
                                        </p:attrNameLst>
                                      </p:cBhvr>
                                      <p:tavLst>
                                        <p:tav tm="0">
                                          <p:val>
                                            <p:strVal val="0-#ppt_w/2"/>
                                          </p:val>
                                        </p:tav>
                                        <p:tav tm="100000">
                                          <p:val>
                                            <p:strVal val="#ppt_x"/>
                                          </p:val>
                                        </p:tav>
                                      </p:tavLst>
                                    </p:anim>
                                    <p:anim calcmode="lin" valueType="num">
                                      <p:cBhvr>
                                        <p:cTn id="78" dur="500" fill="hold"/>
                                        <p:tgtEl>
                                          <p:spTgt spid="22712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8">
            <a:extLst>
              <a:ext uri="{FF2B5EF4-FFF2-40B4-BE49-F238E27FC236}">
                <a16:creationId xmlns:a16="http://schemas.microsoft.com/office/drawing/2014/main" id="{830844EC-B6EE-47C6-B05E-281EB2483C1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BE03D0CE-D446-46D3-98ED-1D1DBAB87F62}" type="slidenum">
              <a:rPr altLang="en-US" sz="1400" smtClean="0"/>
              <a:pPr>
                <a:lnSpc>
                  <a:spcPct val="100000"/>
                </a:lnSpc>
                <a:spcBef>
                  <a:spcPct val="0"/>
                </a:spcBef>
                <a:buClr>
                  <a:schemeClr val="tx1"/>
                </a:buClr>
                <a:buFontTx/>
                <a:buNone/>
              </a:pPr>
              <a:t>56</a:t>
            </a:fld>
            <a:endParaRPr lang="zh-CN" altLang="en-US" sz="1400"/>
          </a:p>
        </p:txBody>
      </p:sp>
      <p:sp>
        <p:nvSpPr>
          <p:cNvPr id="74755" name="Rectangle 2">
            <a:extLst>
              <a:ext uri="{FF2B5EF4-FFF2-40B4-BE49-F238E27FC236}">
                <a16:creationId xmlns:a16="http://schemas.microsoft.com/office/drawing/2014/main" id="{814C9351-CE58-46EB-8784-00E80A173946}"/>
              </a:ext>
            </a:extLst>
          </p:cNvPr>
          <p:cNvSpPr>
            <a:spLocks noGrp="1" noChangeArrowheads="1"/>
          </p:cNvSpPr>
          <p:nvPr>
            <p:ph type="title" sz="quarter"/>
          </p:nvPr>
        </p:nvSpPr>
        <p:spPr/>
        <p:txBody>
          <a:bodyPr/>
          <a:lstStyle/>
          <a:p>
            <a:pPr eaLnBrk="1" hangingPunct="1"/>
            <a:r>
              <a:rPr lang="zh-CN" altLang="en-US" b="1">
                <a:solidFill>
                  <a:srgbClr val="FF9999"/>
                </a:solidFill>
                <a:latin typeface="宋体" panose="02010600030101010101" pitchFamily="2" charset="-122"/>
                <a:ea typeface="宋体" panose="02010600030101010101" pitchFamily="2" charset="-122"/>
              </a:rPr>
              <a:t>表</a:t>
            </a:r>
            <a:r>
              <a:rPr lang="en-US" altLang="zh-CN" b="1">
                <a:solidFill>
                  <a:srgbClr val="FF9999"/>
                </a:solidFill>
                <a:latin typeface="宋体" panose="02010600030101010101" pitchFamily="2" charset="-122"/>
                <a:ea typeface="宋体" panose="02010600030101010101" pitchFamily="2" charset="-122"/>
              </a:rPr>
              <a:t>1</a:t>
            </a:r>
            <a:r>
              <a:rPr lang="en-US" altLang="zh-CN" sz="2400" b="1">
                <a:latin typeface="宋体" panose="02010600030101010101" pitchFamily="2" charset="-122"/>
                <a:ea typeface="宋体" panose="02010600030101010101" pitchFamily="2" charset="-122"/>
              </a:rPr>
              <a:t>  </a:t>
            </a:r>
            <a:r>
              <a:rPr lang="zh-CN" altLang="en-US" sz="2000" b="1">
                <a:solidFill>
                  <a:srgbClr val="996600"/>
                </a:solidFill>
                <a:latin typeface="宋体" panose="02010600030101010101" pitchFamily="2" charset="-122"/>
                <a:ea typeface="宋体" panose="02010600030101010101" pitchFamily="2" charset="-122"/>
              </a:rPr>
              <a:t>例</a:t>
            </a:r>
            <a:r>
              <a:rPr lang="en-US" altLang="zh-CN" sz="2000" b="1">
                <a:solidFill>
                  <a:srgbClr val="996600"/>
                </a:solidFill>
                <a:latin typeface="宋体" panose="02010600030101010101" pitchFamily="2" charset="-122"/>
                <a:ea typeface="宋体" panose="02010600030101010101" pitchFamily="2" charset="-122"/>
              </a:rPr>
              <a:t>2</a:t>
            </a:r>
            <a:r>
              <a:rPr lang="zh-CN" altLang="en-US" sz="2000" b="1">
                <a:solidFill>
                  <a:srgbClr val="996600"/>
                </a:solidFill>
                <a:latin typeface="宋体" panose="02010600030101010101" pitchFamily="2" charset="-122"/>
                <a:ea typeface="宋体" panose="02010600030101010101" pitchFamily="2" charset="-122"/>
              </a:rPr>
              <a:t>，例</a:t>
            </a:r>
            <a:r>
              <a:rPr lang="en-US" altLang="zh-CN" sz="2000" b="1">
                <a:solidFill>
                  <a:srgbClr val="996600"/>
                </a:solidFill>
                <a:latin typeface="宋体" panose="02010600030101010101" pitchFamily="2" charset="-122"/>
                <a:ea typeface="宋体" panose="02010600030101010101" pitchFamily="2" charset="-122"/>
              </a:rPr>
              <a:t>4</a:t>
            </a:r>
            <a:r>
              <a:rPr lang="zh-CN" altLang="en-US" sz="2000" b="1">
                <a:solidFill>
                  <a:srgbClr val="996600"/>
                </a:solidFill>
                <a:latin typeface="宋体" panose="02010600030101010101" pitchFamily="2" charset="-122"/>
                <a:ea typeface="宋体" panose="02010600030101010101" pitchFamily="2" charset="-122"/>
              </a:rPr>
              <a:t>，例</a:t>
            </a:r>
            <a:r>
              <a:rPr lang="en-US" altLang="zh-CN" sz="2000" b="1">
                <a:solidFill>
                  <a:srgbClr val="996600"/>
                </a:solidFill>
                <a:latin typeface="宋体" panose="02010600030101010101" pitchFamily="2" charset="-122"/>
                <a:ea typeface="宋体" panose="02010600030101010101" pitchFamily="2" charset="-122"/>
              </a:rPr>
              <a:t>5</a:t>
            </a:r>
            <a:r>
              <a:rPr lang="zh-CN" altLang="en-US" sz="2000" b="1">
                <a:solidFill>
                  <a:srgbClr val="996600"/>
                </a:solidFill>
                <a:latin typeface="宋体" panose="02010600030101010101" pitchFamily="2" charset="-122"/>
                <a:ea typeface="宋体" panose="02010600030101010101" pitchFamily="2" charset="-122"/>
              </a:rPr>
              <a:t>中两种估计方法所得结果</a:t>
            </a:r>
          </a:p>
        </p:txBody>
      </p:sp>
      <p:graphicFrame>
        <p:nvGraphicFramePr>
          <p:cNvPr id="2" name="内容占位符 66562">
            <a:extLst>
              <a:ext uri="{FF2B5EF4-FFF2-40B4-BE49-F238E27FC236}">
                <a16:creationId xmlns:a16="http://schemas.microsoft.com/office/drawing/2014/main" id="{82E07323-3230-422A-AFF2-357A6E737FEA}"/>
              </a:ext>
            </a:extLst>
          </p:cNvPr>
          <p:cNvGraphicFramePr>
            <a:graphicFrameLocks noGrp="1"/>
          </p:cNvGraphicFramePr>
          <p:nvPr>
            <p:ph sz="quarter" idx="1"/>
          </p:nvPr>
        </p:nvGraphicFramePr>
        <p:xfrm>
          <a:off x="1576388" y="1371600"/>
          <a:ext cx="6188075" cy="3475038"/>
        </p:xfrm>
        <a:graphic>
          <a:graphicData uri="http://schemas.openxmlformats.org/drawingml/2006/table">
            <a:tbl>
              <a:tblPr/>
              <a:tblGrid>
                <a:gridCol w="2076450">
                  <a:extLst>
                    <a:ext uri="{9D8B030D-6E8A-4147-A177-3AD203B41FA5}">
                      <a16:colId xmlns:a16="http://schemas.microsoft.com/office/drawing/2014/main" val="20000"/>
                    </a:ext>
                  </a:extLst>
                </a:gridCol>
                <a:gridCol w="2101850">
                  <a:extLst>
                    <a:ext uri="{9D8B030D-6E8A-4147-A177-3AD203B41FA5}">
                      <a16:colId xmlns:a16="http://schemas.microsoft.com/office/drawing/2014/main" val="20001"/>
                    </a:ext>
                  </a:extLst>
                </a:gridCol>
                <a:gridCol w="2009775">
                  <a:extLst>
                    <a:ext uri="{9D8B030D-6E8A-4147-A177-3AD203B41FA5}">
                      <a16:colId xmlns:a16="http://schemas.microsoft.com/office/drawing/2014/main" val="20002"/>
                    </a:ext>
                  </a:extLst>
                </a:gridCol>
              </a:tblGrid>
              <a:tr h="555625">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r>
                        <a:rPr lang="en-US" altLang="zh-CN" sz="2000" dirty="0">
                          <a:solidFill>
                            <a:schemeClr val="tx1"/>
                          </a:solidFill>
                          <a:latin typeface="-윤명조240" pitchFamily="18" charset="-127"/>
                          <a:ea typeface="-윤명조240" pitchFamily="18" charset="-127"/>
                        </a:rPr>
                        <a:t>    </a:t>
                      </a:r>
                      <a:r>
                        <a:rPr lang="zh-CN" altLang="en-US" sz="2000" b="1" dirty="0">
                          <a:solidFill>
                            <a:schemeClr val="tx1"/>
                          </a:solidFill>
                          <a:latin typeface="宋体" panose="02010600030101010101" pitchFamily="2" charset="-122"/>
                          <a:ea typeface="宋体" panose="02010600030101010101" pitchFamily="2" charset="-122"/>
                        </a:rPr>
                        <a:t>例  题</a:t>
                      </a:r>
                    </a:p>
                  </a:txBody>
                  <a:tcPr marL="90000" marR="90000" marT="46800" marB="46800">
                    <a:lnL cap="flat">
                      <a:noFill/>
                    </a:lnL>
                    <a:lnR w="28575" cap="flat" cmpd="sng">
                      <a:solidFill>
                        <a:srgbClr val="FF9900"/>
                      </a:solidFill>
                      <a:prstDash val="solid"/>
                      <a:round/>
                      <a:headEnd type="none" w="med" len="med"/>
                      <a:tailEnd type="none" w="med" len="med"/>
                    </a:lnR>
                    <a:lnT w="28575" cap="flat" cmpd="sng">
                      <a:solidFill>
                        <a:srgbClr val="000000"/>
                      </a:solidFill>
                      <a:prstDash val="solid"/>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r>
                        <a:rPr lang="en-US" altLang="zh-CN" sz="2000">
                          <a:solidFill>
                            <a:schemeClr val="tx1"/>
                          </a:solidFill>
                          <a:latin typeface="-윤명조240" pitchFamily="18" charset="-127"/>
                          <a:ea typeface="-윤명조240" pitchFamily="18" charset="-127"/>
                        </a:rPr>
                        <a:t>   </a:t>
                      </a:r>
                      <a:r>
                        <a:rPr lang="zh-CN" altLang="en-US" sz="2000" b="1">
                          <a:solidFill>
                            <a:schemeClr val="tx1"/>
                          </a:solidFill>
                          <a:latin typeface="宋体" panose="02010600030101010101" pitchFamily="2" charset="-122"/>
                          <a:ea typeface="宋体" panose="02010600030101010101" pitchFamily="2" charset="-122"/>
                        </a:rPr>
                        <a:t>矩估计量</a:t>
                      </a:r>
                    </a:p>
                  </a:txBody>
                  <a:tcPr marL="90000" marR="90000" marT="46800" marB="46800">
                    <a:lnL w="28575" cap="flat" cmpd="sng">
                      <a:solidFill>
                        <a:srgbClr val="FF9900"/>
                      </a:solidFill>
                      <a:prstDash val="solid"/>
                      <a:round/>
                      <a:headEnd type="none" w="med" len="med"/>
                      <a:tailEnd type="none" w="med" len="med"/>
                    </a:lnL>
                    <a:lnR w="28575" cap="flat" cmpd="sng">
                      <a:solidFill>
                        <a:srgbClr val="FF9900"/>
                      </a:solidFill>
                      <a:prstDash val="solid"/>
                      <a:round/>
                      <a:headEnd type="none" w="med" len="med"/>
                      <a:tailEnd type="none" w="med" len="med"/>
                    </a:lnR>
                    <a:lnT w="28575" cap="flat" cmpd="sng">
                      <a:solidFill>
                        <a:srgbClr val="000000"/>
                      </a:solidFill>
                      <a:prstDash val="solid"/>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r>
                        <a:rPr lang="zh-CN" altLang="en-US" sz="2000" b="1" dirty="0">
                          <a:solidFill>
                            <a:schemeClr val="tx1"/>
                          </a:solidFill>
                          <a:latin typeface="宋体" panose="02010600030101010101" pitchFamily="2" charset="-122"/>
                          <a:ea typeface="宋体" panose="02010600030101010101" pitchFamily="2" charset="-122"/>
                        </a:rPr>
                        <a:t>极大似然估计量</a:t>
                      </a:r>
                    </a:p>
                  </a:txBody>
                  <a:tcPr marL="90000" marR="90000" marT="46800" marB="46800">
                    <a:lnL w="28575" cap="flat" cmpd="sng">
                      <a:solidFill>
                        <a:srgbClr val="FF9900"/>
                      </a:solidFill>
                      <a:prstDash val="solid"/>
                      <a:round/>
                      <a:headEnd type="none" w="med" len="med"/>
                      <a:tailEnd type="none" w="med" len="med"/>
                    </a:lnL>
                    <a:lnR cap="flat">
                      <a:noFill/>
                    </a:lnR>
                    <a:lnT w="28575" cap="flat" cmpd="sng">
                      <a:solidFill>
                        <a:srgbClr val="000000"/>
                      </a:solidFill>
                      <a:prstDash val="solid"/>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extLst>
                  <a:ext uri="{0D108BD9-81ED-4DB2-BD59-A6C34878D82A}">
                    <a16:rowId xmlns:a16="http://schemas.microsoft.com/office/drawing/2014/main" val="10000"/>
                  </a:ext>
                </a:extLst>
              </a:tr>
              <a:tr h="960438">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en-US" altLang="zh-CN" sz="2000">
                        <a:solidFill>
                          <a:schemeClr val="tx1"/>
                        </a:solidFill>
                        <a:latin typeface="-윤명조240" pitchFamily="18" charset="-127"/>
                        <a:ea typeface="-윤명조240" pitchFamily="18" charset="-127"/>
                      </a:endParaRPr>
                    </a:p>
                    <a:p>
                      <a:pPr lvl="0" indent="0" defTabSz="914400" latinLnBrk="1">
                        <a:lnSpc>
                          <a:spcPts val="2400"/>
                        </a:lnSpc>
                        <a:buNone/>
                      </a:pPr>
                      <a:r>
                        <a:rPr lang="en-US" altLang="zh-CN" sz="2000">
                          <a:solidFill>
                            <a:schemeClr val="tx1"/>
                          </a:solidFill>
                          <a:latin typeface="-윤명조240" pitchFamily="18" charset="-127"/>
                          <a:ea typeface="-윤명조240" pitchFamily="18" charset="-127"/>
                        </a:rPr>
                        <a:t>     </a:t>
                      </a:r>
                      <a:r>
                        <a:rPr lang="zh-CN" altLang="en-US" sz="2000">
                          <a:solidFill>
                            <a:schemeClr val="tx1"/>
                          </a:solidFill>
                          <a:latin typeface="宋体" panose="02010600030101010101" pitchFamily="2" charset="-122"/>
                          <a:ea typeface="宋体" panose="02010600030101010101" pitchFamily="2" charset="-122"/>
                        </a:rPr>
                        <a:t>例 </a:t>
                      </a:r>
                      <a:r>
                        <a:rPr lang="en-US" altLang="zh-CN" sz="2000">
                          <a:solidFill>
                            <a:schemeClr val="tx1"/>
                          </a:solidFill>
                          <a:latin typeface="宋体" panose="02010600030101010101" pitchFamily="2" charset="-122"/>
                          <a:ea typeface="宋体" panose="02010600030101010101" pitchFamily="2" charset="-122"/>
                        </a:rPr>
                        <a:t>2</a:t>
                      </a:r>
                    </a:p>
                  </a:txBody>
                  <a:tcPr marL="90000" marR="90000" marT="46800" marB="46800">
                    <a:lnL cap="flat">
                      <a:noFill/>
                    </a:lnL>
                    <a:lnR w="28575" cap="flat" cmpd="sng">
                      <a:solidFill>
                        <a:srgbClr val="FF9900"/>
                      </a:solidFill>
                      <a:prstDash val="solid"/>
                      <a:round/>
                      <a:headEnd type="none" w="med" len="med"/>
                      <a:tailEnd type="none" w="med" len="med"/>
                    </a:lnR>
                    <a:lnT w="19050" cap="flat" cmpd="sng">
                      <a:solidFill>
                        <a:srgbClr val="FF9900"/>
                      </a:solidFill>
                      <a:prstDash val="lgDash"/>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zh-CN" altLang="zh-CN" sz="2000">
                        <a:solidFill>
                          <a:schemeClr val="tx1"/>
                        </a:solidFill>
                        <a:latin typeface="-윤명조240" pitchFamily="18" charset="-127"/>
                        <a:ea typeface="-윤명조240" pitchFamily="18" charset="-127"/>
                      </a:endParaRPr>
                    </a:p>
                  </a:txBody>
                  <a:tcPr marL="90000" marR="90000" marT="46800" marB="46800">
                    <a:lnL w="28575" cap="flat" cmpd="sng">
                      <a:solidFill>
                        <a:srgbClr val="FF9900"/>
                      </a:solidFill>
                      <a:prstDash val="solid"/>
                      <a:round/>
                      <a:headEnd type="none" w="med" len="med"/>
                      <a:tailEnd type="none" w="med" len="med"/>
                    </a:lnL>
                    <a:lnR w="28575" cap="flat" cmpd="sng">
                      <a:solidFill>
                        <a:srgbClr val="FF9900"/>
                      </a:solidFill>
                      <a:prstDash val="solid"/>
                      <a:round/>
                      <a:headEnd type="none" w="med" len="med"/>
                      <a:tailEnd type="none" w="med" len="med"/>
                    </a:lnR>
                    <a:lnT w="19050" cap="flat" cmpd="sng">
                      <a:solidFill>
                        <a:srgbClr val="FF9900"/>
                      </a:solidFill>
                      <a:prstDash val="lgDash"/>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zh-CN" altLang="zh-CN" sz="2000">
                        <a:solidFill>
                          <a:schemeClr val="tx1"/>
                        </a:solidFill>
                        <a:latin typeface="-윤명조240" pitchFamily="18" charset="-127"/>
                        <a:ea typeface="-윤명조240" pitchFamily="18" charset="-127"/>
                      </a:endParaRPr>
                    </a:p>
                  </a:txBody>
                  <a:tcPr marL="90000" marR="90000" marT="46800" marB="46800">
                    <a:lnL w="28575" cap="flat" cmpd="sng">
                      <a:solidFill>
                        <a:srgbClr val="FF9900"/>
                      </a:solidFill>
                      <a:prstDash val="solid"/>
                      <a:round/>
                      <a:headEnd type="none" w="med" len="med"/>
                      <a:tailEnd type="none" w="med" len="med"/>
                    </a:lnL>
                    <a:lnR cap="flat">
                      <a:noFill/>
                    </a:lnR>
                    <a:lnT w="19050" cap="flat" cmpd="sng">
                      <a:solidFill>
                        <a:srgbClr val="FF9900"/>
                      </a:solidFill>
                      <a:prstDash val="lgDash"/>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extLst>
                  <a:ext uri="{0D108BD9-81ED-4DB2-BD59-A6C34878D82A}">
                    <a16:rowId xmlns:a16="http://schemas.microsoft.com/office/drawing/2014/main" val="10001"/>
                  </a:ext>
                </a:extLst>
              </a:tr>
              <a:tr h="1344612">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r>
                        <a:rPr lang="en-US" altLang="zh-CN" sz="2000">
                          <a:solidFill>
                            <a:schemeClr val="tx1"/>
                          </a:solidFill>
                          <a:latin typeface="-윤명조240" pitchFamily="18" charset="-127"/>
                          <a:ea typeface="-윤명조240" pitchFamily="18" charset="-127"/>
                        </a:rPr>
                        <a:t>   </a:t>
                      </a:r>
                    </a:p>
                    <a:p>
                      <a:pPr lvl="0" indent="0" defTabSz="914400" latinLnBrk="1">
                        <a:lnSpc>
                          <a:spcPts val="2400"/>
                        </a:lnSpc>
                        <a:buNone/>
                      </a:pPr>
                      <a:r>
                        <a:rPr lang="en-US" altLang="zh-CN" sz="2000">
                          <a:solidFill>
                            <a:schemeClr val="tx1"/>
                          </a:solidFill>
                          <a:latin typeface="-윤명조240" pitchFamily="18" charset="-127"/>
                          <a:ea typeface="-윤명조240" pitchFamily="18" charset="-127"/>
                        </a:rPr>
                        <a:t>     </a:t>
                      </a:r>
                      <a:r>
                        <a:rPr lang="zh-CN" altLang="en-US" sz="2000">
                          <a:solidFill>
                            <a:schemeClr val="tx1"/>
                          </a:solidFill>
                          <a:latin typeface="宋体" panose="02010600030101010101" pitchFamily="2" charset="-122"/>
                          <a:ea typeface="宋体" panose="02010600030101010101" pitchFamily="2" charset="-122"/>
                        </a:rPr>
                        <a:t>例 </a:t>
                      </a:r>
                      <a:r>
                        <a:rPr lang="en-US" altLang="zh-CN" sz="2000">
                          <a:solidFill>
                            <a:schemeClr val="tx1"/>
                          </a:solidFill>
                          <a:latin typeface="宋体" panose="02010600030101010101" pitchFamily="2" charset="-122"/>
                          <a:ea typeface="宋体" panose="02010600030101010101" pitchFamily="2" charset="-122"/>
                        </a:rPr>
                        <a:t>4</a:t>
                      </a:r>
                    </a:p>
                  </a:txBody>
                  <a:tcPr marL="90000" marR="90000" marT="46800" marB="46800">
                    <a:lnL cap="flat">
                      <a:noFill/>
                    </a:lnL>
                    <a:lnR w="28575" cap="flat" cmpd="sng">
                      <a:solidFill>
                        <a:srgbClr val="FF9900"/>
                      </a:solidFill>
                      <a:prstDash val="solid"/>
                      <a:round/>
                      <a:headEnd type="none" w="med" len="med"/>
                      <a:tailEnd type="none" w="med" len="med"/>
                    </a:lnR>
                    <a:lnT w="19050" cap="flat" cmpd="sng">
                      <a:solidFill>
                        <a:srgbClr val="FF9900"/>
                      </a:solidFill>
                      <a:prstDash val="lgDash"/>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zh-CN" altLang="zh-CN" sz="2000">
                        <a:solidFill>
                          <a:schemeClr val="tx1"/>
                        </a:solidFill>
                        <a:latin typeface="-윤명조240" pitchFamily="18" charset="-127"/>
                        <a:ea typeface="-윤명조240" pitchFamily="18" charset="-127"/>
                      </a:endParaRPr>
                    </a:p>
                  </a:txBody>
                  <a:tcPr marL="90000" marR="90000" marT="46800" marB="46800">
                    <a:lnL w="28575" cap="flat" cmpd="sng">
                      <a:solidFill>
                        <a:srgbClr val="FF9900"/>
                      </a:solidFill>
                      <a:prstDash val="solid"/>
                      <a:round/>
                      <a:headEnd type="none" w="med" len="med"/>
                      <a:tailEnd type="none" w="med" len="med"/>
                    </a:lnL>
                    <a:lnR w="28575" cap="flat" cmpd="sng">
                      <a:solidFill>
                        <a:srgbClr val="FF9900"/>
                      </a:solidFill>
                      <a:prstDash val="solid"/>
                      <a:round/>
                      <a:headEnd type="none" w="med" len="med"/>
                      <a:tailEnd type="none" w="med" len="med"/>
                    </a:lnR>
                    <a:lnT w="19050" cap="flat" cmpd="sng">
                      <a:solidFill>
                        <a:srgbClr val="FF9900"/>
                      </a:solidFill>
                      <a:prstDash val="lgDash"/>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zh-CN" altLang="zh-CN" sz="2000">
                        <a:solidFill>
                          <a:schemeClr val="tx1"/>
                        </a:solidFill>
                        <a:latin typeface="-윤명조240" pitchFamily="18" charset="-127"/>
                        <a:ea typeface="-윤명조240" pitchFamily="18" charset="-127"/>
                      </a:endParaRPr>
                    </a:p>
                  </a:txBody>
                  <a:tcPr marL="90000" marR="90000" marT="46800" marB="46800">
                    <a:lnL w="28575" cap="flat" cmpd="sng">
                      <a:solidFill>
                        <a:srgbClr val="FF9900"/>
                      </a:solidFill>
                      <a:prstDash val="solid"/>
                      <a:round/>
                      <a:headEnd type="none" w="med" len="med"/>
                      <a:tailEnd type="none" w="med" len="med"/>
                    </a:lnL>
                    <a:lnR cap="flat">
                      <a:noFill/>
                    </a:lnR>
                    <a:lnT w="19050" cap="flat" cmpd="sng">
                      <a:solidFill>
                        <a:srgbClr val="FF9900"/>
                      </a:solidFill>
                      <a:prstDash val="lgDash"/>
                      <a:round/>
                      <a:headEnd type="none" w="med" len="med"/>
                      <a:tailEnd type="none" w="med" len="med"/>
                    </a:lnT>
                    <a:lnB w="19050" cap="flat" cmpd="sng">
                      <a:solidFill>
                        <a:srgbClr val="FF9900"/>
                      </a:solidFill>
                      <a:prstDash val="lgDash"/>
                      <a:round/>
                      <a:headEnd type="none" w="med" len="med"/>
                      <a:tailEnd type="none" w="med" len="med"/>
                    </a:lnB>
                    <a:lnTlToBr>
                      <a:noFill/>
                    </a:lnTlToBr>
                    <a:lnBlToTr>
                      <a:noFill/>
                    </a:lnBlToTr>
                    <a:blipFill rotWithShape="0">
                      <a:blip r:embed="rId3"/>
                    </a:blipFill>
                  </a:tcPr>
                </a:tc>
                <a:extLst>
                  <a:ext uri="{0D108BD9-81ED-4DB2-BD59-A6C34878D82A}">
                    <a16:rowId xmlns:a16="http://schemas.microsoft.com/office/drawing/2014/main" val="10002"/>
                  </a:ext>
                </a:extLst>
              </a:tr>
              <a:tr h="614363">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r>
                        <a:rPr lang="en-US" altLang="zh-CN" sz="2000">
                          <a:solidFill>
                            <a:schemeClr val="tx1"/>
                          </a:solidFill>
                          <a:latin typeface="宋体" panose="02010600030101010101" pitchFamily="2" charset="-122"/>
                          <a:ea typeface="宋体" panose="02010600030101010101" pitchFamily="2" charset="-122"/>
                        </a:rPr>
                        <a:t>    </a:t>
                      </a:r>
                      <a:r>
                        <a:rPr lang="zh-CN" altLang="en-US" sz="2000">
                          <a:solidFill>
                            <a:schemeClr val="tx1"/>
                          </a:solidFill>
                          <a:latin typeface="宋体" panose="02010600030101010101" pitchFamily="2" charset="-122"/>
                          <a:ea typeface="宋体" panose="02010600030101010101" pitchFamily="2" charset="-122"/>
                        </a:rPr>
                        <a:t>例 </a:t>
                      </a:r>
                      <a:r>
                        <a:rPr lang="en-US" altLang="zh-CN" sz="2000">
                          <a:solidFill>
                            <a:schemeClr val="tx1"/>
                          </a:solidFill>
                          <a:latin typeface="宋体" panose="02010600030101010101" pitchFamily="2" charset="-122"/>
                          <a:ea typeface="宋体" panose="02010600030101010101" pitchFamily="2" charset="-122"/>
                        </a:rPr>
                        <a:t>5</a:t>
                      </a:r>
                    </a:p>
                  </a:txBody>
                  <a:tcPr marL="90000" marR="90000" marT="46800" marB="46800">
                    <a:lnL cap="flat">
                      <a:noFill/>
                    </a:lnL>
                    <a:lnR w="28575" cap="flat" cmpd="sng">
                      <a:solidFill>
                        <a:srgbClr val="FF9900"/>
                      </a:solidFill>
                      <a:prstDash val="solid"/>
                      <a:round/>
                      <a:headEnd type="none" w="med" len="med"/>
                      <a:tailEnd type="none" w="med" len="med"/>
                    </a:lnR>
                    <a:lnT w="19050" cap="flat" cmpd="sng">
                      <a:solidFill>
                        <a:srgbClr val="FF9900"/>
                      </a:solidFill>
                      <a:prstDash val="lgDash"/>
                      <a:round/>
                      <a:headEnd type="none" w="med" len="med"/>
                      <a:tailEnd type="none" w="med" len="med"/>
                    </a:lnT>
                    <a:lnB cap="flat">
                      <a:noFill/>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zh-CN" altLang="zh-CN" sz="2000">
                        <a:solidFill>
                          <a:schemeClr val="tx1"/>
                        </a:solidFill>
                        <a:latin typeface="-윤명조240" pitchFamily="18" charset="-127"/>
                        <a:ea typeface="-윤명조240" pitchFamily="18" charset="-127"/>
                      </a:endParaRPr>
                    </a:p>
                  </a:txBody>
                  <a:tcPr marL="90000" marR="90000" marT="46800" marB="46800">
                    <a:lnL w="28575" cap="flat" cmpd="sng">
                      <a:solidFill>
                        <a:srgbClr val="FF9900"/>
                      </a:solidFill>
                      <a:prstDash val="solid"/>
                      <a:round/>
                      <a:headEnd type="none" w="med" len="med"/>
                      <a:tailEnd type="none" w="med" len="med"/>
                    </a:lnL>
                    <a:lnR w="28575" cap="flat" cmpd="sng">
                      <a:solidFill>
                        <a:srgbClr val="FF9900"/>
                      </a:solidFill>
                      <a:prstDash val="solid"/>
                      <a:round/>
                      <a:headEnd type="none" w="med" len="med"/>
                      <a:tailEnd type="none" w="med" len="med"/>
                    </a:lnR>
                    <a:lnT w="19050" cap="flat" cmpd="sng">
                      <a:solidFill>
                        <a:srgbClr val="FF9900"/>
                      </a:solidFill>
                      <a:prstDash val="lgDash"/>
                      <a:round/>
                      <a:headEnd type="none" w="med" len="med"/>
                      <a:tailEnd type="none" w="med" len="med"/>
                    </a:lnT>
                    <a:lnB cap="flat">
                      <a:noFill/>
                    </a:lnB>
                    <a:lnTlToBr>
                      <a:noFill/>
                    </a:lnTlToBr>
                    <a:lnBlToTr>
                      <a:noFill/>
                    </a:lnBlToTr>
                    <a:blipFill rotWithShape="0">
                      <a:blip r:embed="rId3"/>
                    </a:blipFill>
                  </a:tcPr>
                </a:tc>
                <a:tc>
                  <a:txBody>
                    <a:bodyPr/>
                    <a:lstStyle>
                      <a:lvl1pPr marL="0" lvl="0"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20000"/>
                        </a:spcBef>
                        <a:spcAft>
                          <a:spcPct val="0"/>
                        </a:spcAft>
                        <a:buClr>
                          <a:schemeClr val="tx1"/>
                        </a:buClr>
                        <a:buSzPct val="80000"/>
                        <a:buChar char="•"/>
                        <a:defRPr sz="2400" b="0" i="0" u="none" kern="1200" baseline="0">
                          <a:solidFill>
                            <a:srgbClr val="000066"/>
                          </a:solidFill>
                          <a:latin typeface="Arial" panose="020B0604020202020204" pitchFamily="34" charset="0"/>
                          <a:ea typeface="宋体" panose="02010600030101010101" pitchFamily="2" charset="-122"/>
                          <a:cs typeface="+mn-cs"/>
                        </a:defRPr>
                      </a:lvl5pPr>
                    </a:lstStyle>
                    <a:p>
                      <a:pPr lvl="0" indent="0" defTabSz="914400" latinLnBrk="1">
                        <a:lnSpc>
                          <a:spcPts val="2400"/>
                        </a:lnSpc>
                        <a:buNone/>
                      </a:pPr>
                      <a:endParaRPr lang="zh-CN" altLang="zh-CN" sz="2000">
                        <a:solidFill>
                          <a:schemeClr val="tx1"/>
                        </a:solidFill>
                        <a:latin typeface="-윤명조240" pitchFamily="18" charset="-127"/>
                        <a:ea typeface="-윤명조240" pitchFamily="18" charset="-127"/>
                      </a:endParaRPr>
                    </a:p>
                  </a:txBody>
                  <a:tcPr marL="90000" marR="90000" marT="46800" marB="46800">
                    <a:lnL w="28575" cap="flat" cmpd="sng">
                      <a:solidFill>
                        <a:srgbClr val="FF9900"/>
                      </a:solidFill>
                      <a:prstDash val="solid"/>
                      <a:round/>
                      <a:headEnd type="none" w="med" len="med"/>
                      <a:tailEnd type="none" w="med" len="med"/>
                    </a:lnL>
                    <a:lnR cap="flat">
                      <a:noFill/>
                    </a:lnR>
                    <a:lnT w="19050" cap="flat" cmpd="sng">
                      <a:solidFill>
                        <a:srgbClr val="FF9900"/>
                      </a:solidFill>
                      <a:prstDash val="lgDash"/>
                      <a:round/>
                      <a:headEnd type="none" w="med" len="med"/>
                      <a:tailEnd type="none" w="med" len="med"/>
                    </a:lnT>
                    <a:lnB cap="flat">
                      <a:noFill/>
                    </a:lnB>
                    <a:lnTlToBr>
                      <a:noFill/>
                    </a:lnTlToBr>
                    <a:lnBlToTr>
                      <a:noFill/>
                    </a:lnBlToTr>
                    <a:blipFill rotWithShape="0">
                      <a:blip r:embed="rId3"/>
                    </a:blipFill>
                  </a:tcPr>
                </a:tc>
                <a:extLst>
                  <a:ext uri="{0D108BD9-81ED-4DB2-BD59-A6C34878D82A}">
                    <a16:rowId xmlns:a16="http://schemas.microsoft.com/office/drawing/2014/main" val="10003"/>
                  </a:ext>
                </a:extLst>
              </a:tr>
            </a:tbl>
          </a:graphicData>
        </a:graphic>
      </p:graphicFrame>
      <p:graphicFrame>
        <p:nvGraphicFramePr>
          <p:cNvPr id="74775" name="Object 3072">
            <a:extLst>
              <a:ext uri="{FF2B5EF4-FFF2-40B4-BE49-F238E27FC236}">
                <a16:creationId xmlns:a16="http://schemas.microsoft.com/office/drawing/2014/main" id="{3AF5F1AF-E46D-4A91-92C1-4BCD635AE808}"/>
              </a:ext>
            </a:extLst>
          </p:cNvPr>
          <p:cNvGraphicFramePr>
            <a:graphicFrameLocks noGrp="1"/>
          </p:cNvGraphicFramePr>
          <p:nvPr>
            <p:ph sz="quarter" idx="3"/>
          </p:nvPr>
        </p:nvGraphicFramePr>
        <p:xfrm>
          <a:off x="3787775" y="3043238"/>
          <a:ext cx="1901825" cy="1127125"/>
        </p:xfrm>
        <a:graphic>
          <a:graphicData uri="http://schemas.openxmlformats.org/presentationml/2006/ole">
            <mc:AlternateContent xmlns:mc="http://schemas.openxmlformats.org/markup-compatibility/2006">
              <mc:Choice xmlns:v="urn:schemas-microsoft-com:vml" Requires="v">
                <p:oleObj spid="_x0000_s74811" r:id="rId4" imgW="1587500" imgH="939800" progId="Equation.DSMT4">
                  <p:embed/>
                </p:oleObj>
              </mc:Choice>
              <mc:Fallback>
                <p:oleObj r:id="rId4" imgW="1587500" imgH="939800" progId="Equation.DSMT4">
                  <p:embed/>
                  <p:pic>
                    <p:nvPicPr>
                      <p:cNvPr id="0" name="Object 3072"/>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7775" y="3043238"/>
                        <a:ext cx="190182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76" name="Object 3073">
            <a:extLst>
              <a:ext uri="{FF2B5EF4-FFF2-40B4-BE49-F238E27FC236}">
                <a16:creationId xmlns:a16="http://schemas.microsoft.com/office/drawing/2014/main" id="{A4F27866-EB82-488A-B680-68087D4B5185}"/>
              </a:ext>
            </a:extLst>
          </p:cNvPr>
          <p:cNvGraphicFramePr>
            <a:graphicFrameLocks noGrp="1"/>
          </p:cNvGraphicFramePr>
          <p:nvPr>
            <p:ph sz="quarter" idx="4"/>
          </p:nvPr>
        </p:nvGraphicFramePr>
        <p:xfrm>
          <a:off x="4144963" y="4303713"/>
          <a:ext cx="787400" cy="342900"/>
        </p:xfrm>
        <a:graphic>
          <a:graphicData uri="http://schemas.openxmlformats.org/presentationml/2006/ole">
            <mc:AlternateContent xmlns:mc="http://schemas.openxmlformats.org/markup-compatibility/2006">
              <mc:Choice xmlns:v="urn:schemas-microsoft-com:vml" Requires="v">
                <p:oleObj spid="_x0000_s74812" r:id="rId6" imgW="494656" imgH="215619" progId="Equation.DSMT4">
                  <p:embed/>
                </p:oleObj>
              </mc:Choice>
              <mc:Fallback>
                <p:oleObj r:id="rId6" imgW="494656" imgH="215619" progId="Equation.DSMT4">
                  <p:embed/>
                  <p:pic>
                    <p:nvPicPr>
                      <p:cNvPr id="0" name="Object 3073"/>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4963" y="4303713"/>
                        <a:ext cx="787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77" name="Object 3074">
            <a:extLst>
              <a:ext uri="{FF2B5EF4-FFF2-40B4-BE49-F238E27FC236}">
                <a16:creationId xmlns:a16="http://schemas.microsoft.com/office/drawing/2014/main" id="{75B39EC2-57FE-4EBD-AF17-6387CA526047}"/>
              </a:ext>
            </a:extLst>
          </p:cNvPr>
          <p:cNvGraphicFramePr>
            <a:graphicFrameLocks/>
          </p:cNvGraphicFramePr>
          <p:nvPr/>
        </p:nvGraphicFramePr>
        <p:xfrm>
          <a:off x="6234113" y="4270375"/>
          <a:ext cx="773112" cy="414338"/>
        </p:xfrm>
        <a:graphic>
          <a:graphicData uri="http://schemas.openxmlformats.org/presentationml/2006/ole">
            <mc:AlternateContent xmlns:mc="http://schemas.openxmlformats.org/markup-compatibility/2006">
              <mc:Choice xmlns:v="urn:schemas-microsoft-com:vml" Requires="v">
                <p:oleObj spid="_x0000_s74813" r:id="rId8" imgW="520474" imgH="279279" progId="Equation.DSMT4">
                  <p:embed/>
                </p:oleObj>
              </mc:Choice>
              <mc:Fallback>
                <p:oleObj r:id="rId8" imgW="520474" imgH="279279" progId="Equation.DSMT4">
                  <p:embed/>
                  <p:pic>
                    <p:nvPicPr>
                      <p:cNvPr id="0" name="Object 307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34113" y="4270375"/>
                        <a:ext cx="773112"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78" name="Object 3075">
            <a:extLst>
              <a:ext uri="{FF2B5EF4-FFF2-40B4-BE49-F238E27FC236}">
                <a16:creationId xmlns:a16="http://schemas.microsoft.com/office/drawing/2014/main" id="{67F137B5-2BF8-4BD9-B23C-F7642B69959C}"/>
              </a:ext>
            </a:extLst>
          </p:cNvPr>
          <p:cNvGraphicFramePr>
            <a:graphicFrameLocks/>
          </p:cNvGraphicFramePr>
          <p:nvPr/>
        </p:nvGraphicFramePr>
        <p:xfrm>
          <a:off x="6196013" y="3216275"/>
          <a:ext cx="930275" cy="682625"/>
        </p:xfrm>
        <a:graphic>
          <a:graphicData uri="http://schemas.openxmlformats.org/presentationml/2006/ole">
            <mc:AlternateContent xmlns:mc="http://schemas.openxmlformats.org/markup-compatibility/2006">
              <mc:Choice xmlns:v="urn:schemas-microsoft-com:vml" Requires="v">
                <p:oleObj spid="_x0000_s74814" r:id="rId10" imgW="761669" imgH="558558" progId="Equation.DSMT4">
                  <p:embed/>
                </p:oleObj>
              </mc:Choice>
              <mc:Fallback>
                <p:oleObj r:id="rId10" imgW="761669" imgH="558558" progId="Equation.DSMT4">
                  <p:embed/>
                  <p:pic>
                    <p:nvPicPr>
                      <p:cNvPr id="0" name="Object 307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96013" y="3216275"/>
                        <a:ext cx="93027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79" name="Object 3076">
            <a:extLst>
              <a:ext uri="{FF2B5EF4-FFF2-40B4-BE49-F238E27FC236}">
                <a16:creationId xmlns:a16="http://schemas.microsoft.com/office/drawing/2014/main" id="{E4D5C1F6-EED1-4903-A9EA-F73FE14A3B32}"/>
              </a:ext>
            </a:extLst>
          </p:cNvPr>
          <p:cNvGraphicFramePr>
            <a:graphicFrameLocks/>
          </p:cNvGraphicFramePr>
          <p:nvPr/>
        </p:nvGraphicFramePr>
        <p:xfrm>
          <a:off x="5929313" y="1976438"/>
          <a:ext cx="1374775" cy="882650"/>
        </p:xfrm>
        <a:graphic>
          <a:graphicData uri="http://schemas.openxmlformats.org/presentationml/2006/ole">
            <mc:AlternateContent xmlns:mc="http://schemas.openxmlformats.org/markup-compatibility/2006">
              <mc:Choice xmlns:v="urn:schemas-microsoft-com:vml" Requires="v">
                <p:oleObj spid="_x0000_s74815" r:id="rId12" imgW="1028254" imgH="660113" progId="Equation.DSMT4">
                  <p:embed/>
                </p:oleObj>
              </mc:Choice>
              <mc:Fallback>
                <p:oleObj r:id="rId12" imgW="1028254" imgH="660113" progId="Equation.DSMT4">
                  <p:embed/>
                  <p:pic>
                    <p:nvPicPr>
                      <p:cNvPr id="0" name="Object 307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29313" y="1976438"/>
                        <a:ext cx="137477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80" name="Object 3077">
            <a:extLst>
              <a:ext uri="{FF2B5EF4-FFF2-40B4-BE49-F238E27FC236}">
                <a16:creationId xmlns:a16="http://schemas.microsoft.com/office/drawing/2014/main" id="{007746F9-6C01-453B-BB4F-8DB78B6FCAB8}"/>
              </a:ext>
            </a:extLst>
          </p:cNvPr>
          <p:cNvGraphicFramePr>
            <a:graphicFrameLocks/>
          </p:cNvGraphicFramePr>
          <p:nvPr/>
        </p:nvGraphicFramePr>
        <p:xfrm>
          <a:off x="3948113" y="2011363"/>
          <a:ext cx="1157287" cy="596900"/>
        </p:xfrm>
        <a:graphic>
          <a:graphicData uri="http://schemas.openxmlformats.org/presentationml/2006/ole">
            <mc:AlternateContent xmlns:mc="http://schemas.openxmlformats.org/markup-compatibility/2006">
              <mc:Choice xmlns:v="urn:schemas-microsoft-com:vml" Requires="v">
                <p:oleObj spid="_x0000_s74816" r:id="rId14" imgW="786717" imgH="406048" progId="Equation.DSMT4">
                  <p:embed/>
                </p:oleObj>
              </mc:Choice>
              <mc:Fallback>
                <p:oleObj r:id="rId14" imgW="786717" imgH="406048" progId="Equation.DSMT4">
                  <p:embed/>
                  <p:pic>
                    <p:nvPicPr>
                      <p:cNvPr id="0" name="Object 307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48113" y="2011363"/>
                        <a:ext cx="115728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灯片编号占位符 6">
            <a:extLst>
              <a:ext uri="{FF2B5EF4-FFF2-40B4-BE49-F238E27FC236}">
                <a16:creationId xmlns:a16="http://schemas.microsoft.com/office/drawing/2014/main" id="{C8C7310B-A864-4D1E-BD4C-31FF98C983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28737BFF-4FC1-4DD3-9BA5-DD81A4538987}" type="slidenum">
              <a:rPr altLang="en-US" sz="1400" smtClean="0"/>
              <a:pPr>
                <a:lnSpc>
                  <a:spcPct val="100000"/>
                </a:lnSpc>
                <a:spcBef>
                  <a:spcPct val="0"/>
                </a:spcBef>
                <a:buClr>
                  <a:schemeClr val="tx1"/>
                </a:buClr>
                <a:buFontTx/>
                <a:buNone/>
              </a:pPr>
              <a:t>57</a:t>
            </a:fld>
            <a:endParaRPr lang="zh-CN" altLang="en-US" sz="1400"/>
          </a:p>
        </p:txBody>
      </p:sp>
      <p:sp>
        <p:nvSpPr>
          <p:cNvPr id="75779" name="Rectangle 2">
            <a:extLst>
              <a:ext uri="{FF2B5EF4-FFF2-40B4-BE49-F238E27FC236}">
                <a16:creationId xmlns:a16="http://schemas.microsoft.com/office/drawing/2014/main" id="{502DF7A7-8935-4187-A931-56812EBDFC80}"/>
              </a:ext>
            </a:extLst>
          </p:cNvPr>
          <p:cNvSpPr>
            <a:spLocks noGrp="1" noChangeArrowheads="1"/>
          </p:cNvSpPr>
          <p:nvPr>
            <p:ph type="title"/>
          </p:nvPr>
        </p:nvSpPr>
        <p:spPr>
          <a:xfrm>
            <a:off x="968375" y="190500"/>
            <a:ext cx="7561263" cy="857250"/>
          </a:xfrm>
        </p:spPr>
        <p:txBody>
          <a:bodyPr/>
          <a:lstStyle/>
          <a:p>
            <a:pPr eaLnBrk="1" hangingPunct="1"/>
            <a:r>
              <a:rPr lang="en-US" altLang="zh-CN">
                <a:latin typeface="宋体" panose="02010600030101010101" pitchFamily="2" charset="-122"/>
                <a:ea typeface="宋体" panose="02010600030101010101" pitchFamily="2" charset="-122"/>
              </a:rPr>
              <a:t>§2 </a:t>
            </a:r>
            <a:r>
              <a:rPr lang="zh-CN" altLang="en-US">
                <a:latin typeface="宋体" panose="02010600030101010101" pitchFamily="2" charset="-122"/>
                <a:ea typeface="宋体" panose="02010600030101010101" pitchFamily="2" charset="-122"/>
              </a:rPr>
              <a:t>估计量的评选标准</a:t>
            </a:r>
          </a:p>
        </p:txBody>
      </p:sp>
      <p:sp>
        <p:nvSpPr>
          <p:cNvPr id="75780" name="Rectangle 3">
            <a:extLst>
              <a:ext uri="{FF2B5EF4-FFF2-40B4-BE49-F238E27FC236}">
                <a16:creationId xmlns:a16="http://schemas.microsoft.com/office/drawing/2014/main" id="{92B3D1A2-073B-4927-80B6-A74F9308E0CF}"/>
              </a:ext>
            </a:extLst>
          </p:cNvPr>
          <p:cNvSpPr>
            <a:spLocks noGrp="1" noChangeArrowheads="1"/>
          </p:cNvSpPr>
          <p:nvPr>
            <p:ph type="body" sz="half" idx="1"/>
          </p:nvPr>
        </p:nvSpPr>
        <p:spPr>
          <a:xfrm>
            <a:off x="1146175" y="1208088"/>
            <a:ext cx="7416800" cy="2825750"/>
          </a:xfrm>
        </p:spPr>
        <p:txBody>
          <a:bodyPr/>
          <a:lstStyle/>
          <a:p>
            <a:pPr marL="0" indent="0" eaLnBrk="1" hangingPunct="1">
              <a:buFontTx/>
              <a:buNone/>
            </a:pP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从表</a:t>
            </a:r>
            <a:r>
              <a:rPr lang="en-US" altLang="zh-CN" sz="2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看到，对总体的未知参数可用不同方法求得不同的估计量，如何评价好坏？</a:t>
            </a:r>
          </a:p>
          <a:p>
            <a:pPr marL="0" indent="0" eaLnBrk="1" hangingPunct="1">
              <a:buFontTx/>
              <a:buNone/>
            </a:pPr>
            <a:endParaRPr lang="zh-CN" altLang="en-US" sz="2000">
              <a:latin typeface="宋体" panose="02010600030101010101" pitchFamily="2" charset="-122"/>
              <a:ea typeface="宋体" panose="02010600030101010101" pitchFamily="2" charset="-122"/>
            </a:endParaRPr>
          </a:p>
          <a:p>
            <a:pPr marL="0" indent="0" eaLnBrk="1" hangingPunct="1">
              <a:buFontTx/>
              <a:buNone/>
            </a:pPr>
            <a:r>
              <a:rPr lang="zh-CN" altLang="en-US" sz="2000">
                <a:latin typeface="宋体" panose="02010600030101010101" pitchFamily="2" charset="-122"/>
                <a:ea typeface="宋体" panose="02010600030101010101" pitchFamily="2" charset="-122"/>
              </a:rPr>
              <a:t>   通常用三条标准检验：</a:t>
            </a:r>
            <a:r>
              <a:rPr lang="zh-CN" altLang="en-US" sz="2000" b="1" u="sng">
                <a:solidFill>
                  <a:srgbClr val="C00000"/>
                </a:solidFill>
                <a:latin typeface="微软雅黑" panose="020B0503020204020204" pitchFamily="34" charset="-122"/>
                <a:ea typeface="微软雅黑" panose="020B0503020204020204" pitchFamily="34" charset="-122"/>
              </a:rPr>
              <a:t>无偏性</a:t>
            </a:r>
            <a:r>
              <a:rPr lang="zh-CN" altLang="en-US" sz="2000">
                <a:solidFill>
                  <a:srgbClr val="C00000"/>
                </a:solidFill>
                <a:latin typeface="微软雅黑" panose="020B0503020204020204" pitchFamily="34" charset="-122"/>
                <a:ea typeface="微软雅黑" panose="020B0503020204020204" pitchFamily="34" charset="-122"/>
              </a:rPr>
              <a:t>，</a:t>
            </a:r>
            <a:r>
              <a:rPr lang="zh-CN" altLang="en-US" sz="2000" b="1" u="sng">
                <a:solidFill>
                  <a:srgbClr val="C00000"/>
                </a:solidFill>
                <a:latin typeface="微软雅黑" panose="020B0503020204020204" pitchFamily="34" charset="-122"/>
                <a:ea typeface="微软雅黑" panose="020B0503020204020204" pitchFamily="34" charset="-122"/>
              </a:rPr>
              <a:t>有效性</a:t>
            </a:r>
            <a:r>
              <a:rPr lang="zh-CN" altLang="en-US" sz="2000">
                <a:solidFill>
                  <a:srgbClr val="C00000"/>
                </a:solidFill>
                <a:latin typeface="微软雅黑" panose="020B0503020204020204" pitchFamily="34" charset="-122"/>
                <a:ea typeface="微软雅黑" panose="020B0503020204020204" pitchFamily="34" charset="-122"/>
              </a:rPr>
              <a:t>，</a:t>
            </a:r>
            <a:r>
              <a:rPr lang="zh-CN" altLang="en-US" sz="2000" b="1" u="sng">
                <a:solidFill>
                  <a:srgbClr val="C00000"/>
                </a:solidFill>
                <a:latin typeface="微软雅黑" panose="020B0503020204020204" pitchFamily="34" charset="-122"/>
                <a:ea typeface="微软雅黑" panose="020B0503020204020204" pitchFamily="34" charset="-122"/>
              </a:rPr>
              <a:t>相合性（一致性）</a:t>
            </a:r>
          </a:p>
          <a:p>
            <a:pPr marL="0" indent="0" eaLnBrk="1" hangingPunct="1">
              <a:buFontTx/>
              <a:buNone/>
            </a:pPr>
            <a:r>
              <a:rPr lang="zh-CN" altLang="en-US" sz="2000">
                <a:latin typeface="宋体" panose="02010600030101010101" pitchFamily="2" charset="-122"/>
                <a:ea typeface="宋体" panose="02010600030101010101" pitchFamily="2" charset="-122"/>
              </a:rPr>
              <a:t> </a:t>
            </a:r>
          </a:p>
          <a:p>
            <a:pPr marL="0" indent="0" eaLnBrk="1" hangingPunct="1">
              <a:buFontTx/>
              <a:buBlip>
                <a:blip r:embed="rId3"/>
              </a:buBlip>
            </a:pPr>
            <a:r>
              <a:rPr lang="zh-CN" altLang="en-US" sz="2000" b="1">
                <a:solidFill>
                  <a:srgbClr val="FF9900"/>
                </a:solidFill>
                <a:latin typeface="宋体" panose="02010600030101010101" pitchFamily="2" charset="-122"/>
                <a:ea typeface="宋体" panose="02010600030101010101" pitchFamily="2" charset="-122"/>
              </a:rPr>
              <a:t> 无偏性</a:t>
            </a:r>
          </a:p>
        </p:txBody>
      </p:sp>
      <p:graphicFrame>
        <p:nvGraphicFramePr>
          <p:cNvPr id="43010" name="Object 0">
            <a:extLst>
              <a:ext uri="{FF2B5EF4-FFF2-40B4-BE49-F238E27FC236}">
                <a16:creationId xmlns:a16="http://schemas.microsoft.com/office/drawing/2014/main" id="{79BFE8F6-1B8C-4CB2-9B98-0343794A8C2B}"/>
              </a:ext>
            </a:extLst>
          </p:cNvPr>
          <p:cNvGraphicFramePr>
            <a:graphicFrameLocks noGrp="1"/>
          </p:cNvGraphicFramePr>
          <p:nvPr>
            <p:ph sz="half" idx="2"/>
          </p:nvPr>
        </p:nvGraphicFramePr>
        <p:xfrm>
          <a:off x="2433638" y="4762500"/>
          <a:ext cx="5662612" cy="1277938"/>
        </p:xfrm>
        <a:graphic>
          <a:graphicData uri="http://schemas.openxmlformats.org/presentationml/2006/ole">
            <mc:AlternateContent xmlns:mc="http://schemas.openxmlformats.org/markup-compatibility/2006">
              <mc:Choice xmlns:v="urn:schemas-microsoft-com:vml" Requires="v">
                <p:oleObj spid="_x0000_s75794" r:id="rId4" imgW="3035300" imgH="685800" progId="Equation.DSMT4">
                  <p:embed/>
                </p:oleObj>
              </mc:Choice>
              <mc:Fallback>
                <p:oleObj r:id="rId4" imgW="3035300" imgH="685800" progId="Equation.DSMT4">
                  <p:embed/>
                  <p:pic>
                    <p:nvPicPr>
                      <p:cNvPr id="0" name="Object 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3638" y="4762500"/>
                        <a:ext cx="5662612"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3281" name="Object 1">
            <a:extLst>
              <a:ext uri="{FF2B5EF4-FFF2-40B4-BE49-F238E27FC236}">
                <a16:creationId xmlns:a16="http://schemas.microsoft.com/office/drawing/2014/main" id="{4179DC8D-1C27-4066-8D70-C48A4CA5BD84}"/>
              </a:ext>
            </a:extLst>
          </p:cNvPr>
          <p:cNvGraphicFramePr>
            <a:graphicFrameLocks/>
          </p:cNvGraphicFramePr>
          <p:nvPr/>
        </p:nvGraphicFramePr>
        <p:xfrm>
          <a:off x="1530350" y="3414713"/>
          <a:ext cx="7407275" cy="1050925"/>
        </p:xfrm>
        <a:graphic>
          <a:graphicData uri="http://schemas.openxmlformats.org/presentationml/2006/ole">
            <mc:AlternateContent xmlns:mc="http://schemas.openxmlformats.org/markup-compatibility/2006">
              <mc:Choice xmlns:v="urn:schemas-microsoft-com:vml" Requires="v">
                <p:oleObj spid="_x0000_s75795" r:id="rId6" imgW="3937000" imgH="558800" progId="Equation.DSMT4">
                  <p:embed/>
                </p:oleObj>
              </mc:Choice>
              <mc:Fallback>
                <p:oleObj r:id="rId6" imgW="3937000" imgH="55880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0350" y="3414713"/>
                        <a:ext cx="740727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75783" name="Picture 8" descr="preview">
            <a:extLst>
              <a:ext uri="{FF2B5EF4-FFF2-40B4-BE49-F238E27FC236}">
                <a16:creationId xmlns:a16="http://schemas.microsoft.com/office/drawing/2014/main" id="{6DA70B33-769A-4B75-A281-3232EB5355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297363"/>
            <a:ext cx="2451100"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nodeType="clickEffect">
                                  <p:stCondLst>
                                    <p:cond delay="0"/>
                                  </p:stCondLst>
                                  <p:childTnLst>
                                    <p:set>
                                      <p:cBhvr>
                                        <p:cTn id="6" dur="1" fill="hold">
                                          <p:stCondLst>
                                            <p:cond delay="0"/>
                                          </p:stCondLst>
                                        </p:cTn>
                                        <p:tgtEl>
                                          <p:spTgt spid="2273281"/>
                                        </p:tgtEl>
                                        <p:attrNameLst>
                                          <p:attrName>style.visibility</p:attrName>
                                        </p:attrNameLst>
                                      </p:cBhvr>
                                      <p:to>
                                        <p:strVal val="visible"/>
                                      </p:to>
                                    </p:set>
                                    <p:anim calcmode="lin" valueType="num">
                                      <p:cBhvr additive="base">
                                        <p:cTn id="7" dur="500" fill="hold"/>
                                        <p:tgtEl>
                                          <p:spTgt spid="2273281"/>
                                        </p:tgtEl>
                                        <p:attrNameLst>
                                          <p:attrName>ppt_x</p:attrName>
                                        </p:attrNameLst>
                                      </p:cBhvr>
                                      <p:tavLst>
                                        <p:tav tm="0">
                                          <p:val>
                                            <p:strVal val="0-#ppt_w/2"/>
                                          </p:val>
                                        </p:tav>
                                        <p:tav tm="100000">
                                          <p:val>
                                            <p:strVal val="#ppt_x"/>
                                          </p:val>
                                        </p:tav>
                                      </p:tavLst>
                                    </p:anim>
                                    <p:anim calcmode="lin" valueType="num">
                                      <p:cBhvr additive="base">
                                        <p:cTn id="8" dur="500" fill="hold"/>
                                        <p:tgtEl>
                                          <p:spTgt spid="22732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2" fill="hold" nodeType="clickEffect">
                                  <p:stCondLst>
                                    <p:cond delay="0"/>
                                  </p:stCondLst>
                                  <p:childTnLst>
                                    <p:set>
                                      <p:cBhvr>
                                        <p:cTn id="12" dur="1" fill="hold">
                                          <p:stCondLst>
                                            <p:cond delay="0"/>
                                          </p:stCondLst>
                                        </p:cTn>
                                        <p:tgtEl>
                                          <p:spTgt spid="43010"/>
                                        </p:tgtEl>
                                        <p:attrNameLst>
                                          <p:attrName>style.visibility</p:attrName>
                                        </p:attrNameLst>
                                      </p:cBhvr>
                                      <p:to>
                                        <p:strVal val="visible"/>
                                      </p:to>
                                    </p:set>
                                    <p:anim calcmode="lin" valueType="num">
                                      <p:cBhvr additive="base">
                                        <p:cTn id="13" dur="500" fill="hold"/>
                                        <p:tgtEl>
                                          <p:spTgt spid="43010"/>
                                        </p:tgtEl>
                                        <p:attrNameLst>
                                          <p:attrName>ppt_x</p:attrName>
                                        </p:attrNameLst>
                                      </p:cBhvr>
                                      <p:tavLst>
                                        <p:tav tm="0">
                                          <p:val>
                                            <p:strVal val="0-#ppt_w/2"/>
                                          </p:val>
                                        </p:tav>
                                        <p:tav tm="100000">
                                          <p:val>
                                            <p:strVal val="#ppt_x"/>
                                          </p:val>
                                        </p:tav>
                                      </p:tavLst>
                                    </p:anim>
                                    <p:anim calcmode="lin" valueType="num">
                                      <p:cBhvr additive="base">
                                        <p:cTn id="14" dur="500" fill="hold"/>
                                        <p:tgtEl>
                                          <p:spTgt spid="430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6">
            <a:extLst>
              <a:ext uri="{FF2B5EF4-FFF2-40B4-BE49-F238E27FC236}">
                <a16:creationId xmlns:a16="http://schemas.microsoft.com/office/drawing/2014/main" id="{AE5142FA-648A-4CF3-9C4B-9252DB9AB4B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8BF08B02-82F0-4763-9387-7751BCC15DC1}" type="slidenum">
              <a:rPr altLang="en-US" sz="1400" smtClean="0"/>
              <a:pPr>
                <a:lnSpc>
                  <a:spcPct val="100000"/>
                </a:lnSpc>
                <a:spcBef>
                  <a:spcPct val="0"/>
                </a:spcBef>
                <a:buClr>
                  <a:schemeClr val="tx1"/>
                </a:buClr>
                <a:buFontTx/>
                <a:buNone/>
              </a:pPr>
              <a:t>58</a:t>
            </a:fld>
            <a:endParaRPr lang="zh-CN" altLang="en-US" sz="1400"/>
          </a:p>
        </p:txBody>
      </p:sp>
      <p:graphicFrame>
        <p:nvGraphicFramePr>
          <p:cNvPr id="76803" name="Object 0">
            <a:extLst>
              <a:ext uri="{FF2B5EF4-FFF2-40B4-BE49-F238E27FC236}">
                <a16:creationId xmlns:a16="http://schemas.microsoft.com/office/drawing/2014/main" id="{36332587-4EA9-4455-9197-9AFEA667A4DA}"/>
              </a:ext>
            </a:extLst>
          </p:cNvPr>
          <p:cNvGraphicFramePr>
            <a:graphicFrameLocks noGrp="1"/>
          </p:cNvGraphicFramePr>
          <p:nvPr>
            <p:ph sz="half" idx="2"/>
          </p:nvPr>
        </p:nvGraphicFramePr>
        <p:xfrm>
          <a:off x="1373188" y="415925"/>
          <a:ext cx="7586662" cy="731838"/>
        </p:xfrm>
        <a:graphic>
          <a:graphicData uri="http://schemas.openxmlformats.org/presentationml/2006/ole">
            <mc:AlternateContent xmlns:mc="http://schemas.openxmlformats.org/markup-compatibility/2006">
              <mc:Choice xmlns:v="urn:schemas-microsoft-com:vml" Requires="v">
                <p:oleObj spid="_x0000_s76882" r:id="rId3" imgW="5128574" imgH="495085" progId="Equation.DSMT4">
                  <p:embed/>
                </p:oleObj>
              </mc:Choice>
              <mc:Fallback>
                <p:oleObj r:id="rId3" imgW="5128574" imgH="495085"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188" y="415925"/>
                        <a:ext cx="758666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04" name="Text Box 7">
            <a:extLst>
              <a:ext uri="{FF2B5EF4-FFF2-40B4-BE49-F238E27FC236}">
                <a16:creationId xmlns:a16="http://schemas.microsoft.com/office/drawing/2014/main" id="{EE292309-36E9-4FCF-948E-2AEC00DB9CD5}"/>
              </a:ext>
            </a:extLst>
          </p:cNvPr>
          <p:cNvSpPr txBox="1">
            <a:spLocks noChangeArrowheads="1"/>
          </p:cNvSpPr>
          <p:nvPr/>
        </p:nvSpPr>
        <p:spPr bwMode="auto">
          <a:xfrm>
            <a:off x="1009650" y="260350"/>
            <a:ext cx="522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2274305" name="Object 1">
            <a:extLst>
              <a:ext uri="{FF2B5EF4-FFF2-40B4-BE49-F238E27FC236}">
                <a16:creationId xmlns:a16="http://schemas.microsoft.com/office/drawing/2014/main" id="{6DED5F81-5CBA-4EAD-A505-0BF97920981F}"/>
              </a:ext>
            </a:extLst>
          </p:cNvPr>
          <p:cNvGraphicFramePr>
            <a:graphicFrameLocks/>
          </p:cNvGraphicFramePr>
          <p:nvPr/>
        </p:nvGraphicFramePr>
        <p:xfrm>
          <a:off x="1409700" y="1206500"/>
          <a:ext cx="3736975" cy="338138"/>
        </p:xfrm>
        <a:graphic>
          <a:graphicData uri="http://schemas.openxmlformats.org/presentationml/2006/ole">
            <mc:AlternateContent xmlns:mc="http://schemas.openxmlformats.org/markup-compatibility/2006">
              <mc:Choice xmlns:v="urn:schemas-microsoft-com:vml" Requires="v">
                <p:oleObj spid="_x0000_s76883" r:id="rId6" imgW="2527300" imgH="228600" progId="Equation.DSMT4">
                  <p:embed/>
                </p:oleObj>
              </mc:Choice>
              <mc:Fallback>
                <p:oleObj r:id="rId6" imgW="2527300" imgH="228600"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9700" y="1206500"/>
                        <a:ext cx="37369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06" name="Object 2">
            <a:extLst>
              <a:ext uri="{FF2B5EF4-FFF2-40B4-BE49-F238E27FC236}">
                <a16:creationId xmlns:a16="http://schemas.microsoft.com/office/drawing/2014/main" id="{0ED3B6F7-0E38-44CB-AE08-9D2F186523D8}"/>
              </a:ext>
            </a:extLst>
          </p:cNvPr>
          <p:cNvGraphicFramePr>
            <a:graphicFrameLocks/>
          </p:cNvGraphicFramePr>
          <p:nvPr/>
        </p:nvGraphicFramePr>
        <p:xfrm>
          <a:off x="1868488" y="2435225"/>
          <a:ext cx="2498725" cy="441325"/>
        </p:xfrm>
        <a:graphic>
          <a:graphicData uri="http://schemas.openxmlformats.org/presentationml/2006/ole">
            <mc:AlternateContent xmlns:mc="http://schemas.openxmlformats.org/markup-compatibility/2006">
              <mc:Choice xmlns:v="urn:schemas-microsoft-com:vml" Requires="v">
                <p:oleObj spid="_x0000_s76884" r:id="rId8" imgW="1295400" imgH="228600" progId="Equation.DSMT4">
                  <p:embed/>
                </p:oleObj>
              </mc:Choice>
              <mc:Fallback>
                <p:oleObj r:id="rId8" imgW="1295400" imgH="228600"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68488" y="2435225"/>
                        <a:ext cx="24987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07" name="Object 3">
            <a:extLst>
              <a:ext uri="{FF2B5EF4-FFF2-40B4-BE49-F238E27FC236}">
                <a16:creationId xmlns:a16="http://schemas.microsoft.com/office/drawing/2014/main" id="{C1191543-1532-4E7B-B7F6-32F9D5A6B1CA}"/>
              </a:ext>
            </a:extLst>
          </p:cNvPr>
          <p:cNvGraphicFramePr>
            <a:graphicFrameLocks/>
          </p:cNvGraphicFramePr>
          <p:nvPr/>
        </p:nvGraphicFramePr>
        <p:xfrm>
          <a:off x="1876425" y="1633538"/>
          <a:ext cx="1933575" cy="676275"/>
        </p:xfrm>
        <a:graphic>
          <a:graphicData uri="http://schemas.openxmlformats.org/presentationml/2006/ole">
            <mc:AlternateContent xmlns:mc="http://schemas.openxmlformats.org/markup-compatibility/2006">
              <mc:Choice xmlns:v="urn:schemas-microsoft-com:vml" Requires="v">
                <p:oleObj spid="_x0000_s76885" r:id="rId10" imgW="1308100" imgH="457200" progId="Equation.DSMT4">
                  <p:embed/>
                </p:oleObj>
              </mc:Choice>
              <mc:Fallback>
                <p:oleObj r:id="rId10" imgW="1308100" imgH="457200"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6425" y="1633538"/>
                        <a:ext cx="19335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08" name="Object 4">
            <a:extLst>
              <a:ext uri="{FF2B5EF4-FFF2-40B4-BE49-F238E27FC236}">
                <a16:creationId xmlns:a16="http://schemas.microsoft.com/office/drawing/2014/main" id="{B6A47570-B33D-4C4D-95D0-E3E178E1FC0D}"/>
              </a:ext>
            </a:extLst>
          </p:cNvPr>
          <p:cNvGraphicFramePr>
            <a:graphicFrameLocks/>
          </p:cNvGraphicFramePr>
          <p:nvPr/>
        </p:nvGraphicFramePr>
        <p:xfrm>
          <a:off x="2012950" y="3257550"/>
          <a:ext cx="2122488" cy="619125"/>
        </p:xfrm>
        <a:graphic>
          <a:graphicData uri="http://schemas.openxmlformats.org/presentationml/2006/ole">
            <mc:AlternateContent xmlns:mc="http://schemas.openxmlformats.org/markup-compatibility/2006">
              <mc:Choice xmlns:v="urn:schemas-microsoft-com:vml" Requires="v">
                <p:oleObj spid="_x0000_s76886" r:id="rId12" imgW="1435100" imgH="419100" progId="Equation.DSMT4">
                  <p:embed/>
                </p:oleObj>
              </mc:Choice>
              <mc:Fallback>
                <p:oleObj r:id="rId12" imgW="1435100" imgH="419100"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12950" y="3257550"/>
                        <a:ext cx="21224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09" name="Object 5">
            <a:extLst>
              <a:ext uri="{FF2B5EF4-FFF2-40B4-BE49-F238E27FC236}">
                <a16:creationId xmlns:a16="http://schemas.microsoft.com/office/drawing/2014/main" id="{9CD8C4FB-9BEE-4CE6-A6D9-E2B4CA2086EE}"/>
              </a:ext>
            </a:extLst>
          </p:cNvPr>
          <p:cNvGraphicFramePr>
            <a:graphicFrameLocks/>
          </p:cNvGraphicFramePr>
          <p:nvPr/>
        </p:nvGraphicFramePr>
        <p:xfrm>
          <a:off x="1952625" y="3924300"/>
          <a:ext cx="2890838" cy="676275"/>
        </p:xfrm>
        <a:graphic>
          <a:graphicData uri="http://schemas.openxmlformats.org/presentationml/2006/ole">
            <mc:AlternateContent xmlns:mc="http://schemas.openxmlformats.org/markup-compatibility/2006">
              <mc:Choice xmlns:v="urn:schemas-microsoft-com:vml" Requires="v">
                <p:oleObj spid="_x0000_s76887" r:id="rId14" imgW="1955800" imgH="457200" progId="Equation.DSMT4">
                  <p:embed/>
                </p:oleObj>
              </mc:Choice>
              <mc:Fallback>
                <p:oleObj r:id="rId14" imgW="1955800" imgH="45720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52625" y="3924300"/>
                        <a:ext cx="289083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0" name="Object 6">
            <a:extLst>
              <a:ext uri="{FF2B5EF4-FFF2-40B4-BE49-F238E27FC236}">
                <a16:creationId xmlns:a16="http://schemas.microsoft.com/office/drawing/2014/main" id="{4688BC0E-B07E-4260-A70E-BD7B45DF4C61}"/>
              </a:ext>
            </a:extLst>
          </p:cNvPr>
          <p:cNvGraphicFramePr>
            <a:graphicFrameLocks/>
          </p:cNvGraphicFramePr>
          <p:nvPr/>
        </p:nvGraphicFramePr>
        <p:xfrm>
          <a:off x="2586038" y="4651375"/>
          <a:ext cx="3379787" cy="676275"/>
        </p:xfrm>
        <a:graphic>
          <a:graphicData uri="http://schemas.openxmlformats.org/presentationml/2006/ole">
            <mc:AlternateContent xmlns:mc="http://schemas.openxmlformats.org/markup-compatibility/2006">
              <mc:Choice xmlns:v="urn:schemas-microsoft-com:vml" Requires="v">
                <p:oleObj spid="_x0000_s76888" r:id="rId16" imgW="2286000" imgH="457200" progId="Equation.DSMT4">
                  <p:embed/>
                </p:oleObj>
              </mc:Choice>
              <mc:Fallback>
                <p:oleObj r:id="rId16" imgW="2286000" imgH="457200" progId="Equation.DSMT4">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86038" y="4651375"/>
                        <a:ext cx="337978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1" name="Object 7">
            <a:extLst>
              <a:ext uri="{FF2B5EF4-FFF2-40B4-BE49-F238E27FC236}">
                <a16:creationId xmlns:a16="http://schemas.microsoft.com/office/drawing/2014/main" id="{08196DF2-5A2E-4856-B23A-4B81D2397724}"/>
              </a:ext>
            </a:extLst>
          </p:cNvPr>
          <p:cNvGraphicFramePr>
            <a:graphicFrameLocks/>
          </p:cNvGraphicFramePr>
          <p:nvPr/>
        </p:nvGraphicFramePr>
        <p:xfrm>
          <a:off x="2593975" y="5519738"/>
          <a:ext cx="2139950" cy="487362"/>
        </p:xfrm>
        <a:graphic>
          <a:graphicData uri="http://schemas.openxmlformats.org/presentationml/2006/ole">
            <mc:AlternateContent xmlns:mc="http://schemas.openxmlformats.org/markup-compatibility/2006">
              <mc:Choice xmlns:v="urn:schemas-microsoft-com:vml" Requires="v">
                <p:oleObj spid="_x0000_s76889" r:id="rId18" imgW="1447172" imgH="330057" progId="Equation.DSMT4">
                  <p:embed/>
                </p:oleObj>
              </mc:Choice>
              <mc:Fallback>
                <p:oleObj r:id="rId18" imgW="1447172" imgH="330057" progId="Equation.DSMT4">
                  <p:embed/>
                  <p:pic>
                    <p:nvPicPr>
                      <p:cNvPr id="0" name="Object 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93975" y="5519738"/>
                        <a:ext cx="21399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2" name="Object 8">
            <a:extLst>
              <a:ext uri="{FF2B5EF4-FFF2-40B4-BE49-F238E27FC236}">
                <a16:creationId xmlns:a16="http://schemas.microsoft.com/office/drawing/2014/main" id="{A07A8060-4492-44E7-8D89-E417504663B0}"/>
              </a:ext>
            </a:extLst>
          </p:cNvPr>
          <p:cNvGraphicFramePr>
            <a:graphicFrameLocks/>
          </p:cNvGraphicFramePr>
          <p:nvPr/>
        </p:nvGraphicFramePr>
        <p:xfrm>
          <a:off x="1978025" y="6134100"/>
          <a:ext cx="2698750" cy="419100"/>
        </p:xfrm>
        <a:graphic>
          <a:graphicData uri="http://schemas.openxmlformats.org/presentationml/2006/ole">
            <mc:AlternateContent xmlns:mc="http://schemas.openxmlformats.org/markup-compatibility/2006">
              <mc:Choice xmlns:v="urn:schemas-microsoft-com:vml" Requires="v">
                <p:oleObj spid="_x0000_s76890" r:id="rId20" imgW="1395183" imgH="215619" progId="Equation.DSMT4">
                  <p:embed/>
                </p:oleObj>
              </mc:Choice>
              <mc:Fallback>
                <p:oleObj r:id="rId20" imgW="1395183" imgH="215619" progId="Equation.DSMT4">
                  <p:embed/>
                  <p:pic>
                    <p:nvPicPr>
                      <p:cNvPr id="0" name="Object 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78025" y="6134100"/>
                        <a:ext cx="26987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3" name="Object 9">
            <a:extLst>
              <a:ext uri="{FF2B5EF4-FFF2-40B4-BE49-F238E27FC236}">
                <a16:creationId xmlns:a16="http://schemas.microsoft.com/office/drawing/2014/main" id="{CCB1C532-9E4C-492D-931C-1157C2CF5240}"/>
              </a:ext>
            </a:extLst>
          </p:cNvPr>
          <p:cNvGraphicFramePr>
            <a:graphicFrameLocks/>
          </p:cNvGraphicFramePr>
          <p:nvPr/>
        </p:nvGraphicFramePr>
        <p:xfrm>
          <a:off x="3849688" y="1655763"/>
          <a:ext cx="1295400" cy="622300"/>
        </p:xfrm>
        <a:graphic>
          <a:graphicData uri="http://schemas.openxmlformats.org/presentationml/2006/ole">
            <mc:AlternateContent xmlns:mc="http://schemas.openxmlformats.org/markup-compatibility/2006">
              <mc:Choice xmlns:v="urn:schemas-microsoft-com:vml" Requires="v">
                <p:oleObj spid="_x0000_s76891" r:id="rId22" imgW="876300" imgH="419100" progId="Equation.DSMT4">
                  <p:embed/>
                </p:oleObj>
              </mc:Choice>
              <mc:Fallback>
                <p:oleObj r:id="rId22" imgW="876300" imgH="419100" progId="Equation.DSMT4">
                  <p:embed/>
                  <p:pic>
                    <p:nvPicPr>
                      <p:cNvPr id="0" name="Object 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49688" y="1655763"/>
                        <a:ext cx="12954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4" name="Object 10">
            <a:extLst>
              <a:ext uri="{FF2B5EF4-FFF2-40B4-BE49-F238E27FC236}">
                <a16:creationId xmlns:a16="http://schemas.microsoft.com/office/drawing/2014/main" id="{EB3BE038-E895-4891-99C8-5A86D3609FD3}"/>
              </a:ext>
            </a:extLst>
          </p:cNvPr>
          <p:cNvGraphicFramePr>
            <a:graphicFrameLocks/>
          </p:cNvGraphicFramePr>
          <p:nvPr/>
        </p:nvGraphicFramePr>
        <p:xfrm>
          <a:off x="5199063" y="1719263"/>
          <a:ext cx="1146175" cy="488950"/>
        </p:xfrm>
        <a:graphic>
          <a:graphicData uri="http://schemas.openxmlformats.org/presentationml/2006/ole">
            <mc:AlternateContent xmlns:mc="http://schemas.openxmlformats.org/markup-compatibility/2006">
              <mc:Choice xmlns:v="urn:schemas-microsoft-com:vml" Requires="v">
                <p:oleObj spid="_x0000_s76892" r:id="rId24" imgW="774364" imgH="330057" progId="Equation.DSMT4">
                  <p:embed/>
                </p:oleObj>
              </mc:Choice>
              <mc:Fallback>
                <p:oleObj r:id="rId24" imgW="774364" imgH="330057" progId="Equation.DSMT4">
                  <p:embed/>
                  <p:pic>
                    <p:nvPicPr>
                      <p:cNvPr id="0" name="Object 1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199063" y="1719263"/>
                        <a:ext cx="11461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5" name="Object 11">
            <a:extLst>
              <a:ext uri="{FF2B5EF4-FFF2-40B4-BE49-F238E27FC236}">
                <a16:creationId xmlns:a16="http://schemas.microsoft.com/office/drawing/2014/main" id="{FC679677-8DAC-4DDC-A91C-B1873C149F50}"/>
              </a:ext>
            </a:extLst>
          </p:cNvPr>
          <p:cNvGraphicFramePr>
            <a:graphicFrameLocks/>
          </p:cNvGraphicFramePr>
          <p:nvPr/>
        </p:nvGraphicFramePr>
        <p:xfrm>
          <a:off x="4873625" y="3889375"/>
          <a:ext cx="3341688" cy="679450"/>
        </p:xfrm>
        <a:graphic>
          <a:graphicData uri="http://schemas.openxmlformats.org/presentationml/2006/ole">
            <mc:AlternateContent xmlns:mc="http://schemas.openxmlformats.org/markup-compatibility/2006">
              <mc:Choice xmlns:v="urn:schemas-microsoft-com:vml" Requires="v">
                <p:oleObj spid="_x0000_s76893" r:id="rId26" imgW="2260600" imgH="457200" progId="Equation.DSMT4">
                  <p:embed/>
                </p:oleObj>
              </mc:Choice>
              <mc:Fallback>
                <p:oleObj r:id="rId26" imgW="2260600" imgH="457200" progId="Equation.DSMT4">
                  <p:embed/>
                  <p:pic>
                    <p:nvPicPr>
                      <p:cNvPr id="0" name="Object 1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873625" y="3889375"/>
                        <a:ext cx="3341688"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4316" name="Object 12">
            <a:extLst>
              <a:ext uri="{FF2B5EF4-FFF2-40B4-BE49-F238E27FC236}">
                <a16:creationId xmlns:a16="http://schemas.microsoft.com/office/drawing/2014/main" id="{9FCD81A2-722B-4FAF-A103-E430BD88F574}"/>
              </a:ext>
            </a:extLst>
          </p:cNvPr>
          <p:cNvGraphicFramePr>
            <a:graphicFrameLocks/>
          </p:cNvGraphicFramePr>
          <p:nvPr/>
        </p:nvGraphicFramePr>
        <p:xfrm>
          <a:off x="5984875" y="4630738"/>
          <a:ext cx="2686050" cy="676275"/>
        </p:xfrm>
        <a:graphic>
          <a:graphicData uri="http://schemas.openxmlformats.org/presentationml/2006/ole">
            <mc:AlternateContent xmlns:mc="http://schemas.openxmlformats.org/markup-compatibility/2006">
              <mc:Choice xmlns:v="urn:schemas-microsoft-com:vml" Requires="v">
                <p:oleObj spid="_x0000_s76894" r:id="rId28" imgW="1816100" imgH="457200" progId="Equation.DSMT4">
                  <p:embed/>
                </p:oleObj>
              </mc:Choice>
              <mc:Fallback>
                <p:oleObj r:id="rId28" imgW="1816100" imgH="457200" progId="Equation.DSMT4">
                  <p:embed/>
                  <p:pic>
                    <p:nvPicPr>
                      <p:cNvPr id="0" name="Object 1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984875" y="4630738"/>
                        <a:ext cx="26860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274305"/>
                                        </p:tgtEl>
                                        <p:attrNameLst>
                                          <p:attrName>style.visibility</p:attrName>
                                        </p:attrNameLst>
                                      </p:cBhvr>
                                      <p:to>
                                        <p:strVal val="visible"/>
                                      </p:to>
                                    </p:set>
                                    <p:animEffect transition="in" filter="slide(fromLeft)">
                                      <p:cBhvr>
                                        <p:cTn id="7" dur="1000"/>
                                        <p:tgtEl>
                                          <p:spTgt spid="2274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2274307"/>
                                        </p:tgtEl>
                                        <p:attrNameLst>
                                          <p:attrName>style.visibility</p:attrName>
                                        </p:attrNameLst>
                                      </p:cBhvr>
                                      <p:to>
                                        <p:strVal val="visible"/>
                                      </p:to>
                                    </p:set>
                                    <p:animEffect transition="in" filter="slide(fromLeft)">
                                      <p:cBhvr>
                                        <p:cTn id="12" dur="1000"/>
                                        <p:tgtEl>
                                          <p:spTgt spid="22743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74313"/>
                                        </p:tgtEl>
                                        <p:attrNameLst>
                                          <p:attrName>style.visibility</p:attrName>
                                        </p:attrNameLst>
                                      </p:cBhvr>
                                      <p:to>
                                        <p:strVal val="visible"/>
                                      </p:to>
                                    </p:set>
                                    <p:animEffect transition="in" filter="wipe(left)">
                                      <p:cBhvr>
                                        <p:cTn id="17" dur="2000"/>
                                        <p:tgtEl>
                                          <p:spTgt spid="22743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74314"/>
                                        </p:tgtEl>
                                        <p:attrNameLst>
                                          <p:attrName>style.visibility</p:attrName>
                                        </p:attrNameLst>
                                      </p:cBhvr>
                                      <p:to>
                                        <p:strVal val="visible"/>
                                      </p:to>
                                    </p:set>
                                    <p:animEffect transition="in" filter="wipe(left)">
                                      <p:cBhvr>
                                        <p:cTn id="22" dur="2000"/>
                                        <p:tgtEl>
                                          <p:spTgt spid="22743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2274306"/>
                                        </p:tgtEl>
                                        <p:attrNameLst>
                                          <p:attrName>style.visibility</p:attrName>
                                        </p:attrNameLst>
                                      </p:cBhvr>
                                      <p:to>
                                        <p:strVal val="visible"/>
                                      </p:to>
                                    </p:set>
                                    <p:animEffect transition="in" filter="slide(fromLeft)">
                                      <p:cBhvr>
                                        <p:cTn id="27" dur="1000"/>
                                        <p:tgtEl>
                                          <p:spTgt spid="22743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2274308"/>
                                        </p:tgtEl>
                                        <p:attrNameLst>
                                          <p:attrName>style.visibility</p:attrName>
                                        </p:attrNameLst>
                                      </p:cBhvr>
                                      <p:to>
                                        <p:strVal val="visible"/>
                                      </p:to>
                                    </p:set>
                                    <p:animEffect transition="in" filter="slide(fromLeft)">
                                      <p:cBhvr>
                                        <p:cTn id="32" dur="1000"/>
                                        <p:tgtEl>
                                          <p:spTgt spid="22743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nodeType="clickEffect">
                                  <p:stCondLst>
                                    <p:cond delay="0"/>
                                  </p:stCondLst>
                                  <p:childTnLst>
                                    <p:set>
                                      <p:cBhvr>
                                        <p:cTn id="36" dur="1" fill="hold">
                                          <p:stCondLst>
                                            <p:cond delay="0"/>
                                          </p:stCondLst>
                                        </p:cTn>
                                        <p:tgtEl>
                                          <p:spTgt spid="2274309"/>
                                        </p:tgtEl>
                                        <p:attrNameLst>
                                          <p:attrName>style.visibility</p:attrName>
                                        </p:attrNameLst>
                                      </p:cBhvr>
                                      <p:to>
                                        <p:strVal val="visible"/>
                                      </p:to>
                                    </p:set>
                                    <p:animEffect transition="in" filter="slide(fromLeft)">
                                      <p:cBhvr>
                                        <p:cTn id="37" dur="1000"/>
                                        <p:tgtEl>
                                          <p:spTgt spid="227430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274315"/>
                                        </p:tgtEl>
                                        <p:attrNameLst>
                                          <p:attrName>style.visibility</p:attrName>
                                        </p:attrNameLst>
                                      </p:cBhvr>
                                      <p:to>
                                        <p:strVal val="visible"/>
                                      </p:to>
                                    </p:set>
                                    <p:animEffect transition="in" filter="wipe(left)">
                                      <p:cBhvr>
                                        <p:cTn id="42" dur="2000"/>
                                        <p:tgtEl>
                                          <p:spTgt spid="22743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2274310"/>
                                        </p:tgtEl>
                                        <p:attrNameLst>
                                          <p:attrName>style.visibility</p:attrName>
                                        </p:attrNameLst>
                                      </p:cBhvr>
                                      <p:to>
                                        <p:strVal val="visible"/>
                                      </p:to>
                                    </p:set>
                                    <p:animEffect transition="in" filter="slide(fromLeft)">
                                      <p:cBhvr>
                                        <p:cTn id="47" dur="1000"/>
                                        <p:tgtEl>
                                          <p:spTgt spid="22743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274316"/>
                                        </p:tgtEl>
                                        <p:attrNameLst>
                                          <p:attrName>style.visibility</p:attrName>
                                        </p:attrNameLst>
                                      </p:cBhvr>
                                      <p:to>
                                        <p:strVal val="visible"/>
                                      </p:to>
                                    </p:set>
                                    <p:animEffect transition="in" filter="wipe(left)">
                                      <p:cBhvr>
                                        <p:cTn id="52" dur="2000"/>
                                        <p:tgtEl>
                                          <p:spTgt spid="22743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2274311"/>
                                        </p:tgtEl>
                                        <p:attrNameLst>
                                          <p:attrName>style.visibility</p:attrName>
                                        </p:attrNameLst>
                                      </p:cBhvr>
                                      <p:to>
                                        <p:strVal val="visible"/>
                                      </p:to>
                                    </p:set>
                                    <p:animEffect transition="in" filter="slide(fromLeft)">
                                      <p:cBhvr>
                                        <p:cTn id="57" dur="1000"/>
                                        <p:tgtEl>
                                          <p:spTgt spid="22743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8" fill="hold" nodeType="clickEffect">
                                  <p:stCondLst>
                                    <p:cond delay="0"/>
                                  </p:stCondLst>
                                  <p:childTnLst>
                                    <p:set>
                                      <p:cBhvr>
                                        <p:cTn id="61" dur="1" fill="hold">
                                          <p:stCondLst>
                                            <p:cond delay="0"/>
                                          </p:stCondLst>
                                        </p:cTn>
                                        <p:tgtEl>
                                          <p:spTgt spid="2274312"/>
                                        </p:tgtEl>
                                        <p:attrNameLst>
                                          <p:attrName>style.visibility</p:attrName>
                                        </p:attrNameLst>
                                      </p:cBhvr>
                                      <p:to>
                                        <p:strVal val="visible"/>
                                      </p:to>
                                    </p:set>
                                    <p:animEffect transition="in" filter="slide(fromLeft)">
                                      <p:cBhvr>
                                        <p:cTn id="62" dur="1000"/>
                                        <p:tgtEl>
                                          <p:spTgt spid="2274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6">
            <a:extLst>
              <a:ext uri="{FF2B5EF4-FFF2-40B4-BE49-F238E27FC236}">
                <a16:creationId xmlns:a16="http://schemas.microsoft.com/office/drawing/2014/main" id="{FC953AF6-1422-48E8-8AD2-129C2991347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D23C488-039D-4156-B03C-3046CE6075C3}" type="slidenum">
              <a:rPr altLang="en-US" sz="1400" smtClean="0"/>
              <a:pPr>
                <a:lnSpc>
                  <a:spcPct val="100000"/>
                </a:lnSpc>
                <a:spcBef>
                  <a:spcPct val="0"/>
                </a:spcBef>
                <a:buClr>
                  <a:schemeClr val="tx1"/>
                </a:buClr>
                <a:buFontTx/>
                <a:buNone/>
              </a:pPr>
              <a:t>59</a:t>
            </a:fld>
            <a:endParaRPr lang="zh-CN" altLang="en-US" sz="1400"/>
          </a:p>
        </p:txBody>
      </p:sp>
      <p:graphicFrame>
        <p:nvGraphicFramePr>
          <p:cNvPr id="77827" name="Object 1024">
            <a:extLst>
              <a:ext uri="{FF2B5EF4-FFF2-40B4-BE49-F238E27FC236}">
                <a16:creationId xmlns:a16="http://schemas.microsoft.com/office/drawing/2014/main" id="{02048F4E-B7EB-461F-8643-E8ED82FAFE24}"/>
              </a:ext>
            </a:extLst>
          </p:cNvPr>
          <p:cNvGraphicFramePr>
            <a:graphicFrameLocks noGrp="1"/>
          </p:cNvGraphicFramePr>
          <p:nvPr>
            <p:ph sz="half" idx="2"/>
          </p:nvPr>
        </p:nvGraphicFramePr>
        <p:xfrm>
          <a:off x="1423988" y="574675"/>
          <a:ext cx="7386637" cy="474663"/>
        </p:xfrm>
        <a:graphic>
          <a:graphicData uri="http://schemas.openxmlformats.org/presentationml/2006/ole">
            <mc:AlternateContent xmlns:mc="http://schemas.openxmlformats.org/markup-compatibility/2006">
              <mc:Choice xmlns:v="urn:schemas-microsoft-com:vml" Requires="v">
                <p:oleObj spid="_x0000_s77924" r:id="rId3" imgW="4544628" imgH="291973" progId="Equation.DSMT4">
                  <p:embed/>
                </p:oleObj>
              </mc:Choice>
              <mc:Fallback>
                <p:oleObj r:id="rId3" imgW="4544628" imgH="291973" progId="Equation.DSMT4">
                  <p:embed/>
                  <p:pic>
                    <p:nvPicPr>
                      <p:cNvPr id="0" name="Object 102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3988" y="574675"/>
                        <a:ext cx="7386637"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7828" name="Text Box 7">
            <a:extLst>
              <a:ext uri="{FF2B5EF4-FFF2-40B4-BE49-F238E27FC236}">
                <a16:creationId xmlns:a16="http://schemas.microsoft.com/office/drawing/2014/main" id="{10C6D7A4-24D8-474C-916E-EDDE63A24716}"/>
              </a:ext>
            </a:extLst>
          </p:cNvPr>
          <p:cNvSpPr txBox="1">
            <a:spLocks noChangeArrowheads="1"/>
          </p:cNvSpPr>
          <p:nvPr/>
        </p:nvSpPr>
        <p:spPr bwMode="auto">
          <a:xfrm>
            <a:off x="1039813" y="490538"/>
            <a:ext cx="5222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2275329" name="Object 1025">
            <a:extLst>
              <a:ext uri="{FF2B5EF4-FFF2-40B4-BE49-F238E27FC236}">
                <a16:creationId xmlns:a16="http://schemas.microsoft.com/office/drawing/2014/main" id="{A68E6CCA-3A66-411A-B316-B25647D34A58}"/>
              </a:ext>
            </a:extLst>
          </p:cNvPr>
          <p:cNvGraphicFramePr>
            <a:graphicFrameLocks/>
          </p:cNvGraphicFramePr>
          <p:nvPr/>
        </p:nvGraphicFramePr>
        <p:xfrm>
          <a:off x="1703388" y="1109663"/>
          <a:ext cx="3321050" cy="536575"/>
        </p:xfrm>
        <a:graphic>
          <a:graphicData uri="http://schemas.openxmlformats.org/presentationml/2006/ole">
            <mc:AlternateContent xmlns:mc="http://schemas.openxmlformats.org/markup-compatibility/2006">
              <mc:Choice xmlns:v="urn:schemas-microsoft-com:vml" Requires="v">
                <p:oleObj spid="_x0000_s77925" r:id="rId6" imgW="2043813" imgH="330057" progId="Equation.DSMT4">
                  <p:embed/>
                </p:oleObj>
              </mc:Choice>
              <mc:Fallback>
                <p:oleObj r:id="rId6" imgW="2043813" imgH="330057" progId="Equation.DSMT4">
                  <p:embed/>
                  <p:pic>
                    <p:nvPicPr>
                      <p:cNvPr id="0" name="Object 102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3388" y="1109663"/>
                        <a:ext cx="33210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0" name="Object 1026">
            <a:extLst>
              <a:ext uri="{FF2B5EF4-FFF2-40B4-BE49-F238E27FC236}">
                <a16:creationId xmlns:a16="http://schemas.microsoft.com/office/drawing/2014/main" id="{83607AC0-CFBB-48BF-92C7-E99FFA29FBA5}"/>
              </a:ext>
            </a:extLst>
          </p:cNvPr>
          <p:cNvGraphicFramePr>
            <a:graphicFrameLocks/>
          </p:cNvGraphicFramePr>
          <p:nvPr/>
        </p:nvGraphicFramePr>
        <p:xfrm>
          <a:off x="5253038" y="1212850"/>
          <a:ext cx="2619375" cy="371475"/>
        </p:xfrm>
        <a:graphic>
          <a:graphicData uri="http://schemas.openxmlformats.org/presentationml/2006/ole">
            <mc:AlternateContent xmlns:mc="http://schemas.openxmlformats.org/markup-compatibility/2006">
              <mc:Choice xmlns:v="urn:schemas-microsoft-com:vml" Requires="v">
                <p:oleObj spid="_x0000_s77926" r:id="rId8" imgW="1612900" imgH="228600" progId="Equation.DSMT4">
                  <p:embed/>
                </p:oleObj>
              </mc:Choice>
              <mc:Fallback>
                <p:oleObj r:id="rId8" imgW="1612900" imgH="228600" progId="Equation.DSMT4">
                  <p:embed/>
                  <p:pic>
                    <p:nvPicPr>
                      <p:cNvPr id="0" name="Object 102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3038" y="1212850"/>
                        <a:ext cx="26193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1" name="Object 1027">
            <a:extLst>
              <a:ext uri="{FF2B5EF4-FFF2-40B4-BE49-F238E27FC236}">
                <a16:creationId xmlns:a16="http://schemas.microsoft.com/office/drawing/2014/main" id="{B52893DD-D694-4B36-BB90-49C5DF0262C6}"/>
              </a:ext>
            </a:extLst>
          </p:cNvPr>
          <p:cNvGraphicFramePr>
            <a:graphicFrameLocks/>
          </p:cNvGraphicFramePr>
          <p:nvPr/>
        </p:nvGraphicFramePr>
        <p:xfrm>
          <a:off x="2209800" y="1674813"/>
          <a:ext cx="2111375" cy="582612"/>
        </p:xfrm>
        <a:graphic>
          <a:graphicData uri="http://schemas.openxmlformats.org/presentationml/2006/ole">
            <mc:AlternateContent xmlns:mc="http://schemas.openxmlformats.org/markup-compatibility/2006">
              <mc:Choice xmlns:v="urn:schemas-microsoft-com:vml" Requires="v">
                <p:oleObj spid="_x0000_s77927" r:id="rId10" imgW="1103942" imgH="304536" progId="Equation.DSMT4">
                  <p:embed/>
                </p:oleObj>
              </mc:Choice>
              <mc:Fallback>
                <p:oleObj r:id="rId10" imgW="1103942" imgH="304536" progId="Equation.DSMT4">
                  <p:embed/>
                  <p:pic>
                    <p:nvPicPr>
                      <p:cNvPr id="0" name="Object 102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9800" y="1674813"/>
                        <a:ext cx="211137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2" name="Object 1028">
            <a:extLst>
              <a:ext uri="{FF2B5EF4-FFF2-40B4-BE49-F238E27FC236}">
                <a16:creationId xmlns:a16="http://schemas.microsoft.com/office/drawing/2014/main" id="{16466AF8-B0F2-4184-9C23-6E5B8CCD0559}"/>
              </a:ext>
            </a:extLst>
          </p:cNvPr>
          <p:cNvGraphicFramePr>
            <a:graphicFrameLocks/>
          </p:cNvGraphicFramePr>
          <p:nvPr/>
        </p:nvGraphicFramePr>
        <p:xfrm>
          <a:off x="4432300" y="1555750"/>
          <a:ext cx="1630363" cy="779463"/>
        </p:xfrm>
        <a:graphic>
          <a:graphicData uri="http://schemas.openxmlformats.org/presentationml/2006/ole">
            <mc:AlternateContent xmlns:mc="http://schemas.openxmlformats.org/markup-compatibility/2006">
              <mc:Choice xmlns:v="urn:schemas-microsoft-com:vml" Requires="v">
                <p:oleObj spid="_x0000_s77928" r:id="rId12" imgW="876300" imgH="419100" progId="Equation.DSMT4">
                  <p:embed/>
                </p:oleObj>
              </mc:Choice>
              <mc:Fallback>
                <p:oleObj r:id="rId12" imgW="876300" imgH="419100" progId="Equation.DSMT4">
                  <p:embed/>
                  <p:pic>
                    <p:nvPicPr>
                      <p:cNvPr id="0" name="Object 102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32300" y="1555750"/>
                        <a:ext cx="163036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3" name="Object 1029">
            <a:extLst>
              <a:ext uri="{FF2B5EF4-FFF2-40B4-BE49-F238E27FC236}">
                <a16:creationId xmlns:a16="http://schemas.microsoft.com/office/drawing/2014/main" id="{15E242EC-DDC8-44D0-9CFE-309D788AFEFC}"/>
              </a:ext>
            </a:extLst>
          </p:cNvPr>
          <p:cNvGraphicFramePr>
            <a:graphicFrameLocks/>
          </p:cNvGraphicFramePr>
          <p:nvPr/>
        </p:nvGraphicFramePr>
        <p:xfrm>
          <a:off x="6137275" y="1655763"/>
          <a:ext cx="1446213" cy="569912"/>
        </p:xfrm>
        <a:graphic>
          <a:graphicData uri="http://schemas.openxmlformats.org/presentationml/2006/ole">
            <mc:AlternateContent xmlns:mc="http://schemas.openxmlformats.org/markup-compatibility/2006">
              <mc:Choice xmlns:v="urn:schemas-microsoft-com:vml" Requires="v">
                <p:oleObj spid="_x0000_s77929" r:id="rId14" imgW="837836" imgH="330057" progId="Equation.DSMT4">
                  <p:embed/>
                </p:oleObj>
              </mc:Choice>
              <mc:Fallback>
                <p:oleObj r:id="rId14" imgW="837836" imgH="330057" progId="Equation.DSMT4">
                  <p:embed/>
                  <p:pic>
                    <p:nvPicPr>
                      <p:cNvPr id="0" name="Object 102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37275" y="1655763"/>
                        <a:ext cx="144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4" name="Object 1030">
            <a:extLst>
              <a:ext uri="{FF2B5EF4-FFF2-40B4-BE49-F238E27FC236}">
                <a16:creationId xmlns:a16="http://schemas.microsoft.com/office/drawing/2014/main" id="{AE8FB154-2A51-41F9-95E0-D3CC44A5BB99}"/>
              </a:ext>
            </a:extLst>
          </p:cNvPr>
          <p:cNvGraphicFramePr>
            <a:graphicFrameLocks/>
          </p:cNvGraphicFramePr>
          <p:nvPr/>
        </p:nvGraphicFramePr>
        <p:xfrm>
          <a:off x="2486025" y="2374900"/>
          <a:ext cx="2908300" cy="371475"/>
        </p:xfrm>
        <a:graphic>
          <a:graphicData uri="http://schemas.openxmlformats.org/presentationml/2006/ole">
            <mc:AlternateContent xmlns:mc="http://schemas.openxmlformats.org/markup-compatibility/2006">
              <mc:Choice xmlns:v="urn:schemas-microsoft-com:vml" Requires="v">
                <p:oleObj spid="_x0000_s77930" r:id="rId16" imgW="1790700" imgH="228600" progId="Equation.DSMT4">
                  <p:embed/>
                </p:oleObj>
              </mc:Choice>
              <mc:Fallback>
                <p:oleObj r:id="rId16" imgW="1790700" imgH="228600" progId="Equation.DSMT4">
                  <p:embed/>
                  <p:pic>
                    <p:nvPicPr>
                      <p:cNvPr id="0" name="Object 103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86025" y="2374900"/>
                        <a:ext cx="29083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5" name="Object 1031">
            <a:extLst>
              <a:ext uri="{FF2B5EF4-FFF2-40B4-BE49-F238E27FC236}">
                <a16:creationId xmlns:a16="http://schemas.microsoft.com/office/drawing/2014/main" id="{2AD45EA5-DC24-4A95-8CEF-957E1590B5B1}"/>
              </a:ext>
            </a:extLst>
          </p:cNvPr>
          <p:cNvGraphicFramePr>
            <a:graphicFrameLocks/>
          </p:cNvGraphicFramePr>
          <p:nvPr/>
        </p:nvGraphicFramePr>
        <p:xfrm>
          <a:off x="2257425" y="3217863"/>
          <a:ext cx="4578350" cy="454025"/>
        </p:xfrm>
        <a:graphic>
          <a:graphicData uri="http://schemas.openxmlformats.org/presentationml/2006/ole">
            <mc:AlternateContent xmlns:mc="http://schemas.openxmlformats.org/markup-compatibility/2006">
              <mc:Choice xmlns:v="urn:schemas-microsoft-com:vml" Requires="v">
                <p:oleObj spid="_x0000_s77931" r:id="rId18" imgW="2819400" imgH="279400" progId="Equation.DSMT4">
                  <p:embed/>
                </p:oleObj>
              </mc:Choice>
              <mc:Fallback>
                <p:oleObj r:id="rId18" imgW="2819400" imgH="279400" progId="Equation.DSMT4">
                  <p:embed/>
                  <p:pic>
                    <p:nvPicPr>
                      <p:cNvPr id="0" name="Object 103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57425" y="3217863"/>
                        <a:ext cx="457835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6" name="Object 1032">
            <a:extLst>
              <a:ext uri="{FF2B5EF4-FFF2-40B4-BE49-F238E27FC236}">
                <a16:creationId xmlns:a16="http://schemas.microsoft.com/office/drawing/2014/main" id="{068F5412-5916-4A4E-9986-8432BB696339}"/>
              </a:ext>
            </a:extLst>
          </p:cNvPr>
          <p:cNvGraphicFramePr>
            <a:graphicFrameLocks/>
          </p:cNvGraphicFramePr>
          <p:nvPr/>
        </p:nvGraphicFramePr>
        <p:xfrm>
          <a:off x="2298700" y="3786188"/>
          <a:ext cx="1960563" cy="330200"/>
        </p:xfrm>
        <a:graphic>
          <a:graphicData uri="http://schemas.openxmlformats.org/presentationml/2006/ole">
            <mc:AlternateContent xmlns:mc="http://schemas.openxmlformats.org/markup-compatibility/2006">
              <mc:Choice xmlns:v="urn:schemas-microsoft-com:vml" Requires="v">
                <p:oleObj spid="_x0000_s77932" r:id="rId20" imgW="1205454" imgH="203024" progId="Equation.DSMT4">
                  <p:embed/>
                </p:oleObj>
              </mc:Choice>
              <mc:Fallback>
                <p:oleObj r:id="rId20" imgW="1205454" imgH="203024" progId="Equation.DSMT4">
                  <p:embed/>
                  <p:pic>
                    <p:nvPicPr>
                      <p:cNvPr id="0" name="Object 103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98700" y="3786188"/>
                        <a:ext cx="196056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7" name="Object 1033">
            <a:extLst>
              <a:ext uri="{FF2B5EF4-FFF2-40B4-BE49-F238E27FC236}">
                <a16:creationId xmlns:a16="http://schemas.microsoft.com/office/drawing/2014/main" id="{530CD651-76C3-43A2-84F1-A2A12CF08D53}"/>
              </a:ext>
            </a:extLst>
          </p:cNvPr>
          <p:cNvGraphicFramePr>
            <a:graphicFrameLocks/>
          </p:cNvGraphicFramePr>
          <p:nvPr/>
        </p:nvGraphicFramePr>
        <p:xfrm>
          <a:off x="2319338" y="4232275"/>
          <a:ext cx="2043112" cy="515938"/>
        </p:xfrm>
        <a:graphic>
          <a:graphicData uri="http://schemas.openxmlformats.org/presentationml/2006/ole">
            <mc:AlternateContent xmlns:mc="http://schemas.openxmlformats.org/markup-compatibility/2006">
              <mc:Choice xmlns:v="urn:schemas-microsoft-com:vml" Requires="v">
                <p:oleObj spid="_x0000_s77933" r:id="rId22" imgW="1256210" imgH="317225" progId="Equation.DSMT4">
                  <p:embed/>
                </p:oleObj>
              </mc:Choice>
              <mc:Fallback>
                <p:oleObj r:id="rId22" imgW="1256210" imgH="317225" progId="Equation.DSMT4">
                  <p:embed/>
                  <p:pic>
                    <p:nvPicPr>
                      <p:cNvPr id="0" name="Object 103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19338" y="4232275"/>
                        <a:ext cx="20431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8" name="Object 1034">
            <a:extLst>
              <a:ext uri="{FF2B5EF4-FFF2-40B4-BE49-F238E27FC236}">
                <a16:creationId xmlns:a16="http://schemas.microsoft.com/office/drawing/2014/main" id="{6DF02061-B88C-43B5-B87E-BAD67F51CD30}"/>
              </a:ext>
            </a:extLst>
          </p:cNvPr>
          <p:cNvGraphicFramePr>
            <a:graphicFrameLocks/>
          </p:cNvGraphicFramePr>
          <p:nvPr/>
        </p:nvGraphicFramePr>
        <p:xfrm>
          <a:off x="4513263" y="4011613"/>
          <a:ext cx="3341687" cy="1031875"/>
        </p:xfrm>
        <a:graphic>
          <a:graphicData uri="http://schemas.openxmlformats.org/presentationml/2006/ole">
            <mc:AlternateContent xmlns:mc="http://schemas.openxmlformats.org/markup-compatibility/2006">
              <mc:Choice xmlns:v="urn:schemas-microsoft-com:vml" Requires="v">
                <p:oleObj spid="_x0000_s77934" r:id="rId24" imgW="2056507" imgH="634725" progId="Equation.DSMT4">
                  <p:embed/>
                </p:oleObj>
              </mc:Choice>
              <mc:Fallback>
                <p:oleObj r:id="rId24" imgW="2056507" imgH="634725" progId="Equation.DSMT4">
                  <p:embed/>
                  <p:pic>
                    <p:nvPicPr>
                      <p:cNvPr id="0" name="Object 103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13263" y="4011613"/>
                        <a:ext cx="33416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39" name="Object 1035">
            <a:extLst>
              <a:ext uri="{FF2B5EF4-FFF2-40B4-BE49-F238E27FC236}">
                <a16:creationId xmlns:a16="http://schemas.microsoft.com/office/drawing/2014/main" id="{34253B19-0642-482D-B987-178102BEB096}"/>
              </a:ext>
            </a:extLst>
          </p:cNvPr>
          <p:cNvGraphicFramePr>
            <a:graphicFrameLocks/>
          </p:cNvGraphicFramePr>
          <p:nvPr/>
        </p:nvGraphicFramePr>
        <p:xfrm>
          <a:off x="5194300" y="5143500"/>
          <a:ext cx="1566863" cy="619125"/>
        </p:xfrm>
        <a:graphic>
          <a:graphicData uri="http://schemas.openxmlformats.org/presentationml/2006/ole">
            <mc:AlternateContent xmlns:mc="http://schemas.openxmlformats.org/markup-compatibility/2006">
              <mc:Choice xmlns:v="urn:schemas-microsoft-com:vml" Requires="v">
                <p:oleObj spid="_x0000_s77935" r:id="rId26" imgW="964781" imgH="380835" progId="Equation.DSMT4">
                  <p:embed/>
                </p:oleObj>
              </mc:Choice>
              <mc:Fallback>
                <p:oleObj r:id="rId26" imgW="964781" imgH="380835" progId="Equation.DSMT4">
                  <p:embed/>
                  <p:pic>
                    <p:nvPicPr>
                      <p:cNvPr id="0" name="Object 1035"/>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194300" y="5143500"/>
                        <a:ext cx="15668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40" name="Object 1036">
            <a:extLst>
              <a:ext uri="{FF2B5EF4-FFF2-40B4-BE49-F238E27FC236}">
                <a16:creationId xmlns:a16="http://schemas.microsoft.com/office/drawing/2014/main" id="{5BA1B1B7-47BB-48A9-9819-3FB9B589F41B}"/>
              </a:ext>
            </a:extLst>
          </p:cNvPr>
          <p:cNvGraphicFramePr>
            <a:graphicFrameLocks/>
          </p:cNvGraphicFramePr>
          <p:nvPr/>
        </p:nvGraphicFramePr>
        <p:xfrm>
          <a:off x="2374900" y="5207000"/>
          <a:ext cx="2701925" cy="495300"/>
        </p:xfrm>
        <a:graphic>
          <a:graphicData uri="http://schemas.openxmlformats.org/presentationml/2006/ole">
            <mc:AlternateContent xmlns:mc="http://schemas.openxmlformats.org/markup-compatibility/2006">
              <mc:Choice xmlns:v="urn:schemas-microsoft-com:vml" Requires="v">
                <p:oleObj spid="_x0000_s77936" r:id="rId28" imgW="1662257" imgH="304536" progId="Equation.DSMT4">
                  <p:embed/>
                </p:oleObj>
              </mc:Choice>
              <mc:Fallback>
                <p:oleObj r:id="rId28" imgW="1662257" imgH="304536" progId="Equation.DSMT4">
                  <p:embed/>
                  <p:pic>
                    <p:nvPicPr>
                      <p:cNvPr id="0" name="Object 1036"/>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74900" y="5207000"/>
                        <a:ext cx="27019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41" name="Object 1037">
            <a:extLst>
              <a:ext uri="{FF2B5EF4-FFF2-40B4-BE49-F238E27FC236}">
                <a16:creationId xmlns:a16="http://schemas.microsoft.com/office/drawing/2014/main" id="{CCB95F9C-0E1F-422B-B98F-F2C760F13203}"/>
              </a:ext>
            </a:extLst>
          </p:cNvPr>
          <p:cNvGraphicFramePr>
            <a:graphicFrameLocks/>
          </p:cNvGraphicFramePr>
          <p:nvPr/>
        </p:nvGraphicFramePr>
        <p:xfrm>
          <a:off x="6934200" y="5181600"/>
          <a:ext cx="1300163" cy="536575"/>
        </p:xfrm>
        <a:graphic>
          <a:graphicData uri="http://schemas.openxmlformats.org/presentationml/2006/ole">
            <mc:AlternateContent xmlns:mc="http://schemas.openxmlformats.org/markup-compatibility/2006">
              <mc:Choice xmlns:v="urn:schemas-microsoft-com:vml" Requires="v">
                <p:oleObj spid="_x0000_s77937" r:id="rId30" imgW="799753" imgH="330057" progId="Equation.DSMT4">
                  <p:embed/>
                </p:oleObj>
              </mc:Choice>
              <mc:Fallback>
                <p:oleObj r:id="rId30" imgW="799753" imgH="330057" progId="Equation.DSMT4">
                  <p:embed/>
                  <p:pic>
                    <p:nvPicPr>
                      <p:cNvPr id="0" name="Object 1037"/>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934200" y="5181600"/>
                        <a:ext cx="13001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5342" name="Object 1038">
            <a:extLst>
              <a:ext uri="{FF2B5EF4-FFF2-40B4-BE49-F238E27FC236}">
                <a16:creationId xmlns:a16="http://schemas.microsoft.com/office/drawing/2014/main" id="{E40335D4-62AE-4965-B89D-500337E28A42}"/>
              </a:ext>
            </a:extLst>
          </p:cNvPr>
          <p:cNvGraphicFramePr>
            <a:graphicFrameLocks/>
          </p:cNvGraphicFramePr>
          <p:nvPr/>
        </p:nvGraphicFramePr>
        <p:xfrm>
          <a:off x="2540000" y="6040438"/>
          <a:ext cx="2536825" cy="454025"/>
        </p:xfrm>
        <a:graphic>
          <a:graphicData uri="http://schemas.openxmlformats.org/presentationml/2006/ole">
            <mc:AlternateContent xmlns:mc="http://schemas.openxmlformats.org/markup-compatibility/2006">
              <mc:Choice xmlns:v="urn:schemas-microsoft-com:vml" Requires="v">
                <p:oleObj spid="_x0000_s77938" r:id="rId32" imgW="1562100" imgH="279400" progId="Equation.DSMT4">
                  <p:embed/>
                </p:oleObj>
              </mc:Choice>
              <mc:Fallback>
                <p:oleObj r:id="rId32" imgW="1562100" imgH="279400" progId="Equation.DSMT4">
                  <p:embed/>
                  <p:pic>
                    <p:nvPicPr>
                      <p:cNvPr id="0" name="Object 1038"/>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540000" y="6040438"/>
                        <a:ext cx="25368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11">
            <a:extLst>
              <a:ext uri="{FF2B5EF4-FFF2-40B4-BE49-F238E27FC236}">
                <a16:creationId xmlns:a16="http://schemas.microsoft.com/office/drawing/2014/main" id="{3AA5BEE5-F471-48ED-85AF-A1DB1FB3BA1D}"/>
              </a:ext>
            </a:extLst>
          </p:cNvPr>
          <p:cNvGraphicFramePr>
            <a:graphicFrameLocks/>
          </p:cNvGraphicFramePr>
          <p:nvPr/>
        </p:nvGraphicFramePr>
        <p:xfrm>
          <a:off x="4259263" y="3787775"/>
          <a:ext cx="1778000" cy="361950"/>
        </p:xfrm>
        <a:graphic>
          <a:graphicData uri="http://schemas.openxmlformats.org/presentationml/2006/ole">
            <mc:AlternateContent xmlns:mc="http://schemas.openxmlformats.org/markup-compatibility/2006">
              <mc:Choice xmlns:v="urn:schemas-microsoft-com:vml" Requires="v">
                <p:oleObj spid="_x0000_s77939" r:id="rId34" imgW="1536700" imgH="228600" progId="Equation.DSMT4">
                  <p:embed/>
                </p:oleObj>
              </mc:Choice>
              <mc:Fallback>
                <p:oleObj r:id="rId34" imgW="1536700" imgH="228600" progId="Equation.DSMT4">
                  <p:embed/>
                  <p:pic>
                    <p:nvPicPr>
                      <p:cNvPr id="0" name="Object 11"/>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259263" y="3787775"/>
                        <a:ext cx="17780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2275329"/>
                                        </p:tgtEl>
                                        <p:attrNameLst>
                                          <p:attrName>style.visibility</p:attrName>
                                        </p:attrNameLst>
                                      </p:cBhvr>
                                      <p:to>
                                        <p:strVal val="visible"/>
                                      </p:to>
                                    </p:set>
                                    <p:animEffect transition="in" filter="slide(fromRight)">
                                      <p:cBhvr>
                                        <p:cTn id="7" dur="1000"/>
                                        <p:tgtEl>
                                          <p:spTgt spid="22753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2275330"/>
                                        </p:tgtEl>
                                        <p:attrNameLst>
                                          <p:attrName>style.visibility</p:attrName>
                                        </p:attrNameLst>
                                      </p:cBhvr>
                                      <p:to>
                                        <p:strVal val="visible"/>
                                      </p:to>
                                    </p:set>
                                    <p:animEffect transition="in" filter="slide(fromRight)">
                                      <p:cBhvr>
                                        <p:cTn id="12" dur="1000"/>
                                        <p:tgtEl>
                                          <p:spTgt spid="22753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2275331"/>
                                        </p:tgtEl>
                                        <p:attrNameLst>
                                          <p:attrName>style.visibility</p:attrName>
                                        </p:attrNameLst>
                                      </p:cBhvr>
                                      <p:to>
                                        <p:strVal val="visible"/>
                                      </p:to>
                                    </p:set>
                                    <p:animEffect transition="in" filter="slide(fromLeft)">
                                      <p:cBhvr>
                                        <p:cTn id="17" dur="1000"/>
                                        <p:tgtEl>
                                          <p:spTgt spid="22753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75332"/>
                                        </p:tgtEl>
                                        <p:attrNameLst>
                                          <p:attrName>style.visibility</p:attrName>
                                        </p:attrNameLst>
                                      </p:cBhvr>
                                      <p:to>
                                        <p:strVal val="visible"/>
                                      </p:to>
                                    </p:set>
                                    <p:animEffect transition="in" filter="wipe(left)">
                                      <p:cBhvr>
                                        <p:cTn id="22" dur="2000"/>
                                        <p:tgtEl>
                                          <p:spTgt spid="22753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75333"/>
                                        </p:tgtEl>
                                        <p:attrNameLst>
                                          <p:attrName>style.visibility</p:attrName>
                                        </p:attrNameLst>
                                      </p:cBhvr>
                                      <p:to>
                                        <p:strVal val="visible"/>
                                      </p:to>
                                    </p:set>
                                    <p:animEffect transition="in" filter="wipe(left)">
                                      <p:cBhvr>
                                        <p:cTn id="27" dur="2000"/>
                                        <p:tgtEl>
                                          <p:spTgt spid="22753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2275334"/>
                                        </p:tgtEl>
                                        <p:attrNameLst>
                                          <p:attrName>style.visibility</p:attrName>
                                        </p:attrNameLst>
                                      </p:cBhvr>
                                      <p:to>
                                        <p:strVal val="visible"/>
                                      </p:to>
                                    </p:set>
                                    <p:animEffect transition="in" filter="slide(fromLeft)">
                                      <p:cBhvr>
                                        <p:cTn id="32" dur="1000"/>
                                        <p:tgtEl>
                                          <p:spTgt spid="22753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nodeType="clickEffect">
                                  <p:stCondLst>
                                    <p:cond delay="0"/>
                                  </p:stCondLst>
                                  <p:childTnLst>
                                    <p:set>
                                      <p:cBhvr>
                                        <p:cTn id="36" dur="1" fill="hold">
                                          <p:stCondLst>
                                            <p:cond delay="0"/>
                                          </p:stCondLst>
                                        </p:cTn>
                                        <p:tgtEl>
                                          <p:spTgt spid="2275335"/>
                                        </p:tgtEl>
                                        <p:attrNameLst>
                                          <p:attrName>style.visibility</p:attrName>
                                        </p:attrNameLst>
                                      </p:cBhvr>
                                      <p:to>
                                        <p:strVal val="visible"/>
                                      </p:to>
                                    </p:set>
                                    <p:animEffect transition="in" filter="slide(fromRight)">
                                      <p:cBhvr>
                                        <p:cTn id="37" dur="1000"/>
                                        <p:tgtEl>
                                          <p:spTgt spid="22753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2" fill="hold" nodeType="clickEffect">
                                  <p:stCondLst>
                                    <p:cond delay="0"/>
                                  </p:stCondLst>
                                  <p:childTnLst>
                                    <p:set>
                                      <p:cBhvr>
                                        <p:cTn id="41" dur="1" fill="hold">
                                          <p:stCondLst>
                                            <p:cond delay="0"/>
                                          </p:stCondLst>
                                        </p:cTn>
                                        <p:tgtEl>
                                          <p:spTgt spid="2275336"/>
                                        </p:tgtEl>
                                        <p:attrNameLst>
                                          <p:attrName>style.visibility</p:attrName>
                                        </p:attrNameLst>
                                      </p:cBhvr>
                                      <p:to>
                                        <p:strVal val="visible"/>
                                      </p:to>
                                    </p:set>
                                    <p:animEffect transition="in" filter="slide(fromRight)">
                                      <p:cBhvr>
                                        <p:cTn id="42" dur="1000"/>
                                        <p:tgtEl>
                                          <p:spTgt spid="22753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2" fill="hold" nodeType="clickEffect">
                                  <p:stCondLst>
                                    <p:cond delay="0"/>
                                  </p:stCondLst>
                                  <p:childTnLst>
                                    <p:set>
                                      <p:cBhvr>
                                        <p:cTn id="46" dur="1" fill="hold">
                                          <p:stCondLst>
                                            <p:cond delay="0"/>
                                          </p:stCondLst>
                                        </p:cTn>
                                        <p:tgtEl>
                                          <p:spTgt spid="2275337"/>
                                        </p:tgtEl>
                                        <p:attrNameLst>
                                          <p:attrName>style.visibility</p:attrName>
                                        </p:attrNameLst>
                                      </p:cBhvr>
                                      <p:to>
                                        <p:strVal val="visible"/>
                                      </p:to>
                                    </p:set>
                                    <p:animEffect transition="in" filter="slide(fromRight)">
                                      <p:cBhvr>
                                        <p:cTn id="47" dur="1000"/>
                                        <p:tgtEl>
                                          <p:spTgt spid="22753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2" fill="hold" nodeType="clickEffect">
                                  <p:stCondLst>
                                    <p:cond delay="0"/>
                                  </p:stCondLst>
                                  <p:childTnLst>
                                    <p:set>
                                      <p:cBhvr>
                                        <p:cTn id="51" dur="1" fill="hold">
                                          <p:stCondLst>
                                            <p:cond delay="0"/>
                                          </p:stCondLst>
                                        </p:cTn>
                                        <p:tgtEl>
                                          <p:spTgt spid="2275338"/>
                                        </p:tgtEl>
                                        <p:attrNameLst>
                                          <p:attrName>style.visibility</p:attrName>
                                        </p:attrNameLst>
                                      </p:cBhvr>
                                      <p:to>
                                        <p:strVal val="visible"/>
                                      </p:to>
                                    </p:set>
                                    <p:animEffect transition="in" filter="slide(fromRight)">
                                      <p:cBhvr>
                                        <p:cTn id="52" dur="1000"/>
                                        <p:tgtEl>
                                          <p:spTgt spid="227533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2" fill="hold" nodeType="clickEffect">
                                  <p:stCondLst>
                                    <p:cond delay="0"/>
                                  </p:stCondLst>
                                  <p:childTnLst>
                                    <p:set>
                                      <p:cBhvr>
                                        <p:cTn id="56" dur="1" fill="hold">
                                          <p:stCondLst>
                                            <p:cond delay="0"/>
                                          </p:stCondLst>
                                        </p:cTn>
                                        <p:tgtEl>
                                          <p:spTgt spid="2275340"/>
                                        </p:tgtEl>
                                        <p:attrNameLst>
                                          <p:attrName>style.visibility</p:attrName>
                                        </p:attrNameLst>
                                      </p:cBhvr>
                                      <p:to>
                                        <p:strVal val="visible"/>
                                      </p:to>
                                    </p:set>
                                    <p:animEffect transition="in" filter="slide(fromRight)">
                                      <p:cBhvr>
                                        <p:cTn id="57" dur="1000"/>
                                        <p:tgtEl>
                                          <p:spTgt spid="227534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2" fill="hold" nodeType="clickEffect">
                                  <p:stCondLst>
                                    <p:cond delay="0"/>
                                  </p:stCondLst>
                                  <p:childTnLst>
                                    <p:set>
                                      <p:cBhvr>
                                        <p:cTn id="61" dur="1" fill="hold">
                                          <p:stCondLst>
                                            <p:cond delay="0"/>
                                          </p:stCondLst>
                                        </p:cTn>
                                        <p:tgtEl>
                                          <p:spTgt spid="2275339"/>
                                        </p:tgtEl>
                                        <p:attrNameLst>
                                          <p:attrName>style.visibility</p:attrName>
                                        </p:attrNameLst>
                                      </p:cBhvr>
                                      <p:to>
                                        <p:strVal val="visible"/>
                                      </p:to>
                                    </p:set>
                                    <p:animEffect transition="in" filter="slide(fromRight)">
                                      <p:cBhvr>
                                        <p:cTn id="62" dur="1000"/>
                                        <p:tgtEl>
                                          <p:spTgt spid="227533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2" fill="hold" nodeType="clickEffect">
                                  <p:stCondLst>
                                    <p:cond delay="0"/>
                                  </p:stCondLst>
                                  <p:childTnLst>
                                    <p:set>
                                      <p:cBhvr>
                                        <p:cTn id="66" dur="1" fill="hold">
                                          <p:stCondLst>
                                            <p:cond delay="0"/>
                                          </p:stCondLst>
                                        </p:cTn>
                                        <p:tgtEl>
                                          <p:spTgt spid="2275341"/>
                                        </p:tgtEl>
                                        <p:attrNameLst>
                                          <p:attrName>style.visibility</p:attrName>
                                        </p:attrNameLst>
                                      </p:cBhvr>
                                      <p:to>
                                        <p:strVal val="visible"/>
                                      </p:to>
                                    </p:set>
                                    <p:animEffect transition="in" filter="slide(fromRight)">
                                      <p:cBhvr>
                                        <p:cTn id="67" dur="1000"/>
                                        <p:tgtEl>
                                          <p:spTgt spid="227534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8" fill="hold" nodeType="clickEffect">
                                  <p:stCondLst>
                                    <p:cond delay="0"/>
                                  </p:stCondLst>
                                  <p:childTnLst>
                                    <p:set>
                                      <p:cBhvr>
                                        <p:cTn id="71" dur="1" fill="hold">
                                          <p:stCondLst>
                                            <p:cond delay="0"/>
                                          </p:stCondLst>
                                        </p:cTn>
                                        <p:tgtEl>
                                          <p:spTgt spid="2275342"/>
                                        </p:tgtEl>
                                        <p:attrNameLst>
                                          <p:attrName>style.visibility</p:attrName>
                                        </p:attrNameLst>
                                      </p:cBhvr>
                                      <p:to>
                                        <p:strVal val="visible"/>
                                      </p:to>
                                    </p:set>
                                    <p:animEffect transition="in" filter="slide(fromLeft)">
                                      <p:cBhvr>
                                        <p:cTn id="72" dur="1000"/>
                                        <p:tgtEl>
                                          <p:spTgt spid="227534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8" fill="hold" nodeType="click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ppt_x</p:attrName>
                                        </p:attrNameLst>
                                      </p:cBhvr>
                                      <p:tavLst>
                                        <p:tav tm="0">
                                          <p:val>
                                            <p:strVal val="0-#ppt_w/2"/>
                                          </p:val>
                                        </p:tav>
                                        <p:tav tm="100000">
                                          <p:val>
                                            <p:strVal val="#ppt_x"/>
                                          </p:val>
                                        </p:tav>
                                      </p:tavLst>
                                    </p:anim>
                                    <p:anim calcmode="lin" valueType="num">
                                      <p:cBhvr>
                                        <p:cTn id="7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6">
            <a:extLst>
              <a:ext uri="{FF2B5EF4-FFF2-40B4-BE49-F238E27FC236}">
                <a16:creationId xmlns:a16="http://schemas.microsoft.com/office/drawing/2014/main" id="{7134CAFB-4693-4B7B-9858-C7BC1A321A8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C5E9E3FF-FD9C-4FF3-9A7B-F38FDFE3812F}" type="slidenum">
              <a:rPr altLang="en-US" sz="1400" smtClean="0"/>
              <a:pPr>
                <a:lnSpc>
                  <a:spcPct val="100000"/>
                </a:lnSpc>
                <a:spcBef>
                  <a:spcPct val="0"/>
                </a:spcBef>
                <a:buClr>
                  <a:schemeClr val="tx1"/>
                </a:buClr>
                <a:buFontTx/>
                <a:buNone/>
              </a:pPr>
              <a:t>60</a:t>
            </a:fld>
            <a:endParaRPr lang="zh-CN" altLang="en-US" sz="1400"/>
          </a:p>
        </p:txBody>
      </p:sp>
      <p:sp>
        <p:nvSpPr>
          <p:cNvPr id="78851" name="Rectangle 6">
            <a:extLst>
              <a:ext uri="{FF2B5EF4-FFF2-40B4-BE49-F238E27FC236}">
                <a16:creationId xmlns:a16="http://schemas.microsoft.com/office/drawing/2014/main" id="{E150582C-AF3F-4D1C-BC08-CBF6ABE4D6F0}"/>
              </a:ext>
            </a:extLst>
          </p:cNvPr>
          <p:cNvSpPr>
            <a:spLocks noChangeArrowheads="1"/>
          </p:cNvSpPr>
          <p:nvPr/>
        </p:nvSpPr>
        <p:spPr bwMode="auto">
          <a:xfrm>
            <a:off x="1206500" y="1162050"/>
            <a:ext cx="5916613" cy="1031875"/>
          </a:xfrm>
          <a:prstGeom prst="rect">
            <a:avLst/>
          </a:prstGeom>
          <a:solidFill>
            <a:srgbClr val="FFCC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78852" name="Rectangle 2">
            <a:extLst>
              <a:ext uri="{FF2B5EF4-FFF2-40B4-BE49-F238E27FC236}">
                <a16:creationId xmlns:a16="http://schemas.microsoft.com/office/drawing/2014/main" id="{662368FC-83BA-4FEF-90A8-9A0AAADF4666}"/>
              </a:ext>
            </a:extLst>
          </p:cNvPr>
          <p:cNvSpPr>
            <a:spLocks noGrp="1" noChangeArrowheads="1"/>
          </p:cNvSpPr>
          <p:nvPr>
            <p:ph type="title"/>
          </p:nvPr>
        </p:nvSpPr>
        <p:spPr>
          <a:xfrm>
            <a:off x="1165225" y="220663"/>
            <a:ext cx="7561263" cy="857250"/>
          </a:xfrm>
        </p:spPr>
        <p:txBody>
          <a:bodyPr/>
          <a:lstStyle/>
          <a:p>
            <a:pPr eaLnBrk="1" hangingPunct="1">
              <a:buFontTx/>
              <a:buBlip>
                <a:blip r:embed="rId3"/>
              </a:buBlip>
            </a:pPr>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纠偏方法</a:t>
            </a:r>
          </a:p>
        </p:txBody>
      </p:sp>
      <p:graphicFrame>
        <p:nvGraphicFramePr>
          <p:cNvPr id="78853" name="Object 0">
            <a:extLst>
              <a:ext uri="{FF2B5EF4-FFF2-40B4-BE49-F238E27FC236}">
                <a16:creationId xmlns:a16="http://schemas.microsoft.com/office/drawing/2014/main" id="{970BC332-D6C9-4138-A35B-6395D63427EC}"/>
              </a:ext>
            </a:extLst>
          </p:cNvPr>
          <p:cNvGraphicFramePr>
            <a:graphicFrameLocks noGrp="1"/>
          </p:cNvGraphicFramePr>
          <p:nvPr>
            <p:ph sz="half" idx="2"/>
          </p:nvPr>
        </p:nvGraphicFramePr>
        <p:xfrm>
          <a:off x="1387475" y="1131888"/>
          <a:ext cx="5429250" cy="4802187"/>
        </p:xfrm>
        <a:graphic>
          <a:graphicData uri="http://schemas.openxmlformats.org/presentationml/2006/ole">
            <mc:AlternateContent xmlns:mc="http://schemas.openxmlformats.org/markup-compatibility/2006">
              <mc:Choice xmlns:v="urn:schemas-microsoft-com:vml" Requires="v">
                <p:oleObj spid="_x0000_s78860" r:id="rId4" imgW="3302000" imgH="2921000" progId="Equation.DSMT4">
                  <p:embed/>
                </p:oleObj>
              </mc:Choice>
              <mc:Fallback>
                <p:oleObj r:id="rId4" imgW="3302000" imgH="2921000" progId="Equation.DSMT4">
                  <p:embed/>
                  <p:pic>
                    <p:nvPicPr>
                      <p:cNvPr id="0" name="Object 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7475" y="1131888"/>
                        <a:ext cx="5429250"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78854" name="Picture 7" descr="preview">
            <a:extLst>
              <a:ext uri="{FF2B5EF4-FFF2-40B4-BE49-F238E27FC236}">
                <a16:creationId xmlns:a16="http://schemas.microsoft.com/office/drawing/2014/main" id="{56428287-2251-46A1-8D0D-2B6E455C9F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0813" y="4265613"/>
            <a:ext cx="2643187" cy="229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6">
            <a:extLst>
              <a:ext uri="{FF2B5EF4-FFF2-40B4-BE49-F238E27FC236}">
                <a16:creationId xmlns:a16="http://schemas.microsoft.com/office/drawing/2014/main" id="{5AEFFAA9-CCCF-42D1-8E13-1E802E4FF42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71ACAB7F-AB76-4F6F-BF6F-8F97192634A5}" type="slidenum">
              <a:rPr altLang="en-US" sz="1400" smtClean="0"/>
              <a:pPr>
                <a:lnSpc>
                  <a:spcPct val="100000"/>
                </a:lnSpc>
                <a:spcBef>
                  <a:spcPct val="0"/>
                </a:spcBef>
                <a:buClr>
                  <a:schemeClr val="tx1"/>
                </a:buClr>
                <a:buFontTx/>
                <a:buNone/>
              </a:pPr>
              <a:t>61</a:t>
            </a:fld>
            <a:endParaRPr lang="zh-CN" altLang="en-US" sz="1400"/>
          </a:p>
        </p:txBody>
      </p:sp>
      <p:sp>
        <p:nvSpPr>
          <p:cNvPr id="79875" name="Rectangle 3">
            <a:extLst>
              <a:ext uri="{FF2B5EF4-FFF2-40B4-BE49-F238E27FC236}">
                <a16:creationId xmlns:a16="http://schemas.microsoft.com/office/drawing/2014/main" id="{7B2F4AD9-B09E-4381-B2DE-BA9EA6BCFB50}"/>
              </a:ext>
            </a:extLst>
          </p:cNvPr>
          <p:cNvSpPr>
            <a:spLocks noGrp="1" noChangeArrowheads="1"/>
          </p:cNvSpPr>
          <p:nvPr>
            <p:ph type="body" sz="half" idx="1"/>
          </p:nvPr>
        </p:nvSpPr>
        <p:spPr>
          <a:xfrm>
            <a:off x="1106488" y="1233488"/>
            <a:ext cx="3549650" cy="487362"/>
          </a:xfrm>
        </p:spPr>
        <p:txBody>
          <a:bodyPr/>
          <a:lstStyle/>
          <a:p>
            <a:pPr eaLnBrk="1" hangingPunct="1">
              <a:buFontTx/>
              <a:buBlip>
                <a:blip r:embed="rId3"/>
              </a:buBlip>
            </a:pPr>
            <a:r>
              <a:rPr lang="en-US" altLang="zh-CN" sz="3200" b="1">
                <a:solidFill>
                  <a:srgbClr val="FF9900"/>
                </a:solidFill>
                <a:latin typeface="宋体" panose="02010600030101010101" pitchFamily="2" charset="-122"/>
                <a:ea typeface="宋体" panose="02010600030101010101" pitchFamily="2" charset="-122"/>
              </a:rPr>
              <a:t> </a:t>
            </a:r>
            <a:r>
              <a:rPr lang="zh-CN" altLang="en-US" sz="3200" b="1">
                <a:solidFill>
                  <a:srgbClr val="FF9900"/>
                </a:solidFill>
                <a:latin typeface="宋体" panose="02010600030101010101" pitchFamily="2" charset="-122"/>
                <a:ea typeface="宋体" panose="02010600030101010101" pitchFamily="2" charset="-122"/>
              </a:rPr>
              <a:t>有效性</a:t>
            </a:r>
          </a:p>
        </p:txBody>
      </p:sp>
      <p:graphicFrame>
        <p:nvGraphicFramePr>
          <p:cNvPr id="79876" name="Object 0">
            <a:extLst>
              <a:ext uri="{FF2B5EF4-FFF2-40B4-BE49-F238E27FC236}">
                <a16:creationId xmlns:a16="http://schemas.microsoft.com/office/drawing/2014/main" id="{305BFC2A-8A41-4352-9761-5FD9A7D8A2D5}"/>
              </a:ext>
            </a:extLst>
          </p:cNvPr>
          <p:cNvGraphicFramePr>
            <a:graphicFrameLocks noGrp="1"/>
          </p:cNvGraphicFramePr>
          <p:nvPr>
            <p:ph sz="half" idx="2"/>
          </p:nvPr>
        </p:nvGraphicFramePr>
        <p:xfrm>
          <a:off x="1379538" y="1998663"/>
          <a:ext cx="6845300" cy="1955800"/>
        </p:xfrm>
        <a:graphic>
          <a:graphicData uri="http://schemas.openxmlformats.org/presentationml/2006/ole">
            <mc:AlternateContent xmlns:mc="http://schemas.openxmlformats.org/markup-compatibility/2006">
              <mc:Choice xmlns:v="urn:schemas-microsoft-com:vml" Requires="v">
                <p:oleObj spid="_x0000_s79883" r:id="rId4" imgW="2933700" imgH="838200" progId="Equation.DSMT4">
                  <p:embed/>
                </p:oleObj>
              </mc:Choice>
              <mc:Fallback>
                <p:oleObj r:id="rId4" imgW="2933700" imgH="838200" progId="Equation.DSMT4">
                  <p:embed/>
                  <p:pic>
                    <p:nvPicPr>
                      <p:cNvPr id="0" name="Object 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9538" y="1998663"/>
                        <a:ext cx="68453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9943" name="AutoShape 7">
            <a:extLst>
              <a:ext uri="{FF2B5EF4-FFF2-40B4-BE49-F238E27FC236}">
                <a16:creationId xmlns:a16="http://schemas.microsoft.com/office/drawing/2014/main" id="{38931A08-0771-4A04-AC9D-A7EA75B30744}"/>
              </a:ext>
            </a:extLst>
          </p:cNvPr>
          <p:cNvSpPr>
            <a:spLocks noChangeArrowheads="1"/>
          </p:cNvSpPr>
          <p:nvPr/>
        </p:nvSpPr>
        <p:spPr bwMode="auto">
          <a:xfrm>
            <a:off x="1128713" y="2206625"/>
            <a:ext cx="223837"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repeatCount="indefinite" fill="hold" grpId="0" nodeType="afterEffect">
                                  <p:stCondLst>
                                    <p:cond delay="0"/>
                                  </p:stCondLst>
                                  <p:childTnLst>
                                    <p:animRot by="21600000">
                                      <p:cBhvr>
                                        <p:cTn id="6" dur="3000" fill="hold"/>
                                        <p:tgtEl>
                                          <p:spTgt spid="131994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994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4B0726F5-32FF-4025-A55F-17B310468FB9}"/>
              </a:ext>
            </a:extLst>
          </p:cNvPr>
          <p:cNvSpPr>
            <a:spLocks noGrp="1" noChangeArrowheads="1"/>
          </p:cNvSpPr>
          <p:nvPr>
            <p:ph type="title"/>
          </p:nvPr>
        </p:nvSpPr>
        <p:spPr/>
        <p:txBody>
          <a:bodyPr/>
          <a:lstStyle/>
          <a:p>
            <a:endParaRPr lang="zh-CN" altLang="en-US"/>
          </a:p>
        </p:txBody>
      </p:sp>
      <p:sp>
        <p:nvSpPr>
          <p:cNvPr id="80899" name="内容占位符 2">
            <a:extLst>
              <a:ext uri="{FF2B5EF4-FFF2-40B4-BE49-F238E27FC236}">
                <a16:creationId xmlns:a16="http://schemas.microsoft.com/office/drawing/2014/main" id="{EB4C2DC6-79A0-4CD5-9322-2A107970AF8A}"/>
              </a:ext>
            </a:extLst>
          </p:cNvPr>
          <p:cNvSpPr>
            <a:spLocks noGrp="1" noChangeArrowheads="1"/>
          </p:cNvSpPr>
          <p:nvPr>
            <p:ph idx="1"/>
          </p:nvPr>
        </p:nvSpPr>
        <p:spPr/>
        <p:txBody>
          <a:bodyPr/>
          <a:lstStyle/>
          <a:p>
            <a:endParaRPr lang="zh-CN" altLang="en-US"/>
          </a:p>
        </p:txBody>
      </p:sp>
      <p:pic>
        <p:nvPicPr>
          <p:cNvPr id="80900" name="Picture 2" descr="preview">
            <a:extLst>
              <a:ext uri="{FF2B5EF4-FFF2-40B4-BE49-F238E27FC236}">
                <a16:creationId xmlns:a16="http://schemas.microsoft.com/office/drawing/2014/main" id="{266CE20E-CDA2-417C-A25B-9B7495E76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8" y="1143000"/>
            <a:ext cx="6858000"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a:extLst>
              <a:ext uri="{FF2B5EF4-FFF2-40B4-BE49-F238E27FC236}">
                <a16:creationId xmlns:a16="http://schemas.microsoft.com/office/drawing/2014/main" id="{8D1FA1D7-6176-48ED-93EF-2D0AC1B8A73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B77B10F-A6B6-4C07-B47F-A06BA166AFD2}" type="slidenum">
              <a:rPr altLang="en-US" sz="1400" smtClean="0"/>
              <a:pPr>
                <a:lnSpc>
                  <a:spcPct val="100000"/>
                </a:lnSpc>
                <a:spcBef>
                  <a:spcPct val="0"/>
                </a:spcBef>
                <a:buClr>
                  <a:schemeClr val="tx1"/>
                </a:buClr>
                <a:buFontTx/>
                <a:buNone/>
              </a:pPr>
              <a:t>63</a:t>
            </a:fld>
            <a:endParaRPr lang="zh-CN" altLang="en-US" sz="1400"/>
          </a:p>
        </p:txBody>
      </p:sp>
      <p:graphicFrame>
        <p:nvGraphicFramePr>
          <p:cNvPr id="81923" name="Object 0">
            <a:extLst>
              <a:ext uri="{FF2B5EF4-FFF2-40B4-BE49-F238E27FC236}">
                <a16:creationId xmlns:a16="http://schemas.microsoft.com/office/drawing/2014/main" id="{76F42C47-BB87-4494-842B-E92EF2579547}"/>
              </a:ext>
            </a:extLst>
          </p:cNvPr>
          <p:cNvGraphicFramePr>
            <a:graphicFrameLocks noGrp="1"/>
          </p:cNvGraphicFramePr>
          <p:nvPr>
            <p:ph idx="1"/>
          </p:nvPr>
        </p:nvGraphicFramePr>
        <p:xfrm>
          <a:off x="1420813" y="234950"/>
          <a:ext cx="7429500" cy="919163"/>
        </p:xfrm>
        <a:graphic>
          <a:graphicData uri="http://schemas.openxmlformats.org/presentationml/2006/ole">
            <mc:AlternateContent xmlns:mc="http://schemas.openxmlformats.org/markup-compatibility/2006">
              <mc:Choice xmlns:v="urn:schemas-microsoft-com:vml" Requires="v">
                <p:oleObj spid="_x0000_s81966" r:id="rId3" imgW="4927600" imgH="609600" progId="Equation.DSMT4">
                  <p:embed/>
                </p:oleObj>
              </mc:Choice>
              <mc:Fallback>
                <p:oleObj r:id="rId3" imgW="4927600" imgH="609600" progId="Equation.DSMT4">
                  <p:embed/>
                  <p:pic>
                    <p:nvPicPr>
                      <p:cNvPr id="0" name="Object 0"/>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0813" y="234950"/>
                        <a:ext cx="7429500"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24" name="Text Box 7">
            <a:extLst>
              <a:ext uri="{FF2B5EF4-FFF2-40B4-BE49-F238E27FC236}">
                <a16:creationId xmlns:a16="http://schemas.microsoft.com/office/drawing/2014/main" id="{DAD4D816-39D6-4FEA-A8A4-306EF91229AA}"/>
              </a:ext>
            </a:extLst>
          </p:cNvPr>
          <p:cNvSpPr txBox="1">
            <a:spLocks noChangeArrowheads="1"/>
          </p:cNvSpPr>
          <p:nvPr/>
        </p:nvSpPr>
        <p:spPr bwMode="auto">
          <a:xfrm>
            <a:off x="1022350" y="106363"/>
            <a:ext cx="5222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2278401" name="Object 1">
            <a:extLst>
              <a:ext uri="{FF2B5EF4-FFF2-40B4-BE49-F238E27FC236}">
                <a16:creationId xmlns:a16="http://schemas.microsoft.com/office/drawing/2014/main" id="{9320AD11-A27A-46E0-96CC-4D484D3E8E93}"/>
              </a:ext>
            </a:extLst>
          </p:cNvPr>
          <p:cNvGraphicFramePr>
            <a:graphicFrameLocks/>
          </p:cNvGraphicFramePr>
          <p:nvPr/>
        </p:nvGraphicFramePr>
        <p:xfrm>
          <a:off x="1550988" y="1393825"/>
          <a:ext cx="3652837" cy="600075"/>
        </p:xfrm>
        <a:graphic>
          <a:graphicData uri="http://schemas.openxmlformats.org/presentationml/2006/ole">
            <mc:AlternateContent xmlns:mc="http://schemas.openxmlformats.org/markup-compatibility/2006">
              <mc:Choice xmlns:v="urn:schemas-microsoft-com:vml" Requires="v">
                <p:oleObj spid="_x0000_s81967" r:id="rId6" imgW="2157127" imgH="355292" progId="Equation.DSMT4">
                  <p:embed/>
                </p:oleObj>
              </mc:Choice>
              <mc:Fallback>
                <p:oleObj r:id="rId6" imgW="2157127" imgH="355292" progId="Equation.DSMT4">
                  <p:embed/>
                  <p:pic>
                    <p:nvPicPr>
                      <p:cNvPr id="0" name="Object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0988" y="1393825"/>
                        <a:ext cx="365283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8402" name="Object 2">
            <a:extLst>
              <a:ext uri="{FF2B5EF4-FFF2-40B4-BE49-F238E27FC236}">
                <a16:creationId xmlns:a16="http://schemas.microsoft.com/office/drawing/2014/main" id="{BF37A185-C4A1-4F24-A9E8-62EFE5EA62F0}"/>
              </a:ext>
            </a:extLst>
          </p:cNvPr>
          <p:cNvGraphicFramePr>
            <a:graphicFrameLocks/>
          </p:cNvGraphicFramePr>
          <p:nvPr/>
        </p:nvGraphicFramePr>
        <p:xfrm>
          <a:off x="2095500" y="2254250"/>
          <a:ext cx="3160713" cy="1004888"/>
        </p:xfrm>
        <a:graphic>
          <a:graphicData uri="http://schemas.openxmlformats.org/presentationml/2006/ole">
            <mc:AlternateContent xmlns:mc="http://schemas.openxmlformats.org/markup-compatibility/2006">
              <mc:Choice xmlns:v="urn:schemas-microsoft-com:vml" Requires="v">
                <p:oleObj spid="_x0000_s81968" r:id="rId8" imgW="1993035" imgH="634725" progId="Equation.DSMT4">
                  <p:embed/>
                </p:oleObj>
              </mc:Choice>
              <mc:Fallback>
                <p:oleObj r:id="rId8" imgW="1993035" imgH="634725" progId="Equation.DSMT4">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5500" y="2254250"/>
                        <a:ext cx="3160713"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8403" name="Object 3">
            <a:extLst>
              <a:ext uri="{FF2B5EF4-FFF2-40B4-BE49-F238E27FC236}">
                <a16:creationId xmlns:a16="http://schemas.microsoft.com/office/drawing/2014/main" id="{513076B4-3270-4E9C-B5C2-668491430AAB}"/>
              </a:ext>
            </a:extLst>
          </p:cNvPr>
          <p:cNvGraphicFramePr>
            <a:graphicFrameLocks/>
          </p:cNvGraphicFramePr>
          <p:nvPr/>
        </p:nvGraphicFramePr>
        <p:xfrm>
          <a:off x="2132013" y="3665538"/>
          <a:ext cx="4214812" cy="725487"/>
        </p:xfrm>
        <a:graphic>
          <a:graphicData uri="http://schemas.openxmlformats.org/presentationml/2006/ole">
            <mc:AlternateContent xmlns:mc="http://schemas.openxmlformats.org/markup-compatibility/2006">
              <mc:Choice xmlns:v="urn:schemas-microsoft-com:vml" Requires="v">
                <p:oleObj spid="_x0000_s81969" r:id="rId10" imgW="2792788" imgH="482391" progId="Equation.DSMT4">
                  <p:embed/>
                </p:oleObj>
              </mc:Choice>
              <mc:Fallback>
                <p:oleObj r:id="rId10" imgW="2792788" imgH="482391" progId="Equation.DSMT4">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2013" y="3665538"/>
                        <a:ext cx="4214812"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8404" name="Object 4">
            <a:extLst>
              <a:ext uri="{FF2B5EF4-FFF2-40B4-BE49-F238E27FC236}">
                <a16:creationId xmlns:a16="http://schemas.microsoft.com/office/drawing/2014/main" id="{EF91512D-BBC9-4FDB-B25C-41DDF888BAC4}"/>
              </a:ext>
            </a:extLst>
          </p:cNvPr>
          <p:cNvGraphicFramePr>
            <a:graphicFrameLocks/>
          </p:cNvGraphicFramePr>
          <p:nvPr/>
        </p:nvGraphicFramePr>
        <p:xfrm>
          <a:off x="2198688" y="4979988"/>
          <a:ext cx="5151437" cy="631825"/>
        </p:xfrm>
        <a:graphic>
          <a:graphicData uri="http://schemas.openxmlformats.org/presentationml/2006/ole">
            <mc:AlternateContent xmlns:mc="http://schemas.openxmlformats.org/markup-compatibility/2006">
              <mc:Choice xmlns:v="urn:schemas-microsoft-com:vml" Requires="v">
                <p:oleObj spid="_x0000_s81970" r:id="rId12" imgW="3416300" imgH="419100" progId="Equation.DSMT4">
                  <p:embed/>
                </p:oleObj>
              </mc:Choice>
              <mc:Fallback>
                <p:oleObj r:id="rId12" imgW="3416300" imgH="419100" progId="Equation.DSMT4">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8688" y="4979988"/>
                        <a:ext cx="51514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8405" name="Object 5">
            <a:extLst>
              <a:ext uri="{FF2B5EF4-FFF2-40B4-BE49-F238E27FC236}">
                <a16:creationId xmlns:a16="http://schemas.microsoft.com/office/drawing/2014/main" id="{EBADDC04-C5EA-470C-8B04-FDCDECC2559D}"/>
              </a:ext>
            </a:extLst>
          </p:cNvPr>
          <p:cNvGraphicFramePr>
            <a:graphicFrameLocks/>
          </p:cNvGraphicFramePr>
          <p:nvPr/>
        </p:nvGraphicFramePr>
        <p:xfrm>
          <a:off x="5253038" y="2506663"/>
          <a:ext cx="3443287" cy="603250"/>
        </p:xfrm>
        <a:graphic>
          <a:graphicData uri="http://schemas.openxmlformats.org/presentationml/2006/ole">
            <mc:AlternateContent xmlns:mc="http://schemas.openxmlformats.org/markup-compatibility/2006">
              <mc:Choice xmlns:v="urn:schemas-microsoft-com:vml" Requires="v">
                <p:oleObj spid="_x0000_s81971" r:id="rId14" imgW="2170758" imgH="380835" progId="Equation.DSMT4">
                  <p:embed/>
                </p:oleObj>
              </mc:Choice>
              <mc:Fallback>
                <p:oleObj r:id="rId14" imgW="2170758" imgH="380835"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53038" y="2506663"/>
                        <a:ext cx="3443287"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78406" name="Object 6">
            <a:extLst>
              <a:ext uri="{FF2B5EF4-FFF2-40B4-BE49-F238E27FC236}">
                <a16:creationId xmlns:a16="http://schemas.microsoft.com/office/drawing/2014/main" id="{82B7AFEF-8F39-498B-A05B-B4ACB856F9A5}"/>
              </a:ext>
            </a:extLst>
          </p:cNvPr>
          <p:cNvGraphicFramePr>
            <a:graphicFrameLocks/>
          </p:cNvGraphicFramePr>
          <p:nvPr/>
        </p:nvGraphicFramePr>
        <p:xfrm>
          <a:off x="6481763" y="3763963"/>
          <a:ext cx="1052512" cy="630237"/>
        </p:xfrm>
        <a:graphic>
          <a:graphicData uri="http://schemas.openxmlformats.org/presentationml/2006/ole">
            <mc:AlternateContent xmlns:mc="http://schemas.openxmlformats.org/markup-compatibility/2006">
              <mc:Choice xmlns:v="urn:schemas-microsoft-com:vml" Requires="v">
                <p:oleObj spid="_x0000_s81972" r:id="rId16" imgW="698500" imgH="419100" progId="Equation.DSMT4">
                  <p:embed/>
                </p:oleObj>
              </mc:Choice>
              <mc:Fallback>
                <p:oleObj r:id="rId16" imgW="698500" imgH="419100" progId="Equation.DSMT4">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81763" y="3763963"/>
                        <a:ext cx="1052512"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278401"/>
                                        </p:tgtEl>
                                        <p:attrNameLst>
                                          <p:attrName>style.visibility</p:attrName>
                                        </p:attrNameLst>
                                      </p:cBhvr>
                                      <p:to>
                                        <p:strVal val="visible"/>
                                      </p:to>
                                    </p:set>
                                    <p:animEffect transition="in" filter="slide(fromLeft)">
                                      <p:cBhvr>
                                        <p:cTn id="7" dur="1000"/>
                                        <p:tgtEl>
                                          <p:spTgt spid="22784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2278402"/>
                                        </p:tgtEl>
                                        <p:attrNameLst>
                                          <p:attrName>style.visibility</p:attrName>
                                        </p:attrNameLst>
                                      </p:cBhvr>
                                      <p:to>
                                        <p:strVal val="visible"/>
                                      </p:to>
                                    </p:set>
                                    <p:animEffect transition="in" filter="slide(fromLeft)">
                                      <p:cBhvr>
                                        <p:cTn id="12" dur="1000"/>
                                        <p:tgtEl>
                                          <p:spTgt spid="22784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78405"/>
                                        </p:tgtEl>
                                        <p:attrNameLst>
                                          <p:attrName>style.visibility</p:attrName>
                                        </p:attrNameLst>
                                      </p:cBhvr>
                                      <p:to>
                                        <p:strVal val="visible"/>
                                      </p:to>
                                    </p:set>
                                    <p:animEffect transition="in" filter="wipe(left)">
                                      <p:cBhvr>
                                        <p:cTn id="17" dur="2000"/>
                                        <p:tgtEl>
                                          <p:spTgt spid="22784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2278403"/>
                                        </p:tgtEl>
                                        <p:attrNameLst>
                                          <p:attrName>style.visibility</p:attrName>
                                        </p:attrNameLst>
                                      </p:cBhvr>
                                      <p:to>
                                        <p:strVal val="visible"/>
                                      </p:to>
                                    </p:set>
                                    <p:animEffect transition="in" filter="slide(fromLeft)">
                                      <p:cBhvr>
                                        <p:cTn id="22" dur="1000"/>
                                        <p:tgtEl>
                                          <p:spTgt spid="22784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78406"/>
                                        </p:tgtEl>
                                        <p:attrNameLst>
                                          <p:attrName>style.visibility</p:attrName>
                                        </p:attrNameLst>
                                      </p:cBhvr>
                                      <p:to>
                                        <p:strVal val="visible"/>
                                      </p:to>
                                    </p:set>
                                    <p:animEffect transition="in" filter="wipe(left)">
                                      <p:cBhvr>
                                        <p:cTn id="27" dur="2000"/>
                                        <p:tgtEl>
                                          <p:spTgt spid="22784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2278404"/>
                                        </p:tgtEl>
                                        <p:attrNameLst>
                                          <p:attrName>style.visibility</p:attrName>
                                        </p:attrNameLst>
                                      </p:cBhvr>
                                      <p:to>
                                        <p:strVal val="visible"/>
                                      </p:to>
                                    </p:set>
                                    <p:animEffect transition="in" filter="slide(fromLeft)">
                                      <p:cBhvr>
                                        <p:cTn id="32" dur="1000"/>
                                        <p:tgtEl>
                                          <p:spTgt spid="2278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8">
            <a:extLst>
              <a:ext uri="{FF2B5EF4-FFF2-40B4-BE49-F238E27FC236}">
                <a16:creationId xmlns:a16="http://schemas.microsoft.com/office/drawing/2014/main" id="{8344BB9A-367E-4285-B611-3F38A99E2ED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0" hangingPunct="0">
              <a:lnSpc>
                <a:spcPct val="100000"/>
              </a:lnSpc>
              <a:spcBef>
                <a:spcPct val="0"/>
              </a:spcBef>
              <a:buClr>
                <a:schemeClr val="tx1"/>
              </a:buClr>
              <a:buFontTx/>
              <a:buNone/>
            </a:pPr>
            <a:fld id="{8C58E8AE-36BE-4732-829D-4E9DF8AAB23A}" type="slidenum">
              <a:rPr altLang="zh-CN" sz="1400" b="1" i="1" smtClean="0">
                <a:latin typeface="Times" panose="02020603050405020304" pitchFamily="18" charset="0"/>
              </a:rPr>
              <a:pPr eaLnBrk="0" hangingPunct="0">
                <a:lnSpc>
                  <a:spcPct val="100000"/>
                </a:lnSpc>
                <a:spcBef>
                  <a:spcPct val="0"/>
                </a:spcBef>
                <a:buClr>
                  <a:schemeClr val="tx1"/>
                </a:buClr>
                <a:buFontTx/>
                <a:buNone/>
              </a:pPr>
              <a:t>64</a:t>
            </a:fld>
            <a:endParaRPr lang="zh-CN" altLang="zh-CN" sz="1400" b="1" i="1">
              <a:latin typeface="Times" panose="02020603050405020304" pitchFamily="18" charset="0"/>
            </a:endParaRPr>
          </a:p>
        </p:txBody>
      </p:sp>
      <p:sp>
        <p:nvSpPr>
          <p:cNvPr id="82947" name="Rectangle 183" descr="蓝色面巾纸">
            <a:extLst>
              <a:ext uri="{FF2B5EF4-FFF2-40B4-BE49-F238E27FC236}">
                <a16:creationId xmlns:a16="http://schemas.microsoft.com/office/drawing/2014/main" id="{0DDBCBA7-BCF3-4251-A81D-E1631C86E865}"/>
              </a:ext>
            </a:extLst>
          </p:cNvPr>
          <p:cNvSpPr>
            <a:spLocks noChangeArrowheads="1"/>
          </p:cNvSpPr>
          <p:nvPr/>
        </p:nvSpPr>
        <p:spPr bwMode="auto">
          <a:xfrm>
            <a:off x="617538" y="1136650"/>
            <a:ext cx="7564437" cy="4970463"/>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buClr>
                <a:schemeClr val="tx1"/>
              </a:buClr>
              <a:buSzPct val="80000"/>
              <a:buFontTx/>
              <a:buNone/>
            </a:pPr>
            <a:endParaRPr lang="zh-CN" altLang="zh-CN" sz="2800" b="1" i="1">
              <a:latin typeface="宋体" panose="02010600030101010101" pitchFamily="2" charset="-122"/>
              <a:ea typeface="宋体" panose="02010600030101010101" pitchFamily="2" charset="-122"/>
            </a:endParaRPr>
          </a:p>
        </p:txBody>
      </p:sp>
      <p:sp>
        <p:nvSpPr>
          <p:cNvPr id="82948" name="Rectangle 13" descr="蓝色面巾纸">
            <a:extLst>
              <a:ext uri="{FF2B5EF4-FFF2-40B4-BE49-F238E27FC236}">
                <a16:creationId xmlns:a16="http://schemas.microsoft.com/office/drawing/2014/main" id="{EEBAA021-6FA0-487D-BE03-5BC868FBA9D3}"/>
              </a:ext>
            </a:extLst>
          </p:cNvPr>
          <p:cNvSpPr>
            <a:spLocks noChangeArrowheads="1"/>
          </p:cNvSpPr>
          <p:nvPr/>
        </p:nvSpPr>
        <p:spPr bwMode="auto">
          <a:xfrm>
            <a:off x="4997450" y="1285875"/>
            <a:ext cx="3270250" cy="1030288"/>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buClr>
                <a:schemeClr val="tx1"/>
              </a:buClr>
              <a:buSzPct val="80000"/>
              <a:buFontTx/>
              <a:buNone/>
            </a:pPr>
            <a:r>
              <a:rPr lang="zh-CN" altLang="en-US" sz="2800" i="1">
                <a:latin typeface="宋体" panose="02010600030101010101" pitchFamily="2" charset="-122"/>
                <a:ea typeface="宋体" panose="02010600030101010101" pitchFamily="2" charset="-122"/>
              </a:rPr>
              <a:t>数学期望   方差</a:t>
            </a:r>
          </a:p>
        </p:txBody>
      </p:sp>
      <p:sp>
        <p:nvSpPr>
          <p:cNvPr id="82949" name="Rectangle 14" descr="蓝色面巾纸">
            <a:extLst>
              <a:ext uri="{FF2B5EF4-FFF2-40B4-BE49-F238E27FC236}">
                <a16:creationId xmlns:a16="http://schemas.microsoft.com/office/drawing/2014/main" id="{7A9F9D40-5708-4C21-9DF0-CC72402F31D2}"/>
              </a:ext>
            </a:extLst>
          </p:cNvPr>
          <p:cNvSpPr>
            <a:spLocks noChangeArrowheads="1"/>
          </p:cNvSpPr>
          <p:nvPr/>
        </p:nvSpPr>
        <p:spPr bwMode="auto">
          <a:xfrm>
            <a:off x="2720975" y="1201738"/>
            <a:ext cx="2311400" cy="64135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buClr>
                <a:schemeClr val="tx1"/>
              </a:buClr>
              <a:buSzPct val="80000"/>
              <a:buFontTx/>
              <a:buNone/>
            </a:pPr>
            <a:r>
              <a:rPr lang="en-US" altLang="zh-CN" sz="2800" b="1" i="1">
                <a:latin typeface="Times" panose="02020603050405020304" pitchFamily="18" charset="0"/>
                <a:ea typeface="宋体" panose="02010600030101010101" pitchFamily="2" charset="-122"/>
              </a:rPr>
              <a:t> </a:t>
            </a:r>
            <a:r>
              <a:rPr lang="zh-CN" altLang="en-US" sz="1800" b="1" i="1">
                <a:latin typeface="Times" panose="02020603050405020304" pitchFamily="18" charset="0"/>
                <a:ea typeface="宋体" panose="02010600030101010101" pitchFamily="2" charset="-122"/>
              </a:rPr>
              <a:t>分布率或 密度函数</a:t>
            </a:r>
            <a:endParaRPr lang="zh-CN" altLang="en-US" sz="1800" i="1">
              <a:latin typeface="宋体" panose="02010600030101010101" pitchFamily="2" charset="-122"/>
              <a:ea typeface="宋体" panose="02010600030101010101" pitchFamily="2" charset="-122"/>
            </a:endParaRPr>
          </a:p>
        </p:txBody>
      </p:sp>
      <p:sp>
        <p:nvSpPr>
          <p:cNvPr id="82950" name="Rectangle 15" descr="蓝色面巾纸">
            <a:extLst>
              <a:ext uri="{FF2B5EF4-FFF2-40B4-BE49-F238E27FC236}">
                <a16:creationId xmlns:a16="http://schemas.microsoft.com/office/drawing/2014/main" id="{7E0F834B-91A8-4843-9777-B78751F0817C}"/>
              </a:ext>
            </a:extLst>
          </p:cNvPr>
          <p:cNvSpPr>
            <a:spLocks noChangeArrowheads="1"/>
          </p:cNvSpPr>
          <p:nvPr/>
        </p:nvSpPr>
        <p:spPr bwMode="auto">
          <a:xfrm>
            <a:off x="685800" y="1201738"/>
            <a:ext cx="1325563" cy="94615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buClr>
                <a:schemeClr val="tx1"/>
              </a:buClr>
              <a:buSzPct val="80000"/>
              <a:buFontTx/>
              <a:buNone/>
            </a:pPr>
            <a:r>
              <a:rPr lang="en-US" altLang="zh-CN" sz="2800" b="1" i="1">
                <a:latin typeface="Times" panose="02020603050405020304" pitchFamily="18" charset="0"/>
                <a:ea typeface="宋体" panose="02010600030101010101" pitchFamily="2" charset="-122"/>
              </a:rPr>
              <a:t>    </a:t>
            </a:r>
            <a:r>
              <a:rPr lang="zh-CN" altLang="en-US" sz="2800" b="1" i="1">
                <a:latin typeface="Times" panose="02020603050405020304" pitchFamily="18" charset="0"/>
                <a:ea typeface="宋体" panose="02010600030101010101" pitchFamily="2" charset="-122"/>
              </a:rPr>
              <a:t>分布</a:t>
            </a:r>
            <a:endParaRPr lang="zh-CN" altLang="en-US" sz="2800" i="1">
              <a:latin typeface="宋体" panose="02010600030101010101" pitchFamily="2" charset="-122"/>
              <a:ea typeface="宋体" panose="02010600030101010101" pitchFamily="2" charset="-122"/>
            </a:endParaRPr>
          </a:p>
        </p:txBody>
      </p:sp>
      <p:graphicFrame>
        <p:nvGraphicFramePr>
          <p:cNvPr id="2131195" name="Group 251">
            <a:extLst>
              <a:ext uri="{FF2B5EF4-FFF2-40B4-BE49-F238E27FC236}">
                <a16:creationId xmlns:a16="http://schemas.microsoft.com/office/drawing/2014/main" id="{C7836F43-DC96-43A0-86A8-6858E88BE337}"/>
              </a:ext>
            </a:extLst>
          </p:cNvPr>
          <p:cNvGraphicFramePr>
            <a:graphicFrameLocks noGrp="1"/>
          </p:cNvGraphicFramePr>
          <p:nvPr/>
        </p:nvGraphicFramePr>
        <p:xfrm>
          <a:off x="642938" y="1185863"/>
          <a:ext cx="7553325" cy="5276850"/>
        </p:xfrm>
        <a:graphic>
          <a:graphicData uri="http://schemas.openxmlformats.org/drawingml/2006/table">
            <a:tbl>
              <a:tblPr/>
              <a:tblGrid>
                <a:gridCol w="1889125">
                  <a:extLst>
                    <a:ext uri="{9D8B030D-6E8A-4147-A177-3AD203B41FA5}">
                      <a16:colId xmlns:a16="http://schemas.microsoft.com/office/drawing/2014/main" val="2966529460"/>
                    </a:ext>
                  </a:extLst>
                </a:gridCol>
                <a:gridCol w="2532062">
                  <a:extLst>
                    <a:ext uri="{9D8B030D-6E8A-4147-A177-3AD203B41FA5}">
                      <a16:colId xmlns:a16="http://schemas.microsoft.com/office/drawing/2014/main" val="3073356927"/>
                    </a:ext>
                  </a:extLst>
                </a:gridCol>
                <a:gridCol w="1658938">
                  <a:extLst>
                    <a:ext uri="{9D8B030D-6E8A-4147-A177-3AD203B41FA5}">
                      <a16:colId xmlns:a16="http://schemas.microsoft.com/office/drawing/2014/main" val="1293494322"/>
                    </a:ext>
                  </a:extLst>
                </a:gridCol>
                <a:gridCol w="1473200">
                  <a:extLst>
                    <a:ext uri="{9D8B030D-6E8A-4147-A177-3AD203B41FA5}">
                      <a16:colId xmlns:a16="http://schemas.microsoft.com/office/drawing/2014/main" val="1904681428"/>
                    </a:ext>
                  </a:extLst>
                </a:gridCol>
              </a:tblGrid>
              <a:tr h="584200">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772756789"/>
                  </a:ext>
                </a:extLst>
              </a:tr>
              <a:tr h="858838">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0</a:t>
                      </a:r>
                      <a:r>
                        <a:rPr kumimoji="0" lang="zh-CN" altLang="en-US"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a:t>
                      </a: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1</a:t>
                      </a:r>
                      <a:r>
                        <a:rPr kumimoji="0" lang="zh-CN" altLang="en-US"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分布</a:t>
                      </a: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1" u="none" strike="noStrike" cap="none" normalizeH="0" baseline="0">
                          <a:ln>
                            <a:noFill/>
                          </a:ln>
                          <a:solidFill>
                            <a:schemeClr val="tx1"/>
                          </a:solidFill>
                          <a:effectLst/>
                          <a:latin typeface="Times" panose="02020603050405020304" pitchFamily="18" charset="0"/>
                          <a:ea typeface="宋体" panose="02010600030101010101" pitchFamily="2" charset="-122"/>
                        </a:rPr>
                        <a:t>                </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      p</a:t>
                      </a: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  p(1-p)</a:t>
                      </a: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265411478"/>
                  </a:ext>
                </a:extLst>
              </a:tr>
              <a:tr h="766763">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1" i="1" u="none" strike="noStrike" cap="none" normalizeH="0" baseline="0">
                          <a:ln>
                            <a:noFill/>
                          </a:ln>
                          <a:solidFill>
                            <a:schemeClr val="tx1"/>
                          </a:solidFill>
                          <a:effectLst/>
                          <a:latin typeface="Times" panose="02020603050405020304" pitchFamily="18" charset="0"/>
                          <a:ea typeface="宋体" panose="02010600030101010101" pitchFamily="2" charset="-122"/>
                        </a:rPr>
                        <a:t>二项分布</a:t>
                      </a:r>
                      <a:r>
                        <a:rPr kumimoji="0" lang="en-US" altLang="zh-CN" sz="2000" b="1" i="1" u="none" strike="noStrike" cap="none" normalizeH="0" baseline="0">
                          <a:ln>
                            <a:noFill/>
                          </a:ln>
                          <a:solidFill>
                            <a:schemeClr val="tx1"/>
                          </a:solidFill>
                          <a:effectLst/>
                          <a:latin typeface="Times" panose="02020603050405020304" pitchFamily="18" charset="0"/>
                          <a:ea typeface="宋体" panose="02010600030101010101" pitchFamily="2" charset="-122"/>
                        </a:rPr>
                        <a:t>b(n,p)</a:t>
                      </a: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      np</a:t>
                      </a: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np(1-p)</a:t>
                      </a: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470207833"/>
                  </a:ext>
                </a:extLst>
              </a:tr>
              <a:tr h="766763">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1" i="1" u="none" strike="noStrike" cap="none" normalizeH="0" baseline="0">
                          <a:ln>
                            <a:noFill/>
                          </a:ln>
                          <a:solidFill>
                            <a:schemeClr val="tx1"/>
                          </a:solidFill>
                          <a:effectLst/>
                          <a:latin typeface="Times" panose="02020603050405020304" pitchFamily="18" charset="0"/>
                          <a:ea typeface="宋体" panose="02010600030101010101" pitchFamily="2" charset="-122"/>
                        </a:rPr>
                        <a:t>泊松分布</a:t>
                      </a:r>
                      <a:r>
                        <a:rPr kumimoji="0" lang="zh-CN" altLang="en-US"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     </a:t>
                      </a: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rPr>
                        <a:t>     </a:t>
                      </a: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282245095"/>
                  </a:ext>
                </a:extLst>
              </a:tr>
              <a:tr h="768350">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1" i="1" u="none" strike="noStrike" cap="none" normalizeH="0" baseline="0">
                          <a:ln>
                            <a:noFill/>
                          </a:ln>
                          <a:solidFill>
                            <a:schemeClr val="tx1"/>
                          </a:solidFill>
                          <a:effectLst/>
                          <a:latin typeface="Times" panose="02020603050405020304" pitchFamily="18" charset="0"/>
                          <a:ea typeface="宋体" panose="02010600030101010101" pitchFamily="2" charset="-122"/>
                        </a:rPr>
                        <a:t>均匀分布</a:t>
                      </a:r>
                      <a:r>
                        <a:rPr kumimoji="0" lang="en-US" altLang="zh-CN" sz="2000" b="1" i="1" u="none" strike="noStrike" cap="none" normalizeH="0" baseline="0">
                          <a:ln>
                            <a:noFill/>
                          </a:ln>
                          <a:solidFill>
                            <a:schemeClr val="tx1"/>
                          </a:solidFill>
                          <a:effectLst/>
                          <a:latin typeface="Times" panose="02020603050405020304" pitchFamily="18" charset="0"/>
                          <a:ea typeface="宋体" panose="02010600030101010101" pitchFamily="2" charset="-122"/>
                        </a:rPr>
                        <a:t>U(a,b)</a:t>
                      </a: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293752841"/>
                  </a:ext>
                </a:extLst>
              </a:tr>
              <a:tr h="765175">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1" i="1" u="none" strike="noStrike" cap="none" normalizeH="0" baseline="0">
                          <a:ln>
                            <a:noFill/>
                          </a:ln>
                          <a:solidFill>
                            <a:schemeClr val="tx1"/>
                          </a:solidFill>
                          <a:effectLst/>
                          <a:latin typeface="Times" panose="02020603050405020304" pitchFamily="18" charset="0"/>
                          <a:ea typeface="宋体" panose="02010600030101010101" pitchFamily="2" charset="-122"/>
                        </a:rPr>
                        <a:t>指数分布</a:t>
                      </a: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2977386673"/>
                  </a:ext>
                </a:extLst>
              </a:tr>
              <a:tr h="766763">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1" i="1" u="none" strike="noStrike" cap="none" normalizeH="0" baseline="0">
                          <a:ln>
                            <a:noFill/>
                          </a:ln>
                          <a:solidFill>
                            <a:schemeClr val="tx1"/>
                          </a:solidFill>
                          <a:effectLst/>
                          <a:latin typeface="Times" panose="02020603050405020304" pitchFamily="18" charset="0"/>
                          <a:ea typeface="宋体" panose="02010600030101010101" pitchFamily="2" charset="-122"/>
                        </a:rPr>
                        <a:t>正态分布</a:t>
                      </a:r>
                    </a:p>
                  </a:txBody>
                  <a:tcPr marL="90000" marR="90000" marT="46800" marB="46800"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lvl1pPr>
                        <a:spcBef>
                          <a:spcPct val="20000"/>
                        </a:spcBef>
                        <a:defRPr sz="2800" b="1" i="1">
                          <a:solidFill>
                            <a:schemeClr val="tx1"/>
                          </a:solidFill>
                          <a:latin typeface="Times" panose="02020603050405020304" pitchFamily="18" charset="0"/>
                        </a:defRPr>
                      </a:lvl1pPr>
                      <a:lvl2pPr marL="742950" indent="-285750">
                        <a:spcBef>
                          <a:spcPct val="20000"/>
                        </a:spcBef>
                        <a:defRPr sz="2400" b="1" i="1">
                          <a:solidFill>
                            <a:schemeClr val="tx1"/>
                          </a:solidFill>
                          <a:latin typeface="Times" panose="02020603050405020304" pitchFamily="18" charset="0"/>
                        </a:defRPr>
                      </a:lvl2pPr>
                      <a:lvl3pPr marL="1143000" indent="-228600">
                        <a:spcBef>
                          <a:spcPct val="20000"/>
                        </a:spcBef>
                        <a:defRPr sz="2000" b="1" i="1">
                          <a:solidFill>
                            <a:schemeClr val="tx1"/>
                          </a:solidFill>
                          <a:latin typeface="Times" panose="02020603050405020304" pitchFamily="18" charset="0"/>
                        </a:defRPr>
                      </a:lvl3pPr>
                      <a:lvl4pPr marL="1600200" indent="-228600">
                        <a:spcBef>
                          <a:spcPct val="20000"/>
                        </a:spcBef>
                        <a:defRPr b="1" i="1">
                          <a:solidFill>
                            <a:schemeClr val="tx1"/>
                          </a:solidFill>
                          <a:latin typeface="Times" panose="02020603050405020304" pitchFamily="18" charset="0"/>
                        </a:defRPr>
                      </a:lvl4pPr>
                      <a:lvl5pPr marL="2057400" indent="-228600">
                        <a:spcBef>
                          <a:spcPct val="20000"/>
                        </a:spcBef>
                        <a:defRPr b="1" i="1">
                          <a:solidFill>
                            <a:schemeClr val="tx1"/>
                          </a:solidFill>
                          <a:latin typeface="Times" panose="02020603050405020304" pitchFamily="18" charset="0"/>
                        </a:defRPr>
                      </a:lvl5pPr>
                      <a:lvl6pPr marL="2514600" indent="-228600" eaLnBrk="0" fontAlgn="base" hangingPunct="0">
                        <a:spcBef>
                          <a:spcPct val="20000"/>
                        </a:spcBef>
                        <a:spcAft>
                          <a:spcPct val="0"/>
                        </a:spcAft>
                        <a:defRPr b="1" i="1">
                          <a:solidFill>
                            <a:schemeClr val="tx1"/>
                          </a:solidFill>
                          <a:latin typeface="Times" panose="02020603050405020304" pitchFamily="18" charset="0"/>
                        </a:defRPr>
                      </a:lvl6pPr>
                      <a:lvl7pPr marL="2971800" indent="-228600" eaLnBrk="0" fontAlgn="base" hangingPunct="0">
                        <a:spcBef>
                          <a:spcPct val="20000"/>
                        </a:spcBef>
                        <a:spcAft>
                          <a:spcPct val="0"/>
                        </a:spcAft>
                        <a:defRPr b="1" i="1">
                          <a:solidFill>
                            <a:schemeClr val="tx1"/>
                          </a:solidFill>
                          <a:latin typeface="Times" panose="02020603050405020304" pitchFamily="18" charset="0"/>
                        </a:defRPr>
                      </a:lvl7pPr>
                      <a:lvl8pPr marL="3429000" indent="-228600" eaLnBrk="0" fontAlgn="base" hangingPunct="0">
                        <a:spcBef>
                          <a:spcPct val="20000"/>
                        </a:spcBef>
                        <a:spcAft>
                          <a:spcPct val="0"/>
                        </a:spcAft>
                        <a:defRPr b="1" i="1">
                          <a:solidFill>
                            <a:schemeClr val="tx1"/>
                          </a:solidFill>
                          <a:latin typeface="Times" panose="02020603050405020304" pitchFamily="18" charset="0"/>
                        </a:defRPr>
                      </a:lvl8pPr>
                      <a:lvl9pPr marL="3886200" indent="-228600" eaLnBrk="0" fontAlgn="base" hangingPunct="0">
                        <a:spcBef>
                          <a:spcPct val="20000"/>
                        </a:spcBef>
                        <a:spcAft>
                          <a:spcPct val="0"/>
                        </a:spcAft>
                        <a:defRPr b="1" i="1">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1" i="1" u="none" strike="noStrike" cap="none" normalizeH="0" baseline="0">
                        <a:ln>
                          <a:noFill/>
                        </a:ln>
                        <a:solidFill>
                          <a:schemeClr val="tx1"/>
                        </a:solidFill>
                        <a:effectLst/>
                        <a:latin typeface="Times"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200349846"/>
                  </a:ext>
                </a:extLst>
              </a:tr>
            </a:tbl>
          </a:graphicData>
        </a:graphic>
      </p:graphicFrame>
      <p:graphicFrame>
        <p:nvGraphicFramePr>
          <p:cNvPr id="82993" name="Object 241">
            <a:extLst>
              <a:ext uri="{FF2B5EF4-FFF2-40B4-BE49-F238E27FC236}">
                <a16:creationId xmlns:a16="http://schemas.microsoft.com/office/drawing/2014/main" id="{05150BC7-CC52-4B57-BBD9-7EF99DA61707}"/>
              </a:ext>
            </a:extLst>
          </p:cNvPr>
          <p:cNvGraphicFramePr>
            <a:graphicFrameLocks/>
          </p:cNvGraphicFramePr>
          <p:nvPr/>
        </p:nvGraphicFramePr>
        <p:xfrm>
          <a:off x="2717800" y="1846263"/>
          <a:ext cx="2128838" cy="660400"/>
        </p:xfrm>
        <a:graphic>
          <a:graphicData uri="http://schemas.openxmlformats.org/presentationml/2006/ole">
            <mc:AlternateContent xmlns:mc="http://schemas.openxmlformats.org/markup-compatibility/2006">
              <mc:Choice xmlns:v="urn:schemas-microsoft-com:vml" Requires="v">
                <p:oleObj spid="_x0000_s83101" r:id="rId4" imgW="1473200" imgH="457200" progId="Equation.DSMT4">
                  <p:embed/>
                </p:oleObj>
              </mc:Choice>
              <mc:Fallback>
                <p:oleObj r:id="rId4" imgW="1473200" imgH="457200" progId="Equation.DSMT4">
                  <p:embed/>
                  <p:pic>
                    <p:nvPicPr>
                      <p:cNvPr id="0" name="Object 24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7800" y="1846263"/>
                        <a:ext cx="2128838"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94" name="Object 247">
            <a:extLst>
              <a:ext uri="{FF2B5EF4-FFF2-40B4-BE49-F238E27FC236}">
                <a16:creationId xmlns:a16="http://schemas.microsoft.com/office/drawing/2014/main" id="{B977FA59-6C42-4C89-AA16-CC17B87D1C54}"/>
              </a:ext>
            </a:extLst>
          </p:cNvPr>
          <p:cNvGraphicFramePr>
            <a:graphicFrameLocks/>
          </p:cNvGraphicFramePr>
          <p:nvPr/>
        </p:nvGraphicFramePr>
        <p:xfrm>
          <a:off x="2616200" y="2652713"/>
          <a:ext cx="2382838" cy="700087"/>
        </p:xfrm>
        <a:graphic>
          <a:graphicData uri="http://schemas.openxmlformats.org/presentationml/2006/ole">
            <mc:AlternateContent xmlns:mc="http://schemas.openxmlformats.org/markup-compatibility/2006">
              <mc:Choice xmlns:v="urn:schemas-microsoft-com:vml" Requires="v">
                <p:oleObj spid="_x0000_s83102" r:id="rId6" imgW="1638300" imgH="457200" progId="Equation.DSMT4">
                  <p:embed/>
                </p:oleObj>
              </mc:Choice>
              <mc:Fallback>
                <p:oleObj r:id="rId6" imgW="1638300" imgH="457200" progId="Equation.DSMT4">
                  <p:embed/>
                  <p:pic>
                    <p:nvPicPr>
                      <p:cNvPr id="0" name="Object 24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6200" y="2652713"/>
                        <a:ext cx="2382838"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95" name="Object 252">
            <a:extLst>
              <a:ext uri="{FF2B5EF4-FFF2-40B4-BE49-F238E27FC236}">
                <a16:creationId xmlns:a16="http://schemas.microsoft.com/office/drawing/2014/main" id="{6858CFFD-9F72-4EF6-9882-1E35ADF0B446}"/>
              </a:ext>
            </a:extLst>
          </p:cNvPr>
          <p:cNvGraphicFramePr>
            <a:graphicFrameLocks/>
          </p:cNvGraphicFramePr>
          <p:nvPr/>
        </p:nvGraphicFramePr>
        <p:xfrm>
          <a:off x="1697038" y="3767138"/>
          <a:ext cx="885825" cy="523875"/>
        </p:xfrm>
        <a:graphic>
          <a:graphicData uri="http://schemas.openxmlformats.org/presentationml/2006/ole">
            <mc:AlternateContent xmlns:mc="http://schemas.openxmlformats.org/markup-compatibility/2006">
              <mc:Choice xmlns:v="urn:schemas-microsoft-com:vml" Requires="v">
                <p:oleObj spid="_x0000_s83103" r:id="rId8" imgW="342603" imgH="203024" progId="Equation.DSMT4">
                  <p:embed/>
                </p:oleObj>
              </mc:Choice>
              <mc:Fallback>
                <p:oleObj r:id="rId8" imgW="342603" imgH="203024" progId="Equation.DSMT4">
                  <p:embed/>
                  <p:pic>
                    <p:nvPicPr>
                      <p:cNvPr id="0" name="Object 25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7038" y="3767138"/>
                        <a:ext cx="885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96" name="Object 253">
            <a:extLst>
              <a:ext uri="{FF2B5EF4-FFF2-40B4-BE49-F238E27FC236}">
                <a16:creationId xmlns:a16="http://schemas.microsoft.com/office/drawing/2014/main" id="{BE4968E8-DA0A-437E-8734-B8F9BBFB39DD}"/>
              </a:ext>
            </a:extLst>
          </p:cNvPr>
          <p:cNvGraphicFramePr>
            <a:graphicFrameLocks/>
          </p:cNvGraphicFramePr>
          <p:nvPr/>
        </p:nvGraphicFramePr>
        <p:xfrm>
          <a:off x="2855913" y="3432175"/>
          <a:ext cx="1901825" cy="700088"/>
        </p:xfrm>
        <a:graphic>
          <a:graphicData uri="http://schemas.openxmlformats.org/presentationml/2006/ole">
            <mc:AlternateContent xmlns:mc="http://schemas.openxmlformats.org/markup-compatibility/2006">
              <mc:Choice xmlns:v="urn:schemas-microsoft-com:vml" Requires="v">
                <p:oleObj spid="_x0000_s83104" r:id="rId10" imgW="1308100" imgH="457200" progId="Equation.DSMT4">
                  <p:embed/>
                </p:oleObj>
              </mc:Choice>
              <mc:Fallback>
                <p:oleObj r:id="rId10" imgW="1308100" imgH="457200" progId="Equation.DSMT4">
                  <p:embed/>
                  <p:pic>
                    <p:nvPicPr>
                      <p:cNvPr id="0" name="Object 25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55913" y="3432175"/>
                        <a:ext cx="1901825"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97" name="Object 254">
            <a:extLst>
              <a:ext uri="{FF2B5EF4-FFF2-40B4-BE49-F238E27FC236}">
                <a16:creationId xmlns:a16="http://schemas.microsoft.com/office/drawing/2014/main" id="{D6345A59-74A9-4016-A13F-993B1E9BDDF7}"/>
              </a:ext>
            </a:extLst>
          </p:cNvPr>
          <p:cNvGraphicFramePr>
            <a:graphicFrameLocks/>
          </p:cNvGraphicFramePr>
          <p:nvPr/>
        </p:nvGraphicFramePr>
        <p:xfrm>
          <a:off x="5619750" y="3562350"/>
          <a:ext cx="360363" cy="458788"/>
        </p:xfrm>
        <a:graphic>
          <a:graphicData uri="http://schemas.openxmlformats.org/presentationml/2006/ole">
            <mc:AlternateContent xmlns:mc="http://schemas.openxmlformats.org/markup-compatibility/2006">
              <mc:Choice xmlns:v="urn:schemas-microsoft-com:vml" Requires="v">
                <p:oleObj spid="_x0000_s83105" r:id="rId12" imgW="139458" imgH="177492" progId="Equation.DSMT4">
                  <p:embed/>
                </p:oleObj>
              </mc:Choice>
              <mc:Fallback>
                <p:oleObj r:id="rId12" imgW="139458" imgH="177492" progId="Equation.DSMT4">
                  <p:embed/>
                  <p:pic>
                    <p:nvPicPr>
                      <p:cNvPr id="0" name="Object 25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19750" y="3562350"/>
                        <a:ext cx="3603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98" name="Object 255">
            <a:extLst>
              <a:ext uri="{FF2B5EF4-FFF2-40B4-BE49-F238E27FC236}">
                <a16:creationId xmlns:a16="http://schemas.microsoft.com/office/drawing/2014/main" id="{263409A9-779B-4025-A003-F641D92C4808}"/>
              </a:ext>
            </a:extLst>
          </p:cNvPr>
          <p:cNvGraphicFramePr>
            <a:graphicFrameLocks/>
          </p:cNvGraphicFramePr>
          <p:nvPr/>
        </p:nvGraphicFramePr>
        <p:xfrm>
          <a:off x="7194550" y="3611563"/>
          <a:ext cx="360363" cy="458787"/>
        </p:xfrm>
        <a:graphic>
          <a:graphicData uri="http://schemas.openxmlformats.org/presentationml/2006/ole">
            <mc:AlternateContent xmlns:mc="http://schemas.openxmlformats.org/markup-compatibility/2006">
              <mc:Choice xmlns:v="urn:schemas-microsoft-com:vml" Requires="v">
                <p:oleObj spid="_x0000_s83106" r:id="rId14" imgW="139458" imgH="177492" progId="Equation.DSMT4">
                  <p:embed/>
                </p:oleObj>
              </mc:Choice>
              <mc:Fallback>
                <p:oleObj r:id="rId14" imgW="139458" imgH="177492" progId="Equation.DSMT4">
                  <p:embed/>
                  <p:pic>
                    <p:nvPicPr>
                      <p:cNvPr id="0" name="Object 25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94550" y="3611563"/>
                        <a:ext cx="3603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99" name="Object 256">
            <a:extLst>
              <a:ext uri="{FF2B5EF4-FFF2-40B4-BE49-F238E27FC236}">
                <a16:creationId xmlns:a16="http://schemas.microsoft.com/office/drawing/2014/main" id="{01D3E48A-EB14-4FB2-A5A4-4838BF41DFF8}"/>
              </a:ext>
            </a:extLst>
          </p:cNvPr>
          <p:cNvGraphicFramePr>
            <a:graphicFrameLocks/>
          </p:cNvGraphicFramePr>
          <p:nvPr/>
        </p:nvGraphicFramePr>
        <p:xfrm>
          <a:off x="2633663" y="4232275"/>
          <a:ext cx="2363787" cy="644525"/>
        </p:xfrm>
        <a:graphic>
          <a:graphicData uri="http://schemas.openxmlformats.org/presentationml/2006/ole">
            <mc:AlternateContent xmlns:mc="http://schemas.openxmlformats.org/markup-compatibility/2006">
              <mc:Choice xmlns:v="urn:schemas-microsoft-com:vml" Requires="v">
                <p:oleObj spid="_x0000_s83107" r:id="rId16" imgW="1676400" imgH="457200" progId="Equation.DSMT4">
                  <p:embed/>
                </p:oleObj>
              </mc:Choice>
              <mc:Fallback>
                <p:oleObj r:id="rId16" imgW="1676400" imgH="457200" progId="Equation.DSMT4">
                  <p:embed/>
                  <p:pic>
                    <p:nvPicPr>
                      <p:cNvPr id="0" name="Object 25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33663" y="4232275"/>
                        <a:ext cx="236378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0" name="Object 257">
            <a:extLst>
              <a:ext uri="{FF2B5EF4-FFF2-40B4-BE49-F238E27FC236}">
                <a16:creationId xmlns:a16="http://schemas.microsoft.com/office/drawing/2014/main" id="{378F2D59-EBAC-4566-B37F-BEDF86772203}"/>
              </a:ext>
            </a:extLst>
          </p:cNvPr>
          <p:cNvGraphicFramePr>
            <a:graphicFrameLocks/>
          </p:cNvGraphicFramePr>
          <p:nvPr/>
        </p:nvGraphicFramePr>
        <p:xfrm>
          <a:off x="5543550" y="4149725"/>
          <a:ext cx="528638" cy="712788"/>
        </p:xfrm>
        <a:graphic>
          <a:graphicData uri="http://schemas.openxmlformats.org/presentationml/2006/ole">
            <mc:AlternateContent xmlns:mc="http://schemas.openxmlformats.org/markup-compatibility/2006">
              <mc:Choice xmlns:v="urn:schemas-microsoft-com:vml" Requires="v">
                <p:oleObj spid="_x0000_s83108" r:id="rId18" imgW="291973" imgH="393529" progId="Equation.DSMT4">
                  <p:embed/>
                </p:oleObj>
              </mc:Choice>
              <mc:Fallback>
                <p:oleObj r:id="rId18" imgW="291973" imgH="393529" progId="Equation.DSMT4">
                  <p:embed/>
                  <p:pic>
                    <p:nvPicPr>
                      <p:cNvPr id="0" name="Object 25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43550" y="4149725"/>
                        <a:ext cx="528638"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1" name="Object 258">
            <a:extLst>
              <a:ext uri="{FF2B5EF4-FFF2-40B4-BE49-F238E27FC236}">
                <a16:creationId xmlns:a16="http://schemas.microsoft.com/office/drawing/2014/main" id="{89A8CFA0-1B31-47DB-A0FC-49AEF6E016FB}"/>
              </a:ext>
            </a:extLst>
          </p:cNvPr>
          <p:cNvGraphicFramePr>
            <a:graphicFrameLocks/>
          </p:cNvGraphicFramePr>
          <p:nvPr/>
        </p:nvGraphicFramePr>
        <p:xfrm>
          <a:off x="6902450" y="4178300"/>
          <a:ext cx="827088" cy="758825"/>
        </p:xfrm>
        <a:graphic>
          <a:graphicData uri="http://schemas.openxmlformats.org/presentationml/2006/ole">
            <mc:AlternateContent xmlns:mc="http://schemas.openxmlformats.org/markup-compatibility/2006">
              <mc:Choice xmlns:v="urn:schemas-microsoft-com:vml" Requires="v">
                <p:oleObj spid="_x0000_s83109" r:id="rId20" imgW="457200" imgH="419100" progId="Equation.DSMT4">
                  <p:embed/>
                </p:oleObj>
              </mc:Choice>
              <mc:Fallback>
                <p:oleObj r:id="rId20" imgW="457200" imgH="419100" progId="Equation.DSMT4">
                  <p:embed/>
                  <p:pic>
                    <p:nvPicPr>
                      <p:cNvPr id="0" name="Object 25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02450" y="4178300"/>
                        <a:ext cx="827088"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2" name="Object 259">
            <a:extLst>
              <a:ext uri="{FF2B5EF4-FFF2-40B4-BE49-F238E27FC236}">
                <a16:creationId xmlns:a16="http://schemas.microsoft.com/office/drawing/2014/main" id="{F9C7A6A5-2DA6-415F-9B2E-223786A18CD7}"/>
              </a:ext>
            </a:extLst>
          </p:cNvPr>
          <p:cNvGraphicFramePr>
            <a:graphicFrameLocks/>
          </p:cNvGraphicFramePr>
          <p:nvPr/>
        </p:nvGraphicFramePr>
        <p:xfrm>
          <a:off x="1679575" y="5256213"/>
          <a:ext cx="962025" cy="439737"/>
        </p:xfrm>
        <a:graphic>
          <a:graphicData uri="http://schemas.openxmlformats.org/presentationml/2006/ole">
            <mc:AlternateContent xmlns:mc="http://schemas.openxmlformats.org/markup-compatibility/2006">
              <mc:Choice xmlns:v="urn:schemas-microsoft-com:vml" Requires="v">
                <p:oleObj spid="_x0000_s83110" r:id="rId22" imgW="444114" imgH="203024" progId="Equation.DSMT4">
                  <p:embed/>
                </p:oleObj>
              </mc:Choice>
              <mc:Fallback>
                <p:oleObj r:id="rId22" imgW="444114" imgH="203024" progId="Equation.DSMT4">
                  <p:embed/>
                  <p:pic>
                    <p:nvPicPr>
                      <p:cNvPr id="0" name="Object 25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79575" y="5256213"/>
                        <a:ext cx="9620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3" name="Object 260">
            <a:extLst>
              <a:ext uri="{FF2B5EF4-FFF2-40B4-BE49-F238E27FC236}">
                <a16:creationId xmlns:a16="http://schemas.microsoft.com/office/drawing/2014/main" id="{CB117007-B181-4859-8B7D-FA775D5AF5F5}"/>
              </a:ext>
            </a:extLst>
          </p:cNvPr>
          <p:cNvGraphicFramePr>
            <a:graphicFrameLocks/>
          </p:cNvGraphicFramePr>
          <p:nvPr/>
        </p:nvGraphicFramePr>
        <p:xfrm>
          <a:off x="2909888" y="4976813"/>
          <a:ext cx="1809750" cy="679450"/>
        </p:xfrm>
        <a:graphic>
          <a:graphicData uri="http://schemas.openxmlformats.org/presentationml/2006/ole">
            <mc:AlternateContent xmlns:mc="http://schemas.openxmlformats.org/markup-compatibility/2006">
              <mc:Choice xmlns:v="urn:schemas-microsoft-com:vml" Requires="v">
                <p:oleObj spid="_x0000_s83111" r:id="rId24" imgW="1282144" imgH="482391" progId="Equation.DSMT4">
                  <p:embed/>
                </p:oleObj>
              </mc:Choice>
              <mc:Fallback>
                <p:oleObj r:id="rId24" imgW="1282144" imgH="482391" progId="Equation.DSMT4">
                  <p:embed/>
                  <p:pic>
                    <p:nvPicPr>
                      <p:cNvPr id="0" name="Object 26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09888" y="4976813"/>
                        <a:ext cx="18097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4" name="Object 261">
            <a:extLst>
              <a:ext uri="{FF2B5EF4-FFF2-40B4-BE49-F238E27FC236}">
                <a16:creationId xmlns:a16="http://schemas.microsoft.com/office/drawing/2014/main" id="{F097CAD0-DF6B-4917-ABB7-BAA4CE4C4807}"/>
              </a:ext>
            </a:extLst>
          </p:cNvPr>
          <p:cNvGraphicFramePr>
            <a:graphicFrameLocks/>
          </p:cNvGraphicFramePr>
          <p:nvPr/>
        </p:nvGraphicFramePr>
        <p:xfrm>
          <a:off x="5540375" y="5053013"/>
          <a:ext cx="622300" cy="557212"/>
        </p:xfrm>
        <a:graphic>
          <a:graphicData uri="http://schemas.openxmlformats.org/presentationml/2006/ole">
            <mc:AlternateContent xmlns:mc="http://schemas.openxmlformats.org/markup-compatibility/2006">
              <mc:Choice xmlns:v="urn:schemas-microsoft-com:vml" Requires="v">
                <p:oleObj spid="_x0000_s83112" r:id="rId26" imgW="240986" imgH="215619" progId="Equation.DSMT4">
                  <p:embed/>
                </p:oleObj>
              </mc:Choice>
              <mc:Fallback>
                <p:oleObj r:id="rId26" imgW="240986" imgH="215619" progId="Equation.DSMT4">
                  <p:embed/>
                  <p:pic>
                    <p:nvPicPr>
                      <p:cNvPr id="0" name="Object 26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540375" y="5053013"/>
                        <a:ext cx="6223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5" name="Object 262">
            <a:extLst>
              <a:ext uri="{FF2B5EF4-FFF2-40B4-BE49-F238E27FC236}">
                <a16:creationId xmlns:a16="http://schemas.microsoft.com/office/drawing/2014/main" id="{5F647FF2-654C-4E2C-AE8E-6387FD7AB801}"/>
              </a:ext>
            </a:extLst>
          </p:cNvPr>
          <p:cNvGraphicFramePr>
            <a:graphicFrameLocks/>
          </p:cNvGraphicFramePr>
          <p:nvPr/>
        </p:nvGraphicFramePr>
        <p:xfrm>
          <a:off x="6880225" y="5037138"/>
          <a:ext cx="819150" cy="590550"/>
        </p:xfrm>
        <a:graphic>
          <a:graphicData uri="http://schemas.openxmlformats.org/presentationml/2006/ole">
            <mc:AlternateContent xmlns:mc="http://schemas.openxmlformats.org/markup-compatibility/2006">
              <mc:Choice xmlns:v="urn:schemas-microsoft-com:vml" Requires="v">
                <p:oleObj spid="_x0000_s83113" r:id="rId28" imgW="317225" imgH="228402" progId="Equation.DSMT4">
                  <p:embed/>
                </p:oleObj>
              </mc:Choice>
              <mc:Fallback>
                <p:oleObj r:id="rId28" imgW="317225" imgH="228402" progId="Equation.DSMT4">
                  <p:embed/>
                  <p:pic>
                    <p:nvPicPr>
                      <p:cNvPr id="0" name="Object 26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880225" y="5037138"/>
                        <a:ext cx="8191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6" name="Object 263">
            <a:extLst>
              <a:ext uri="{FF2B5EF4-FFF2-40B4-BE49-F238E27FC236}">
                <a16:creationId xmlns:a16="http://schemas.microsoft.com/office/drawing/2014/main" id="{DC8C175C-3645-434F-A389-6C82D1E76F0E}"/>
              </a:ext>
            </a:extLst>
          </p:cNvPr>
          <p:cNvGraphicFramePr>
            <a:graphicFrameLocks/>
          </p:cNvGraphicFramePr>
          <p:nvPr/>
        </p:nvGraphicFramePr>
        <p:xfrm>
          <a:off x="954088" y="6075363"/>
          <a:ext cx="927100" cy="347662"/>
        </p:xfrm>
        <a:graphic>
          <a:graphicData uri="http://schemas.openxmlformats.org/presentationml/2006/ole">
            <mc:AlternateContent xmlns:mc="http://schemas.openxmlformats.org/markup-compatibility/2006">
              <mc:Choice xmlns:v="urn:schemas-microsoft-com:vml" Requires="v">
                <p:oleObj spid="_x0000_s83114" r:id="rId30" imgW="609600" imgH="228600" progId="Equation.DSMT4">
                  <p:embed/>
                </p:oleObj>
              </mc:Choice>
              <mc:Fallback>
                <p:oleObj r:id="rId30" imgW="609600" imgH="228600" progId="Equation.DSMT4">
                  <p:embed/>
                  <p:pic>
                    <p:nvPicPr>
                      <p:cNvPr id="0" name="Object 263"/>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54088" y="6075363"/>
                        <a:ext cx="9271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7" name="Object 264">
            <a:extLst>
              <a:ext uri="{FF2B5EF4-FFF2-40B4-BE49-F238E27FC236}">
                <a16:creationId xmlns:a16="http://schemas.microsoft.com/office/drawing/2014/main" id="{C94D4805-C4D2-4112-A59A-D8C2CB70030E}"/>
              </a:ext>
            </a:extLst>
          </p:cNvPr>
          <p:cNvGraphicFramePr>
            <a:graphicFrameLocks/>
          </p:cNvGraphicFramePr>
          <p:nvPr/>
        </p:nvGraphicFramePr>
        <p:xfrm>
          <a:off x="2714625" y="5670550"/>
          <a:ext cx="1685925" cy="890588"/>
        </p:xfrm>
        <a:graphic>
          <a:graphicData uri="http://schemas.openxmlformats.org/presentationml/2006/ole">
            <mc:AlternateContent xmlns:mc="http://schemas.openxmlformats.org/markup-compatibility/2006">
              <mc:Choice xmlns:v="urn:schemas-microsoft-com:vml" Requires="v">
                <p:oleObj spid="_x0000_s83115" r:id="rId32" imgW="1345616" imgH="710891" progId="Equation.DSMT4">
                  <p:embed/>
                </p:oleObj>
              </mc:Choice>
              <mc:Fallback>
                <p:oleObj r:id="rId32" imgW="1345616" imgH="710891" progId="Equation.DSMT4">
                  <p:embed/>
                  <p:pic>
                    <p:nvPicPr>
                      <p:cNvPr id="0" name="Object 264"/>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714625" y="5670550"/>
                        <a:ext cx="16859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8" name="Object 265">
            <a:extLst>
              <a:ext uri="{FF2B5EF4-FFF2-40B4-BE49-F238E27FC236}">
                <a16:creationId xmlns:a16="http://schemas.microsoft.com/office/drawing/2014/main" id="{99A54599-31E3-4E71-9075-C240DCDE7777}"/>
              </a:ext>
            </a:extLst>
          </p:cNvPr>
          <p:cNvGraphicFramePr>
            <a:graphicFrameLocks/>
          </p:cNvGraphicFramePr>
          <p:nvPr/>
        </p:nvGraphicFramePr>
        <p:xfrm>
          <a:off x="5613400" y="5748338"/>
          <a:ext cx="508000" cy="550862"/>
        </p:xfrm>
        <a:graphic>
          <a:graphicData uri="http://schemas.openxmlformats.org/presentationml/2006/ole">
            <mc:AlternateContent xmlns:mc="http://schemas.openxmlformats.org/markup-compatibility/2006">
              <mc:Choice xmlns:v="urn:schemas-microsoft-com:vml" Requires="v">
                <p:oleObj spid="_x0000_s83116" r:id="rId34" imgW="152202" imgH="164885" progId="Equation.DSMT4">
                  <p:embed/>
                </p:oleObj>
              </mc:Choice>
              <mc:Fallback>
                <p:oleObj r:id="rId34" imgW="152202" imgH="164885" progId="Equation.DSMT4">
                  <p:embed/>
                  <p:pic>
                    <p:nvPicPr>
                      <p:cNvPr id="0" name="Object 265"/>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613400" y="5748338"/>
                        <a:ext cx="50800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009" name="Object 266">
            <a:extLst>
              <a:ext uri="{FF2B5EF4-FFF2-40B4-BE49-F238E27FC236}">
                <a16:creationId xmlns:a16="http://schemas.microsoft.com/office/drawing/2014/main" id="{E0CCA6E8-BA7A-45ED-BB85-F53199D92DBC}"/>
              </a:ext>
            </a:extLst>
          </p:cNvPr>
          <p:cNvGraphicFramePr>
            <a:graphicFrameLocks/>
          </p:cNvGraphicFramePr>
          <p:nvPr/>
        </p:nvGraphicFramePr>
        <p:xfrm>
          <a:off x="7162800" y="5748338"/>
          <a:ext cx="457200" cy="457200"/>
        </p:xfrm>
        <a:graphic>
          <a:graphicData uri="http://schemas.openxmlformats.org/presentationml/2006/ole">
            <mc:AlternateContent xmlns:mc="http://schemas.openxmlformats.org/markup-compatibility/2006">
              <mc:Choice xmlns:v="urn:schemas-microsoft-com:vml" Requires="v">
                <p:oleObj spid="_x0000_s83117" r:id="rId36" imgW="203024" imgH="203024" progId="Equation.DSMT4">
                  <p:embed/>
                </p:oleObj>
              </mc:Choice>
              <mc:Fallback>
                <p:oleObj r:id="rId36" imgW="203024" imgH="203024" progId="Equation.DSMT4">
                  <p:embed/>
                  <p:pic>
                    <p:nvPicPr>
                      <p:cNvPr id="0" name="Object 266"/>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162800" y="57483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8" name="Object 11">
            <a:extLst>
              <a:ext uri="{FF2B5EF4-FFF2-40B4-BE49-F238E27FC236}">
                <a16:creationId xmlns:a16="http://schemas.microsoft.com/office/drawing/2014/main" id="{694C8489-C1B3-4194-A451-8F9ADA11FA5A}"/>
              </a:ext>
            </a:extLst>
          </p:cNvPr>
          <p:cNvGraphicFramePr>
            <a:graphicFrameLocks/>
          </p:cNvGraphicFramePr>
          <p:nvPr/>
        </p:nvGraphicFramePr>
        <p:xfrm>
          <a:off x="2319338" y="192088"/>
          <a:ext cx="5919787" cy="871537"/>
        </p:xfrm>
        <a:graphic>
          <a:graphicData uri="http://schemas.openxmlformats.org/presentationml/2006/ole">
            <mc:AlternateContent xmlns:mc="http://schemas.openxmlformats.org/markup-compatibility/2006">
              <mc:Choice xmlns:v="urn:schemas-microsoft-com:vml" Requires="v">
                <p:oleObj spid="_x0000_s83118" r:id="rId38" imgW="3111500" imgH="457200" progId="Equation.DSMT4">
                  <p:embed/>
                </p:oleObj>
              </mc:Choice>
              <mc:Fallback>
                <p:oleObj r:id="rId38" imgW="3111500" imgH="457200" progId="Equation.DSMT4">
                  <p:embed/>
                  <p:pic>
                    <p:nvPicPr>
                      <p:cNvPr id="0" name="Object 11"/>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319338" y="192088"/>
                        <a:ext cx="5919787"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Left)">
                                      <p:cBhvr>
                                        <p:cTn id="7"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9654CA00-FB9E-40DA-A6BD-DBE14A2E1081}"/>
              </a:ext>
            </a:extLst>
          </p:cNvPr>
          <p:cNvSpPr>
            <a:spLocks noGrp="1" noChangeArrowheads="1"/>
          </p:cNvSpPr>
          <p:nvPr>
            <p:ph type="title"/>
          </p:nvPr>
        </p:nvSpPr>
        <p:spPr/>
        <p:txBody>
          <a:bodyPr/>
          <a:lstStyle/>
          <a:p>
            <a:endParaRPr lang="zh-CN" altLang="en-US"/>
          </a:p>
        </p:txBody>
      </p:sp>
      <p:sp>
        <p:nvSpPr>
          <p:cNvPr id="83971" name="内容占位符 2">
            <a:extLst>
              <a:ext uri="{FF2B5EF4-FFF2-40B4-BE49-F238E27FC236}">
                <a16:creationId xmlns:a16="http://schemas.microsoft.com/office/drawing/2014/main" id="{A94BC1A7-EB13-45A2-966F-5A04703B6972}"/>
              </a:ext>
            </a:extLst>
          </p:cNvPr>
          <p:cNvSpPr>
            <a:spLocks noGrp="1" noChangeArrowheads="1"/>
          </p:cNvSpPr>
          <p:nvPr>
            <p:ph idx="1"/>
          </p:nvPr>
        </p:nvSpPr>
        <p:spPr/>
        <p:txBody>
          <a:bodyPr/>
          <a:lstStyle/>
          <a:p>
            <a:endParaRPr lang="zh-CN" altLang="en-US"/>
          </a:p>
        </p:txBody>
      </p:sp>
      <p:pic>
        <p:nvPicPr>
          <p:cNvPr id="83972" name="Picture 2" descr="preview">
            <a:extLst>
              <a:ext uri="{FF2B5EF4-FFF2-40B4-BE49-F238E27FC236}">
                <a16:creationId xmlns:a16="http://schemas.microsoft.com/office/drawing/2014/main" id="{F047E37F-D6BE-4387-BEF6-C8CB8BF4A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1204913"/>
            <a:ext cx="70485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7">
            <a:extLst>
              <a:ext uri="{FF2B5EF4-FFF2-40B4-BE49-F238E27FC236}">
                <a16:creationId xmlns:a16="http://schemas.microsoft.com/office/drawing/2014/main" id="{8A8CD697-1C4B-4D37-9FD8-51F70E67DFE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6BC06EE1-DF0D-45D3-9289-3E144EC668C0}" type="slidenum">
              <a:rPr altLang="en-US" sz="1400" smtClean="0"/>
              <a:pPr>
                <a:lnSpc>
                  <a:spcPct val="100000"/>
                </a:lnSpc>
                <a:spcBef>
                  <a:spcPct val="0"/>
                </a:spcBef>
                <a:buClr>
                  <a:schemeClr val="tx1"/>
                </a:buClr>
                <a:buFontTx/>
                <a:buNone/>
              </a:pPr>
              <a:t>66</a:t>
            </a:fld>
            <a:endParaRPr lang="zh-CN" altLang="en-US" sz="1400"/>
          </a:p>
        </p:txBody>
      </p:sp>
      <p:sp>
        <p:nvSpPr>
          <p:cNvPr id="84995" name="Rectangle 3">
            <a:extLst>
              <a:ext uri="{FF2B5EF4-FFF2-40B4-BE49-F238E27FC236}">
                <a16:creationId xmlns:a16="http://schemas.microsoft.com/office/drawing/2014/main" id="{188767B2-5139-48C3-9B2A-18776610EAF7}"/>
              </a:ext>
            </a:extLst>
          </p:cNvPr>
          <p:cNvSpPr>
            <a:spLocks noGrp="1" noChangeArrowheads="1"/>
          </p:cNvSpPr>
          <p:nvPr>
            <p:ph type="body" sz="half" idx="1"/>
          </p:nvPr>
        </p:nvSpPr>
        <p:spPr>
          <a:xfrm>
            <a:off x="1136650" y="1273175"/>
            <a:ext cx="3684588" cy="706438"/>
          </a:xfrm>
        </p:spPr>
        <p:txBody>
          <a:bodyPr/>
          <a:lstStyle/>
          <a:p>
            <a:pPr eaLnBrk="1" hangingPunct="1">
              <a:buFontTx/>
              <a:buBlip>
                <a:blip r:embed="rId3"/>
              </a:buBlip>
            </a:pPr>
            <a:r>
              <a:rPr lang="zh-CN" altLang="en-US" sz="3200" b="1">
                <a:solidFill>
                  <a:srgbClr val="FF9900"/>
                </a:solidFill>
                <a:latin typeface="宋体" panose="02010600030101010101" pitchFamily="2" charset="-122"/>
                <a:ea typeface="宋体" panose="02010600030101010101" pitchFamily="2" charset="-122"/>
              </a:rPr>
              <a:t>相合性</a:t>
            </a:r>
          </a:p>
        </p:txBody>
      </p:sp>
      <p:graphicFrame>
        <p:nvGraphicFramePr>
          <p:cNvPr id="84996" name="Object 0">
            <a:extLst>
              <a:ext uri="{FF2B5EF4-FFF2-40B4-BE49-F238E27FC236}">
                <a16:creationId xmlns:a16="http://schemas.microsoft.com/office/drawing/2014/main" id="{D156A1CD-5402-4739-895C-C38C922D8457}"/>
              </a:ext>
            </a:extLst>
          </p:cNvPr>
          <p:cNvGraphicFramePr>
            <a:graphicFrameLocks noGrp="1"/>
          </p:cNvGraphicFramePr>
          <p:nvPr>
            <p:ph sz="quarter" idx="2"/>
          </p:nvPr>
        </p:nvGraphicFramePr>
        <p:xfrm>
          <a:off x="1308100" y="2470150"/>
          <a:ext cx="7456488" cy="1939925"/>
        </p:xfrm>
        <a:graphic>
          <a:graphicData uri="http://schemas.openxmlformats.org/presentationml/2006/ole">
            <mc:AlternateContent xmlns:mc="http://schemas.openxmlformats.org/markup-compatibility/2006">
              <mc:Choice xmlns:v="urn:schemas-microsoft-com:vml" Requires="v">
                <p:oleObj spid="_x0000_s85004" r:id="rId4" imgW="3808347" imgH="990170" progId="Equation.DSMT4">
                  <p:embed/>
                </p:oleObj>
              </mc:Choice>
              <mc:Fallback>
                <p:oleObj r:id="rId4" imgW="3808347" imgH="990170" progId="Equation.DSMT4">
                  <p:embed/>
                  <p:pic>
                    <p:nvPicPr>
                      <p:cNvPr id="0" name="Object 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8100" y="2470150"/>
                        <a:ext cx="745648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20971" name="AutoShape 11">
            <a:extLst>
              <a:ext uri="{FF2B5EF4-FFF2-40B4-BE49-F238E27FC236}">
                <a16:creationId xmlns:a16="http://schemas.microsoft.com/office/drawing/2014/main" id="{2C080730-5F86-47C7-B6CD-A1C42848EB8A}"/>
              </a:ext>
            </a:extLst>
          </p:cNvPr>
          <p:cNvSpPr>
            <a:spLocks noChangeArrowheads="1"/>
          </p:cNvSpPr>
          <p:nvPr/>
        </p:nvSpPr>
        <p:spPr bwMode="auto">
          <a:xfrm>
            <a:off x="1081088" y="2587625"/>
            <a:ext cx="223837"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84998" name="矩形 1">
            <a:extLst>
              <a:ext uri="{FF2B5EF4-FFF2-40B4-BE49-F238E27FC236}">
                <a16:creationId xmlns:a16="http://schemas.microsoft.com/office/drawing/2014/main" id="{D0A7E51F-0176-4931-8DEC-0B935833D50E}"/>
              </a:ext>
            </a:extLst>
          </p:cNvPr>
          <p:cNvSpPr>
            <a:spLocks noChangeArrowheads="1"/>
          </p:cNvSpPr>
          <p:nvPr/>
        </p:nvSpPr>
        <p:spPr bwMode="auto">
          <a:xfrm>
            <a:off x="4006850" y="5546725"/>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spcBef>
                <a:spcPct val="0"/>
              </a:spcBef>
              <a:buFontTx/>
              <a:buNone/>
            </a:pPr>
            <a:r>
              <a:rPr lang="zh-CN" altLang="en-US" sz="2400">
                <a:solidFill>
                  <a:srgbClr val="4F4F4F"/>
                </a:solidFill>
                <a:latin typeface="-apple-system"/>
                <a:ea typeface="宋体" panose="02010600030101010101" pitchFamily="2" charset="-122"/>
              </a:rPr>
              <a:t>如果</a:t>
            </a:r>
            <a:r>
              <a:rPr lang="en-US" altLang="zh-CN" sz="2400">
                <a:solidFill>
                  <a:srgbClr val="4F4F4F"/>
                </a:solidFill>
                <a:latin typeface="-apple-system"/>
                <a:ea typeface="宋体" panose="02010600030101010101" pitchFamily="2" charset="-122"/>
              </a:rPr>
              <a:t>theta^</a:t>
            </a:r>
            <a:r>
              <a:rPr lang="zh-CN" altLang="en-US" sz="2400">
                <a:solidFill>
                  <a:srgbClr val="4F4F4F"/>
                </a:solidFill>
                <a:latin typeface="-apple-system"/>
                <a:ea typeface="宋体" panose="02010600030101010101" pitchFamily="2" charset="-122"/>
              </a:rPr>
              <a:t>在</a:t>
            </a:r>
            <a:r>
              <a:rPr lang="en-US" altLang="zh-CN" sz="2400">
                <a:solidFill>
                  <a:srgbClr val="4F4F4F"/>
                </a:solidFill>
                <a:latin typeface="-apple-system"/>
                <a:ea typeface="宋体" panose="02010600030101010101" pitchFamily="2" charset="-122"/>
              </a:rPr>
              <a:t>theta</a:t>
            </a:r>
            <a:r>
              <a:rPr lang="zh-CN" altLang="en-US" sz="2400">
                <a:solidFill>
                  <a:srgbClr val="4F4F4F"/>
                </a:solidFill>
                <a:latin typeface="-apple-system"/>
                <a:ea typeface="宋体" panose="02010600030101010101" pitchFamily="2" charset="-122"/>
              </a:rPr>
              <a:t>周围震荡，那么满足无偏性却不满足一致性</a:t>
            </a: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repeatCount="indefinite" fill="hold" grpId="0" nodeType="afterEffect">
                                  <p:stCondLst>
                                    <p:cond delay="0"/>
                                  </p:stCondLst>
                                  <p:childTnLst>
                                    <p:animRot by="21600000">
                                      <p:cBhvr>
                                        <p:cTn id="6" dur="3000" fill="hold"/>
                                        <p:tgtEl>
                                          <p:spTgt spid="13209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7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a:extLst>
              <a:ext uri="{FF2B5EF4-FFF2-40B4-BE49-F238E27FC236}">
                <a16:creationId xmlns:a16="http://schemas.microsoft.com/office/drawing/2014/main" id="{A5CC21E7-331D-4C58-AC85-489CA5469FE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C487D42E-A83C-4347-90D3-36CB44F4BC71}" type="slidenum">
              <a:rPr altLang="en-US" sz="1400" smtClean="0"/>
              <a:pPr>
                <a:lnSpc>
                  <a:spcPct val="100000"/>
                </a:lnSpc>
                <a:spcBef>
                  <a:spcPct val="0"/>
                </a:spcBef>
                <a:buClr>
                  <a:schemeClr val="tx1"/>
                </a:buClr>
                <a:buFontTx/>
                <a:buNone/>
              </a:pPr>
              <a:t>67</a:t>
            </a:fld>
            <a:endParaRPr lang="zh-CN" altLang="en-US" sz="1400"/>
          </a:p>
        </p:txBody>
      </p:sp>
      <p:graphicFrame>
        <p:nvGraphicFramePr>
          <p:cNvPr id="50178" name="Object 2048">
            <a:extLst>
              <a:ext uri="{FF2B5EF4-FFF2-40B4-BE49-F238E27FC236}">
                <a16:creationId xmlns:a16="http://schemas.microsoft.com/office/drawing/2014/main" id="{846D22D4-C262-482B-8B99-54A6C178C526}"/>
              </a:ext>
            </a:extLst>
          </p:cNvPr>
          <p:cNvGraphicFramePr>
            <a:graphicFrameLocks noGrp="1"/>
          </p:cNvGraphicFramePr>
          <p:nvPr>
            <p:ph idx="1"/>
          </p:nvPr>
        </p:nvGraphicFramePr>
        <p:xfrm>
          <a:off x="1927225" y="2360613"/>
          <a:ext cx="2705100" cy="581025"/>
        </p:xfrm>
        <a:graphic>
          <a:graphicData uri="http://schemas.openxmlformats.org/presentationml/2006/ole">
            <mc:AlternateContent xmlns:mc="http://schemas.openxmlformats.org/markup-compatibility/2006">
              <mc:Choice xmlns:v="urn:schemas-microsoft-com:vml" Requires="v">
                <p:oleObj spid="_x0000_s86080" r:id="rId3" imgW="1536033" imgH="330057" progId="Equation.DSMT4">
                  <p:embed/>
                </p:oleObj>
              </mc:Choice>
              <mc:Fallback>
                <p:oleObj r:id="rId3" imgW="1536033" imgH="330057" progId="Equation.DSMT4">
                  <p:embed/>
                  <p:pic>
                    <p:nvPicPr>
                      <p:cNvPr id="0" name="Object 2048"/>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225" y="2360613"/>
                        <a:ext cx="2705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20" name="Text Box 7">
            <a:extLst>
              <a:ext uri="{FF2B5EF4-FFF2-40B4-BE49-F238E27FC236}">
                <a16:creationId xmlns:a16="http://schemas.microsoft.com/office/drawing/2014/main" id="{80491B1F-B0D2-4FD9-A76F-3AE09C230664}"/>
              </a:ext>
            </a:extLst>
          </p:cNvPr>
          <p:cNvSpPr txBox="1">
            <a:spLocks noChangeArrowheads="1"/>
          </p:cNvSpPr>
          <p:nvPr/>
        </p:nvSpPr>
        <p:spPr bwMode="auto">
          <a:xfrm>
            <a:off x="1171575" y="107473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2800">
                <a:solidFill>
                  <a:srgbClr val="000066"/>
                </a:solidFill>
                <a:latin typeface="Arial" panose="020B0604020202020204" pitchFamily="34" charset="0"/>
                <a:ea typeface="宋体" panose="02010600030101010101" pitchFamily="2" charset="-122"/>
              </a:rPr>
              <a:t> </a:t>
            </a:r>
          </a:p>
        </p:txBody>
      </p:sp>
      <p:graphicFrame>
        <p:nvGraphicFramePr>
          <p:cNvPr id="86021" name="Object 2049">
            <a:extLst>
              <a:ext uri="{FF2B5EF4-FFF2-40B4-BE49-F238E27FC236}">
                <a16:creationId xmlns:a16="http://schemas.microsoft.com/office/drawing/2014/main" id="{3A98A477-0D18-4F74-B173-230E238858AE}"/>
              </a:ext>
            </a:extLst>
          </p:cNvPr>
          <p:cNvGraphicFramePr>
            <a:graphicFrameLocks/>
          </p:cNvGraphicFramePr>
          <p:nvPr/>
        </p:nvGraphicFramePr>
        <p:xfrm>
          <a:off x="1597025" y="1128713"/>
          <a:ext cx="5824538" cy="1050925"/>
        </p:xfrm>
        <a:graphic>
          <a:graphicData uri="http://schemas.openxmlformats.org/presentationml/2006/ole">
            <mc:AlternateContent xmlns:mc="http://schemas.openxmlformats.org/markup-compatibility/2006">
              <mc:Choice xmlns:v="urn:schemas-microsoft-com:vml" Requires="v">
                <p:oleObj spid="_x0000_s86081" r:id="rId6" imgW="3378200" imgH="609600" progId="Equation.DSMT4">
                  <p:embed/>
                </p:oleObj>
              </mc:Choice>
              <mc:Fallback>
                <p:oleObj r:id="rId6" imgW="3378200" imgH="609600" progId="Equation.DSMT4">
                  <p:embed/>
                  <p:pic>
                    <p:nvPicPr>
                      <p:cNvPr id="0" name="Object 204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7025" y="1128713"/>
                        <a:ext cx="5824538"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0" name="Object 2050">
            <a:extLst>
              <a:ext uri="{FF2B5EF4-FFF2-40B4-BE49-F238E27FC236}">
                <a16:creationId xmlns:a16="http://schemas.microsoft.com/office/drawing/2014/main" id="{FFF3269C-31C6-42E1-B540-BE8A7878B5DC}"/>
              </a:ext>
            </a:extLst>
          </p:cNvPr>
          <p:cNvGraphicFramePr>
            <a:graphicFrameLocks/>
          </p:cNvGraphicFramePr>
          <p:nvPr/>
        </p:nvGraphicFramePr>
        <p:xfrm>
          <a:off x="2425700" y="3351213"/>
          <a:ext cx="4640263" cy="373062"/>
        </p:xfrm>
        <a:graphic>
          <a:graphicData uri="http://schemas.openxmlformats.org/presentationml/2006/ole">
            <mc:AlternateContent xmlns:mc="http://schemas.openxmlformats.org/markup-compatibility/2006">
              <mc:Choice xmlns:v="urn:schemas-microsoft-com:vml" Requires="v">
                <p:oleObj spid="_x0000_s86082" r:id="rId8" imgW="2688899" imgH="215619" progId="Equation.DSMT4">
                  <p:embed/>
                </p:oleObj>
              </mc:Choice>
              <mc:Fallback>
                <p:oleObj r:id="rId8" imgW="2688899" imgH="215619" progId="Equation.DSMT4">
                  <p:embed/>
                  <p:pic>
                    <p:nvPicPr>
                      <p:cNvPr id="0" name="Object 205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5700" y="3351213"/>
                        <a:ext cx="464026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1" name="Object 2051">
            <a:extLst>
              <a:ext uri="{FF2B5EF4-FFF2-40B4-BE49-F238E27FC236}">
                <a16:creationId xmlns:a16="http://schemas.microsoft.com/office/drawing/2014/main" id="{A11DE3FA-3872-4FD9-896F-39598C4ABC5A}"/>
              </a:ext>
            </a:extLst>
          </p:cNvPr>
          <p:cNvGraphicFramePr>
            <a:graphicFrameLocks/>
          </p:cNvGraphicFramePr>
          <p:nvPr/>
        </p:nvGraphicFramePr>
        <p:xfrm>
          <a:off x="2428875" y="3797300"/>
          <a:ext cx="3065463" cy="855663"/>
        </p:xfrm>
        <a:graphic>
          <a:graphicData uri="http://schemas.openxmlformats.org/presentationml/2006/ole">
            <mc:AlternateContent xmlns:mc="http://schemas.openxmlformats.org/markup-compatibility/2006">
              <mc:Choice xmlns:v="urn:schemas-microsoft-com:vml" Requires="v">
                <p:oleObj spid="_x0000_s86083" r:id="rId10" imgW="1777229" imgH="495085" progId="Equation.DSMT4">
                  <p:embed/>
                </p:oleObj>
              </mc:Choice>
              <mc:Fallback>
                <p:oleObj r:id="rId10" imgW="1777229" imgH="495085" progId="Equation.DSMT4">
                  <p:embed/>
                  <p:pic>
                    <p:nvPicPr>
                      <p:cNvPr id="0" name="Object 205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8875" y="3797300"/>
                        <a:ext cx="3065463"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2" name="Object 2052">
            <a:extLst>
              <a:ext uri="{FF2B5EF4-FFF2-40B4-BE49-F238E27FC236}">
                <a16:creationId xmlns:a16="http://schemas.microsoft.com/office/drawing/2014/main" id="{058BF37B-37E9-4D90-B622-E2C1114B5389}"/>
              </a:ext>
            </a:extLst>
          </p:cNvPr>
          <p:cNvGraphicFramePr>
            <a:graphicFrameLocks/>
          </p:cNvGraphicFramePr>
          <p:nvPr/>
        </p:nvGraphicFramePr>
        <p:xfrm>
          <a:off x="5656263" y="3992563"/>
          <a:ext cx="1335087" cy="658812"/>
        </p:xfrm>
        <a:graphic>
          <a:graphicData uri="http://schemas.openxmlformats.org/presentationml/2006/ole">
            <mc:AlternateContent xmlns:mc="http://schemas.openxmlformats.org/markup-compatibility/2006">
              <mc:Choice xmlns:v="urn:schemas-microsoft-com:vml" Requires="v">
                <p:oleObj spid="_x0000_s86084" r:id="rId12" imgW="774364" imgH="380835" progId="Equation.DSMT4">
                  <p:embed/>
                </p:oleObj>
              </mc:Choice>
              <mc:Fallback>
                <p:oleObj r:id="rId12" imgW="774364" imgH="380835" progId="Equation.DSMT4">
                  <p:embed/>
                  <p:pic>
                    <p:nvPicPr>
                      <p:cNvPr id="0" name="Object 205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56263" y="3992563"/>
                        <a:ext cx="1335087"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3" name="Object 2053">
            <a:extLst>
              <a:ext uri="{FF2B5EF4-FFF2-40B4-BE49-F238E27FC236}">
                <a16:creationId xmlns:a16="http://schemas.microsoft.com/office/drawing/2014/main" id="{1FC2547B-0BE4-4855-8A56-183840DD8F9D}"/>
              </a:ext>
            </a:extLst>
          </p:cNvPr>
          <p:cNvGraphicFramePr>
            <a:graphicFrameLocks/>
          </p:cNvGraphicFramePr>
          <p:nvPr/>
        </p:nvGraphicFramePr>
        <p:xfrm>
          <a:off x="2439988" y="5746750"/>
          <a:ext cx="3371850" cy="415925"/>
        </p:xfrm>
        <a:graphic>
          <a:graphicData uri="http://schemas.openxmlformats.org/presentationml/2006/ole">
            <mc:AlternateContent xmlns:mc="http://schemas.openxmlformats.org/markup-compatibility/2006">
              <mc:Choice xmlns:v="urn:schemas-microsoft-com:vml" Requires="v">
                <p:oleObj spid="_x0000_s86085" r:id="rId14" imgW="1954951" imgH="241195" progId="Equation.DSMT4">
                  <p:embed/>
                </p:oleObj>
              </mc:Choice>
              <mc:Fallback>
                <p:oleObj r:id="rId14" imgW="1954951" imgH="241195" progId="Equation.DSMT4">
                  <p:embed/>
                  <p:pic>
                    <p:nvPicPr>
                      <p:cNvPr id="0" name="Object 205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39988" y="5746750"/>
                        <a:ext cx="33718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4" name="Object 2054">
            <a:extLst>
              <a:ext uri="{FF2B5EF4-FFF2-40B4-BE49-F238E27FC236}">
                <a16:creationId xmlns:a16="http://schemas.microsoft.com/office/drawing/2014/main" id="{E7FE2E36-76D5-4C66-AF76-FF383DBABDE9}"/>
              </a:ext>
            </a:extLst>
          </p:cNvPr>
          <p:cNvGraphicFramePr>
            <a:graphicFrameLocks/>
          </p:cNvGraphicFramePr>
          <p:nvPr/>
        </p:nvGraphicFramePr>
        <p:xfrm>
          <a:off x="4681538" y="2320925"/>
          <a:ext cx="1400175" cy="614363"/>
        </p:xfrm>
        <a:graphic>
          <a:graphicData uri="http://schemas.openxmlformats.org/presentationml/2006/ole">
            <mc:AlternateContent xmlns:mc="http://schemas.openxmlformats.org/markup-compatibility/2006">
              <mc:Choice xmlns:v="urn:schemas-microsoft-com:vml" Requires="v">
                <p:oleObj spid="_x0000_s86086" r:id="rId16" imgW="812095" imgH="355292" progId="Equation.DSMT4">
                  <p:embed/>
                </p:oleObj>
              </mc:Choice>
              <mc:Fallback>
                <p:oleObj r:id="rId16" imgW="812095" imgH="355292" progId="Equation.DSMT4">
                  <p:embed/>
                  <p:pic>
                    <p:nvPicPr>
                      <p:cNvPr id="0" name="Object 205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81538" y="2320925"/>
                        <a:ext cx="14001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5" name="Object 2055">
            <a:extLst>
              <a:ext uri="{FF2B5EF4-FFF2-40B4-BE49-F238E27FC236}">
                <a16:creationId xmlns:a16="http://schemas.microsoft.com/office/drawing/2014/main" id="{1FFD631B-A7D1-41F6-A733-2CBDAAF5D9F8}"/>
              </a:ext>
            </a:extLst>
          </p:cNvPr>
          <p:cNvGraphicFramePr>
            <a:graphicFrameLocks/>
          </p:cNvGraphicFramePr>
          <p:nvPr/>
        </p:nvGraphicFramePr>
        <p:xfrm>
          <a:off x="6189663" y="2316163"/>
          <a:ext cx="1947862" cy="723900"/>
        </p:xfrm>
        <a:graphic>
          <a:graphicData uri="http://schemas.openxmlformats.org/presentationml/2006/ole">
            <mc:AlternateContent xmlns:mc="http://schemas.openxmlformats.org/markup-compatibility/2006">
              <mc:Choice xmlns:v="urn:schemas-microsoft-com:vml" Requires="v">
                <p:oleObj spid="_x0000_s86087" r:id="rId18" imgW="1129810" imgH="418918" progId="Equation.DSMT4">
                  <p:embed/>
                </p:oleObj>
              </mc:Choice>
              <mc:Fallback>
                <p:oleObj r:id="rId18" imgW="1129810" imgH="418918" progId="Equation.DSMT4">
                  <p:embed/>
                  <p:pic>
                    <p:nvPicPr>
                      <p:cNvPr id="0" name="Object 205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89663" y="2316163"/>
                        <a:ext cx="1947862"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6" name="Object 2056">
            <a:extLst>
              <a:ext uri="{FF2B5EF4-FFF2-40B4-BE49-F238E27FC236}">
                <a16:creationId xmlns:a16="http://schemas.microsoft.com/office/drawing/2014/main" id="{23D47F5F-D1DF-4E98-B628-C9CFCFC11E08}"/>
              </a:ext>
            </a:extLst>
          </p:cNvPr>
          <p:cNvGraphicFramePr>
            <a:graphicFrameLocks/>
          </p:cNvGraphicFramePr>
          <p:nvPr/>
        </p:nvGraphicFramePr>
        <p:xfrm>
          <a:off x="2193925" y="4676775"/>
          <a:ext cx="3371850" cy="855663"/>
        </p:xfrm>
        <a:graphic>
          <a:graphicData uri="http://schemas.openxmlformats.org/presentationml/2006/ole">
            <mc:AlternateContent xmlns:mc="http://schemas.openxmlformats.org/markup-compatibility/2006">
              <mc:Choice xmlns:v="urn:schemas-microsoft-com:vml" Requires="v">
                <p:oleObj spid="_x0000_s86088" r:id="rId20" imgW="1954951" imgH="495085" progId="Equation.DSMT4">
                  <p:embed/>
                </p:oleObj>
              </mc:Choice>
              <mc:Fallback>
                <p:oleObj r:id="rId20" imgW="1954951" imgH="495085" progId="Equation.DSMT4">
                  <p:embed/>
                  <p:pic>
                    <p:nvPicPr>
                      <p:cNvPr id="0" name="Object 205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93925" y="4676775"/>
                        <a:ext cx="33718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0457" name="Object 2057">
            <a:extLst>
              <a:ext uri="{FF2B5EF4-FFF2-40B4-BE49-F238E27FC236}">
                <a16:creationId xmlns:a16="http://schemas.microsoft.com/office/drawing/2014/main" id="{B74DF4ED-21AD-49C9-AB73-6A715953B2F2}"/>
              </a:ext>
            </a:extLst>
          </p:cNvPr>
          <p:cNvGraphicFramePr>
            <a:graphicFrameLocks/>
          </p:cNvGraphicFramePr>
          <p:nvPr/>
        </p:nvGraphicFramePr>
        <p:xfrm>
          <a:off x="5635625" y="4891088"/>
          <a:ext cx="1968500" cy="746125"/>
        </p:xfrm>
        <a:graphic>
          <a:graphicData uri="http://schemas.openxmlformats.org/presentationml/2006/ole">
            <mc:AlternateContent xmlns:mc="http://schemas.openxmlformats.org/markup-compatibility/2006">
              <mc:Choice xmlns:v="urn:schemas-microsoft-com:vml" Requires="v">
                <p:oleObj spid="_x0000_s86089" r:id="rId22" imgW="1142504" imgH="431613" progId="Equation.DSMT4">
                  <p:embed/>
                </p:oleObj>
              </mc:Choice>
              <mc:Fallback>
                <p:oleObj r:id="rId22" imgW="1142504" imgH="431613" progId="Equation.DSMT4">
                  <p:embed/>
                  <p:pic>
                    <p:nvPicPr>
                      <p:cNvPr id="0" name="Object 205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35625" y="4891088"/>
                        <a:ext cx="19685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 calcmode="lin" valueType="num">
                                      <p:cBhvr>
                                        <p:cTn id="7" dur="1000" fill="hold"/>
                                        <p:tgtEl>
                                          <p:spTgt spid="50178"/>
                                        </p:tgtEl>
                                        <p:attrNameLst>
                                          <p:attrName>ppt_x</p:attrName>
                                        </p:attrNameLst>
                                      </p:cBhvr>
                                      <p:tavLst>
                                        <p:tav tm="0">
                                          <p:val>
                                            <p:strVal val="0-#ppt_w/2"/>
                                          </p:val>
                                        </p:tav>
                                        <p:tav tm="100000">
                                          <p:val>
                                            <p:strVal val="#ppt_x"/>
                                          </p:val>
                                        </p:tav>
                                      </p:tavLst>
                                    </p:anim>
                                    <p:anim calcmode="lin" valueType="num">
                                      <p:cBhvr>
                                        <p:cTn id="8" dur="1000" fill="hold"/>
                                        <p:tgtEl>
                                          <p:spTgt spid="5017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280454"/>
                                        </p:tgtEl>
                                        <p:attrNameLst>
                                          <p:attrName>style.visibility</p:attrName>
                                        </p:attrNameLst>
                                      </p:cBhvr>
                                      <p:to>
                                        <p:strVal val="visible"/>
                                      </p:to>
                                    </p:set>
                                    <p:animEffect transition="in" filter="wipe(left)">
                                      <p:cBhvr>
                                        <p:cTn id="13" dur="2000"/>
                                        <p:tgtEl>
                                          <p:spTgt spid="228045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280455"/>
                                        </p:tgtEl>
                                        <p:attrNameLst>
                                          <p:attrName>style.visibility</p:attrName>
                                        </p:attrNameLst>
                                      </p:cBhvr>
                                      <p:to>
                                        <p:strVal val="visible"/>
                                      </p:to>
                                    </p:set>
                                    <p:animEffect transition="in" filter="wipe(left)">
                                      <p:cBhvr>
                                        <p:cTn id="18" dur="2000"/>
                                        <p:tgtEl>
                                          <p:spTgt spid="228045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2" fill="hold" nodeType="clickEffect">
                                  <p:stCondLst>
                                    <p:cond delay="0"/>
                                  </p:stCondLst>
                                  <p:childTnLst>
                                    <p:set>
                                      <p:cBhvr>
                                        <p:cTn id="22" dur="1" fill="hold">
                                          <p:stCondLst>
                                            <p:cond delay="0"/>
                                          </p:stCondLst>
                                        </p:cTn>
                                        <p:tgtEl>
                                          <p:spTgt spid="2280450"/>
                                        </p:tgtEl>
                                        <p:attrNameLst>
                                          <p:attrName>style.visibility</p:attrName>
                                        </p:attrNameLst>
                                      </p:cBhvr>
                                      <p:to>
                                        <p:strVal val="visible"/>
                                      </p:to>
                                    </p:set>
                                    <p:anim calcmode="lin" valueType="num">
                                      <p:cBhvr>
                                        <p:cTn id="23" dur="500" fill="hold"/>
                                        <p:tgtEl>
                                          <p:spTgt spid="2280450"/>
                                        </p:tgtEl>
                                        <p:attrNameLst>
                                          <p:attrName>ppt_x</p:attrName>
                                        </p:attrNameLst>
                                      </p:cBhvr>
                                      <p:tavLst>
                                        <p:tav tm="0">
                                          <p:val>
                                            <p:strVal val="0-#ppt_w/2"/>
                                          </p:val>
                                        </p:tav>
                                        <p:tav tm="100000">
                                          <p:val>
                                            <p:strVal val="#ppt_x"/>
                                          </p:val>
                                        </p:tav>
                                      </p:tavLst>
                                    </p:anim>
                                    <p:anim calcmode="lin" valueType="num">
                                      <p:cBhvr>
                                        <p:cTn id="24" dur="500" fill="hold"/>
                                        <p:tgtEl>
                                          <p:spTgt spid="2280450"/>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12" fill="hold" nodeType="clickEffect">
                                  <p:stCondLst>
                                    <p:cond delay="0"/>
                                  </p:stCondLst>
                                  <p:childTnLst>
                                    <p:set>
                                      <p:cBhvr>
                                        <p:cTn id="28" dur="1" fill="hold">
                                          <p:stCondLst>
                                            <p:cond delay="0"/>
                                          </p:stCondLst>
                                        </p:cTn>
                                        <p:tgtEl>
                                          <p:spTgt spid="2280451"/>
                                        </p:tgtEl>
                                        <p:attrNameLst>
                                          <p:attrName>style.visibility</p:attrName>
                                        </p:attrNameLst>
                                      </p:cBhvr>
                                      <p:to>
                                        <p:strVal val="visible"/>
                                      </p:to>
                                    </p:set>
                                    <p:anim calcmode="lin" valueType="num">
                                      <p:cBhvr>
                                        <p:cTn id="29" dur="500" fill="hold"/>
                                        <p:tgtEl>
                                          <p:spTgt spid="2280451"/>
                                        </p:tgtEl>
                                        <p:attrNameLst>
                                          <p:attrName>ppt_x</p:attrName>
                                        </p:attrNameLst>
                                      </p:cBhvr>
                                      <p:tavLst>
                                        <p:tav tm="0">
                                          <p:val>
                                            <p:strVal val="0-#ppt_w/2"/>
                                          </p:val>
                                        </p:tav>
                                        <p:tav tm="100000">
                                          <p:val>
                                            <p:strVal val="#ppt_x"/>
                                          </p:val>
                                        </p:tav>
                                      </p:tavLst>
                                    </p:anim>
                                    <p:anim calcmode="lin" valueType="num">
                                      <p:cBhvr>
                                        <p:cTn id="30" dur="500" fill="hold"/>
                                        <p:tgtEl>
                                          <p:spTgt spid="228045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280452"/>
                                        </p:tgtEl>
                                        <p:attrNameLst>
                                          <p:attrName>style.visibility</p:attrName>
                                        </p:attrNameLst>
                                      </p:cBhvr>
                                      <p:to>
                                        <p:strVal val="visible"/>
                                      </p:to>
                                    </p:set>
                                    <p:animEffect transition="in" filter="wipe(left)">
                                      <p:cBhvr>
                                        <p:cTn id="35" dur="2000"/>
                                        <p:tgtEl>
                                          <p:spTgt spid="228045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12" fill="hold" nodeType="clickEffect">
                                  <p:stCondLst>
                                    <p:cond delay="0"/>
                                  </p:stCondLst>
                                  <p:childTnLst>
                                    <p:set>
                                      <p:cBhvr>
                                        <p:cTn id="39" dur="1" fill="hold">
                                          <p:stCondLst>
                                            <p:cond delay="0"/>
                                          </p:stCondLst>
                                        </p:cTn>
                                        <p:tgtEl>
                                          <p:spTgt spid="2280456"/>
                                        </p:tgtEl>
                                        <p:attrNameLst>
                                          <p:attrName>style.visibility</p:attrName>
                                        </p:attrNameLst>
                                      </p:cBhvr>
                                      <p:to>
                                        <p:strVal val="visible"/>
                                      </p:to>
                                    </p:set>
                                    <p:anim calcmode="lin" valueType="num">
                                      <p:cBhvr>
                                        <p:cTn id="40" dur="500" fill="hold"/>
                                        <p:tgtEl>
                                          <p:spTgt spid="2280456"/>
                                        </p:tgtEl>
                                        <p:attrNameLst>
                                          <p:attrName>ppt_x</p:attrName>
                                        </p:attrNameLst>
                                      </p:cBhvr>
                                      <p:tavLst>
                                        <p:tav tm="0">
                                          <p:val>
                                            <p:strVal val="0-#ppt_w/2"/>
                                          </p:val>
                                        </p:tav>
                                        <p:tav tm="100000">
                                          <p:val>
                                            <p:strVal val="#ppt_x"/>
                                          </p:val>
                                        </p:tav>
                                      </p:tavLst>
                                    </p:anim>
                                    <p:anim calcmode="lin" valueType="num">
                                      <p:cBhvr>
                                        <p:cTn id="41" dur="500" fill="hold"/>
                                        <p:tgtEl>
                                          <p:spTgt spid="2280456"/>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280457"/>
                                        </p:tgtEl>
                                        <p:attrNameLst>
                                          <p:attrName>style.visibility</p:attrName>
                                        </p:attrNameLst>
                                      </p:cBhvr>
                                      <p:to>
                                        <p:strVal val="visible"/>
                                      </p:to>
                                    </p:set>
                                    <p:animEffect transition="in" filter="wipe(left)">
                                      <p:cBhvr>
                                        <p:cTn id="46" dur="2000"/>
                                        <p:tgtEl>
                                          <p:spTgt spid="228045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12" fill="hold" nodeType="clickEffect">
                                  <p:stCondLst>
                                    <p:cond delay="0"/>
                                  </p:stCondLst>
                                  <p:childTnLst>
                                    <p:set>
                                      <p:cBhvr>
                                        <p:cTn id="50" dur="1" fill="hold">
                                          <p:stCondLst>
                                            <p:cond delay="0"/>
                                          </p:stCondLst>
                                        </p:cTn>
                                        <p:tgtEl>
                                          <p:spTgt spid="2280453"/>
                                        </p:tgtEl>
                                        <p:attrNameLst>
                                          <p:attrName>style.visibility</p:attrName>
                                        </p:attrNameLst>
                                      </p:cBhvr>
                                      <p:to>
                                        <p:strVal val="visible"/>
                                      </p:to>
                                    </p:set>
                                    <p:anim calcmode="lin" valueType="num">
                                      <p:cBhvr>
                                        <p:cTn id="51" dur="500" fill="hold"/>
                                        <p:tgtEl>
                                          <p:spTgt spid="2280453"/>
                                        </p:tgtEl>
                                        <p:attrNameLst>
                                          <p:attrName>ppt_x</p:attrName>
                                        </p:attrNameLst>
                                      </p:cBhvr>
                                      <p:tavLst>
                                        <p:tav tm="0">
                                          <p:val>
                                            <p:strVal val="0-#ppt_w/2"/>
                                          </p:val>
                                        </p:tav>
                                        <p:tav tm="100000">
                                          <p:val>
                                            <p:strVal val="#ppt_x"/>
                                          </p:val>
                                        </p:tav>
                                      </p:tavLst>
                                    </p:anim>
                                    <p:anim calcmode="lin" valueType="num">
                                      <p:cBhvr>
                                        <p:cTn id="52" dur="500" fill="hold"/>
                                        <p:tgtEl>
                                          <p:spTgt spid="22804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6">
            <a:extLst>
              <a:ext uri="{FF2B5EF4-FFF2-40B4-BE49-F238E27FC236}">
                <a16:creationId xmlns:a16="http://schemas.microsoft.com/office/drawing/2014/main" id="{5FD59D38-F994-4CD8-BA29-B73AC8BA9AF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B3324186-35BA-40B7-8731-7C4D4C3287B1}" type="slidenum">
              <a:rPr altLang="en-US" sz="1400" smtClean="0"/>
              <a:pPr>
                <a:lnSpc>
                  <a:spcPct val="100000"/>
                </a:lnSpc>
                <a:spcBef>
                  <a:spcPct val="0"/>
                </a:spcBef>
                <a:buClr>
                  <a:schemeClr val="tx1"/>
                </a:buClr>
                <a:buFontTx/>
                <a:buNone/>
              </a:pPr>
              <a:t>68</a:t>
            </a:fld>
            <a:endParaRPr lang="zh-CN" altLang="en-US" sz="1400"/>
          </a:p>
        </p:txBody>
      </p:sp>
      <p:sp>
        <p:nvSpPr>
          <p:cNvPr id="87043" name="Rectangle 2">
            <a:extLst>
              <a:ext uri="{FF2B5EF4-FFF2-40B4-BE49-F238E27FC236}">
                <a16:creationId xmlns:a16="http://schemas.microsoft.com/office/drawing/2014/main" id="{D1E2DC1C-FED5-4A0B-B4EF-88E06510BF90}"/>
              </a:ext>
            </a:extLst>
          </p:cNvPr>
          <p:cNvSpPr>
            <a:spLocks noGrp="1" noChangeArrowheads="1"/>
          </p:cNvSpPr>
          <p:nvPr>
            <p:ph type="title"/>
          </p:nvPr>
        </p:nvSpPr>
        <p:spPr>
          <a:xfrm>
            <a:off x="941388" y="171450"/>
            <a:ext cx="7561262" cy="857250"/>
          </a:xfrm>
        </p:spPr>
        <p:txBody>
          <a:bodyPr/>
          <a:lstStyle/>
          <a:p>
            <a:pPr eaLnBrk="1" hangingPunct="1"/>
            <a:r>
              <a:rPr lang="en-US" altLang="zh-CN">
                <a:latin typeface="宋体" panose="02010600030101010101" pitchFamily="2" charset="-122"/>
                <a:ea typeface="宋体" panose="02010600030101010101" pitchFamily="2" charset="-122"/>
              </a:rPr>
              <a:t>§3 </a:t>
            </a:r>
            <a:r>
              <a:rPr lang="zh-CN" altLang="en-US"/>
              <a:t>区间估计</a:t>
            </a:r>
          </a:p>
        </p:txBody>
      </p:sp>
      <p:graphicFrame>
        <p:nvGraphicFramePr>
          <p:cNvPr id="87044" name="Object 7168">
            <a:extLst>
              <a:ext uri="{FF2B5EF4-FFF2-40B4-BE49-F238E27FC236}">
                <a16:creationId xmlns:a16="http://schemas.microsoft.com/office/drawing/2014/main" id="{78D0CB1B-1925-403F-B53C-5B76606C35E6}"/>
              </a:ext>
            </a:extLst>
          </p:cNvPr>
          <p:cNvGraphicFramePr>
            <a:graphicFrameLocks/>
          </p:cNvGraphicFramePr>
          <p:nvPr/>
        </p:nvGraphicFramePr>
        <p:xfrm>
          <a:off x="1106488" y="1733550"/>
          <a:ext cx="7861300" cy="3614738"/>
        </p:xfrm>
        <a:graphic>
          <a:graphicData uri="http://schemas.openxmlformats.org/presentationml/2006/ole">
            <mc:AlternateContent xmlns:mc="http://schemas.openxmlformats.org/markup-compatibility/2006">
              <mc:Choice xmlns:v="urn:schemas-microsoft-com:vml" Requires="v">
                <p:oleObj spid="_x0000_s87051" r:id="rId3" imgW="5219700" imgH="2400300" progId="Equation.DSMT4">
                  <p:embed/>
                </p:oleObj>
              </mc:Choice>
              <mc:Fallback>
                <p:oleObj r:id="rId3" imgW="5219700" imgH="2400300" progId="Equation.DSMT4">
                  <p:embed/>
                  <p:pic>
                    <p:nvPicPr>
                      <p:cNvPr id="0" name="Object 716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488" y="1733550"/>
                        <a:ext cx="7861300" cy="36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5" name="矩形 1">
            <a:extLst>
              <a:ext uri="{FF2B5EF4-FFF2-40B4-BE49-F238E27FC236}">
                <a16:creationId xmlns:a16="http://schemas.microsoft.com/office/drawing/2014/main" id="{87350AD9-DF18-467A-9105-148289581F57}"/>
              </a:ext>
            </a:extLst>
          </p:cNvPr>
          <p:cNvSpPr>
            <a:spLocks noChangeArrowheads="1"/>
          </p:cNvSpPr>
          <p:nvPr/>
        </p:nvSpPr>
        <p:spPr bwMode="auto">
          <a:xfrm>
            <a:off x="1898650" y="1150938"/>
            <a:ext cx="2824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latinLnBrk="0">
              <a:lnSpc>
                <a:spcPct val="100000"/>
              </a:lnSpc>
              <a:spcBef>
                <a:spcPct val="0"/>
              </a:spcBef>
              <a:buFontTx/>
              <a:buNone/>
            </a:pPr>
            <a:r>
              <a:rPr lang="en-US" altLang="zh-CN" sz="2400">
                <a:solidFill>
                  <a:srgbClr val="222222"/>
                </a:solidFill>
                <a:latin typeface="Arial" panose="020B0604020202020204" pitchFamily="34" charset="0"/>
                <a:ea typeface="宋体" panose="02010600030101010101" pitchFamily="2" charset="-122"/>
              </a:rPr>
              <a:t>Confidence Interval</a:t>
            </a: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a:extLst>
              <a:ext uri="{FF2B5EF4-FFF2-40B4-BE49-F238E27FC236}">
                <a16:creationId xmlns:a16="http://schemas.microsoft.com/office/drawing/2014/main" id="{C85058C0-CD76-424D-81AF-38C1710011E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2DD0D61D-6414-4B5F-96EB-E6AEBC491D96}" type="slidenum">
              <a:rPr altLang="en-US" sz="1400" smtClean="0"/>
              <a:pPr>
                <a:lnSpc>
                  <a:spcPct val="100000"/>
                </a:lnSpc>
                <a:spcBef>
                  <a:spcPct val="0"/>
                </a:spcBef>
                <a:buClr>
                  <a:schemeClr val="tx1"/>
                </a:buClr>
                <a:buFontTx/>
                <a:buNone/>
              </a:pPr>
              <a:t>69</a:t>
            </a:fld>
            <a:endParaRPr lang="zh-CN" altLang="en-US" sz="1400"/>
          </a:p>
        </p:txBody>
      </p:sp>
      <p:graphicFrame>
        <p:nvGraphicFramePr>
          <p:cNvPr id="88067" name="Object 1024">
            <a:extLst>
              <a:ext uri="{FF2B5EF4-FFF2-40B4-BE49-F238E27FC236}">
                <a16:creationId xmlns:a16="http://schemas.microsoft.com/office/drawing/2014/main" id="{7A74EEB9-3F93-4FD9-8CB3-A1688776191D}"/>
              </a:ext>
            </a:extLst>
          </p:cNvPr>
          <p:cNvGraphicFramePr>
            <a:graphicFrameLocks/>
          </p:cNvGraphicFramePr>
          <p:nvPr/>
        </p:nvGraphicFramePr>
        <p:xfrm>
          <a:off x="1568450" y="647700"/>
          <a:ext cx="2724150" cy="371475"/>
        </p:xfrm>
        <a:graphic>
          <a:graphicData uri="http://schemas.openxmlformats.org/presentationml/2006/ole">
            <mc:AlternateContent xmlns:mc="http://schemas.openxmlformats.org/markup-compatibility/2006">
              <mc:Choice xmlns:v="urn:schemas-microsoft-com:vml" Requires="v">
                <p:oleObj spid="_x0000_s88081" r:id="rId3" imgW="1953257" imgH="266353" progId="Equation.DSMT4">
                  <p:embed/>
                </p:oleObj>
              </mc:Choice>
              <mc:Fallback>
                <p:oleObj r:id="rId3" imgW="1953257" imgH="266353"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450" y="647700"/>
                        <a:ext cx="27241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68" name="Text Box 5">
            <a:extLst>
              <a:ext uri="{FF2B5EF4-FFF2-40B4-BE49-F238E27FC236}">
                <a16:creationId xmlns:a16="http://schemas.microsoft.com/office/drawing/2014/main" id="{8F7DD7CC-2A94-4053-B0B9-4004C9304741}"/>
              </a:ext>
            </a:extLst>
          </p:cNvPr>
          <p:cNvSpPr txBox="1">
            <a:spLocks noChangeArrowheads="1"/>
          </p:cNvSpPr>
          <p:nvPr/>
        </p:nvSpPr>
        <p:spPr bwMode="auto">
          <a:xfrm>
            <a:off x="1120775" y="615950"/>
            <a:ext cx="493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2400">
                <a:solidFill>
                  <a:srgbClr val="000066"/>
                </a:solidFill>
                <a:latin typeface="Arial" panose="020B0604020202020204" pitchFamily="34" charset="0"/>
                <a:ea typeface="宋体" panose="02010600030101010101" pitchFamily="2" charset="-122"/>
              </a:rPr>
              <a:t> </a:t>
            </a:r>
          </a:p>
        </p:txBody>
      </p:sp>
      <p:graphicFrame>
        <p:nvGraphicFramePr>
          <p:cNvPr id="2282497" name="Object 1025">
            <a:extLst>
              <a:ext uri="{FF2B5EF4-FFF2-40B4-BE49-F238E27FC236}">
                <a16:creationId xmlns:a16="http://schemas.microsoft.com/office/drawing/2014/main" id="{22CC7BED-E398-45AD-81EF-4320C34BE5D5}"/>
              </a:ext>
            </a:extLst>
          </p:cNvPr>
          <p:cNvGraphicFramePr>
            <a:graphicFrameLocks/>
          </p:cNvGraphicFramePr>
          <p:nvPr/>
        </p:nvGraphicFramePr>
        <p:xfrm>
          <a:off x="1257300" y="1566863"/>
          <a:ext cx="7626350" cy="3524250"/>
        </p:xfrm>
        <a:graphic>
          <a:graphicData uri="http://schemas.openxmlformats.org/presentationml/2006/ole">
            <mc:AlternateContent xmlns:mc="http://schemas.openxmlformats.org/markup-compatibility/2006">
              <mc:Choice xmlns:v="urn:schemas-microsoft-com:vml" Requires="v">
                <p:oleObj spid="_x0000_s88082" r:id="rId6" imgW="5334000" imgH="2463800" progId="Equation.DSMT4">
                  <p:embed/>
                </p:oleObj>
              </mc:Choice>
              <mc:Fallback>
                <p:oleObj r:id="rId6" imgW="5334000" imgH="2463800" progId="Equation.DSMT4">
                  <p:embed/>
                  <p:pic>
                    <p:nvPicPr>
                      <p:cNvPr id="0" name="Object 102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7300" y="1566863"/>
                        <a:ext cx="7626350"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1335" name="AutoShape 7">
            <a:extLst>
              <a:ext uri="{FF2B5EF4-FFF2-40B4-BE49-F238E27FC236}">
                <a16:creationId xmlns:a16="http://schemas.microsoft.com/office/drawing/2014/main" id="{2117A651-3824-4AAA-8AA7-F004C35D06F5}"/>
              </a:ext>
            </a:extLst>
          </p:cNvPr>
          <p:cNvSpPr>
            <a:spLocks noChangeArrowheads="1"/>
          </p:cNvSpPr>
          <p:nvPr/>
        </p:nvSpPr>
        <p:spPr bwMode="auto">
          <a:xfrm>
            <a:off x="1003300" y="1611313"/>
            <a:ext cx="223838" cy="209550"/>
          </a:xfrm>
          <a:prstGeom prst="sun">
            <a:avLst>
              <a:gd name="adj" fmla="val 25000"/>
            </a:avLst>
          </a:prstGeom>
          <a:solidFill>
            <a:srgbClr val="FFFF00"/>
          </a:solidFill>
          <a:ln w="9525">
            <a:solidFill>
              <a:srgbClr val="000000"/>
            </a:solidFill>
            <a:miter lim="800000"/>
            <a:headEnd/>
            <a:tailEnd/>
          </a:ln>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1335"/>
                                        </p:tgtEl>
                                        <p:attrNameLst>
                                          <p:attrName>style.visibility</p:attrName>
                                        </p:attrNameLst>
                                      </p:cBhvr>
                                      <p:to>
                                        <p:strVal val="visible"/>
                                      </p:to>
                                    </p:set>
                                  </p:childTnLst>
                                </p:cTn>
                              </p:par>
                            </p:childTnLst>
                          </p:cTn>
                        </p:par>
                        <p:par>
                          <p:cTn id="7" fill="hold" nodeType="afterGroup">
                            <p:stCondLst>
                              <p:cond delay="1"/>
                            </p:stCondLst>
                            <p:childTnLst>
                              <p:par>
                                <p:cTn id="8" presetID="8" presetClass="emph" presetSubtype="0" repeatCount="indefinite" fill="hold" grpId="1" nodeType="afterEffect">
                                  <p:stCondLst>
                                    <p:cond delay="0"/>
                                  </p:stCondLst>
                                  <p:childTnLst>
                                    <p:animRot by="21600000">
                                      <p:cBhvr>
                                        <p:cTn id="9" dur="3000" fill="hold"/>
                                        <p:tgtEl>
                                          <p:spTgt spid="1891335"/>
                                        </p:tgtEl>
                                        <p:attrNameLst>
                                          <p:attrName>r</p:attrName>
                                        </p:attrNameLst>
                                      </p:cBhvr>
                                    </p:animRo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nodeType="clickEffect">
                                  <p:stCondLst>
                                    <p:cond delay="0"/>
                                  </p:stCondLst>
                                  <p:childTnLst>
                                    <p:set>
                                      <p:cBhvr>
                                        <p:cTn id="13" dur="1" fill="hold">
                                          <p:stCondLst>
                                            <p:cond delay="0"/>
                                          </p:stCondLst>
                                        </p:cTn>
                                        <p:tgtEl>
                                          <p:spTgt spid="2282497"/>
                                        </p:tgtEl>
                                        <p:attrNameLst>
                                          <p:attrName>style.visibility</p:attrName>
                                        </p:attrNameLst>
                                      </p:cBhvr>
                                      <p:to>
                                        <p:strVal val="visible"/>
                                      </p:to>
                                    </p:set>
                                    <p:animEffect transition="in" filter="dissolve">
                                      <p:cBhvr>
                                        <p:cTn id="14" dur="2000"/>
                                        <p:tgtEl>
                                          <p:spTgt spid="2282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1335" grpId="0" animBg="1"/>
      <p:bldP spid="1891335"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7">
            <a:extLst>
              <a:ext uri="{FF2B5EF4-FFF2-40B4-BE49-F238E27FC236}">
                <a16:creationId xmlns:a16="http://schemas.microsoft.com/office/drawing/2014/main" id="{17CA25A3-ECC4-458C-BCDF-0F77C97F5D1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F192529C-1A9C-4229-9E62-409093EDE670}" type="slidenum">
              <a:rPr altLang="en-US" sz="1400" smtClean="0"/>
              <a:pPr>
                <a:lnSpc>
                  <a:spcPct val="100000"/>
                </a:lnSpc>
                <a:spcBef>
                  <a:spcPct val="0"/>
                </a:spcBef>
                <a:buClr>
                  <a:schemeClr val="tx1"/>
                </a:buClr>
                <a:buFontTx/>
                <a:buNone/>
              </a:pPr>
              <a:t>70</a:t>
            </a:fld>
            <a:endParaRPr lang="zh-CN" altLang="en-US" sz="1400"/>
          </a:p>
        </p:txBody>
      </p:sp>
      <p:sp>
        <p:nvSpPr>
          <p:cNvPr id="89091" name="Rectangle 2">
            <a:extLst>
              <a:ext uri="{FF2B5EF4-FFF2-40B4-BE49-F238E27FC236}">
                <a16:creationId xmlns:a16="http://schemas.microsoft.com/office/drawing/2014/main" id="{9C5D2468-2B00-46DF-A7C0-6AB1E12B5394}"/>
              </a:ext>
            </a:extLst>
          </p:cNvPr>
          <p:cNvSpPr>
            <a:spLocks noGrp="1" noChangeArrowheads="1"/>
          </p:cNvSpPr>
          <p:nvPr>
            <p:ph type="title"/>
          </p:nvPr>
        </p:nvSpPr>
        <p:spPr>
          <a:xfrm>
            <a:off x="1087438" y="260350"/>
            <a:ext cx="7561262" cy="857250"/>
          </a:xfrm>
        </p:spPr>
        <p:txBody>
          <a:bodyPr/>
          <a:lstStyle/>
          <a:p>
            <a:pPr eaLnBrk="1" hangingPunct="1">
              <a:buFontTx/>
              <a:buBlip>
                <a:blip r:embed="rId3"/>
              </a:buBlip>
            </a:pPr>
            <a:r>
              <a:rPr lang="en-US" altLang="zh-CN"/>
              <a:t>  </a:t>
            </a:r>
            <a:r>
              <a:rPr lang="zh-CN" altLang="en-US">
                <a:solidFill>
                  <a:srgbClr val="FF6600"/>
                </a:solidFill>
                <a:latin typeface="宋体" panose="02010600030101010101" pitchFamily="2" charset="-122"/>
                <a:ea typeface="宋体" panose="02010600030101010101" pitchFamily="2" charset="-122"/>
              </a:rPr>
              <a:t>单侧置信区间</a:t>
            </a:r>
          </a:p>
        </p:txBody>
      </p:sp>
      <p:graphicFrame>
        <p:nvGraphicFramePr>
          <p:cNvPr id="53250" name="Object 0">
            <a:extLst>
              <a:ext uri="{FF2B5EF4-FFF2-40B4-BE49-F238E27FC236}">
                <a16:creationId xmlns:a16="http://schemas.microsoft.com/office/drawing/2014/main" id="{2AFDCF1B-CBDB-458B-9CB5-62908A149960}"/>
              </a:ext>
            </a:extLst>
          </p:cNvPr>
          <p:cNvGraphicFramePr>
            <a:graphicFrameLocks noGrp="1"/>
          </p:cNvGraphicFramePr>
          <p:nvPr>
            <p:ph sz="quarter" idx="2"/>
          </p:nvPr>
        </p:nvGraphicFramePr>
        <p:xfrm>
          <a:off x="1163638" y="1204913"/>
          <a:ext cx="6646862" cy="2311400"/>
        </p:xfrm>
        <a:graphic>
          <a:graphicData uri="http://schemas.openxmlformats.org/presentationml/2006/ole">
            <mc:AlternateContent xmlns:mc="http://schemas.openxmlformats.org/markup-compatibility/2006">
              <mc:Choice xmlns:v="urn:schemas-microsoft-com:vml" Requires="v">
                <p:oleObj spid="_x0000_s89104" r:id="rId4" imgW="3505200" imgH="1219200" progId="Equation.DSMT4">
                  <p:embed/>
                </p:oleObj>
              </mc:Choice>
              <mc:Fallback>
                <p:oleObj r:id="rId4" imgW="3505200" imgH="1219200" progId="Equation.DSMT4">
                  <p:embed/>
                  <p:pic>
                    <p:nvPicPr>
                      <p:cNvPr id="0" name="Object 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3638" y="1204913"/>
                        <a:ext cx="6646862"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3251" name="Object 1">
            <a:extLst>
              <a:ext uri="{FF2B5EF4-FFF2-40B4-BE49-F238E27FC236}">
                <a16:creationId xmlns:a16="http://schemas.microsoft.com/office/drawing/2014/main" id="{B14938B7-B56C-42AA-BCA9-BF700B3D5157}"/>
              </a:ext>
            </a:extLst>
          </p:cNvPr>
          <p:cNvGraphicFramePr>
            <a:graphicFrameLocks noGrp="1"/>
          </p:cNvGraphicFramePr>
          <p:nvPr>
            <p:ph sz="quarter" idx="3"/>
          </p:nvPr>
        </p:nvGraphicFramePr>
        <p:xfrm>
          <a:off x="1130300" y="3881438"/>
          <a:ext cx="6530975" cy="2263775"/>
        </p:xfrm>
        <a:graphic>
          <a:graphicData uri="http://schemas.openxmlformats.org/presentationml/2006/ole">
            <mc:AlternateContent xmlns:mc="http://schemas.openxmlformats.org/markup-compatibility/2006">
              <mc:Choice xmlns:v="urn:schemas-microsoft-com:vml" Requires="v">
                <p:oleObj spid="_x0000_s89105" r:id="rId6" imgW="3517900" imgH="1219200" progId="Equation.DSMT4">
                  <p:embed/>
                </p:oleObj>
              </mc:Choice>
              <mc:Fallback>
                <p:oleObj r:id="rId6" imgW="3517900" imgH="1219200" progId="Equation.DSMT4">
                  <p:embed/>
                  <p:pic>
                    <p:nvPicPr>
                      <p:cNvPr id="0" name="Object 1"/>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0300" y="3881438"/>
                        <a:ext cx="6530975" cy="22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slide(fromLeft)">
                                      <p:cBhvr>
                                        <p:cTn id="7" dur="1000"/>
                                        <p:tgtEl>
                                          <p:spTgt spid="53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53251"/>
                                        </p:tgtEl>
                                        <p:attrNameLst>
                                          <p:attrName>style.visibility</p:attrName>
                                        </p:attrNameLst>
                                      </p:cBhvr>
                                      <p:to>
                                        <p:strVal val="visible"/>
                                      </p:to>
                                    </p:set>
                                    <p:animEffect transition="in" filter="slide(fromLeft)">
                                      <p:cBhvr>
                                        <p:cTn id="12" dur="10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a:extLst>
              <a:ext uri="{FF2B5EF4-FFF2-40B4-BE49-F238E27FC236}">
                <a16:creationId xmlns:a16="http://schemas.microsoft.com/office/drawing/2014/main" id="{C3317B72-B17E-40C8-8291-4FC9195AB08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BA9EF165-302F-46D7-9F61-CE9F9CB68FCF}" type="slidenum">
              <a:rPr altLang="en-US" sz="1400" smtClean="0"/>
              <a:pPr>
                <a:lnSpc>
                  <a:spcPct val="100000"/>
                </a:lnSpc>
                <a:spcBef>
                  <a:spcPct val="0"/>
                </a:spcBef>
                <a:buClr>
                  <a:schemeClr val="tx1"/>
                </a:buClr>
                <a:buFontTx/>
                <a:buNone/>
              </a:pPr>
              <a:t>71</a:t>
            </a:fld>
            <a:endParaRPr lang="zh-CN" altLang="en-US" sz="1400"/>
          </a:p>
        </p:txBody>
      </p:sp>
      <p:sp>
        <p:nvSpPr>
          <p:cNvPr id="90115" name="Rectangle 2">
            <a:extLst>
              <a:ext uri="{FF2B5EF4-FFF2-40B4-BE49-F238E27FC236}">
                <a16:creationId xmlns:a16="http://schemas.microsoft.com/office/drawing/2014/main" id="{DF785C44-90B3-4E88-9594-A8142661A8D9}"/>
              </a:ext>
            </a:extLst>
          </p:cNvPr>
          <p:cNvSpPr>
            <a:spLocks noGrp="1" noChangeArrowheads="1"/>
          </p:cNvSpPr>
          <p:nvPr>
            <p:ph type="title"/>
          </p:nvPr>
        </p:nvSpPr>
        <p:spPr>
          <a:xfrm>
            <a:off x="1054100" y="222250"/>
            <a:ext cx="7561263" cy="857250"/>
          </a:xfrm>
        </p:spPr>
        <p:txBody>
          <a:bodyPr/>
          <a:lstStyle/>
          <a:p>
            <a:pPr eaLnBrk="1" hangingPunct="1">
              <a:buFontTx/>
              <a:buBlip>
                <a:blip r:embed="rId3"/>
              </a:buBlip>
            </a:pPr>
            <a:r>
              <a:rPr lang="en-US" altLang="zh-CN"/>
              <a:t>  </a:t>
            </a:r>
            <a:r>
              <a:rPr lang="zh-CN" altLang="en-US">
                <a:solidFill>
                  <a:srgbClr val="FF6600"/>
                </a:solidFill>
                <a:latin typeface="宋体" panose="02010600030101010101" pitchFamily="2" charset="-122"/>
                <a:ea typeface="宋体" panose="02010600030101010101" pitchFamily="2" charset="-122"/>
              </a:rPr>
              <a:t>正态总体均值方差的区间估计</a:t>
            </a:r>
          </a:p>
        </p:txBody>
      </p:sp>
      <p:graphicFrame>
        <p:nvGraphicFramePr>
          <p:cNvPr id="90116" name="Object 1024">
            <a:extLst>
              <a:ext uri="{FF2B5EF4-FFF2-40B4-BE49-F238E27FC236}">
                <a16:creationId xmlns:a16="http://schemas.microsoft.com/office/drawing/2014/main" id="{9B250A5E-2F9F-4AD4-AE28-F8F53F90B884}"/>
              </a:ext>
            </a:extLst>
          </p:cNvPr>
          <p:cNvGraphicFramePr>
            <a:graphicFrameLocks noGrp="1"/>
          </p:cNvGraphicFramePr>
          <p:nvPr>
            <p:ph idx="1"/>
          </p:nvPr>
        </p:nvGraphicFramePr>
        <p:xfrm>
          <a:off x="1087438" y="1184275"/>
          <a:ext cx="3525837" cy="423863"/>
        </p:xfrm>
        <a:graphic>
          <a:graphicData uri="http://schemas.openxmlformats.org/presentationml/2006/ole">
            <mc:AlternateContent xmlns:mc="http://schemas.openxmlformats.org/markup-compatibility/2006">
              <mc:Choice xmlns:v="urn:schemas-microsoft-com:vml" Requires="v">
                <p:oleObj spid="_x0000_s90179" r:id="rId4" imgW="2324100" imgH="279400" progId="Equation.DSMT4">
                  <p:embed/>
                </p:oleObj>
              </mc:Choice>
              <mc:Fallback>
                <p:oleObj r:id="rId4" imgW="2324100" imgH="279400" progId="Equation.DSMT4">
                  <p:embed/>
                  <p:pic>
                    <p:nvPicPr>
                      <p:cNvPr id="0" name="Object 102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7438" y="1184275"/>
                        <a:ext cx="3525837"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0117" name="Object 1025">
            <a:extLst>
              <a:ext uri="{FF2B5EF4-FFF2-40B4-BE49-F238E27FC236}">
                <a16:creationId xmlns:a16="http://schemas.microsoft.com/office/drawing/2014/main" id="{BD3879B3-1C53-4324-BB1D-38EE0488A8CF}"/>
              </a:ext>
            </a:extLst>
          </p:cNvPr>
          <p:cNvGraphicFramePr>
            <a:graphicFrameLocks/>
          </p:cNvGraphicFramePr>
          <p:nvPr/>
        </p:nvGraphicFramePr>
        <p:xfrm>
          <a:off x="1395413" y="1577975"/>
          <a:ext cx="7204075" cy="423863"/>
        </p:xfrm>
        <a:graphic>
          <a:graphicData uri="http://schemas.openxmlformats.org/presentationml/2006/ole">
            <mc:AlternateContent xmlns:mc="http://schemas.openxmlformats.org/markup-compatibility/2006">
              <mc:Choice xmlns:v="urn:schemas-microsoft-com:vml" Requires="v">
                <p:oleObj spid="_x0000_s90180" r:id="rId6" imgW="4749800" imgH="279400" progId="Equation.DSMT4">
                  <p:embed/>
                </p:oleObj>
              </mc:Choice>
              <mc:Fallback>
                <p:oleObj r:id="rId6" imgW="4749800" imgH="279400" progId="Equation.DSMT4">
                  <p:embed/>
                  <p:pic>
                    <p:nvPicPr>
                      <p:cNvPr id="0" name="Object 102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5413" y="1577975"/>
                        <a:ext cx="72040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46" name="Object 1026">
            <a:extLst>
              <a:ext uri="{FF2B5EF4-FFF2-40B4-BE49-F238E27FC236}">
                <a16:creationId xmlns:a16="http://schemas.microsoft.com/office/drawing/2014/main" id="{333D0AC0-FC42-43E3-915A-17E3FAE2F1D9}"/>
              </a:ext>
            </a:extLst>
          </p:cNvPr>
          <p:cNvGraphicFramePr>
            <a:graphicFrameLocks/>
          </p:cNvGraphicFramePr>
          <p:nvPr/>
        </p:nvGraphicFramePr>
        <p:xfrm>
          <a:off x="1073150" y="2185988"/>
          <a:ext cx="2060575" cy="327025"/>
        </p:xfrm>
        <a:graphic>
          <a:graphicData uri="http://schemas.openxmlformats.org/presentationml/2006/ole">
            <mc:AlternateContent xmlns:mc="http://schemas.openxmlformats.org/markup-compatibility/2006">
              <mc:Choice xmlns:v="urn:schemas-microsoft-com:vml" Requires="v">
                <p:oleObj spid="_x0000_s90181" r:id="rId8" imgW="1357133" imgH="215619" progId="Equation.DSMT4">
                  <p:embed/>
                </p:oleObj>
              </mc:Choice>
              <mc:Fallback>
                <p:oleObj r:id="rId8" imgW="1357133" imgH="215619" progId="Equation.DSMT4">
                  <p:embed/>
                  <p:pic>
                    <p:nvPicPr>
                      <p:cNvPr id="0" name="Object 102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3150" y="2185988"/>
                        <a:ext cx="20605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47" name="Object 1027">
            <a:extLst>
              <a:ext uri="{FF2B5EF4-FFF2-40B4-BE49-F238E27FC236}">
                <a16:creationId xmlns:a16="http://schemas.microsoft.com/office/drawing/2014/main" id="{906E6774-A4E5-4360-96FF-7270F75873A8}"/>
              </a:ext>
            </a:extLst>
          </p:cNvPr>
          <p:cNvGraphicFramePr>
            <a:graphicFrameLocks/>
          </p:cNvGraphicFramePr>
          <p:nvPr/>
        </p:nvGraphicFramePr>
        <p:xfrm>
          <a:off x="1311275" y="2709863"/>
          <a:ext cx="1328738" cy="385762"/>
        </p:xfrm>
        <a:graphic>
          <a:graphicData uri="http://schemas.openxmlformats.org/presentationml/2006/ole">
            <mc:AlternateContent xmlns:mc="http://schemas.openxmlformats.org/markup-compatibility/2006">
              <mc:Choice xmlns:v="urn:schemas-microsoft-com:vml" Requires="v">
                <p:oleObj spid="_x0000_s90182" r:id="rId10" imgW="875540" imgH="253780" progId="Equation.DSMT4">
                  <p:embed/>
                </p:oleObj>
              </mc:Choice>
              <mc:Fallback>
                <p:oleObj r:id="rId10" imgW="875540" imgH="253780" progId="Equation.DSMT4">
                  <p:embed/>
                  <p:pic>
                    <p:nvPicPr>
                      <p:cNvPr id="0" name="Object 102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11275" y="2709863"/>
                        <a:ext cx="1328738"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48" name="Object 1028">
            <a:extLst>
              <a:ext uri="{FF2B5EF4-FFF2-40B4-BE49-F238E27FC236}">
                <a16:creationId xmlns:a16="http://schemas.microsoft.com/office/drawing/2014/main" id="{9036BF7F-8461-40C5-8378-FDEE8F7EC72E}"/>
              </a:ext>
            </a:extLst>
          </p:cNvPr>
          <p:cNvGraphicFramePr>
            <a:graphicFrameLocks/>
          </p:cNvGraphicFramePr>
          <p:nvPr/>
        </p:nvGraphicFramePr>
        <p:xfrm>
          <a:off x="1641475" y="3138488"/>
          <a:ext cx="3794125" cy="692150"/>
        </p:xfrm>
        <a:graphic>
          <a:graphicData uri="http://schemas.openxmlformats.org/presentationml/2006/ole">
            <mc:AlternateContent xmlns:mc="http://schemas.openxmlformats.org/markup-compatibility/2006">
              <mc:Choice xmlns:v="urn:schemas-microsoft-com:vml" Requires="v">
                <p:oleObj spid="_x0000_s90183" r:id="rId12" imgW="2501900" imgH="457200" progId="Equation.DSMT4">
                  <p:embed/>
                </p:oleObj>
              </mc:Choice>
              <mc:Fallback>
                <p:oleObj r:id="rId12" imgW="2501900" imgH="457200" progId="Equation.DSMT4">
                  <p:embed/>
                  <p:pic>
                    <p:nvPicPr>
                      <p:cNvPr id="0" name="Object 102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41475" y="3138488"/>
                        <a:ext cx="37941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49" name="Object 1029">
            <a:extLst>
              <a:ext uri="{FF2B5EF4-FFF2-40B4-BE49-F238E27FC236}">
                <a16:creationId xmlns:a16="http://schemas.microsoft.com/office/drawing/2014/main" id="{34FE520B-3140-4098-986F-17ACCE30C742}"/>
              </a:ext>
            </a:extLst>
          </p:cNvPr>
          <p:cNvGraphicFramePr>
            <a:graphicFrameLocks/>
          </p:cNvGraphicFramePr>
          <p:nvPr/>
        </p:nvGraphicFramePr>
        <p:xfrm>
          <a:off x="1671638" y="3851275"/>
          <a:ext cx="2638425" cy="768350"/>
        </p:xfrm>
        <a:graphic>
          <a:graphicData uri="http://schemas.openxmlformats.org/presentationml/2006/ole">
            <mc:AlternateContent xmlns:mc="http://schemas.openxmlformats.org/markup-compatibility/2006">
              <mc:Choice xmlns:v="urn:schemas-microsoft-com:vml" Requires="v">
                <p:oleObj spid="_x0000_s90184" r:id="rId14" imgW="1739900" imgH="508000" progId="Equation.DSMT4">
                  <p:embed/>
                </p:oleObj>
              </mc:Choice>
              <mc:Fallback>
                <p:oleObj r:id="rId14" imgW="1739900" imgH="508000" progId="Equation.DSMT4">
                  <p:embed/>
                  <p:pic>
                    <p:nvPicPr>
                      <p:cNvPr id="0" name="Object 102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1638" y="3851275"/>
                        <a:ext cx="26384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50" name="Object 1030">
            <a:extLst>
              <a:ext uri="{FF2B5EF4-FFF2-40B4-BE49-F238E27FC236}">
                <a16:creationId xmlns:a16="http://schemas.microsoft.com/office/drawing/2014/main" id="{EBB5ED40-BCC8-4347-B55E-9B3540ECE258}"/>
              </a:ext>
            </a:extLst>
          </p:cNvPr>
          <p:cNvGraphicFramePr>
            <a:graphicFrameLocks/>
          </p:cNvGraphicFramePr>
          <p:nvPr/>
        </p:nvGraphicFramePr>
        <p:xfrm>
          <a:off x="1720850" y="4749800"/>
          <a:ext cx="4256088" cy="692150"/>
        </p:xfrm>
        <a:graphic>
          <a:graphicData uri="http://schemas.openxmlformats.org/presentationml/2006/ole">
            <mc:AlternateContent xmlns:mc="http://schemas.openxmlformats.org/markup-compatibility/2006">
              <mc:Choice xmlns:v="urn:schemas-microsoft-com:vml" Requires="v">
                <p:oleObj spid="_x0000_s90185" r:id="rId16" imgW="2806700" imgH="457200" progId="Equation.DSMT4">
                  <p:embed/>
                </p:oleObj>
              </mc:Choice>
              <mc:Fallback>
                <p:oleObj r:id="rId16" imgW="2806700" imgH="457200" progId="Equation.DSMT4">
                  <p:embed/>
                  <p:pic>
                    <p:nvPicPr>
                      <p:cNvPr id="0" name="Object 103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20850" y="4749800"/>
                        <a:ext cx="425608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51" name="Object 1031">
            <a:extLst>
              <a:ext uri="{FF2B5EF4-FFF2-40B4-BE49-F238E27FC236}">
                <a16:creationId xmlns:a16="http://schemas.microsoft.com/office/drawing/2014/main" id="{35605882-864C-4D99-9261-D6204C9F5DC7}"/>
              </a:ext>
            </a:extLst>
          </p:cNvPr>
          <p:cNvGraphicFramePr>
            <a:graphicFrameLocks/>
          </p:cNvGraphicFramePr>
          <p:nvPr/>
        </p:nvGraphicFramePr>
        <p:xfrm>
          <a:off x="1557338" y="5640388"/>
          <a:ext cx="4198937" cy="692150"/>
        </p:xfrm>
        <a:graphic>
          <a:graphicData uri="http://schemas.openxmlformats.org/presentationml/2006/ole">
            <mc:AlternateContent xmlns:mc="http://schemas.openxmlformats.org/markup-compatibility/2006">
              <mc:Choice xmlns:v="urn:schemas-microsoft-com:vml" Requires="v">
                <p:oleObj spid="_x0000_s90186" r:id="rId18" imgW="2768600" imgH="457200" progId="Equation.DSMT4">
                  <p:embed/>
                </p:oleObj>
              </mc:Choice>
              <mc:Fallback>
                <p:oleObj r:id="rId18" imgW="2768600" imgH="457200" progId="Equation.DSMT4">
                  <p:embed/>
                  <p:pic>
                    <p:nvPicPr>
                      <p:cNvPr id="0" name="Object 103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57338" y="5640388"/>
                        <a:ext cx="419893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2369" name="Rectangle 17">
            <a:extLst>
              <a:ext uri="{FF2B5EF4-FFF2-40B4-BE49-F238E27FC236}">
                <a16:creationId xmlns:a16="http://schemas.microsoft.com/office/drawing/2014/main" id="{D299A28C-C0A8-4678-B239-3F990D47D6F8}"/>
              </a:ext>
            </a:extLst>
          </p:cNvPr>
          <p:cNvSpPr>
            <a:spLocks noChangeArrowheads="1"/>
          </p:cNvSpPr>
          <p:nvPr/>
        </p:nvSpPr>
        <p:spPr bwMode="auto">
          <a:xfrm>
            <a:off x="2982913" y="5646738"/>
            <a:ext cx="2808287" cy="704850"/>
          </a:xfrm>
          <a:prstGeom prst="rect">
            <a:avLst/>
          </a:prstGeom>
          <a:noFill/>
          <a:ln w="25400">
            <a:solidFill>
              <a:srgbClr val="FF99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2284552" name="Object 1032">
            <a:extLst>
              <a:ext uri="{FF2B5EF4-FFF2-40B4-BE49-F238E27FC236}">
                <a16:creationId xmlns:a16="http://schemas.microsoft.com/office/drawing/2014/main" id="{90471FF4-FD4B-4C21-90D1-D37D3D96D1EA}"/>
              </a:ext>
            </a:extLst>
          </p:cNvPr>
          <p:cNvGraphicFramePr>
            <a:graphicFrameLocks/>
          </p:cNvGraphicFramePr>
          <p:nvPr/>
        </p:nvGraphicFramePr>
        <p:xfrm>
          <a:off x="6129338" y="2360613"/>
          <a:ext cx="3014662" cy="1465262"/>
        </p:xfrm>
        <a:graphic>
          <a:graphicData uri="http://schemas.openxmlformats.org/presentationml/2006/ole">
            <mc:AlternateContent xmlns:mc="http://schemas.openxmlformats.org/markup-compatibility/2006">
              <mc:Choice xmlns:v="urn:schemas-microsoft-com:vml" Requires="v">
                <p:oleObj spid="_x0000_s90187" r:id="rId20" imgW="1383699" imgH="672808" progId="Equation.DSMT4">
                  <p:embed/>
                </p:oleObj>
              </mc:Choice>
              <mc:Fallback>
                <p:oleObj r:id="rId20" imgW="1383699" imgH="672808" progId="Equation.DSMT4">
                  <p:embed/>
                  <p:pic>
                    <p:nvPicPr>
                      <p:cNvPr id="0" name="Object 103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29338" y="2360613"/>
                        <a:ext cx="3014662"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4553" name="Object 1033">
            <a:extLst>
              <a:ext uri="{FF2B5EF4-FFF2-40B4-BE49-F238E27FC236}">
                <a16:creationId xmlns:a16="http://schemas.microsoft.com/office/drawing/2014/main" id="{A9899468-58D5-495B-ACC6-BB0EDE60ECDC}"/>
              </a:ext>
            </a:extLst>
          </p:cNvPr>
          <p:cNvGraphicFramePr>
            <a:graphicFrameLocks/>
          </p:cNvGraphicFramePr>
          <p:nvPr/>
        </p:nvGraphicFramePr>
        <p:xfrm>
          <a:off x="6488113" y="3908425"/>
          <a:ext cx="2120900" cy="920750"/>
        </p:xfrm>
        <a:graphic>
          <a:graphicData uri="http://schemas.openxmlformats.org/presentationml/2006/ole">
            <mc:AlternateContent xmlns:mc="http://schemas.openxmlformats.org/markup-compatibility/2006">
              <mc:Choice xmlns:v="urn:schemas-microsoft-com:vml" Requires="v">
                <p:oleObj spid="_x0000_s90188" r:id="rId22" imgW="965200" imgH="419100" progId="Equation.DSMT4">
                  <p:embed/>
                </p:oleObj>
              </mc:Choice>
              <mc:Fallback>
                <p:oleObj r:id="rId22" imgW="965200" imgH="419100" progId="Equation.DSMT4">
                  <p:embed/>
                  <p:pic>
                    <p:nvPicPr>
                      <p:cNvPr id="0" name="Object 103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88113" y="3908425"/>
                        <a:ext cx="21209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2372" name="Rectangle 20">
            <a:extLst>
              <a:ext uri="{FF2B5EF4-FFF2-40B4-BE49-F238E27FC236}">
                <a16:creationId xmlns:a16="http://schemas.microsoft.com/office/drawing/2014/main" id="{0F334A34-58F0-4E41-BE83-B66F8C882639}"/>
              </a:ext>
            </a:extLst>
          </p:cNvPr>
          <p:cNvSpPr>
            <a:spLocks noChangeArrowheads="1"/>
          </p:cNvSpPr>
          <p:nvPr/>
        </p:nvSpPr>
        <p:spPr bwMode="auto">
          <a:xfrm>
            <a:off x="6002338" y="2344738"/>
            <a:ext cx="3141662" cy="1597025"/>
          </a:xfrm>
          <a:prstGeom prst="rect">
            <a:avLst/>
          </a:prstGeom>
          <a:noFill/>
          <a:ln w="19050">
            <a:solidFill>
              <a:srgbClr val="808000"/>
            </a:solidFill>
            <a:prstDash val="dash"/>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1892373" name="AutoShape 21">
            <a:extLst>
              <a:ext uri="{FF2B5EF4-FFF2-40B4-BE49-F238E27FC236}">
                <a16:creationId xmlns:a16="http://schemas.microsoft.com/office/drawing/2014/main" id="{E343CE52-88B9-431E-80F8-2AE8D5BA27FA}"/>
              </a:ext>
            </a:extLst>
          </p:cNvPr>
          <p:cNvSpPr>
            <a:spLocks noChangeArrowheads="1"/>
          </p:cNvSpPr>
          <p:nvPr/>
        </p:nvSpPr>
        <p:spPr bwMode="auto">
          <a:xfrm>
            <a:off x="6500813" y="4022725"/>
            <a:ext cx="2160587" cy="831850"/>
          </a:xfrm>
          <a:prstGeom prst="foldedCorner">
            <a:avLst>
              <a:gd name="adj" fmla="val 12500"/>
            </a:avLst>
          </a:prstGeom>
          <a:noFill/>
          <a:ln w="19050">
            <a:solidFill>
              <a:srgbClr val="000080"/>
            </a:solidFill>
            <a:round/>
            <a:headEnd/>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84546"/>
                                        </p:tgtEl>
                                        <p:attrNameLst>
                                          <p:attrName>style.visibility</p:attrName>
                                        </p:attrNameLst>
                                      </p:cBhvr>
                                      <p:to>
                                        <p:strVal val="visible"/>
                                      </p:to>
                                    </p:set>
                                    <p:anim calcmode="lin" valueType="num">
                                      <p:cBhvr>
                                        <p:cTn id="7" dur="500" fill="hold"/>
                                        <p:tgtEl>
                                          <p:spTgt spid="2284546"/>
                                        </p:tgtEl>
                                        <p:attrNameLst>
                                          <p:attrName>ppt_x</p:attrName>
                                        </p:attrNameLst>
                                      </p:cBhvr>
                                      <p:tavLst>
                                        <p:tav tm="0">
                                          <p:val>
                                            <p:strVal val="0-#ppt_w/2"/>
                                          </p:val>
                                        </p:tav>
                                        <p:tav tm="100000">
                                          <p:val>
                                            <p:strVal val="#ppt_x"/>
                                          </p:val>
                                        </p:tav>
                                      </p:tavLst>
                                    </p:anim>
                                    <p:anim calcmode="lin" valueType="num">
                                      <p:cBhvr>
                                        <p:cTn id="8" dur="500" fill="hold"/>
                                        <p:tgtEl>
                                          <p:spTgt spid="22845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84547"/>
                                        </p:tgtEl>
                                        <p:attrNameLst>
                                          <p:attrName>style.visibility</p:attrName>
                                        </p:attrNameLst>
                                      </p:cBhvr>
                                      <p:to>
                                        <p:strVal val="visible"/>
                                      </p:to>
                                    </p:set>
                                    <p:anim calcmode="lin" valueType="num">
                                      <p:cBhvr>
                                        <p:cTn id="13" dur="500" fill="hold"/>
                                        <p:tgtEl>
                                          <p:spTgt spid="2284547"/>
                                        </p:tgtEl>
                                        <p:attrNameLst>
                                          <p:attrName>ppt_x</p:attrName>
                                        </p:attrNameLst>
                                      </p:cBhvr>
                                      <p:tavLst>
                                        <p:tav tm="0">
                                          <p:val>
                                            <p:strVal val="0-#ppt_w/2"/>
                                          </p:val>
                                        </p:tav>
                                        <p:tav tm="100000">
                                          <p:val>
                                            <p:strVal val="#ppt_x"/>
                                          </p:val>
                                        </p:tav>
                                      </p:tavLst>
                                    </p:anim>
                                    <p:anim calcmode="lin" valueType="num">
                                      <p:cBhvr>
                                        <p:cTn id="14" dur="500" fill="hold"/>
                                        <p:tgtEl>
                                          <p:spTgt spid="22845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84548"/>
                                        </p:tgtEl>
                                        <p:attrNameLst>
                                          <p:attrName>style.visibility</p:attrName>
                                        </p:attrNameLst>
                                      </p:cBhvr>
                                      <p:to>
                                        <p:strVal val="visible"/>
                                      </p:to>
                                    </p:set>
                                    <p:anim calcmode="lin" valueType="num">
                                      <p:cBhvr>
                                        <p:cTn id="19" dur="500" fill="hold"/>
                                        <p:tgtEl>
                                          <p:spTgt spid="2284548"/>
                                        </p:tgtEl>
                                        <p:attrNameLst>
                                          <p:attrName>ppt_x</p:attrName>
                                        </p:attrNameLst>
                                      </p:cBhvr>
                                      <p:tavLst>
                                        <p:tav tm="0">
                                          <p:val>
                                            <p:strVal val="0-#ppt_w/2"/>
                                          </p:val>
                                        </p:tav>
                                        <p:tav tm="100000">
                                          <p:val>
                                            <p:strVal val="#ppt_x"/>
                                          </p:val>
                                        </p:tav>
                                      </p:tavLst>
                                    </p:anim>
                                    <p:anim calcmode="lin" valueType="num">
                                      <p:cBhvr>
                                        <p:cTn id="20" dur="500" fill="hold"/>
                                        <p:tgtEl>
                                          <p:spTgt spid="228454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84549"/>
                                        </p:tgtEl>
                                        <p:attrNameLst>
                                          <p:attrName>style.visibility</p:attrName>
                                        </p:attrNameLst>
                                      </p:cBhvr>
                                      <p:to>
                                        <p:strVal val="visible"/>
                                      </p:to>
                                    </p:set>
                                    <p:anim calcmode="lin" valueType="num">
                                      <p:cBhvr>
                                        <p:cTn id="25" dur="500" fill="hold"/>
                                        <p:tgtEl>
                                          <p:spTgt spid="2284549"/>
                                        </p:tgtEl>
                                        <p:attrNameLst>
                                          <p:attrName>ppt_x</p:attrName>
                                        </p:attrNameLst>
                                      </p:cBhvr>
                                      <p:tavLst>
                                        <p:tav tm="0">
                                          <p:val>
                                            <p:strVal val="0-#ppt_w/2"/>
                                          </p:val>
                                        </p:tav>
                                        <p:tav tm="100000">
                                          <p:val>
                                            <p:strVal val="#ppt_x"/>
                                          </p:val>
                                        </p:tav>
                                      </p:tavLst>
                                    </p:anim>
                                    <p:anim calcmode="lin" valueType="num">
                                      <p:cBhvr>
                                        <p:cTn id="26" dur="500" fill="hold"/>
                                        <p:tgtEl>
                                          <p:spTgt spid="228454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284550"/>
                                        </p:tgtEl>
                                        <p:attrNameLst>
                                          <p:attrName>style.visibility</p:attrName>
                                        </p:attrNameLst>
                                      </p:cBhvr>
                                      <p:to>
                                        <p:strVal val="visible"/>
                                      </p:to>
                                    </p:set>
                                    <p:anim calcmode="lin" valueType="num">
                                      <p:cBhvr>
                                        <p:cTn id="31" dur="500" fill="hold"/>
                                        <p:tgtEl>
                                          <p:spTgt spid="2284550"/>
                                        </p:tgtEl>
                                        <p:attrNameLst>
                                          <p:attrName>ppt_x</p:attrName>
                                        </p:attrNameLst>
                                      </p:cBhvr>
                                      <p:tavLst>
                                        <p:tav tm="0">
                                          <p:val>
                                            <p:strVal val="0-#ppt_w/2"/>
                                          </p:val>
                                        </p:tav>
                                        <p:tav tm="100000">
                                          <p:val>
                                            <p:strVal val="#ppt_x"/>
                                          </p:val>
                                        </p:tav>
                                      </p:tavLst>
                                    </p:anim>
                                    <p:anim calcmode="lin" valueType="num">
                                      <p:cBhvr>
                                        <p:cTn id="32" dur="500" fill="hold"/>
                                        <p:tgtEl>
                                          <p:spTgt spid="228455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284551"/>
                                        </p:tgtEl>
                                        <p:attrNameLst>
                                          <p:attrName>style.visibility</p:attrName>
                                        </p:attrNameLst>
                                      </p:cBhvr>
                                      <p:to>
                                        <p:strVal val="visible"/>
                                      </p:to>
                                    </p:set>
                                    <p:anim calcmode="lin" valueType="num">
                                      <p:cBhvr>
                                        <p:cTn id="37" dur="500" fill="hold"/>
                                        <p:tgtEl>
                                          <p:spTgt spid="2284551"/>
                                        </p:tgtEl>
                                        <p:attrNameLst>
                                          <p:attrName>ppt_x</p:attrName>
                                        </p:attrNameLst>
                                      </p:cBhvr>
                                      <p:tavLst>
                                        <p:tav tm="0">
                                          <p:val>
                                            <p:strVal val="0-#ppt_w/2"/>
                                          </p:val>
                                        </p:tav>
                                        <p:tav tm="100000">
                                          <p:val>
                                            <p:strVal val="#ppt_x"/>
                                          </p:val>
                                        </p:tav>
                                      </p:tavLst>
                                    </p:anim>
                                    <p:anim calcmode="lin" valueType="num">
                                      <p:cBhvr>
                                        <p:cTn id="38" dur="500" fill="hold"/>
                                        <p:tgtEl>
                                          <p:spTgt spid="2284551"/>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1892369"/>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2284552"/>
                                        </p:tgtEl>
                                        <p:attrNameLst>
                                          <p:attrName>style.visibility</p:attrName>
                                        </p:attrNameLst>
                                      </p:cBhvr>
                                      <p:to>
                                        <p:strVal val="visible"/>
                                      </p:to>
                                    </p:set>
                                    <p:animEffect transition="in" filter="blinds(horizontal)">
                                      <p:cBhvr>
                                        <p:cTn id="46" dur="500"/>
                                        <p:tgtEl>
                                          <p:spTgt spid="2284552"/>
                                        </p:tgtEl>
                                      </p:cBhvr>
                                    </p:animEffect>
                                  </p:childTnLst>
                                </p:cTn>
                              </p:par>
                            </p:childTnLst>
                          </p:cTn>
                        </p:par>
                        <p:par>
                          <p:cTn id="47" fill="hold" nodeType="afterGroup">
                            <p:stCondLst>
                              <p:cond delay="500"/>
                            </p:stCondLst>
                            <p:childTnLst>
                              <p:par>
                                <p:cTn id="48" presetID="1" presetClass="entr" presetSubtype="0" fill="hold" grpId="0" nodeType="afterEffect">
                                  <p:stCondLst>
                                    <p:cond delay="0"/>
                                  </p:stCondLst>
                                  <p:childTnLst>
                                    <p:set>
                                      <p:cBhvr>
                                        <p:cTn id="49" dur="1" fill="hold">
                                          <p:stCondLst>
                                            <p:cond delay="499"/>
                                          </p:stCondLst>
                                        </p:cTn>
                                        <p:tgtEl>
                                          <p:spTgt spid="1892372"/>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6" presetClass="entr" presetSubtype="42" fill="hold" nodeType="clickEffect">
                                  <p:stCondLst>
                                    <p:cond delay="0"/>
                                  </p:stCondLst>
                                  <p:childTnLst>
                                    <p:set>
                                      <p:cBhvr>
                                        <p:cTn id="53" dur="1" fill="hold">
                                          <p:stCondLst>
                                            <p:cond delay="0"/>
                                          </p:stCondLst>
                                        </p:cTn>
                                        <p:tgtEl>
                                          <p:spTgt spid="2284553"/>
                                        </p:tgtEl>
                                        <p:attrNameLst>
                                          <p:attrName>style.visibility</p:attrName>
                                        </p:attrNameLst>
                                      </p:cBhvr>
                                      <p:to>
                                        <p:strVal val="visible"/>
                                      </p:to>
                                    </p:set>
                                    <p:animEffect transition="in" filter="barn(outHorizontal)">
                                      <p:cBhvr>
                                        <p:cTn id="54" dur="500"/>
                                        <p:tgtEl>
                                          <p:spTgt spid="2284553"/>
                                        </p:tgtEl>
                                      </p:cBhvr>
                                    </p:animEffect>
                                  </p:childTnLst>
                                </p:cTn>
                              </p:par>
                            </p:childTnLst>
                          </p:cTn>
                        </p:par>
                        <p:par>
                          <p:cTn id="55" fill="hold" nodeType="afterGroup">
                            <p:stCondLst>
                              <p:cond delay="500"/>
                            </p:stCondLst>
                            <p:childTnLst>
                              <p:par>
                                <p:cTn id="56" presetID="1" presetClass="entr" presetSubtype="0" fill="hold" grpId="0" nodeType="afterEffect">
                                  <p:stCondLst>
                                    <p:cond delay="0"/>
                                  </p:stCondLst>
                                  <p:childTnLst>
                                    <p:set>
                                      <p:cBhvr>
                                        <p:cTn id="57" dur="1" fill="hold">
                                          <p:stCondLst>
                                            <p:cond delay="499"/>
                                          </p:stCondLst>
                                        </p:cTn>
                                        <p:tgtEl>
                                          <p:spTgt spid="1892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2369" grpId="0" animBg="1"/>
      <p:bldP spid="1892372" grpId="0" animBg="1"/>
      <p:bldP spid="189237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a:extLst>
              <a:ext uri="{FF2B5EF4-FFF2-40B4-BE49-F238E27FC236}">
                <a16:creationId xmlns:a16="http://schemas.microsoft.com/office/drawing/2014/main" id="{669744F7-DEF3-497D-9AC1-962F2B26D3A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E839977-944F-41CB-ABDC-49A147139B1E}" type="slidenum">
              <a:rPr altLang="en-US" sz="1400" smtClean="0"/>
              <a:pPr>
                <a:lnSpc>
                  <a:spcPct val="100000"/>
                </a:lnSpc>
                <a:spcBef>
                  <a:spcPct val="0"/>
                </a:spcBef>
                <a:buClr>
                  <a:schemeClr val="tx1"/>
                </a:buClr>
                <a:buFontTx/>
                <a:buNone/>
              </a:pPr>
              <a:t>72</a:t>
            </a:fld>
            <a:endParaRPr lang="zh-CN" altLang="en-US" sz="1400"/>
          </a:p>
        </p:txBody>
      </p:sp>
      <p:grpSp>
        <p:nvGrpSpPr>
          <p:cNvPr id="2" name="Group 1050">
            <a:extLst>
              <a:ext uri="{FF2B5EF4-FFF2-40B4-BE49-F238E27FC236}">
                <a16:creationId xmlns:a16="http://schemas.microsoft.com/office/drawing/2014/main" id="{A88C9C5D-2FAB-4D8E-AFDF-453F9A9A88B5}"/>
              </a:ext>
            </a:extLst>
          </p:cNvPr>
          <p:cNvGrpSpPr>
            <a:grpSpLocks/>
          </p:cNvGrpSpPr>
          <p:nvPr/>
        </p:nvGrpSpPr>
        <p:grpSpPr bwMode="auto">
          <a:xfrm>
            <a:off x="1498600" y="3613150"/>
            <a:ext cx="6192838" cy="1984375"/>
            <a:chOff x="793" y="1660"/>
            <a:chExt cx="3901" cy="1250"/>
          </a:xfrm>
        </p:grpSpPr>
        <p:sp>
          <p:nvSpPr>
            <p:cNvPr id="91143" name="Freeform 1029">
              <a:extLst>
                <a:ext uri="{FF2B5EF4-FFF2-40B4-BE49-F238E27FC236}">
                  <a16:creationId xmlns:a16="http://schemas.microsoft.com/office/drawing/2014/main" id="{8B5982B9-46F0-4CFF-9EB6-676BCFC3ECF5}"/>
                </a:ext>
              </a:extLst>
            </p:cNvPr>
            <p:cNvSpPr>
              <a:spLocks noChangeArrowheads="1"/>
            </p:cNvSpPr>
            <p:nvPr/>
          </p:nvSpPr>
          <p:spPr bwMode="auto">
            <a:xfrm flipV="1">
              <a:off x="2703" y="2151"/>
              <a:ext cx="1666" cy="540"/>
            </a:xfrm>
            <a:custGeom>
              <a:avLst/>
              <a:gdLst>
                <a:gd name="T0" fmla="*/ 13 w 1800"/>
                <a:gd name="T1" fmla="*/ 14553 h 237"/>
                <a:gd name="T2" fmla="*/ 37 w 1800"/>
                <a:gd name="T3" fmla="*/ 14500 h 237"/>
                <a:gd name="T4" fmla="*/ 61 w 1800"/>
                <a:gd name="T5" fmla="*/ 14359 h 237"/>
                <a:gd name="T6" fmla="*/ 86 w 1800"/>
                <a:gd name="T7" fmla="*/ 14256 h 237"/>
                <a:gd name="T8" fmla="*/ 110 w 1800"/>
                <a:gd name="T9" fmla="*/ 13992 h 237"/>
                <a:gd name="T10" fmla="*/ 133 w 1800"/>
                <a:gd name="T11" fmla="*/ 13746 h 237"/>
                <a:gd name="T12" fmla="*/ 159 w 1800"/>
                <a:gd name="T13" fmla="*/ 13452 h 237"/>
                <a:gd name="T14" fmla="*/ 183 w 1800"/>
                <a:gd name="T15" fmla="*/ 13156 h 237"/>
                <a:gd name="T16" fmla="*/ 207 w 1800"/>
                <a:gd name="T17" fmla="*/ 12775 h 237"/>
                <a:gd name="T18" fmla="*/ 232 w 1800"/>
                <a:gd name="T19" fmla="*/ 12352 h 237"/>
                <a:gd name="T20" fmla="*/ 257 w 1800"/>
                <a:gd name="T21" fmla="*/ 11910 h 237"/>
                <a:gd name="T22" fmla="*/ 281 w 1800"/>
                <a:gd name="T23" fmla="*/ 11427 h 237"/>
                <a:gd name="T24" fmla="*/ 305 w 1800"/>
                <a:gd name="T25" fmla="*/ 10944 h 237"/>
                <a:gd name="T26" fmla="*/ 330 w 1800"/>
                <a:gd name="T27" fmla="*/ 10435 h 237"/>
                <a:gd name="T28" fmla="*/ 354 w 1800"/>
                <a:gd name="T29" fmla="*/ 9891 h 237"/>
                <a:gd name="T30" fmla="*/ 379 w 1800"/>
                <a:gd name="T31" fmla="*/ 9401 h 237"/>
                <a:gd name="T32" fmla="*/ 404 w 1800"/>
                <a:gd name="T33" fmla="*/ 8836 h 237"/>
                <a:gd name="T34" fmla="*/ 429 w 1800"/>
                <a:gd name="T35" fmla="*/ 8301 h 237"/>
                <a:gd name="T36" fmla="*/ 453 w 1800"/>
                <a:gd name="T37" fmla="*/ 7735 h 237"/>
                <a:gd name="T38" fmla="*/ 478 w 1800"/>
                <a:gd name="T39" fmla="*/ 7252 h 237"/>
                <a:gd name="T40" fmla="*/ 501 w 1800"/>
                <a:gd name="T41" fmla="*/ 6765 h 237"/>
                <a:gd name="T42" fmla="*/ 526 w 1800"/>
                <a:gd name="T43" fmla="*/ 6200 h 237"/>
                <a:gd name="T44" fmla="*/ 550 w 1800"/>
                <a:gd name="T45" fmla="*/ 5717 h 237"/>
                <a:gd name="T46" fmla="*/ 575 w 1800"/>
                <a:gd name="T47" fmla="*/ 5284 h 237"/>
                <a:gd name="T48" fmla="*/ 599 w 1800"/>
                <a:gd name="T49" fmla="*/ 4803 h 237"/>
                <a:gd name="T50" fmla="*/ 624 w 1800"/>
                <a:gd name="T51" fmla="*/ 4366 h 237"/>
                <a:gd name="T52" fmla="*/ 648 w 1800"/>
                <a:gd name="T53" fmla="*/ 3987 h 237"/>
                <a:gd name="T54" fmla="*/ 673 w 1800"/>
                <a:gd name="T55" fmla="*/ 3561 h 237"/>
                <a:gd name="T56" fmla="*/ 697 w 1800"/>
                <a:gd name="T57" fmla="*/ 3265 h 237"/>
                <a:gd name="T58" fmla="*/ 721 w 1800"/>
                <a:gd name="T59" fmla="*/ 2887 h 237"/>
                <a:gd name="T60" fmla="*/ 745 w 1800"/>
                <a:gd name="T61" fmla="*/ 2591 h 237"/>
                <a:gd name="T62" fmla="*/ 771 w 1800"/>
                <a:gd name="T63" fmla="*/ 2258 h 237"/>
                <a:gd name="T64" fmla="*/ 794 w 1800"/>
                <a:gd name="T65" fmla="*/ 2026 h 237"/>
                <a:gd name="T66" fmla="*/ 819 w 1800"/>
                <a:gd name="T67" fmla="*/ 1775 h 237"/>
                <a:gd name="T68" fmla="*/ 844 w 1800"/>
                <a:gd name="T69" fmla="*/ 1536 h 237"/>
                <a:gd name="T70" fmla="*/ 868 w 1800"/>
                <a:gd name="T71" fmla="*/ 1349 h 237"/>
                <a:gd name="T72" fmla="*/ 892 w 1800"/>
                <a:gd name="T73" fmla="*/ 1157 h 237"/>
                <a:gd name="T74" fmla="*/ 917 w 1800"/>
                <a:gd name="T75" fmla="*/ 971 h 237"/>
                <a:gd name="T76" fmla="*/ 941 w 1800"/>
                <a:gd name="T77" fmla="*/ 861 h 237"/>
                <a:gd name="T78" fmla="*/ 965 w 1800"/>
                <a:gd name="T79" fmla="*/ 674 h 237"/>
                <a:gd name="T80" fmla="*/ 990 w 1800"/>
                <a:gd name="T81" fmla="*/ 613 h 237"/>
                <a:gd name="T82" fmla="*/ 1015 w 1800"/>
                <a:gd name="T83" fmla="*/ 483 h 237"/>
                <a:gd name="T84" fmla="*/ 1039 w 1800"/>
                <a:gd name="T85" fmla="*/ 378 h 237"/>
                <a:gd name="T86" fmla="*/ 1063 w 1800"/>
                <a:gd name="T87" fmla="*/ 296 h 237"/>
                <a:gd name="T88" fmla="*/ 1088 w 1800"/>
                <a:gd name="T89" fmla="*/ 248 h 237"/>
                <a:gd name="T90" fmla="*/ 1113 w 1800"/>
                <a:gd name="T91" fmla="*/ 187 h 237"/>
                <a:gd name="T92" fmla="*/ 1137 w 1800"/>
                <a:gd name="T93" fmla="*/ 130 h 237"/>
                <a:gd name="T94" fmla="*/ 1162 w 1800"/>
                <a:gd name="T95" fmla="*/ 57 h 237"/>
                <a:gd name="T96" fmla="*/ 1187 w 1800"/>
                <a:gd name="T97" fmla="*/ 0 h 237"/>
                <a:gd name="T98" fmla="*/ 1210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44" name="Line 1030">
              <a:extLst>
                <a:ext uri="{FF2B5EF4-FFF2-40B4-BE49-F238E27FC236}">
                  <a16:creationId xmlns:a16="http://schemas.microsoft.com/office/drawing/2014/main" id="{69B185AB-83CE-43A4-BCB6-2B4018909B67}"/>
                </a:ext>
              </a:extLst>
            </p:cNvPr>
            <p:cNvSpPr>
              <a:spLocks noChangeShapeType="1"/>
            </p:cNvSpPr>
            <p:nvPr/>
          </p:nvSpPr>
          <p:spPr bwMode="auto">
            <a:xfrm flipV="1">
              <a:off x="793" y="2725"/>
              <a:ext cx="3901" cy="0"/>
            </a:xfrm>
            <a:prstGeom prst="line">
              <a:avLst/>
            </a:prstGeom>
            <a:noFill/>
            <a:ln w="25400">
              <a:solidFill>
                <a:srgbClr val="3333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91145" name="Freeform 1031">
              <a:extLst>
                <a:ext uri="{FF2B5EF4-FFF2-40B4-BE49-F238E27FC236}">
                  <a16:creationId xmlns:a16="http://schemas.microsoft.com/office/drawing/2014/main" id="{1327860B-5E1F-408E-9F3F-040E763CB6EE}"/>
                </a:ext>
              </a:extLst>
            </p:cNvPr>
            <p:cNvSpPr>
              <a:spLocks noChangeArrowheads="1"/>
            </p:cNvSpPr>
            <p:nvPr/>
          </p:nvSpPr>
          <p:spPr bwMode="auto">
            <a:xfrm flipH="1" flipV="1">
              <a:off x="1036" y="2150"/>
              <a:ext cx="1666" cy="541"/>
            </a:xfrm>
            <a:custGeom>
              <a:avLst/>
              <a:gdLst>
                <a:gd name="T0" fmla="*/ 13 w 1800"/>
                <a:gd name="T1" fmla="*/ 14689 h 237"/>
                <a:gd name="T2" fmla="*/ 37 w 1800"/>
                <a:gd name="T3" fmla="*/ 14632 h 237"/>
                <a:gd name="T4" fmla="*/ 61 w 1800"/>
                <a:gd name="T5" fmla="*/ 14502 h 237"/>
                <a:gd name="T6" fmla="*/ 86 w 1800"/>
                <a:gd name="T7" fmla="*/ 14392 h 237"/>
                <a:gd name="T8" fmla="*/ 110 w 1800"/>
                <a:gd name="T9" fmla="*/ 14121 h 237"/>
                <a:gd name="T10" fmla="*/ 133 w 1800"/>
                <a:gd name="T11" fmla="*/ 13872 h 237"/>
                <a:gd name="T12" fmla="*/ 159 w 1800"/>
                <a:gd name="T13" fmla="*/ 13573 h 237"/>
                <a:gd name="T14" fmla="*/ 183 w 1800"/>
                <a:gd name="T15" fmla="*/ 13251 h 237"/>
                <a:gd name="T16" fmla="*/ 207 w 1800"/>
                <a:gd name="T17" fmla="*/ 12890 h 237"/>
                <a:gd name="T18" fmla="*/ 232 w 1800"/>
                <a:gd name="T19" fmla="*/ 12464 h 237"/>
                <a:gd name="T20" fmla="*/ 257 w 1800"/>
                <a:gd name="T21" fmla="*/ 12025 h 237"/>
                <a:gd name="T22" fmla="*/ 281 w 1800"/>
                <a:gd name="T23" fmla="*/ 11537 h 237"/>
                <a:gd name="T24" fmla="*/ 305 w 1800"/>
                <a:gd name="T25" fmla="*/ 11025 h 237"/>
                <a:gd name="T26" fmla="*/ 330 w 1800"/>
                <a:gd name="T27" fmla="*/ 10537 h 237"/>
                <a:gd name="T28" fmla="*/ 354 w 1800"/>
                <a:gd name="T29" fmla="*/ 9989 h 237"/>
                <a:gd name="T30" fmla="*/ 379 w 1800"/>
                <a:gd name="T31" fmla="*/ 9478 h 237"/>
                <a:gd name="T32" fmla="*/ 404 w 1800"/>
                <a:gd name="T33" fmla="*/ 8932 h 237"/>
                <a:gd name="T34" fmla="*/ 429 w 1800"/>
                <a:gd name="T35" fmla="*/ 8364 h 237"/>
                <a:gd name="T36" fmla="*/ 453 w 1800"/>
                <a:gd name="T37" fmla="*/ 7816 h 237"/>
                <a:gd name="T38" fmla="*/ 478 w 1800"/>
                <a:gd name="T39" fmla="*/ 7305 h 237"/>
                <a:gd name="T40" fmla="*/ 501 w 1800"/>
                <a:gd name="T41" fmla="*/ 6816 h 237"/>
                <a:gd name="T42" fmla="*/ 526 w 1800"/>
                <a:gd name="T43" fmla="*/ 6268 h 237"/>
                <a:gd name="T44" fmla="*/ 550 w 1800"/>
                <a:gd name="T45" fmla="*/ 5757 h 237"/>
                <a:gd name="T46" fmla="*/ 575 w 1800"/>
                <a:gd name="T47" fmla="*/ 5314 h 237"/>
                <a:gd name="T48" fmla="*/ 599 w 1800"/>
                <a:gd name="T49" fmla="*/ 4830 h 237"/>
                <a:gd name="T50" fmla="*/ 624 w 1800"/>
                <a:gd name="T51" fmla="*/ 4403 h 237"/>
                <a:gd name="T52" fmla="*/ 648 w 1800"/>
                <a:gd name="T53" fmla="*/ 4022 h 237"/>
                <a:gd name="T54" fmla="*/ 673 w 1800"/>
                <a:gd name="T55" fmla="*/ 3579 h 237"/>
                <a:gd name="T56" fmla="*/ 697 w 1800"/>
                <a:gd name="T57" fmla="*/ 3283 h 237"/>
                <a:gd name="T58" fmla="*/ 721 w 1800"/>
                <a:gd name="T59" fmla="*/ 2901 h 237"/>
                <a:gd name="T60" fmla="*/ 745 w 1800"/>
                <a:gd name="T61" fmla="*/ 2605 h 237"/>
                <a:gd name="T62" fmla="*/ 771 w 1800"/>
                <a:gd name="T63" fmla="*/ 2283 h 237"/>
                <a:gd name="T64" fmla="*/ 794 w 1800"/>
                <a:gd name="T65" fmla="*/ 2032 h 237"/>
                <a:gd name="T66" fmla="*/ 819 w 1800"/>
                <a:gd name="T67" fmla="*/ 1799 h 237"/>
                <a:gd name="T68" fmla="*/ 844 w 1800"/>
                <a:gd name="T69" fmla="*/ 1548 h 237"/>
                <a:gd name="T70" fmla="*/ 868 w 1800"/>
                <a:gd name="T71" fmla="*/ 1356 h 237"/>
                <a:gd name="T72" fmla="*/ 892 w 1800"/>
                <a:gd name="T73" fmla="*/ 1166 h 237"/>
                <a:gd name="T74" fmla="*/ 917 w 1800"/>
                <a:gd name="T75" fmla="*/ 1000 h 237"/>
                <a:gd name="T76" fmla="*/ 941 w 1800"/>
                <a:gd name="T77" fmla="*/ 870 h 237"/>
                <a:gd name="T78" fmla="*/ 965 w 1800"/>
                <a:gd name="T79" fmla="*/ 678 h 237"/>
                <a:gd name="T80" fmla="*/ 990 w 1800"/>
                <a:gd name="T81" fmla="*/ 630 h 237"/>
                <a:gd name="T82" fmla="*/ 1015 w 1800"/>
                <a:gd name="T83" fmla="*/ 491 h 237"/>
                <a:gd name="T84" fmla="*/ 1039 w 1800"/>
                <a:gd name="T85" fmla="*/ 381 h 237"/>
                <a:gd name="T86" fmla="*/ 1063 w 1800"/>
                <a:gd name="T87" fmla="*/ 297 h 237"/>
                <a:gd name="T88" fmla="*/ 1088 w 1800"/>
                <a:gd name="T89" fmla="*/ 251 h 237"/>
                <a:gd name="T90" fmla="*/ 1113 w 1800"/>
                <a:gd name="T91" fmla="*/ 192 h 237"/>
                <a:gd name="T92" fmla="*/ 1137 w 1800"/>
                <a:gd name="T93" fmla="*/ 130 h 237"/>
                <a:gd name="T94" fmla="*/ 1162 w 1800"/>
                <a:gd name="T95" fmla="*/ 57 h 237"/>
                <a:gd name="T96" fmla="*/ 1187 w 1800"/>
                <a:gd name="T97" fmla="*/ 0 h 237"/>
                <a:gd name="T98" fmla="*/ 1210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91146" name="Object 1032">
              <a:extLst>
                <a:ext uri="{FF2B5EF4-FFF2-40B4-BE49-F238E27FC236}">
                  <a16:creationId xmlns:a16="http://schemas.microsoft.com/office/drawing/2014/main" id="{B54FA68F-6190-483C-865B-4A473BCFA3A1}"/>
                </a:ext>
              </a:extLst>
            </p:cNvPr>
            <p:cNvGraphicFramePr>
              <a:graphicFrameLocks/>
            </p:cNvGraphicFramePr>
            <p:nvPr/>
          </p:nvGraphicFramePr>
          <p:xfrm>
            <a:off x="3208" y="2686"/>
            <a:ext cx="278" cy="224"/>
          </p:xfrm>
          <a:graphic>
            <a:graphicData uri="http://schemas.openxmlformats.org/presentationml/2006/ole">
              <mc:AlternateContent xmlns:mc="http://schemas.openxmlformats.org/markup-compatibility/2006">
                <mc:Choice xmlns:v="urn:schemas-microsoft-com:vml" Requires="v">
                  <p:oleObj spid="_x0000_s91177" r:id="rId3" imgW="177492" imgH="228204" progId="Equation.DSMT4">
                    <p:embed/>
                  </p:oleObj>
                </mc:Choice>
                <mc:Fallback>
                  <p:oleObj r:id="rId3" imgW="177492" imgH="228204" progId="Equation.DSMT4">
                    <p:embed/>
                    <p:pic>
                      <p:nvPicPr>
                        <p:cNvPr id="0" name="Object 103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8" y="2686"/>
                          <a:ext cx="27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7" name="Line 1037">
              <a:extLst>
                <a:ext uri="{FF2B5EF4-FFF2-40B4-BE49-F238E27FC236}">
                  <a16:creationId xmlns:a16="http://schemas.microsoft.com/office/drawing/2014/main" id="{947DE2D1-7C95-4078-9E12-839C6C0D827E}"/>
                </a:ext>
              </a:extLst>
            </p:cNvPr>
            <p:cNvSpPr>
              <a:spLocks noChangeShapeType="1"/>
            </p:cNvSpPr>
            <p:nvPr/>
          </p:nvSpPr>
          <p:spPr bwMode="auto">
            <a:xfrm>
              <a:off x="3323" y="2422"/>
              <a:ext cx="0" cy="298"/>
            </a:xfrm>
            <a:prstGeom prst="line">
              <a:avLst/>
            </a:prstGeom>
            <a:noFill/>
            <a:ln w="19050">
              <a:solidFill>
                <a:srgbClr val="80008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48" name="Line 1039">
              <a:extLst>
                <a:ext uri="{FF2B5EF4-FFF2-40B4-BE49-F238E27FC236}">
                  <a16:creationId xmlns:a16="http://schemas.microsoft.com/office/drawing/2014/main" id="{BB327D4E-D944-44B9-8946-88CFBD802FC5}"/>
                </a:ext>
              </a:extLst>
            </p:cNvPr>
            <p:cNvSpPr>
              <a:spLocks noChangeShapeType="1"/>
            </p:cNvSpPr>
            <p:nvPr/>
          </p:nvSpPr>
          <p:spPr bwMode="auto">
            <a:xfrm flipH="1">
              <a:off x="3568" y="2390"/>
              <a:ext cx="361" cy="251"/>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1149" name="Object 1041">
              <a:extLst>
                <a:ext uri="{FF2B5EF4-FFF2-40B4-BE49-F238E27FC236}">
                  <a16:creationId xmlns:a16="http://schemas.microsoft.com/office/drawing/2014/main" id="{76C1B09E-0180-4866-B017-D74D94EEAF7E}"/>
                </a:ext>
              </a:extLst>
            </p:cNvPr>
            <p:cNvGraphicFramePr>
              <a:graphicFrameLocks/>
            </p:cNvGraphicFramePr>
            <p:nvPr/>
          </p:nvGraphicFramePr>
          <p:xfrm>
            <a:off x="3932" y="2282"/>
            <a:ext cx="232" cy="133"/>
          </p:xfrm>
          <a:graphic>
            <a:graphicData uri="http://schemas.openxmlformats.org/presentationml/2006/ole">
              <mc:AlternateContent xmlns:mc="http://schemas.openxmlformats.org/markup-compatibility/2006">
                <mc:Choice xmlns:v="urn:schemas-microsoft-com:vml" Requires="v">
                  <p:oleObj spid="_x0000_s91178" r:id="rId5" imgW="152268" imgH="139579" progId="Equation.DSMT4">
                    <p:embed/>
                  </p:oleObj>
                </mc:Choice>
                <mc:Fallback>
                  <p:oleObj r:id="rId5" imgW="152268" imgH="139579" progId="Equation.DSMT4">
                    <p:embed/>
                    <p:pic>
                      <p:nvPicPr>
                        <p:cNvPr id="0" name="Object 104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2" y="2282"/>
                          <a:ext cx="232"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50" name="Line 1043">
              <a:extLst>
                <a:ext uri="{FF2B5EF4-FFF2-40B4-BE49-F238E27FC236}">
                  <a16:creationId xmlns:a16="http://schemas.microsoft.com/office/drawing/2014/main" id="{A5A19DD1-F72A-400F-BDF2-C9CB8076C640}"/>
                </a:ext>
              </a:extLst>
            </p:cNvPr>
            <p:cNvSpPr>
              <a:spLocks noChangeShapeType="1"/>
            </p:cNvSpPr>
            <p:nvPr/>
          </p:nvSpPr>
          <p:spPr bwMode="auto">
            <a:xfrm flipH="1">
              <a:off x="3322" y="2469"/>
              <a:ext cx="93" cy="72"/>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51" name="Line 1044">
              <a:extLst>
                <a:ext uri="{FF2B5EF4-FFF2-40B4-BE49-F238E27FC236}">
                  <a16:creationId xmlns:a16="http://schemas.microsoft.com/office/drawing/2014/main" id="{08F7248B-35B2-4B80-B834-38FC1F4EC3C2}"/>
                </a:ext>
              </a:extLst>
            </p:cNvPr>
            <p:cNvSpPr>
              <a:spLocks noChangeShapeType="1"/>
            </p:cNvSpPr>
            <p:nvPr/>
          </p:nvSpPr>
          <p:spPr bwMode="auto">
            <a:xfrm flipH="1">
              <a:off x="3336" y="2503"/>
              <a:ext cx="134" cy="124"/>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52" name="Line 1045">
              <a:extLst>
                <a:ext uri="{FF2B5EF4-FFF2-40B4-BE49-F238E27FC236}">
                  <a16:creationId xmlns:a16="http://schemas.microsoft.com/office/drawing/2014/main" id="{FF8E8110-869F-413D-8F30-3514344B4D63}"/>
                </a:ext>
              </a:extLst>
            </p:cNvPr>
            <p:cNvSpPr>
              <a:spLocks noChangeShapeType="1"/>
            </p:cNvSpPr>
            <p:nvPr/>
          </p:nvSpPr>
          <p:spPr bwMode="auto">
            <a:xfrm flipH="1">
              <a:off x="3696" y="2638"/>
              <a:ext cx="93" cy="72"/>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53" name="Line 1046">
              <a:extLst>
                <a:ext uri="{FF2B5EF4-FFF2-40B4-BE49-F238E27FC236}">
                  <a16:creationId xmlns:a16="http://schemas.microsoft.com/office/drawing/2014/main" id="{FA8F5B37-96D6-4E1E-8152-80790C5FF02E}"/>
                </a:ext>
              </a:extLst>
            </p:cNvPr>
            <p:cNvSpPr>
              <a:spLocks noChangeShapeType="1"/>
            </p:cNvSpPr>
            <p:nvPr/>
          </p:nvSpPr>
          <p:spPr bwMode="auto">
            <a:xfrm flipH="1">
              <a:off x="3359" y="2548"/>
              <a:ext cx="176" cy="144"/>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54" name="Line 1047">
              <a:extLst>
                <a:ext uri="{FF2B5EF4-FFF2-40B4-BE49-F238E27FC236}">
                  <a16:creationId xmlns:a16="http://schemas.microsoft.com/office/drawing/2014/main" id="{6B0392F3-90A1-4899-9044-B344F6F7D786}"/>
                </a:ext>
              </a:extLst>
            </p:cNvPr>
            <p:cNvSpPr>
              <a:spLocks noChangeShapeType="1"/>
            </p:cNvSpPr>
            <p:nvPr/>
          </p:nvSpPr>
          <p:spPr bwMode="auto">
            <a:xfrm flipH="1">
              <a:off x="3454" y="2571"/>
              <a:ext cx="176" cy="144"/>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55" name="Line 1048">
              <a:extLst>
                <a:ext uri="{FF2B5EF4-FFF2-40B4-BE49-F238E27FC236}">
                  <a16:creationId xmlns:a16="http://schemas.microsoft.com/office/drawing/2014/main" id="{1681109D-AE9F-493F-A719-C5295FE1DA7B}"/>
                </a:ext>
              </a:extLst>
            </p:cNvPr>
            <p:cNvSpPr>
              <a:spLocks noChangeShapeType="1"/>
            </p:cNvSpPr>
            <p:nvPr/>
          </p:nvSpPr>
          <p:spPr bwMode="auto">
            <a:xfrm flipH="1">
              <a:off x="3549" y="2594"/>
              <a:ext cx="166" cy="123"/>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1156" name="Line 1049">
              <a:extLst>
                <a:ext uri="{FF2B5EF4-FFF2-40B4-BE49-F238E27FC236}">
                  <a16:creationId xmlns:a16="http://schemas.microsoft.com/office/drawing/2014/main" id="{93492741-6EDC-466D-8299-A56ED4B45FDA}"/>
                </a:ext>
              </a:extLst>
            </p:cNvPr>
            <p:cNvSpPr>
              <a:spLocks noChangeShapeType="1"/>
            </p:cNvSpPr>
            <p:nvPr/>
          </p:nvSpPr>
          <p:spPr bwMode="auto">
            <a:xfrm flipV="1">
              <a:off x="2685" y="1660"/>
              <a:ext cx="0" cy="107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91140" name="Object 1051">
            <a:extLst>
              <a:ext uri="{FF2B5EF4-FFF2-40B4-BE49-F238E27FC236}">
                <a16:creationId xmlns:a16="http://schemas.microsoft.com/office/drawing/2014/main" id="{F74964F3-E3D2-41D3-9716-F1235DB5C577}"/>
              </a:ext>
            </a:extLst>
          </p:cNvPr>
          <p:cNvGraphicFramePr>
            <a:graphicFrameLocks/>
          </p:cNvGraphicFramePr>
          <p:nvPr/>
        </p:nvGraphicFramePr>
        <p:xfrm>
          <a:off x="1255713" y="2082800"/>
          <a:ext cx="6964362" cy="893763"/>
        </p:xfrm>
        <a:graphic>
          <a:graphicData uri="http://schemas.openxmlformats.org/presentationml/2006/ole">
            <mc:AlternateContent xmlns:mc="http://schemas.openxmlformats.org/markup-compatibility/2006">
              <mc:Choice xmlns:v="urn:schemas-microsoft-com:vml" Requires="v">
                <p:oleObj spid="_x0000_s91179" r:id="rId7" imgW="3757569" imgH="482391" progId="Equation.DSMT4">
                  <p:embed/>
                </p:oleObj>
              </mc:Choice>
              <mc:Fallback>
                <p:oleObj r:id="rId7" imgW="3757569" imgH="482391" progId="Equation.DSMT4">
                  <p:embed/>
                  <p:pic>
                    <p:nvPicPr>
                      <p:cNvPr id="0" name="Object 105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5713" y="2082800"/>
                        <a:ext cx="6964362"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35447" name="Object 1111">
            <a:extLst>
              <a:ext uri="{FF2B5EF4-FFF2-40B4-BE49-F238E27FC236}">
                <a16:creationId xmlns:a16="http://schemas.microsoft.com/office/drawing/2014/main" id="{42D7FB36-3F50-4E97-9296-3E7A597C57F9}"/>
              </a:ext>
            </a:extLst>
          </p:cNvPr>
          <p:cNvGraphicFramePr>
            <a:graphicFrameLocks/>
          </p:cNvGraphicFramePr>
          <p:nvPr/>
        </p:nvGraphicFramePr>
        <p:xfrm>
          <a:off x="6454775" y="2998788"/>
          <a:ext cx="1711325" cy="560387"/>
        </p:xfrm>
        <a:graphic>
          <a:graphicData uri="http://schemas.openxmlformats.org/presentationml/2006/ole">
            <mc:AlternateContent xmlns:mc="http://schemas.openxmlformats.org/markup-compatibility/2006">
              <mc:Choice xmlns:v="urn:schemas-microsoft-com:vml" Requires="v">
                <p:oleObj spid="_x0000_s91180" r:id="rId9" imgW="698500" imgH="228600" progId="Equation.DSMT4">
                  <p:embed/>
                </p:oleObj>
              </mc:Choice>
              <mc:Fallback>
                <p:oleObj r:id="rId9" imgW="698500" imgH="228600" progId="Equation.DSMT4">
                  <p:embed/>
                  <p:pic>
                    <p:nvPicPr>
                      <p:cNvPr id="0" name="Object 11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4775" y="2998788"/>
                        <a:ext cx="171132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35448" name="AutoShape 1112">
            <a:extLst>
              <a:ext uri="{FF2B5EF4-FFF2-40B4-BE49-F238E27FC236}">
                <a16:creationId xmlns:a16="http://schemas.microsoft.com/office/drawing/2014/main" id="{E35769CF-14B6-494F-B131-87C56C131595}"/>
              </a:ext>
            </a:extLst>
          </p:cNvPr>
          <p:cNvSpPr>
            <a:spLocks noChangeArrowheads="1"/>
          </p:cNvSpPr>
          <p:nvPr/>
        </p:nvSpPr>
        <p:spPr bwMode="auto">
          <a:xfrm>
            <a:off x="6467475" y="2874963"/>
            <a:ext cx="1744663" cy="833437"/>
          </a:xfrm>
          <a:prstGeom prst="octagon">
            <a:avLst>
              <a:gd name="adj" fmla="val 29287"/>
            </a:avLst>
          </a:prstGeom>
          <a:noFill/>
          <a:ln w="19050">
            <a:solidFill>
              <a:srgbClr val="FF66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935447"/>
                                        </p:tgtEl>
                                        <p:attrNameLst>
                                          <p:attrName>style.visibility</p:attrName>
                                        </p:attrNameLst>
                                      </p:cBhvr>
                                      <p:to>
                                        <p:strVal val="visible"/>
                                      </p:to>
                                    </p:set>
                                    <p:anim calcmode="lin" valueType="num">
                                      <p:cBhvr>
                                        <p:cTn id="12" dur="500" fill="hold"/>
                                        <p:tgtEl>
                                          <p:spTgt spid="1935447"/>
                                        </p:tgtEl>
                                        <p:attrNameLst>
                                          <p:attrName>ppt_x</p:attrName>
                                        </p:attrNameLst>
                                      </p:cBhvr>
                                      <p:tavLst>
                                        <p:tav tm="0">
                                          <p:val>
                                            <p:strVal val="0-#ppt_w/2"/>
                                          </p:val>
                                        </p:tav>
                                        <p:tav tm="100000">
                                          <p:val>
                                            <p:strVal val="#ppt_x"/>
                                          </p:val>
                                        </p:tav>
                                      </p:tavLst>
                                    </p:anim>
                                    <p:anim calcmode="lin" valueType="num">
                                      <p:cBhvr>
                                        <p:cTn id="13" dur="500" fill="hold"/>
                                        <p:tgtEl>
                                          <p:spTgt spid="1935447"/>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935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4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5">
            <a:extLst>
              <a:ext uri="{FF2B5EF4-FFF2-40B4-BE49-F238E27FC236}">
                <a16:creationId xmlns:a16="http://schemas.microsoft.com/office/drawing/2014/main" id="{E4E61AFC-C63F-4ED6-8922-CF5E8AEB7D6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1262AB3F-465E-431C-8DEC-606B252BCD96}" type="slidenum">
              <a:rPr altLang="en-US" sz="1400" smtClean="0"/>
              <a:pPr>
                <a:lnSpc>
                  <a:spcPct val="100000"/>
                </a:lnSpc>
                <a:spcBef>
                  <a:spcPct val="0"/>
                </a:spcBef>
                <a:buClr>
                  <a:schemeClr val="tx1"/>
                </a:buClr>
                <a:buFontTx/>
                <a:buNone/>
              </a:pPr>
              <a:t>73</a:t>
            </a:fld>
            <a:endParaRPr lang="zh-CN" altLang="en-US" sz="1400"/>
          </a:p>
        </p:txBody>
      </p:sp>
      <p:graphicFrame>
        <p:nvGraphicFramePr>
          <p:cNvPr id="2285568" name="Object 1024">
            <a:extLst>
              <a:ext uri="{FF2B5EF4-FFF2-40B4-BE49-F238E27FC236}">
                <a16:creationId xmlns:a16="http://schemas.microsoft.com/office/drawing/2014/main" id="{19720D6A-2BB9-4480-9A8F-B53EFFC0665E}"/>
              </a:ext>
            </a:extLst>
          </p:cNvPr>
          <p:cNvGraphicFramePr>
            <a:graphicFrameLocks/>
          </p:cNvGraphicFramePr>
          <p:nvPr/>
        </p:nvGraphicFramePr>
        <p:xfrm>
          <a:off x="1282700" y="1393825"/>
          <a:ext cx="1385888" cy="385763"/>
        </p:xfrm>
        <a:graphic>
          <a:graphicData uri="http://schemas.openxmlformats.org/presentationml/2006/ole">
            <mc:AlternateContent xmlns:mc="http://schemas.openxmlformats.org/markup-compatibility/2006">
              <mc:Choice xmlns:v="urn:schemas-microsoft-com:vml" Requires="v">
                <p:oleObj spid="_x0000_s92233" r:id="rId3" imgW="913607" imgH="253780" progId="Equation.DSMT4">
                  <p:embed/>
                </p:oleObj>
              </mc:Choice>
              <mc:Fallback>
                <p:oleObj r:id="rId3" imgW="913607" imgH="253780" progId="Equation.DSMT4">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2700" y="1393825"/>
                        <a:ext cx="138588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5569" name="Object 1025">
            <a:extLst>
              <a:ext uri="{FF2B5EF4-FFF2-40B4-BE49-F238E27FC236}">
                <a16:creationId xmlns:a16="http://schemas.microsoft.com/office/drawing/2014/main" id="{696A892B-C3D5-484C-BE0E-64C30C6503F7}"/>
              </a:ext>
            </a:extLst>
          </p:cNvPr>
          <p:cNvGraphicFramePr>
            <a:graphicFrameLocks/>
          </p:cNvGraphicFramePr>
          <p:nvPr/>
        </p:nvGraphicFramePr>
        <p:xfrm>
          <a:off x="1543050" y="1870075"/>
          <a:ext cx="1925638" cy="692150"/>
        </p:xfrm>
        <a:graphic>
          <a:graphicData uri="http://schemas.openxmlformats.org/presentationml/2006/ole">
            <mc:AlternateContent xmlns:mc="http://schemas.openxmlformats.org/markup-compatibility/2006">
              <mc:Choice xmlns:v="urn:schemas-microsoft-com:vml" Requires="v">
                <p:oleObj spid="_x0000_s92234" r:id="rId5" imgW="1269449" imgH="457002" progId="Equation.DSMT4">
                  <p:embed/>
                </p:oleObj>
              </mc:Choice>
              <mc:Fallback>
                <p:oleObj r:id="rId5" imgW="1269449" imgH="457002" progId="Equation.DSMT4">
                  <p:embed/>
                  <p:pic>
                    <p:nvPicPr>
                      <p:cNvPr id="0" name="Object 10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3050" y="1870075"/>
                        <a:ext cx="19256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5570" name="Object 1026">
            <a:extLst>
              <a:ext uri="{FF2B5EF4-FFF2-40B4-BE49-F238E27FC236}">
                <a16:creationId xmlns:a16="http://schemas.microsoft.com/office/drawing/2014/main" id="{1F033EA5-E55D-45B7-8464-A87685DEC191}"/>
              </a:ext>
            </a:extLst>
          </p:cNvPr>
          <p:cNvGraphicFramePr>
            <a:graphicFrameLocks/>
          </p:cNvGraphicFramePr>
          <p:nvPr/>
        </p:nvGraphicFramePr>
        <p:xfrm>
          <a:off x="1520825" y="2711450"/>
          <a:ext cx="4352925" cy="768350"/>
        </p:xfrm>
        <a:graphic>
          <a:graphicData uri="http://schemas.openxmlformats.org/presentationml/2006/ole">
            <mc:AlternateContent xmlns:mc="http://schemas.openxmlformats.org/markup-compatibility/2006">
              <mc:Choice xmlns:v="urn:schemas-microsoft-com:vml" Requires="v">
                <p:oleObj spid="_x0000_s92235" r:id="rId7" imgW="2870200" imgH="508000" progId="Equation.DSMT4">
                  <p:embed/>
                </p:oleObj>
              </mc:Choice>
              <mc:Fallback>
                <p:oleObj r:id="rId7" imgW="2870200" imgH="508000" progId="Equation.DSMT4">
                  <p:embed/>
                  <p:pic>
                    <p:nvPicPr>
                      <p:cNvPr id="0" name="Object 102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0825" y="2711450"/>
                        <a:ext cx="43529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5571" name="Object 1027">
            <a:extLst>
              <a:ext uri="{FF2B5EF4-FFF2-40B4-BE49-F238E27FC236}">
                <a16:creationId xmlns:a16="http://schemas.microsoft.com/office/drawing/2014/main" id="{286954AC-CC44-479D-BB2C-EFE056F3FDDE}"/>
              </a:ext>
            </a:extLst>
          </p:cNvPr>
          <p:cNvGraphicFramePr>
            <a:graphicFrameLocks/>
          </p:cNvGraphicFramePr>
          <p:nvPr/>
        </p:nvGraphicFramePr>
        <p:xfrm>
          <a:off x="1547813" y="3741738"/>
          <a:ext cx="5276850" cy="692150"/>
        </p:xfrm>
        <a:graphic>
          <a:graphicData uri="http://schemas.openxmlformats.org/presentationml/2006/ole">
            <mc:AlternateContent xmlns:mc="http://schemas.openxmlformats.org/markup-compatibility/2006">
              <mc:Choice xmlns:v="urn:schemas-microsoft-com:vml" Requires="v">
                <p:oleObj spid="_x0000_s92236" r:id="rId9" imgW="3479800" imgH="457200" progId="Equation.DSMT4">
                  <p:embed/>
                </p:oleObj>
              </mc:Choice>
              <mc:Fallback>
                <p:oleObj r:id="rId9" imgW="3479800" imgH="457200" progId="Equation.DSMT4">
                  <p:embed/>
                  <p:pic>
                    <p:nvPicPr>
                      <p:cNvPr id="0" name="Object 102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3741738"/>
                        <a:ext cx="52768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5572" name="Object 1028">
            <a:extLst>
              <a:ext uri="{FF2B5EF4-FFF2-40B4-BE49-F238E27FC236}">
                <a16:creationId xmlns:a16="http://schemas.microsoft.com/office/drawing/2014/main" id="{448C4217-729C-463B-A0CE-25B07C8DBF40}"/>
              </a:ext>
            </a:extLst>
          </p:cNvPr>
          <p:cNvGraphicFramePr>
            <a:graphicFrameLocks/>
          </p:cNvGraphicFramePr>
          <p:nvPr/>
        </p:nvGraphicFramePr>
        <p:xfrm>
          <a:off x="1541463" y="4821238"/>
          <a:ext cx="5257800" cy="692150"/>
        </p:xfrm>
        <a:graphic>
          <a:graphicData uri="http://schemas.openxmlformats.org/presentationml/2006/ole">
            <mc:AlternateContent xmlns:mc="http://schemas.openxmlformats.org/markup-compatibility/2006">
              <mc:Choice xmlns:v="urn:schemas-microsoft-com:vml" Requires="v">
                <p:oleObj spid="_x0000_s92237" r:id="rId11" imgW="3467100" imgH="457200" progId="Equation.DSMT4">
                  <p:embed/>
                </p:oleObj>
              </mc:Choice>
              <mc:Fallback>
                <p:oleObj r:id="rId11" imgW="3467100" imgH="457200" progId="Equation.DSMT4">
                  <p:embed/>
                  <p:pic>
                    <p:nvPicPr>
                      <p:cNvPr id="0" name="Object 102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1463" y="4821238"/>
                        <a:ext cx="5257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4411" name="Rectangle 11">
            <a:extLst>
              <a:ext uri="{FF2B5EF4-FFF2-40B4-BE49-F238E27FC236}">
                <a16:creationId xmlns:a16="http://schemas.microsoft.com/office/drawing/2014/main" id="{BB43432B-625F-4EC5-A97F-A92F013C6BC9}"/>
              </a:ext>
            </a:extLst>
          </p:cNvPr>
          <p:cNvSpPr>
            <a:spLocks noChangeArrowheads="1"/>
          </p:cNvSpPr>
          <p:nvPr/>
        </p:nvSpPr>
        <p:spPr bwMode="auto">
          <a:xfrm>
            <a:off x="2971800" y="4811713"/>
            <a:ext cx="3963988" cy="704850"/>
          </a:xfrm>
          <a:prstGeom prst="rect">
            <a:avLst/>
          </a:prstGeom>
          <a:noFill/>
          <a:ln w="25400">
            <a:solidFill>
              <a:srgbClr val="FF99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pSp>
        <p:nvGrpSpPr>
          <p:cNvPr id="2" name="Group 54">
            <a:extLst>
              <a:ext uri="{FF2B5EF4-FFF2-40B4-BE49-F238E27FC236}">
                <a16:creationId xmlns:a16="http://schemas.microsoft.com/office/drawing/2014/main" id="{CCC4DC19-A6B2-47DC-99AE-C04A15C01FAB}"/>
              </a:ext>
            </a:extLst>
          </p:cNvPr>
          <p:cNvGrpSpPr>
            <a:grpSpLocks/>
          </p:cNvGrpSpPr>
          <p:nvPr/>
        </p:nvGrpSpPr>
        <p:grpSpPr bwMode="auto">
          <a:xfrm>
            <a:off x="5573713" y="1627188"/>
            <a:ext cx="3003550" cy="931862"/>
            <a:chOff x="1605" y="227"/>
            <a:chExt cx="4155" cy="1113"/>
          </a:xfrm>
        </p:grpSpPr>
        <p:sp>
          <p:nvSpPr>
            <p:cNvPr id="92170" name="Line 15">
              <a:extLst>
                <a:ext uri="{FF2B5EF4-FFF2-40B4-BE49-F238E27FC236}">
                  <a16:creationId xmlns:a16="http://schemas.microsoft.com/office/drawing/2014/main" id="{D23AC355-1910-4EC6-835F-E552033BBACC}"/>
                </a:ext>
              </a:extLst>
            </p:cNvPr>
            <p:cNvSpPr>
              <a:spLocks noChangeShapeType="1"/>
            </p:cNvSpPr>
            <p:nvPr/>
          </p:nvSpPr>
          <p:spPr bwMode="auto">
            <a:xfrm flipV="1">
              <a:off x="1605" y="1149"/>
              <a:ext cx="4155" cy="0"/>
            </a:xfrm>
            <a:prstGeom prst="line">
              <a:avLst/>
            </a:prstGeom>
            <a:noFill/>
            <a:ln w="25400">
              <a:solidFill>
                <a:srgbClr val="3333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92171" name="Group 53">
              <a:extLst>
                <a:ext uri="{FF2B5EF4-FFF2-40B4-BE49-F238E27FC236}">
                  <a16:creationId xmlns:a16="http://schemas.microsoft.com/office/drawing/2014/main" id="{872AA20E-A379-47DB-A358-F533C5744246}"/>
                </a:ext>
              </a:extLst>
            </p:cNvPr>
            <p:cNvGrpSpPr>
              <a:grpSpLocks/>
            </p:cNvGrpSpPr>
            <p:nvPr/>
          </p:nvGrpSpPr>
          <p:grpSpPr bwMode="auto">
            <a:xfrm>
              <a:off x="1864" y="227"/>
              <a:ext cx="3550" cy="1113"/>
              <a:chOff x="1864" y="227"/>
              <a:chExt cx="3550" cy="1113"/>
            </a:xfrm>
          </p:grpSpPr>
          <p:sp>
            <p:nvSpPr>
              <p:cNvPr id="92172" name="Freeform 14">
                <a:extLst>
                  <a:ext uri="{FF2B5EF4-FFF2-40B4-BE49-F238E27FC236}">
                    <a16:creationId xmlns:a16="http://schemas.microsoft.com/office/drawing/2014/main" id="{7E06DF62-FCA8-4757-986E-3AEAE2C1590E}"/>
                  </a:ext>
                </a:extLst>
              </p:cNvPr>
              <p:cNvSpPr>
                <a:spLocks noChangeArrowheads="1"/>
              </p:cNvSpPr>
              <p:nvPr/>
            </p:nvSpPr>
            <p:spPr bwMode="auto">
              <a:xfrm flipV="1">
                <a:off x="3639" y="228"/>
                <a:ext cx="1775" cy="866"/>
              </a:xfrm>
              <a:custGeom>
                <a:avLst/>
                <a:gdLst>
                  <a:gd name="T0" fmla="*/ 18 w 1800"/>
                  <a:gd name="T1" fmla="*/ 154360 h 237"/>
                  <a:gd name="T2" fmla="*/ 49 w 1800"/>
                  <a:gd name="T3" fmla="*/ 153680 h 237"/>
                  <a:gd name="T4" fmla="*/ 85 w 1800"/>
                  <a:gd name="T5" fmla="*/ 152412 h 237"/>
                  <a:gd name="T6" fmla="*/ 116 w 1800"/>
                  <a:gd name="T7" fmla="*/ 151196 h 237"/>
                  <a:gd name="T8" fmla="*/ 152 w 1800"/>
                  <a:gd name="T9" fmla="*/ 148514 h 237"/>
                  <a:gd name="T10" fmla="*/ 183 w 1800"/>
                  <a:gd name="T11" fmla="*/ 145828 h 237"/>
                  <a:gd name="T12" fmla="*/ 219 w 1800"/>
                  <a:gd name="T13" fmla="*/ 142609 h 237"/>
                  <a:gd name="T14" fmla="*/ 250 w 1800"/>
                  <a:gd name="T15" fmla="*/ 139393 h 237"/>
                  <a:gd name="T16" fmla="*/ 286 w 1800"/>
                  <a:gd name="T17" fmla="*/ 135480 h 237"/>
                  <a:gd name="T18" fmla="*/ 318 w 1800"/>
                  <a:gd name="T19" fmla="*/ 130846 h 237"/>
                  <a:gd name="T20" fmla="*/ 353 w 1800"/>
                  <a:gd name="T21" fmla="*/ 126414 h 237"/>
                  <a:gd name="T22" fmla="*/ 386 w 1800"/>
                  <a:gd name="T23" fmla="*/ 121233 h 237"/>
                  <a:gd name="T24" fmla="*/ 420 w 1800"/>
                  <a:gd name="T25" fmla="*/ 115865 h 237"/>
                  <a:gd name="T26" fmla="*/ 453 w 1800"/>
                  <a:gd name="T27" fmla="*/ 110698 h 237"/>
                  <a:gd name="T28" fmla="*/ 487 w 1800"/>
                  <a:gd name="T29" fmla="*/ 104837 h 237"/>
                  <a:gd name="T30" fmla="*/ 520 w 1800"/>
                  <a:gd name="T31" fmla="*/ 99670 h 237"/>
                  <a:gd name="T32" fmla="*/ 554 w 1800"/>
                  <a:gd name="T33" fmla="*/ 93769 h 237"/>
                  <a:gd name="T34" fmla="*/ 588 w 1800"/>
                  <a:gd name="T35" fmla="*/ 87868 h 237"/>
                  <a:gd name="T36" fmla="*/ 621 w 1800"/>
                  <a:gd name="T37" fmla="*/ 82007 h 237"/>
                  <a:gd name="T38" fmla="*/ 655 w 1800"/>
                  <a:gd name="T39" fmla="*/ 76840 h 237"/>
                  <a:gd name="T40" fmla="*/ 688 w 1800"/>
                  <a:gd name="T41" fmla="*/ 71673 h 237"/>
                  <a:gd name="T42" fmla="*/ 722 w 1800"/>
                  <a:gd name="T43" fmla="*/ 65772 h 237"/>
                  <a:gd name="T44" fmla="*/ 755 w 1800"/>
                  <a:gd name="T45" fmla="*/ 60591 h 237"/>
                  <a:gd name="T46" fmla="*/ 789 w 1800"/>
                  <a:gd name="T47" fmla="*/ 55957 h 237"/>
                  <a:gd name="T48" fmla="*/ 822 w 1800"/>
                  <a:gd name="T49" fmla="*/ 50791 h 237"/>
                  <a:gd name="T50" fmla="*/ 856 w 1800"/>
                  <a:gd name="T51" fmla="*/ 46157 h 237"/>
                  <a:gd name="T52" fmla="*/ 889 w 1800"/>
                  <a:gd name="T53" fmla="*/ 42445 h 237"/>
                  <a:gd name="T54" fmla="*/ 923 w 1800"/>
                  <a:gd name="T55" fmla="*/ 37812 h 237"/>
                  <a:gd name="T56" fmla="*/ 957 w 1800"/>
                  <a:gd name="T57" fmla="*/ 34596 h 237"/>
                  <a:gd name="T58" fmla="*/ 990 w 1800"/>
                  <a:gd name="T59" fmla="*/ 30643 h 237"/>
                  <a:gd name="T60" fmla="*/ 1024 w 1800"/>
                  <a:gd name="T61" fmla="*/ 27277 h 237"/>
                  <a:gd name="T62" fmla="*/ 1057 w 1800"/>
                  <a:gd name="T63" fmla="*/ 24047 h 237"/>
                  <a:gd name="T64" fmla="*/ 1091 w 1800"/>
                  <a:gd name="T65" fmla="*/ 21562 h 237"/>
                  <a:gd name="T66" fmla="*/ 1124 w 1800"/>
                  <a:gd name="T67" fmla="*/ 18880 h 237"/>
                  <a:gd name="T68" fmla="*/ 1158 w 1800"/>
                  <a:gd name="T69" fmla="*/ 16249 h 237"/>
                  <a:gd name="T70" fmla="*/ 1192 w 1800"/>
                  <a:gd name="T71" fmla="*/ 14247 h 237"/>
                  <a:gd name="T72" fmla="*/ 1226 w 1800"/>
                  <a:gd name="T73" fmla="*/ 12296 h 237"/>
                  <a:gd name="T74" fmla="*/ 1259 w 1800"/>
                  <a:gd name="T75" fmla="*/ 10348 h 237"/>
                  <a:gd name="T76" fmla="*/ 1293 w 1800"/>
                  <a:gd name="T77" fmla="*/ 9080 h 237"/>
                  <a:gd name="T78" fmla="*/ 1326 w 1800"/>
                  <a:gd name="T79" fmla="*/ 7118 h 237"/>
                  <a:gd name="T80" fmla="*/ 1360 w 1800"/>
                  <a:gd name="T81" fmla="*/ 6581 h 237"/>
                  <a:gd name="T82" fmla="*/ 1393 w 1800"/>
                  <a:gd name="T83" fmla="*/ 5167 h 237"/>
                  <a:gd name="T84" fmla="*/ 1427 w 1800"/>
                  <a:gd name="T85" fmla="*/ 3899 h 237"/>
                  <a:gd name="T86" fmla="*/ 1460 w 1800"/>
                  <a:gd name="T87" fmla="*/ 3219 h 237"/>
                  <a:gd name="T88" fmla="*/ 1494 w 1800"/>
                  <a:gd name="T89" fmla="*/ 2682 h 237"/>
                  <a:gd name="T90" fmla="*/ 1527 w 1800"/>
                  <a:gd name="T91" fmla="*/ 1948 h 237"/>
                  <a:gd name="T92" fmla="*/ 1561 w 1800"/>
                  <a:gd name="T93" fmla="*/ 1268 h 237"/>
                  <a:gd name="T94" fmla="*/ 1595 w 1800"/>
                  <a:gd name="T95" fmla="*/ 734 h 237"/>
                  <a:gd name="T96" fmla="*/ 1628 w 1800"/>
                  <a:gd name="T97" fmla="*/ 0 h 237"/>
                  <a:gd name="T98" fmla="*/ 1662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73" name="Freeform 16">
                <a:extLst>
                  <a:ext uri="{FF2B5EF4-FFF2-40B4-BE49-F238E27FC236}">
                    <a16:creationId xmlns:a16="http://schemas.microsoft.com/office/drawing/2014/main" id="{2F9ABA14-AA19-4739-A32B-1450603ABA49}"/>
                  </a:ext>
                </a:extLst>
              </p:cNvPr>
              <p:cNvSpPr>
                <a:spLocks noChangeArrowheads="1"/>
              </p:cNvSpPr>
              <p:nvPr/>
            </p:nvSpPr>
            <p:spPr bwMode="auto">
              <a:xfrm flipH="1" flipV="1">
                <a:off x="1864" y="227"/>
                <a:ext cx="1774" cy="867"/>
              </a:xfrm>
              <a:custGeom>
                <a:avLst/>
                <a:gdLst>
                  <a:gd name="T0" fmla="*/ 18 w 1800"/>
                  <a:gd name="T1" fmla="*/ 155292 h 237"/>
                  <a:gd name="T2" fmla="*/ 49 w 1800"/>
                  <a:gd name="T3" fmla="*/ 154556 h 237"/>
                  <a:gd name="T4" fmla="*/ 85 w 1800"/>
                  <a:gd name="T5" fmla="*/ 153283 h 237"/>
                  <a:gd name="T6" fmla="*/ 116 w 1800"/>
                  <a:gd name="T7" fmla="*/ 152054 h 237"/>
                  <a:gd name="T8" fmla="*/ 152 w 1800"/>
                  <a:gd name="T9" fmla="*/ 149362 h 237"/>
                  <a:gd name="T10" fmla="*/ 183 w 1800"/>
                  <a:gd name="T11" fmla="*/ 146673 h 237"/>
                  <a:gd name="T12" fmla="*/ 219 w 1800"/>
                  <a:gd name="T13" fmla="*/ 143450 h 237"/>
                  <a:gd name="T14" fmla="*/ 250 w 1800"/>
                  <a:gd name="T15" fmla="*/ 140209 h 237"/>
                  <a:gd name="T16" fmla="*/ 286 w 1800"/>
                  <a:gd name="T17" fmla="*/ 136302 h 237"/>
                  <a:gd name="T18" fmla="*/ 317 w 1800"/>
                  <a:gd name="T19" fmla="*/ 131645 h 237"/>
                  <a:gd name="T20" fmla="*/ 353 w 1800"/>
                  <a:gd name="T21" fmla="*/ 127134 h 237"/>
                  <a:gd name="T22" fmla="*/ 384 w 1800"/>
                  <a:gd name="T23" fmla="*/ 121808 h 237"/>
                  <a:gd name="T24" fmla="*/ 420 w 1800"/>
                  <a:gd name="T25" fmla="*/ 116617 h 237"/>
                  <a:gd name="T26" fmla="*/ 451 w 1800"/>
                  <a:gd name="T27" fmla="*/ 111371 h 237"/>
                  <a:gd name="T28" fmla="*/ 486 w 1800"/>
                  <a:gd name="T29" fmla="*/ 105496 h 237"/>
                  <a:gd name="T30" fmla="*/ 518 w 1800"/>
                  <a:gd name="T31" fmla="*/ 100316 h 237"/>
                  <a:gd name="T32" fmla="*/ 553 w 1800"/>
                  <a:gd name="T33" fmla="*/ 94386 h 237"/>
                  <a:gd name="T34" fmla="*/ 585 w 1800"/>
                  <a:gd name="T35" fmla="*/ 88460 h 237"/>
                  <a:gd name="T36" fmla="*/ 620 w 1800"/>
                  <a:gd name="T37" fmla="*/ 82544 h 237"/>
                  <a:gd name="T38" fmla="*/ 652 w 1800"/>
                  <a:gd name="T39" fmla="*/ 77353 h 237"/>
                  <a:gd name="T40" fmla="*/ 686 w 1800"/>
                  <a:gd name="T41" fmla="*/ 72012 h 237"/>
                  <a:gd name="T42" fmla="*/ 719 w 1800"/>
                  <a:gd name="T43" fmla="*/ 66097 h 237"/>
                  <a:gd name="T44" fmla="*/ 753 w 1800"/>
                  <a:gd name="T45" fmla="*/ 60906 h 237"/>
                  <a:gd name="T46" fmla="*/ 786 w 1800"/>
                  <a:gd name="T47" fmla="*/ 56395 h 237"/>
                  <a:gd name="T48" fmla="*/ 820 w 1800"/>
                  <a:gd name="T49" fmla="*/ 51069 h 237"/>
                  <a:gd name="T50" fmla="*/ 853 w 1800"/>
                  <a:gd name="T51" fmla="*/ 46558 h 237"/>
                  <a:gd name="T52" fmla="*/ 887 w 1800"/>
                  <a:gd name="T53" fmla="*/ 42637 h 237"/>
                  <a:gd name="T54" fmla="*/ 921 w 1800"/>
                  <a:gd name="T55" fmla="*/ 37994 h 237"/>
                  <a:gd name="T56" fmla="*/ 954 w 1800"/>
                  <a:gd name="T57" fmla="*/ 34753 h 237"/>
                  <a:gd name="T58" fmla="*/ 988 w 1800"/>
                  <a:gd name="T59" fmla="*/ 30795 h 237"/>
                  <a:gd name="T60" fmla="*/ 1021 w 1800"/>
                  <a:gd name="T61" fmla="*/ 27568 h 237"/>
                  <a:gd name="T62" fmla="*/ 1055 w 1800"/>
                  <a:gd name="T63" fmla="*/ 24181 h 237"/>
                  <a:gd name="T64" fmla="*/ 1088 w 1800"/>
                  <a:gd name="T65" fmla="*/ 21693 h 237"/>
                  <a:gd name="T66" fmla="*/ 1122 w 1800"/>
                  <a:gd name="T67" fmla="*/ 18990 h 237"/>
                  <a:gd name="T68" fmla="*/ 1155 w 1800"/>
                  <a:gd name="T69" fmla="*/ 16301 h 237"/>
                  <a:gd name="T70" fmla="*/ 1189 w 1800"/>
                  <a:gd name="T71" fmla="*/ 14348 h 237"/>
                  <a:gd name="T72" fmla="*/ 1222 w 1800"/>
                  <a:gd name="T73" fmla="*/ 12540 h 237"/>
                  <a:gd name="T74" fmla="*/ 1256 w 1800"/>
                  <a:gd name="T75" fmla="*/ 10572 h 237"/>
                  <a:gd name="T76" fmla="*/ 1289 w 1800"/>
                  <a:gd name="T77" fmla="*/ 9153 h 237"/>
                  <a:gd name="T78" fmla="*/ 1322 w 1800"/>
                  <a:gd name="T79" fmla="*/ 7145 h 237"/>
                  <a:gd name="T80" fmla="*/ 1356 w 1800"/>
                  <a:gd name="T81" fmla="*/ 6610 h 237"/>
                  <a:gd name="T82" fmla="*/ 1389 w 1800"/>
                  <a:gd name="T83" fmla="*/ 5191 h 237"/>
                  <a:gd name="T84" fmla="*/ 1423 w 1800"/>
                  <a:gd name="T85" fmla="*/ 3922 h 237"/>
                  <a:gd name="T86" fmla="*/ 1456 w 1800"/>
                  <a:gd name="T87" fmla="*/ 3227 h 237"/>
                  <a:gd name="T88" fmla="*/ 1490 w 1800"/>
                  <a:gd name="T89" fmla="*/ 2689 h 237"/>
                  <a:gd name="T90" fmla="*/ 1523 w 1800"/>
                  <a:gd name="T91" fmla="*/ 1953 h 237"/>
                  <a:gd name="T92" fmla="*/ 1557 w 1800"/>
                  <a:gd name="T93" fmla="*/ 1273 h 237"/>
                  <a:gd name="T94" fmla="*/ 1590 w 1800"/>
                  <a:gd name="T95" fmla="*/ 735 h 237"/>
                  <a:gd name="T96" fmla="*/ 1624 w 1800"/>
                  <a:gd name="T97" fmla="*/ 0 h 237"/>
                  <a:gd name="T98" fmla="*/ 1657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74" name="Line 19">
                <a:extLst>
                  <a:ext uri="{FF2B5EF4-FFF2-40B4-BE49-F238E27FC236}">
                    <a16:creationId xmlns:a16="http://schemas.microsoft.com/office/drawing/2014/main" id="{F38C6C32-F2D6-42F6-8B2A-7F62CC999FC9}"/>
                  </a:ext>
                </a:extLst>
              </p:cNvPr>
              <p:cNvSpPr>
                <a:spLocks noChangeShapeType="1"/>
              </p:cNvSpPr>
              <p:nvPr/>
            </p:nvSpPr>
            <p:spPr bwMode="auto">
              <a:xfrm>
                <a:off x="2717" y="847"/>
                <a:ext cx="0" cy="301"/>
              </a:xfrm>
              <a:prstGeom prst="line">
                <a:avLst/>
              </a:prstGeom>
              <a:noFill/>
              <a:ln w="2540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2175" name="Line 20">
                <a:extLst>
                  <a:ext uri="{FF2B5EF4-FFF2-40B4-BE49-F238E27FC236}">
                    <a16:creationId xmlns:a16="http://schemas.microsoft.com/office/drawing/2014/main" id="{B5564CD4-DEB7-4625-9A39-9F6FC08FF0AD}"/>
                  </a:ext>
                </a:extLst>
              </p:cNvPr>
              <p:cNvSpPr>
                <a:spLocks noChangeShapeType="1"/>
              </p:cNvSpPr>
              <p:nvPr/>
            </p:nvSpPr>
            <p:spPr bwMode="auto">
              <a:xfrm>
                <a:off x="4580" y="858"/>
                <a:ext cx="0" cy="300"/>
              </a:xfrm>
              <a:prstGeom prst="line">
                <a:avLst/>
              </a:prstGeom>
              <a:noFill/>
              <a:ln w="2540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2176" name="Object 1029">
                <a:extLst>
                  <a:ext uri="{FF2B5EF4-FFF2-40B4-BE49-F238E27FC236}">
                    <a16:creationId xmlns:a16="http://schemas.microsoft.com/office/drawing/2014/main" id="{764A91AE-9091-441D-B512-DD4D7DF4C1FB}"/>
                  </a:ext>
                </a:extLst>
              </p:cNvPr>
              <p:cNvGraphicFramePr>
                <a:graphicFrameLocks/>
              </p:cNvGraphicFramePr>
              <p:nvPr/>
            </p:nvGraphicFramePr>
            <p:xfrm>
              <a:off x="4543" y="1133"/>
              <a:ext cx="132" cy="207"/>
            </p:xfrm>
            <a:graphic>
              <a:graphicData uri="http://schemas.openxmlformats.org/presentationml/2006/ole">
                <mc:AlternateContent xmlns:mc="http://schemas.openxmlformats.org/markup-compatibility/2006">
                  <mc:Choice xmlns:v="urn:schemas-microsoft-com:vml" Requires="v">
                    <p:oleObj spid="_x0000_s92238" r:id="rId13" imgW="139700" imgH="228600" progId="Equation.DSMT4">
                      <p:embed/>
                    </p:oleObj>
                  </mc:Choice>
                  <mc:Fallback>
                    <p:oleObj r:id="rId13" imgW="139700" imgH="228600" progId="Equation.DSMT4">
                      <p:embed/>
                      <p:pic>
                        <p:nvPicPr>
                          <p:cNvPr id="0" name="Object 102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43" y="1133"/>
                            <a:ext cx="13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77" name="Object 1030">
                <a:extLst>
                  <a:ext uri="{FF2B5EF4-FFF2-40B4-BE49-F238E27FC236}">
                    <a16:creationId xmlns:a16="http://schemas.microsoft.com/office/drawing/2014/main" id="{358B9902-9171-4CB5-8563-892A10E53A44}"/>
                  </a:ext>
                </a:extLst>
              </p:cNvPr>
              <p:cNvGraphicFramePr>
                <a:graphicFrameLocks/>
              </p:cNvGraphicFramePr>
              <p:nvPr/>
            </p:nvGraphicFramePr>
            <p:xfrm>
              <a:off x="3326" y="612"/>
              <a:ext cx="488" cy="251"/>
            </p:xfrm>
            <a:graphic>
              <a:graphicData uri="http://schemas.openxmlformats.org/presentationml/2006/ole">
                <mc:AlternateContent xmlns:mc="http://schemas.openxmlformats.org/markup-compatibility/2006">
                  <mc:Choice xmlns:v="urn:schemas-microsoft-com:vml" Requires="v">
                    <p:oleObj spid="_x0000_s92239" r:id="rId15" imgW="329628" imgH="177492" progId="Equation.DSMT4">
                      <p:embed/>
                    </p:oleObj>
                  </mc:Choice>
                  <mc:Fallback>
                    <p:oleObj r:id="rId15" imgW="329628" imgH="177492" progId="Equation.DSMT4">
                      <p:embed/>
                      <p:pic>
                        <p:nvPicPr>
                          <p:cNvPr id="0" name="Object 103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26" y="612"/>
                            <a:ext cx="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78" name="Object 1031">
                <a:extLst>
                  <a:ext uri="{FF2B5EF4-FFF2-40B4-BE49-F238E27FC236}">
                    <a16:creationId xmlns:a16="http://schemas.microsoft.com/office/drawing/2014/main" id="{4B8E2D8D-1803-460B-8546-B119096BD096}"/>
                  </a:ext>
                </a:extLst>
              </p:cNvPr>
              <p:cNvGraphicFramePr>
                <a:graphicFrameLocks/>
              </p:cNvGraphicFramePr>
              <p:nvPr/>
            </p:nvGraphicFramePr>
            <p:xfrm>
              <a:off x="2197" y="807"/>
              <a:ext cx="117" cy="246"/>
            </p:xfrm>
            <a:graphic>
              <a:graphicData uri="http://schemas.openxmlformats.org/presentationml/2006/ole">
                <mc:AlternateContent xmlns:mc="http://schemas.openxmlformats.org/markup-compatibility/2006">
                  <mc:Choice xmlns:v="urn:schemas-microsoft-com:vml" Requires="v">
                    <p:oleObj spid="_x0000_s92240" r:id="rId17" imgW="177492" imgH="393018" progId="Equation.DSMT4">
                      <p:embed/>
                    </p:oleObj>
                  </mc:Choice>
                  <mc:Fallback>
                    <p:oleObj r:id="rId17" imgW="177492" imgH="393018" progId="Equation.DSMT4">
                      <p:embed/>
                      <p:pic>
                        <p:nvPicPr>
                          <p:cNvPr id="0" name="Object 103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97" y="807"/>
                            <a:ext cx="11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79" name="Object 1032">
                <a:extLst>
                  <a:ext uri="{FF2B5EF4-FFF2-40B4-BE49-F238E27FC236}">
                    <a16:creationId xmlns:a16="http://schemas.microsoft.com/office/drawing/2014/main" id="{18ACF19C-8301-493C-B4DD-E117AB31F792}"/>
                  </a:ext>
                </a:extLst>
              </p:cNvPr>
              <p:cNvGraphicFramePr>
                <a:graphicFrameLocks/>
              </p:cNvGraphicFramePr>
              <p:nvPr/>
            </p:nvGraphicFramePr>
            <p:xfrm>
              <a:off x="4893" y="794"/>
              <a:ext cx="116" cy="246"/>
            </p:xfrm>
            <a:graphic>
              <a:graphicData uri="http://schemas.openxmlformats.org/presentationml/2006/ole">
                <mc:AlternateContent xmlns:mc="http://schemas.openxmlformats.org/markup-compatibility/2006">
                  <mc:Choice xmlns:v="urn:schemas-microsoft-com:vml" Requires="v">
                    <p:oleObj spid="_x0000_s92241" r:id="rId19" imgW="177492" imgH="393018" progId="Equation.DSMT4">
                      <p:embed/>
                    </p:oleObj>
                  </mc:Choice>
                  <mc:Fallback>
                    <p:oleObj r:id="rId19" imgW="177492" imgH="393018" progId="Equation.DSMT4">
                      <p:embed/>
                      <p:pic>
                        <p:nvPicPr>
                          <p:cNvPr id="0" name="Object 1032"/>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93" y="794"/>
                            <a:ext cx="1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80" name="Object 1033">
                <a:extLst>
                  <a:ext uri="{FF2B5EF4-FFF2-40B4-BE49-F238E27FC236}">
                    <a16:creationId xmlns:a16="http://schemas.microsoft.com/office/drawing/2014/main" id="{45900F0D-D9B0-4DD6-A1AE-0C8940127E1D}"/>
                  </a:ext>
                </a:extLst>
              </p:cNvPr>
              <p:cNvGraphicFramePr>
                <a:graphicFrameLocks/>
              </p:cNvGraphicFramePr>
              <p:nvPr/>
            </p:nvGraphicFramePr>
            <p:xfrm>
              <a:off x="2611" y="1123"/>
              <a:ext cx="204" cy="207"/>
            </p:xfrm>
            <a:graphic>
              <a:graphicData uri="http://schemas.openxmlformats.org/presentationml/2006/ole">
                <mc:AlternateContent xmlns:mc="http://schemas.openxmlformats.org/markup-compatibility/2006">
                  <mc:Choice xmlns:v="urn:schemas-microsoft-com:vml" Requires="v">
                    <p:oleObj spid="_x0000_s92242" r:id="rId21" imgW="215619" imgH="228303" progId="Equation.DSMT4">
                      <p:embed/>
                    </p:oleObj>
                  </mc:Choice>
                  <mc:Fallback>
                    <p:oleObj r:id="rId21" imgW="215619" imgH="228303" progId="Equation.DSMT4">
                      <p:embed/>
                      <p:pic>
                        <p:nvPicPr>
                          <p:cNvPr id="0" name="Object 1033"/>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11" y="1123"/>
                            <a:ext cx="20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81" name="Line 51">
                <a:extLst>
                  <a:ext uri="{FF2B5EF4-FFF2-40B4-BE49-F238E27FC236}">
                    <a16:creationId xmlns:a16="http://schemas.microsoft.com/office/drawing/2014/main" id="{B5ACF1D5-D1D4-428D-9972-62C14B321A32}"/>
                  </a:ext>
                </a:extLst>
              </p:cNvPr>
              <p:cNvSpPr>
                <a:spLocks noChangeShapeType="1"/>
              </p:cNvSpPr>
              <p:nvPr/>
            </p:nvSpPr>
            <p:spPr bwMode="auto">
              <a:xfrm>
                <a:off x="2329" y="930"/>
                <a:ext cx="230" cy="131"/>
              </a:xfrm>
              <a:prstGeom prst="line">
                <a:avLst/>
              </a:prstGeom>
              <a:noFill/>
              <a:ln w="19050">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92182" name="Line 52">
                <a:extLst>
                  <a:ext uri="{FF2B5EF4-FFF2-40B4-BE49-F238E27FC236}">
                    <a16:creationId xmlns:a16="http://schemas.microsoft.com/office/drawing/2014/main" id="{7DC91529-D7F3-4CA9-A768-A66872F083CD}"/>
                  </a:ext>
                </a:extLst>
              </p:cNvPr>
              <p:cNvSpPr>
                <a:spLocks noChangeShapeType="1"/>
              </p:cNvSpPr>
              <p:nvPr/>
            </p:nvSpPr>
            <p:spPr bwMode="auto">
              <a:xfrm flipH="1">
                <a:off x="4732" y="897"/>
                <a:ext cx="164" cy="214"/>
              </a:xfrm>
              <a:prstGeom prst="line">
                <a:avLst/>
              </a:prstGeom>
              <a:noFill/>
              <a:ln w="19050">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85568"/>
                                        </p:tgtEl>
                                        <p:attrNameLst>
                                          <p:attrName>style.visibility</p:attrName>
                                        </p:attrNameLst>
                                      </p:cBhvr>
                                      <p:to>
                                        <p:strVal val="visible"/>
                                      </p:to>
                                    </p:set>
                                    <p:anim calcmode="lin" valueType="num">
                                      <p:cBhvr>
                                        <p:cTn id="7" dur="500" fill="hold"/>
                                        <p:tgtEl>
                                          <p:spTgt spid="2285568"/>
                                        </p:tgtEl>
                                        <p:attrNameLst>
                                          <p:attrName>ppt_x</p:attrName>
                                        </p:attrNameLst>
                                      </p:cBhvr>
                                      <p:tavLst>
                                        <p:tav tm="0">
                                          <p:val>
                                            <p:strVal val="0-#ppt_w/2"/>
                                          </p:val>
                                        </p:tav>
                                        <p:tav tm="100000">
                                          <p:val>
                                            <p:strVal val="#ppt_x"/>
                                          </p:val>
                                        </p:tav>
                                      </p:tavLst>
                                    </p:anim>
                                    <p:anim calcmode="lin" valueType="num">
                                      <p:cBhvr>
                                        <p:cTn id="8" dur="500" fill="hold"/>
                                        <p:tgtEl>
                                          <p:spTgt spid="22855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85569"/>
                                        </p:tgtEl>
                                        <p:attrNameLst>
                                          <p:attrName>style.visibility</p:attrName>
                                        </p:attrNameLst>
                                      </p:cBhvr>
                                      <p:to>
                                        <p:strVal val="visible"/>
                                      </p:to>
                                    </p:set>
                                    <p:anim calcmode="lin" valueType="num">
                                      <p:cBhvr>
                                        <p:cTn id="13" dur="1000" fill="hold"/>
                                        <p:tgtEl>
                                          <p:spTgt spid="2285569"/>
                                        </p:tgtEl>
                                        <p:attrNameLst>
                                          <p:attrName>ppt_x</p:attrName>
                                        </p:attrNameLst>
                                      </p:cBhvr>
                                      <p:tavLst>
                                        <p:tav tm="0">
                                          <p:val>
                                            <p:strVal val="0-#ppt_w/2"/>
                                          </p:val>
                                        </p:tav>
                                        <p:tav tm="100000">
                                          <p:val>
                                            <p:strVal val="#ppt_x"/>
                                          </p:val>
                                        </p:tav>
                                      </p:tavLst>
                                    </p:anim>
                                    <p:anim calcmode="lin" valueType="num">
                                      <p:cBhvr>
                                        <p:cTn id="14" dur="1000" fill="hold"/>
                                        <p:tgtEl>
                                          <p:spTgt spid="228556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85570"/>
                                        </p:tgtEl>
                                        <p:attrNameLst>
                                          <p:attrName>style.visibility</p:attrName>
                                        </p:attrNameLst>
                                      </p:cBhvr>
                                      <p:to>
                                        <p:strVal val="visible"/>
                                      </p:to>
                                    </p:set>
                                    <p:anim calcmode="lin" valueType="num">
                                      <p:cBhvr>
                                        <p:cTn id="19" dur="1000" fill="hold"/>
                                        <p:tgtEl>
                                          <p:spTgt spid="2285570"/>
                                        </p:tgtEl>
                                        <p:attrNameLst>
                                          <p:attrName>ppt_x</p:attrName>
                                        </p:attrNameLst>
                                      </p:cBhvr>
                                      <p:tavLst>
                                        <p:tav tm="0">
                                          <p:val>
                                            <p:strVal val="0-#ppt_w/2"/>
                                          </p:val>
                                        </p:tav>
                                        <p:tav tm="100000">
                                          <p:val>
                                            <p:strVal val="#ppt_x"/>
                                          </p:val>
                                        </p:tav>
                                      </p:tavLst>
                                    </p:anim>
                                    <p:anim calcmode="lin" valueType="num">
                                      <p:cBhvr>
                                        <p:cTn id="20" dur="1000" fill="hold"/>
                                        <p:tgtEl>
                                          <p:spTgt spid="228557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85571"/>
                                        </p:tgtEl>
                                        <p:attrNameLst>
                                          <p:attrName>style.visibility</p:attrName>
                                        </p:attrNameLst>
                                      </p:cBhvr>
                                      <p:to>
                                        <p:strVal val="visible"/>
                                      </p:to>
                                    </p:set>
                                    <p:anim calcmode="lin" valueType="num">
                                      <p:cBhvr>
                                        <p:cTn id="25" dur="1000" fill="hold"/>
                                        <p:tgtEl>
                                          <p:spTgt spid="2285571"/>
                                        </p:tgtEl>
                                        <p:attrNameLst>
                                          <p:attrName>ppt_x</p:attrName>
                                        </p:attrNameLst>
                                      </p:cBhvr>
                                      <p:tavLst>
                                        <p:tav tm="0">
                                          <p:val>
                                            <p:strVal val="0-#ppt_w/2"/>
                                          </p:val>
                                        </p:tav>
                                        <p:tav tm="100000">
                                          <p:val>
                                            <p:strVal val="#ppt_x"/>
                                          </p:val>
                                        </p:tav>
                                      </p:tavLst>
                                    </p:anim>
                                    <p:anim calcmode="lin" valueType="num">
                                      <p:cBhvr>
                                        <p:cTn id="26" dur="1000" fill="hold"/>
                                        <p:tgtEl>
                                          <p:spTgt spid="228557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285572"/>
                                        </p:tgtEl>
                                        <p:attrNameLst>
                                          <p:attrName>style.visibility</p:attrName>
                                        </p:attrNameLst>
                                      </p:cBhvr>
                                      <p:to>
                                        <p:strVal val="visible"/>
                                      </p:to>
                                    </p:set>
                                    <p:anim calcmode="lin" valueType="num">
                                      <p:cBhvr>
                                        <p:cTn id="31" dur="1000" fill="hold"/>
                                        <p:tgtEl>
                                          <p:spTgt spid="2285572"/>
                                        </p:tgtEl>
                                        <p:attrNameLst>
                                          <p:attrName>ppt_x</p:attrName>
                                        </p:attrNameLst>
                                      </p:cBhvr>
                                      <p:tavLst>
                                        <p:tav tm="0">
                                          <p:val>
                                            <p:strVal val="0-#ppt_w/2"/>
                                          </p:val>
                                        </p:tav>
                                        <p:tav tm="100000">
                                          <p:val>
                                            <p:strVal val="#ppt_x"/>
                                          </p:val>
                                        </p:tav>
                                      </p:tavLst>
                                    </p:anim>
                                    <p:anim calcmode="lin" valueType="num">
                                      <p:cBhvr>
                                        <p:cTn id="32" dur="1000" fill="hold"/>
                                        <p:tgtEl>
                                          <p:spTgt spid="2285572"/>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1000"/>
                            </p:stCondLst>
                            <p:childTnLst>
                              <p:par>
                                <p:cTn id="34" presetID="1" presetClass="entr" presetSubtype="0" fill="hold" grpId="0" nodeType="afterEffect">
                                  <p:stCondLst>
                                    <p:cond delay="0"/>
                                  </p:stCondLst>
                                  <p:childTnLst>
                                    <p:set>
                                      <p:cBhvr>
                                        <p:cTn id="35" dur="1" fill="hold">
                                          <p:stCondLst>
                                            <p:cond delay="0"/>
                                          </p:stCondLst>
                                        </p:cTn>
                                        <p:tgtEl>
                                          <p:spTgt spid="189441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dissolve">
                                      <p:cBhvr>
                                        <p:cTn id="4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8D547098-1BD6-40FE-B478-F0D9667E95B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58AB33EA-DFB5-4B23-A941-D5F61C7EDA96}" type="slidenum">
              <a:rPr altLang="en-US" sz="1400" smtClean="0"/>
              <a:pPr>
                <a:lnSpc>
                  <a:spcPct val="100000"/>
                </a:lnSpc>
                <a:spcBef>
                  <a:spcPct val="0"/>
                </a:spcBef>
                <a:buClr>
                  <a:schemeClr val="tx1"/>
                </a:buClr>
                <a:buFontTx/>
                <a:buNone/>
              </a:pPr>
              <a:t>74</a:t>
            </a:fld>
            <a:endParaRPr lang="zh-CN" altLang="en-US" sz="1400"/>
          </a:p>
        </p:txBody>
      </p:sp>
      <p:graphicFrame>
        <p:nvGraphicFramePr>
          <p:cNvPr id="1895428" name="Object 4">
            <a:extLst>
              <a:ext uri="{FF2B5EF4-FFF2-40B4-BE49-F238E27FC236}">
                <a16:creationId xmlns:a16="http://schemas.microsoft.com/office/drawing/2014/main" id="{7C8653ED-8092-43FB-89E3-CE6C05568237}"/>
              </a:ext>
            </a:extLst>
          </p:cNvPr>
          <p:cNvGraphicFramePr>
            <a:graphicFrameLocks/>
          </p:cNvGraphicFramePr>
          <p:nvPr/>
        </p:nvGraphicFramePr>
        <p:xfrm>
          <a:off x="1344613" y="1350963"/>
          <a:ext cx="2195512" cy="327025"/>
        </p:xfrm>
        <a:graphic>
          <a:graphicData uri="http://schemas.openxmlformats.org/presentationml/2006/ole">
            <mc:AlternateContent xmlns:mc="http://schemas.openxmlformats.org/markup-compatibility/2006">
              <mc:Choice xmlns:v="urn:schemas-microsoft-com:vml" Requires="v">
                <p:oleObj spid="_x0000_s93275" r:id="rId3" imgW="1445917" imgH="215619" progId="Equation.DSMT4">
                  <p:embed/>
                </p:oleObj>
              </mc:Choice>
              <mc:Fallback>
                <p:oleObj r:id="rId3" imgW="1445917" imgH="215619"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613" y="1350963"/>
                        <a:ext cx="2195512"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5429" name="Object 5">
            <a:extLst>
              <a:ext uri="{FF2B5EF4-FFF2-40B4-BE49-F238E27FC236}">
                <a16:creationId xmlns:a16="http://schemas.microsoft.com/office/drawing/2014/main" id="{9B527124-3DE8-4510-A7A4-CC5AEE3B6E40}"/>
              </a:ext>
            </a:extLst>
          </p:cNvPr>
          <p:cNvGraphicFramePr>
            <a:graphicFrameLocks/>
          </p:cNvGraphicFramePr>
          <p:nvPr/>
        </p:nvGraphicFramePr>
        <p:xfrm>
          <a:off x="1611313" y="1919288"/>
          <a:ext cx="885825" cy="328612"/>
        </p:xfrm>
        <a:graphic>
          <a:graphicData uri="http://schemas.openxmlformats.org/presentationml/2006/ole">
            <mc:AlternateContent xmlns:mc="http://schemas.openxmlformats.org/markup-compatibility/2006">
              <mc:Choice xmlns:v="urn:schemas-microsoft-com:vml" Requires="v">
                <p:oleObj spid="_x0000_s93276" r:id="rId5" imgW="583440" imgH="215619" progId="Equation.DSMT4">
                  <p:embed/>
                </p:oleObj>
              </mc:Choice>
              <mc:Fallback>
                <p:oleObj r:id="rId5" imgW="583440" imgH="215619"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1313" y="1919288"/>
                        <a:ext cx="88582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5430" name="Object 6">
            <a:extLst>
              <a:ext uri="{FF2B5EF4-FFF2-40B4-BE49-F238E27FC236}">
                <a16:creationId xmlns:a16="http://schemas.microsoft.com/office/drawing/2014/main" id="{66C95C82-1E24-4E42-88EB-30A5CC8FFF13}"/>
              </a:ext>
            </a:extLst>
          </p:cNvPr>
          <p:cNvGraphicFramePr>
            <a:graphicFrameLocks/>
          </p:cNvGraphicFramePr>
          <p:nvPr/>
        </p:nvGraphicFramePr>
        <p:xfrm>
          <a:off x="1846263" y="2466975"/>
          <a:ext cx="2387600" cy="652463"/>
        </p:xfrm>
        <a:graphic>
          <a:graphicData uri="http://schemas.openxmlformats.org/presentationml/2006/ole">
            <mc:AlternateContent xmlns:mc="http://schemas.openxmlformats.org/markup-compatibility/2006">
              <mc:Choice xmlns:v="urn:schemas-microsoft-com:vml" Requires="v">
                <p:oleObj spid="_x0000_s93277" r:id="rId7" imgW="1574117" imgH="431613" progId="Equation.DSMT4">
                  <p:embed/>
                </p:oleObj>
              </mc:Choice>
              <mc:Fallback>
                <p:oleObj r:id="rId7" imgW="1574117" imgH="431613" progId="Equation.DSMT4">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6263" y="2466975"/>
                        <a:ext cx="2387600"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5431" name="Object 7">
            <a:extLst>
              <a:ext uri="{FF2B5EF4-FFF2-40B4-BE49-F238E27FC236}">
                <a16:creationId xmlns:a16="http://schemas.microsoft.com/office/drawing/2014/main" id="{AE06963D-917A-49D4-9C7E-43D280F79768}"/>
              </a:ext>
            </a:extLst>
          </p:cNvPr>
          <p:cNvGraphicFramePr>
            <a:graphicFrameLocks/>
          </p:cNvGraphicFramePr>
          <p:nvPr/>
        </p:nvGraphicFramePr>
        <p:xfrm>
          <a:off x="1808163" y="3289300"/>
          <a:ext cx="4794250" cy="768350"/>
        </p:xfrm>
        <a:graphic>
          <a:graphicData uri="http://schemas.openxmlformats.org/presentationml/2006/ole">
            <mc:AlternateContent xmlns:mc="http://schemas.openxmlformats.org/markup-compatibility/2006">
              <mc:Choice xmlns:v="urn:schemas-microsoft-com:vml" Requires="v">
                <p:oleObj spid="_x0000_s93278" r:id="rId9" imgW="3162300" imgH="508000" progId="Equation.DSMT4">
                  <p:embed/>
                </p:oleObj>
              </mc:Choice>
              <mc:Fallback>
                <p:oleObj r:id="rId9" imgW="3162300" imgH="508000" progId="Equation.DSMT4">
                  <p:embed/>
                  <p:pic>
                    <p:nvPicPr>
                      <p:cNvPr id="0"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8163" y="3289300"/>
                        <a:ext cx="47942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5432" name="Object 8">
            <a:extLst>
              <a:ext uri="{FF2B5EF4-FFF2-40B4-BE49-F238E27FC236}">
                <a16:creationId xmlns:a16="http://schemas.microsoft.com/office/drawing/2014/main" id="{BF2E1983-8D30-425B-B49F-5A165AEC936C}"/>
              </a:ext>
            </a:extLst>
          </p:cNvPr>
          <p:cNvGraphicFramePr>
            <a:graphicFrameLocks/>
          </p:cNvGraphicFramePr>
          <p:nvPr/>
        </p:nvGraphicFramePr>
        <p:xfrm>
          <a:off x="1838325" y="4197350"/>
          <a:ext cx="4237038" cy="769938"/>
        </p:xfrm>
        <a:graphic>
          <a:graphicData uri="http://schemas.openxmlformats.org/presentationml/2006/ole">
            <mc:AlternateContent xmlns:mc="http://schemas.openxmlformats.org/markup-compatibility/2006">
              <mc:Choice xmlns:v="urn:schemas-microsoft-com:vml" Requires="v">
                <p:oleObj spid="_x0000_s93279" r:id="rId11" imgW="2794000" imgH="508000" progId="Equation.DSMT4">
                  <p:embed/>
                </p:oleObj>
              </mc:Choice>
              <mc:Fallback>
                <p:oleObj r:id="rId11" imgW="2794000" imgH="508000" progId="Equation.DSMT4">
                  <p:embed/>
                  <p:pic>
                    <p:nvPicPr>
                      <p:cNvPr id="0" name="Object 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8325" y="4197350"/>
                        <a:ext cx="42370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5433" name="Object 9">
            <a:extLst>
              <a:ext uri="{FF2B5EF4-FFF2-40B4-BE49-F238E27FC236}">
                <a16:creationId xmlns:a16="http://schemas.microsoft.com/office/drawing/2014/main" id="{5F82A982-23F6-49A7-A0B2-36F73680A380}"/>
              </a:ext>
            </a:extLst>
          </p:cNvPr>
          <p:cNvGraphicFramePr>
            <a:graphicFrameLocks/>
          </p:cNvGraphicFramePr>
          <p:nvPr/>
        </p:nvGraphicFramePr>
        <p:xfrm>
          <a:off x="1795463" y="5262563"/>
          <a:ext cx="4102100" cy="769937"/>
        </p:xfrm>
        <a:graphic>
          <a:graphicData uri="http://schemas.openxmlformats.org/presentationml/2006/ole">
            <mc:AlternateContent xmlns:mc="http://schemas.openxmlformats.org/markup-compatibility/2006">
              <mc:Choice xmlns:v="urn:schemas-microsoft-com:vml" Requires="v">
                <p:oleObj spid="_x0000_s93280" r:id="rId13" imgW="2705100" imgH="508000" progId="Equation.DSMT4">
                  <p:embed/>
                </p:oleObj>
              </mc:Choice>
              <mc:Fallback>
                <p:oleObj r:id="rId13" imgW="2705100" imgH="508000" progId="Equation.DSMT4">
                  <p:embed/>
                  <p:pic>
                    <p:nvPicPr>
                      <p:cNvPr id="0" name="Object 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5463" y="5262563"/>
                        <a:ext cx="41021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5434" name="Rectangle 10">
            <a:extLst>
              <a:ext uri="{FF2B5EF4-FFF2-40B4-BE49-F238E27FC236}">
                <a16:creationId xmlns:a16="http://schemas.microsoft.com/office/drawing/2014/main" id="{2C893454-AC09-46DF-BD98-7CCC8D3B3EC5}"/>
              </a:ext>
            </a:extLst>
          </p:cNvPr>
          <p:cNvSpPr>
            <a:spLocks noChangeArrowheads="1"/>
          </p:cNvSpPr>
          <p:nvPr/>
        </p:nvSpPr>
        <p:spPr bwMode="auto">
          <a:xfrm>
            <a:off x="3141663" y="5227638"/>
            <a:ext cx="3033712" cy="849312"/>
          </a:xfrm>
          <a:prstGeom prst="rect">
            <a:avLst/>
          </a:prstGeom>
          <a:noFill/>
          <a:ln w="25400">
            <a:solidFill>
              <a:srgbClr val="FF9900"/>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pSp>
        <p:nvGrpSpPr>
          <p:cNvPr id="2" name="Group 44">
            <a:extLst>
              <a:ext uri="{FF2B5EF4-FFF2-40B4-BE49-F238E27FC236}">
                <a16:creationId xmlns:a16="http://schemas.microsoft.com/office/drawing/2014/main" id="{C66744C5-D618-43C4-A074-1578A11C9765}"/>
              </a:ext>
            </a:extLst>
          </p:cNvPr>
          <p:cNvGrpSpPr>
            <a:grpSpLocks/>
          </p:cNvGrpSpPr>
          <p:nvPr/>
        </p:nvGrpSpPr>
        <p:grpSpPr bwMode="auto">
          <a:xfrm>
            <a:off x="5616575" y="1889125"/>
            <a:ext cx="3100388" cy="1238250"/>
            <a:chOff x="2731" y="744"/>
            <a:chExt cx="2468" cy="1012"/>
          </a:xfrm>
        </p:grpSpPr>
        <p:sp>
          <p:nvSpPr>
            <p:cNvPr id="93199" name="Line 14">
              <a:extLst>
                <a:ext uri="{FF2B5EF4-FFF2-40B4-BE49-F238E27FC236}">
                  <a16:creationId xmlns:a16="http://schemas.microsoft.com/office/drawing/2014/main" id="{564324F0-3FF0-4A29-A322-8B916EDE39FA}"/>
                </a:ext>
              </a:extLst>
            </p:cNvPr>
            <p:cNvSpPr>
              <a:spLocks noChangeShapeType="1"/>
            </p:cNvSpPr>
            <p:nvPr/>
          </p:nvSpPr>
          <p:spPr bwMode="auto">
            <a:xfrm>
              <a:off x="2879" y="1476"/>
              <a:ext cx="23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0" name="Freeform 18">
              <a:extLst>
                <a:ext uri="{FF2B5EF4-FFF2-40B4-BE49-F238E27FC236}">
                  <a16:creationId xmlns:a16="http://schemas.microsoft.com/office/drawing/2014/main" id="{5A7492EA-A061-45D0-B033-89D3B774DF9E}"/>
                </a:ext>
              </a:extLst>
            </p:cNvPr>
            <p:cNvSpPr>
              <a:spLocks noChangeArrowheads="1"/>
            </p:cNvSpPr>
            <p:nvPr/>
          </p:nvSpPr>
          <p:spPr bwMode="auto">
            <a:xfrm>
              <a:off x="2880" y="744"/>
              <a:ext cx="2129" cy="730"/>
            </a:xfrm>
            <a:custGeom>
              <a:avLst/>
              <a:gdLst>
                <a:gd name="T0" fmla="*/ 0 w 1300"/>
                <a:gd name="T1" fmla="*/ 456 h 821"/>
                <a:gd name="T2" fmla="*/ 483 w 1300"/>
                <a:gd name="T3" fmla="*/ 338 h 821"/>
                <a:gd name="T4" fmla="*/ 1351 w 1300"/>
                <a:gd name="T5" fmla="*/ 155 h 821"/>
                <a:gd name="T6" fmla="*/ 2232 w 1300"/>
                <a:gd name="T7" fmla="*/ 36 h 821"/>
                <a:gd name="T8" fmla="*/ 3583 w 1300"/>
                <a:gd name="T9" fmla="*/ 4 h 821"/>
                <a:gd name="T10" fmla="*/ 4748 w 1300"/>
                <a:gd name="T11" fmla="*/ 53 h 821"/>
                <a:gd name="T12" fmla="*/ 5807 w 1300"/>
                <a:gd name="T13" fmla="*/ 140 h 821"/>
                <a:gd name="T14" fmla="*/ 6783 w 1300"/>
                <a:gd name="T15" fmla="*/ 209 h 821"/>
                <a:gd name="T16" fmla="*/ 8051 w 1300"/>
                <a:gd name="T17" fmla="*/ 282 h 821"/>
                <a:gd name="T18" fmla="*/ 9975 w 1300"/>
                <a:gd name="T19" fmla="*/ 346 h 821"/>
                <a:gd name="T20" fmla="*/ 11826 w 1300"/>
                <a:gd name="T21" fmla="*/ 392 h 821"/>
                <a:gd name="T22" fmla="*/ 15317 w 1300"/>
                <a:gd name="T23" fmla="*/ 438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00" h="821">
                  <a:moveTo>
                    <a:pt x="0" y="821"/>
                  </a:moveTo>
                  <a:cubicBezTo>
                    <a:pt x="7" y="785"/>
                    <a:pt x="22" y="697"/>
                    <a:pt x="41" y="607"/>
                  </a:cubicBezTo>
                  <a:cubicBezTo>
                    <a:pt x="60" y="517"/>
                    <a:pt x="90" y="368"/>
                    <a:pt x="115" y="278"/>
                  </a:cubicBezTo>
                  <a:cubicBezTo>
                    <a:pt x="140" y="188"/>
                    <a:pt x="157" y="109"/>
                    <a:pt x="189" y="64"/>
                  </a:cubicBezTo>
                  <a:cubicBezTo>
                    <a:pt x="221" y="19"/>
                    <a:pt x="268" y="0"/>
                    <a:pt x="304" y="6"/>
                  </a:cubicBezTo>
                  <a:cubicBezTo>
                    <a:pt x="340" y="12"/>
                    <a:pt x="371" y="56"/>
                    <a:pt x="403" y="97"/>
                  </a:cubicBezTo>
                  <a:cubicBezTo>
                    <a:pt x="435" y="138"/>
                    <a:pt x="464" y="207"/>
                    <a:pt x="493" y="253"/>
                  </a:cubicBezTo>
                  <a:cubicBezTo>
                    <a:pt x="522" y="299"/>
                    <a:pt x="544" y="334"/>
                    <a:pt x="576" y="376"/>
                  </a:cubicBezTo>
                  <a:cubicBezTo>
                    <a:pt x="608" y="418"/>
                    <a:pt x="638" y="467"/>
                    <a:pt x="683" y="508"/>
                  </a:cubicBezTo>
                  <a:cubicBezTo>
                    <a:pt x="728" y="549"/>
                    <a:pt x="794" y="590"/>
                    <a:pt x="847" y="623"/>
                  </a:cubicBezTo>
                  <a:cubicBezTo>
                    <a:pt x="900" y="656"/>
                    <a:pt x="929" y="678"/>
                    <a:pt x="1004" y="706"/>
                  </a:cubicBezTo>
                  <a:cubicBezTo>
                    <a:pt x="1079" y="734"/>
                    <a:pt x="1238" y="771"/>
                    <a:pt x="1300" y="788"/>
                  </a:cubicBezTo>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01" name="Line 19">
              <a:extLst>
                <a:ext uri="{FF2B5EF4-FFF2-40B4-BE49-F238E27FC236}">
                  <a16:creationId xmlns:a16="http://schemas.microsoft.com/office/drawing/2014/main" id="{A1DF2DD2-A00A-4FBA-8DD7-36F6A496C24B}"/>
                </a:ext>
              </a:extLst>
            </p:cNvPr>
            <p:cNvSpPr>
              <a:spLocks noChangeShapeType="1"/>
            </p:cNvSpPr>
            <p:nvPr/>
          </p:nvSpPr>
          <p:spPr bwMode="auto">
            <a:xfrm>
              <a:off x="3074" y="975"/>
              <a:ext cx="0" cy="499"/>
            </a:xfrm>
            <a:prstGeom prst="line">
              <a:avLst/>
            </a:prstGeom>
            <a:noFill/>
            <a:ln w="15875">
              <a:solidFill>
                <a:srgbClr val="8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202" name="Object 27">
              <a:extLst>
                <a:ext uri="{FF2B5EF4-FFF2-40B4-BE49-F238E27FC236}">
                  <a16:creationId xmlns:a16="http://schemas.microsoft.com/office/drawing/2014/main" id="{71D085ED-A2AF-4A73-8909-A59F638F9AC8}"/>
                </a:ext>
              </a:extLst>
            </p:cNvPr>
            <p:cNvGraphicFramePr>
              <a:graphicFrameLocks/>
            </p:cNvGraphicFramePr>
            <p:nvPr/>
          </p:nvGraphicFramePr>
          <p:xfrm>
            <a:off x="2955" y="1470"/>
            <a:ext cx="250" cy="272"/>
          </p:xfrm>
          <a:graphic>
            <a:graphicData uri="http://schemas.openxmlformats.org/presentationml/2006/ole">
              <mc:AlternateContent xmlns:mc="http://schemas.openxmlformats.org/markup-compatibility/2006">
                <mc:Choice xmlns:v="urn:schemas-microsoft-com:vml" Requires="v">
                  <p:oleObj spid="_x0000_s93281" r:id="rId15" imgW="304560" imgH="330120" progId="Equation.DSMT4">
                    <p:embed/>
                  </p:oleObj>
                </mc:Choice>
                <mc:Fallback>
                  <p:oleObj r:id="rId15" imgW="304560" imgH="330120" progId="Equation.DSMT4">
                    <p:embed/>
                    <p:pic>
                      <p:nvPicPr>
                        <p:cNvPr id="0" name="Object 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55" y="1470"/>
                          <a:ext cx="25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203" name="Object 30">
              <a:extLst>
                <a:ext uri="{FF2B5EF4-FFF2-40B4-BE49-F238E27FC236}">
                  <a16:creationId xmlns:a16="http://schemas.microsoft.com/office/drawing/2014/main" id="{C3B931AD-47F0-4C9B-914F-EB44557A5639}"/>
                </a:ext>
              </a:extLst>
            </p:cNvPr>
            <p:cNvGraphicFramePr>
              <a:graphicFrameLocks/>
            </p:cNvGraphicFramePr>
            <p:nvPr/>
          </p:nvGraphicFramePr>
          <p:xfrm>
            <a:off x="2731" y="959"/>
            <a:ext cx="139" cy="259"/>
          </p:xfrm>
          <a:graphic>
            <a:graphicData uri="http://schemas.openxmlformats.org/presentationml/2006/ole">
              <mc:AlternateContent xmlns:mc="http://schemas.openxmlformats.org/markup-compatibility/2006">
                <mc:Choice xmlns:v="urn:schemas-microsoft-com:vml" Requires="v">
                  <p:oleObj spid="_x0000_s93282" r:id="rId17" imgW="177492" imgH="329628" progId="Equation.DSMT4">
                    <p:embed/>
                  </p:oleObj>
                </mc:Choice>
                <mc:Fallback>
                  <p:oleObj r:id="rId17" imgW="177492" imgH="329628" progId="Equation.DSMT4">
                    <p:embed/>
                    <p:pic>
                      <p:nvPicPr>
                        <p:cNvPr id="0" name="Object 3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31" y="959"/>
                          <a:ext cx="139"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204" name="Line 34">
              <a:extLst>
                <a:ext uri="{FF2B5EF4-FFF2-40B4-BE49-F238E27FC236}">
                  <a16:creationId xmlns:a16="http://schemas.microsoft.com/office/drawing/2014/main" id="{0C8C096A-1CCF-4B85-A561-D7CCA66FD292}"/>
                </a:ext>
              </a:extLst>
            </p:cNvPr>
            <p:cNvSpPr>
              <a:spLocks noChangeShapeType="1"/>
            </p:cNvSpPr>
            <p:nvPr/>
          </p:nvSpPr>
          <p:spPr bwMode="auto">
            <a:xfrm>
              <a:off x="2879" y="1163"/>
              <a:ext cx="142" cy="233"/>
            </a:xfrm>
            <a:prstGeom prst="line">
              <a:avLst/>
            </a:prstGeom>
            <a:noFill/>
            <a:ln w="15875">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205" name="Object 35">
              <a:extLst>
                <a:ext uri="{FF2B5EF4-FFF2-40B4-BE49-F238E27FC236}">
                  <a16:creationId xmlns:a16="http://schemas.microsoft.com/office/drawing/2014/main" id="{9D93EC8F-0089-43F2-AB90-F0F86E4712FE}"/>
                </a:ext>
              </a:extLst>
            </p:cNvPr>
            <p:cNvGraphicFramePr>
              <a:graphicFrameLocks/>
            </p:cNvGraphicFramePr>
            <p:nvPr/>
          </p:nvGraphicFramePr>
          <p:xfrm>
            <a:off x="3363" y="1104"/>
            <a:ext cx="391" cy="209"/>
          </p:xfrm>
          <a:graphic>
            <a:graphicData uri="http://schemas.openxmlformats.org/presentationml/2006/ole">
              <mc:AlternateContent xmlns:mc="http://schemas.openxmlformats.org/markup-compatibility/2006">
                <mc:Choice xmlns:v="urn:schemas-microsoft-com:vml" Requires="v">
                  <p:oleObj spid="_x0000_s93283" r:id="rId19" imgW="330120" imgH="177480" progId="Equation.DSMT4">
                    <p:embed/>
                  </p:oleObj>
                </mc:Choice>
                <mc:Fallback>
                  <p:oleObj r:id="rId19" imgW="330120" imgH="177480" progId="Equation.DSMT4">
                    <p:embed/>
                    <p:pic>
                      <p:nvPicPr>
                        <p:cNvPr id="0" name="Object 35"/>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63" y="1104"/>
                          <a:ext cx="391"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206" name="Object 37">
              <a:extLst>
                <a:ext uri="{FF2B5EF4-FFF2-40B4-BE49-F238E27FC236}">
                  <a16:creationId xmlns:a16="http://schemas.microsoft.com/office/drawing/2014/main" id="{C2E62BD8-E5FC-42BC-8B7B-E9EBE7C12C0F}"/>
                </a:ext>
              </a:extLst>
            </p:cNvPr>
            <p:cNvGraphicFramePr>
              <a:graphicFrameLocks/>
            </p:cNvGraphicFramePr>
            <p:nvPr/>
          </p:nvGraphicFramePr>
          <p:xfrm>
            <a:off x="4179" y="1485"/>
            <a:ext cx="177" cy="271"/>
          </p:xfrm>
          <a:graphic>
            <a:graphicData uri="http://schemas.openxmlformats.org/presentationml/2006/ole">
              <mc:AlternateContent xmlns:mc="http://schemas.openxmlformats.org/markup-compatibility/2006">
                <mc:Choice xmlns:v="urn:schemas-microsoft-com:vml" Requires="v">
                  <p:oleObj spid="_x0000_s93284" r:id="rId21" imgW="215640" imgH="330120" progId="Equation.DSMT4">
                    <p:embed/>
                  </p:oleObj>
                </mc:Choice>
                <mc:Fallback>
                  <p:oleObj r:id="rId21" imgW="215640" imgH="330120" progId="Equation.DSMT4">
                    <p:embed/>
                    <p:pic>
                      <p:nvPicPr>
                        <p:cNvPr id="0" name="Object 3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79" y="1485"/>
                          <a:ext cx="17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207" name="Line 39">
              <a:extLst>
                <a:ext uri="{FF2B5EF4-FFF2-40B4-BE49-F238E27FC236}">
                  <a16:creationId xmlns:a16="http://schemas.microsoft.com/office/drawing/2014/main" id="{DA3AAA66-BE6F-4813-AD2E-25208CEAECBD}"/>
                </a:ext>
              </a:extLst>
            </p:cNvPr>
            <p:cNvSpPr>
              <a:spLocks noChangeShapeType="1"/>
            </p:cNvSpPr>
            <p:nvPr/>
          </p:nvSpPr>
          <p:spPr bwMode="auto">
            <a:xfrm>
              <a:off x="4300" y="1303"/>
              <a:ext cx="0" cy="166"/>
            </a:xfrm>
            <a:prstGeom prst="line">
              <a:avLst/>
            </a:prstGeom>
            <a:noFill/>
            <a:ln w="15875">
              <a:solidFill>
                <a:srgbClr val="8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208" name="Object 41">
              <a:extLst>
                <a:ext uri="{FF2B5EF4-FFF2-40B4-BE49-F238E27FC236}">
                  <a16:creationId xmlns:a16="http://schemas.microsoft.com/office/drawing/2014/main" id="{A7BB4DDB-3725-4032-8493-6B47D8DE2012}"/>
                </a:ext>
              </a:extLst>
            </p:cNvPr>
            <p:cNvGraphicFramePr>
              <a:graphicFrameLocks/>
            </p:cNvGraphicFramePr>
            <p:nvPr/>
          </p:nvGraphicFramePr>
          <p:xfrm>
            <a:off x="4585" y="1004"/>
            <a:ext cx="139" cy="259"/>
          </p:xfrm>
          <a:graphic>
            <a:graphicData uri="http://schemas.openxmlformats.org/presentationml/2006/ole">
              <mc:AlternateContent xmlns:mc="http://schemas.openxmlformats.org/markup-compatibility/2006">
                <mc:Choice xmlns:v="urn:schemas-microsoft-com:vml" Requires="v">
                  <p:oleObj spid="_x0000_s93285" r:id="rId23" imgW="177492" imgH="329628" progId="Equation.DSMT4">
                    <p:embed/>
                  </p:oleObj>
                </mc:Choice>
                <mc:Fallback>
                  <p:oleObj r:id="rId23" imgW="177492" imgH="329628" progId="Equation.DSMT4">
                    <p:embed/>
                    <p:pic>
                      <p:nvPicPr>
                        <p:cNvPr id="0" name="Object 4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85" y="1004"/>
                          <a:ext cx="139"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209" name="Line 42">
              <a:extLst>
                <a:ext uri="{FF2B5EF4-FFF2-40B4-BE49-F238E27FC236}">
                  <a16:creationId xmlns:a16="http://schemas.microsoft.com/office/drawing/2014/main" id="{CF10EC80-06EC-4F4F-9110-FD09DD69AF19}"/>
                </a:ext>
              </a:extLst>
            </p:cNvPr>
            <p:cNvSpPr>
              <a:spLocks noChangeShapeType="1"/>
            </p:cNvSpPr>
            <p:nvPr/>
          </p:nvSpPr>
          <p:spPr bwMode="auto">
            <a:xfrm flipH="1">
              <a:off x="4365" y="1214"/>
              <a:ext cx="192" cy="223"/>
            </a:xfrm>
            <a:prstGeom prst="line">
              <a:avLst/>
            </a:prstGeom>
            <a:noFill/>
            <a:ln w="15875">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895469" name="Object 45">
            <a:extLst>
              <a:ext uri="{FF2B5EF4-FFF2-40B4-BE49-F238E27FC236}">
                <a16:creationId xmlns:a16="http://schemas.microsoft.com/office/drawing/2014/main" id="{6AA14F9C-9290-4FEC-A1AD-AFA299321C1A}"/>
              </a:ext>
            </a:extLst>
          </p:cNvPr>
          <p:cNvGraphicFramePr>
            <a:graphicFrameLocks/>
          </p:cNvGraphicFramePr>
          <p:nvPr/>
        </p:nvGraphicFramePr>
        <p:xfrm>
          <a:off x="6650038" y="3371850"/>
          <a:ext cx="2493962" cy="1216025"/>
        </p:xfrm>
        <a:graphic>
          <a:graphicData uri="http://schemas.openxmlformats.org/presentationml/2006/ole">
            <mc:AlternateContent xmlns:mc="http://schemas.openxmlformats.org/markup-compatibility/2006">
              <mc:Choice xmlns:v="urn:schemas-microsoft-com:vml" Requires="v">
                <p:oleObj spid="_x0000_s93286" r:id="rId24" imgW="1459866" imgH="710891" progId="Equation.DSMT4">
                  <p:embed/>
                </p:oleObj>
              </mc:Choice>
              <mc:Fallback>
                <p:oleObj r:id="rId24" imgW="1459866" imgH="710891" progId="Equation.DSMT4">
                  <p:embed/>
                  <p:pic>
                    <p:nvPicPr>
                      <p:cNvPr id="0" name="Object 45"/>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650038" y="3371850"/>
                        <a:ext cx="249396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5470" name="Object 46">
            <a:extLst>
              <a:ext uri="{FF2B5EF4-FFF2-40B4-BE49-F238E27FC236}">
                <a16:creationId xmlns:a16="http://schemas.microsoft.com/office/drawing/2014/main" id="{7413730D-43BB-4A37-A6A2-8868664E0AC1}"/>
              </a:ext>
            </a:extLst>
          </p:cNvPr>
          <p:cNvGraphicFramePr>
            <a:graphicFrameLocks/>
          </p:cNvGraphicFramePr>
          <p:nvPr/>
        </p:nvGraphicFramePr>
        <p:xfrm>
          <a:off x="6805613" y="4826000"/>
          <a:ext cx="1481137" cy="1352550"/>
        </p:xfrm>
        <a:graphic>
          <a:graphicData uri="http://schemas.openxmlformats.org/presentationml/2006/ole">
            <mc:AlternateContent xmlns:mc="http://schemas.openxmlformats.org/markup-compatibility/2006">
              <mc:Choice xmlns:v="urn:schemas-microsoft-com:vml" Requires="v">
                <p:oleObj spid="_x0000_s93287" r:id="rId26" imgW="647640" imgH="685800" progId="Equation.DSMT4">
                  <p:embed/>
                </p:oleObj>
              </mc:Choice>
              <mc:Fallback>
                <p:oleObj r:id="rId26" imgW="647640" imgH="685800" progId="Equation.DSMT4">
                  <p:embed/>
                  <p:pic>
                    <p:nvPicPr>
                      <p:cNvPr id="0" name="Object 4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805613" y="4826000"/>
                        <a:ext cx="1481137"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5472" name="AutoShape 48">
            <a:extLst>
              <a:ext uri="{FF2B5EF4-FFF2-40B4-BE49-F238E27FC236}">
                <a16:creationId xmlns:a16="http://schemas.microsoft.com/office/drawing/2014/main" id="{15E80C2B-FE15-48AA-8CA5-5FCE85467D28}"/>
              </a:ext>
            </a:extLst>
          </p:cNvPr>
          <p:cNvSpPr>
            <a:spLocks noChangeArrowheads="1"/>
          </p:cNvSpPr>
          <p:nvPr/>
        </p:nvSpPr>
        <p:spPr bwMode="auto">
          <a:xfrm>
            <a:off x="6634163" y="3325813"/>
            <a:ext cx="2509837" cy="1295400"/>
          </a:xfrm>
          <a:prstGeom prst="roundRect">
            <a:avLst>
              <a:gd name="adj" fmla="val 16667"/>
            </a:avLst>
          </a:prstGeom>
          <a:noFill/>
          <a:ln w="19050">
            <a:solidFill>
              <a:schemeClr val="accent2"/>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
        <p:nvSpPr>
          <p:cNvPr id="1895474" name="AutoShape 50">
            <a:extLst>
              <a:ext uri="{FF2B5EF4-FFF2-40B4-BE49-F238E27FC236}">
                <a16:creationId xmlns:a16="http://schemas.microsoft.com/office/drawing/2014/main" id="{58C586FF-6257-4246-A1DC-FCD08B2953C9}"/>
              </a:ext>
            </a:extLst>
          </p:cNvPr>
          <p:cNvSpPr>
            <a:spLocks noChangeArrowheads="1"/>
          </p:cNvSpPr>
          <p:nvPr/>
        </p:nvSpPr>
        <p:spPr bwMode="auto">
          <a:xfrm>
            <a:off x="6434138" y="4821238"/>
            <a:ext cx="2160587" cy="1563687"/>
          </a:xfrm>
          <a:prstGeom prst="hexagon">
            <a:avLst>
              <a:gd name="adj" fmla="val 34543"/>
              <a:gd name="vf" fmla="val 115470"/>
            </a:avLst>
          </a:prstGeom>
          <a:noFill/>
          <a:ln w="19050">
            <a:solidFill>
              <a:schemeClr val="accent2"/>
            </a:solidFill>
            <a:miter lim="800000"/>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95428"/>
                                        </p:tgtEl>
                                        <p:attrNameLst>
                                          <p:attrName>style.visibility</p:attrName>
                                        </p:attrNameLst>
                                      </p:cBhvr>
                                      <p:to>
                                        <p:strVal val="visible"/>
                                      </p:to>
                                    </p:set>
                                    <p:anim calcmode="lin" valueType="num">
                                      <p:cBhvr>
                                        <p:cTn id="7" dur="500" fill="hold"/>
                                        <p:tgtEl>
                                          <p:spTgt spid="1895428"/>
                                        </p:tgtEl>
                                        <p:attrNameLst>
                                          <p:attrName>ppt_x</p:attrName>
                                        </p:attrNameLst>
                                      </p:cBhvr>
                                      <p:tavLst>
                                        <p:tav tm="0">
                                          <p:val>
                                            <p:strVal val="0-#ppt_w/2"/>
                                          </p:val>
                                        </p:tav>
                                        <p:tav tm="100000">
                                          <p:val>
                                            <p:strVal val="#ppt_x"/>
                                          </p:val>
                                        </p:tav>
                                      </p:tavLst>
                                    </p:anim>
                                    <p:anim calcmode="lin" valueType="num">
                                      <p:cBhvr>
                                        <p:cTn id="8" dur="500" fill="hold"/>
                                        <p:tgtEl>
                                          <p:spTgt spid="189542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95429"/>
                                        </p:tgtEl>
                                        <p:attrNameLst>
                                          <p:attrName>style.visibility</p:attrName>
                                        </p:attrNameLst>
                                      </p:cBhvr>
                                      <p:to>
                                        <p:strVal val="visible"/>
                                      </p:to>
                                    </p:set>
                                    <p:anim calcmode="lin" valueType="num">
                                      <p:cBhvr>
                                        <p:cTn id="13" dur="500" fill="hold"/>
                                        <p:tgtEl>
                                          <p:spTgt spid="1895429"/>
                                        </p:tgtEl>
                                        <p:attrNameLst>
                                          <p:attrName>ppt_x</p:attrName>
                                        </p:attrNameLst>
                                      </p:cBhvr>
                                      <p:tavLst>
                                        <p:tav tm="0">
                                          <p:val>
                                            <p:strVal val="0-#ppt_w/2"/>
                                          </p:val>
                                        </p:tav>
                                        <p:tav tm="100000">
                                          <p:val>
                                            <p:strVal val="#ppt_x"/>
                                          </p:val>
                                        </p:tav>
                                      </p:tavLst>
                                    </p:anim>
                                    <p:anim calcmode="lin" valueType="num">
                                      <p:cBhvr>
                                        <p:cTn id="14" dur="500" fill="hold"/>
                                        <p:tgtEl>
                                          <p:spTgt spid="189542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95430"/>
                                        </p:tgtEl>
                                        <p:attrNameLst>
                                          <p:attrName>style.visibility</p:attrName>
                                        </p:attrNameLst>
                                      </p:cBhvr>
                                      <p:to>
                                        <p:strVal val="visible"/>
                                      </p:to>
                                    </p:set>
                                    <p:anim calcmode="lin" valueType="num">
                                      <p:cBhvr>
                                        <p:cTn id="19" dur="500" fill="hold"/>
                                        <p:tgtEl>
                                          <p:spTgt spid="1895430"/>
                                        </p:tgtEl>
                                        <p:attrNameLst>
                                          <p:attrName>ppt_x</p:attrName>
                                        </p:attrNameLst>
                                      </p:cBhvr>
                                      <p:tavLst>
                                        <p:tav tm="0">
                                          <p:val>
                                            <p:strVal val="0-#ppt_w/2"/>
                                          </p:val>
                                        </p:tav>
                                        <p:tav tm="100000">
                                          <p:val>
                                            <p:strVal val="#ppt_x"/>
                                          </p:val>
                                        </p:tav>
                                      </p:tavLst>
                                    </p:anim>
                                    <p:anim calcmode="lin" valueType="num">
                                      <p:cBhvr>
                                        <p:cTn id="20" dur="500" fill="hold"/>
                                        <p:tgtEl>
                                          <p:spTgt spid="189543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95431"/>
                                        </p:tgtEl>
                                        <p:attrNameLst>
                                          <p:attrName>style.visibility</p:attrName>
                                        </p:attrNameLst>
                                      </p:cBhvr>
                                      <p:to>
                                        <p:strVal val="visible"/>
                                      </p:to>
                                    </p:set>
                                    <p:anim calcmode="lin" valueType="num">
                                      <p:cBhvr>
                                        <p:cTn id="25" dur="500" fill="hold"/>
                                        <p:tgtEl>
                                          <p:spTgt spid="1895431"/>
                                        </p:tgtEl>
                                        <p:attrNameLst>
                                          <p:attrName>ppt_x</p:attrName>
                                        </p:attrNameLst>
                                      </p:cBhvr>
                                      <p:tavLst>
                                        <p:tav tm="0">
                                          <p:val>
                                            <p:strVal val="0-#ppt_w/2"/>
                                          </p:val>
                                        </p:tav>
                                        <p:tav tm="100000">
                                          <p:val>
                                            <p:strVal val="#ppt_x"/>
                                          </p:val>
                                        </p:tav>
                                      </p:tavLst>
                                    </p:anim>
                                    <p:anim calcmode="lin" valueType="num">
                                      <p:cBhvr>
                                        <p:cTn id="26" dur="500" fill="hold"/>
                                        <p:tgtEl>
                                          <p:spTgt spid="189543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95432"/>
                                        </p:tgtEl>
                                        <p:attrNameLst>
                                          <p:attrName>style.visibility</p:attrName>
                                        </p:attrNameLst>
                                      </p:cBhvr>
                                      <p:to>
                                        <p:strVal val="visible"/>
                                      </p:to>
                                    </p:set>
                                    <p:anim calcmode="lin" valueType="num">
                                      <p:cBhvr>
                                        <p:cTn id="31" dur="500" fill="hold"/>
                                        <p:tgtEl>
                                          <p:spTgt spid="1895432"/>
                                        </p:tgtEl>
                                        <p:attrNameLst>
                                          <p:attrName>ppt_x</p:attrName>
                                        </p:attrNameLst>
                                      </p:cBhvr>
                                      <p:tavLst>
                                        <p:tav tm="0">
                                          <p:val>
                                            <p:strVal val="0-#ppt_w/2"/>
                                          </p:val>
                                        </p:tav>
                                        <p:tav tm="100000">
                                          <p:val>
                                            <p:strVal val="#ppt_x"/>
                                          </p:val>
                                        </p:tav>
                                      </p:tavLst>
                                    </p:anim>
                                    <p:anim calcmode="lin" valueType="num">
                                      <p:cBhvr>
                                        <p:cTn id="32" dur="500" fill="hold"/>
                                        <p:tgtEl>
                                          <p:spTgt spid="189543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895433"/>
                                        </p:tgtEl>
                                        <p:attrNameLst>
                                          <p:attrName>style.visibility</p:attrName>
                                        </p:attrNameLst>
                                      </p:cBhvr>
                                      <p:to>
                                        <p:strVal val="visible"/>
                                      </p:to>
                                    </p:set>
                                    <p:anim calcmode="lin" valueType="num">
                                      <p:cBhvr>
                                        <p:cTn id="37" dur="500" fill="hold"/>
                                        <p:tgtEl>
                                          <p:spTgt spid="1895433"/>
                                        </p:tgtEl>
                                        <p:attrNameLst>
                                          <p:attrName>ppt_x</p:attrName>
                                        </p:attrNameLst>
                                      </p:cBhvr>
                                      <p:tavLst>
                                        <p:tav tm="0">
                                          <p:val>
                                            <p:strVal val="0-#ppt_w/2"/>
                                          </p:val>
                                        </p:tav>
                                        <p:tav tm="100000">
                                          <p:val>
                                            <p:strVal val="#ppt_x"/>
                                          </p:val>
                                        </p:tav>
                                      </p:tavLst>
                                    </p:anim>
                                    <p:anim calcmode="lin" valueType="num">
                                      <p:cBhvr>
                                        <p:cTn id="38" dur="500" fill="hold"/>
                                        <p:tgtEl>
                                          <p:spTgt spid="1895433"/>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1895434"/>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dissolve">
                                      <p:cBhvr>
                                        <p:cTn id="46" dur="500"/>
                                        <p:tgtEl>
                                          <p:spTgt spid="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1895469"/>
                                        </p:tgtEl>
                                        <p:attrNameLst>
                                          <p:attrName>style.visibility</p:attrName>
                                        </p:attrNameLst>
                                      </p:cBhvr>
                                      <p:to>
                                        <p:strVal val="visible"/>
                                      </p:to>
                                    </p:set>
                                    <p:animEffect transition="in" filter="blinds(horizontal)">
                                      <p:cBhvr>
                                        <p:cTn id="51" dur="500"/>
                                        <p:tgtEl>
                                          <p:spTgt spid="1895469"/>
                                        </p:tgtEl>
                                      </p:cBhvr>
                                    </p:animEffect>
                                  </p:childTnLst>
                                </p:cTn>
                              </p:par>
                            </p:childTnLst>
                          </p:cTn>
                        </p:par>
                        <p:par>
                          <p:cTn id="52" fill="hold" nodeType="afterGroup">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189547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nodeType="clickEffect">
                                  <p:stCondLst>
                                    <p:cond delay="0"/>
                                  </p:stCondLst>
                                  <p:childTnLst>
                                    <p:set>
                                      <p:cBhvr>
                                        <p:cTn id="58" dur="1" fill="hold">
                                          <p:stCondLst>
                                            <p:cond delay="0"/>
                                          </p:stCondLst>
                                        </p:cTn>
                                        <p:tgtEl>
                                          <p:spTgt spid="1895470"/>
                                        </p:tgtEl>
                                        <p:attrNameLst>
                                          <p:attrName>style.visibility</p:attrName>
                                        </p:attrNameLst>
                                      </p:cBhvr>
                                      <p:to>
                                        <p:strVal val="visible"/>
                                      </p:to>
                                    </p:set>
                                    <p:anim calcmode="lin" valueType="num">
                                      <p:cBhvr>
                                        <p:cTn id="59" dur="500" fill="hold"/>
                                        <p:tgtEl>
                                          <p:spTgt spid="1895470"/>
                                        </p:tgtEl>
                                        <p:attrNameLst>
                                          <p:attrName>ppt_x</p:attrName>
                                        </p:attrNameLst>
                                      </p:cBhvr>
                                      <p:tavLst>
                                        <p:tav tm="0">
                                          <p:val>
                                            <p:strVal val="1+#ppt_w/2"/>
                                          </p:val>
                                        </p:tav>
                                        <p:tav tm="100000">
                                          <p:val>
                                            <p:strVal val="#ppt_x"/>
                                          </p:val>
                                        </p:tav>
                                      </p:tavLst>
                                    </p:anim>
                                    <p:anim calcmode="lin" valueType="num">
                                      <p:cBhvr>
                                        <p:cTn id="60" dur="500" fill="hold"/>
                                        <p:tgtEl>
                                          <p:spTgt spid="1895470"/>
                                        </p:tgtEl>
                                        <p:attrNameLst>
                                          <p:attrName>ppt_y</p:attrName>
                                        </p:attrNameLst>
                                      </p:cBhvr>
                                      <p:tavLst>
                                        <p:tav tm="0">
                                          <p:val>
                                            <p:strVal val="#ppt_y"/>
                                          </p:val>
                                        </p:tav>
                                        <p:tav tm="100000">
                                          <p:val>
                                            <p:strVal val="#ppt_y"/>
                                          </p:val>
                                        </p:tav>
                                      </p:tavLst>
                                    </p:anim>
                                  </p:childTnLst>
                                </p:cTn>
                              </p:par>
                            </p:childTnLst>
                          </p:cTn>
                        </p:par>
                        <p:par>
                          <p:cTn id="61" fill="hold" nodeType="afterGroup">
                            <p:stCondLst>
                              <p:cond delay="500"/>
                            </p:stCondLst>
                            <p:childTnLst>
                              <p:par>
                                <p:cTn id="62" presetID="1" presetClass="entr" presetSubtype="0" fill="hold" grpId="0" nodeType="afterEffect">
                                  <p:stCondLst>
                                    <p:cond delay="0"/>
                                  </p:stCondLst>
                                  <p:childTnLst>
                                    <p:set>
                                      <p:cBhvr>
                                        <p:cTn id="63" dur="1" fill="hold">
                                          <p:stCondLst>
                                            <p:cond delay="499"/>
                                          </p:stCondLst>
                                        </p:cTn>
                                        <p:tgtEl>
                                          <p:spTgt spid="1895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5434" grpId="0" animBg="1"/>
      <p:bldP spid="1895472" grpId="0" animBg="1"/>
      <p:bldP spid="189547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4">
            <a:extLst>
              <a:ext uri="{FF2B5EF4-FFF2-40B4-BE49-F238E27FC236}">
                <a16:creationId xmlns:a16="http://schemas.microsoft.com/office/drawing/2014/main" id="{A600F532-3752-468A-BD48-FA8C4A65B89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86DAFFAC-6620-4B1E-852B-DECC488B864F}" type="slidenum">
              <a:rPr altLang="en-US" sz="1400" smtClean="0"/>
              <a:pPr>
                <a:lnSpc>
                  <a:spcPct val="100000"/>
                </a:lnSpc>
                <a:spcBef>
                  <a:spcPct val="0"/>
                </a:spcBef>
                <a:buClr>
                  <a:schemeClr val="tx1"/>
                </a:buClr>
                <a:buFontTx/>
                <a:buNone/>
              </a:pPr>
              <a:t>75</a:t>
            </a:fld>
            <a:endParaRPr lang="zh-CN" altLang="en-US" sz="1400"/>
          </a:p>
        </p:txBody>
      </p:sp>
      <p:graphicFrame>
        <p:nvGraphicFramePr>
          <p:cNvPr id="94211" name="Object 6144">
            <a:extLst>
              <a:ext uri="{FF2B5EF4-FFF2-40B4-BE49-F238E27FC236}">
                <a16:creationId xmlns:a16="http://schemas.microsoft.com/office/drawing/2014/main" id="{7AE21E8E-3611-4813-83F5-551D82882FB0}"/>
              </a:ext>
            </a:extLst>
          </p:cNvPr>
          <p:cNvGraphicFramePr>
            <a:graphicFrameLocks/>
          </p:cNvGraphicFramePr>
          <p:nvPr/>
        </p:nvGraphicFramePr>
        <p:xfrm>
          <a:off x="1411288" y="200025"/>
          <a:ext cx="7288212" cy="2106613"/>
        </p:xfrm>
        <a:graphic>
          <a:graphicData uri="http://schemas.openxmlformats.org/presentationml/2006/ole">
            <mc:AlternateContent xmlns:mc="http://schemas.openxmlformats.org/markup-compatibility/2006">
              <mc:Choice xmlns:v="urn:schemas-microsoft-com:vml" Requires="v">
                <p:oleObj spid="_x0000_s94248" r:id="rId3" imgW="3784600" imgH="1016000" progId="Equation.DSMT4">
                  <p:embed/>
                </p:oleObj>
              </mc:Choice>
              <mc:Fallback>
                <p:oleObj r:id="rId3" imgW="3784600" imgH="1016000" progId="Equation.DSMT4">
                  <p:embed/>
                  <p:pic>
                    <p:nvPicPr>
                      <p:cNvPr id="0" name="Object 614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1288" y="200025"/>
                        <a:ext cx="7288212"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2" name="Text Box 5">
            <a:extLst>
              <a:ext uri="{FF2B5EF4-FFF2-40B4-BE49-F238E27FC236}">
                <a16:creationId xmlns:a16="http://schemas.microsoft.com/office/drawing/2014/main" id="{E2D55FE1-BD68-4679-BFE5-38D11F25D134}"/>
              </a:ext>
            </a:extLst>
          </p:cNvPr>
          <p:cNvSpPr txBox="1">
            <a:spLocks noChangeArrowheads="1"/>
          </p:cNvSpPr>
          <p:nvPr/>
        </p:nvSpPr>
        <p:spPr bwMode="auto">
          <a:xfrm>
            <a:off x="1016000" y="231775"/>
            <a:ext cx="522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2286593" name="Object 6145">
            <a:extLst>
              <a:ext uri="{FF2B5EF4-FFF2-40B4-BE49-F238E27FC236}">
                <a16:creationId xmlns:a16="http://schemas.microsoft.com/office/drawing/2014/main" id="{DBEF8962-3500-4C18-9655-009FDD2CDD36}"/>
              </a:ext>
            </a:extLst>
          </p:cNvPr>
          <p:cNvGraphicFramePr>
            <a:graphicFrameLocks/>
          </p:cNvGraphicFramePr>
          <p:nvPr/>
        </p:nvGraphicFramePr>
        <p:xfrm>
          <a:off x="1327150" y="2251075"/>
          <a:ext cx="3217863" cy="450850"/>
        </p:xfrm>
        <a:graphic>
          <a:graphicData uri="http://schemas.openxmlformats.org/presentationml/2006/ole">
            <mc:AlternateContent xmlns:mc="http://schemas.openxmlformats.org/markup-compatibility/2006">
              <mc:Choice xmlns:v="urn:schemas-microsoft-com:vml" Requires="v">
                <p:oleObj spid="_x0000_s94249" r:id="rId6" imgW="1814525" imgH="253780" progId="Equation.DSMT4">
                  <p:embed/>
                </p:oleObj>
              </mc:Choice>
              <mc:Fallback>
                <p:oleObj r:id="rId6" imgW="1814525" imgH="253780" progId="Equation.DSMT4">
                  <p:embed/>
                  <p:pic>
                    <p:nvPicPr>
                      <p:cNvPr id="0" name="Object 614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7150" y="2251075"/>
                        <a:ext cx="32178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6594" name="Object 6146">
            <a:extLst>
              <a:ext uri="{FF2B5EF4-FFF2-40B4-BE49-F238E27FC236}">
                <a16:creationId xmlns:a16="http://schemas.microsoft.com/office/drawing/2014/main" id="{15D163F1-8E07-4BBE-AF65-7F1E5BC0324C}"/>
              </a:ext>
            </a:extLst>
          </p:cNvPr>
          <p:cNvGraphicFramePr>
            <a:graphicFrameLocks/>
          </p:cNvGraphicFramePr>
          <p:nvPr/>
        </p:nvGraphicFramePr>
        <p:xfrm>
          <a:off x="1973263" y="2616200"/>
          <a:ext cx="4932362" cy="760413"/>
        </p:xfrm>
        <a:graphic>
          <a:graphicData uri="http://schemas.openxmlformats.org/presentationml/2006/ole">
            <mc:AlternateContent xmlns:mc="http://schemas.openxmlformats.org/markup-compatibility/2006">
              <mc:Choice xmlns:v="urn:schemas-microsoft-com:vml" Requires="v">
                <p:oleObj spid="_x0000_s94250" r:id="rId8" imgW="2971800" imgH="457200" progId="Equation.DSMT4">
                  <p:embed/>
                </p:oleObj>
              </mc:Choice>
              <mc:Fallback>
                <p:oleObj r:id="rId8" imgW="2971800" imgH="457200" progId="Equation.DSMT4">
                  <p:embed/>
                  <p:pic>
                    <p:nvPicPr>
                      <p:cNvPr id="0" name="Object 614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3263" y="2616200"/>
                        <a:ext cx="4932362"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6595" name="Object 6147">
            <a:extLst>
              <a:ext uri="{FF2B5EF4-FFF2-40B4-BE49-F238E27FC236}">
                <a16:creationId xmlns:a16="http://schemas.microsoft.com/office/drawing/2014/main" id="{7DE29FED-18C2-4BD9-8C98-DD4784232524}"/>
              </a:ext>
            </a:extLst>
          </p:cNvPr>
          <p:cNvGraphicFramePr>
            <a:graphicFrameLocks/>
          </p:cNvGraphicFramePr>
          <p:nvPr/>
        </p:nvGraphicFramePr>
        <p:xfrm>
          <a:off x="1957388" y="3525838"/>
          <a:ext cx="4586287" cy="666750"/>
        </p:xfrm>
        <a:graphic>
          <a:graphicData uri="http://schemas.openxmlformats.org/presentationml/2006/ole">
            <mc:AlternateContent xmlns:mc="http://schemas.openxmlformats.org/markup-compatibility/2006">
              <mc:Choice xmlns:v="urn:schemas-microsoft-com:vml" Requires="v">
                <p:oleObj spid="_x0000_s94251" r:id="rId10" imgW="2627759" imgH="380835" progId="Equation.DSMT4">
                  <p:embed/>
                </p:oleObj>
              </mc:Choice>
              <mc:Fallback>
                <p:oleObj r:id="rId10" imgW="2627759" imgH="380835" progId="Equation.DSMT4">
                  <p:embed/>
                  <p:pic>
                    <p:nvPicPr>
                      <p:cNvPr id="0" name="Object 614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57388" y="3525838"/>
                        <a:ext cx="4586287"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6596" name="Object 6148">
            <a:extLst>
              <a:ext uri="{FF2B5EF4-FFF2-40B4-BE49-F238E27FC236}">
                <a16:creationId xmlns:a16="http://schemas.microsoft.com/office/drawing/2014/main" id="{9DFFE776-6EFF-42A0-A839-F85A9CB3CA7C}"/>
              </a:ext>
            </a:extLst>
          </p:cNvPr>
          <p:cNvGraphicFramePr>
            <a:graphicFrameLocks/>
          </p:cNvGraphicFramePr>
          <p:nvPr/>
        </p:nvGraphicFramePr>
        <p:xfrm>
          <a:off x="2197100" y="4314825"/>
          <a:ext cx="3894138" cy="633413"/>
        </p:xfrm>
        <a:graphic>
          <a:graphicData uri="http://schemas.openxmlformats.org/presentationml/2006/ole">
            <mc:AlternateContent xmlns:mc="http://schemas.openxmlformats.org/markup-compatibility/2006">
              <mc:Choice xmlns:v="urn:schemas-microsoft-com:vml" Requires="v">
                <p:oleObj spid="_x0000_s94252" r:id="rId12" imgW="2348481" imgH="380835" progId="Equation.DSMT4">
                  <p:embed/>
                </p:oleObj>
              </mc:Choice>
              <mc:Fallback>
                <p:oleObj r:id="rId12" imgW="2348481" imgH="380835" progId="Equation.DSMT4">
                  <p:embed/>
                  <p:pic>
                    <p:nvPicPr>
                      <p:cNvPr id="0" name="Object 614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7100" y="4314825"/>
                        <a:ext cx="3894138"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86597" name="Object 6149">
            <a:extLst>
              <a:ext uri="{FF2B5EF4-FFF2-40B4-BE49-F238E27FC236}">
                <a16:creationId xmlns:a16="http://schemas.microsoft.com/office/drawing/2014/main" id="{75D745E3-A379-48BC-9013-D1B086F9955C}"/>
              </a:ext>
            </a:extLst>
          </p:cNvPr>
          <p:cNvGraphicFramePr>
            <a:graphicFrameLocks/>
          </p:cNvGraphicFramePr>
          <p:nvPr/>
        </p:nvGraphicFramePr>
        <p:xfrm>
          <a:off x="1955800" y="5059363"/>
          <a:ext cx="4652963" cy="582612"/>
        </p:xfrm>
        <a:graphic>
          <a:graphicData uri="http://schemas.openxmlformats.org/presentationml/2006/ole">
            <mc:AlternateContent xmlns:mc="http://schemas.openxmlformats.org/markup-compatibility/2006">
              <mc:Choice xmlns:v="urn:schemas-microsoft-com:vml" Requires="v">
                <p:oleObj spid="_x0000_s94253" r:id="rId14" imgW="2030238" imgH="253780" progId="Equation.DSMT4">
                  <p:embed/>
                </p:oleObj>
              </mc:Choice>
              <mc:Fallback>
                <p:oleObj r:id="rId14" imgW="2030238" imgH="253780" progId="Equation.DSMT4">
                  <p:embed/>
                  <p:pic>
                    <p:nvPicPr>
                      <p:cNvPr id="0" name="Object 614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55800" y="5059363"/>
                        <a:ext cx="4652963"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86593"/>
                                        </p:tgtEl>
                                        <p:attrNameLst>
                                          <p:attrName>style.visibility</p:attrName>
                                        </p:attrNameLst>
                                      </p:cBhvr>
                                      <p:to>
                                        <p:strVal val="visible"/>
                                      </p:to>
                                    </p:set>
                                    <p:anim calcmode="lin" valueType="num">
                                      <p:cBhvr>
                                        <p:cTn id="7" dur="500" fill="hold"/>
                                        <p:tgtEl>
                                          <p:spTgt spid="2286593"/>
                                        </p:tgtEl>
                                        <p:attrNameLst>
                                          <p:attrName>ppt_x</p:attrName>
                                        </p:attrNameLst>
                                      </p:cBhvr>
                                      <p:tavLst>
                                        <p:tav tm="0">
                                          <p:val>
                                            <p:strVal val="0-#ppt_w/2"/>
                                          </p:val>
                                        </p:tav>
                                        <p:tav tm="100000">
                                          <p:val>
                                            <p:strVal val="#ppt_x"/>
                                          </p:val>
                                        </p:tav>
                                      </p:tavLst>
                                    </p:anim>
                                    <p:anim calcmode="lin" valueType="num">
                                      <p:cBhvr>
                                        <p:cTn id="8" dur="500" fill="hold"/>
                                        <p:tgtEl>
                                          <p:spTgt spid="228659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86594"/>
                                        </p:tgtEl>
                                        <p:attrNameLst>
                                          <p:attrName>style.visibility</p:attrName>
                                        </p:attrNameLst>
                                      </p:cBhvr>
                                      <p:to>
                                        <p:strVal val="visible"/>
                                      </p:to>
                                    </p:set>
                                    <p:anim calcmode="lin" valueType="num">
                                      <p:cBhvr>
                                        <p:cTn id="13" dur="500" fill="hold"/>
                                        <p:tgtEl>
                                          <p:spTgt spid="2286594"/>
                                        </p:tgtEl>
                                        <p:attrNameLst>
                                          <p:attrName>ppt_x</p:attrName>
                                        </p:attrNameLst>
                                      </p:cBhvr>
                                      <p:tavLst>
                                        <p:tav tm="0">
                                          <p:val>
                                            <p:strVal val="0-#ppt_w/2"/>
                                          </p:val>
                                        </p:tav>
                                        <p:tav tm="100000">
                                          <p:val>
                                            <p:strVal val="#ppt_x"/>
                                          </p:val>
                                        </p:tav>
                                      </p:tavLst>
                                    </p:anim>
                                    <p:anim calcmode="lin" valueType="num">
                                      <p:cBhvr>
                                        <p:cTn id="14" dur="500" fill="hold"/>
                                        <p:tgtEl>
                                          <p:spTgt spid="22865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86595"/>
                                        </p:tgtEl>
                                        <p:attrNameLst>
                                          <p:attrName>style.visibility</p:attrName>
                                        </p:attrNameLst>
                                      </p:cBhvr>
                                      <p:to>
                                        <p:strVal val="visible"/>
                                      </p:to>
                                    </p:set>
                                    <p:anim calcmode="lin" valueType="num">
                                      <p:cBhvr>
                                        <p:cTn id="19" dur="500" fill="hold"/>
                                        <p:tgtEl>
                                          <p:spTgt spid="2286595"/>
                                        </p:tgtEl>
                                        <p:attrNameLst>
                                          <p:attrName>ppt_x</p:attrName>
                                        </p:attrNameLst>
                                      </p:cBhvr>
                                      <p:tavLst>
                                        <p:tav tm="0">
                                          <p:val>
                                            <p:strVal val="0-#ppt_w/2"/>
                                          </p:val>
                                        </p:tav>
                                        <p:tav tm="100000">
                                          <p:val>
                                            <p:strVal val="#ppt_x"/>
                                          </p:val>
                                        </p:tav>
                                      </p:tavLst>
                                    </p:anim>
                                    <p:anim calcmode="lin" valueType="num">
                                      <p:cBhvr>
                                        <p:cTn id="20" dur="500" fill="hold"/>
                                        <p:tgtEl>
                                          <p:spTgt spid="228659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86596"/>
                                        </p:tgtEl>
                                        <p:attrNameLst>
                                          <p:attrName>style.visibility</p:attrName>
                                        </p:attrNameLst>
                                      </p:cBhvr>
                                      <p:to>
                                        <p:strVal val="visible"/>
                                      </p:to>
                                    </p:set>
                                    <p:anim calcmode="lin" valueType="num">
                                      <p:cBhvr>
                                        <p:cTn id="25" dur="500" fill="hold"/>
                                        <p:tgtEl>
                                          <p:spTgt spid="2286596"/>
                                        </p:tgtEl>
                                        <p:attrNameLst>
                                          <p:attrName>ppt_x</p:attrName>
                                        </p:attrNameLst>
                                      </p:cBhvr>
                                      <p:tavLst>
                                        <p:tav tm="0">
                                          <p:val>
                                            <p:strVal val="0-#ppt_w/2"/>
                                          </p:val>
                                        </p:tav>
                                        <p:tav tm="100000">
                                          <p:val>
                                            <p:strVal val="#ppt_x"/>
                                          </p:val>
                                        </p:tav>
                                      </p:tavLst>
                                    </p:anim>
                                    <p:anim calcmode="lin" valueType="num">
                                      <p:cBhvr>
                                        <p:cTn id="26" dur="500" fill="hold"/>
                                        <p:tgtEl>
                                          <p:spTgt spid="228659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286597"/>
                                        </p:tgtEl>
                                        <p:attrNameLst>
                                          <p:attrName>style.visibility</p:attrName>
                                        </p:attrNameLst>
                                      </p:cBhvr>
                                      <p:to>
                                        <p:strVal val="visible"/>
                                      </p:to>
                                    </p:set>
                                    <p:anim calcmode="lin" valueType="num">
                                      <p:cBhvr>
                                        <p:cTn id="31" dur="500" fill="hold"/>
                                        <p:tgtEl>
                                          <p:spTgt spid="2286597"/>
                                        </p:tgtEl>
                                        <p:attrNameLst>
                                          <p:attrName>ppt_x</p:attrName>
                                        </p:attrNameLst>
                                      </p:cBhvr>
                                      <p:tavLst>
                                        <p:tav tm="0">
                                          <p:val>
                                            <p:strVal val="0-#ppt_w/2"/>
                                          </p:val>
                                        </p:tav>
                                        <p:tav tm="100000">
                                          <p:val>
                                            <p:strVal val="#ppt_x"/>
                                          </p:val>
                                        </p:tav>
                                      </p:tavLst>
                                    </p:anim>
                                    <p:anim calcmode="lin" valueType="num">
                                      <p:cBhvr>
                                        <p:cTn id="32" dur="500" fill="hold"/>
                                        <p:tgtEl>
                                          <p:spTgt spid="22865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4">
            <a:extLst>
              <a:ext uri="{FF2B5EF4-FFF2-40B4-BE49-F238E27FC236}">
                <a16:creationId xmlns:a16="http://schemas.microsoft.com/office/drawing/2014/main" id="{EFEC54AE-D946-47A2-A701-4FB28B04817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9FD6D693-AF97-44FF-B56E-9C8B30D58465}" type="slidenum">
              <a:rPr altLang="en-US" sz="1400" smtClean="0"/>
              <a:pPr>
                <a:lnSpc>
                  <a:spcPct val="100000"/>
                </a:lnSpc>
                <a:spcBef>
                  <a:spcPct val="0"/>
                </a:spcBef>
                <a:buClr>
                  <a:schemeClr val="tx1"/>
                </a:buClr>
                <a:buFontTx/>
                <a:buNone/>
              </a:pPr>
              <a:t>76</a:t>
            </a:fld>
            <a:endParaRPr lang="zh-CN" altLang="en-US" sz="1400"/>
          </a:p>
        </p:txBody>
      </p:sp>
      <p:sp>
        <p:nvSpPr>
          <p:cNvPr id="2126850" name="Rectangle 2">
            <a:extLst>
              <a:ext uri="{FF2B5EF4-FFF2-40B4-BE49-F238E27FC236}">
                <a16:creationId xmlns:a16="http://schemas.microsoft.com/office/drawing/2014/main" id="{C94FFAA1-5322-450D-BB93-55BC52557CD0}"/>
              </a:ext>
            </a:extLst>
          </p:cNvPr>
          <p:cNvSpPr>
            <a:spLocks noChangeArrowheads="1"/>
          </p:cNvSpPr>
          <p:nvPr/>
        </p:nvSpPr>
        <p:spPr bwMode="auto">
          <a:xfrm>
            <a:off x="2225675" y="5275263"/>
            <a:ext cx="2952750" cy="962025"/>
          </a:xfrm>
          <a:prstGeom prst="rect">
            <a:avLst/>
          </a:prstGeom>
          <a:solidFill>
            <a:schemeClr val="folHlink"/>
          </a:solidFill>
          <a:ln w="25400">
            <a:solidFill>
              <a:srgbClr val="FF9900"/>
            </a:solidFill>
            <a:miter lim="800000"/>
            <a:headEnd/>
            <a:tailEnd type="none" w="med" len="lg"/>
          </a:ln>
        </p:spPr>
        <p:txBody>
          <a:bodyPr wrap="none"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graphicFrame>
        <p:nvGraphicFramePr>
          <p:cNvPr id="2126858" name="Object 10">
            <a:extLst>
              <a:ext uri="{FF2B5EF4-FFF2-40B4-BE49-F238E27FC236}">
                <a16:creationId xmlns:a16="http://schemas.microsoft.com/office/drawing/2014/main" id="{1128CEAD-0FB1-4CE2-9D1B-C05C8973C784}"/>
              </a:ext>
            </a:extLst>
          </p:cNvPr>
          <p:cNvGraphicFramePr>
            <a:graphicFrameLocks/>
          </p:cNvGraphicFramePr>
          <p:nvPr/>
        </p:nvGraphicFramePr>
        <p:xfrm>
          <a:off x="1724025" y="1227138"/>
          <a:ext cx="3648075" cy="566737"/>
        </p:xfrm>
        <a:graphic>
          <a:graphicData uri="http://schemas.openxmlformats.org/presentationml/2006/ole">
            <mc:AlternateContent xmlns:mc="http://schemas.openxmlformats.org/markup-compatibility/2006">
              <mc:Choice xmlns:v="urn:schemas-microsoft-com:vml" Requires="v">
                <p:oleObj spid="_x0000_s95278" r:id="rId3" imgW="1636879" imgH="253780" progId="Equation.DSMT4">
                  <p:embed/>
                </p:oleObj>
              </mc:Choice>
              <mc:Fallback>
                <p:oleObj r:id="rId3" imgW="1636879" imgH="253780"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4025" y="1227138"/>
                        <a:ext cx="36480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26859" name="Object 11">
            <a:extLst>
              <a:ext uri="{FF2B5EF4-FFF2-40B4-BE49-F238E27FC236}">
                <a16:creationId xmlns:a16="http://schemas.microsoft.com/office/drawing/2014/main" id="{CABC1D40-FBA6-417B-9525-8FC546848091}"/>
              </a:ext>
            </a:extLst>
          </p:cNvPr>
          <p:cNvGraphicFramePr>
            <a:graphicFrameLocks/>
          </p:cNvGraphicFramePr>
          <p:nvPr/>
        </p:nvGraphicFramePr>
        <p:xfrm>
          <a:off x="1819275" y="1946275"/>
          <a:ext cx="6046788" cy="876300"/>
        </p:xfrm>
        <a:graphic>
          <a:graphicData uri="http://schemas.openxmlformats.org/presentationml/2006/ole">
            <mc:AlternateContent xmlns:mc="http://schemas.openxmlformats.org/markup-compatibility/2006">
              <mc:Choice xmlns:v="urn:schemas-microsoft-com:vml" Requires="v">
                <p:oleObj spid="_x0000_s95279" r:id="rId5" imgW="3162300" imgH="457200" progId="Equation.DSMT4">
                  <p:embed/>
                </p:oleObj>
              </mc:Choice>
              <mc:Fallback>
                <p:oleObj r:id="rId5" imgW="3162300" imgH="457200"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275" y="1946275"/>
                        <a:ext cx="6046788"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26860" name="Object 12">
            <a:extLst>
              <a:ext uri="{FF2B5EF4-FFF2-40B4-BE49-F238E27FC236}">
                <a16:creationId xmlns:a16="http://schemas.microsoft.com/office/drawing/2014/main" id="{203D4DDD-8832-4D0B-A190-3F53D724FB3A}"/>
              </a:ext>
            </a:extLst>
          </p:cNvPr>
          <p:cNvGraphicFramePr>
            <a:graphicFrameLocks/>
          </p:cNvGraphicFramePr>
          <p:nvPr/>
        </p:nvGraphicFramePr>
        <p:xfrm>
          <a:off x="1947863" y="3030538"/>
          <a:ext cx="4471987" cy="649287"/>
        </p:xfrm>
        <a:graphic>
          <a:graphicData uri="http://schemas.openxmlformats.org/presentationml/2006/ole">
            <mc:AlternateContent xmlns:mc="http://schemas.openxmlformats.org/markup-compatibility/2006">
              <mc:Choice xmlns:v="urn:schemas-microsoft-com:vml" Requires="v">
                <p:oleObj spid="_x0000_s95280" r:id="rId7" imgW="1751080" imgH="253780" progId="Equation.DSMT4">
                  <p:embed/>
                </p:oleObj>
              </mc:Choice>
              <mc:Fallback>
                <p:oleObj r:id="rId7" imgW="1751080" imgH="253780" progId="Equation.DSMT4">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47863" y="3030538"/>
                        <a:ext cx="4471987"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26861" name="Object 13">
            <a:extLst>
              <a:ext uri="{FF2B5EF4-FFF2-40B4-BE49-F238E27FC236}">
                <a16:creationId xmlns:a16="http://schemas.microsoft.com/office/drawing/2014/main" id="{6954DE38-B8D1-4721-AEAA-8E6E70EE33A3}"/>
              </a:ext>
            </a:extLst>
          </p:cNvPr>
          <p:cNvGraphicFramePr>
            <a:graphicFrameLocks/>
          </p:cNvGraphicFramePr>
          <p:nvPr/>
        </p:nvGraphicFramePr>
        <p:xfrm>
          <a:off x="2060575" y="3713163"/>
          <a:ext cx="6489700" cy="661987"/>
        </p:xfrm>
        <a:graphic>
          <a:graphicData uri="http://schemas.openxmlformats.org/presentationml/2006/ole">
            <mc:AlternateContent xmlns:mc="http://schemas.openxmlformats.org/markup-compatibility/2006">
              <mc:Choice xmlns:v="urn:schemas-microsoft-com:vml" Requires="v">
                <p:oleObj spid="_x0000_s95281" r:id="rId9" imgW="3249790" imgH="330057" progId="Equation.DSMT4">
                  <p:embed/>
                </p:oleObj>
              </mc:Choice>
              <mc:Fallback>
                <p:oleObj r:id="rId9" imgW="3249790" imgH="330057" progId="Equation.DSMT4">
                  <p:embed/>
                  <p:pic>
                    <p:nvPicPr>
                      <p:cNvPr id="0" name="Object 1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0575" y="3713163"/>
                        <a:ext cx="648970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26862" name="Object 14">
            <a:extLst>
              <a:ext uri="{FF2B5EF4-FFF2-40B4-BE49-F238E27FC236}">
                <a16:creationId xmlns:a16="http://schemas.microsoft.com/office/drawing/2014/main" id="{922EE989-812E-47E1-B3CD-5690112E776B}"/>
              </a:ext>
            </a:extLst>
          </p:cNvPr>
          <p:cNvGraphicFramePr>
            <a:graphicFrameLocks/>
          </p:cNvGraphicFramePr>
          <p:nvPr/>
        </p:nvGraphicFramePr>
        <p:xfrm>
          <a:off x="2168525" y="4468813"/>
          <a:ext cx="4121150" cy="515937"/>
        </p:xfrm>
        <a:graphic>
          <a:graphicData uri="http://schemas.openxmlformats.org/presentationml/2006/ole">
            <mc:AlternateContent xmlns:mc="http://schemas.openxmlformats.org/markup-compatibility/2006">
              <mc:Choice xmlns:v="urn:schemas-microsoft-com:vml" Requires="v">
                <p:oleObj spid="_x0000_s95282" r:id="rId11" imgW="2030238" imgH="253780" progId="Equation.DSMT4">
                  <p:embed/>
                </p:oleObj>
              </mc:Choice>
              <mc:Fallback>
                <p:oleObj r:id="rId11" imgW="2030238" imgH="253780" progId="Equation.DSMT4">
                  <p:embed/>
                  <p:pic>
                    <p:nvPicPr>
                      <p:cNvPr id="0" name="Object 1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68525" y="4468813"/>
                        <a:ext cx="412115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5" name="Object 15">
            <a:extLst>
              <a:ext uri="{FF2B5EF4-FFF2-40B4-BE49-F238E27FC236}">
                <a16:creationId xmlns:a16="http://schemas.microsoft.com/office/drawing/2014/main" id="{36FF7EE0-9A73-4789-9E15-9AECF9CA1FFE}"/>
              </a:ext>
            </a:extLst>
          </p:cNvPr>
          <p:cNvGraphicFramePr>
            <a:graphicFrameLocks noGrp="1"/>
          </p:cNvGraphicFramePr>
          <p:nvPr>
            <p:ph/>
          </p:nvPr>
        </p:nvGraphicFramePr>
        <p:xfrm>
          <a:off x="2193925" y="5367338"/>
          <a:ext cx="2906713" cy="812800"/>
        </p:xfrm>
        <a:graphic>
          <a:graphicData uri="http://schemas.openxmlformats.org/presentationml/2006/ole">
            <mc:AlternateContent xmlns:mc="http://schemas.openxmlformats.org/markup-compatibility/2006">
              <mc:Choice xmlns:v="urn:schemas-microsoft-com:vml" Requires="v">
                <p:oleObj spid="_x0000_s95283" r:id="rId13" imgW="1816100" imgH="508000" progId="Equation.DSMT4">
                  <p:embed/>
                </p:oleObj>
              </mc:Choice>
              <mc:Fallback>
                <p:oleObj r:id="rId13" imgW="1816100" imgH="508000" progId="Equation.DSMT4">
                  <p:embed/>
                  <p:pic>
                    <p:nvPicPr>
                      <p:cNvPr id="0" name="Object 15"/>
                      <p:cNvPicPr>
                        <a:picLocks noGrp="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3925" y="5367338"/>
                        <a:ext cx="290671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26864" name="Object 16">
            <a:extLst>
              <a:ext uri="{FF2B5EF4-FFF2-40B4-BE49-F238E27FC236}">
                <a16:creationId xmlns:a16="http://schemas.microsoft.com/office/drawing/2014/main" id="{D523BB40-426E-45C6-841C-E9F8BB97D657}"/>
              </a:ext>
            </a:extLst>
          </p:cNvPr>
          <p:cNvGraphicFramePr>
            <a:graphicFrameLocks/>
          </p:cNvGraphicFramePr>
          <p:nvPr/>
        </p:nvGraphicFramePr>
        <p:xfrm>
          <a:off x="5383213" y="5246688"/>
          <a:ext cx="3057525" cy="833437"/>
        </p:xfrm>
        <a:graphic>
          <a:graphicData uri="http://schemas.openxmlformats.org/presentationml/2006/ole">
            <mc:AlternateContent xmlns:mc="http://schemas.openxmlformats.org/markup-compatibility/2006">
              <mc:Choice xmlns:v="urn:schemas-microsoft-com:vml" Requires="v">
                <p:oleObj spid="_x0000_s95284" r:id="rId15" imgW="1866900" imgH="508000" progId="Equation.DSMT4">
                  <p:embed/>
                </p:oleObj>
              </mc:Choice>
              <mc:Fallback>
                <p:oleObj r:id="rId15" imgW="1866900" imgH="508000" progId="Equation.DSMT4">
                  <p:embed/>
                  <p:pic>
                    <p:nvPicPr>
                      <p:cNvPr id="0" name="Object 1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83213" y="5246688"/>
                        <a:ext cx="305752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26858"/>
                                        </p:tgtEl>
                                        <p:attrNameLst>
                                          <p:attrName>style.visibility</p:attrName>
                                        </p:attrNameLst>
                                      </p:cBhvr>
                                      <p:to>
                                        <p:strVal val="visible"/>
                                      </p:to>
                                    </p:set>
                                    <p:anim calcmode="lin" valueType="num">
                                      <p:cBhvr>
                                        <p:cTn id="7" dur="500" fill="hold"/>
                                        <p:tgtEl>
                                          <p:spTgt spid="2126858"/>
                                        </p:tgtEl>
                                        <p:attrNameLst>
                                          <p:attrName>ppt_x</p:attrName>
                                        </p:attrNameLst>
                                      </p:cBhvr>
                                      <p:tavLst>
                                        <p:tav tm="0">
                                          <p:val>
                                            <p:strVal val="0-#ppt_w/2"/>
                                          </p:val>
                                        </p:tav>
                                        <p:tav tm="100000">
                                          <p:val>
                                            <p:strVal val="#ppt_x"/>
                                          </p:val>
                                        </p:tav>
                                      </p:tavLst>
                                    </p:anim>
                                    <p:anim calcmode="lin" valueType="num">
                                      <p:cBhvr>
                                        <p:cTn id="8" dur="500" fill="hold"/>
                                        <p:tgtEl>
                                          <p:spTgt spid="21268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26859"/>
                                        </p:tgtEl>
                                        <p:attrNameLst>
                                          <p:attrName>style.visibility</p:attrName>
                                        </p:attrNameLst>
                                      </p:cBhvr>
                                      <p:to>
                                        <p:strVal val="visible"/>
                                      </p:to>
                                    </p:set>
                                    <p:anim calcmode="lin" valueType="num">
                                      <p:cBhvr>
                                        <p:cTn id="13" dur="500" fill="hold"/>
                                        <p:tgtEl>
                                          <p:spTgt spid="2126859"/>
                                        </p:tgtEl>
                                        <p:attrNameLst>
                                          <p:attrName>ppt_x</p:attrName>
                                        </p:attrNameLst>
                                      </p:cBhvr>
                                      <p:tavLst>
                                        <p:tav tm="0">
                                          <p:val>
                                            <p:strVal val="0-#ppt_w/2"/>
                                          </p:val>
                                        </p:tav>
                                        <p:tav tm="100000">
                                          <p:val>
                                            <p:strVal val="#ppt_x"/>
                                          </p:val>
                                        </p:tav>
                                      </p:tavLst>
                                    </p:anim>
                                    <p:anim calcmode="lin" valueType="num">
                                      <p:cBhvr>
                                        <p:cTn id="14" dur="500" fill="hold"/>
                                        <p:tgtEl>
                                          <p:spTgt spid="21268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26860"/>
                                        </p:tgtEl>
                                        <p:attrNameLst>
                                          <p:attrName>style.visibility</p:attrName>
                                        </p:attrNameLst>
                                      </p:cBhvr>
                                      <p:to>
                                        <p:strVal val="visible"/>
                                      </p:to>
                                    </p:set>
                                    <p:anim calcmode="lin" valueType="num">
                                      <p:cBhvr>
                                        <p:cTn id="19" dur="500" fill="hold"/>
                                        <p:tgtEl>
                                          <p:spTgt spid="2126860"/>
                                        </p:tgtEl>
                                        <p:attrNameLst>
                                          <p:attrName>ppt_x</p:attrName>
                                        </p:attrNameLst>
                                      </p:cBhvr>
                                      <p:tavLst>
                                        <p:tav tm="0">
                                          <p:val>
                                            <p:strVal val="0-#ppt_w/2"/>
                                          </p:val>
                                        </p:tav>
                                        <p:tav tm="100000">
                                          <p:val>
                                            <p:strVal val="#ppt_x"/>
                                          </p:val>
                                        </p:tav>
                                      </p:tavLst>
                                    </p:anim>
                                    <p:anim calcmode="lin" valueType="num">
                                      <p:cBhvr>
                                        <p:cTn id="20" dur="500" fill="hold"/>
                                        <p:tgtEl>
                                          <p:spTgt spid="212686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126861"/>
                                        </p:tgtEl>
                                        <p:attrNameLst>
                                          <p:attrName>style.visibility</p:attrName>
                                        </p:attrNameLst>
                                      </p:cBhvr>
                                      <p:to>
                                        <p:strVal val="visible"/>
                                      </p:to>
                                    </p:set>
                                    <p:anim calcmode="lin" valueType="num">
                                      <p:cBhvr>
                                        <p:cTn id="25" dur="500" fill="hold"/>
                                        <p:tgtEl>
                                          <p:spTgt spid="2126861"/>
                                        </p:tgtEl>
                                        <p:attrNameLst>
                                          <p:attrName>ppt_x</p:attrName>
                                        </p:attrNameLst>
                                      </p:cBhvr>
                                      <p:tavLst>
                                        <p:tav tm="0">
                                          <p:val>
                                            <p:strVal val="0-#ppt_w/2"/>
                                          </p:val>
                                        </p:tav>
                                        <p:tav tm="100000">
                                          <p:val>
                                            <p:strVal val="#ppt_x"/>
                                          </p:val>
                                        </p:tav>
                                      </p:tavLst>
                                    </p:anim>
                                    <p:anim calcmode="lin" valueType="num">
                                      <p:cBhvr>
                                        <p:cTn id="26" dur="500" fill="hold"/>
                                        <p:tgtEl>
                                          <p:spTgt spid="212686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126862"/>
                                        </p:tgtEl>
                                        <p:attrNameLst>
                                          <p:attrName>style.visibility</p:attrName>
                                        </p:attrNameLst>
                                      </p:cBhvr>
                                      <p:to>
                                        <p:strVal val="visible"/>
                                      </p:to>
                                    </p:set>
                                    <p:anim calcmode="lin" valueType="num">
                                      <p:cBhvr>
                                        <p:cTn id="31" dur="500" fill="hold"/>
                                        <p:tgtEl>
                                          <p:spTgt spid="2126862"/>
                                        </p:tgtEl>
                                        <p:attrNameLst>
                                          <p:attrName>ppt_x</p:attrName>
                                        </p:attrNameLst>
                                      </p:cBhvr>
                                      <p:tavLst>
                                        <p:tav tm="0">
                                          <p:val>
                                            <p:strVal val="0-#ppt_w/2"/>
                                          </p:val>
                                        </p:tav>
                                        <p:tav tm="100000">
                                          <p:val>
                                            <p:strVal val="#ppt_x"/>
                                          </p:val>
                                        </p:tav>
                                      </p:tavLst>
                                    </p:anim>
                                    <p:anim calcmode="lin" valueType="num">
                                      <p:cBhvr>
                                        <p:cTn id="32" dur="500" fill="hold"/>
                                        <p:tgtEl>
                                          <p:spTgt spid="212686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126850"/>
                                        </p:tgtEl>
                                        <p:attrNameLst>
                                          <p:attrName>style.visibility</p:attrName>
                                        </p:attrNameLst>
                                      </p:cBhvr>
                                      <p:to>
                                        <p:strVal val="visible"/>
                                      </p:to>
                                    </p:set>
                                    <p:anim calcmode="lin" valueType="num">
                                      <p:cBhvr>
                                        <p:cTn id="37" dur="500" fill="hold"/>
                                        <p:tgtEl>
                                          <p:spTgt spid="2126850"/>
                                        </p:tgtEl>
                                        <p:attrNameLst>
                                          <p:attrName>ppt_x</p:attrName>
                                        </p:attrNameLst>
                                      </p:cBhvr>
                                      <p:tavLst>
                                        <p:tav tm="0">
                                          <p:val>
                                            <p:strVal val="0-#ppt_w/2"/>
                                          </p:val>
                                        </p:tav>
                                        <p:tav tm="100000">
                                          <p:val>
                                            <p:strVal val="#ppt_x"/>
                                          </p:val>
                                        </p:tav>
                                      </p:tavLst>
                                    </p:anim>
                                    <p:anim calcmode="lin" valueType="num">
                                      <p:cBhvr>
                                        <p:cTn id="38" dur="500" fill="hold"/>
                                        <p:tgtEl>
                                          <p:spTgt spid="2126850"/>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2" presetClass="entr" presetSubtype="8" fill="hold" nodeType="afterEffect">
                                  <p:stCondLst>
                                    <p:cond delay="0"/>
                                  </p:stCondLst>
                                  <p:childTnLst>
                                    <p:set>
                                      <p:cBhvr>
                                        <p:cTn id="41" dur="1" fill="hold">
                                          <p:stCondLst>
                                            <p:cond delay="0"/>
                                          </p:stCondLst>
                                        </p:cTn>
                                        <p:tgtEl>
                                          <p:spTgt spid="58375"/>
                                        </p:tgtEl>
                                        <p:attrNameLst>
                                          <p:attrName>style.visibility</p:attrName>
                                        </p:attrNameLst>
                                      </p:cBhvr>
                                      <p:to>
                                        <p:strVal val="visible"/>
                                      </p:to>
                                    </p:set>
                                    <p:anim calcmode="lin" valueType="num">
                                      <p:cBhvr>
                                        <p:cTn id="42" dur="500" fill="hold"/>
                                        <p:tgtEl>
                                          <p:spTgt spid="58375"/>
                                        </p:tgtEl>
                                        <p:attrNameLst>
                                          <p:attrName>ppt_x</p:attrName>
                                        </p:attrNameLst>
                                      </p:cBhvr>
                                      <p:tavLst>
                                        <p:tav tm="0">
                                          <p:val>
                                            <p:strVal val="0-#ppt_w/2"/>
                                          </p:val>
                                        </p:tav>
                                        <p:tav tm="100000">
                                          <p:val>
                                            <p:strVal val="#ppt_x"/>
                                          </p:val>
                                        </p:tav>
                                      </p:tavLst>
                                    </p:anim>
                                    <p:anim calcmode="lin" valueType="num">
                                      <p:cBhvr>
                                        <p:cTn id="43" dur="500" fill="hold"/>
                                        <p:tgtEl>
                                          <p:spTgt spid="58375"/>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2126864"/>
                                        </p:tgtEl>
                                        <p:attrNameLst>
                                          <p:attrName>style.visibility</p:attrName>
                                        </p:attrNameLst>
                                      </p:cBhvr>
                                      <p:to>
                                        <p:strVal val="visible"/>
                                      </p:to>
                                    </p:set>
                                    <p:anim calcmode="lin" valueType="num">
                                      <p:cBhvr>
                                        <p:cTn id="48" dur="500" fill="hold"/>
                                        <p:tgtEl>
                                          <p:spTgt spid="2126864"/>
                                        </p:tgtEl>
                                        <p:attrNameLst>
                                          <p:attrName>ppt_x</p:attrName>
                                        </p:attrNameLst>
                                      </p:cBhvr>
                                      <p:tavLst>
                                        <p:tav tm="0">
                                          <p:val>
                                            <p:strVal val="#ppt_x"/>
                                          </p:val>
                                        </p:tav>
                                        <p:tav tm="100000">
                                          <p:val>
                                            <p:strVal val="#ppt_x"/>
                                          </p:val>
                                        </p:tav>
                                      </p:tavLst>
                                    </p:anim>
                                    <p:anim calcmode="lin" valueType="num">
                                      <p:cBhvr>
                                        <p:cTn id="49" dur="500" fill="hold"/>
                                        <p:tgtEl>
                                          <p:spTgt spid="21268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685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a:extLst>
              <a:ext uri="{FF2B5EF4-FFF2-40B4-BE49-F238E27FC236}">
                <a16:creationId xmlns:a16="http://schemas.microsoft.com/office/drawing/2014/main" id="{4078DAFD-9012-4D94-AC55-C3378646388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1825EDBF-F3B7-46DA-A31E-46D175E52181}" type="slidenum">
              <a:rPr altLang="en-US" sz="1400" smtClean="0"/>
              <a:pPr>
                <a:lnSpc>
                  <a:spcPct val="100000"/>
                </a:lnSpc>
                <a:spcBef>
                  <a:spcPct val="0"/>
                </a:spcBef>
                <a:buClr>
                  <a:schemeClr val="tx1"/>
                </a:buClr>
                <a:buFontTx/>
                <a:buNone/>
              </a:pPr>
              <a:t>77</a:t>
            </a:fld>
            <a:endParaRPr lang="zh-CN" altLang="en-US" sz="1400"/>
          </a:p>
        </p:txBody>
      </p:sp>
      <p:graphicFrame>
        <p:nvGraphicFramePr>
          <p:cNvPr id="96259" name="Object 4">
            <a:extLst>
              <a:ext uri="{FF2B5EF4-FFF2-40B4-BE49-F238E27FC236}">
                <a16:creationId xmlns:a16="http://schemas.microsoft.com/office/drawing/2014/main" id="{193BE96A-60D0-4583-9BE2-9A3EEA344407}"/>
              </a:ext>
            </a:extLst>
          </p:cNvPr>
          <p:cNvGraphicFramePr>
            <a:graphicFrameLocks/>
          </p:cNvGraphicFramePr>
          <p:nvPr/>
        </p:nvGraphicFramePr>
        <p:xfrm>
          <a:off x="1266825" y="1398588"/>
          <a:ext cx="3441700" cy="366712"/>
        </p:xfrm>
        <a:graphic>
          <a:graphicData uri="http://schemas.openxmlformats.org/presentationml/2006/ole">
            <mc:AlternateContent xmlns:mc="http://schemas.openxmlformats.org/markup-compatibility/2006">
              <mc:Choice xmlns:v="urn:schemas-microsoft-com:vml" Requires="v">
                <p:oleObj spid="_x0000_s96285" r:id="rId3" imgW="2385529" imgH="253780" progId="Equation.DSMT4">
                  <p:embed/>
                </p:oleObj>
              </mc:Choice>
              <mc:Fallback>
                <p:oleObj r:id="rId3" imgW="2385529" imgH="25378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825" y="1398588"/>
                        <a:ext cx="3441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8501" name="Object 5">
            <a:extLst>
              <a:ext uri="{FF2B5EF4-FFF2-40B4-BE49-F238E27FC236}">
                <a16:creationId xmlns:a16="http://schemas.microsoft.com/office/drawing/2014/main" id="{9812E20B-44FF-474F-AD6C-E234A5EBC5FA}"/>
              </a:ext>
            </a:extLst>
          </p:cNvPr>
          <p:cNvGraphicFramePr>
            <a:graphicFrameLocks/>
          </p:cNvGraphicFramePr>
          <p:nvPr/>
        </p:nvGraphicFramePr>
        <p:xfrm>
          <a:off x="1393825" y="2317750"/>
          <a:ext cx="3879850" cy="366713"/>
        </p:xfrm>
        <a:graphic>
          <a:graphicData uri="http://schemas.openxmlformats.org/presentationml/2006/ole">
            <mc:AlternateContent xmlns:mc="http://schemas.openxmlformats.org/markup-compatibility/2006">
              <mc:Choice xmlns:v="urn:schemas-microsoft-com:vml" Requires="v">
                <p:oleObj spid="_x0000_s96286" r:id="rId5" imgW="2690065" imgH="253780" progId="Equation.DSMT4">
                  <p:embed/>
                </p:oleObj>
              </mc:Choice>
              <mc:Fallback>
                <p:oleObj r:id="rId5" imgW="2690065" imgH="253780"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3825" y="2317750"/>
                        <a:ext cx="387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8502" name="Object 6">
            <a:extLst>
              <a:ext uri="{FF2B5EF4-FFF2-40B4-BE49-F238E27FC236}">
                <a16:creationId xmlns:a16="http://schemas.microsoft.com/office/drawing/2014/main" id="{454EA681-F588-4642-B628-82C74587894E}"/>
              </a:ext>
            </a:extLst>
          </p:cNvPr>
          <p:cNvGraphicFramePr>
            <a:graphicFrameLocks/>
          </p:cNvGraphicFramePr>
          <p:nvPr/>
        </p:nvGraphicFramePr>
        <p:xfrm>
          <a:off x="1401763" y="2908300"/>
          <a:ext cx="3881437" cy="366713"/>
        </p:xfrm>
        <a:graphic>
          <a:graphicData uri="http://schemas.openxmlformats.org/presentationml/2006/ole">
            <mc:AlternateContent xmlns:mc="http://schemas.openxmlformats.org/markup-compatibility/2006">
              <mc:Choice xmlns:v="urn:schemas-microsoft-com:vml" Requires="v">
                <p:oleObj spid="_x0000_s96287" r:id="rId7" imgW="2690065" imgH="253780" progId="Equation.DSMT4">
                  <p:embed/>
                </p:oleObj>
              </mc:Choice>
              <mc:Fallback>
                <p:oleObj r:id="rId7" imgW="2690065" imgH="253780" progId="Equation.DSMT4">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1763" y="2908300"/>
                        <a:ext cx="388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8503" name="Object 7">
            <a:extLst>
              <a:ext uri="{FF2B5EF4-FFF2-40B4-BE49-F238E27FC236}">
                <a16:creationId xmlns:a16="http://schemas.microsoft.com/office/drawing/2014/main" id="{39FD5A41-F42C-49E8-BF60-AC370AE65C3D}"/>
              </a:ext>
            </a:extLst>
          </p:cNvPr>
          <p:cNvGraphicFramePr>
            <a:graphicFrameLocks/>
          </p:cNvGraphicFramePr>
          <p:nvPr/>
        </p:nvGraphicFramePr>
        <p:xfrm>
          <a:off x="1468438" y="3794125"/>
          <a:ext cx="5437187" cy="696913"/>
        </p:xfrm>
        <a:graphic>
          <a:graphicData uri="http://schemas.openxmlformats.org/presentationml/2006/ole">
            <mc:AlternateContent xmlns:mc="http://schemas.openxmlformats.org/markup-compatibility/2006">
              <mc:Choice xmlns:v="urn:schemas-microsoft-com:vml" Requires="v">
                <p:oleObj spid="_x0000_s96288" r:id="rId9" imgW="3770264" imgH="482391" progId="Equation.DSMT4">
                  <p:embed/>
                </p:oleObj>
              </mc:Choice>
              <mc:Fallback>
                <p:oleObj r:id="rId9" imgW="3770264" imgH="482391" progId="Equation.DSMT4">
                  <p:embed/>
                  <p:pic>
                    <p:nvPicPr>
                      <p:cNvPr id="0"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8438" y="3794125"/>
                        <a:ext cx="543718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98504" name="AutoShape 8">
            <a:extLst>
              <a:ext uri="{FF2B5EF4-FFF2-40B4-BE49-F238E27FC236}">
                <a16:creationId xmlns:a16="http://schemas.microsoft.com/office/drawing/2014/main" id="{09BD1CCA-2F3C-4EBC-A2F6-68EE72A76B3E}"/>
              </a:ext>
            </a:extLst>
          </p:cNvPr>
          <p:cNvSpPr>
            <a:spLocks noChangeArrowheads="1"/>
          </p:cNvSpPr>
          <p:nvPr/>
        </p:nvSpPr>
        <p:spPr bwMode="auto">
          <a:xfrm>
            <a:off x="6367463" y="2022475"/>
            <a:ext cx="1250950" cy="673100"/>
          </a:xfrm>
          <a:prstGeom prst="wedgeRoundRectCallout">
            <a:avLst>
              <a:gd name="adj1" fmla="val -133630"/>
              <a:gd name="adj2" fmla="val 21935"/>
              <a:gd name="adj3" fmla="val 16667"/>
            </a:avLst>
          </a:prstGeom>
          <a:solidFill>
            <a:srgbClr val="666699"/>
          </a:solidFill>
          <a:ln w="12700">
            <a:solidFill>
              <a:schemeClr val="accent2"/>
            </a:solidFill>
            <a:miter lim="800000"/>
            <a:headEnd/>
            <a:tailEnd type="none" w="med" len="lg"/>
          </a:ln>
        </p:spPr>
        <p:txBody>
          <a:bodyPr lIns="90000" tIns="46800" rIns="90000" bIns="46800"/>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gn="ctr" eaLnBrk="1" latinLnBrk="0" hangingPunct="1">
              <a:lnSpc>
                <a:spcPct val="100000"/>
              </a:lnSpc>
              <a:buClr>
                <a:schemeClr val="tx1"/>
              </a:buClr>
              <a:buSzPct val="80000"/>
              <a:buFontTx/>
              <a:buNone/>
            </a:pPr>
            <a:r>
              <a:rPr lang="zh-CN" altLang="en-US" sz="1600">
                <a:solidFill>
                  <a:schemeClr val="bg1"/>
                </a:solidFill>
                <a:latin typeface="Arial" panose="020B0604020202020204" pitchFamily="34" charset="0"/>
                <a:ea typeface="宋体" panose="02010600030101010101" pitchFamily="2" charset="-122"/>
              </a:rPr>
              <a:t>区间短</a:t>
            </a:r>
          </a:p>
          <a:p>
            <a:pPr algn="ctr" eaLnBrk="1" latinLnBrk="0" hangingPunct="1">
              <a:lnSpc>
                <a:spcPct val="100000"/>
              </a:lnSpc>
              <a:buClr>
                <a:schemeClr val="tx1"/>
              </a:buClr>
              <a:buSzPct val="80000"/>
              <a:buFontTx/>
              <a:buNone/>
            </a:pPr>
            <a:r>
              <a:rPr lang="zh-CN" altLang="en-US" sz="1600">
                <a:solidFill>
                  <a:schemeClr val="bg1"/>
                </a:solidFill>
                <a:latin typeface="Arial" panose="020B0604020202020204" pitchFamily="34" charset="0"/>
                <a:ea typeface="宋体" panose="02010600030101010101" pitchFamily="2" charset="-122"/>
              </a:rPr>
              <a:t>精度高</a:t>
            </a:r>
          </a:p>
        </p:txBody>
      </p:sp>
      <p:sp>
        <p:nvSpPr>
          <p:cNvPr id="1898505" name="AutoShape 9">
            <a:extLst>
              <a:ext uri="{FF2B5EF4-FFF2-40B4-BE49-F238E27FC236}">
                <a16:creationId xmlns:a16="http://schemas.microsoft.com/office/drawing/2014/main" id="{8F101CE3-1786-44FD-8574-BC5EB2588FF3}"/>
              </a:ext>
            </a:extLst>
          </p:cNvPr>
          <p:cNvSpPr>
            <a:spLocks noChangeArrowheads="1"/>
          </p:cNvSpPr>
          <p:nvPr/>
        </p:nvSpPr>
        <p:spPr bwMode="auto">
          <a:xfrm>
            <a:off x="6391275" y="2897188"/>
            <a:ext cx="1250950" cy="673100"/>
          </a:xfrm>
          <a:prstGeom prst="wedgeRoundRectCallout">
            <a:avLst>
              <a:gd name="adj1" fmla="val -136167"/>
              <a:gd name="adj2" fmla="val -23111"/>
              <a:gd name="adj3" fmla="val 16667"/>
            </a:avLst>
          </a:prstGeom>
          <a:solidFill>
            <a:srgbClr val="666699"/>
          </a:solidFill>
          <a:ln w="12700">
            <a:solidFill>
              <a:schemeClr val="accent2"/>
            </a:solidFill>
            <a:miter lim="800000"/>
            <a:headEnd/>
            <a:tailEnd type="none" w="med" len="lg"/>
          </a:ln>
        </p:spPr>
        <p:txBody>
          <a:bodyPr lIns="90000" tIns="46800" rIns="90000" bIns="46800"/>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gn="ctr" eaLnBrk="1" latinLnBrk="0" hangingPunct="1">
              <a:lnSpc>
                <a:spcPct val="100000"/>
              </a:lnSpc>
              <a:buClr>
                <a:schemeClr val="tx1"/>
              </a:buClr>
              <a:buSzPct val="80000"/>
              <a:buFontTx/>
              <a:buNone/>
            </a:pPr>
            <a:r>
              <a:rPr lang="zh-CN" altLang="en-US" sz="1600">
                <a:solidFill>
                  <a:schemeClr val="bg1"/>
                </a:solidFill>
                <a:latin typeface="Arial" panose="020B0604020202020204" pitchFamily="34" charset="0"/>
                <a:ea typeface="宋体" panose="02010600030101010101" pitchFamily="2" charset="-122"/>
              </a:rPr>
              <a:t>区间长</a:t>
            </a:r>
          </a:p>
          <a:p>
            <a:pPr algn="ctr" eaLnBrk="1" latinLnBrk="0" hangingPunct="1">
              <a:lnSpc>
                <a:spcPct val="100000"/>
              </a:lnSpc>
              <a:buClr>
                <a:schemeClr val="tx1"/>
              </a:buClr>
              <a:buSzPct val="80000"/>
              <a:buFontTx/>
              <a:buNone/>
            </a:pPr>
            <a:r>
              <a:rPr lang="zh-CN" altLang="en-US" sz="1600">
                <a:solidFill>
                  <a:schemeClr val="bg1"/>
                </a:solidFill>
                <a:latin typeface="Arial" panose="020B0604020202020204" pitchFamily="34" charset="0"/>
                <a:ea typeface="宋体" panose="02010600030101010101" pitchFamily="2" charset="-122"/>
              </a:rPr>
              <a:t>精度低</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98501"/>
                                        </p:tgtEl>
                                        <p:attrNameLst>
                                          <p:attrName>style.visibility</p:attrName>
                                        </p:attrNameLst>
                                      </p:cBhvr>
                                      <p:to>
                                        <p:strVal val="visible"/>
                                      </p:to>
                                    </p:set>
                                    <p:anim calcmode="lin" valueType="num">
                                      <p:cBhvr>
                                        <p:cTn id="7" dur="500" fill="hold"/>
                                        <p:tgtEl>
                                          <p:spTgt spid="1898501"/>
                                        </p:tgtEl>
                                        <p:attrNameLst>
                                          <p:attrName>ppt_x</p:attrName>
                                        </p:attrNameLst>
                                      </p:cBhvr>
                                      <p:tavLst>
                                        <p:tav tm="0">
                                          <p:val>
                                            <p:strVal val="0-#ppt_w/2"/>
                                          </p:val>
                                        </p:tav>
                                        <p:tav tm="100000">
                                          <p:val>
                                            <p:strVal val="#ppt_x"/>
                                          </p:val>
                                        </p:tav>
                                      </p:tavLst>
                                    </p:anim>
                                    <p:anim calcmode="lin" valueType="num">
                                      <p:cBhvr>
                                        <p:cTn id="8" dur="500" fill="hold"/>
                                        <p:tgtEl>
                                          <p:spTgt spid="189850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898504"/>
                                        </p:tgtEl>
                                        <p:attrNameLst>
                                          <p:attrName>style.visibility</p:attrName>
                                        </p:attrNameLst>
                                      </p:cBhvr>
                                      <p:to>
                                        <p:strVal val="visible"/>
                                      </p:to>
                                    </p:set>
                                    <p:animEffect transition="in" filter="wipe(right)">
                                      <p:cBhvr>
                                        <p:cTn id="13" dur="500"/>
                                        <p:tgtEl>
                                          <p:spTgt spid="189850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898502"/>
                                        </p:tgtEl>
                                        <p:attrNameLst>
                                          <p:attrName>style.visibility</p:attrName>
                                        </p:attrNameLst>
                                      </p:cBhvr>
                                      <p:to>
                                        <p:strVal val="visible"/>
                                      </p:to>
                                    </p:set>
                                    <p:anim calcmode="lin" valueType="num">
                                      <p:cBhvr>
                                        <p:cTn id="18" dur="500" fill="hold"/>
                                        <p:tgtEl>
                                          <p:spTgt spid="1898502"/>
                                        </p:tgtEl>
                                        <p:attrNameLst>
                                          <p:attrName>ppt_x</p:attrName>
                                        </p:attrNameLst>
                                      </p:cBhvr>
                                      <p:tavLst>
                                        <p:tav tm="0">
                                          <p:val>
                                            <p:strVal val="0-#ppt_w/2"/>
                                          </p:val>
                                        </p:tav>
                                        <p:tav tm="100000">
                                          <p:val>
                                            <p:strVal val="#ppt_x"/>
                                          </p:val>
                                        </p:tav>
                                      </p:tavLst>
                                    </p:anim>
                                    <p:anim calcmode="lin" valueType="num">
                                      <p:cBhvr>
                                        <p:cTn id="19" dur="500" fill="hold"/>
                                        <p:tgtEl>
                                          <p:spTgt spid="1898502"/>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898505"/>
                                        </p:tgtEl>
                                        <p:attrNameLst>
                                          <p:attrName>style.visibility</p:attrName>
                                        </p:attrNameLst>
                                      </p:cBhvr>
                                      <p:to>
                                        <p:strVal val="visible"/>
                                      </p:to>
                                    </p:set>
                                    <p:animEffect transition="in" filter="wipe(right)">
                                      <p:cBhvr>
                                        <p:cTn id="24" dur="500"/>
                                        <p:tgtEl>
                                          <p:spTgt spid="189850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1898503"/>
                                        </p:tgtEl>
                                        <p:attrNameLst>
                                          <p:attrName>style.visibility</p:attrName>
                                        </p:attrNameLst>
                                      </p:cBhvr>
                                      <p:to>
                                        <p:strVal val="visible"/>
                                      </p:to>
                                    </p:set>
                                    <p:animEffect transition="in" filter="dissolve">
                                      <p:cBhvr>
                                        <p:cTn id="29" dur="500"/>
                                        <p:tgtEl>
                                          <p:spTgt spid="1898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504" grpId="0" animBg="1"/>
      <p:bldP spid="189850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a:extLst>
              <a:ext uri="{FF2B5EF4-FFF2-40B4-BE49-F238E27FC236}">
                <a16:creationId xmlns:a16="http://schemas.microsoft.com/office/drawing/2014/main" id="{DA3EBB39-C12C-4722-A073-D73AC3F9E20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7113954-F7C0-499A-8A0D-3E8D02195F0D}" type="slidenum">
              <a:rPr altLang="en-US" sz="1400" smtClean="0"/>
              <a:pPr>
                <a:lnSpc>
                  <a:spcPct val="100000"/>
                </a:lnSpc>
                <a:spcBef>
                  <a:spcPct val="0"/>
                </a:spcBef>
                <a:buClr>
                  <a:schemeClr val="tx1"/>
                </a:buClr>
                <a:buFontTx/>
                <a:buNone/>
              </a:pPr>
              <a:t>78</a:t>
            </a:fld>
            <a:endParaRPr lang="zh-CN" altLang="en-US" sz="1400"/>
          </a:p>
        </p:txBody>
      </p:sp>
      <p:graphicFrame>
        <p:nvGraphicFramePr>
          <p:cNvPr id="97283" name="Object 4">
            <a:extLst>
              <a:ext uri="{FF2B5EF4-FFF2-40B4-BE49-F238E27FC236}">
                <a16:creationId xmlns:a16="http://schemas.microsoft.com/office/drawing/2014/main" id="{B8D639F4-BE68-415B-93AA-E09E96AAC0E8}"/>
              </a:ext>
            </a:extLst>
          </p:cNvPr>
          <p:cNvGraphicFramePr>
            <a:graphicFrameLocks/>
          </p:cNvGraphicFramePr>
          <p:nvPr/>
        </p:nvGraphicFramePr>
        <p:xfrm>
          <a:off x="1089025" y="687388"/>
          <a:ext cx="1979613" cy="346075"/>
        </p:xfrm>
        <a:graphic>
          <a:graphicData uri="http://schemas.openxmlformats.org/presentationml/2006/ole">
            <mc:AlternateContent xmlns:mc="http://schemas.openxmlformats.org/markup-compatibility/2006">
              <mc:Choice xmlns:v="urn:schemas-microsoft-com:vml" Requires="v">
                <p:oleObj spid="_x0000_s97402" r:id="rId3" imgW="1154698" imgH="203024" progId="Equation.DSMT4">
                  <p:embed/>
                </p:oleObj>
              </mc:Choice>
              <mc:Fallback>
                <p:oleObj r:id="rId3" imgW="1154698" imgH="203024"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025" y="687388"/>
                        <a:ext cx="197961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284" name="Object 6">
            <a:extLst>
              <a:ext uri="{FF2B5EF4-FFF2-40B4-BE49-F238E27FC236}">
                <a16:creationId xmlns:a16="http://schemas.microsoft.com/office/drawing/2014/main" id="{918D04E2-3708-4DF0-8838-EDB7FA4C3D1B}"/>
              </a:ext>
            </a:extLst>
          </p:cNvPr>
          <p:cNvGraphicFramePr>
            <a:graphicFrameLocks/>
          </p:cNvGraphicFramePr>
          <p:nvPr/>
        </p:nvGraphicFramePr>
        <p:xfrm>
          <a:off x="1196975" y="1260475"/>
          <a:ext cx="6430963" cy="806450"/>
        </p:xfrm>
        <a:graphic>
          <a:graphicData uri="http://schemas.openxmlformats.org/presentationml/2006/ole">
            <mc:AlternateContent xmlns:mc="http://schemas.openxmlformats.org/markup-compatibility/2006">
              <mc:Choice xmlns:v="urn:schemas-microsoft-com:vml" Requires="v">
                <p:oleObj spid="_x0000_s97403" r:id="rId5" imgW="4239960" imgH="533169" progId="Equation.DSMT4">
                  <p:embed/>
                </p:oleObj>
              </mc:Choice>
              <mc:Fallback>
                <p:oleObj r:id="rId5" imgW="4239960" imgH="533169" progId="Equation.DSMT4">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6975" y="1260475"/>
                        <a:ext cx="6430963"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285" name="Object 7">
            <a:extLst>
              <a:ext uri="{FF2B5EF4-FFF2-40B4-BE49-F238E27FC236}">
                <a16:creationId xmlns:a16="http://schemas.microsoft.com/office/drawing/2014/main" id="{A249A070-E850-496D-A604-D06FB0602EA4}"/>
              </a:ext>
            </a:extLst>
          </p:cNvPr>
          <p:cNvGraphicFramePr>
            <a:graphicFrameLocks/>
          </p:cNvGraphicFramePr>
          <p:nvPr/>
        </p:nvGraphicFramePr>
        <p:xfrm>
          <a:off x="1219200" y="2260600"/>
          <a:ext cx="7319963" cy="1035050"/>
        </p:xfrm>
        <a:graphic>
          <a:graphicData uri="http://schemas.openxmlformats.org/presentationml/2006/ole">
            <mc:AlternateContent xmlns:mc="http://schemas.openxmlformats.org/markup-compatibility/2006">
              <mc:Choice xmlns:v="urn:schemas-microsoft-com:vml" Requires="v">
                <p:oleObj spid="_x0000_s97404" r:id="rId7" imgW="4826000" imgH="685800" progId="Equation.DSMT4">
                  <p:embed/>
                </p:oleObj>
              </mc:Choice>
              <mc:Fallback>
                <p:oleObj r:id="rId7" imgW="4826000" imgH="685800" progId="Equation.DSMT4">
                  <p:embed/>
                  <p:pic>
                    <p:nvPicPr>
                      <p:cNvPr id="0"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2260600"/>
                        <a:ext cx="7319963"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7286" name="Group 108">
            <a:extLst>
              <a:ext uri="{FF2B5EF4-FFF2-40B4-BE49-F238E27FC236}">
                <a16:creationId xmlns:a16="http://schemas.microsoft.com/office/drawing/2014/main" id="{54FBB900-6FEC-4014-8673-ABDE8CC88C51}"/>
              </a:ext>
            </a:extLst>
          </p:cNvPr>
          <p:cNvGrpSpPr>
            <a:grpSpLocks/>
          </p:cNvGrpSpPr>
          <p:nvPr/>
        </p:nvGrpSpPr>
        <p:grpSpPr bwMode="auto">
          <a:xfrm>
            <a:off x="1635125" y="5322888"/>
            <a:ext cx="6192838" cy="1108075"/>
            <a:chOff x="304" y="3016"/>
            <a:chExt cx="4618" cy="1304"/>
          </a:xfrm>
        </p:grpSpPr>
        <p:sp>
          <p:nvSpPr>
            <p:cNvPr id="97350" name="Freeform 91">
              <a:extLst>
                <a:ext uri="{FF2B5EF4-FFF2-40B4-BE49-F238E27FC236}">
                  <a16:creationId xmlns:a16="http://schemas.microsoft.com/office/drawing/2014/main" id="{D346A2FE-6F2B-49B9-ABF4-3F06DC19833C}"/>
                </a:ext>
              </a:extLst>
            </p:cNvPr>
            <p:cNvSpPr>
              <a:spLocks noChangeArrowheads="1"/>
            </p:cNvSpPr>
            <p:nvPr/>
          </p:nvSpPr>
          <p:spPr bwMode="auto">
            <a:xfrm flipV="1">
              <a:off x="2565" y="3017"/>
              <a:ext cx="1972" cy="1009"/>
            </a:xfrm>
            <a:custGeom>
              <a:avLst/>
              <a:gdLst>
                <a:gd name="T0" fmla="*/ 28 w 1800"/>
                <a:gd name="T1" fmla="*/ 331514 h 237"/>
                <a:gd name="T2" fmla="*/ 85 w 1800"/>
                <a:gd name="T3" fmla="*/ 330190 h 237"/>
                <a:gd name="T4" fmla="*/ 141 w 1800"/>
                <a:gd name="T5" fmla="*/ 327180 h 237"/>
                <a:gd name="T6" fmla="*/ 198 w 1800"/>
                <a:gd name="T7" fmla="*/ 324570 h 237"/>
                <a:gd name="T8" fmla="*/ 255 w 1800"/>
                <a:gd name="T9" fmla="*/ 319006 h 237"/>
                <a:gd name="T10" fmla="*/ 313 w 1800"/>
                <a:gd name="T11" fmla="*/ 313441 h 237"/>
                <a:gd name="T12" fmla="*/ 368 w 1800"/>
                <a:gd name="T13" fmla="*/ 306191 h 237"/>
                <a:gd name="T14" fmla="*/ 426 w 1800"/>
                <a:gd name="T15" fmla="*/ 299247 h 237"/>
                <a:gd name="T16" fmla="*/ 482 w 1800"/>
                <a:gd name="T17" fmla="*/ 291073 h 237"/>
                <a:gd name="T18" fmla="*/ 540 w 1800"/>
                <a:gd name="T19" fmla="*/ 281196 h 237"/>
                <a:gd name="T20" fmla="*/ 596 w 1800"/>
                <a:gd name="T21" fmla="*/ 271391 h 237"/>
                <a:gd name="T22" fmla="*/ 653 w 1800"/>
                <a:gd name="T23" fmla="*/ 260207 h 237"/>
                <a:gd name="T24" fmla="*/ 711 w 1800"/>
                <a:gd name="T25" fmla="*/ 249023 h 237"/>
                <a:gd name="T26" fmla="*/ 767 w 1800"/>
                <a:gd name="T27" fmla="*/ 237822 h 237"/>
                <a:gd name="T28" fmla="*/ 825 w 1800"/>
                <a:gd name="T29" fmla="*/ 225024 h 237"/>
                <a:gd name="T30" fmla="*/ 880 w 1800"/>
                <a:gd name="T31" fmla="*/ 213895 h 237"/>
                <a:gd name="T32" fmla="*/ 938 w 1800"/>
                <a:gd name="T33" fmla="*/ 201408 h 237"/>
                <a:gd name="T34" fmla="*/ 994 w 1800"/>
                <a:gd name="T35" fmla="*/ 188900 h 237"/>
                <a:gd name="T36" fmla="*/ 1052 w 1800"/>
                <a:gd name="T37" fmla="*/ 176085 h 237"/>
                <a:gd name="T38" fmla="*/ 1107 w 1800"/>
                <a:gd name="T39" fmla="*/ 164906 h 237"/>
                <a:gd name="T40" fmla="*/ 1166 w 1800"/>
                <a:gd name="T41" fmla="*/ 153721 h 237"/>
                <a:gd name="T42" fmla="*/ 1222 w 1800"/>
                <a:gd name="T43" fmla="*/ 141286 h 237"/>
                <a:gd name="T44" fmla="*/ 1279 w 1800"/>
                <a:gd name="T45" fmla="*/ 130106 h 237"/>
                <a:gd name="T46" fmla="*/ 1335 w 1800"/>
                <a:gd name="T47" fmla="*/ 120224 h 237"/>
                <a:gd name="T48" fmla="*/ 1391 w 1800"/>
                <a:gd name="T49" fmla="*/ 109040 h 237"/>
                <a:gd name="T50" fmla="*/ 1448 w 1800"/>
                <a:gd name="T51" fmla="*/ 99235 h 237"/>
                <a:gd name="T52" fmla="*/ 1505 w 1800"/>
                <a:gd name="T53" fmla="*/ 90972 h 237"/>
                <a:gd name="T54" fmla="*/ 1564 w 1800"/>
                <a:gd name="T55" fmla="*/ 81184 h 237"/>
                <a:gd name="T56" fmla="*/ 1619 w 1800"/>
                <a:gd name="T57" fmla="*/ 74240 h 237"/>
                <a:gd name="T58" fmla="*/ 1675 w 1800"/>
                <a:gd name="T59" fmla="*/ 65670 h 237"/>
                <a:gd name="T60" fmla="*/ 1733 w 1800"/>
                <a:gd name="T61" fmla="*/ 58799 h 237"/>
                <a:gd name="T62" fmla="*/ 1789 w 1800"/>
                <a:gd name="T63" fmla="*/ 51927 h 237"/>
                <a:gd name="T64" fmla="*/ 1847 w 1800"/>
                <a:gd name="T65" fmla="*/ 45984 h 237"/>
                <a:gd name="T66" fmla="*/ 1902 w 1800"/>
                <a:gd name="T67" fmla="*/ 40437 h 237"/>
                <a:gd name="T68" fmla="*/ 1960 w 1800"/>
                <a:gd name="T69" fmla="*/ 34800 h 237"/>
                <a:gd name="T70" fmla="*/ 2018 w 1800"/>
                <a:gd name="T71" fmla="*/ 30866 h 237"/>
                <a:gd name="T72" fmla="*/ 2075 w 1800"/>
                <a:gd name="T73" fmla="*/ 26626 h 237"/>
                <a:gd name="T74" fmla="*/ 2131 w 1800"/>
                <a:gd name="T75" fmla="*/ 22385 h 237"/>
                <a:gd name="T76" fmla="*/ 2187 w 1800"/>
                <a:gd name="T77" fmla="*/ 19686 h 237"/>
                <a:gd name="T78" fmla="*/ 2245 w 1800"/>
                <a:gd name="T79" fmla="*/ 15425 h 237"/>
                <a:gd name="T80" fmla="*/ 2301 w 1800"/>
                <a:gd name="T81" fmla="*/ 14122 h 237"/>
                <a:gd name="T82" fmla="*/ 2358 w 1800"/>
                <a:gd name="T83" fmla="*/ 11184 h 237"/>
                <a:gd name="T84" fmla="*/ 2414 w 1800"/>
                <a:gd name="T85" fmla="*/ 8574 h 237"/>
                <a:gd name="T86" fmla="*/ 2473 w 1800"/>
                <a:gd name="T87" fmla="*/ 6871 h 237"/>
                <a:gd name="T88" fmla="*/ 2529 w 1800"/>
                <a:gd name="T89" fmla="*/ 5564 h 237"/>
                <a:gd name="T90" fmla="*/ 2587 w 1800"/>
                <a:gd name="T91" fmla="*/ 4240 h 237"/>
                <a:gd name="T92" fmla="*/ 2641 w 1800"/>
                <a:gd name="T93" fmla="*/ 2938 h 237"/>
                <a:gd name="T94" fmla="*/ 2698 w 1800"/>
                <a:gd name="T95" fmla="*/ 1307 h 237"/>
                <a:gd name="T96" fmla="*/ 2755 w 1800"/>
                <a:gd name="T97" fmla="*/ 0 h 237"/>
                <a:gd name="T98" fmla="*/ 2812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7351" name="Line 92">
              <a:extLst>
                <a:ext uri="{FF2B5EF4-FFF2-40B4-BE49-F238E27FC236}">
                  <a16:creationId xmlns:a16="http://schemas.microsoft.com/office/drawing/2014/main" id="{44DF114F-2B72-4BBE-91AF-E9C16D292913}"/>
                </a:ext>
              </a:extLst>
            </p:cNvPr>
            <p:cNvSpPr>
              <a:spLocks noChangeShapeType="1"/>
            </p:cNvSpPr>
            <p:nvPr/>
          </p:nvSpPr>
          <p:spPr bwMode="auto">
            <a:xfrm flipV="1">
              <a:off x="304" y="4091"/>
              <a:ext cx="4618" cy="0"/>
            </a:xfrm>
            <a:prstGeom prst="line">
              <a:avLst/>
            </a:prstGeom>
            <a:noFill/>
            <a:ln w="25400">
              <a:solidFill>
                <a:srgbClr val="3333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7352" name="Freeform 93">
              <a:extLst>
                <a:ext uri="{FF2B5EF4-FFF2-40B4-BE49-F238E27FC236}">
                  <a16:creationId xmlns:a16="http://schemas.microsoft.com/office/drawing/2014/main" id="{0B1CCBB5-A2A5-48A9-8422-133B0D8EECE9}"/>
                </a:ext>
              </a:extLst>
            </p:cNvPr>
            <p:cNvSpPr>
              <a:spLocks noChangeArrowheads="1"/>
            </p:cNvSpPr>
            <p:nvPr/>
          </p:nvSpPr>
          <p:spPr bwMode="auto">
            <a:xfrm flipH="1" flipV="1">
              <a:off x="592" y="3016"/>
              <a:ext cx="1972" cy="1010"/>
            </a:xfrm>
            <a:custGeom>
              <a:avLst/>
              <a:gdLst>
                <a:gd name="T0" fmla="*/ 28 w 1800"/>
                <a:gd name="T1" fmla="*/ 333112 h 237"/>
                <a:gd name="T2" fmla="*/ 85 w 1800"/>
                <a:gd name="T3" fmla="*/ 331787 h 237"/>
                <a:gd name="T4" fmla="*/ 141 w 1800"/>
                <a:gd name="T5" fmla="*/ 328864 h 237"/>
                <a:gd name="T6" fmla="*/ 198 w 1800"/>
                <a:gd name="T7" fmla="*/ 326230 h 237"/>
                <a:gd name="T8" fmla="*/ 255 w 1800"/>
                <a:gd name="T9" fmla="*/ 320583 h 237"/>
                <a:gd name="T10" fmla="*/ 313 w 1800"/>
                <a:gd name="T11" fmla="*/ 315009 h 237"/>
                <a:gd name="T12" fmla="*/ 368 w 1800"/>
                <a:gd name="T13" fmla="*/ 307726 h 237"/>
                <a:gd name="T14" fmla="*/ 426 w 1800"/>
                <a:gd name="T15" fmla="*/ 300839 h 237"/>
                <a:gd name="T16" fmla="*/ 482 w 1800"/>
                <a:gd name="T17" fmla="*/ 292252 h 237"/>
                <a:gd name="T18" fmla="*/ 540 w 1800"/>
                <a:gd name="T19" fmla="*/ 282642 h 237"/>
                <a:gd name="T20" fmla="*/ 596 w 1800"/>
                <a:gd name="T21" fmla="*/ 272747 h 237"/>
                <a:gd name="T22" fmla="*/ 653 w 1800"/>
                <a:gd name="T23" fmla="*/ 261522 h 237"/>
                <a:gd name="T24" fmla="*/ 711 w 1800"/>
                <a:gd name="T25" fmla="*/ 250369 h 237"/>
                <a:gd name="T26" fmla="*/ 767 w 1800"/>
                <a:gd name="T27" fmla="*/ 238765 h 237"/>
                <a:gd name="T28" fmla="*/ 825 w 1800"/>
                <a:gd name="T29" fmla="*/ 226236 h 237"/>
                <a:gd name="T30" fmla="*/ 880 w 1800"/>
                <a:gd name="T31" fmla="*/ 215083 h 237"/>
                <a:gd name="T32" fmla="*/ 938 w 1800"/>
                <a:gd name="T33" fmla="*/ 202554 h 237"/>
                <a:gd name="T34" fmla="*/ 994 w 1800"/>
                <a:gd name="T35" fmla="*/ 189620 h 237"/>
                <a:gd name="T36" fmla="*/ 1052 w 1800"/>
                <a:gd name="T37" fmla="*/ 177091 h 237"/>
                <a:gd name="T38" fmla="*/ 1107 w 1800"/>
                <a:gd name="T39" fmla="*/ 165938 h 237"/>
                <a:gd name="T40" fmla="*/ 1166 w 1800"/>
                <a:gd name="T41" fmla="*/ 154718 h 237"/>
                <a:gd name="T42" fmla="*/ 1222 w 1800"/>
                <a:gd name="T43" fmla="*/ 141784 h 237"/>
                <a:gd name="T44" fmla="*/ 1279 w 1800"/>
                <a:gd name="T45" fmla="*/ 130652 h 237"/>
                <a:gd name="T46" fmla="*/ 1335 w 1800"/>
                <a:gd name="T47" fmla="*/ 120735 h 237"/>
                <a:gd name="T48" fmla="*/ 1391 w 1800"/>
                <a:gd name="T49" fmla="*/ 109510 h 237"/>
                <a:gd name="T50" fmla="*/ 1448 w 1800"/>
                <a:gd name="T51" fmla="*/ 99922 h 237"/>
                <a:gd name="T52" fmla="*/ 1505 w 1800"/>
                <a:gd name="T53" fmla="*/ 91335 h 237"/>
                <a:gd name="T54" fmla="*/ 1564 w 1800"/>
                <a:gd name="T55" fmla="*/ 81490 h 237"/>
                <a:gd name="T56" fmla="*/ 1619 w 1800"/>
                <a:gd name="T57" fmla="*/ 74535 h 237"/>
                <a:gd name="T58" fmla="*/ 1675 w 1800"/>
                <a:gd name="T59" fmla="*/ 65944 h 237"/>
                <a:gd name="T60" fmla="*/ 1733 w 1800"/>
                <a:gd name="T61" fmla="*/ 59062 h 237"/>
                <a:gd name="T62" fmla="*/ 1789 w 1800"/>
                <a:gd name="T63" fmla="*/ 52085 h 237"/>
                <a:gd name="T64" fmla="*/ 1847 w 1800"/>
                <a:gd name="T65" fmla="*/ 46511 h 237"/>
                <a:gd name="T66" fmla="*/ 1902 w 1800"/>
                <a:gd name="T67" fmla="*/ 40865 h 237"/>
                <a:gd name="T68" fmla="*/ 1960 w 1800"/>
                <a:gd name="T69" fmla="*/ 35286 h 237"/>
                <a:gd name="T70" fmla="*/ 2018 w 1800"/>
                <a:gd name="T71" fmla="*/ 31037 h 237"/>
                <a:gd name="T72" fmla="*/ 2075 w 1800"/>
                <a:gd name="T73" fmla="*/ 26699 h 237"/>
                <a:gd name="T74" fmla="*/ 2131 w 1800"/>
                <a:gd name="T75" fmla="*/ 22446 h 237"/>
                <a:gd name="T76" fmla="*/ 2187 w 1800"/>
                <a:gd name="T77" fmla="*/ 19812 h 237"/>
                <a:gd name="T78" fmla="*/ 2245 w 1800"/>
                <a:gd name="T79" fmla="*/ 15474 h 237"/>
                <a:gd name="T80" fmla="*/ 2301 w 1800"/>
                <a:gd name="T81" fmla="*/ 14166 h 237"/>
                <a:gd name="T82" fmla="*/ 2358 w 1800"/>
                <a:gd name="T83" fmla="*/ 11225 h 237"/>
                <a:gd name="T84" fmla="*/ 2414 w 1800"/>
                <a:gd name="T85" fmla="*/ 8591 h 237"/>
                <a:gd name="T86" fmla="*/ 2473 w 1800"/>
                <a:gd name="T87" fmla="*/ 6882 h 237"/>
                <a:gd name="T88" fmla="*/ 2529 w 1800"/>
                <a:gd name="T89" fmla="*/ 5574 h 237"/>
                <a:gd name="T90" fmla="*/ 2587 w 1800"/>
                <a:gd name="T91" fmla="*/ 4249 h 237"/>
                <a:gd name="T92" fmla="*/ 2641 w 1800"/>
                <a:gd name="T93" fmla="*/ 2941 h 237"/>
                <a:gd name="T94" fmla="*/ 2698 w 1800"/>
                <a:gd name="T95" fmla="*/ 1308 h 237"/>
                <a:gd name="T96" fmla="*/ 2755 w 1800"/>
                <a:gd name="T97" fmla="*/ 0 h 237"/>
                <a:gd name="T98" fmla="*/ 2812 w 1800"/>
                <a:gd name="T99" fmla="*/ 0 h 2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00" h="237">
                  <a:moveTo>
                    <a:pt x="0" y="237"/>
                  </a:moveTo>
                  <a:cubicBezTo>
                    <a:pt x="18" y="237"/>
                    <a:pt x="18" y="237"/>
                    <a:pt x="18" y="237"/>
                  </a:cubicBezTo>
                  <a:cubicBezTo>
                    <a:pt x="36" y="236"/>
                    <a:pt x="36" y="236"/>
                    <a:pt x="36" y="236"/>
                  </a:cubicBezTo>
                  <a:cubicBezTo>
                    <a:pt x="54" y="236"/>
                    <a:pt x="54" y="236"/>
                    <a:pt x="54" y="236"/>
                  </a:cubicBezTo>
                  <a:cubicBezTo>
                    <a:pt x="72" y="235"/>
                    <a:pt x="72" y="235"/>
                    <a:pt x="72" y="235"/>
                  </a:cubicBezTo>
                  <a:cubicBezTo>
                    <a:pt x="90" y="234"/>
                    <a:pt x="90" y="234"/>
                    <a:pt x="90" y="234"/>
                  </a:cubicBezTo>
                  <a:cubicBezTo>
                    <a:pt x="108" y="233"/>
                    <a:pt x="108" y="233"/>
                    <a:pt x="108" y="233"/>
                  </a:cubicBezTo>
                  <a:cubicBezTo>
                    <a:pt x="126" y="232"/>
                    <a:pt x="126" y="232"/>
                    <a:pt x="126" y="232"/>
                  </a:cubicBezTo>
                  <a:cubicBezTo>
                    <a:pt x="144" y="230"/>
                    <a:pt x="144" y="230"/>
                    <a:pt x="144" y="230"/>
                  </a:cubicBezTo>
                  <a:cubicBezTo>
                    <a:pt x="162" y="228"/>
                    <a:pt x="162" y="228"/>
                    <a:pt x="162" y="228"/>
                  </a:cubicBezTo>
                  <a:cubicBezTo>
                    <a:pt x="180" y="226"/>
                    <a:pt x="180" y="226"/>
                    <a:pt x="180" y="226"/>
                  </a:cubicBezTo>
                  <a:cubicBezTo>
                    <a:pt x="198" y="224"/>
                    <a:pt x="198" y="224"/>
                    <a:pt x="198" y="224"/>
                  </a:cubicBezTo>
                  <a:cubicBezTo>
                    <a:pt x="216" y="222"/>
                    <a:pt x="216" y="222"/>
                    <a:pt x="216" y="222"/>
                  </a:cubicBezTo>
                  <a:cubicBezTo>
                    <a:pt x="234" y="219"/>
                    <a:pt x="234" y="219"/>
                    <a:pt x="234" y="219"/>
                  </a:cubicBezTo>
                  <a:cubicBezTo>
                    <a:pt x="252" y="217"/>
                    <a:pt x="252" y="217"/>
                    <a:pt x="252" y="217"/>
                  </a:cubicBezTo>
                  <a:cubicBezTo>
                    <a:pt x="270" y="214"/>
                    <a:pt x="270" y="214"/>
                    <a:pt x="270" y="214"/>
                  </a:cubicBezTo>
                  <a:cubicBezTo>
                    <a:pt x="288" y="211"/>
                    <a:pt x="288" y="211"/>
                    <a:pt x="288" y="211"/>
                  </a:cubicBezTo>
                  <a:cubicBezTo>
                    <a:pt x="306" y="208"/>
                    <a:pt x="306" y="208"/>
                    <a:pt x="306" y="208"/>
                  </a:cubicBezTo>
                  <a:cubicBezTo>
                    <a:pt x="324" y="204"/>
                    <a:pt x="324" y="204"/>
                    <a:pt x="324" y="204"/>
                  </a:cubicBezTo>
                  <a:cubicBezTo>
                    <a:pt x="342" y="201"/>
                    <a:pt x="342" y="201"/>
                    <a:pt x="342" y="201"/>
                  </a:cubicBezTo>
                  <a:cubicBezTo>
                    <a:pt x="360" y="197"/>
                    <a:pt x="360" y="197"/>
                    <a:pt x="360" y="197"/>
                  </a:cubicBezTo>
                  <a:cubicBezTo>
                    <a:pt x="378" y="194"/>
                    <a:pt x="378" y="194"/>
                    <a:pt x="378" y="194"/>
                  </a:cubicBezTo>
                  <a:cubicBezTo>
                    <a:pt x="396" y="190"/>
                    <a:pt x="396" y="190"/>
                    <a:pt x="396" y="190"/>
                  </a:cubicBezTo>
                  <a:cubicBezTo>
                    <a:pt x="414" y="186"/>
                    <a:pt x="414" y="186"/>
                    <a:pt x="414" y="186"/>
                  </a:cubicBezTo>
                  <a:cubicBezTo>
                    <a:pt x="432" y="182"/>
                    <a:pt x="432" y="182"/>
                    <a:pt x="432" y="182"/>
                  </a:cubicBezTo>
                  <a:cubicBezTo>
                    <a:pt x="450" y="178"/>
                    <a:pt x="450" y="178"/>
                    <a:pt x="450" y="178"/>
                  </a:cubicBezTo>
                  <a:cubicBezTo>
                    <a:pt x="468" y="174"/>
                    <a:pt x="468" y="174"/>
                    <a:pt x="468" y="174"/>
                  </a:cubicBezTo>
                  <a:cubicBezTo>
                    <a:pt x="486" y="170"/>
                    <a:pt x="486" y="170"/>
                    <a:pt x="486" y="170"/>
                  </a:cubicBezTo>
                  <a:cubicBezTo>
                    <a:pt x="504" y="165"/>
                    <a:pt x="504" y="165"/>
                    <a:pt x="504" y="165"/>
                  </a:cubicBezTo>
                  <a:cubicBezTo>
                    <a:pt x="522" y="161"/>
                    <a:pt x="522" y="161"/>
                    <a:pt x="522" y="161"/>
                  </a:cubicBezTo>
                  <a:cubicBezTo>
                    <a:pt x="540" y="157"/>
                    <a:pt x="540" y="157"/>
                    <a:pt x="540" y="157"/>
                  </a:cubicBezTo>
                  <a:cubicBezTo>
                    <a:pt x="558" y="153"/>
                    <a:pt x="558" y="153"/>
                    <a:pt x="558" y="153"/>
                  </a:cubicBezTo>
                  <a:cubicBezTo>
                    <a:pt x="576" y="148"/>
                    <a:pt x="576" y="148"/>
                    <a:pt x="576" y="148"/>
                  </a:cubicBezTo>
                  <a:cubicBezTo>
                    <a:pt x="594" y="144"/>
                    <a:pt x="594" y="144"/>
                    <a:pt x="594" y="144"/>
                  </a:cubicBezTo>
                  <a:cubicBezTo>
                    <a:pt x="612" y="140"/>
                    <a:pt x="612" y="140"/>
                    <a:pt x="612" y="140"/>
                  </a:cubicBezTo>
                  <a:cubicBezTo>
                    <a:pt x="630" y="135"/>
                    <a:pt x="630" y="135"/>
                    <a:pt x="630" y="135"/>
                  </a:cubicBezTo>
                  <a:cubicBezTo>
                    <a:pt x="648" y="131"/>
                    <a:pt x="648" y="131"/>
                    <a:pt x="648" y="131"/>
                  </a:cubicBezTo>
                  <a:cubicBezTo>
                    <a:pt x="666" y="126"/>
                    <a:pt x="666" y="126"/>
                    <a:pt x="666" y="126"/>
                  </a:cubicBezTo>
                  <a:cubicBezTo>
                    <a:pt x="684" y="122"/>
                    <a:pt x="684" y="122"/>
                    <a:pt x="684" y="122"/>
                  </a:cubicBezTo>
                  <a:cubicBezTo>
                    <a:pt x="702" y="118"/>
                    <a:pt x="702" y="118"/>
                    <a:pt x="702" y="118"/>
                  </a:cubicBezTo>
                  <a:cubicBezTo>
                    <a:pt x="720" y="114"/>
                    <a:pt x="720" y="114"/>
                    <a:pt x="720" y="114"/>
                  </a:cubicBezTo>
                  <a:cubicBezTo>
                    <a:pt x="738" y="110"/>
                    <a:pt x="738" y="110"/>
                    <a:pt x="738" y="110"/>
                  </a:cubicBezTo>
                  <a:cubicBezTo>
                    <a:pt x="756" y="105"/>
                    <a:pt x="756" y="105"/>
                    <a:pt x="756" y="105"/>
                  </a:cubicBezTo>
                  <a:cubicBezTo>
                    <a:pt x="774" y="101"/>
                    <a:pt x="774" y="101"/>
                    <a:pt x="774" y="101"/>
                  </a:cubicBezTo>
                  <a:cubicBezTo>
                    <a:pt x="792" y="97"/>
                    <a:pt x="792" y="97"/>
                    <a:pt x="792" y="97"/>
                  </a:cubicBezTo>
                  <a:cubicBezTo>
                    <a:pt x="810" y="93"/>
                    <a:pt x="810" y="93"/>
                    <a:pt x="810" y="93"/>
                  </a:cubicBezTo>
                  <a:cubicBezTo>
                    <a:pt x="828" y="90"/>
                    <a:pt x="828" y="90"/>
                    <a:pt x="828" y="90"/>
                  </a:cubicBezTo>
                  <a:cubicBezTo>
                    <a:pt x="846" y="86"/>
                    <a:pt x="846" y="86"/>
                    <a:pt x="846" y="86"/>
                  </a:cubicBezTo>
                  <a:cubicBezTo>
                    <a:pt x="864" y="82"/>
                    <a:pt x="864" y="82"/>
                    <a:pt x="864" y="82"/>
                  </a:cubicBezTo>
                  <a:cubicBezTo>
                    <a:pt x="882" y="78"/>
                    <a:pt x="882" y="78"/>
                    <a:pt x="882" y="78"/>
                  </a:cubicBezTo>
                  <a:cubicBezTo>
                    <a:pt x="900" y="75"/>
                    <a:pt x="900" y="75"/>
                    <a:pt x="900" y="75"/>
                  </a:cubicBezTo>
                  <a:cubicBezTo>
                    <a:pt x="918" y="71"/>
                    <a:pt x="918" y="71"/>
                    <a:pt x="918" y="71"/>
                  </a:cubicBezTo>
                  <a:cubicBezTo>
                    <a:pt x="936" y="68"/>
                    <a:pt x="936" y="68"/>
                    <a:pt x="936" y="68"/>
                  </a:cubicBezTo>
                  <a:cubicBezTo>
                    <a:pt x="954" y="65"/>
                    <a:pt x="954" y="65"/>
                    <a:pt x="954" y="65"/>
                  </a:cubicBezTo>
                  <a:cubicBezTo>
                    <a:pt x="972" y="62"/>
                    <a:pt x="972" y="62"/>
                    <a:pt x="972" y="62"/>
                  </a:cubicBezTo>
                  <a:cubicBezTo>
                    <a:pt x="990" y="58"/>
                    <a:pt x="990" y="58"/>
                    <a:pt x="990" y="58"/>
                  </a:cubicBezTo>
                  <a:cubicBezTo>
                    <a:pt x="1008" y="55"/>
                    <a:pt x="1008" y="55"/>
                    <a:pt x="1008" y="55"/>
                  </a:cubicBezTo>
                  <a:cubicBezTo>
                    <a:pt x="1026" y="53"/>
                    <a:pt x="1026" y="53"/>
                    <a:pt x="1026" y="53"/>
                  </a:cubicBezTo>
                  <a:cubicBezTo>
                    <a:pt x="1044" y="50"/>
                    <a:pt x="1044" y="50"/>
                    <a:pt x="1044" y="50"/>
                  </a:cubicBezTo>
                  <a:cubicBezTo>
                    <a:pt x="1062" y="47"/>
                    <a:pt x="1062" y="47"/>
                    <a:pt x="1062" y="47"/>
                  </a:cubicBezTo>
                  <a:cubicBezTo>
                    <a:pt x="1080" y="44"/>
                    <a:pt x="1080" y="44"/>
                    <a:pt x="1080" y="44"/>
                  </a:cubicBezTo>
                  <a:cubicBezTo>
                    <a:pt x="1098" y="42"/>
                    <a:pt x="1098" y="42"/>
                    <a:pt x="1098" y="42"/>
                  </a:cubicBezTo>
                  <a:cubicBezTo>
                    <a:pt x="1116" y="40"/>
                    <a:pt x="1116" y="40"/>
                    <a:pt x="1116" y="40"/>
                  </a:cubicBezTo>
                  <a:cubicBezTo>
                    <a:pt x="1134" y="37"/>
                    <a:pt x="1134" y="37"/>
                    <a:pt x="1134" y="37"/>
                  </a:cubicBezTo>
                  <a:cubicBezTo>
                    <a:pt x="1152" y="35"/>
                    <a:pt x="1152" y="35"/>
                    <a:pt x="1152" y="35"/>
                  </a:cubicBezTo>
                  <a:cubicBezTo>
                    <a:pt x="1170" y="33"/>
                    <a:pt x="1170" y="33"/>
                    <a:pt x="1170" y="33"/>
                  </a:cubicBezTo>
                  <a:cubicBezTo>
                    <a:pt x="1188" y="31"/>
                    <a:pt x="1188" y="31"/>
                    <a:pt x="1188" y="31"/>
                  </a:cubicBezTo>
                  <a:cubicBezTo>
                    <a:pt x="1206" y="29"/>
                    <a:pt x="1206" y="29"/>
                    <a:pt x="1206" y="29"/>
                  </a:cubicBezTo>
                  <a:cubicBezTo>
                    <a:pt x="1224" y="27"/>
                    <a:pt x="1224" y="27"/>
                    <a:pt x="1224" y="27"/>
                  </a:cubicBezTo>
                  <a:cubicBezTo>
                    <a:pt x="1242" y="25"/>
                    <a:pt x="1242" y="25"/>
                    <a:pt x="1242" y="25"/>
                  </a:cubicBezTo>
                  <a:cubicBezTo>
                    <a:pt x="1260" y="23"/>
                    <a:pt x="1260" y="23"/>
                    <a:pt x="1260" y="23"/>
                  </a:cubicBezTo>
                  <a:cubicBezTo>
                    <a:pt x="1278" y="22"/>
                    <a:pt x="1278" y="22"/>
                    <a:pt x="1278" y="22"/>
                  </a:cubicBezTo>
                  <a:cubicBezTo>
                    <a:pt x="1296" y="20"/>
                    <a:pt x="1296" y="20"/>
                    <a:pt x="1296" y="20"/>
                  </a:cubicBezTo>
                  <a:cubicBezTo>
                    <a:pt x="1314" y="19"/>
                    <a:pt x="1314" y="19"/>
                    <a:pt x="1314" y="19"/>
                  </a:cubicBezTo>
                  <a:cubicBezTo>
                    <a:pt x="1332" y="17"/>
                    <a:pt x="1332" y="17"/>
                    <a:pt x="1332" y="17"/>
                  </a:cubicBezTo>
                  <a:cubicBezTo>
                    <a:pt x="1350" y="16"/>
                    <a:pt x="1350" y="16"/>
                    <a:pt x="1350" y="16"/>
                  </a:cubicBezTo>
                  <a:cubicBezTo>
                    <a:pt x="1368" y="15"/>
                    <a:pt x="1368" y="15"/>
                    <a:pt x="1368" y="15"/>
                  </a:cubicBezTo>
                  <a:cubicBezTo>
                    <a:pt x="1386" y="14"/>
                    <a:pt x="1386" y="14"/>
                    <a:pt x="1386" y="14"/>
                  </a:cubicBezTo>
                  <a:cubicBezTo>
                    <a:pt x="1404" y="13"/>
                    <a:pt x="1404" y="13"/>
                    <a:pt x="1404" y="13"/>
                  </a:cubicBezTo>
                  <a:cubicBezTo>
                    <a:pt x="1422" y="11"/>
                    <a:pt x="1422" y="11"/>
                    <a:pt x="1422" y="11"/>
                  </a:cubicBezTo>
                  <a:cubicBezTo>
                    <a:pt x="1440" y="10"/>
                    <a:pt x="1440" y="10"/>
                    <a:pt x="1440" y="10"/>
                  </a:cubicBezTo>
                  <a:cubicBezTo>
                    <a:pt x="1458" y="10"/>
                    <a:pt x="1458" y="10"/>
                    <a:pt x="1458" y="10"/>
                  </a:cubicBezTo>
                  <a:cubicBezTo>
                    <a:pt x="1476" y="9"/>
                    <a:pt x="1476" y="9"/>
                    <a:pt x="1476" y="9"/>
                  </a:cubicBezTo>
                  <a:cubicBezTo>
                    <a:pt x="1494" y="8"/>
                    <a:pt x="1494" y="8"/>
                    <a:pt x="1494" y="8"/>
                  </a:cubicBezTo>
                  <a:cubicBezTo>
                    <a:pt x="1512" y="7"/>
                    <a:pt x="1512" y="7"/>
                    <a:pt x="1512" y="7"/>
                  </a:cubicBezTo>
                  <a:cubicBezTo>
                    <a:pt x="1530" y="6"/>
                    <a:pt x="1530" y="6"/>
                    <a:pt x="1530" y="6"/>
                  </a:cubicBezTo>
                  <a:cubicBezTo>
                    <a:pt x="1548" y="6"/>
                    <a:pt x="1548" y="6"/>
                    <a:pt x="1548" y="6"/>
                  </a:cubicBezTo>
                  <a:cubicBezTo>
                    <a:pt x="1566" y="5"/>
                    <a:pt x="1566" y="5"/>
                    <a:pt x="1566" y="5"/>
                  </a:cubicBezTo>
                  <a:cubicBezTo>
                    <a:pt x="1584" y="4"/>
                    <a:pt x="1584" y="4"/>
                    <a:pt x="1584" y="4"/>
                  </a:cubicBezTo>
                  <a:cubicBezTo>
                    <a:pt x="1602" y="4"/>
                    <a:pt x="1602" y="4"/>
                    <a:pt x="1602" y="4"/>
                  </a:cubicBezTo>
                  <a:cubicBezTo>
                    <a:pt x="1620" y="3"/>
                    <a:pt x="1620" y="3"/>
                    <a:pt x="1620" y="3"/>
                  </a:cubicBezTo>
                  <a:cubicBezTo>
                    <a:pt x="1638" y="3"/>
                    <a:pt x="1638" y="3"/>
                    <a:pt x="1638" y="3"/>
                  </a:cubicBezTo>
                  <a:cubicBezTo>
                    <a:pt x="1656" y="2"/>
                    <a:pt x="1656" y="2"/>
                    <a:pt x="1656" y="2"/>
                  </a:cubicBezTo>
                  <a:cubicBezTo>
                    <a:pt x="1674" y="2"/>
                    <a:pt x="1674" y="2"/>
                    <a:pt x="1674" y="2"/>
                  </a:cubicBezTo>
                  <a:cubicBezTo>
                    <a:pt x="1692" y="1"/>
                    <a:pt x="1692" y="1"/>
                    <a:pt x="1692" y="1"/>
                  </a:cubicBezTo>
                  <a:cubicBezTo>
                    <a:pt x="1710" y="1"/>
                    <a:pt x="1710" y="1"/>
                    <a:pt x="1710" y="1"/>
                  </a:cubicBezTo>
                  <a:cubicBezTo>
                    <a:pt x="1728" y="1"/>
                    <a:pt x="1728" y="1"/>
                    <a:pt x="1728" y="1"/>
                  </a:cubicBezTo>
                  <a:cubicBezTo>
                    <a:pt x="1746" y="0"/>
                    <a:pt x="1746" y="0"/>
                    <a:pt x="1746" y="0"/>
                  </a:cubicBezTo>
                  <a:cubicBezTo>
                    <a:pt x="1764" y="0"/>
                    <a:pt x="1764" y="0"/>
                    <a:pt x="1764" y="0"/>
                  </a:cubicBezTo>
                  <a:cubicBezTo>
                    <a:pt x="1782" y="0"/>
                    <a:pt x="1782" y="0"/>
                    <a:pt x="1782" y="0"/>
                  </a:cubicBezTo>
                  <a:cubicBezTo>
                    <a:pt x="1800" y="0"/>
                    <a:pt x="1800" y="0"/>
                    <a:pt x="1800" y="0"/>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97353" name="Object 95">
              <a:extLst>
                <a:ext uri="{FF2B5EF4-FFF2-40B4-BE49-F238E27FC236}">
                  <a16:creationId xmlns:a16="http://schemas.microsoft.com/office/drawing/2014/main" id="{992FEF01-95A2-44E8-843B-BF2311315031}"/>
                </a:ext>
              </a:extLst>
            </p:cNvPr>
            <p:cNvGraphicFramePr>
              <a:graphicFrameLocks/>
            </p:cNvGraphicFramePr>
            <p:nvPr/>
          </p:nvGraphicFramePr>
          <p:xfrm>
            <a:off x="4025" y="4151"/>
            <a:ext cx="122" cy="169"/>
          </p:xfrm>
          <a:graphic>
            <a:graphicData uri="http://schemas.openxmlformats.org/presentationml/2006/ole">
              <mc:AlternateContent xmlns:mc="http://schemas.openxmlformats.org/markup-compatibility/2006">
                <mc:Choice xmlns:v="urn:schemas-microsoft-com:vml" Requires="v">
                  <p:oleObj spid="_x0000_s97405" r:id="rId9" imgW="126725" imgH="177415" progId="Equation.DSMT4">
                    <p:embed/>
                  </p:oleObj>
                </mc:Choice>
                <mc:Fallback>
                  <p:oleObj r:id="rId9" imgW="126725" imgH="177415" progId="Equation.DSMT4">
                    <p:embed/>
                    <p:pic>
                      <p:nvPicPr>
                        <p:cNvPr id="0" name="Object 9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25" y="4151"/>
                          <a:ext cx="122"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354" name="Object 99">
              <a:extLst>
                <a:ext uri="{FF2B5EF4-FFF2-40B4-BE49-F238E27FC236}">
                  <a16:creationId xmlns:a16="http://schemas.microsoft.com/office/drawing/2014/main" id="{2E6FCBAD-A6CD-41EC-A081-54AE58753B45}"/>
                </a:ext>
              </a:extLst>
            </p:cNvPr>
            <p:cNvGraphicFramePr>
              <a:graphicFrameLocks/>
            </p:cNvGraphicFramePr>
            <p:nvPr/>
          </p:nvGraphicFramePr>
          <p:xfrm>
            <a:off x="967" y="4169"/>
            <a:ext cx="121" cy="133"/>
          </p:xfrm>
          <a:graphic>
            <a:graphicData uri="http://schemas.openxmlformats.org/presentationml/2006/ole">
              <mc:AlternateContent xmlns:mc="http://schemas.openxmlformats.org/markup-compatibility/2006">
                <mc:Choice xmlns:v="urn:schemas-microsoft-com:vml" Requires="v">
                  <p:oleObj spid="_x0000_s97406" r:id="rId11" imgW="126725" imgH="139397" progId="Equation.DSMT4">
                    <p:embed/>
                  </p:oleObj>
                </mc:Choice>
                <mc:Fallback>
                  <p:oleObj r:id="rId11" imgW="126725" imgH="139397" progId="Equation.DSMT4">
                    <p:embed/>
                    <p:pic>
                      <p:nvPicPr>
                        <p:cNvPr id="0" name="Object 9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7" y="4169"/>
                          <a:ext cx="121"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355" name="Object 100">
              <a:extLst>
                <a:ext uri="{FF2B5EF4-FFF2-40B4-BE49-F238E27FC236}">
                  <a16:creationId xmlns:a16="http://schemas.microsoft.com/office/drawing/2014/main" id="{EA4178EF-E56D-4F57-AC5F-D7BB12EC9E50}"/>
                </a:ext>
              </a:extLst>
            </p:cNvPr>
            <p:cNvGraphicFramePr>
              <a:graphicFrameLocks/>
            </p:cNvGraphicFramePr>
            <p:nvPr/>
          </p:nvGraphicFramePr>
          <p:xfrm>
            <a:off x="2423" y="3438"/>
            <a:ext cx="303" cy="169"/>
          </p:xfrm>
          <a:graphic>
            <a:graphicData uri="http://schemas.openxmlformats.org/presentationml/2006/ole">
              <mc:AlternateContent xmlns:mc="http://schemas.openxmlformats.org/markup-compatibility/2006">
                <mc:Choice xmlns:v="urn:schemas-microsoft-com:vml" Requires="v">
                  <p:oleObj spid="_x0000_s97407" r:id="rId13" imgW="316950" imgH="177492" progId="Equation.DSMT4">
                    <p:embed/>
                  </p:oleObj>
                </mc:Choice>
                <mc:Fallback>
                  <p:oleObj r:id="rId13" imgW="316950" imgH="177492" progId="Equation.DSMT4">
                    <p:embed/>
                    <p:pic>
                      <p:nvPicPr>
                        <p:cNvPr id="0" name="Object 10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23" y="3438"/>
                          <a:ext cx="30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356" name="Object 101">
              <a:extLst>
                <a:ext uri="{FF2B5EF4-FFF2-40B4-BE49-F238E27FC236}">
                  <a16:creationId xmlns:a16="http://schemas.microsoft.com/office/drawing/2014/main" id="{7BCEAD1C-D3DA-46FC-94E6-27D0BAF6153F}"/>
                </a:ext>
              </a:extLst>
            </p:cNvPr>
            <p:cNvGraphicFramePr>
              <a:graphicFrameLocks/>
            </p:cNvGraphicFramePr>
            <p:nvPr/>
          </p:nvGraphicFramePr>
          <p:xfrm>
            <a:off x="4246" y="3724"/>
            <a:ext cx="364" cy="169"/>
          </p:xfrm>
          <a:graphic>
            <a:graphicData uri="http://schemas.openxmlformats.org/presentationml/2006/ole">
              <mc:AlternateContent xmlns:mc="http://schemas.openxmlformats.org/markup-compatibility/2006">
                <mc:Choice xmlns:v="urn:schemas-microsoft-com:vml" Requires="v">
                  <p:oleObj spid="_x0000_s97408" r:id="rId15" imgW="380340" imgH="177492" progId="Equation.DSMT4">
                    <p:embed/>
                  </p:oleObj>
                </mc:Choice>
                <mc:Fallback>
                  <p:oleObj r:id="rId15" imgW="380340" imgH="177492" progId="Equation.DSMT4">
                    <p:embed/>
                    <p:pic>
                      <p:nvPicPr>
                        <p:cNvPr id="0" name="Object 10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46" y="3724"/>
                          <a:ext cx="36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357" name="Line 102">
              <a:extLst>
                <a:ext uri="{FF2B5EF4-FFF2-40B4-BE49-F238E27FC236}">
                  <a16:creationId xmlns:a16="http://schemas.microsoft.com/office/drawing/2014/main" id="{EAC43618-4CC3-4F39-8CF3-72F1ECEFBA94}"/>
                </a:ext>
              </a:extLst>
            </p:cNvPr>
            <p:cNvSpPr>
              <a:spLocks noChangeShapeType="1"/>
            </p:cNvSpPr>
            <p:nvPr/>
          </p:nvSpPr>
          <p:spPr bwMode="auto">
            <a:xfrm>
              <a:off x="960" y="3981"/>
              <a:ext cx="0" cy="192"/>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7358" name="Line 103">
              <a:extLst>
                <a:ext uri="{FF2B5EF4-FFF2-40B4-BE49-F238E27FC236}">
                  <a16:creationId xmlns:a16="http://schemas.microsoft.com/office/drawing/2014/main" id="{06ADED87-896A-4E7E-B2E3-60EB6B5FA759}"/>
                </a:ext>
              </a:extLst>
            </p:cNvPr>
            <p:cNvSpPr>
              <a:spLocks noChangeShapeType="1"/>
            </p:cNvSpPr>
            <p:nvPr/>
          </p:nvSpPr>
          <p:spPr bwMode="auto">
            <a:xfrm>
              <a:off x="4057" y="3966"/>
              <a:ext cx="0" cy="192"/>
            </a:xfrm>
            <a:prstGeom prst="line">
              <a:avLst/>
            </a:prstGeom>
            <a:noFill/>
            <a:ln w="19050">
              <a:solidFill>
                <a:schemeClr val="accent2"/>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7359" name="Object 104">
              <a:extLst>
                <a:ext uri="{FF2B5EF4-FFF2-40B4-BE49-F238E27FC236}">
                  <a16:creationId xmlns:a16="http://schemas.microsoft.com/office/drawing/2014/main" id="{23B60B01-7651-421B-9C7A-49D54BD9F62C}"/>
                </a:ext>
              </a:extLst>
            </p:cNvPr>
            <p:cNvGraphicFramePr>
              <a:graphicFrameLocks/>
            </p:cNvGraphicFramePr>
            <p:nvPr/>
          </p:nvGraphicFramePr>
          <p:xfrm>
            <a:off x="423" y="3680"/>
            <a:ext cx="364" cy="169"/>
          </p:xfrm>
          <a:graphic>
            <a:graphicData uri="http://schemas.openxmlformats.org/presentationml/2006/ole">
              <mc:AlternateContent xmlns:mc="http://schemas.openxmlformats.org/markup-compatibility/2006">
                <mc:Choice xmlns:v="urn:schemas-microsoft-com:vml" Requires="v">
                  <p:oleObj spid="_x0000_s97409" r:id="rId17" imgW="380340" imgH="177492" progId="Equation.DSMT4">
                    <p:embed/>
                  </p:oleObj>
                </mc:Choice>
                <mc:Fallback>
                  <p:oleObj r:id="rId17" imgW="380340" imgH="177492" progId="Equation.DSMT4">
                    <p:embed/>
                    <p:pic>
                      <p:nvPicPr>
                        <p:cNvPr id="0" name="Object 10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3" y="3680"/>
                          <a:ext cx="36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360" name="Line 106">
              <a:extLst>
                <a:ext uri="{FF2B5EF4-FFF2-40B4-BE49-F238E27FC236}">
                  <a16:creationId xmlns:a16="http://schemas.microsoft.com/office/drawing/2014/main" id="{8E18CCF5-C473-425A-8887-B484DE98AF50}"/>
                </a:ext>
              </a:extLst>
            </p:cNvPr>
            <p:cNvSpPr>
              <a:spLocks noChangeShapeType="1"/>
            </p:cNvSpPr>
            <p:nvPr/>
          </p:nvSpPr>
          <p:spPr bwMode="auto">
            <a:xfrm flipH="1">
              <a:off x="4164" y="3890"/>
              <a:ext cx="171" cy="182"/>
            </a:xfrm>
            <a:prstGeom prst="line">
              <a:avLst/>
            </a:prstGeom>
            <a:noFill/>
            <a:ln w="19050">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97361" name="Line 107">
              <a:extLst>
                <a:ext uri="{FF2B5EF4-FFF2-40B4-BE49-F238E27FC236}">
                  <a16:creationId xmlns:a16="http://schemas.microsoft.com/office/drawing/2014/main" id="{73D09DF4-DEFD-4B5A-AC5E-81BAA33DF745}"/>
                </a:ext>
              </a:extLst>
            </p:cNvPr>
            <p:cNvSpPr>
              <a:spLocks noChangeShapeType="1"/>
            </p:cNvSpPr>
            <p:nvPr/>
          </p:nvSpPr>
          <p:spPr bwMode="auto">
            <a:xfrm>
              <a:off x="677" y="3870"/>
              <a:ext cx="192" cy="202"/>
            </a:xfrm>
            <a:prstGeom prst="line">
              <a:avLst/>
            </a:prstGeom>
            <a:noFill/>
            <a:ln w="19050">
              <a:solidFill>
                <a:schemeClr val="accent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97287" name="Group 111">
            <a:extLst>
              <a:ext uri="{FF2B5EF4-FFF2-40B4-BE49-F238E27FC236}">
                <a16:creationId xmlns:a16="http://schemas.microsoft.com/office/drawing/2014/main" id="{46BEDA27-4755-4E04-8A94-2CBBB5B954E6}"/>
              </a:ext>
            </a:extLst>
          </p:cNvPr>
          <p:cNvGrpSpPr>
            <a:grpSpLocks/>
          </p:cNvGrpSpPr>
          <p:nvPr/>
        </p:nvGrpSpPr>
        <p:grpSpPr bwMode="auto">
          <a:xfrm>
            <a:off x="1627188" y="3509963"/>
            <a:ext cx="5888037" cy="1574800"/>
            <a:chOff x="575" y="2281"/>
            <a:chExt cx="3305" cy="1467"/>
          </a:xfrm>
        </p:grpSpPr>
        <p:sp>
          <p:nvSpPr>
            <p:cNvPr id="97288" name="Line 12">
              <a:extLst>
                <a:ext uri="{FF2B5EF4-FFF2-40B4-BE49-F238E27FC236}">
                  <a16:creationId xmlns:a16="http://schemas.microsoft.com/office/drawing/2014/main" id="{7CF190EE-0838-42FF-BB19-71A80B004824}"/>
                </a:ext>
              </a:extLst>
            </p:cNvPr>
            <p:cNvSpPr>
              <a:spLocks noChangeShapeType="1"/>
            </p:cNvSpPr>
            <p:nvPr/>
          </p:nvSpPr>
          <p:spPr bwMode="auto">
            <a:xfrm flipV="1">
              <a:off x="700" y="2891"/>
              <a:ext cx="0" cy="313"/>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9" name="Line 13">
              <a:extLst>
                <a:ext uri="{FF2B5EF4-FFF2-40B4-BE49-F238E27FC236}">
                  <a16:creationId xmlns:a16="http://schemas.microsoft.com/office/drawing/2014/main" id="{727BEB0B-6FF0-464B-95F2-0EDF0668C5C8}"/>
                </a:ext>
              </a:extLst>
            </p:cNvPr>
            <p:cNvSpPr>
              <a:spLocks noChangeShapeType="1"/>
            </p:cNvSpPr>
            <p:nvPr/>
          </p:nvSpPr>
          <p:spPr bwMode="auto">
            <a:xfrm flipV="1">
              <a:off x="754" y="2761"/>
              <a:ext cx="0" cy="514"/>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0" name="Line 14">
              <a:extLst>
                <a:ext uri="{FF2B5EF4-FFF2-40B4-BE49-F238E27FC236}">
                  <a16:creationId xmlns:a16="http://schemas.microsoft.com/office/drawing/2014/main" id="{8EE2CC11-8315-43A3-B4FC-C2A6BD27B089}"/>
                </a:ext>
              </a:extLst>
            </p:cNvPr>
            <p:cNvSpPr>
              <a:spLocks noChangeShapeType="1"/>
            </p:cNvSpPr>
            <p:nvPr/>
          </p:nvSpPr>
          <p:spPr bwMode="auto">
            <a:xfrm flipV="1">
              <a:off x="808" y="2651"/>
              <a:ext cx="0" cy="68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1" name="Line 15">
              <a:extLst>
                <a:ext uri="{FF2B5EF4-FFF2-40B4-BE49-F238E27FC236}">
                  <a16:creationId xmlns:a16="http://schemas.microsoft.com/office/drawing/2014/main" id="{7A1799AD-A229-4565-A7FF-68CBDEDA1066}"/>
                </a:ext>
              </a:extLst>
            </p:cNvPr>
            <p:cNvSpPr>
              <a:spLocks noChangeShapeType="1"/>
            </p:cNvSpPr>
            <p:nvPr/>
          </p:nvSpPr>
          <p:spPr bwMode="auto">
            <a:xfrm flipV="1">
              <a:off x="862" y="2521"/>
              <a:ext cx="0" cy="62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2" name="Line 16">
              <a:extLst>
                <a:ext uri="{FF2B5EF4-FFF2-40B4-BE49-F238E27FC236}">
                  <a16:creationId xmlns:a16="http://schemas.microsoft.com/office/drawing/2014/main" id="{91014D8B-75B0-42C6-9EB6-82D01658C53F}"/>
                </a:ext>
              </a:extLst>
            </p:cNvPr>
            <p:cNvSpPr>
              <a:spLocks noChangeShapeType="1"/>
            </p:cNvSpPr>
            <p:nvPr/>
          </p:nvSpPr>
          <p:spPr bwMode="auto">
            <a:xfrm flipV="1">
              <a:off x="916" y="2681"/>
              <a:ext cx="0" cy="434"/>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3" name="Line 17">
              <a:extLst>
                <a:ext uri="{FF2B5EF4-FFF2-40B4-BE49-F238E27FC236}">
                  <a16:creationId xmlns:a16="http://schemas.microsoft.com/office/drawing/2014/main" id="{AA80BBC4-DC05-4ACF-A795-0DCBF28DC06E}"/>
                </a:ext>
              </a:extLst>
            </p:cNvPr>
            <p:cNvSpPr>
              <a:spLocks noChangeShapeType="1"/>
            </p:cNvSpPr>
            <p:nvPr/>
          </p:nvSpPr>
          <p:spPr bwMode="auto">
            <a:xfrm flipV="1">
              <a:off x="970" y="2601"/>
              <a:ext cx="0" cy="82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4" name="Line 18">
              <a:extLst>
                <a:ext uri="{FF2B5EF4-FFF2-40B4-BE49-F238E27FC236}">
                  <a16:creationId xmlns:a16="http://schemas.microsoft.com/office/drawing/2014/main" id="{078BD9CE-8D25-48BC-B0CA-D969B088AD20}"/>
                </a:ext>
              </a:extLst>
            </p:cNvPr>
            <p:cNvSpPr>
              <a:spLocks noChangeShapeType="1"/>
            </p:cNvSpPr>
            <p:nvPr/>
          </p:nvSpPr>
          <p:spPr bwMode="auto">
            <a:xfrm flipV="1">
              <a:off x="1024" y="2891"/>
              <a:ext cx="0" cy="333"/>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5" name="Line 19">
              <a:extLst>
                <a:ext uri="{FF2B5EF4-FFF2-40B4-BE49-F238E27FC236}">
                  <a16:creationId xmlns:a16="http://schemas.microsoft.com/office/drawing/2014/main" id="{57A9F81B-7734-44A1-B53C-FFBFD8FCD42F}"/>
                </a:ext>
              </a:extLst>
            </p:cNvPr>
            <p:cNvSpPr>
              <a:spLocks noChangeShapeType="1"/>
            </p:cNvSpPr>
            <p:nvPr/>
          </p:nvSpPr>
          <p:spPr bwMode="auto">
            <a:xfrm flipV="1">
              <a:off x="1078" y="2794"/>
              <a:ext cx="0" cy="47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6" name="Line 20">
              <a:extLst>
                <a:ext uri="{FF2B5EF4-FFF2-40B4-BE49-F238E27FC236}">
                  <a16:creationId xmlns:a16="http://schemas.microsoft.com/office/drawing/2014/main" id="{825B0F9C-2F41-42BE-AC16-B8164FC929A9}"/>
                </a:ext>
              </a:extLst>
            </p:cNvPr>
            <p:cNvSpPr>
              <a:spLocks noChangeShapeType="1"/>
            </p:cNvSpPr>
            <p:nvPr/>
          </p:nvSpPr>
          <p:spPr bwMode="auto">
            <a:xfrm flipV="1">
              <a:off x="1132" y="2400"/>
              <a:ext cx="0" cy="88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7" name="Line 22">
              <a:extLst>
                <a:ext uri="{FF2B5EF4-FFF2-40B4-BE49-F238E27FC236}">
                  <a16:creationId xmlns:a16="http://schemas.microsoft.com/office/drawing/2014/main" id="{C0A2B23E-7B65-41D3-B78D-0E0F6E8E80E0}"/>
                </a:ext>
              </a:extLst>
            </p:cNvPr>
            <p:cNvSpPr>
              <a:spLocks noChangeShapeType="1"/>
            </p:cNvSpPr>
            <p:nvPr/>
          </p:nvSpPr>
          <p:spPr bwMode="auto">
            <a:xfrm flipV="1">
              <a:off x="1200" y="2861"/>
              <a:ext cx="0" cy="394"/>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8" name="Line 23">
              <a:extLst>
                <a:ext uri="{FF2B5EF4-FFF2-40B4-BE49-F238E27FC236}">
                  <a16:creationId xmlns:a16="http://schemas.microsoft.com/office/drawing/2014/main" id="{5C756B27-41B5-4D94-9B9F-83D405F76A48}"/>
                </a:ext>
              </a:extLst>
            </p:cNvPr>
            <p:cNvSpPr>
              <a:spLocks noChangeShapeType="1"/>
            </p:cNvSpPr>
            <p:nvPr/>
          </p:nvSpPr>
          <p:spPr bwMode="auto">
            <a:xfrm flipV="1">
              <a:off x="1254" y="2761"/>
              <a:ext cx="0" cy="52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9" name="Line 24">
              <a:extLst>
                <a:ext uri="{FF2B5EF4-FFF2-40B4-BE49-F238E27FC236}">
                  <a16:creationId xmlns:a16="http://schemas.microsoft.com/office/drawing/2014/main" id="{460FCA47-3931-432A-9FC8-DF7BBD56A46F}"/>
                </a:ext>
              </a:extLst>
            </p:cNvPr>
            <p:cNvSpPr>
              <a:spLocks noChangeShapeType="1"/>
            </p:cNvSpPr>
            <p:nvPr/>
          </p:nvSpPr>
          <p:spPr bwMode="auto">
            <a:xfrm flipV="1">
              <a:off x="1308" y="2491"/>
              <a:ext cx="0" cy="95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0" name="Line 25">
              <a:extLst>
                <a:ext uri="{FF2B5EF4-FFF2-40B4-BE49-F238E27FC236}">
                  <a16:creationId xmlns:a16="http://schemas.microsoft.com/office/drawing/2014/main" id="{522186B8-D17F-4C95-A764-0DC954910941}"/>
                </a:ext>
              </a:extLst>
            </p:cNvPr>
            <p:cNvSpPr>
              <a:spLocks noChangeShapeType="1"/>
            </p:cNvSpPr>
            <p:nvPr/>
          </p:nvSpPr>
          <p:spPr bwMode="auto">
            <a:xfrm flipV="1">
              <a:off x="1362" y="2381"/>
              <a:ext cx="0" cy="97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1" name="Line 26">
              <a:extLst>
                <a:ext uri="{FF2B5EF4-FFF2-40B4-BE49-F238E27FC236}">
                  <a16:creationId xmlns:a16="http://schemas.microsoft.com/office/drawing/2014/main" id="{42EA156B-CAAD-4DEE-BEC0-D6351E691B28}"/>
                </a:ext>
              </a:extLst>
            </p:cNvPr>
            <p:cNvSpPr>
              <a:spLocks noChangeShapeType="1"/>
            </p:cNvSpPr>
            <p:nvPr/>
          </p:nvSpPr>
          <p:spPr bwMode="auto">
            <a:xfrm flipV="1">
              <a:off x="1416" y="2851"/>
              <a:ext cx="0" cy="373"/>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2" name="Line 27">
              <a:extLst>
                <a:ext uri="{FF2B5EF4-FFF2-40B4-BE49-F238E27FC236}">
                  <a16:creationId xmlns:a16="http://schemas.microsoft.com/office/drawing/2014/main" id="{07ADA785-4117-4871-A23D-23B9D361B6CF}"/>
                </a:ext>
              </a:extLst>
            </p:cNvPr>
            <p:cNvSpPr>
              <a:spLocks noChangeShapeType="1"/>
            </p:cNvSpPr>
            <p:nvPr/>
          </p:nvSpPr>
          <p:spPr bwMode="auto">
            <a:xfrm flipV="1">
              <a:off x="1470" y="2941"/>
              <a:ext cx="0" cy="373"/>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3" name="Line 28">
              <a:extLst>
                <a:ext uri="{FF2B5EF4-FFF2-40B4-BE49-F238E27FC236}">
                  <a16:creationId xmlns:a16="http://schemas.microsoft.com/office/drawing/2014/main" id="{A623923A-0737-49D9-B4D1-ADEA0CD8575E}"/>
                </a:ext>
              </a:extLst>
            </p:cNvPr>
            <p:cNvSpPr>
              <a:spLocks noChangeShapeType="1"/>
            </p:cNvSpPr>
            <p:nvPr/>
          </p:nvSpPr>
          <p:spPr bwMode="auto">
            <a:xfrm flipV="1">
              <a:off x="1524" y="2602"/>
              <a:ext cx="0" cy="65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4" name="Line 29">
              <a:extLst>
                <a:ext uri="{FF2B5EF4-FFF2-40B4-BE49-F238E27FC236}">
                  <a16:creationId xmlns:a16="http://schemas.microsoft.com/office/drawing/2014/main" id="{3F454147-672A-4DD7-9D62-0D4AE1074C9F}"/>
                </a:ext>
              </a:extLst>
            </p:cNvPr>
            <p:cNvSpPr>
              <a:spLocks noChangeShapeType="1"/>
            </p:cNvSpPr>
            <p:nvPr/>
          </p:nvSpPr>
          <p:spPr bwMode="auto">
            <a:xfrm flipV="1">
              <a:off x="1578" y="3121"/>
              <a:ext cx="0" cy="272"/>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5" name="Line 30">
              <a:extLst>
                <a:ext uri="{FF2B5EF4-FFF2-40B4-BE49-F238E27FC236}">
                  <a16:creationId xmlns:a16="http://schemas.microsoft.com/office/drawing/2014/main" id="{7F9BCAC6-CF86-4E7A-B1B8-5A4ED3607DEA}"/>
                </a:ext>
              </a:extLst>
            </p:cNvPr>
            <p:cNvSpPr>
              <a:spLocks noChangeShapeType="1"/>
            </p:cNvSpPr>
            <p:nvPr/>
          </p:nvSpPr>
          <p:spPr bwMode="auto">
            <a:xfrm flipV="1">
              <a:off x="1632" y="2391"/>
              <a:ext cx="0" cy="88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6" name="Line 32">
              <a:extLst>
                <a:ext uri="{FF2B5EF4-FFF2-40B4-BE49-F238E27FC236}">
                  <a16:creationId xmlns:a16="http://schemas.microsoft.com/office/drawing/2014/main" id="{B18B5383-6B21-4061-A354-669558D011DA}"/>
                </a:ext>
              </a:extLst>
            </p:cNvPr>
            <p:cNvSpPr>
              <a:spLocks noChangeShapeType="1"/>
            </p:cNvSpPr>
            <p:nvPr/>
          </p:nvSpPr>
          <p:spPr bwMode="auto">
            <a:xfrm flipV="1">
              <a:off x="1690" y="2721"/>
              <a:ext cx="0" cy="61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7" name="Line 33">
              <a:extLst>
                <a:ext uri="{FF2B5EF4-FFF2-40B4-BE49-F238E27FC236}">
                  <a16:creationId xmlns:a16="http://schemas.microsoft.com/office/drawing/2014/main" id="{4D3730CB-1D65-42BB-9EA6-C957AFBACEAC}"/>
                </a:ext>
              </a:extLst>
            </p:cNvPr>
            <p:cNvSpPr>
              <a:spLocks noChangeShapeType="1"/>
            </p:cNvSpPr>
            <p:nvPr/>
          </p:nvSpPr>
          <p:spPr bwMode="auto">
            <a:xfrm flipV="1">
              <a:off x="1744" y="2651"/>
              <a:ext cx="0" cy="63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8" name="Line 34">
              <a:extLst>
                <a:ext uri="{FF2B5EF4-FFF2-40B4-BE49-F238E27FC236}">
                  <a16:creationId xmlns:a16="http://schemas.microsoft.com/office/drawing/2014/main" id="{F6D87500-0048-444D-8B2D-F29A09BACA77}"/>
                </a:ext>
              </a:extLst>
            </p:cNvPr>
            <p:cNvSpPr>
              <a:spLocks noChangeShapeType="1"/>
            </p:cNvSpPr>
            <p:nvPr/>
          </p:nvSpPr>
          <p:spPr bwMode="auto">
            <a:xfrm flipV="1">
              <a:off x="1798" y="2591"/>
              <a:ext cx="0" cy="72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9" name="Line 35">
              <a:extLst>
                <a:ext uri="{FF2B5EF4-FFF2-40B4-BE49-F238E27FC236}">
                  <a16:creationId xmlns:a16="http://schemas.microsoft.com/office/drawing/2014/main" id="{0F4ADDBF-807D-4BB2-86A3-FA9E63ABCF57}"/>
                </a:ext>
              </a:extLst>
            </p:cNvPr>
            <p:cNvSpPr>
              <a:spLocks noChangeShapeType="1"/>
            </p:cNvSpPr>
            <p:nvPr/>
          </p:nvSpPr>
          <p:spPr bwMode="auto">
            <a:xfrm flipV="1">
              <a:off x="1852" y="277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0" name="Line 36">
              <a:extLst>
                <a:ext uri="{FF2B5EF4-FFF2-40B4-BE49-F238E27FC236}">
                  <a16:creationId xmlns:a16="http://schemas.microsoft.com/office/drawing/2014/main" id="{D0FAF8EE-EF3C-44F0-88DA-69A2E5E6CD4C}"/>
                </a:ext>
              </a:extLst>
            </p:cNvPr>
            <p:cNvSpPr>
              <a:spLocks noChangeShapeType="1"/>
            </p:cNvSpPr>
            <p:nvPr/>
          </p:nvSpPr>
          <p:spPr bwMode="auto">
            <a:xfrm flipV="1">
              <a:off x="1906" y="2851"/>
              <a:ext cx="0" cy="61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1" name="Line 37">
              <a:extLst>
                <a:ext uri="{FF2B5EF4-FFF2-40B4-BE49-F238E27FC236}">
                  <a16:creationId xmlns:a16="http://schemas.microsoft.com/office/drawing/2014/main" id="{30A940FA-A275-4985-B05C-6F9DCDA95495}"/>
                </a:ext>
              </a:extLst>
            </p:cNvPr>
            <p:cNvSpPr>
              <a:spLocks noChangeShapeType="1"/>
            </p:cNvSpPr>
            <p:nvPr/>
          </p:nvSpPr>
          <p:spPr bwMode="auto">
            <a:xfrm flipV="1">
              <a:off x="1960" y="277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2" name="Line 38">
              <a:extLst>
                <a:ext uri="{FF2B5EF4-FFF2-40B4-BE49-F238E27FC236}">
                  <a16:creationId xmlns:a16="http://schemas.microsoft.com/office/drawing/2014/main" id="{A901DB22-26D4-4DE6-8DB8-37DBBAD7668B}"/>
                </a:ext>
              </a:extLst>
            </p:cNvPr>
            <p:cNvSpPr>
              <a:spLocks noChangeShapeType="1"/>
            </p:cNvSpPr>
            <p:nvPr/>
          </p:nvSpPr>
          <p:spPr bwMode="auto">
            <a:xfrm flipV="1">
              <a:off x="2014" y="2921"/>
              <a:ext cx="0" cy="63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3" name="Line 39">
              <a:extLst>
                <a:ext uri="{FF2B5EF4-FFF2-40B4-BE49-F238E27FC236}">
                  <a16:creationId xmlns:a16="http://schemas.microsoft.com/office/drawing/2014/main" id="{ED8828D2-B30A-4B91-9CEA-C861AF048564}"/>
                </a:ext>
              </a:extLst>
            </p:cNvPr>
            <p:cNvSpPr>
              <a:spLocks noChangeShapeType="1"/>
            </p:cNvSpPr>
            <p:nvPr/>
          </p:nvSpPr>
          <p:spPr bwMode="auto">
            <a:xfrm flipV="1">
              <a:off x="2068" y="2395"/>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4" name="Line 40">
              <a:extLst>
                <a:ext uri="{FF2B5EF4-FFF2-40B4-BE49-F238E27FC236}">
                  <a16:creationId xmlns:a16="http://schemas.microsoft.com/office/drawing/2014/main" id="{7BF35652-2ABD-437B-9FB5-4E193B112F65}"/>
                </a:ext>
              </a:extLst>
            </p:cNvPr>
            <p:cNvSpPr>
              <a:spLocks noChangeShapeType="1"/>
            </p:cNvSpPr>
            <p:nvPr/>
          </p:nvSpPr>
          <p:spPr bwMode="auto">
            <a:xfrm flipV="1">
              <a:off x="2122" y="2526"/>
              <a:ext cx="0" cy="213"/>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5" name="Line 42">
              <a:extLst>
                <a:ext uri="{FF2B5EF4-FFF2-40B4-BE49-F238E27FC236}">
                  <a16:creationId xmlns:a16="http://schemas.microsoft.com/office/drawing/2014/main" id="{C98109B6-1DA9-4F98-87AC-A32127B6F84A}"/>
                </a:ext>
              </a:extLst>
            </p:cNvPr>
            <p:cNvSpPr>
              <a:spLocks noChangeShapeType="1"/>
            </p:cNvSpPr>
            <p:nvPr/>
          </p:nvSpPr>
          <p:spPr bwMode="auto">
            <a:xfrm flipV="1">
              <a:off x="2170" y="2511"/>
              <a:ext cx="0" cy="91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6" name="Line 43">
              <a:extLst>
                <a:ext uri="{FF2B5EF4-FFF2-40B4-BE49-F238E27FC236}">
                  <a16:creationId xmlns:a16="http://schemas.microsoft.com/office/drawing/2014/main" id="{D78FA656-3621-4541-83A0-FF25BE392444}"/>
                </a:ext>
              </a:extLst>
            </p:cNvPr>
            <p:cNvSpPr>
              <a:spLocks noChangeShapeType="1"/>
            </p:cNvSpPr>
            <p:nvPr/>
          </p:nvSpPr>
          <p:spPr bwMode="auto">
            <a:xfrm flipV="1">
              <a:off x="2224" y="2451"/>
              <a:ext cx="0" cy="103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7" name="Line 44">
              <a:extLst>
                <a:ext uri="{FF2B5EF4-FFF2-40B4-BE49-F238E27FC236}">
                  <a16:creationId xmlns:a16="http://schemas.microsoft.com/office/drawing/2014/main" id="{1CD1CEB7-C79E-460C-9182-9C6D4942F05C}"/>
                </a:ext>
              </a:extLst>
            </p:cNvPr>
            <p:cNvSpPr>
              <a:spLocks noChangeShapeType="1"/>
            </p:cNvSpPr>
            <p:nvPr/>
          </p:nvSpPr>
          <p:spPr bwMode="auto">
            <a:xfrm flipV="1">
              <a:off x="2278" y="2401"/>
              <a:ext cx="0" cy="79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8" name="Line 45">
              <a:extLst>
                <a:ext uri="{FF2B5EF4-FFF2-40B4-BE49-F238E27FC236}">
                  <a16:creationId xmlns:a16="http://schemas.microsoft.com/office/drawing/2014/main" id="{365A33D7-EF9E-4822-BD5C-FE0231A9A867}"/>
                </a:ext>
              </a:extLst>
            </p:cNvPr>
            <p:cNvSpPr>
              <a:spLocks noChangeShapeType="1"/>
            </p:cNvSpPr>
            <p:nvPr/>
          </p:nvSpPr>
          <p:spPr bwMode="auto">
            <a:xfrm flipV="1">
              <a:off x="2332" y="2651"/>
              <a:ext cx="0" cy="48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9" name="Line 46">
              <a:extLst>
                <a:ext uri="{FF2B5EF4-FFF2-40B4-BE49-F238E27FC236}">
                  <a16:creationId xmlns:a16="http://schemas.microsoft.com/office/drawing/2014/main" id="{9282187B-F3D1-4DDB-AFE8-003850A13C19}"/>
                </a:ext>
              </a:extLst>
            </p:cNvPr>
            <p:cNvSpPr>
              <a:spLocks noChangeShapeType="1"/>
            </p:cNvSpPr>
            <p:nvPr/>
          </p:nvSpPr>
          <p:spPr bwMode="auto">
            <a:xfrm flipV="1">
              <a:off x="2386" y="2711"/>
              <a:ext cx="0" cy="55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0" name="Line 47">
              <a:extLst>
                <a:ext uri="{FF2B5EF4-FFF2-40B4-BE49-F238E27FC236}">
                  <a16:creationId xmlns:a16="http://schemas.microsoft.com/office/drawing/2014/main" id="{0D09855F-63E4-4D9C-BCD7-C73D7A5C1EC4}"/>
                </a:ext>
              </a:extLst>
            </p:cNvPr>
            <p:cNvSpPr>
              <a:spLocks noChangeShapeType="1"/>
            </p:cNvSpPr>
            <p:nvPr/>
          </p:nvSpPr>
          <p:spPr bwMode="auto">
            <a:xfrm flipV="1">
              <a:off x="2440" y="2402"/>
              <a:ext cx="0" cy="65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1" name="Line 48">
              <a:extLst>
                <a:ext uri="{FF2B5EF4-FFF2-40B4-BE49-F238E27FC236}">
                  <a16:creationId xmlns:a16="http://schemas.microsoft.com/office/drawing/2014/main" id="{6029004E-3FDB-45A6-A7E5-C843B843727D}"/>
                </a:ext>
              </a:extLst>
            </p:cNvPr>
            <p:cNvSpPr>
              <a:spLocks noChangeShapeType="1"/>
            </p:cNvSpPr>
            <p:nvPr/>
          </p:nvSpPr>
          <p:spPr bwMode="auto">
            <a:xfrm flipV="1">
              <a:off x="2494" y="2653"/>
              <a:ext cx="0" cy="61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2" name="Line 49">
              <a:extLst>
                <a:ext uri="{FF2B5EF4-FFF2-40B4-BE49-F238E27FC236}">
                  <a16:creationId xmlns:a16="http://schemas.microsoft.com/office/drawing/2014/main" id="{402D365C-EF3E-4CDF-A34D-9AD3A673C23B}"/>
                </a:ext>
              </a:extLst>
            </p:cNvPr>
            <p:cNvSpPr>
              <a:spLocks noChangeShapeType="1"/>
            </p:cNvSpPr>
            <p:nvPr/>
          </p:nvSpPr>
          <p:spPr bwMode="auto">
            <a:xfrm flipV="1">
              <a:off x="2548" y="2631"/>
              <a:ext cx="0" cy="63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3" name="Line 50">
              <a:extLst>
                <a:ext uri="{FF2B5EF4-FFF2-40B4-BE49-F238E27FC236}">
                  <a16:creationId xmlns:a16="http://schemas.microsoft.com/office/drawing/2014/main" id="{5DC49B12-27BF-4188-A8BC-D8B9F4378489}"/>
                </a:ext>
              </a:extLst>
            </p:cNvPr>
            <p:cNvSpPr>
              <a:spLocks noChangeShapeType="1"/>
            </p:cNvSpPr>
            <p:nvPr/>
          </p:nvSpPr>
          <p:spPr bwMode="auto">
            <a:xfrm flipV="1">
              <a:off x="2602" y="2461"/>
              <a:ext cx="0" cy="1051"/>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4" name="Line 52">
              <a:extLst>
                <a:ext uri="{FF2B5EF4-FFF2-40B4-BE49-F238E27FC236}">
                  <a16:creationId xmlns:a16="http://schemas.microsoft.com/office/drawing/2014/main" id="{3B795667-ECB2-4EDB-BE05-C1CA7A57566E}"/>
                </a:ext>
              </a:extLst>
            </p:cNvPr>
            <p:cNvSpPr>
              <a:spLocks noChangeShapeType="1"/>
            </p:cNvSpPr>
            <p:nvPr/>
          </p:nvSpPr>
          <p:spPr bwMode="auto">
            <a:xfrm flipV="1">
              <a:off x="2650" y="2401"/>
              <a:ext cx="0" cy="1112"/>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5" name="Line 53">
              <a:extLst>
                <a:ext uri="{FF2B5EF4-FFF2-40B4-BE49-F238E27FC236}">
                  <a16:creationId xmlns:a16="http://schemas.microsoft.com/office/drawing/2014/main" id="{08824283-5014-4E5A-825B-46254AD4B9BF}"/>
                </a:ext>
              </a:extLst>
            </p:cNvPr>
            <p:cNvSpPr>
              <a:spLocks noChangeShapeType="1"/>
            </p:cNvSpPr>
            <p:nvPr/>
          </p:nvSpPr>
          <p:spPr bwMode="auto">
            <a:xfrm flipV="1">
              <a:off x="2704" y="2701"/>
              <a:ext cx="0" cy="61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6" name="Line 54">
              <a:extLst>
                <a:ext uri="{FF2B5EF4-FFF2-40B4-BE49-F238E27FC236}">
                  <a16:creationId xmlns:a16="http://schemas.microsoft.com/office/drawing/2014/main" id="{39E35AFF-C739-4C20-A30E-A56214B3EA52}"/>
                </a:ext>
              </a:extLst>
            </p:cNvPr>
            <p:cNvSpPr>
              <a:spLocks noChangeShapeType="1"/>
            </p:cNvSpPr>
            <p:nvPr/>
          </p:nvSpPr>
          <p:spPr bwMode="auto">
            <a:xfrm flipV="1">
              <a:off x="2758" y="2765"/>
              <a:ext cx="0" cy="424"/>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7" name="Line 55">
              <a:extLst>
                <a:ext uri="{FF2B5EF4-FFF2-40B4-BE49-F238E27FC236}">
                  <a16:creationId xmlns:a16="http://schemas.microsoft.com/office/drawing/2014/main" id="{D47CBBC9-456D-46E3-8DFC-C65CABD47724}"/>
                </a:ext>
              </a:extLst>
            </p:cNvPr>
            <p:cNvSpPr>
              <a:spLocks noChangeShapeType="1"/>
            </p:cNvSpPr>
            <p:nvPr/>
          </p:nvSpPr>
          <p:spPr bwMode="auto">
            <a:xfrm flipV="1">
              <a:off x="2812" y="2831"/>
              <a:ext cx="0" cy="55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8" name="Line 56">
              <a:extLst>
                <a:ext uri="{FF2B5EF4-FFF2-40B4-BE49-F238E27FC236}">
                  <a16:creationId xmlns:a16="http://schemas.microsoft.com/office/drawing/2014/main" id="{91E313AB-4BA6-491E-8B87-E1A5A15E3126}"/>
                </a:ext>
              </a:extLst>
            </p:cNvPr>
            <p:cNvSpPr>
              <a:spLocks noChangeShapeType="1"/>
            </p:cNvSpPr>
            <p:nvPr/>
          </p:nvSpPr>
          <p:spPr bwMode="auto">
            <a:xfrm flipV="1">
              <a:off x="2866" y="2781"/>
              <a:ext cx="0" cy="45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9" name="Line 57">
              <a:extLst>
                <a:ext uri="{FF2B5EF4-FFF2-40B4-BE49-F238E27FC236}">
                  <a16:creationId xmlns:a16="http://schemas.microsoft.com/office/drawing/2014/main" id="{1774F306-F88C-4FC3-81E9-A91F7B7DBD38}"/>
                </a:ext>
              </a:extLst>
            </p:cNvPr>
            <p:cNvSpPr>
              <a:spLocks noChangeShapeType="1"/>
            </p:cNvSpPr>
            <p:nvPr/>
          </p:nvSpPr>
          <p:spPr bwMode="auto">
            <a:xfrm flipV="1">
              <a:off x="2920" y="2705"/>
              <a:ext cx="0" cy="64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0" name="Line 58">
              <a:extLst>
                <a:ext uri="{FF2B5EF4-FFF2-40B4-BE49-F238E27FC236}">
                  <a16:creationId xmlns:a16="http://schemas.microsoft.com/office/drawing/2014/main" id="{1233C651-9592-4DDA-AE39-471911AC47D9}"/>
                </a:ext>
              </a:extLst>
            </p:cNvPr>
            <p:cNvSpPr>
              <a:spLocks noChangeShapeType="1"/>
            </p:cNvSpPr>
            <p:nvPr/>
          </p:nvSpPr>
          <p:spPr bwMode="auto">
            <a:xfrm flipV="1">
              <a:off x="2974" y="2654"/>
              <a:ext cx="0" cy="65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1" name="Line 59">
              <a:extLst>
                <a:ext uri="{FF2B5EF4-FFF2-40B4-BE49-F238E27FC236}">
                  <a16:creationId xmlns:a16="http://schemas.microsoft.com/office/drawing/2014/main" id="{D1B198DB-47A2-4843-AEC9-B0FCD4262BFF}"/>
                </a:ext>
              </a:extLst>
            </p:cNvPr>
            <p:cNvSpPr>
              <a:spLocks noChangeShapeType="1"/>
            </p:cNvSpPr>
            <p:nvPr/>
          </p:nvSpPr>
          <p:spPr bwMode="auto">
            <a:xfrm flipV="1">
              <a:off x="3028" y="259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2" name="Line 60">
              <a:extLst>
                <a:ext uri="{FF2B5EF4-FFF2-40B4-BE49-F238E27FC236}">
                  <a16:creationId xmlns:a16="http://schemas.microsoft.com/office/drawing/2014/main" id="{70206048-6E7D-48B9-911B-E21DCEBC1B81}"/>
                </a:ext>
              </a:extLst>
            </p:cNvPr>
            <p:cNvSpPr>
              <a:spLocks noChangeShapeType="1"/>
            </p:cNvSpPr>
            <p:nvPr/>
          </p:nvSpPr>
          <p:spPr bwMode="auto">
            <a:xfrm flipV="1">
              <a:off x="3082" y="2421"/>
              <a:ext cx="0" cy="991"/>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3" name="Line 62">
              <a:extLst>
                <a:ext uri="{FF2B5EF4-FFF2-40B4-BE49-F238E27FC236}">
                  <a16:creationId xmlns:a16="http://schemas.microsoft.com/office/drawing/2014/main" id="{733A184C-DC8B-46F3-975A-2E7F52C65A49}"/>
                </a:ext>
              </a:extLst>
            </p:cNvPr>
            <p:cNvSpPr>
              <a:spLocks noChangeShapeType="1"/>
            </p:cNvSpPr>
            <p:nvPr/>
          </p:nvSpPr>
          <p:spPr bwMode="auto">
            <a:xfrm flipV="1">
              <a:off x="3130" y="2341"/>
              <a:ext cx="0" cy="1193"/>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4" name="Line 63">
              <a:extLst>
                <a:ext uri="{FF2B5EF4-FFF2-40B4-BE49-F238E27FC236}">
                  <a16:creationId xmlns:a16="http://schemas.microsoft.com/office/drawing/2014/main" id="{E9381B1B-EA11-4BDA-B5F1-0FE28EF7B57C}"/>
                </a:ext>
              </a:extLst>
            </p:cNvPr>
            <p:cNvSpPr>
              <a:spLocks noChangeShapeType="1"/>
            </p:cNvSpPr>
            <p:nvPr/>
          </p:nvSpPr>
          <p:spPr bwMode="auto">
            <a:xfrm flipV="1">
              <a:off x="3184" y="2281"/>
              <a:ext cx="0" cy="899"/>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5" name="Line 64">
              <a:extLst>
                <a:ext uri="{FF2B5EF4-FFF2-40B4-BE49-F238E27FC236}">
                  <a16:creationId xmlns:a16="http://schemas.microsoft.com/office/drawing/2014/main" id="{7ABF746E-51DC-4948-BC08-0254D67C9B1E}"/>
                </a:ext>
              </a:extLst>
            </p:cNvPr>
            <p:cNvSpPr>
              <a:spLocks noChangeShapeType="1"/>
            </p:cNvSpPr>
            <p:nvPr/>
          </p:nvSpPr>
          <p:spPr bwMode="auto">
            <a:xfrm flipV="1">
              <a:off x="3238" y="250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6" name="Line 65">
              <a:extLst>
                <a:ext uri="{FF2B5EF4-FFF2-40B4-BE49-F238E27FC236}">
                  <a16:creationId xmlns:a16="http://schemas.microsoft.com/office/drawing/2014/main" id="{86DF0F1B-3CE7-481B-A7CD-3914B7B41C6A}"/>
                </a:ext>
              </a:extLst>
            </p:cNvPr>
            <p:cNvSpPr>
              <a:spLocks noChangeShapeType="1"/>
            </p:cNvSpPr>
            <p:nvPr/>
          </p:nvSpPr>
          <p:spPr bwMode="auto">
            <a:xfrm flipV="1">
              <a:off x="3292" y="2401"/>
              <a:ext cx="0" cy="394"/>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7" name="Line 66">
              <a:extLst>
                <a:ext uri="{FF2B5EF4-FFF2-40B4-BE49-F238E27FC236}">
                  <a16:creationId xmlns:a16="http://schemas.microsoft.com/office/drawing/2014/main" id="{8671D67E-4F9E-4137-B69C-A54338DFB243}"/>
                </a:ext>
              </a:extLst>
            </p:cNvPr>
            <p:cNvSpPr>
              <a:spLocks noChangeShapeType="1"/>
            </p:cNvSpPr>
            <p:nvPr/>
          </p:nvSpPr>
          <p:spPr bwMode="auto">
            <a:xfrm flipV="1">
              <a:off x="3346" y="252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8" name="Line 67">
              <a:extLst>
                <a:ext uri="{FF2B5EF4-FFF2-40B4-BE49-F238E27FC236}">
                  <a16:creationId xmlns:a16="http://schemas.microsoft.com/office/drawing/2014/main" id="{3CED17C3-5DD6-4A1C-AFD8-988F072C9378}"/>
                </a:ext>
              </a:extLst>
            </p:cNvPr>
            <p:cNvSpPr>
              <a:spLocks noChangeShapeType="1"/>
            </p:cNvSpPr>
            <p:nvPr/>
          </p:nvSpPr>
          <p:spPr bwMode="auto">
            <a:xfrm flipV="1">
              <a:off x="3400" y="2641"/>
              <a:ext cx="0" cy="59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9" name="Line 68">
              <a:extLst>
                <a:ext uri="{FF2B5EF4-FFF2-40B4-BE49-F238E27FC236}">
                  <a16:creationId xmlns:a16="http://schemas.microsoft.com/office/drawing/2014/main" id="{CD715D10-682A-4C44-9A71-AC0B1474FCF2}"/>
                </a:ext>
              </a:extLst>
            </p:cNvPr>
            <p:cNvSpPr>
              <a:spLocks noChangeShapeType="1"/>
            </p:cNvSpPr>
            <p:nvPr/>
          </p:nvSpPr>
          <p:spPr bwMode="auto">
            <a:xfrm flipV="1">
              <a:off x="3454" y="2711"/>
              <a:ext cx="0" cy="597"/>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0" name="Line 69">
              <a:extLst>
                <a:ext uri="{FF2B5EF4-FFF2-40B4-BE49-F238E27FC236}">
                  <a16:creationId xmlns:a16="http://schemas.microsoft.com/office/drawing/2014/main" id="{C8206C23-FEA1-4F81-ADBE-DA855B60810D}"/>
                </a:ext>
              </a:extLst>
            </p:cNvPr>
            <p:cNvSpPr>
              <a:spLocks noChangeShapeType="1"/>
            </p:cNvSpPr>
            <p:nvPr/>
          </p:nvSpPr>
          <p:spPr bwMode="auto">
            <a:xfrm flipV="1">
              <a:off x="3508" y="2364"/>
              <a:ext cx="0" cy="1152"/>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1" name="Line 70">
              <a:extLst>
                <a:ext uri="{FF2B5EF4-FFF2-40B4-BE49-F238E27FC236}">
                  <a16:creationId xmlns:a16="http://schemas.microsoft.com/office/drawing/2014/main" id="{0109C020-66DD-421D-ABFE-9E8552287942}"/>
                </a:ext>
              </a:extLst>
            </p:cNvPr>
            <p:cNvSpPr>
              <a:spLocks noChangeShapeType="1"/>
            </p:cNvSpPr>
            <p:nvPr/>
          </p:nvSpPr>
          <p:spPr bwMode="auto">
            <a:xfrm flipV="1">
              <a:off x="3562" y="2791"/>
              <a:ext cx="0" cy="46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2" name="Line 72">
              <a:extLst>
                <a:ext uri="{FF2B5EF4-FFF2-40B4-BE49-F238E27FC236}">
                  <a16:creationId xmlns:a16="http://schemas.microsoft.com/office/drawing/2014/main" id="{89E1BD1B-5EEA-461B-8CED-7B470EB68284}"/>
                </a:ext>
              </a:extLst>
            </p:cNvPr>
            <p:cNvSpPr>
              <a:spLocks noChangeShapeType="1"/>
            </p:cNvSpPr>
            <p:nvPr/>
          </p:nvSpPr>
          <p:spPr bwMode="auto">
            <a:xfrm flipV="1">
              <a:off x="3610" y="2701"/>
              <a:ext cx="0" cy="50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3" name="Line 73">
              <a:extLst>
                <a:ext uri="{FF2B5EF4-FFF2-40B4-BE49-F238E27FC236}">
                  <a16:creationId xmlns:a16="http://schemas.microsoft.com/office/drawing/2014/main" id="{038362DE-4E45-40F8-B851-E09D75146C4A}"/>
                </a:ext>
              </a:extLst>
            </p:cNvPr>
            <p:cNvSpPr>
              <a:spLocks noChangeShapeType="1"/>
            </p:cNvSpPr>
            <p:nvPr/>
          </p:nvSpPr>
          <p:spPr bwMode="auto">
            <a:xfrm flipV="1">
              <a:off x="3664" y="268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4" name="Line 74">
              <a:extLst>
                <a:ext uri="{FF2B5EF4-FFF2-40B4-BE49-F238E27FC236}">
                  <a16:creationId xmlns:a16="http://schemas.microsoft.com/office/drawing/2014/main" id="{104A797F-D881-41BF-96D7-C573EA15BE42}"/>
                </a:ext>
              </a:extLst>
            </p:cNvPr>
            <p:cNvSpPr>
              <a:spLocks noChangeShapeType="1"/>
            </p:cNvSpPr>
            <p:nvPr/>
          </p:nvSpPr>
          <p:spPr bwMode="auto">
            <a:xfrm flipV="1">
              <a:off x="3718" y="2821"/>
              <a:ext cx="0" cy="51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5" name="Line 75">
              <a:extLst>
                <a:ext uri="{FF2B5EF4-FFF2-40B4-BE49-F238E27FC236}">
                  <a16:creationId xmlns:a16="http://schemas.microsoft.com/office/drawing/2014/main" id="{6A37747C-16CD-4ECA-8789-B3A12ACBCDA6}"/>
                </a:ext>
              </a:extLst>
            </p:cNvPr>
            <p:cNvSpPr>
              <a:spLocks noChangeShapeType="1"/>
            </p:cNvSpPr>
            <p:nvPr/>
          </p:nvSpPr>
          <p:spPr bwMode="auto">
            <a:xfrm flipV="1">
              <a:off x="3772" y="2591"/>
              <a:ext cx="0" cy="768"/>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6" name="Line 76">
              <a:extLst>
                <a:ext uri="{FF2B5EF4-FFF2-40B4-BE49-F238E27FC236}">
                  <a16:creationId xmlns:a16="http://schemas.microsoft.com/office/drawing/2014/main" id="{88F8025D-8CD8-4325-83CE-329C7B7DC035}"/>
                </a:ext>
              </a:extLst>
            </p:cNvPr>
            <p:cNvSpPr>
              <a:spLocks noChangeShapeType="1"/>
            </p:cNvSpPr>
            <p:nvPr/>
          </p:nvSpPr>
          <p:spPr bwMode="auto">
            <a:xfrm flipV="1">
              <a:off x="3826" y="2641"/>
              <a:ext cx="0" cy="465"/>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7" name="Line 77">
              <a:extLst>
                <a:ext uri="{FF2B5EF4-FFF2-40B4-BE49-F238E27FC236}">
                  <a16:creationId xmlns:a16="http://schemas.microsoft.com/office/drawing/2014/main" id="{76C91AFF-8899-4D2A-BBF7-A213C4E48A67}"/>
                </a:ext>
              </a:extLst>
            </p:cNvPr>
            <p:cNvSpPr>
              <a:spLocks noChangeShapeType="1"/>
            </p:cNvSpPr>
            <p:nvPr/>
          </p:nvSpPr>
          <p:spPr bwMode="auto">
            <a:xfrm flipV="1">
              <a:off x="3880" y="2621"/>
              <a:ext cx="0" cy="586"/>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8" name="Line 109">
              <a:extLst>
                <a:ext uri="{FF2B5EF4-FFF2-40B4-BE49-F238E27FC236}">
                  <a16:creationId xmlns:a16="http://schemas.microsoft.com/office/drawing/2014/main" id="{210D20FB-ADC3-4872-9474-F42B0EB8FDE5}"/>
                </a:ext>
              </a:extLst>
            </p:cNvPr>
            <p:cNvSpPr>
              <a:spLocks noChangeShapeType="1"/>
            </p:cNvSpPr>
            <p:nvPr/>
          </p:nvSpPr>
          <p:spPr bwMode="auto">
            <a:xfrm>
              <a:off x="575" y="2333"/>
              <a:ext cx="0" cy="1415"/>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7349" name="Line 110">
              <a:extLst>
                <a:ext uri="{FF2B5EF4-FFF2-40B4-BE49-F238E27FC236}">
                  <a16:creationId xmlns:a16="http://schemas.microsoft.com/office/drawing/2014/main" id="{01185495-E033-4F63-B244-D65E26296552}"/>
                </a:ext>
              </a:extLst>
            </p:cNvPr>
            <p:cNvSpPr>
              <a:spLocks noChangeShapeType="1"/>
            </p:cNvSpPr>
            <p:nvPr/>
          </p:nvSpPr>
          <p:spPr bwMode="auto">
            <a:xfrm>
              <a:off x="576" y="3033"/>
              <a:ext cx="3304" cy="0"/>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blinds dir="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a:extLst>
              <a:ext uri="{FF2B5EF4-FFF2-40B4-BE49-F238E27FC236}">
                <a16:creationId xmlns:a16="http://schemas.microsoft.com/office/drawing/2014/main" id="{AF6F9145-49FE-42EA-8E90-15EEF313169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949F1964-5AC0-4E2E-A534-EC53A8341807}" type="slidenum">
              <a:rPr altLang="en-US" sz="1400" smtClean="0"/>
              <a:pPr>
                <a:lnSpc>
                  <a:spcPct val="100000"/>
                </a:lnSpc>
                <a:spcBef>
                  <a:spcPct val="0"/>
                </a:spcBef>
                <a:buClr>
                  <a:schemeClr val="tx1"/>
                </a:buClr>
                <a:buFontTx/>
                <a:buNone/>
              </a:pPr>
              <a:t>79</a:t>
            </a:fld>
            <a:endParaRPr lang="zh-CN" altLang="en-US" sz="1400"/>
          </a:p>
        </p:txBody>
      </p:sp>
      <p:graphicFrame>
        <p:nvGraphicFramePr>
          <p:cNvPr id="98307" name="Object 4">
            <a:extLst>
              <a:ext uri="{FF2B5EF4-FFF2-40B4-BE49-F238E27FC236}">
                <a16:creationId xmlns:a16="http://schemas.microsoft.com/office/drawing/2014/main" id="{ADEE5105-777E-44AE-A048-878DBC735089}"/>
              </a:ext>
            </a:extLst>
          </p:cNvPr>
          <p:cNvGraphicFramePr>
            <a:graphicFrameLocks/>
          </p:cNvGraphicFramePr>
          <p:nvPr/>
        </p:nvGraphicFramePr>
        <p:xfrm>
          <a:off x="1160463" y="358775"/>
          <a:ext cx="7718425" cy="1647825"/>
        </p:xfrm>
        <a:graphic>
          <a:graphicData uri="http://schemas.openxmlformats.org/presentationml/2006/ole">
            <mc:AlternateContent xmlns:mc="http://schemas.openxmlformats.org/markup-compatibility/2006">
              <mc:Choice xmlns:v="urn:schemas-microsoft-com:vml" Requires="v">
                <p:oleObj spid="_x0000_s98356" r:id="rId3" imgW="4633489" imgH="990170" progId="Equation.DSMT4">
                  <p:embed/>
                </p:oleObj>
              </mc:Choice>
              <mc:Fallback>
                <p:oleObj r:id="rId3" imgW="4633489" imgH="99017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0463" y="358775"/>
                        <a:ext cx="77184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308" name="Text Box 5">
            <a:extLst>
              <a:ext uri="{FF2B5EF4-FFF2-40B4-BE49-F238E27FC236}">
                <a16:creationId xmlns:a16="http://schemas.microsoft.com/office/drawing/2014/main" id="{C66FD95C-399E-4C92-88DC-26063EE9B0BE}"/>
              </a:ext>
            </a:extLst>
          </p:cNvPr>
          <p:cNvSpPr txBox="1">
            <a:spLocks noChangeArrowheads="1"/>
          </p:cNvSpPr>
          <p:nvPr/>
        </p:nvSpPr>
        <p:spPr bwMode="auto">
          <a:xfrm>
            <a:off x="1049338" y="298450"/>
            <a:ext cx="5222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Blip>
                <a:blip r:embed="rId5"/>
              </a:buBlip>
            </a:pPr>
            <a:r>
              <a:rPr lang="en-US" altLang="zh-CN" sz="3200">
                <a:solidFill>
                  <a:srgbClr val="000066"/>
                </a:solidFill>
                <a:latin typeface="Arial" panose="020B0604020202020204" pitchFamily="34" charset="0"/>
                <a:ea typeface="宋体" panose="02010600030101010101" pitchFamily="2" charset="-122"/>
              </a:rPr>
              <a:t> </a:t>
            </a:r>
          </a:p>
        </p:txBody>
      </p:sp>
      <p:graphicFrame>
        <p:nvGraphicFramePr>
          <p:cNvPr id="1900550" name="Object 6">
            <a:extLst>
              <a:ext uri="{FF2B5EF4-FFF2-40B4-BE49-F238E27FC236}">
                <a16:creationId xmlns:a16="http://schemas.microsoft.com/office/drawing/2014/main" id="{BFD63B6B-8876-4565-AA0D-B8054D2EB3A2}"/>
              </a:ext>
            </a:extLst>
          </p:cNvPr>
          <p:cNvGraphicFramePr>
            <a:graphicFrameLocks/>
          </p:cNvGraphicFramePr>
          <p:nvPr/>
        </p:nvGraphicFramePr>
        <p:xfrm>
          <a:off x="790575" y="2044700"/>
          <a:ext cx="2984500" cy="446088"/>
        </p:xfrm>
        <a:graphic>
          <a:graphicData uri="http://schemas.openxmlformats.org/presentationml/2006/ole">
            <mc:AlternateContent xmlns:mc="http://schemas.openxmlformats.org/markup-compatibility/2006">
              <mc:Choice xmlns:v="urn:schemas-microsoft-com:vml" Requires="v">
                <p:oleObj spid="_x0000_s98357" r:id="rId6" imgW="1357721" imgH="203024" progId="Equation.DSMT4">
                  <p:embed/>
                </p:oleObj>
              </mc:Choice>
              <mc:Fallback>
                <p:oleObj r:id="rId6" imgW="1357721" imgH="203024" progId="Equation.DSMT4">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575" y="2044700"/>
                        <a:ext cx="29845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0554" name="Object 10">
            <a:extLst>
              <a:ext uri="{FF2B5EF4-FFF2-40B4-BE49-F238E27FC236}">
                <a16:creationId xmlns:a16="http://schemas.microsoft.com/office/drawing/2014/main" id="{6B2C3921-B7E3-454F-866B-6C0A72933E4E}"/>
              </a:ext>
            </a:extLst>
          </p:cNvPr>
          <p:cNvGraphicFramePr>
            <a:graphicFrameLocks/>
          </p:cNvGraphicFramePr>
          <p:nvPr/>
        </p:nvGraphicFramePr>
        <p:xfrm>
          <a:off x="1127125" y="2609850"/>
          <a:ext cx="4014788" cy="803275"/>
        </p:xfrm>
        <a:graphic>
          <a:graphicData uri="http://schemas.openxmlformats.org/presentationml/2006/ole">
            <mc:AlternateContent xmlns:mc="http://schemas.openxmlformats.org/markup-compatibility/2006">
              <mc:Choice xmlns:v="urn:schemas-microsoft-com:vml" Requires="v">
                <p:oleObj spid="_x0000_s98358" r:id="rId8" imgW="2539800" imgH="507960" progId="Equation.DSMT4">
                  <p:embed/>
                </p:oleObj>
              </mc:Choice>
              <mc:Fallback>
                <p:oleObj r:id="rId8" imgW="2539800" imgH="507960" progId="Equation.DSMT4">
                  <p:embed/>
                  <p:pic>
                    <p:nvPicPr>
                      <p:cNvPr id="0" name="Object 1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7125" y="2609850"/>
                        <a:ext cx="4014788"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0556" name="Object 12">
            <a:extLst>
              <a:ext uri="{FF2B5EF4-FFF2-40B4-BE49-F238E27FC236}">
                <a16:creationId xmlns:a16="http://schemas.microsoft.com/office/drawing/2014/main" id="{04FA4A69-6AE6-401D-B51B-B22CEF13BD49}"/>
              </a:ext>
            </a:extLst>
          </p:cNvPr>
          <p:cNvGraphicFramePr>
            <a:graphicFrameLocks/>
          </p:cNvGraphicFramePr>
          <p:nvPr/>
        </p:nvGraphicFramePr>
        <p:xfrm>
          <a:off x="1136650" y="3586163"/>
          <a:ext cx="4879975" cy="452437"/>
        </p:xfrm>
        <a:graphic>
          <a:graphicData uri="http://schemas.openxmlformats.org/presentationml/2006/ole">
            <mc:AlternateContent xmlns:mc="http://schemas.openxmlformats.org/markup-compatibility/2006">
              <mc:Choice xmlns:v="urn:schemas-microsoft-com:vml" Requires="v">
                <p:oleObj spid="_x0000_s98359" r:id="rId10" imgW="2743200" imgH="253800" progId="Equation.DSMT4">
                  <p:embed/>
                </p:oleObj>
              </mc:Choice>
              <mc:Fallback>
                <p:oleObj r:id="rId10" imgW="2743200" imgH="253800" progId="Equation.DSMT4">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36650" y="3586163"/>
                        <a:ext cx="4879975"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0557" name="Object 13">
            <a:extLst>
              <a:ext uri="{FF2B5EF4-FFF2-40B4-BE49-F238E27FC236}">
                <a16:creationId xmlns:a16="http://schemas.microsoft.com/office/drawing/2014/main" id="{A5470C1B-BD04-477C-B3DB-2EEDBA93DD61}"/>
              </a:ext>
            </a:extLst>
          </p:cNvPr>
          <p:cNvGraphicFramePr>
            <a:graphicFrameLocks/>
          </p:cNvGraphicFramePr>
          <p:nvPr/>
        </p:nvGraphicFramePr>
        <p:xfrm>
          <a:off x="1081088" y="4200525"/>
          <a:ext cx="4702175" cy="619125"/>
        </p:xfrm>
        <a:graphic>
          <a:graphicData uri="http://schemas.openxmlformats.org/presentationml/2006/ole">
            <mc:AlternateContent xmlns:mc="http://schemas.openxmlformats.org/markup-compatibility/2006">
              <mc:Choice xmlns:v="urn:schemas-microsoft-com:vml" Requires="v">
                <p:oleObj spid="_x0000_s98360" r:id="rId12" imgW="2983205" imgH="393529" progId="Equation.DSMT4">
                  <p:embed/>
                </p:oleObj>
              </mc:Choice>
              <mc:Fallback>
                <p:oleObj r:id="rId12" imgW="2983205" imgH="393529" progId="Equation.DSMT4">
                  <p:embed/>
                  <p:pic>
                    <p:nvPicPr>
                      <p:cNvPr id="0"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1088" y="4200525"/>
                        <a:ext cx="47021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0558" name="Object 14">
            <a:extLst>
              <a:ext uri="{FF2B5EF4-FFF2-40B4-BE49-F238E27FC236}">
                <a16:creationId xmlns:a16="http://schemas.microsoft.com/office/drawing/2014/main" id="{30C25F18-3D86-4252-A630-E8738F148850}"/>
              </a:ext>
            </a:extLst>
          </p:cNvPr>
          <p:cNvGraphicFramePr>
            <a:graphicFrameLocks/>
          </p:cNvGraphicFramePr>
          <p:nvPr/>
        </p:nvGraphicFramePr>
        <p:xfrm>
          <a:off x="1184275" y="5267325"/>
          <a:ext cx="3563938" cy="503238"/>
        </p:xfrm>
        <a:graphic>
          <a:graphicData uri="http://schemas.openxmlformats.org/presentationml/2006/ole">
            <mc:AlternateContent xmlns:mc="http://schemas.openxmlformats.org/markup-compatibility/2006">
              <mc:Choice xmlns:v="urn:schemas-microsoft-com:vml" Requires="v">
                <p:oleObj spid="_x0000_s98361" r:id="rId14" imgW="1801836" imgH="253780" progId="Equation.DSMT4">
                  <p:embed/>
                </p:oleObj>
              </mc:Choice>
              <mc:Fallback>
                <p:oleObj r:id="rId14" imgW="1801836" imgH="253780" progId="Equation.DSMT4">
                  <p:embed/>
                  <p:pic>
                    <p:nvPicPr>
                      <p:cNvPr id="0" name="Object 1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84275" y="5267325"/>
                        <a:ext cx="35639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0559" name="Object 15">
            <a:extLst>
              <a:ext uri="{FF2B5EF4-FFF2-40B4-BE49-F238E27FC236}">
                <a16:creationId xmlns:a16="http://schemas.microsoft.com/office/drawing/2014/main" id="{122C816F-877A-4EF6-AE28-249C81F54870}"/>
              </a:ext>
            </a:extLst>
          </p:cNvPr>
          <p:cNvGraphicFramePr>
            <a:graphicFrameLocks/>
          </p:cNvGraphicFramePr>
          <p:nvPr/>
        </p:nvGraphicFramePr>
        <p:xfrm>
          <a:off x="6478588" y="2022475"/>
          <a:ext cx="2320925" cy="2686050"/>
        </p:xfrm>
        <a:graphic>
          <a:graphicData uri="http://schemas.openxmlformats.org/presentationml/2006/ole">
            <mc:AlternateContent xmlns:mc="http://schemas.openxmlformats.org/markup-compatibility/2006">
              <mc:Choice xmlns:v="urn:schemas-microsoft-com:vml" Requires="v">
                <p:oleObj spid="_x0000_s98362" r:id="rId16" imgW="1371600" imgH="1587240" progId="Equation.DSMT4">
                  <p:embed/>
                </p:oleObj>
              </mc:Choice>
              <mc:Fallback>
                <p:oleObj r:id="rId16" imgW="1371600" imgH="1587240" progId="Equation.DSMT4">
                  <p:embed/>
                  <p:pic>
                    <p:nvPicPr>
                      <p:cNvPr id="0"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78588" y="2022475"/>
                        <a:ext cx="232092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0560" name="Object 16">
            <a:extLst>
              <a:ext uri="{FF2B5EF4-FFF2-40B4-BE49-F238E27FC236}">
                <a16:creationId xmlns:a16="http://schemas.microsoft.com/office/drawing/2014/main" id="{BDF2ACF9-897E-475E-9F07-CC7C27B0F575}"/>
              </a:ext>
            </a:extLst>
          </p:cNvPr>
          <p:cNvGraphicFramePr>
            <a:graphicFrameLocks/>
          </p:cNvGraphicFramePr>
          <p:nvPr/>
        </p:nvGraphicFramePr>
        <p:xfrm>
          <a:off x="5945188" y="5056188"/>
          <a:ext cx="3198812" cy="436562"/>
        </p:xfrm>
        <a:graphic>
          <a:graphicData uri="http://schemas.openxmlformats.org/presentationml/2006/ole">
            <mc:AlternateContent xmlns:mc="http://schemas.openxmlformats.org/markup-compatibility/2006">
              <mc:Choice xmlns:v="urn:schemas-microsoft-com:vml" Requires="v">
                <p:oleObj spid="_x0000_s98363" r:id="rId18" imgW="1865281" imgH="253780" progId="Equation.DSMT4">
                  <p:embed/>
                </p:oleObj>
              </mc:Choice>
              <mc:Fallback>
                <p:oleObj r:id="rId18" imgW="1865281" imgH="253780" progId="Equation.DSMT4">
                  <p:embed/>
                  <p:pic>
                    <p:nvPicPr>
                      <p:cNvPr id="0" name="Object 1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45188" y="5056188"/>
                        <a:ext cx="319881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00550"/>
                                        </p:tgtEl>
                                        <p:attrNameLst>
                                          <p:attrName>style.visibility</p:attrName>
                                        </p:attrNameLst>
                                      </p:cBhvr>
                                      <p:to>
                                        <p:strVal val="visible"/>
                                      </p:to>
                                    </p:set>
                                    <p:anim calcmode="lin" valueType="num">
                                      <p:cBhvr>
                                        <p:cTn id="7" dur="500" fill="hold"/>
                                        <p:tgtEl>
                                          <p:spTgt spid="1900550"/>
                                        </p:tgtEl>
                                        <p:attrNameLst>
                                          <p:attrName>ppt_x</p:attrName>
                                        </p:attrNameLst>
                                      </p:cBhvr>
                                      <p:tavLst>
                                        <p:tav tm="0">
                                          <p:val>
                                            <p:strVal val="0-#ppt_w/2"/>
                                          </p:val>
                                        </p:tav>
                                        <p:tav tm="100000">
                                          <p:val>
                                            <p:strVal val="#ppt_x"/>
                                          </p:val>
                                        </p:tav>
                                      </p:tavLst>
                                    </p:anim>
                                    <p:anim calcmode="lin" valueType="num">
                                      <p:cBhvr>
                                        <p:cTn id="8" dur="500" fill="hold"/>
                                        <p:tgtEl>
                                          <p:spTgt spid="19005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00554"/>
                                        </p:tgtEl>
                                        <p:attrNameLst>
                                          <p:attrName>style.visibility</p:attrName>
                                        </p:attrNameLst>
                                      </p:cBhvr>
                                      <p:to>
                                        <p:strVal val="visible"/>
                                      </p:to>
                                    </p:set>
                                    <p:anim calcmode="lin" valueType="num">
                                      <p:cBhvr>
                                        <p:cTn id="13" dur="500" fill="hold"/>
                                        <p:tgtEl>
                                          <p:spTgt spid="1900554"/>
                                        </p:tgtEl>
                                        <p:attrNameLst>
                                          <p:attrName>ppt_x</p:attrName>
                                        </p:attrNameLst>
                                      </p:cBhvr>
                                      <p:tavLst>
                                        <p:tav tm="0">
                                          <p:val>
                                            <p:strVal val="0-#ppt_w/2"/>
                                          </p:val>
                                        </p:tav>
                                        <p:tav tm="100000">
                                          <p:val>
                                            <p:strVal val="#ppt_x"/>
                                          </p:val>
                                        </p:tav>
                                      </p:tavLst>
                                    </p:anim>
                                    <p:anim calcmode="lin" valueType="num">
                                      <p:cBhvr>
                                        <p:cTn id="14" dur="500" fill="hold"/>
                                        <p:tgtEl>
                                          <p:spTgt spid="190055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00556"/>
                                        </p:tgtEl>
                                        <p:attrNameLst>
                                          <p:attrName>style.visibility</p:attrName>
                                        </p:attrNameLst>
                                      </p:cBhvr>
                                      <p:to>
                                        <p:strVal val="visible"/>
                                      </p:to>
                                    </p:set>
                                    <p:anim calcmode="lin" valueType="num">
                                      <p:cBhvr>
                                        <p:cTn id="19" dur="500" fill="hold"/>
                                        <p:tgtEl>
                                          <p:spTgt spid="1900556"/>
                                        </p:tgtEl>
                                        <p:attrNameLst>
                                          <p:attrName>ppt_x</p:attrName>
                                        </p:attrNameLst>
                                      </p:cBhvr>
                                      <p:tavLst>
                                        <p:tav tm="0">
                                          <p:val>
                                            <p:strVal val="0-#ppt_w/2"/>
                                          </p:val>
                                        </p:tav>
                                        <p:tav tm="100000">
                                          <p:val>
                                            <p:strVal val="#ppt_x"/>
                                          </p:val>
                                        </p:tav>
                                      </p:tavLst>
                                    </p:anim>
                                    <p:anim calcmode="lin" valueType="num">
                                      <p:cBhvr>
                                        <p:cTn id="20" dur="500" fill="hold"/>
                                        <p:tgtEl>
                                          <p:spTgt spid="190055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00557"/>
                                        </p:tgtEl>
                                        <p:attrNameLst>
                                          <p:attrName>style.visibility</p:attrName>
                                        </p:attrNameLst>
                                      </p:cBhvr>
                                      <p:to>
                                        <p:strVal val="visible"/>
                                      </p:to>
                                    </p:set>
                                    <p:anim calcmode="lin" valueType="num">
                                      <p:cBhvr>
                                        <p:cTn id="25" dur="500" fill="hold"/>
                                        <p:tgtEl>
                                          <p:spTgt spid="1900557"/>
                                        </p:tgtEl>
                                        <p:attrNameLst>
                                          <p:attrName>ppt_x</p:attrName>
                                        </p:attrNameLst>
                                      </p:cBhvr>
                                      <p:tavLst>
                                        <p:tav tm="0">
                                          <p:val>
                                            <p:strVal val="0-#ppt_w/2"/>
                                          </p:val>
                                        </p:tav>
                                        <p:tav tm="100000">
                                          <p:val>
                                            <p:strVal val="#ppt_x"/>
                                          </p:val>
                                        </p:tav>
                                      </p:tavLst>
                                    </p:anim>
                                    <p:anim calcmode="lin" valueType="num">
                                      <p:cBhvr>
                                        <p:cTn id="26" dur="500" fill="hold"/>
                                        <p:tgtEl>
                                          <p:spTgt spid="190055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00558"/>
                                        </p:tgtEl>
                                        <p:attrNameLst>
                                          <p:attrName>style.visibility</p:attrName>
                                        </p:attrNameLst>
                                      </p:cBhvr>
                                      <p:to>
                                        <p:strVal val="visible"/>
                                      </p:to>
                                    </p:set>
                                    <p:anim calcmode="lin" valueType="num">
                                      <p:cBhvr>
                                        <p:cTn id="31" dur="500" fill="hold"/>
                                        <p:tgtEl>
                                          <p:spTgt spid="1900558"/>
                                        </p:tgtEl>
                                        <p:attrNameLst>
                                          <p:attrName>ppt_x</p:attrName>
                                        </p:attrNameLst>
                                      </p:cBhvr>
                                      <p:tavLst>
                                        <p:tav tm="0">
                                          <p:val>
                                            <p:strVal val="0-#ppt_w/2"/>
                                          </p:val>
                                        </p:tav>
                                        <p:tav tm="100000">
                                          <p:val>
                                            <p:strVal val="#ppt_x"/>
                                          </p:val>
                                        </p:tav>
                                      </p:tavLst>
                                    </p:anim>
                                    <p:anim calcmode="lin" valueType="num">
                                      <p:cBhvr>
                                        <p:cTn id="32" dur="500" fill="hold"/>
                                        <p:tgtEl>
                                          <p:spTgt spid="190055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1" fill="hold" nodeType="clickEffect">
                                  <p:stCondLst>
                                    <p:cond delay="0"/>
                                  </p:stCondLst>
                                  <p:childTnLst>
                                    <p:set>
                                      <p:cBhvr>
                                        <p:cTn id="36" dur="1" fill="hold">
                                          <p:stCondLst>
                                            <p:cond delay="0"/>
                                          </p:stCondLst>
                                        </p:cTn>
                                        <p:tgtEl>
                                          <p:spTgt spid="1900559"/>
                                        </p:tgtEl>
                                        <p:attrNameLst>
                                          <p:attrName>style.visibility</p:attrName>
                                        </p:attrNameLst>
                                      </p:cBhvr>
                                      <p:to>
                                        <p:strVal val="visible"/>
                                      </p:to>
                                    </p:set>
                                    <p:animEffect transition="in" filter="slide(fromTop)">
                                      <p:cBhvr>
                                        <p:cTn id="37" dur="500"/>
                                        <p:tgtEl>
                                          <p:spTgt spid="19005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1900560"/>
                                        </p:tgtEl>
                                        <p:attrNameLst>
                                          <p:attrName>style.visibility</p:attrName>
                                        </p:attrNameLst>
                                      </p:cBhvr>
                                      <p:to>
                                        <p:strVal val="visible"/>
                                      </p:to>
                                    </p:set>
                                    <p:anim calcmode="lin" valueType="num">
                                      <p:cBhvr>
                                        <p:cTn id="42" dur="500" fill="hold"/>
                                        <p:tgtEl>
                                          <p:spTgt spid="1900560"/>
                                        </p:tgtEl>
                                        <p:attrNameLst>
                                          <p:attrName>ppt_x</p:attrName>
                                        </p:attrNameLst>
                                      </p:cBhvr>
                                      <p:tavLst>
                                        <p:tav tm="0">
                                          <p:val>
                                            <p:strVal val="0-#ppt_w/2"/>
                                          </p:val>
                                        </p:tav>
                                        <p:tav tm="100000">
                                          <p:val>
                                            <p:strVal val="#ppt_x"/>
                                          </p:val>
                                        </p:tav>
                                      </p:tavLst>
                                    </p:anim>
                                    <p:anim calcmode="lin" valueType="num">
                                      <p:cBhvr>
                                        <p:cTn id="43" dur="500" fill="hold"/>
                                        <p:tgtEl>
                                          <p:spTgt spid="19005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a:extLst>
              <a:ext uri="{FF2B5EF4-FFF2-40B4-BE49-F238E27FC236}">
                <a16:creationId xmlns:a16="http://schemas.microsoft.com/office/drawing/2014/main" id="{1CA96753-29D2-457F-9586-8AC0A4DB367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259ED58B-4736-4796-BBA0-D374906A6D63}" type="slidenum">
              <a:rPr altLang="en-US" sz="1400" smtClean="0"/>
              <a:pPr>
                <a:lnSpc>
                  <a:spcPct val="100000"/>
                </a:lnSpc>
                <a:spcBef>
                  <a:spcPct val="0"/>
                </a:spcBef>
                <a:buClr>
                  <a:schemeClr val="tx1"/>
                </a:buClr>
                <a:buFontTx/>
                <a:buNone/>
              </a:pPr>
              <a:t>80</a:t>
            </a:fld>
            <a:endParaRPr lang="zh-CN" altLang="en-US" sz="1400"/>
          </a:p>
        </p:txBody>
      </p:sp>
      <p:graphicFrame>
        <p:nvGraphicFramePr>
          <p:cNvPr id="99331" name="Object 4">
            <a:extLst>
              <a:ext uri="{FF2B5EF4-FFF2-40B4-BE49-F238E27FC236}">
                <a16:creationId xmlns:a16="http://schemas.microsoft.com/office/drawing/2014/main" id="{613B25BD-2024-4518-B05B-6AE54CE701C4}"/>
              </a:ext>
            </a:extLst>
          </p:cNvPr>
          <p:cNvGraphicFramePr>
            <a:graphicFrameLocks/>
          </p:cNvGraphicFramePr>
          <p:nvPr/>
        </p:nvGraphicFramePr>
        <p:xfrm>
          <a:off x="1093788" y="646113"/>
          <a:ext cx="4662487" cy="423862"/>
        </p:xfrm>
        <a:graphic>
          <a:graphicData uri="http://schemas.openxmlformats.org/presentationml/2006/ole">
            <mc:AlternateContent xmlns:mc="http://schemas.openxmlformats.org/markup-compatibility/2006">
              <mc:Choice xmlns:v="urn:schemas-microsoft-com:vml" Requires="v">
                <p:oleObj spid="_x0000_s99373" r:id="rId3" imgW="3073400" imgH="279400" progId="Equation.DSMT4">
                  <p:embed/>
                </p:oleObj>
              </mc:Choice>
              <mc:Fallback>
                <p:oleObj r:id="rId3" imgW="3073400" imgH="2794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3788" y="646113"/>
                        <a:ext cx="466248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9332" name="Object 5">
            <a:extLst>
              <a:ext uri="{FF2B5EF4-FFF2-40B4-BE49-F238E27FC236}">
                <a16:creationId xmlns:a16="http://schemas.microsoft.com/office/drawing/2014/main" id="{C322D203-8CBF-4F2C-8738-724B943797BC}"/>
              </a:ext>
            </a:extLst>
          </p:cNvPr>
          <p:cNvGraphicFramePr>
            <a:graphicFrameLocks/>
          </p:cNvGraphicFramePr>
          <p:nvPr/>
        </p:nvGraphicFramePr>
        <p:xfrm>
          <a:off x="923925" y="1173163"/>
          <a:ext cx="8228013" cy="1155700"/>
        </p:xfrm>
        <a:graphic>
          <a:graphicData uri="http://schemas.openxmlformats.org/presentationml/2006/ole">
            <mc:AlternateContent xmlns:mc="http://schemas.openxmlformats.org/markup-compatibility/2006">
              <mc:Choice xmlns:v="urn:schemas-microsoft-com:vml" Requires="v">
                <p:oleObj spid="_x0000_s99374" r:id="rId5" imgW="5420547" imgH="761669" progId="Equation.DSMT4">
                  <p:embed/>
                </p:oleObj>
              </mc:Choice>
              <mc:Fallback>
                <p:oleObj r:id="rId5" imgW="5420547" imgH="761669"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925" y="1173163"/>
                        <a:ext cx="8228013"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1574" name="Object 6">
            <a:extLst>
              <a:ext uri="{FF2B5EF4-FFF2-40B4-BE49-F238E27FC236}">
                <a16:creationId xmlns:a16="http://schemas.microsoft.com/office/drawing/2014/main" id="{F8D513AA-E44F-4FFF-8B31-5B1B2DA84A1B}"/>
              </a:ext>
            </a:extLst>
          </p:cNvPr>
          <p:cNvGraphicFramePr>
            <a:graphicFrameLocks/>
          </p:cNvGraphicFramePr>
          <p:nvPr/>
        </p:nvGraphicFramePr>
        <p:xfrm>
          <a:off x="1171575" y="2398713"/>
          <a:ext cx="2436813" cy="404812"/>
        </p:xfrm>
        <a:graphic>
          <a:graphicData uri="http://schemas.openxmlformats.org/presentationml/2006/ole">
            <mc:AlternateContent xmlns:mc="http://schemas.openxmlformats.org/markup-compatibility/2006">
              <mc:Choice xmlns:v="urn:schemas-microsoft-com:vml" Requires="v">
                <p:oleObj spid="_x0000_s99375" r:id="rId7" imgW="1371600" imgH="228600" progId="Equation.DSMT4">
                  <p:embed/>
                </p:oleObj>
              </mc:Choice>
              <mc:Fallback>
                <p:oleObj r:id="rId7" imgW="1371600" imgH="228600" progId="Equation.DSMT4">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1575" y="2398713"/>
                        <a:ext cx="2436813"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1575" name="Object 7">
            <a:extLst>
              <a:ext uri="{FF2B5EF4-FFF2-40B4-BE49-F238E27FC236}">
                <a16:creationId xmlns:a16="http://schemas.microsoft.com/office/drawing/2014/main" id="{E03F2A09-68F1-45AB-91A2-7D52FC5FF431}"/>
              </a:ext>
            </a:extLst>
          </p:cNvPr>
          <p:cNvGraphicFramePr>
            <a:graphicFrameLocks/>
          </p:cNvGraphicFramePr>
          <p:nvPr/>
        </p:nvGraphicFramePr>
        <p:xfrm>
          <a:off x="1503363" y="2933700"/>
          <a:ext cx="1657350" cy="385763"/>
        </p:xfrm>
        <a:graphic>
          <a:graphicData uri="http://schemas.openxmlformats.org/presentationml/2006/ole">
            <mc:AlternateContent xmlns:mc="http://schemas.openxmlformats.org/markup-compatibility/2006">
              <mc:Choice xmlns:v="urn:schemas-microsoft-com:vml" Requires="v">
                <p:oleObj spid="_x0000_s99376" r:id="rId9" imgW="1091253" imgH="253780" progId="Equation.DSMT4">
                  <p:embed/>
                </p:oleObj>
              </mc:Choice>
              <mc:Fallback>
                <p:oleObj r:id="rId9" imgW="1091253" imgH="253780" progId="Equation.DSMT4">
                  <p:embed/>
                  <p:pic>
                    <p:nvPicPr>
                      <p:cNvPr id="0"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3363" y="2933700"/>
                        <a:ext cx="165735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1576" name="Object 8">
            <a:extLst>
              <a:ext uri="{FF2B5EF4-FFF2-40B4-BE49-F238E27FC236}">
                <a16:creationId xmlns:a16="http://schemas.microsoft.com/office/drawing/2014/main" id="{AF6C642D-AE94-4076-8A4C-6B0A410928E2}"/>
              </a:ext>
            </a:extLst>
          </p:cNvPr>
          <p:cNvGraphicFramePr>
            <a:graphicFrameLocks/>
          </p:cNvGraphicFramePr>
          <p:nvPr/>
        </p:nvGraphicFramePr>
        <p:xfrm>
          <a:off x="1830388" y="3506788"/>
          <a:ext cx="3138487" cy="731837"/>
        </p:xfrm>
        <a:graphic>
          <a:graphicData uri="http://schemas.openxmlformats.org/presentationml/2006/ole">
            <mc:AlternateContent xmlns:mc="http://schemas.openxmlformats.org/markup-compatibility/2006">
              <mc:Choice xmlns:v="urn:schemas-microsoft-com:vml" Requires="v">
                <p:oleObj spid="_x0000_s99377" r:id="rId11" imgW="2069202" imgH="482391" progId="Equation.DSMT4">
                  <p:embed/>
                </p:oleObj>
              </mc:Choice>
              <mc:Fallback>
                <p:oleObj r:id="rId11" imgW="2069202" imgH="482391" progId="Equation.DSMT4">
                  <p:embed/>
                  <p:pic>
                    <p:nvPicPr>
                      <p:cNvPr id="0" name="Object 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0388" y="3506788"/>
                        <a:ext cx="3138487"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1577" name="Object 9">
            <a:extLst>
              <a:ext uri="{FF2B5EF4-FFF2-40B4-BE49-F238E27FC236}">
                <a16:creationId xmlns:a16="http://schemas.microsoft.com/office/drawing/2014/main" id="{69AAD6C8-D4BF-4C19-AF3A-CDF5A3E102D4}"/>
              </a:ext>
            </a:extLst>
          </p:cNvPr>
          <p:cNvGraphicFramePr>
            <a:graphicFrameLocks/>
          </p:cNvGraphicFramePr>
          <p:nvPr/>
        </p:nvGraphicFramePr>
        <p:xfrm>
          <a:off x="1817688" y="4429125"/>
          <a:ext cx="3157537" cy="1074738"/>
        </p:xfrm>
        <a:graphic>
          <a:graphicData uri="http://schemas.openxmlformats.org/presentationml/2006/ole">
            <mc:AlternateContent xmlns:mc="http://schemas.openxmlformats.org/markup-compatibility/2006">
              <mc:Choice xmlns:v="urn:schemas-microsoft-com:vml" Requires="v">
                <p:oleObj spid="_x0000_s99378" r:id="rId13" imgW="2081896" imgH="710891" progId="Equation.DSMT4">
                  <p:embed/>
                </p:oleObj>
              </mc:Choice>
              <mc:Fallback>
                <p:oleObj r:id="rId13" imgW="2081896" imgH="710891" progId="Equation.DSMT4">
                  <p:embed/>
                  <p:pic>
                    <p:nvPicPr>
                      <p:cNvPr id="0" name="Object 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17688" y="4429125"/>
                        <a:ext cx="3157537"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1579" name="Object 11">
            <a:extLst>
              <a:ext uri="{FF2B5EF4-FFF2-40B4-BE49-F238E27FC236}">
                <a16:creationId xmlns:a16="http://schemas.microsoft.com/office/drawing/2014/main" id="{48C31C21-4CB0-47EF-922C-49A9F0D4E8E3}"/>
              </a:ext>
            </a:extLst>
          </p:cNvPr>
          <p:cNvGraphicFramePr>
            <a:graphicFrameLocks/>
          </p:cNvGraphicFramePr>
          <p:nvPr/>
        </p:nvGraphicFramePr>
        <p:xfrm>
          <a:off x="1785938" y="5557838"/>
          <a:ext cx="4006850" cy="808037"/>
        </p:xfrm>
        <a:graphic>
          <a:graphicData uri="http://schemas.openxmlformats.org/presentationml/2006/ole">
            <mc:AlternateContent xmlns:mc="http://schemas.openxmlformats.org/markup-compatibility/2006">
              <mc:Choice xmlns:v="urn:schemas-microsoft-com:vml" Requires="v">
                <p:oleObj spid="_x0000_s99379" r:id="rId15" imgW="2640454" imgH="533169" progId="Equation.DSMT4">
                  <p:embed/>
                </p:oleObj>
              </mc:Choice>
              <mc:Fallback>
                <p:oleObj r:id="rId15" imgW="2640454" imgH="533169" progId="Equation.DSMT4">
                  <p:embed/>
                  <p:pic>
                    <p:nvPicPr>
                      <p:cNvPr id="0" name="Object 1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5938" y="5557838"/>
                        <a:ext cx="400685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01574"/>
                                        </p:tgtEl>
                                        <p:attrNameLst>
                                          <p:attrName>style.visibility</p:attrName>
                                        </p:attrNameLst>
                                      </p:cBhvr>
                                      <p:to>
                                        <p:strVal val="visible"/>
                                      </p:to>
                                    </p:set>
                                    <p:anim calcmode="lin" valueType="num">
                                      <p:cBhvr>
                                        <p:cTn id="7" dur="500" fill="hold"/>
                                        <p:tgtEl>
                                          <p:spTgt spid="1901574"/>
                                        </p:tgtEl>
                                        <p:attrNameLst>
                                          <p:attrName>ppt_x</p:attrName>
                                        </p:attrNameLst>
                                      </p:cBhvr>
                                      <p:tavLst>
                                        <p:tav tm="0">
                                          <p:val>
                                            <p:strVal val="0-#ppt_w/2"/>
                                          </p:val>
                                        </p:tav>
                                        <p:tav tm="100000">
                                          <p:val>
                                            <p:strVal val="#ppt_x"/>
                                          </p:val>
                                        </p:tav>
                                      </p:tavLst>
                                    </p:anim>
                                    <p:anim calcmode="lin" valueType="num">
                                      <p:cBhvr>
                                        <p:cTn id="8" dur="500" fill="hold"/>
                                        <p:tgtEl>
                                          <p:spTgt spid="19015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01575"/>
                                        </p:tgtEl>
                                        <p:attrNameLst>
                                          <p:attrName>style.visibility</p:attrName>
                                        </p:attrNameLst>
                                      </p:cBhvr>
                                      <p:to>
                                        <p:strVal val="visible"/>
                                      </p:to>
                                    </p:set>
                                    <p:anim calcmode="lin" valueType="num">
                                      <p:cBhvr>
                                        <p:cTn id="13" dur="500" fill="hold"/>
                                        <p:tgtEl>
                                          <p:spTgt spid="1901575"/>
                                        </p:tgtEl>
                                        <p:attrNameLst>
                                          <p:attrName>ppt_x</p:attrName>
                                        </p:attrNameLst>
                                      </p:cBhvr>
                                      <p:tavLst>
                                        <p:tav tm="0">
                                          <p:val>
                                            <p:strVal val="0-#ppt_w/2"/>
                                          </p:val>
                                        </p:tav>
                                        <p:tav tm="100000">
                                          <p:val>
                                            <p:strVal val="#ppt_x"/>
                                          </p:val>
                                        </p:tav>
                                      </p:tavLst>
                                    </p:anim>
                                    <p:anim calcmode="lin" valueType="num">
                                      <p:cBhvr>
                                        <p:cTn id="14" dur="500" fill="hold"/>
                                        <p:tgtEl>
                                          <p:spTgt spid="190157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901576"/>
                                        </p:tgtEl>
                                        <p:attrNameLst>
                                          <p:attrName>style.visibility</p:attrName>
                                        </p:attrNameLst>
                                      </p:cBhvr>
                                      <p:to>
                                        <p:strVal val="visible"/>
                                      </p:to>
                                    </p:set>
                                    <p:animEffect transition="in" filter="wipe(left)">
                                      <p:cBhvr>
                                        <p:cTn id="19" dur="500"/>
                                        <p:tgtEl>
                                          <p:spTgt spid="190157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901577"/>
                                        </p:tgtEl>
                                        <p:attrNameLst>
                                          <p:attrName>style.visibility</p:attrName>
                                        </p:attrNameLst>
                                      </p:cBhvr>
                                      <p:to>
                                        <p:strVal val="visible"/>
                                      </p:to>
                                    </p:set>
                                    <p:anim calcmode="lin" valueType="num">
                                      <p:cBhvr>
                                        <p:cTn id="24" dur="1000" fill="hold"/>
                                        <p:tgtEl>
                                          <p:spTgt spid="1901577"/>
                                        </p:tgtEl>
                                        <p:attrNameLst>
                                          <p:attrName>ppt_x</p:attrName>
                                        </p:attrNameLst>
                                      </p:cBhvr>
                                      <p:tavLst>
                                        <p:tav tm="0">
                                          <p:val>
                                            <p:strVal val="0-#ppt_w/2"/>
                                          </p:val>
                                        </p:tav>
                                        <p:tav tm="100000">
                                          <p:val>
                                            <p:strVal val="#ppt_x"/>
                                          </p:val>
                                        </p:tav>
                                      </p:tavLst>
                                    </p:anim>
                                    <p:anim calcmode="lin" valueType="num">
                                      <p:cBhvr>
                                        <p:cTn id="25" dur="1000" fill="hold"/>
                                        <p:tgtEl>
                                          <p:spTgt spid="1901577"/>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1901579"/>
                                        </p:tgtEl>
                                        <p:attrNameLst>
                                          <p:attrName>style.visibility</p:attrName>
                                        </p:attrNameLst>
                                      </p:cBhvr>
                                      <p:to>
                                        <p:strVal val="visible"/>
                                      </p:to>
                                    </p:set>
                                    <p:anim calcmode="lin" valueType="num">
                                      <p:cBhvr>
                                        <p:cTn id="30" dur="1000" fill="hold"/>
                                        <p:tgtEl>
                                          <p:spTgt spid="1901579"/>
                                        </p:tgtEl>
                                        <p:attrNameLst>
                                          <p:attrName>ppt_x</p:attrName>
                                        </p:attrNameLst>
                                      </p:cBhvr>
                                      <p:tavLst>
                                        <p:tav tm="0">
                                          <p:val>
                                            <p:strVal val="0-#ppt_w/2"/>
                                          </p:val>
                                        </p:tav>
                                        <p:tav tm="100000">
                                          <p:val>
                                            <p:strVal val="#ppt_x"/>
                                          </p:val>
                                        </p:tav>
                                      </p:tavLst>
                                    </p:anim>
                                    <p:anim calcmode="lin" valueType="num">
                                      <p:cBhvr>
                                        <p:cTn id="31" dur="1000" fill="hold"/>
                                        <p:tgtEl>
                                          <p:spTgt spid="19015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a:extLst>
              <a:ext uri="{FF2B5EF4-FFF2-40B4-BE49-F238E27FC236}">
                <a16:creationId xmlns:a16="http://schemas.microsoft.com/office/drawing/2014/main" id="{342649F3-B01A-4720-9724-9271670B31E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97B31A51-1A09-4D6B-8AFA-D2D8D8AD1BCA}" type="slidenum">
              <a:rPr altLang="en-US" sz="1400" smtClean="0"/>
              <a:pPr>
                <a:lnSpc>
                  <a:spcPct val="100000"/>
                </a:lnSpc>
                <a:spcBef>
                  <a:spcPct val="0"/>
                </a:spcBef>
                <a:buClr>
                  <a:schemeClr val="tx1"/>
                </a:buClr>
                <a:buFontTx/>
                <a:buNone/>
              </a:pPr>
              <a:t>81</a:t>
            </a:fld>
            <a:endParaRPr lang="zh-CN" altLang="en-US" sz="1400"/>
          </a:p>
        </p:txBody>
      </p:sp>
      <p:graphicFrame>
        <p:nvGraphicFramePr>
          <p:cNvPr id="100355" name="Object 10">
            <a:extLst>
              <a:ext uri="{FF2B5EF4-FFF2-40B4-BE49-F238E27FC236}">
                <a16:creationId xmlns:a16="http://schemas.microsoft.com/office/drawing/2014/main" id="{CB0389F2-5DCD-4152-859F-8D9E00A59BDB}"/>
              </a:ext>
            </a:extLst>
          </p:cNvPr>
          <p:cNvGraphicFramePr>
            <a:graphicFrameLocks/>
          </p:cNvGraphicFramePr>
          <p:nvPr/>
        </p:nvGraphicFramePr>
        <p:xfrm>
          <a:off x="1476375" y="1344613"/>
          <a:ext cx="2484438" cy="385762"/>
        </p:xfrm>
        <a:graphic>
          <a:graphicData uri="http://schemas.openxmlformats.org/presentationml/2006/ole">
            <mc:AlternateContent xmlns:mc="http://schemas.openxmlformats.org/markup-compatibility/2006">
              <mc:Choice xmlns:v="urn:schemas-microsoft-com:vml" Requires="v">
                <p:oleObj spid="_x0000_s100379" r:id="rId3" imgW="1636879" imgH="253780" progId="Equation.DSMT4">
                  <p:embed/>
                </p:oleObj>
              </mc:Choice>
              <mc:Fallback>
                <p:oleObj r:id="rId3" imgW="1636879" imgH="253780"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344613"/>
                        <a:ext cx="2484438"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2603" name="Object 11">
            <a:extLst>
              <a:ext uri="{FF2B5EF4-FFF2-40B4-BE49-F238E27FC236}">
                <a16:creationId xmlns:a16="http://schemas.microsoft.com/office/drawing/2014/main" id="{6E3EBBB8-EE1A-4F55-841E-5406BA71D5E4}"/>
              </a:ext>
            </a:extLst>
          </p:cNvPr>
          <p:cNvGraphicFramePr>
            <a:graphicFrameLocks/>
          </p:cNvGraphicFramePr>
          <p:nvPr/>
        </p:nvGraphicFramePr>
        <p:xfrm>
          <a:off x="1906588" y="1989138"/>
          <a:ext cx="5716587" cy="1001712"/>
        </p:xfrm>
        <a:graphic>
          <a:graphicData uri="http://schemas.openxmlformats.org/presentationml/2006/ole">
            <mc:AlternateContent xmlns:mc="http://schemas.openxmlformats.org/markup-compatibility/2006">
              <mc:Choice xmlns:v="urn:schemas-microsoft-com:vml" Requires="v">
                <p:oleObj spid="_x0000_s100380" r:id="rId5" imgW="3770264" imgH="660113" progId="Equation.DSMT4">
                  <p:embed/>
                </p:oleObj>
              </mc:Choice>
              <mc:Fallback>
                <p:oleObj r:id="rId5" imgW="3770264" imgH="660113"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6588" y="1989138"/>
                        <a:ext cx="5716587"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2604" name="Object 12">
            <a:extLst>
              <a:ext uri="{FF2B5EF4-FFF2-40B4-BE49-F238E27FC236}">
                <a16:creationId xmlns:a16="http://schemas.microsoft.com/office/drawing/2014/main" id="{10D97FB0-FF54-47D5-8C52-4D80913914EB}"/>
              </a:ext>
            </a:extLst>
          </p:cNvPr>
          <p:cNvGraphicFramePr>
            <a:graphicFrameLocks/>
          </p:cNvGraphicFramePr>
          <p:nvPr/>
        </p:nvGraphicFramePr>
        <p:xfrm>
          <a:off x="1978025" y="4632325"/>
          <a:ext cx="4216400" cy="671513"/>
        </p:xfrm>
        <a:graphic>
          <a:graphicData uri="http://schemas.openxmlformats.org/presentationml/2006/ole">
            <mc:AlternateContent xmlns:mc="http://schemas.openxmlformats.org/markup-compatibility/2006">
              <mc:Choice xmlns:v="urn:schemas-microsoft-com:vml" Requires="v">
                <p:oleObj spid="_x0000_s100381" r:id="rId7" imgW="2780093" imgH="444307" progId="Equation.DSMT4">
                  <p:embed/>
                </p:oleObj>
              </mc:Choice>
              <mc:Fallback>
                <p:oleObj r:id="rId7" imgW="2780093" imgH="444307" progId="Equation.DSMT4">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8025" y="4632325"/>
                        <a:ext cx="42164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2605" name="Object 13">
            <a:extLst>
              <a:ext uri="{FF2B5EF4-FFF2-40B4-BE49-F238E27FC236}">
                <a16:creationId xmlns:a16="http://schemas.microsoft.com/office/drawing/2014/main" id="{594352EA-51E0-4559-A7F4-F56E93305BBF}"/>
              </a:ext>
            </a:extLst>
          </p:cNvPr>
          <p:cNvGraphicFramePr>
            <a:graphicFrameLocks/>
          </p:cNvGraphicFramePr>
          <p:nvPr/>
        </p:nvGraphicFramePr>
        <p:xfrm>
          <a:off x="1920875" y="3338513"/>
          <a:ext cx="5181600" cy="692150"/>
        </p:xfrm>
        <a:graphic>
          <a:graphicData uri="http://schemas.openxmlformats.org/presentationml/2006/ole">
            <mc:AlternateContent xmlns:mc="http://schemas.openxmlformats.org/markup-compatibility/2006">
              <mc:Choice xmlns:v="urn:schemas-microsoft-com:vml" Requires="v">
                <p:oleObj spid="_x0000_s100382" r:id="rId9" imgW="3416300" imgH="457200" progId="Equation.DSMT4">
                  <p:embed/>
                </p:oleObj>
              </mc:Choice>
              <mc:Fallback>
                <p:oleObj r:id="rId9" imgW="3416300" imgH="457200" progId="Equation.DSMT4">
                  <p:embed/>
                  <p:pic>
                    <p:nvPicPr>
                      <p:cNvPr id="0" name="Object 1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0875" y="3338513"/>
                        <a:ext cx="5181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02603"/>
                                        </p:tgtEl>
                                        <p:attrNameLst>
                                          <p:attrName>style.visibility</p:attrName>
                                        </p:attrNameLst>
                                      </p:cBhvr>
                                      <p:to>
                                        <p:strVal val="visible"/>
                                      </p:to>
                                    </p:set>
                                    <p:animEffect transition="in" filter="wipe(left)">
                                      <p:cBhvr>
                                        <p:cTn id="7" dur="500"/>
                                        <p:tgtEl>
                                          <p:spTgt spid="19026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902605"/>
                                        </p:tgtEl>
                                        <p:attrNameLst>
                                          <p:attrName>style.visibility</p:attrName>
                                        </p:attrNameLst>
                                      </p:cBhvr>
                                      <p:to>
                                        <p:strVal val="visible"/>
                                      </p:to>
                                    </p:set>
                                    <p:anim calcmode="lin" valueType="num">
                                      <p:cBhvr>
                                        <p:cTn id="12" dur="1000" fill="hold"/>
                                        <p:tgtEl>
                                          <p:spTgt spid="1902605"/>
                                        </p:tgtEl>
                                        <p:attrNameLst>
                                          <p:attrName>ppt_x</p:attrName>
                                        </p:attrNameLst>
                                      </p:cBhvr>
                                      <p:tavLst>
                                        <p:tav tm="0">
                                          <p:val>
                                            <p:strVal val="0-#ppt_w/2"/>
                                          </p:val>
                                        </p:tav>
                                        <p:tav tm="100000">
                                          <p:val>
                                            <p:strVal val="#ppt_x"/>
                                          </p:val>
                                        </p:tav>
                                      </p:tavLst>
                                    </p:anim>
                                    <p:anim calcmode="lin" valueType="num">
                                      <p:cBhvr>
                                        <p:cTn id="13" dur="1000" fill="hold"/>
                                        <p:tgtEl>
                                          <p:spTgt spid="190260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902604"/>
                                        </p:tgtEl>
                                        <p:attrNameLst>
                                          <p:attrName>style.visibility</p:attrName>
                                        </p:attrNameLst>
                                      </p:cBhvr>
                                      <p:to>
                                        <p:strVal val="visible"/>
                                      </p:to>
                                    </p:set>
                                    <p:anim calcmode="lin" valueType="num">
                                      <p:cBhvr>
                                        <p:cTn id="18" dur="1000" fill="hold"/>
                                        <p:tgtEl>
                                          <p:spTgt spid="1902604"/>
                                        </p:tgtEl>
                                        <p:attrNameLst>
                                          <p:attrName>ppt_x</p:attrName>
                                        </p:attrNameLst>
                                      </p:cBhvr>
                                      <p:tavLst>
                                        <p:tav tm="0">
                                          <p:val>
                                            <p:strVal val="0-#ppt_w/2"/>
                                          </p:val>
                                        </p:tav>
                                        <p:tav tm="100000">
                                          <p:val>
                                            <p:strVal val="#ppt_x"/>
                                          </p:val>
                                        </p:tav>
                                      </p:tavLst>
                                    </p:anim>
                                    <p:anim calcmode="lin" valueType="num">
                                      <p:cBhvr>
                                        <p:cTn id="19" dur="1000" fill="hold"/>
                                        <p:tgtEl>
                                          <p:spTgt spid="19026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a:extLst>
              <a:ext uri="{FF2B5EF4-FFF2-40B4-BE49-F238E27FC236}">
                <a16:creationId xmlns:a16="http://schemas.microsoft.com/office/drawing/2014/main" id="{741FE762-D2E4-4A25-8A74-603EB4EF315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EF0E75EE-4332-45A2-B477-CF21A6D56D3A}" type="slidenum">
              <a:rPr altLang="en-US" sz="1400" smtClean="0"/>
              <a:pPr>
                <a:lnSpc>
                  <a:spcPct val="100000"/>
                </a:lnSpc>
                <a:spcBef>
                  <a:spcPct val="0"/>
                </a:spcBef>
                <a:buClr>
                  <a:schemeClr val="tx1"/>
                </a:buClr>
                <a:buFontTx/>
                <a:buNone/>
              </a:pPr>
              <a:t>82</a:t>
            </a:fld>
            <a:endParaRPr lang="zh-CN" altLang="en-US" sz="1400"/>
          </a:p>
        </p:txBody>
      </p:sp>
      <p:graphicFrame>
        <p:nvGraphicFramePr>
          <p:cNvPr id="101379" name="Object 4">
            <a:extLst>
              <a:ext uri="{FF2B5EF4-FFF2-40B4-BE49-F238E27FC236}">
                <a16:creationId xmlns:a16="http://schemas.microsoft.com/office/drawing/2014/main" id="{3632223E-4F4E-4AC3-AE2F-C391F5064275}"/>
              </a:ext>
            </a:extLst>
          </p:cNvPr>
          <p:cNvGraphicFramePr>
            <a:graphicFrameLocks/>
          </p:cNvGraphicFramePr>
          <p:nvPr/>
        </p:nvGraphicFramePr>
        <p:xfrm>
          <a:off x="1171575" y="352425"/>
          <a:ext cx="2143125" cy="809625"/>
        </p:xfrm>
        <a:graphic>
          <a:graphicData uri="http://schemas.openxmlformats.org/presentationml/2006/ole">
            <mc:AlternateContent xmlns:mc="http://schemas.openxmlformats.org/markup-compatibility/2006">
              <mc:Choice xmlns:v="urn:schemas-microsoft-com:vml" Requires="v">
                <p:oleObj spid="_x0000_s101415" r:id="rId3" imgW="1206500" imgH="457200" progId="Equation.DSMT4">
                  <p:embed/>
                </p:oleObj>
              </mc:Choice>
              <mc:Fallback>
                <p:oleObj r:id="rId3" imgW="1206500" imgH="4572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352425"/>
                        <a:ext cx="214312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5669" name="Object 5">
            <a:extLst>
              <a:ext uri="{FF2B5EF4-FFF2-40B4-BE49-F238E27FC236}">
                <a16:creationId xmlns:a16="http://schemas.microsoft.com/office/drawing/2014/main" id="{C5BBEB5C-AF21-401C-9799-72EF32F87DEC}"/>
              </a:ext>
            </a:extLst>
          </p:cNvPr>
          <p:cNvGraphicFramePr>
            <a:graphicFrameLocks/>
          </p:cNvGraphicFramePr>
          <p:nvPr/>
        </p:nvGraphicFramePr>
        <p:xfrm>
          <a:off x="1579563" y="1300163"/>
          <a:ext cx="1366837" cy="377825"/>
        </p:xfrm>
        <a:graphic>
          <a:graphicData uri="http://schemas.openxmlformats.org/presentationml/2006/ole">
            <mc:AlternateContent xmlns:mc="http://schemas.openxmlformats.org/markup-compatibility/2006">
              <mc:Choice xmlns:v="urn:schemas-microsoft-com:vml" Requires="v">
                <p:oleObj spid="_x0000_s101416" r:id="rId5" imgW="825500" imgH="228600" progId="Equation.DSMT4">
                  <p:embed/>
                </p:oleObj>
              </mc:Choice>
              <mc:Fallback>
                <p:oleObj r:id="rId5" imgW="825500" imgH="228600"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9563" y="1300163"/>
                        <a:ext cx="136683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5670" name="Object 6">
            <a:extLst>
              <a:ext uri="{FF2B5EF4-FFF2-40B4-BE49-F238E27FC236}">
                <a16:creationId xmlns:a16="http://schemas.microsoft.com/office/drawing/2014/main" id="{14C8847A-9BA1-4E31-91F2-161DC406D9DB}"/>
              </a:ext>
            </a:extLst>
          </p:cNvPr>
          <p:cNvGraphicFramePr>
            <a:graphicFrameLocks/>
          </p:cNvGraphicFramePr>
          <p:nvPr/>
        </p:nvGraphicFramePr>
        <p:xfrm>
          <a:off x="1641475" y="1890713"/>
          <a:ext cx="2714625" cy="693737"/>
        </p:xfrm>
        <a:graphic>
          <a:graphicData uri="http://schemas.openxmlformats.org/presentationml/2006/ole">
            <mc:AlternateContent xmlns:mc="http://schemas.openxmlformats.org/markup-compatibility/2006">
              <mc:Choice xmlns:v="urn:schemas-microsoft-com:vml" Requires="v">
                <p:oleObj spid="_x0000_s101417" r:id="rId7" imgW="1790700" imgH="457200" progId="Equation.DSMT4">
                  <p:embed/>
                </p:oleObj>
              </mc:Choice>
              <mc:Fallback>
                <p:oleObj r:id="rId7" imgW="1790700" imgH="457200" progId="Equation.DSMT4">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1475" y="1890713"/>
                        <a:ext cx="271462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5671" name="Object 7">
            <a:extLst>
              <a:ext uri="{FF2B5EF4-FFF2-40B4-BE49-F238E27FC236}">
                <a16:creationId xmlns:a16="http://schemas.microsoft.com/office/drawing/2014/main" id="{D7964E78-3ECB-462E-8836-F1F903322CAB}"/>
              </a:ext>
            </a:extLst>
          </p:cNvPr>
          <p:cNvGraphicFramePr>
            <a:graphicFrameLocks/>
          </p:cNvGraphicFramePr>
          <p:nvPr/>
        </p:nvGraphicFramePr>
        <p:xfrm>
          <a:off x="1614488" y="2820988"/>
          <a:ext cx="5719762" cy="728662"/>
        </p:xfrm>
        <a:graphic>
          <a:graphicData uri="http://schemas.openxmlformats.org/presentationml/2006/ole">
            <mc:AlternateContent xmlns:mc="http://schemas.openxmlformats.org/markup-compatibility/2006">
              <mc:Choice xmlns:v="urn:schemas-microsoft-com:vml" Requires="v">
                <p:oleObj spid="_x0000_s101418" r:id="rId9" imgW="3770264" imgH="482391" progId="Equation.DSMT4">
                  <p:embed/>
                </p:oleObj>
              </mc:Choice>
              <mc:Fallback>
                <p:oleObj r:id="rId9" imgW="3770264" imgH="482391" progId="Equation.DSMT4">
                  <p:embed/>
                  <p:pic>
                    <p:nvPicPr>
                      <p:cNvPr id="0"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4488" y="2820988"/>
                        <a:ext cx="5719762"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5672" name="Object 8">
            <a:extLst>
              <a:ext uri="{FF2B5EF4-FFF2-40B4-BE49-F238E27FC236}">
                <a16:creationId xmlns:a16="http://schemas.microsoft.com/office/drawing/2014/main" id="{85814CD9-3A7C-4AFD-B9FC-416AC84C2D7E}"/>
              </a:ext>
            </a:extLst>
          </p:cNvPr>
          <p:cNvGraphicFramePr>
            <a:graphicFrameLocks/>
          </p:cNvGraphicFramePr>
          <p:nvPr/>
        </p:nvGraphicFramePr>
        <p:xfrm>
          <a:off x="1531938" y="5114925"/>
          <a:ext cx="5702300" cy="960438"/>
        </p:xfrm>
        <a:graphic>
          <a:graphicData uri="http://schemas.openxmlformats.org/presentationml/2006/ole">
            <mc:AlternateContent xmlns:mc="http://schemas.openxmlformats.org/markup-compatibility/2006">
              <mc:Choice xmlns:v="urn:schemas-microsoft-com:vml" Requires="v">
                <p:oleObj spid="_x0000_s101419" r:id="rId11" imgW="3757569" imgH="634725" progId="Equation.DSMT4">
                  <p:embed/>
                </p:oleObj>
              </mc:Choice>
              <mc:Fallback>
                <p:oleObj r:id="rId11" imgW="3757569" imgH="634725" progId="Equation.DSMT4">
                  <p:embed/>
                  <p:pic>
                    <p:nvPicPr>
                      <p:cNvPr id="0" name="Object 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1938" y="5114925"/>
                        <a:ext cx="570230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5673" name="Object 9">
            <a:extLst>
              <a:ext uri="{FF2B5EF4-FFF2-40B4-BE49-F238E27FC236}">
                <a16:creationId xmlns:a16="http://schemas.microsoft.com/office/drawing/2014/main" id="{6DD151A5-D8B1-48C8-98CA-96ABE2E295DF}"/>
              </a:ext>
            </a:extLst>
          </p:cNvPr>
          <p:cNvGraphicFramePr>
            <a:graphicFrameLocks/>
          </p:cNvGraphicFramePr>
          <p:nvPr/>
        </p:nvGraphicFramePr>
        <p:xfrm>
          <a:off x="1619250" y="3849688"/>
          <a:ext cx="6008688" cy="958850"/>
        </p:xfrm>
        <a:graphic>
          <a:graphicData uri="http://schemas.openxmlformats.org/presentationml/2006/ole">
            <mc:AlternateContent xmlns:mc="http://schemas.openxmlformats.org/markup-compatibility/2006">
              <mc:Choice xmlns:v="urn:schemas-microsoft-com:vml" Requires="v">
                <p:oleObj spid="_x0000_s101420" r:id="rId13" imgW="3960681" imgH="634725" progId="Equation.DSMT4">
                  <p:embed/>
                </p:oleObj>
              </mc:Choice>
              <mc:Fallback>
                <p:oleObj r:id="rId13" imgW="3960681" imgH="634725" progId="Equation.DSMT4">
                  <p:embed/>
                  <p:pic>
                    <p:nvPicPr>
                      <p:cNvPr id="0" name="Object 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9250" y="3849688"/>
                        <a:ext cx="6008688"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05669"/>
                                        </p:tgtEl>
                                        <p:attrNameLst>
                                          <p:attrName>style.visibility</p:attrName>
                                        </p:attrNameLst>
                                      </p:cBhvr>
                                      <p:to>
                                        <p:strVal val="visible"/>
                                      </p:to>
                                    </p:set>
                                    <p:anim calcmode="lin" valueType="num">
                                      <p:cBhvr>
                                        <p:cTn id="7" dur="500" fill="hold"/>
                                        <p:tgtEl>
                                          <p:spTgt spid="1905669"/>
                                        </p:tgtEl>
                                        <p:attrNameLst>
                                          <p:attrName>ppt_x</p:attrName>
                                        </p:attrNameLst>
                                      </p:cBhvr>
                                      <p:tavLst>
                                        <p:tav tm="0">
                                          <p:val>
                                            <p:strVal val="0-#ppt_w/2"/>
                                          </p:val>
                                        </p:tav>
                                        <p:tav tm="100000">
                                          <p:val>
                                            <p:strVal val="#ppt_x"/>
                                          </p:val>
                                        </p:tav>
                                      </p:tavLst>
                                    </p:anim>
                                    <p:anim calcmode="lin" valueType="num">
                                      <p:cBhvr>
                                        <p:cTn id="8" dur="500" fill="hold"/>
                                        <p:tgtEl>
                                          <p:spTgt spid="19056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1905670"/>
                                        </p:tgtEl>
                                        <p:attrNameLst>
                                          <p:attrName>style.visibility</p:attrName>
                                        </p:attrNameLst>
                                      </p:cBhvr>
                                      <p:to>
                                        <p:strVal val="visible"/>
                                      </p:to>
                                    </p:set>
                                    <p:animEffect transition="in" filter="wipe(left)">
                                      <p:cBhvr>
                                        <p:cTn id="13" dur="500"/>
                                        <p:tgtEl>
                                          <p:spTgt spid="190567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905671"/>
                                        </p:tgtEl>
                                        <p:attrNameLst>
                                          <p:attrName>style.visibility</p:attrName>
                                        </p:attrNameLst>
                                      </p:cBhvr>
                                      <p:to>
                                        <p:strVal val="visible"/>
                                      </p:to>
                                    </p:set>
                                    <p:anim calcmode="lin" valueType="num">
                                      <p:cBhvr>
                                        <p:cTn id="18" dur="1000" fill="hold"/>
                                        <p:tgtEl>
                                          <p:spTgt spid="1905671"/>
                                        </p:tgtEl>
                                        <p:attrNameLst>
                                          <p:attrName>ppt_x</p:attrName>
                                        </p:attrNameLst>
                                      </p:cBhvr>
                                      <p:tavLst>
                                        <p:tav tm="0">
                                          <p:val>
                                            <p:strVal val="0-#ppt_w/2"/>
                                          </p:val>
                                        </p:tav>
                                        <p:tav tm="100000">
                                          <p:val>
                                            <p:strVal val="#ppt_x"/>
                                          </p:val>
                                        </p:tav>
                                      </p:tavLst>
                                    </p:anim>
                                    <p:anim calcmode="lin" valueType="num">
                                      <p:cBhvr>
                                        <p:cTn id="19" dur="1000" fill="hold"/>
                                        <p:tgtEl>
                                          <p:spTgt spid="190567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905673"/>
                                        </p:tgtEl>
                                        <p:attrNameLst>
                                          <p:attrName>style.visibility</p:attrName>
                                        </p:attrNameLst>
                                      </p:cBhvr>
                                      <p:to>
                                        <p:strVal val="visible"/>
                                      </p:to>
                                    </p:set>
                                    <p:anim calcmode="lin" valueType="num">
                                      <p:cBhvr>
                                        <p:cTn id="24" dur="1000" fill="hold"/>
                                        <p:tgtEl>
                                          <p:spTgt spid="1905673"/>
                                        </p:tgtEl>
                                        <p:attrNameLst>
                                          <p:attrName>ppt_x</p:attrName>
                                        </p:attrNameLst>
                                      </p:cBhvr>
                                      <p:tavLst>
                                        <p:tav tm="0">
                                          <p:val>
                                            <p:strVal val="0-#ppt_w/2"/>
                                          </p:val>
                                        </p:tav>
                                        <p:tav tm="100000">
                                          <p:val>
                                            <p:strVal val="#ppt_x"/>
                                          </p:val>
                                        </p:tav>
                                      </p:tavLst>
                                    </p:anim>
                                    <p:anim calcmode="lin" valueType="num">
                                      <p:cBhvr>
                                        <p:cTn id="25" dur="1000" fill="hold"/>
                                        <p:tgtEl>
                                          <p:spTgt spid="190567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1905672"/>
                                        </p:tgtEl>
                                        <p:attrNameLst>
                                          <p:attrName>style.visibility</p:attrName>
                                        </p:attrNameLst>
                                      </p:cBhvr>
                                      <p:to>
                                        <p:strVal val="visible"/>
                                      </p:to>
                                    </p:set>
                                    <p:anim calcmode="lin" valueType="num">
                                      <p:cBhvr>
                                        <p:cTn id="30" dur="1000" fill="hold"/>
                                        <p:tgtEl>
                                          <p:spTgt spid="1905672"/>
                                        </p:tgtEl>
                                        <p:attrNameLst>
                                          <p:attrName>ppt_x</p:attrName>
                                        </p:attrNameLst>
                                      </p:cBhvr>
                                      <p:tavLst>
                                        <p:tav tm="0">
                                          <p:val>
                                            <p:strVal val="0-#ppt_w/2"/>
                                          </p:val>
                                        </p:tav>
                                        <p:tav tm="100000">
                                          <p:val>
                                            <p:strVal val="#ppt_x"/>
                                          </p:val>
                                        </p:tav>
                                      </p:tavLst>
                                    </p:anim>
                                    <p:anim calcmode="lin" valueType="num">
                                      <p:cBhvr>
                                        <p:cTn id="31" dur="1000" fill="hold"/>
                                        <p:tgtEl>
                                          <p:spTgt spid="19056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6">
            <a:extLst>
              <a:ext uri="{FF2B5EF4-FFF2-40B4-BE49-F238E27FC236}">
                <a16:creationId xmlns:a16="http://schemas.microsoft.com/office/drawing/2014/main" id="{DEE11AD2-51DE-44DC-8B5B-43182015B13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A4A9130F-74A6-471B-B1F2-99451F656E0B}" type="slidenum">
              <a:rPr altLang="en-US" sz="1400" smtClean="0"/>
              <a:pPr>
                <a:lnSpc>
                  <a:spcPct val="100000"/>
                </a:lnSpc>
                <a:spcBef>
                  <a:spcPct val="0"/>
                </a:spcBef>
                <a:buClr>
                  <a:schemeClr val="tx1"/>
                </a:buClr>
                <a:buFontTx/>
                <a:buNone/>
              </a:pPr>
              <a:t>83</a:t>
            </a:fld>
            <a:endParaRPr lang="zh-CN" altLang="en-US" sz="1400"/>
          </a:p>
        </p:txBody>
      </p:sp>
      <p:sp>
        <p:nvSpPr>
          <p:cNvPr id="102403" name="Rectangle 3">
            <a:extLst>
              <a:ext uri="{FF2B5EF4-FFF2-40B4-BE49-F238E27FC236}">
                <a16:creationId xmlns:a16="http://schemas.microsoft.com/office/drawing/2014/main" id="{7054CB83-3D83-4E92-A90F-AB20C67C7072}"/>
              </a:ext>
            </a:extLst>
          </p:cNvPr>
          <p:cNvSpPr>
            <a:spLocks noGrp="1" noChangeArrowheads="1"/>
          </p:cNvSpPr>
          <p:nvPr>
            <p:ph type="body" sz="half" idx="1"/>
          </p:nvPr>
        </p:nvSpPr>
        <p:spPr>
          <a:xfrm>
            <a:off x="925513" y="1120775"/>
            <a:ext cx="7339012" cy="2130425"/>
          </a:xfrm>
        </p:spPr>
        <p:txBody>
          <a:bodyPr/>
          <a:lstStyle/>
          <a:p>
            <a:pPr marL="0" indent="0" eaLnBrk="1" hangingPunct="1">
              <a:buFontTx/>
              <a:buBlip>
                <a:blip r:embed="rId3"/>
              </a:buBlip>
            </a:pPr>
            <a:r>
              <a:rPr lang="en-US" altLang="zh-CN" sz="2000">
                <a:solidFill>
                  <a:srgbClr val="996600"/>
                </a:solidFill>
                <a:latin typeface="宋体" panose="02010600030101010101" pitchFamily="2" charset="-122"/>
                <a:ea typeface="宋体" panose="02010600030101010101" pitchFamily="2" charset="-122"/>
              </a:rPr>
              <a:t> </a:t>
            </a:r>
            <a:r>
              <a:rPr lang="zh-CN" altLang="en-US" sz="2000">
                <a:solidFill>
                  <a:srgbClr val="996600"/>
                </a:solidFill>
                <a:latin typeface="宋体" panose="02010600030101010101" pitchFamily="2" charset="-122"/>
                <a:ea typeface="宋体" panose="02010600030101010101" pitchFamily="2" charset="-122"/>
              </a:rPr>
              <a:t>例</a:t>
            </a:r>
            <a:r>
              <a:rPr lang="en-US" altLang="zh-CN" sz="2000">
                <a:solidFill>
                  <a:srgbClr val="996600"/>
                </a:solidFill>
                <a:latin typeface="宋体" panose="02010600030101010101" pitchFamily="2" charset="-122"/>
                <a:ea typeface="宋体" panose="02010600030101010101" pitchFamily="2" charset="-122"/>
              </a:rPr>
              <a:t>12</a:t>
            </a:r>
            <a:r>
              <a:rPr lang="zh-CN" altLang="en-US" sz="2000">
                <a:solidFill>
                  <a:srgbClr val="996600"/>
                </a:solidFill>
                <a:latin typeface="宋体" panose="02010600030101010101" pitchFamily="2" charset="-122"/>
                <a:ea typeface="宋体" panose="02010600030101010101" pitchFamily="2" charset="-122"/>
              </a:rPr>
              <a:t>：两台机床生产同一个型号的滚珠，从甲机床生产的滚	 珠中抽取</a:t>
            </a:r>
            <a:r>
              <a:rPr lang="en-US" altLang="zh-CN" sz="2000">
                <a:solidFill>
                  <a:srgbClr val="996600"/>
                </a:solidFill>
                <a:latin typeface="宋体" panose="02010600030101010101" pitchFamily="2" charset="-122"/>
                <a:ea typeface="宋体" panose="02010600030101010101" pitchFamily="2" charset="-122"/>
              </a:rPr>
              <a:t>8</a:t>
            </a:r>
            <a:r>
              <a:rPr lang="zh-CN" altLang="en-US" sz="2000">
                <a:solidFill>
                  <a:srgbClr val="996600"/>
                </a:solidFill>
                <a:latin typeface="宋体" panose="02010600030101010101" pitchFamily="2" charset="-122"/>
                <a:ea typeface="宋体" panose="02010600030101010101" pitchFamily="2" charset="-122"/>
              </a:rPr>
              <a:t>个，从乙机床生产的滚珠中抽取</a:t>
            </a:r>
            <a:r>
              <a:rPr lang="en-US" altLang="zh-CN" sz="2000">
                <a:solidFill>
                  <a:srgbClr val="996600"/>
                </a:solidFill>
                <a:latin typeface="宋体" panose="02010600030101010101" pitchFamily="2" charset="-122"/>
                <a:ea typeface="宋体" panose="02010600030101010101" pitchFamily="2" charset="-122"/>
              </a:rPr>
              <a:t>9</a:t>
            </a:r>
            <a:r>
              <a:rPr lang="zh-CN" altLang="en-US" sz="2000">
                <a:solidFill>
                  <a:srgbClr val="996600"/>
                </a:solidFill>
                <a:latin typeface="宋体" panose="02010600030101010101" pitchFamily="2" charset="-122"/>
                <a:ea typeface="宋体" panose="02010600030101010101" pitchFamily="2" charset="-122"/>
              </a:rPr>
              <a:t>个，测得这	 些滚珠得直径</a:t>
            </a:r>
            <a:r>
              <a:rPr lang="en-US" altLang="zh-CN" sz="2000">
                <a:solidFill>
                  <a:srgbClr val="996600"/>
                </a:solidFill>
                <a:latin typeface="宋体" panose="02010600030101010101" pitchFamily="2" charset="-122"/>
                <a:ea typeface="宋体" panose="02010600030101010101" pitchFamily="2" charset="-122"/>
              </a:rPr>
              <a:t>(</a:t>
            </a:r>
            <a:r>
              <a:rPr lang="zh-CN" altLang="en-US" sz="2000">
                <a:solidFill>
                  <a:srgbClr val="996600"/>
                </a:solidFill>
                <a:latin typeface="宋体" panose="02010600030101010101" pitchFamily="2" charset="-122"/>
                <a:ea typeface="宋体" panose="02010600030101010101" pitchFamily="2" charset="-122"/>
              </a:rPr>
              <a:t>毫米</a:t>
            </a:r>
            <a:r>
              <a:rPr lang="en-US" altLang="zh-CN" sz="2000">
                <a:solidFill>
                  <a:srgbClr val="996600"/>
                </a:solidFill>
                <a:latin typeface="宋体" panose="02010600030101010101" pitchFamily="2" charset="-122"/>
                <a:ea typeface="宋体" panose="02010600030101010101" pitchFamily="2" charset="-122"/>
              </a:rPr>
              <a:t>)</a:t>
            </a:r>
            <a:r>
              <a:rPr lang="zh-CN" altLang="en-US" sz="2000">
                <a:solidFill>
                  <a:srgbClr val="996600"/>
                </a:solidFill>
                <a:latin typeface="宋体" panose="02010600030101010101" pitchFamily="2" charset="-122"/>
                <a:ea typeface="宋体" panose="02010600030101010101" pitchFamily="2" charset="-122"/>
              </a:rPr>
              <a:t>如下</a:t>
            </a:r>
            <a:r>
              <a:rPr lang="en-US" altLang="zh-CN" sz="2000">
                <a:solidFill>
                  <a:srgbClr val="996600"/>
                </a:solidFill>
                <a:latin typeface="宋体" panose="02010600030101010101" pitchFamily="2" charset="-122"/>
                <a:ea typeface="宋体" panose="02010600030101010101" pitchFamily="2" charset="-122"/>
              </a:rPr>
              <a:t>:</a:t>
            </a:r>
          </a:p>
          <a:p>
            <a:pPr marL="0" indent="0" eaLnBrk="1" hangingPunct="1">
              <a:buFontTx/>
              <a:buNone/>
            </a:pPr>
            <a:r>
              <a:rPr lang="en-US" altLang="zh-CN" sz="1600">
                <a:solidFill>
                  <a:srgbClr val="996600"/>
                </a:solidFill>
                <a:latin typeface="宋体" panose="02010600030101010101" pitchFamily="2" charset="-122"/>
                <a:ea typeface="宋体" panose="02010600030101010101" pitchFamily="2" charset="-122"/>
              </a:rPr>
              <a:t>      </a:t>
            </a:r>
            <a:r>
              <a:rPr lang="zh-CN" altLang="en-US" sz="1600">
                <a:solidFill>
                  <a:srgbClr val="996600"/>
                </a:solidFill>
                <a:latin typeface="宋体" panose="02010600030101010101" pitchFamily="2" charset="-122"/>
                <a:ea typeface="宋体" panose="02010600030101010101" pitchFamily="2" charset="-122"/>
              </a:rPr>
              <a:t>甲机床 </a:t>
            </a:r>
            <a:r>
              <a:rPr lang="en-US" altLang="zh-CN" sz="1600">
                <a:solidFill>
                  <a:srgbClr val="996600"/>
                </a:solidFill>
                <a:latin typeface="宋体" panose="02010600030101010101" pitchFamily="2" charset="-122"/>
                <a:ea typeface="宋体" panose="02010600030101010101" pitchFamily="2" charset="-122"/>
              </a:rPr>
              <a:t>15.0  14.8  15.2  15.4  14.9  15.1  15.2  14.8</a:t>
            </a:r>
          </a:p>
          <a:p>
            <a:pPr marL="0" indent="0" eaLnBrk="1" hangingPunct="1">
              <a:buFontTx/>
              <a:buNone/>
            </a:pPr>
            <a:r>
              <a:rPr lang="en-US" altLang="zh-CN" sz="1600">
                <a:solidFill>
                  <a:srgbClr val="996600"/>
                </a:solidFill>
                <a:latin typeface="宋体" panose="02010600030101010101" pitchFamily="2" charset="-122"/>
                <a:ea typeface="宋体" panose="02010600030101010101" pitchFamily="2" charset="-122"/>
              </a:rPr>
              <a:t>      </a:t>
            </a:r>
            <a:r>
              <a:rPr lang="zh-CN" altLang="en-US" sz="1600">
                <a:solidFill>
                  <a:srgbClr val="996600"/>
                </a:solidFill>
                <a:latin typeface="宋体" panose="02010600030101010101" pitchFamily="2" charset="-122"/>
                <a:ea typeface="宋体" panose="02010600030101010101" pitchFamily="2" charset="-122"/>
              </a:rPr>
              <a:t>乙机床 </a:t>
            </a:r>
            <a:r>
              <a:rPr lang="en-US" altLang="zh-CN" sz="1600">
                <a:solidFill>
                  <a:srgbClr val="996600"/>
                </a:solidFill>
                <a:latin typeface="宋体" panose="02010600030101010101" pitchFamily="2" charset="-122"/>
                <a:ea typeface="宋体" panose="02010600030101010101" pitchFamily="2" charset="-122"/>
              </a:rPr>
              <a:t>15.2  15.0  14.8  15.1  14.6  14.8  15.1  14.5  15.0</a:t>
            </a:r>
          </a:p>
        </p:txBody>
      </p:sp>
      <p:graphicFrame>
        <p:nvGraphicFramePr>
          <p:cNvPr id="102404" name="Object 4">
            <a:extLst>
              <a:ext uri="{FF2B5EF4-FFF2-40B4-BE49-F238E27FC236}">
                <a16:creationId xmlns:a16="http://schemas.microsoft.com/office/drawing/2014/main" id="{FEFAAA4E-DC1E-4A7C-B459-1102F8C63883}"/>
              </a:ext>
            </a:extLst>
          </p:cNvPr>
          <p:cNvGraphicFramePr>
            <a:graphicFrameLocks noGrp="1"/>
          </p:cNvGraphicFramePr>
          <p:nvPr>
            <p:ph sz="half" idx="2"/>
          </p:nvPr>
        </p:nvGraphicFramePr>
        <p:xfrm>
          <a:off x="1566863" y="3335338"/>
          <a:ext cx="7239000" cy="2678112"/>
        </p:xfrm>
        <a:graphic>
          <a:graphicData uri="http://schemas.openxmlformats.org/presentationml/2006/ole">
            <mc:AlternateContent xmlns:mc="http://schemas.openxmlformats.org/markup-compatibility/2006">
              <mc:Choice xmlns:v="urn:schemas-microsoft-com:vml" Requires="v">
                <p:oleObj spid="_x0000_s102410" r:id="rId4" imgW="4495800" imgH="1663700" progId="Equation.DSMT4">
                  <p:embed/>
                </p:oleObj>
              </mc:Choice>
              <mc:Fallback>
                <p:oleObj r:id="rId4" imgW="4495800" imgH="1663700" progId="Equation.DSMT4">
                  <p:embed/>
                  <p:pic>
                    <p:nvPicPr>
                      <p:cNvPr id="0" name="Object 4"/>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6863" y="3335338"/>
                        <a:ext cx="723900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6">
            <a:extLst>
              <a:ext uri="{FF2B5EF4-FFF2-40B4-BE49-F238E27FC236}">
                <a16:creationId xmlns:a16="http://schemas.microsoft.com/office/drawing/2014/main" id="{C28A7300-6745-46CA-8399-F7EB3EEB404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6D2B78E7-2315-4B1A-80B7-6BCC5E4C2B81}" type="slidenum">
              <a:rPr altLang="en-US" sz="1400" smtClean="0"/>
              <a:pPr>
                <a:lnSpc>
                  <a:spcPct val="100000"/>
                </a:lnSpc>
                <a:spcBef>
                  <a:spcPct val="0"/>
                </a:spcBef>
                <a:buClr>
                  <a:schemeClr val="tx1"/>
                </a:buClr>
                <a:buFontTx/>
                <a:buNone/>
              </a:pPr>
              <a:t>84</a:t>
            </a:fld>
            <a:endParaRPr lang="zh-CN" altLang="en-US" sz="1400"/>
          </a:p>
        </p:txBody>
      </p:sp>
      <p:graphicFrame>
        <p:nvGraphicFramePr>
          <p:cNvPr id="1652746" name="Object 10">
            <a:extLst>
              <a:ext uri="{FF2B5EF4-FFF2-40B4-BE49-F238E27FC236}">
                <a16:creationId xmlns:a16="http://schemas.microsoft.com/office/drawing/2014/main" id="{A69632CA-A80B-4DBB-873F-1A5369B2E459}"/>
              </a:ext>
            </a:extLst>
          </p:cNvPr>
          <p:cNvGraphicFramePr>
            <a:graphicFrameLocks/>
          </p:cNvGraphicFramePr>
          <p:nvPr/>
        </p:nvGraphicFramePr>
        <p:xfrm>
          <a:off x="1127125" y="1144588"/>
          <a:ext cx="7181850" cy="407987"/>
        </p:xfrm>
        <a:graphic>
          <a:graphicData uri="http://schemas.openxmlformats.org/presentationml/2006/ole">
            <mc:AlternateContent xmlns:mc="http://schemas.openxmlformats.org/markup-compatibility/2006">
              <mc:Choice xmlns:v="urn:schemas-microsoft-com:vml" Requires="v">
                <p:oleObj spid="_x0000_s103482" r:id="rId3" imgW="4252654" imgH="241195" progId="Equation.DSMT4">
                  <p:embed/>
                </p:oleObj>
              </mc:Choice>
              <mc:Fallback>
                <p:oleObj r:id="rId3" imgW="4252654" imgH="241195"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125" y="1144588"/>
                        <a:ext cx="7181850"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47" name="Object 11">
            <a:extLst>
              <a:ext uri="{FF2B5EF4-FFF2-40B4-BE49-F238E27FC236}">
                <a16:creationId xmlns:a16="http://schemas.microsoft.com/office/drawing/2014/main" id="{4D7E2025-7F1D-4B11-A87E-4942C1BFEA70}"/>
              </a:ext>
            </a:extLst>
          </p:cNvPr>
          <p:cNvGraphicFramePr>
            <a:graphicFrameLocks/>
          </p:cNvGraphicFramePr>
          <p:nvPr/>
        </p:nvGraphicFramePr>
        <p:xfrm>
          <a:off x="1441450" y="3836988"/>
          <a:ext cx="6223000" cy="381000"/>
        </p:xfrm>
        <a:graphic>
          <a:graphicData uri="http://schemas.openxmlformats.org/presentationml/2006/ole">
            <mc:AlternateContent xmlns:mc="http://schemas.openxmlformats.org/markup-compatibility/2006">
              <mc:Choice xmlns:v="urn:schemas-microsoft-com:vml" Requires="v">
                <p:oleObj spid="_x0000_s103483" r:id="rId5" imgW="4149298" imgH="253780" progId="Equation.DSMT4">
                  <p:embed/>
                </p:oleObj>
              </mc:Choice>
              <mc:Fallback>
                <p:oleObj r:id="rId5" imgW="4149298" imgH="253780"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1450" y="3836988"/>
                        <a:ext cx="622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48" name="Object 12">
            <a:extLst>
              <a:ext uri="{FF2B5EF4-FFF2-40B4-BE49-F238E27FC236}">
                <a16:creationId xmlns:a16="http://schemas.microsoft.com/office/drawing/2014/main" id="{89C2714D-0BB3-42BD-9018-97524DDBF31C}"/>
              </a:ext>
            </a:extLst>
          </p:cNvPr>
          <p:cNvGraphicFramePr>
            <a:graphicFrameLocks/>
          </p:cNvGraphicFramePr>
          <p:nvPr/>
        </p:nvGraphicFramePr>
        <p:xfrm>
          <a:off x="1355725" y="1697038"/>
          <a:ext cx="5938838" cy="774700"/>
        </p:xfrm>
        <a:graphic>
          <a:graphicData uri="http://schemas.openxmlformats.org/presentationml/2006/ole">
            <mc:AlternateContent xmlns:mc="http://schemas.openxmlformats.org/markup-compatibility/2006">
              <mc:Choice xmlns:v="urn:schemas-microsoft-com:vml" Requires="v">
                <p:oleObj spid="_x0000_s103484" r:id="rId7" imgW="3517900" imgH="457200" progId="Equation.DSMT4">
                  <p:embed/>
                </p:oleObj>
              </mc:Choice>
              <mc:Fallback>
                <p:oleObj r:id="rId7" imgW="3517900" imgH="457200" progId="Equation.DSMT4">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5725" y="1697038"/>
                        <a:ext cx="5938838"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50" name="Object 14">
            <a:extLst>
              <a:ext uri="{FF2B5EF4-FFF2-40B4-BE49-F238E27FC236}">
                <a16:creationId xmlns:a16="http://schemas.microsoft.com/office/drawing/2014/main" id="{3836B452-5C9B-4391-A864-FEC672B30F8B}"/>
              </a:ext>
            </a:extLst>
          </p:cNvPr>
          <p:cNvGraphicFramePr>
            <a:graphicFrameLocks/>
          </p:cNvGraphicFramePr>
          <p:nvPr/>
        </p:nvGraphicFramePr>
        <p:xfrm>
          <a:off x="3289300" y="2255838"/>
          <a:ext cx="2789238" cy="901700"/>
        </p:xfrm>
        <a:graphic>
          <a:graphicData uri="http://schemas.openxmlformats.org/presentationml/2006/ole">
            <mc:AlternateContent xmlns:mc="http://schemas.openxmlformats.org/markup-compatibility/2006">
              <mc:Choice xmlns:v="urn:schemas-microsoft-com:vml" Requires="v">
                <p:oleObj spid="_x0000_s103485" r:id="rId9" imgW="1650284" imgH="533169" progId="Equation.DSMT4">
                  <p:embed/>
                </p:oleObj>
              </mc:Choice>
              <mc:Fallback>
                <p:oleObj r:id="rId9" imgW="1650284" imgH="533169" progId="Equation.DSMT4">
                  <p:embed/>
                  <p:pic>
                    <p:nvPicPr>
                      <p:cNvPr id="0" name="Object 1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9300" y="2255838"/>
                        <a:ext cx="2789238"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51" name="Object 15">
            <a:extLst>
              <a:ext uri="{FF2B5EF4-FFF2-40B4-BE49-F238E27FC236}">
                <a16:creationId xmlns:a16="http://schemas.microsoft.com/office/drawing/2014/main" id="{94498A53-5DE9-4EE5-97B7-2070041DC1EC}"/>
              </a:ext>
            </a:extLst>
          </p:cNvPr>
          <p:cNvGraphicFramePr>
            <a:graphicFrameLocks/>
          </p:cNvGraphicFramePr>
          <p:nvPr/>
        </p:nvGraphicFramePr>
        <p:xfrm>
          <a:off x="1778000" y="3182938"/>
          <a:ext cx="5810250" cy="430212"/>
        </p:xfrm>
        <a:graphic>
          <a:graphicData uri="http://schemas.openxmlformats.org/presentationml/2006/ole">
            <mc:AlternateContent xmlns:mc="http://schemas.openxmlformats.org/markup-compatibility/2006">
              <mc:Choice xmlns:v="urn:schemas-microsoft-com:vml" Requires="v">
                <p:oleObj spid="_x0000_s103486" r:id="rId11" imgW="3438715" imgH="253780" progId="Equation.DSMT4">
                  <p:embed/>
                </p:oleObj>
              </mc:Choice>
              <mc:Fallback>
                <p:oleObj r:id="rId11" imgW="3438715" imgH="253780" progId="Equation.DSMT4">
                  <p:embed/>
                  <p:pic>
                    <p:nvPicPr>
                      <p:cNvPr id="0" name="Object 1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8000" y="3182938"/>
                        <a:ext cx="58102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53" name="Object 17">
            <a:extLst>
              <a:ext uri="{FF2B5EF4-FFF2-40B4-BE49-F238E27FC236}">
                <a16:creationId xmlns:a16="http://schemas.microsoft.com/office/drawing/2014/main" id="{51EC9184-C8F3-499A-B796-B23540200878}"/>
              </a:ext>
            </a:extLst>
          </p:cNvPr>
          <p:cNvGraphicFramePr>
            <a:graphicFrameLocks/>
          </p:cNvGraphicFramePr>
          <p:nvPr/>
        </p:nvGraphicFramePr>
        <p:xfrm>
          <a:off x="1495425" y="5164138"/>
          <a:ext cx="4889500" cy="709612"/>
        </p:xfrm>
        <a:graphic>
          <a:graphicData uri="http://schemas.openxmlformats.org/presentationml/2006/ole">
            <mc:AlternateContent xmlns:mc="http://schemas.openxmlformats.org/markup-compatibility/2006">
              <mc:Choice xmlns:v="urn:schemas-microsoft-com:vml" Requires="v">
                <p:oleObj spid="_x0000_s103487" r:id="rId13" imgW="2895600" imgH="419100" progId="Equation.DSMT4">
                  <p:embed/>
                </p:oleObj>
              </mc:Choice>
              <mc:Fallback>
                <p:oleObj r:id="rId13" imgW="2895600" imgH="419100" progId="Equation.DSMT4">
                  <p:embed/>
                  <p:pic>
                    <p:nvPicPr>
                      <p:cNvPr id="0" name="Object 1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95425" y="5164138"/>
                        <a:ext cx="488950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54" name="Object 18">
            <a:extLst>
              <a:ext uri="{FF2B5EF4-FFF2-40B4-BE49-F238E27FC236}">
                <a16:creationId xmlns:a16="http://schemas.microsoft.com/office/drawing/2014/main" id="{D5D309A4-113A-48B1-BECF-C530D78C97E9}"/>
              </a:ext>
            </a:extLst>
          </p:cNvPr>
          <p:cNvGraphicFramePr>
            <a:graphicFrameLocks/>
          </p:cNvGraphicFramePr>
          <p:nvPr/>
        </p:nvGraphicFramePr>
        <p:xfrm>
          <a:off x="1825625" y="4289425"/>
          <a:ext cx="4008438" cy="774700"/>
        </p:xfrm>
        <a:graphic>
          <a:graphicData uri="http://schemas.openxmlformats.org/presentationml/2006/ole">
            <mc:AlternateContent xmlns:mc="http://schemas.openxmlformats.org/markup-compatibility/2006">
              <mc:Choice xmlns:v="urn:schemas-microsoft-com:vml" Requires="v">
                <p:oleObj spid="_x0000_s103488" r:id="rId15" imgW="2374900" imgH="457200" progId="Equation.DSMT4">
                  <p:embed/>
                </p:oleObj>
              </mc:Choice>
              <mc:Fallback>
                <p:oleObj r:id="rId15" imgW="2374900" imgH="457200" progId="Equation.DSMT4">
                  <p:embed/>
                  <p:pic>
                    <p:nvPicPr>
                      <p:cNvPr id="0" name="Object 1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25625" y="4289425"/>
                        <a:ext cx="4008438"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55" name="Object 19">
            <a:extLst>
              <a:ext uri="{FF2B5EF4-FFF2-40B4-BE49-F238E27FC236}">
                <a16:creationId xmlns:a16="http://schemas.microsoft.com/office/drawing/2014/main" id="{FE92CDE0-9409-4329-87B4-AE489B88EA9B}"/>
              </a:ext>
            </a:extLst>
          </p:cNvPr>
          <p:cNvGraphicFramePr>
            <a:graphicFrameLocks/>
          </p:cNvGraphicFramePr>
          <p:nvPr/>
        </p:nvGraphicFramePr>
        <p:xfrm>
          <a:off x="1838325" y="5957888"/>
          <a:ext cx="3473450" cy="430212"/>
        </p:xfrm>
        <a:graphic>
          <a:graphicData uri="http://schemas.openxmlformats.org/presentationml/2006/ole">
            <mc:AlternateContent xmlns:mc="http://schemas.openxmlformats.org/markup-compatibility/2006">
              <mc:Choice xmlns:v="urn:schemas-microsoft-com:vml" Requires="v">
                <p:oleObj spid="_x0000_s103489" r:id="rId17" imgW="2055616" imgH="253780" progId="Equation.DSMT4">
                  <p:embed/>
                </p:oleObj>
              </mc:Choice>
              <mc:Fallback>
                <p:oleObj r:id="rId17" imgW="2055616" imgH="253780" progId="Equation.DSMT4">
                  <p:embed/>
                  <p:pic>
                    <p:nvPicPr>
                      <p:cNvPr id="0" name="Object 1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8325" y="5957888"/>
                        <a:ext cx="34734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52758" name="Object 22">
            <a:extLst>
              <a:ext uri="{FF2B5EF4-FFF2-40B4-BE49-F238E27FC236}">
                <a16:creationId xmlns:a16="http://schemas.microsoft.com/office/drawing/2014/main" id="{2F071408-1439-41ED-977D-7283ADEAEDFA}"/>
              </a:ext>
            </a:extLst>
          </p:cNvPr>
          <p:cNvGraphicFramePr>
            <a:graphicFrameLocks/>
          </p:cNvGraphicFramePr>
          <p:nvPr/>
        </p:nvGraphicFramePr>
        <p:xfrm>
          <a:off x="6127750" y="4173538"/>
          <a:ext cx="3016250" cy="1058862"/>
        </p:xfrm>
        <a:graphic>
          <a:graphicData uri="http://schemas.openxmlformats.org/presentationml/2006/ole">
            <mc:AlternateContent xmlns:mc="http://schemas.openxmlformats.org/markup-compatibility/2006">
              <mc:Choice xmlns:v="urn:schemas-microsoft-com:vml" Requires="v">
                <p:oleObj spid="_x0000_s103490" r:id="rId19" imgW="1916868" imgH="672808" progId="Equation.DSMT4">
                  <p:embed/>
                </p:oleObj>
              </mc:Choice>
              <mc:Fallback>
                <p:oleObj r:id="rId19" imgW="1916868" imgH="672808" progId="Equation.DSMT4">
                  <p:embed/>
                  <p:pic>
                    <p:nvPicPr>
                      <p:cNvPr id="0" name="Object 22"/>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27750" y="4173538"/>
                        <a:ext cx="3016250"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52759" name="Oval 23">
            <a:extLst>
              <a:ext uri="{FF2B5EF4-FFF2-40B4-BE49-F238E27FC236}">
                <a16:creationId xmlns:a16="http://schemas.microsoft.com/office/drawing/2014/main" id="{CF235701-718E-4F21-98FA-B3CD0C49C597}"/>
              </a:ext>
            </a:extLst>
          </p:cNvPr>
          <p:cNvSpPr>
            <a:spLocks noChangeArrowheads="1"/>
          </p:cNvSpPr>
          <p:nvPr/>
        </p:nvSpPr>
        <p:spPr bwMode="auto">
          <a:xfrm>
            <a:off x="6059488" y="4016375"/>
            <a:ext cx="3084512" cy="1506538"/>
          </a:xfrm>
          <a:prstGeom prst="ellipse">
            <a:avLst/>
          </a:prstGeom>
          <a:noFill/>
          <a:ln w="19050">
            <a:solidFill>
              <a:srgbClr val="FFCC00"/>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52746"/>
                                        </p:tgtEl>
                                        <p:attrNameLst>
                                          <p:attrName>style.visibility</p:attrName>
                                        </p:attrNameLst>
                                      </p:cBhvr>
                                      <p:to>
                                        <p:strVal val="visible"/>
                                      </p:to>
                                    </p:set>
                                    <p:anim calcmode="lin" valueType="num">
                                      <p:cBhvr>
                                        <p:cTn id="7" dur="500" fill="hold"/>
                                        <p:tgtEl>
                                          <p:spTgt spid="1652746"/>
                                        </p:tgtEl>
                                        <p:attrNameLst>
                                          <p:attrName>ppt_x</p:attrName>
                                        </p:attrNameLst>
                                      </p:cBhvr>
                                      <p:tavLst>
                                        <p:tav tm="0">
                                          <p:val>
                                            <p:strVal val="0-#ppt_w/2"/>
                                          </p:val>
                                        </p:tav>
                                        <p:tav tm="100000">
                                          <p:val>
                                            <p:strVal val="#ppt_x"/>
                                          </p:val>
                                        </p:tav>
                                      </p:tavLst>
                                    </p:anim>
                                    <p:anim calcmode="lin" valueType="num">
                                      <p:cBhvr>
                                        <p:cTn id="8" dur="500" fill="hold"/>
                                        <p:tgtEl>
                                          <p:spTgt spid="16527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52748"/>
                                        </p:tgtEl>
                                        <p:attrNameLst>
                                          <p:attrName>style.visibility</p:attrName>
                                        </p:attrNameLst>
                                      </p:cBhvr>
                                      <p:to>
                                        <p:strVal val="visible"/>
                                      </p:to>
                                    </p:set>
                                    <p:anim calcmode="lin" valueType="num">
                                      <p:cBhvr>
                                        <p:cTn id="13" dur="500" fill="hold"/>
                                        <p:tgtEl>
                                          <p:spTgt spid="1652748"/>
                                        </p:tgtEl>
                                        <p:attrNameLst>
                                          <p:attrName>ppt_x</p:attrName>
                                        </p:attrNameLst>
                                      </p:cBhvr>
                                      <p:tavLst>
                                        <p:tav tm="0">
                                          <p:val>
                                            <p:strVal val="0-#ppt_w/2"/>
                                          </p:val>
                                        </p:tav>
                                        <p:tav tm="100000">
                                          <p:val>
                                            <p:strVal val="#ppt_x"/>
                                          </p:val>
                                        </p:tav>
                                      </p:tavLst>
                                    </p:anim>
                                    <p:anim calcmode="lin" valueType="num">
                                      <p:cBhvr>
                                        <p:cTn id="14" dur="500" fill="hold"/>
                                        <p:tgtEl>
                                          <p:spTgt spid="165274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652750"/>
                                        </p:tgtEl>
                                        <p:attrNameLst>
                                          <p:attrName>style.visibility</p:attrName>
                                        </p:attrNameLst>
                                      </p:cBhvr>
                                      <p:to>
                                        <p:strVal val="visible"/>
                                      </p:to>
                                    </p:set>
                                    <p:animEffect transition="in" filter="wipe(left)">
                                      <p:cBhvr>
                                        <p:cTn id="19" dur="500"/>
                                        <p:tgtEl>
                                          <p:spTgt spid="165275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652751"/>
                                        </p:tgtEl>
                                        <p:attrNameLst>
                                          <p:attrName>style.visibility</p:attrName>
                                        </p:attrNameLst>
                                      </p:cBhvr>
                                      <p:to>
                                        <p:strVal val="visible"/>
                                      </p:to>
                                    </p:set>
                                    <p:anim calcmode="lin" valueType="num">
                                      <p:cBhvr>
                                        <p:cTn id="24" dur="500" fill="hold"/>
                                        <p:tgtEl>
                                          <p:spTgt spid="1652751"/>
                                        </p:tgtEl>
                                        <p:attrNameLst>
                                          <p:attrName>ppt_x</p:attrName>
                                        </p:attrNameLst>
                                      </p:cBhvr>
                                      <p:tavLst>
                                        <p:tav tm="0">
                                          <p:val>
                                            <p:strVal val="0-#ppt_w/2"/>
                                          </p:val>
                                        </p:tav>
                                        <p:tav tm="100000">
                                          <p:val>
                                            <p:strVal val="#ppt_x"/>
                                          </p:val>
                                        </p:tav>
                                      </p:tavLst>
                                    </p:anim>
                                    <p:anim calcmode="lin" valueType="num">
                                      <p:cBhvr>
                                        <p:cTn id="25" dur="500" fill="hold"/>
                                        <p:tgtEl>
                                          <p:spTgt spid="1652751"/>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1652747"/>
                                        </p:tgtEl>
                                        <p:attrNameLst>
                                          <p:attrName>style.visibility</p:attrName>
                                        </p:attrNameLst>
                                      </p:cBhvr>
                                      <p:to>
                                        <p:strVal val="visible"/>
                                      </p:to>
                                    </p:set>
                                    <p:anim calcmode="lin" valueType="num">
                                      <p:cBhvr>
                                        <p:cTn id="30" dur="500" fill="hold"/>
                                        <p:tgtEl>
                                          <p:spTgt spid="1652747"/>
                                        </p:tgtEl>
                                        <p:attrNameLst>
                                          <p:attrName>ppt_x</p:attrName>
                                        </p:attrNameLst>
                                      </p:cBhvr>
                                      <p:tavLst>
                                        <p:tav tm="0">
                                          <p:val>
                                            <p:strVal val="0-#ppt_w/2"/>
                                          </p:val>
                                        </p:tav>
                                        <p:tav tm="100000">
                                          <p:val>
                                            <p:strVal val="#ppt_x"/>
                                          </p:val>
                                        </p:tav>
                                      </p:tavLst>
                                    </p:anim>
                                    <p:anim calcmode="lin" valueType="num">
                                      <p:cBhvr>
                                        <p:cTn id="31" dur="500" fill="hold"/>
                                        <p:tgtEl>
                                          <p:spTgt spid="1652747"/>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652754"/>
                                        </p:tgtEl>
                                        <p:attrNameLst>
                                          <p:attrName>style.visibility</p:attrName>
                                        </p:attrNameLst>
                                      </p:cBhvr>
                                      <p:to>
                                        <p:strVal val="visible"/>
                                      </p:to>
                                    </p:set>
                                    <p:animEffect transition="in" filter="wipe(left)">
                                      <p:cBhvr>
                                        <p:cTn id="36" dur="500"/>
                                        <p:tgtEl>
                                          <p:spTgt spid="165275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1652753"/>
                                        </p:tgtEl>
                                        <p:attrNameLst>
                                          <p:attrName>style.visibility</p:attrName>
                                        </p:attrNameLst>
                                      </p:cBhvr>
                                      <p:to>
                                        <p:strVal val="visible"/>
                                      </p:to>
                                    </p:set>
                                    <p:anim calcmode="lin" valueType="num">
                                      <p:cBhvr>
                                        <p:cTn id="41" dur="500" fill="hold"/>
                                        <p:tgtEl>
                                          <p:spTgt spid="1652753"/>
                                        </p:tgtEl>
                                        <p:attrNameLst>
                                          <p:attrName>ppt_x</p:attrName>
                                        </p:attrNameLst>
                                      </p:cBhvr>
                                      <p:tavLst>
                                        <p:tav tm="0">
                                          <p:val>
                                            <p:strVal val="0-#ppt_w/2"/>
                                          </p:val>
                                        </p:tav>
                                        <p:tav tm="100000">
                                          <p:val>
                                            <p:strVal val="#ppt_x"/>
                                          </p:val>
                                        </p:tav>
                                      </p:tavLst>
                                    </p:anim>
                                    <p:anim calcmode="lin" valueType="num">
                                      <p:cBhvr>
                                        <p:cTn id="42" dur="500" fill="hold"/>
                                        <p:tgtEl>
                                          <p:spTgt spid="1652753"/>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nodeType="clickEffect">
                                  <p:stCondLst>
                                    <p:cond delay="0"/>
                                  </p:stCondLst>
                                  <p:childTnLst>
                                    <p:set>
                                      <p:cBhvr>
                                        <p:cTn id="46" dur="1" fill="hold">
                                          <p:stCondLst>
                                            <p:cond delay="0"/>
                                          </p:stCondLst>
                                        </p:cTn>
                                        <p:tgtEl>
                                          <p:spTgt spid="1652755"/>
                                        </p:tgtEl>
                                        <p:attrNameLst>
                                          <p:attrName>style.visibility</p:attrName>
                                        </p:attrNameLst>
                                      </p:cBhvr>
                                      <p:to>
                                        <p:strVal val="visible"/>
                                      </p:to>
                                    </p:set>
                                    <p:anim calcmode="lin" valueType="num">
                                      <p:cBhvr>
                                        <p:cTn id="47" dur="500" fill="hold"/>
                                        <p:tgtEl>
                                          <p:spTgt spid="1652755"/>
                                        </p:tgtEl>
                                        <p:attrNameLst>
                                          <p:attrName>ppt_x</p:attrName>
                                        </p:attrNameLst>
                                      </p:cBhvr>
                                      <p:tavLst>
                                        <p:tav tm="0">
                                          <p:val>
                                            <p:strVal val="0-#ppt_w/2"/>
                                          </p:val>
                                        </p:tav>
                                        <p:tav tm="100000">
                                          <p:val>
                                            <p:strVal val="#ppt_x"/>
                                          </p:val>
                                        </p:tav>
                                      </p:tavLst>
                                    </p:anim>
                                    <p:anim calcmode="lin" valueType="num">
                                      <p:cBhvr>
                                        <p:cTn id="48" dur="500" fill="hold"/>
                                        <p:tgtEl>
                                          <p:spTgt spid="1652755"/>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1652758"/>
                                        </p:tgtEl>
                                        <p:attrNameLst>
                                          <p:attrName>style.visibility</p:attrName>
                                        </p:attrNameLst>
                                      </p:cBhvr>
                                      <p:to>
                                        <p:strVal val="visible"/>
                                      </p:to>
                                    </p:set>
                                    <p:anim calcmode="lin" valueType="num">
                                      <p:cBhvr>
                                        <p:cTn id="53" dur="500" fill="hold"/>
                                        <p:tgtEl>
                                          <p:spTgt spid="1652758"/>
                                        </p:tgtEl>
                                        <p:attrNameLst>
                                          <p:attrName>ppt_x</p:attrName>
                                        </p:attrNameLst>
                                      </p:cBhvr>
                                      <p:tavLst>
                                        <p:tav tm="0">
                                          <p:val>
                                            <p:strVal val="#ppt_x"/>
                                          </p:val>
                                        </p:tav>
                                        <p:tav tm="100000">
                                          <p:val>
                                            <p:strVal val="#ppt_x"/>
                                          </p:val>
                                        </p:tav>
                                      </p:tavLst>
                                    </p:anim>
                                    <p:anim calcmode="lin" valueType="num">
                                      <p:cBhvr>
                                        <p:cTn id="54" dur="500" fill="hold"/>
                                        <p:tgtEl>
                                          <p:spTgt spid="1652758"/>
                                        </p:tgtEl>
                                        <p:attrNameLst>
                                          <p:attrName>ppt_y</p:attrName>
                                        </p:attrNameLst>
                                      </p:cBhvr>
                                      <p:tavLst>
                                        <p:tav tm="0">
                                          <p:val>
                                            <p:strVal val="1+#ppt_h/2"/>
                                          </p:val>
                                        </p:tav>
                                        <p:tav tm="100000">
                                          <p:val>
                                            <p:strVal val="#ppt_y"/>
                                          </p:val>
                                        </p:tav>
                                      </p:tavLst>
                                    </p:anim>
                                  </p:childTnLst>
                                </p:cTn>
                              </p:par>
                            </p:childTnLst>
                          </p:cTn>
                        </p:par>
                        <p:par>
                          <p:cTn id="55" fill="hold" nodeType="afterGroup">
                            <p:stCondLst>
                              <p:cond delay="500"/>
                            </p:stCondLst>
                            <p:childTnLst>
                              <p:par>
                                <p:cTn id="56" presetID="2" presetClass="entr" presetSubtype="8" fill="hold" grpId="0" nodeType="afterEffect">
                                  <p:stCondLst>
                                    <p:cond delay="0"/>
                                  </p:stCondLst>
                                  <p:childTnLst>
                                    <p:set>
                                      <p:cBhvr>
                                        <p:cTn id="57" dur="1" fill="hold">
                                          <p:stCondLst>
                                            <p:cond delay="0"/>
                                          </p:stCondLst>
                                        </p:cTn>
                                        <p:tgtEl>
                                          <p:spTgt spid="1652759"/>
                                        </p:tgtEl>
                                        <p:attrNameLst>
                                          <p:attrName>style.visibility</p:attrName>
                                        </p:attrNameLst>
                                      </p:cBhvr>
                                      <p:to>
                                        <p:strVal val="visible"/>
                                      </p:to>
                                    </p:set>
                                    <p:anim calcmode="lin" valueType="num">
                                      <p:cBhvr>
                                        <p:cTn id="58" dur="500" fill="hold"/>
                                        <p:tgtEl>
                                          <p:spTgt spid="1652759"/>
                                        </p:tgtEl>
                                        <p:attrNameLst>
                                          <p:attrName>ppt_x</p:attrName>
                                        </p:attrNameLst>
                                      </p:cBhvr>
                                      <p:tavLst>
                                        <p:tav tm="0">
                                          <p:val>
                                            <p:strVal val="0-#ppt_w/2"/>
                                          </p:val>
                                        </p:tav>
                                        <p:tav tm="100000">
                                          <p:val>
                                            <p:strVal val="#ppt_x"/>
                                          </p:val>
                                        </p:tav>
                                      </p:tavLst>
                                    </p:anim>
                                    <p:anim calcmode="lin" valueType="num">
                                      <p:cBhvr>
                                        <p:cTn id="59" dur="500" fill="hold"/>
                                        <p:tgtEl>
                                          <p:spTgt spid="16527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275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6">
            <a:extLst>
              <a:ext uri="{FF2B5EF4-FFF2-40B4-BE49-F238E27FC236}">
                <a16:creationId xmlns:a16="http://schemas.microsoft.com/office/drawing/2014/main" id="{193EF963-A608-4EBC-918B-844ED270662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CC785834-E23F-42D9-9638-91E67A38844E}" type="slidenum">
              <a:rPr altLang="en-US" sz="1400" smtClean="0"/>
              <a:pPr>
                <a:lnSpc>
                  <a:spcPct val="100000"/>
                </a:lnSpc>
                <a:spcBef>
                  <a:spcPct val="0"/>
                </a:spcBef>
                <a:buClr>
                  <a:schemeClr val="tx1"/>
                </a:buClr>
                <a:buFontTx/>
                <a:buNone/>
              </a:pPr>
              <a:t>85</a:t>
            </a:fld>
            <a:endParaRPr lang="zh-CN" altLang="en-US" sz="1400"/>
          </a:p>
        </p:txBody>
      </p:sp>
      <p:sp>
        <p:nvSpPr>
          <p:cNvPr id="1340425" name="Text Box 9">
            <a:extLst>
              <a:ext uri="{FF2B5EF4-FFF2-40B4-BE49-F238E27FC236}">
                <a16:creationId xmlns:a16="http://schemas.microsoft.com/office/drawing/2014/main" id="{100810C2-A319-4E59-AC10-1A5D132E3066}"/>
              </a:ext>
            </a:extLst>
          </p:cNvPr>
          <p:cNvSpPr txBox="1">
            <a:spLocks noChangeArrowheads="1"/>
          </p:cNvSpPr>
          <p:nvPr/>
        </p:nvSpPr>
        <p:spPr bwMode="auto">
          <a:xfrm>
            <a:off x="7678738" y="1919288"/>
            <a:ext cx="1306512"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0000" tIns="46800" rIns="90000" bIns="46800">
            <a:spAutoFit/>
          </a:bodyPr>
          <a:lstStyle>
            <a:lvl1pPr marL="228600" indent="-228600"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buFontTx/>
              <a:buNone/>
            </a:pPr>
            <a:r>
              <a:rPr lang="en-US" altLang="zh-CN" sz="1600">
                <a:solidFill>
                  <a:srgbClr val="FF9900"/>
                </a:solidFill>
                <a:latin typeface="宋体" panose="02010600030101010101" pitchFamily="2" charset="-122"/>
                <a:ea typeface="宋体" panose="02010600030101010101" pitchFamily="2" charset="-122"/>
              </a:rPr>
              <a:t>[</a:t>
            </a:r>
            <a:r>
              <a:rPr lang="zh-CN" altLang="en-US" sz="1600">
                <a:solidFill>
                  <a:srgbClr val="FF9900"/>
                </a:solidFill>
                <a:latin typeface="宋体" panose="02010600030101010101" pitchFamily="2" charset="-122"/>
                <a:ea typeface="宋体" panose="02010600030101010101" pitchFamily="2" charset="-122"/>
              </a:rPr>
              <a:t>说明</a:t>
            </a:r>
            <a:r>
              <a:rPr lang="en-US" altLang="zh-CN" sz="1600">
                <a:solidFill>
                  <a:srgbClr val="FF9900"/>
                </a:solidFill>
                <a:latin typeface="宋体" panose="02010600030101010101" pitchFamily="2" charset="-122"/>
                <a:ea typeface="宋体" panose="02010600030101010101" pitchFamily="2" charset="-122"/>
              </a:rPr>
              <a:t>] </a:t>
            </a:r>
            <a:r>
              <a:rPr lang="zh-CN" altLang="en-US" sz="1600">
                <a:solidFill>
                  <a:srgbClr val="FF9900"/>
                </a:solidFill>
                <a:latin typeface="宋体" panose="02010600030101010101" pitchFamily="2" charset="-122"/>
                <a:ea typeface="宋体" panose="02010600030101010101" pitchFamily="2" charset="-122"/>
              </a:rPr>
              <a:t>置信区间包含两方面含义</a:t>
            </a:r>
          </a:p>
          <a:p>
            <a:pPr eaLnBrk="1" latinLnBrk="0" hangingPunct="1">
              <a:lnSpc>
                <a:spcPct val="100000"/>
              </a:lnSpc>
              <a:buClr>
                <a:schemeClr val="tx1"/>
              </a:buClr>
              <a:buSzPct val="80000"/>
              <a:buFontTx/>
              <a:buNone/>
            </a:pPr>
            <a:r>
              <a:rPr lang="zh-CN" altLang="en-US" sz="1600">
                <a:solidFill>
                  <a:srgbClr val="FF9900"/>
                </a:solidFill>
                <a:latin typeface="宋体" panose="02010600030101010101" pitchFamily="2" charset="-122"/>
                <a:ea typeface="宋体" panose="02010600030101010101" pitchFamily="2" charset="-122"/>
              </a:rPr>
              <a:t>    </a:t>
            </a:r>
            <a:r>
              <a:rPr lang="en-US" altLang="zh-CN" sz="1600">
                <a:solidFill>
                  <a:srgbClr val="FF9900"/>
                </a:solidFill>
                <a:latin typeface="宋体" panose="02010600030101010101" pitchFamily="2" charset="-122"/>
                <a:ea typeface="宋体" panose="02010600030101010101" pitchFamily="2" charset="-122"/>
              </a:rPr>
              <a:t>1.</a:t>
            </a:r>
            <a:r>
              <a:rPr lang="zh-CN" altLang="en-US" sz="1600">
                <a:solidFill>
                  <a:srgbClr val="FF9900"/>
                </a:solidFill>
                <a:latin typeface="宋体" panose="02010600030101010101" pitchFamily="2" charset="-122"/>
                <a:ea typeface="宋体" panose="02010600030101010101" pitchFamily="2" charset="-122"/>
              </a:rPr>
              <a:t>置信水平  </a:t>
            </a:r>
            <a:r>
              <a:rPr lang="en-US" altLang="zh-CN" sz="1600">
                <a:solidFill>
                  <a:srgbClr val="FF9900"/>
                </a:solidFill>
                <a:latin typeface="宋体" panose="02010600030101010101" pitchFamily="2" charset="-122"/>
                <a:ea typeface="宋体" panose="02010600030101010101" pitchFamily="2" charset="-122"/>
              </a:rPr>
              <a:t>2.</a:t>
            </a:r>
            <a:r>
              <a:rPr lang="zh-CN" altLang="en-US" sz="1600">
                <a:solidFill>
                  <a:srgbClr val="FF9900"/>
                </a:solidFill>
                <a:latin typeface="宋体" panose="02010600030101010101" pitchFamily="2" charset="-122"/>
                <a:ea typeface="宋体" panose="02010600030101010101" pitchFamily="2" charset="-122"/>
              </a:rPr>
              <a:t>区间长度</a:t>
            </a:r>
          </a:p>
          <a:p>
            <a:pPr eaLnBrk="1" latinLnBrk="0" hangingPunct="1">
              <a:lnSpc>
                <a:spcPct val="100000"/>
              </a:lnSpc>
              <a:buClr>
                <a:schemeClr val="tx1"/>
              </a:buClr>
              <a:buSzPct val="80000"/>
              <a:buFontTx/>
              <a:buBlip>
                <a:blip r:embed="rId3"/>
              </a:buBlip>
            </a:pPr>
            <a:r>
              <a:rPr lang="zh-CN" altLang="en-US" sz="1600">
                <a:solidFill>
                  <a:schemeClr val="accent2"/>
                </a:solidFill>
                <a:latin typeface="宋体" panose="02010600030101010101" pitchFamily="2" charset="-122"/>
                <a:ea typeface="宋体" panose="02010600030101010101" pitchFamily="2" charset="-122"/>
              </a:rPr>
              <a:t>置信水平越高，区间越大，但区间精确度差</a:t>
            </a:r>
          </a:p>
          <a:p>
            <a:pPr eaLnBrk="1" latinLnBrk="0" hangingPunct="1">
              <a:lnSpc>
                <a:spcPct val="100000"/>
              </a:lnSpc>
              <a:buClr>
                <a:schemeClr val="tx1"/>
              </a:buClr>
              <a:buSzPct val="80000"/>
              <a:buFontTx/>
              <a:buBlip>
                <a:blip r:embed="rId3"/>
              </a:buBlip>
            </a:pPr>
            <a:r>
              <a:rPr lang="zh-CN" altLang="en-US" sz="1600">
                <a:solidFill>
                  <a:schemeClr val="accent2"/>
                </a:solidFill>
                <a:latin typeface="宋体" panose="02010600030101010101" pitchFamily="2" charset="-122"/>
                <a:ea typeface="宋体" panose="02010600030101010101" pitchFamily="2" charset="-122"/>
              </a:rPr>
              <a:t>置信区间越小，精确度高，但置信水平差</a:t>
            </a:r>
          </a:p>
        </p:txBody>
      </p:sp>
      <p:graphicFrame>
        <p:nvGraphicFramePr>
          <p:cNvPr id="1340426" name="Object 10">
            <a:extLst>
              <a:ext uri="{FF2B5EF4-FFF2-40B4-BE49-F238E27FC236}">
                <a16:creationId xmlns:a16="http://schemas.microsoft.com/office/drawing/2014/main" id="{EDC7275C-386A-40C5-8D21-079557C35565}"/>
              </a:ext>
            </a:extLst>
          </p:cNvPr>
          <p:cNvGraphicFramePr>
            <a:graphicFrameLocks/>
          </p:cNvGraphicFramePr>
          <p:nvPr/>
        </p:nvGraphicFramePr>
        <p:xfrm>
          <a:off x="1092200" y="1603375"/>
          <a:ext cx="5559425" cy="733425"/>
        </p:xfrm>
        <a:graphic>
          <a:graphicData uri="http://schemas.openxmlformats.org/presentationml/2006/ole">
            <mc:AlternateContent xmlns:mc="http://schemas.openxmlformats.org/markup-compatibility/2006">
              <mc:Choice xmlns:v="urn:schemas-microsoft-com:vml" Requires="v">
                <p:oleObj spid="_x0000_s104483" r:id="rId4" imgW="3467100" imgH="457200" progId="Equation.DSMT4">
                  <p:embed/>
                </p:oleObj>
              </mc:Choice>
              <mc:Fallback>
                <p:oleObj r:id="rId4" imgW="3467100" imgH="457200" progId="Equation.DSMT4">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2200" y="1603375"/>
                        <a:ext cx="555942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40429" name="Object 13">
            <a:extLst>
              <a:ext uri="{FF2B5EF4-FFF2-40B4-BE49-F238E27FC236}">
                <a16:creationId xmlns:a16="http://schemas.microsoft.com/office/drawing/2014/main" id="{53A89E7F-D1FF-4BA5-AE0A-6FEE50D0D0AB}"/>
              </a:ext>
            </a:extLst>
          </p:cNvPr>
          <p:cNvGraphicFramePr>
            <a:graphicFrameLocks/>
          </p:cNvGraphicFramePr>
          <p:nvPr/>
        </p:nvGraphicFramePr>
        <p:xfrm>
          <a:off x="1547813" y="2543175"/>
          <a:ext cx="4643437" cy="814388"/>
        </p:xfrm>
        <a:graphic>
          <a:graphicData uri="http://schemas.openxmlformats.org/presentationml/2006/ole">
            <mc:AlternateContent xmlns:mc="http://schemas.openxmlformats.org/markup-compatibility/2006">
              <mc:Choice xmlns:v="urn:schemas-microsoft-com:vml" Requires="v">
                <p:oleObj spid="_x0000_s104484" r:id="rId6" imgW="2895600" imgH="508000" progId="Equation.DSMT4">
                  <p:embed/>
                </p:oleObj>
              </mc:Choice>
              <mc:Fallback>
                <p:oleObj r:id="rId6" imgW="2895600" imgH="508000" progId="Equation.DSMT4">
                  <p:embed/>
                  <p:pic>
                    <p:nvPicPr>
                      <p:cNvPr id="0" name="Object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2543175"/>
                        <a:ext cx="4643437"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40431" name="Object 15">
            <a:extLst>
              <a:ext uri="{FF2B5EF4-FFF2-40B4-BE49-F238E27FC236}">
                <a16:creationId xmlns:a16="http://schemas.microsoft.com/office/drawing/2014/main" id="{983586E9-B838-488C-8E1A-05580612350F}"/>
              </a:ext>
            </a:extLst>
          </p:cNvPr>
          <p:cNvGraphicFramePr>
            <a:graphicFrameLocks/>
          </p:cNvGraphicFramePr>
          <p:nvPr/>
        </p:nvGraphicFramePr>
        <p:xfrm>
          <a:off x="1563688" y="3836988"/>
          <a:ext cx="5621337" cy="631825"/>
        </p:xfrm>
        <a:graphic>
          <a:graphicData uri="http://schemas.openxmlformats.org/presentationml/2006/ole">
            <mc:AlternateContent xmlns:mc="http://schemas.openxmlformats.org/markup-compatibility/2006">
              <mc:Choice xmlns:v="urn:schemas-microsoft-com:vml" Requires="v">
                <p:oleObj spid="_x0000_s104485" r:id="rId8" imgW="3503679" imgH="393529" progId="Equation.DSMT4">
                  <p:embed/>
                </p:oleObj>
              </mc:Choice>
              <mc:Fallback>
                <p:oleObj r:id="rId8" imgW="3503679" imgH="393529" progId="Equation.DSMT4">
                  <p:embed/>
                  <p:pic>
                    <p:nvPicPr>
                      <p:cNvPr id="0" name="Object 1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63688" y="3836988"/>
                        <a:ext cx="56213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40433" name="Object 17">
            <a:extLst>
              <a:ext uri="{FF2B5EF4-FFF2-40B4-BE49-F238E27FC236}">
                <a16:creationId xmlns:a16="http://schemas.microsoft.com/office/drawing/2014/main" id="{20333113-4C33-4637-97B2-F24B704D5284}"/>
              </a:ext>
            </a:extLst>
          </p:cNvPr>
          <p:cNvGraphicFramePr>
            <a:graphicFrameLocks/>
          </p:cNvGraphicFramePr>
          <p:nvPr/>
        </p:nvGraphicFramePr>
        <p:xfrm>
          <a:off x="1555750" y="4718050"/>
          <a:ext cx="5132388" cy="733425"/>
        </p:xfrm>
        <a:graphic>
          <a:graphicData uri="http://schemas.openxmlformats.org/presentationml/2006/ole">
            <mc:AlternateContent xmlns:mc="http://schemas.openxmlformats.org/markup-compatibility/2006">
              <mc:Choice xmlns:v="urn:schemas-microsoft-com:vml" Requires="v">
                <p:oleObj spid="_x0000_s104486" r:id="rId10" imgW="3200400" imgH="457200" progId="Equation.DSMT4">
                  <p:embed/>
                </p:oleObj>
              </mc:Choice>
              <mc:Fallback>
                <p:oleObj r:id="rId10" imgW="3200400" imgH="457200" progId="Equation.DSMT4">
                  <p:embed/>
                  <p:pic>
                    <p:nvPicPr>
                      <p:cNvPr id="0"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55750" y="4718050"/>
                        <a:ext cx="513238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40435" name="Object 19">
            <a:extLst>
              <a:ext uri="{FF2B5EF4-FFF2-40B4-BE49-F238E27FC236}">
                <a16:creationId xmlns:a16="http://schemas.microsoft.com/office/drawing/2014/main" id="{66E3290E-3D25-40F9-9AAC-436E757E389A}"/>
              </a:ext>
            </a:extLst>
          </p:cNvPr>
          <p:cNvGraphicFramePr>
            <a:graphicFrameLocks/>
          </p:cNvGraphicFramePr>
          <p:nvPr/>
        </p:nvGraphicFramePr>
        <p:xfrm>
          <a:off x="1776413" y="5375275"/>
          <a:ext cx="4592637" cy="960438"/>
        </p:xfrm>
        <a:graphic>
          <a:graphicData uri="http://schemas.openxmlformats.org/presentationml/2006/ole">
            <mc:AlternateContent xmlns:mc="http://schemas.openxmlformats.org/markup-compatibility/2006">
              <mc:Choice xmlns:v="urn:schemas-microsoft-com:vml" Requires="v">
                <p:oleObj spid="_x0000_s104487" r:id="rId12" imgW="2995900" imgH="660113" progId="Equation.DSMT4">
                  <p:embed/>
                </p:oleObj>
              </mc:Choice>
              <mc:Fallback>
                <p:oleObj r:id="rId12" imgW="2995900" imgH="660113" progId="Equation.DSMT4">
                  <p:embed/>
                  <p:pic>
                    <p:nvPicPr>
                      <p:cNvPr id="0" name="Object 1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6413" y="5375275"/>
                        <a:ext cx="4592637"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40436" name="Oval 20">
            <a:extLst>
              <a:ext uri="{FF2B5EF4-FFF2-40B4-BE49-F238E27FC236}">
                <a16:creationId xmlns:a16="http://schemas.microsoft.com/office/drawing/2014/main" id="{BDADE1D4-EF05-45EF-93DF-1D31AEB6A7BE}"/>
              </a:ext>
            </a:extLst>
          </p:cNvPr>
          <p:cNvSpPr>
            <a:spLocks noChangeArrowheads="1"/>
          </p:cNvSpPr>
          <p:nvPr/>
        </p:nvSpPr>
        <p:spPr bwMode="auto">
          <a:xfrm>
            <a:off x="1362075" y="5181600"/>
            <a:ext cx="5380038" cy="1435100"/>
          </a:xfrm>
          <a:prstGeom prst="ellipse">
            <a:avLst/>
          </a:prstGeom>
          <a:noFill/>
          <a:ln w="19050">
            <a:solidFill>
              <a:srgbClr val="FFCC00"/>
            </a:solidFill>
            <a:round/>
            <a:headEnd/>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eaLnBrk="1" latinLnBrk="0" hangingPunct="1">
              <a:lnSpc>
                <a:spcPct val="100000"/>
              </a:lnSpc>
              <a:buClr>
                <a:schemeClr val="tx1"/>
              </a:buClr>
              <a:buSzPct val="80000"/>
            </a:pPr>
            <a:endParaRPr lang="zh-CN" altLang="en-US" sz="2400">
              <a:solidFill>
                <a:srgbClr val="000066"/>
              </a:solidFill>
              <a:latin typeface="Arial" panose="020B0604020202020204" pitchFamily="34" charset="0"/>
              <a:ea typeface="宋体" panose="02010600030101010101"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40426"/>
                                        </p:tgtEl>
                                        <p:attrNameLst>
                                          <p:attrName>style.visibility</p:attrName>
                                        </p:attrNameLst>
                                      </p:cBhvr>
                                      <p:to>
                                        <p:strVal val="visible"/>
                                      </p:to>
                                    </p:set>
                                    <p:anim calcmode="lin" valueType="num">
                                      <p:cBhvr>
                                        <p:cTn id="7" dur="500" fill="hold"/>
                                        <p:tgtEl>
                                          <p:spTgt spid="1340426"/>
                                        </p:tgtEl>
                                        <p:attrNameLst>
                                          <p:attrName>ppt_x</p:attrName>
                                        </p:attrNameLst>
                                      </p:cBhvr>
                                      <p:tavLst>
                                        <p:tav tm="0">
                                          <p:val>
                                            <p:strVal val="0-#ppt_w/2"/>
                                          </p:val>
                                        </p:tav>
                                        <p:tav tm="100000">
                                          <p:val>
                                            <p:strVal val="#ppt_x"/>
                                          </p:val>
                                        </p:tav>
                                      </p:tavLst>
                                    </p:anim>
                                    <p:anim calcmode="lin" valueType="num">
                                      <p:cBhvr>
                                        <p:cTn id="8" dur="500" fill="hold"/>
                                        <p:tgtEl>
                                          <p:spTgt spid="13404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1340429"/>
                                        </p:tgtEl>
                                        <p:attrNameLst>
                                          <p:attrName>style.visibility</p:attrName>
                                        </p:attrNameLst>
                                      </p:cBhvr>
                                      <p:to>
                                        <p:strVal val="visible"/>
                                      </p:to>
                                    </p:set>
                                    <p:animEffect transition="in" filter="wipe(left)">
                                      <p:cBhvr>
                                        <p:cTn id="13" dur="500"/>
                                        <p:tgtEl>
                                          <p:spTgt spid="134042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340431"/>
                                        </p:tgtEl>
                                        <p:attrNameLst>
                                          <p:attrName>style.visibility</p:attrName>
                                        </p:attrNameLst>
                                      </p:cBhvr>
                                      <p:to>
                                        <p:strVal val="visible"/>
                                      </p:to>
                                    </p:set>
                                    <p:anim calcmode="lin" valueType="num">
                                      <p:cBhvr>
                                        <p:cTn id="18" dur="500" fill="hold"/>
                                        <p:tgtEl>
                                          <p:spTgt spid="1340431"/>
                                        </p:tgtEl>
                                        <p:attrNameLst>
                                          <p:attrName>ppt_x</p:attrName>
                                        </p:attrNameLst>
                                      </p:cBhvr>
                                      <p:tavLst>
                                        <p:tav tm="0">
                                          <p:val>
                                            <p:strVal val="0-#ppt_w/2"/>
                                          </p:val>
                                        </p:tav>
                                        <p:tav tm="100000">
                                          <p:val>
                                            <p:strVal val="#ppt_x"/>
                                          </p:val>
                                        </p:tav>
                                      </p:tavLst>
                                    </p:anim>
                                    <p:anim calcmode="lin" valueType="num">
                                      <p:cBhvr>
                                        <p:cTn id="19" dur="500" fill="hold"/>
                                        <p:tgtEl>
                                          <p:spTgt spid="134043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340433"/>
                                        </p:tgtEl>
                                        <p:attrNameLst>
                                          <p:attrName>style.visibility</p:attrName>
                                        </p:attrNameLst>
                                      </p:cBhvr>
                                      <p:to>
                                        <p:strVal val="visible"/>
                                      </p:to>
                                    </p:set>
                                    <p:anim calcmode="lin" valueType="num">
                                      <p:cBhvr>
                                        <p:cTn id="24" dur="500" fill="hold"/>
                                        <p:tgtEl>
                                          <p:spTgt spid="1340433"/>
                                        </p:tgtEl>
                                        <p:attrNameLst>
                                          <p:attrName>ppt_x</p:attrName>
                                        </p:attrNameLst>
                                      </p:cBhvr>
                                      <p:tavLst>
                                        <p:tav tm="0">
                                          <p:val>
                                            <p:strVal val="0-#ppt_w/2"/>
                                          </p:val>
                                        </p:tav>
                                        <p:tav tm="100000">
                                          <p:val>
                                            <p:strVal val="#ppt_x"/>
                                          </p:val>
                                        </p:tav>
                                      </p:tavLst>
                                    </p:anim>
                                    <p:anim calcmode="lin" valueType="num">
                                      <p:cBhvr>
                                        <p:cTn id="25" dur="500" fill="hold"/>
                                        <p:tgtEl>
                                          <p:spTgt spid="134043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1340435"/>
                                        </p:tgtEl>
                                        <p:attrNameLst>
                                          <p:attrName>style.visibility</p:attrName>
                                        </p:attrNameLst>
                                      </p:cBhvr>
                                      <p:to>
                                        <p:strVal val="visible"/>
                                      </p:to>
                                    </p:set>
                                    <p:anim calcmode="lin" valueType="num">
                                      <p:cBhvr>
                                        <p:cTn id="30" dur="500" fill="hold"/>
                                        <p:tgtEl>
                                          <p:spTgt spid="1340435"/>
                                        </p:tgtEl>
                                        <p:attrNameLst>
                                          <p:attrName>ppt_x</p:attrName>
                                        </p:attrNameLst>
                                      </p:cBhvr>
                                      <p:tavLst>
                                        <p:tav tm="0">
                                          <p:val>
                                            <p:strVal val="0-#ppt_w/2"/>
                                          </p:val>
                                        </p:tav>
                                        <p:tav tm="100000">
                                          <p:val>
                                            <p:strVal val="#ppt_x"/>
                                          </p:val>
                                        </p:tav>
                                      </p:tavLst>
                                    </p:anim>
                                    <p:anim calcmode="lin" valueType="num">
                                      <p:cBhvr>
                                        <p:cTn id="31" dur="500" fill="hold"/>
                                        <p:tgtEl>
                                          <p:spTgt spid="1340435"/>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134043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340425"/>
                                        </p:tgtEl>
                                        <p:attrNameLst>
                                          <p:attrName>style.visibility</p:attrName>
                                        </p:attrNameLst>
                                      </p:cBhvr>
                                      <p:to>
                                        <p:strVal val="visible"/>
                                      </p:to>
                                    </p:set>
                                    <p:anim calcmode="lin" valueType="num">
                                      <p:cBhvr>
                                        <p:cTn id="39" dur="500" fill="hold"/>
                                        <p:tgtEl>
                                          <p:spTgt spid="1340425"/>
                                        </p:tgtEl>
                                        <p:attrNameLst>
                                          <p:attrName>ppt_x</p:attrName>
                                        </p:attrNameLst>
                                      </p:cBhvr>
                                      <p:tavLst>
                                        <p:tav tm="0">
                                          <p:val>
                                            <p:strVal val="0-#ppt_w/2"/>
                                          </p:val>
                                        </p:tav>
                                        <p:tav tm="100000">
                                          <p:val>
                                            <p:strVal val="#ppt_x"/>
                                          </p:val>
                                        </p:tav>
                                      </p:tavLst>
                                    </p:anim>
                                    <p:anim calcmode="lin" valueType="num">
                                      <p:cBhvr>
                                        <p:cTn id="40" dur="500" fill="hold"/>
                                        <p:tgtEl>
                                          <p:spTgt spid="13404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0425" grpId="0"/>
      <p:bldP spid="134043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06920" name="Group 232">
            <a:extLst>
              <a:ext uri="{FF2B5EF4-FFF2-40B4-BE49-F238E27FC236}">
                <a16:creationId xmlns:a16="http://schemas.microsoft.com/office/drawing/2014/main" id="{11A19153-D07A-46B4-968C-8D3B84D9FABA}"/>
              </a:ext>
            </a:extLst>
          </p:cNvPr>
          <p:cNvGraphicFramePr>
            <a:graphicFrameLocks noGrp="1"/>
          </p:cNvGraphicFramePr>
          <p:nvPr>
            <p:ph idx="4294967295"/>
          </p:nvPr>
        </p:nvGraphicFramePr>
        <p:xfrm>
          <a:off x="146050" y="736600"/>
          <a:ext cx="8704263" cy="5835650"/>
        </p:xfrm>
        <a:graphic>
          <a:graphicData uri="http://schemas.openxmlformats.org/drawingml/2006/table">
            <a:tbl>
              <a:tblPr/>
              <a:tblGrid>
                <a:gridCol w="528638">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47737">
                  <a:extLst>
                    <a:ext uri="{9D8B030D-6E8A-4147-A177-3AD203B41FA5}">
                      <a16:colId xmlns:a16="http://schemas.microsoft.com/office/drawing/2014/main" val="20002"/>
                    </a:ext>
                  </a:extLst>
                </a:gridCol>
                <a:gridCol w="2430463">
                  <a:extLst>
                    <a:ext uri="{9D8B030D-6E8A-4147-A177-3AD203B41FA5}">
                      <a16:colId xmlns:a16="http://schemas.microsoft.com/office/drawing/2014/main" val="20003"/>
                    </a:ext>
                  </a:extLst>
                </a:gridCol>
                <a:gridCol w="2089150">
                  <a:extLst>
                    <a:ext uri="{9D8B030D-6E8A-4147-A177-3AD203B41FA5}">
                      <a16:colId xmlns:a16="http://schemas.microsoft.com/office/drawing/2014/main" val="20004"/>
                    </a:ext>
                  </a:extLst>
                </a:gridCol>
                <a:gridCol w="1870075">
                  <a:extLst>
                    <a:ext uri="{9D8B030D-6E8A-4147-A177-3AD203B41FA5}">
                      <a16:colId xmlns:a16="http://schemas.microsoft.com/office/drawing/2014/main" val="20005"/>
                    </a:ext>
                  </a:extLst>
                </a:gridCol>
              </a:tblGrid>
              <a:tr h="697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cap="flat">
                      <a:noFill/>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待估</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 参数</a:t>
                      </a: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其他      </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 参数</a:t>
                      </a: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W </a:t>
                      </a: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的 分 布</a:t>
                      </a: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置信区间</a:t>
                      </a: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单侧置信限</a:t>
                      </a:r>
                    </a:p>
                  </a:txBody>
                  <a:tcPr marL="90000" marR="90000" marT="46798" marB="46798" horzOverflow="overflow">
                    <a:lnL w="12700" cap="flat" cmpd="sng" algn="ctr">
                      <a:solidFill>
                        <a:schemeClr val="tx1"/>
                      </a:solidFill>
                      <a:prstDash val="solid"/>
                      <a:round/>
                      <a:headEnd type="none" w="med" len="med"/>
                      <a:tailEnd type="none" w="med" len="lg"/>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782610">
                <a:tc rowSpan="3">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一个正态总体</a:t>
                      </a:r>
                    </a:p>
                  </a:txBody>
                  <a:tcPr marL="90000" marR="90000" marT="46798" marB="46798" vert="eaVert" anchor="ctr" horzOverflow="overflow">
                    <a:lnL cap="flat">
                      <a:noFill/>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747686">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955640">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r h="779435">
                <a:tc rowSpan="3">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0" lang="zh-CN" altLang="en-US"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两个正态总体</a:t>
                      </a:r>
                    </a:p>
                  </a:txBody>
                  <a:tcPr marL="90000" marR="90000" marT="46798" marB="46798" vert="eaVert" horzOverflow="overflow">
                    <a:lnL cap="flat">
                      <a:noFill/>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4"/>
                  </a:ext>
                </a:extLst>
              </a:tr>
              <a:tr h="833407">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5"/>
                  </a:ext>
                </a:extLst>
              </a:tr>
              <a:tr h="1039774">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90000" marR="90000" marT="46798" marB="46798"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05526" name="Group 233">
            <a:extLst>
              <a:ext uri="{FF2B5EF4-FFF2-40B4-BE49-F238E27FC236}">
                <a16:creationId xmlns:a16="http://schemas.microsoft.com/office/drawing/2014/main" id="{740047DF-FF93-48E4-B01C-913B23DACC1B}"/>
              </a:ext>
            </a:extLst>
          </p:cNvPr>
          <p:cNvGrpSpPr>
            <a:grpSpLocks/>
          </p:cNvGrpSpPr>
          <p:nvPr/>
        </p:nvGrpSpPr>
        <p:grpSpPr bwMode="auto">
          <a:xfrm>
            <a:off x="790575" y="1401763"/>
            <a:ext cx="8061325" cy="5130800"/>
            <a:chOff x="498" y="883"/>
            <a:chExt cx="5078" cy="3232"/>
          </a:xfrm>
        </p:grpSpPr>
        <p:graphicFrame>
          <p:nvGraphicFramePr>
            <p:cNvPr id="105530" name="Object 163">
              <a:extLst>
                <a:ext uri="{FF2B5EF4-FFF2-40B4-BE49-F238E27FC236}">
                  <a16:creationId xmlns:a16="http://schemas.microsoft.com/office/drawing/2014/main" id="{DAAE1136-A61F-49D4-BF71-B78E47E8765D}"/>
                </a:ext>
              </a:extLst>
            </p:cNvPr>
            <p:cNvGraphicFramePr>
              <a:graphicFrameLocks/>
            </p:cNvGraphicFramePr>
            <p:nvPr/>
          </p:nvGraphicFramePr>
          <p:xfrm>
            <a:off x="614" y="1070"/>
            <a:ext cx="172" cy="186"/>
          </p:xfrm>
          <a:graphic>
            <a:graphicData uri="http://schemas.openxmlformats.org/presentationml/2006/ole">
              <mc:AlternateContent xmlns:mc="http://schemas.openxmlformats.org/markup-compatibility/2006">
                <mc:Choice xmlns:v="urn:schemas-microsoft-com:vml" Requires="v">
                  <p:oleObj spid="_x0000_s105715" r:id="rId3" imgW="152202" imgH="164885" progId="Equation.DSMT4">
                    <p:embed/>
                  </p:oleObj>
                </mc:Choice>
                <mc:Fallback>
                  <p:oleObj r:id="rId3" imgW="152202" imgH="164885" progId="Equation.DSMT4">
                    <p:embed/>
                    <p:pic>
                      <p:nvPicPr>
                        <p:cNvPr id="0" name="Object 16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 y="1070"/>
                          <a:ext cx="172"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1" name="Object 164">
              <a:extLst>
                <a:ext uri="{FF2B5EF4-FFF2-40B4-BE49-F238E27FC236}">
                  <a16:creationId xmlns:a16="http://schemas.microsoft.com/office/drawing/2014/main" id="{AD690AE3-7CAB-47AF-9023-200D8466BB6F}"/>
                </a:ext>
              </a:extLst>
            </p:cNvPr>
            <p:cNvGraphicFramePr>
              <a:graphicFrameLocks/>
            </p:cNvGraphicFramePr>
            <p:nvPr/>
          </p:nvGraphicFramePr>
          <p:xfrm>
            <a:off x="598" y="1564"/>
            <a:ext cx="172" cy="186"/>
          </p:xfrm>
          <a:graphic>
            <a:graphicData uri="http://schemas.openxmlformats.org/presentationml/2006/ole">
              <mc:AlternateContent xmlns:mc="http://schemas.openxmlformats.org/markup-compatibility/2006">
                <mc:Choice xmlns:v="urn:schemas-microsoft-com:vml" Requires="v">
                  <p:oleObj spid="_x0000_s105716" r:id="rId5" imgW="152202" imgH="164885" progId="Equation.DSMT4">
                    <p:embed/>
                  </p:oleObj>
                </mc:Choice>
                <mc:Fallback>
                  <p:oleObj r:id="rId5" imgW="152202" imgH="164885" progId="Equation.DSMT4">
                    <p:embed/>
                    <p:pic>
                      <p:nvPicPr>
                        <p:cNvPr id="0" name="Object 16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 y="1564"/>
                          <a:ext cx="172"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2" name="Object 165">
              <a:extLst>
                <a:ext uri="{FF2B5EF4-FFF2-40B4-BE49-F238E27FC236}">
                  <a16:creationId xmlns:a16="http://schemas.microsoft.com/office/drawing/2014/main" id="{83AAB241-3210-45F6-985F-A44AFE31DB2E}"/>
                </a:ext>
              </a:extLst>
            </p:cNvPr>
            <p:cNvGraphicFramePr>
              <a:graphicFrameLocks/>
            </p:cNvGraphicFramePr>
            <p:nvPr/>
          </p:nvGraphicFramePr>
          <p:xfrm>
            <a:off x="559" y="2042"/>
            <a:ext cx="229" cy="229"/>
          </p:xfrm>
          <a:graphic>
            <a:graphicData uri="http://schemas.openxmlformats.org/presentationml/2006/ole">
              <mc:AlternateContent xmlns:mc="http://schemas.openxmlformats.org/markup-compatibility/2006">
                <mc:Choice xmlns:v="urn:schemas-microsoft-com:vml" Requires="v">
                  <p:oleObj spid="_x0000_s105717" r:id="rId7" imgW="203024" imgH="203024" progId="Equation.DSMT4">
                    <p:embed/>
                  </p:oleObj>
                </mc:Choice>
                <mc:Fallback>
                  <p:oleObj r:id="rId7" imgW="203024" imgH="203024" progId="Equation.DSMT4">
                    <p:embed/>
                    <p:pic>
                      <p:nvPicPr>
                        <p:cNvPr id="0" name="Object 16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 y="2042"/>
                          <a:ext cx="22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3" name="Object 166">
              <a:extLst>
                <a:ext uri="{FF2B5EF4-FFF2-40B4-BE49-F238E27FC236}">
                  <a16:creationId xmlns:a16="http://schemas.microsoft.com/office/drawing/2014/main" id="{6E377E4A-A294-4EDE-ABF5-618CC56A0F9C}"/>
                </a:ext>
              </a:extLst>
            </p:cNvPr>
            <p:cNvGraphicFramePr>
              <a:graphicFrameLocks/>
            </p:cNvGraphicFramePr>
            <p:nvPr/>
          </p:nvGraphicFramePr>
          <p:xfrm>
            <a:off x="500" y="2594"/>
            <a:ext cx="414" cy="206"/>
          </p:xfrm>
          <a:graphic>
            <a:graphicData uri="http://schemas.openxmlformats.org/presentationml/2006/ole">
              <mc:AlternateContent xmlns:mc="http://schemas.openxmlformats.org/markup-compatibility/2006">
                <mc:Choice xmlns:v="urn:schemas-microsoft-com:vml" Requires="v">
                  <p:oleObj spid="_x0000_s105718" r:id="rId9" imgW="457200" imgH="228600" progId="Equation.DSMT4">
                    <p:embed/>
                  </p:oleObj>
                </mc:Choice>
                <mc:Fallback>
                  <p:oleObj r:id="rId9" imgW="457200" imgH="228600" progId="Equation.DSMT4">
                    <p:embed/>
                    <p:pic>
                      <p:nvPicPr>
                        <p:cNvPr id="0" name="Object 16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 y="2594"/>
                          <a:ext cx="41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4" name="Object 168">
              <a:extLst>
                <a:ext uri="{FF2B5EF4-FFF2-40B4-BE49-F238E27FC236}">
                  <a16:creationId xmlns:a16="http://schemas.microsoft.com/office/drawing/2014/main" id="{9FDF4820-63F0-4ABB-934F-A1DF01EC5164}"/>
                </a:ext>
              </a:extLst>
            </p:cNvPr>
            <p:cNvGraphicFramePr>
              <a:graphicFrameLocks/>
            </p:cNvGraphicFramePr>
            <p:nvPr/>
          </p:nvGraphicFramePr>
          <p:xfrm>
            <a:off x="560" y="3495"/>
            <a:ext cx="231" cy="437"/>
          </p:xfrm>
          <a:graphic>
            <a:graphicData uri="http://schemas.openxmlformats.org/presentationml/2006/ole">
              <mc:AlternateContent xmlns:mc="http://schemas.openxmlformats.org/markup-compatibility/2006">
                <mc:Choice xmlns:v="urn:schemas-microsoft-com:vml" Requires="v">
                  <p:oleObj spid="_x0000_s105719" r:id="rId11" imgW="241195" imgH="457002" progId="Equation.DSMT4">
                    <p:embed/>
                  </p:oleObj>
                </mc:Choice>
                <mc:Fallback>
                  <p:oleObj r:id="rId11" imgW="241195" imgH="457002" progId="Equation.DSMT4">
                    <p:embed/>
                    <p:pic>
                      <p:nvPicPr>
                        <p:cNvPr id="0" name="Object 16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0" y="3495"/>
                          <a:ext cx="231"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5" name="Object 169">
              <a:extLst>
                <a:ext uri="{FF2B5EF4-FFF2-40B4-BE49-F238E27FC236}">
                  <a16:creationId xmlns:a16="http://schemas.microsoft.com/office/drawing/2014/main" id="{B726499A-2E80-4A30-AB45-1981038AC060}"/>
                </a:ext>
              </a:extLst>
            </p:cNvPr>
            <p:cNvGraphicFramePr>
              <a:graphicFrameLocks/>
            </p:cNvGraphicFramePr>
            <p:nvPr/>
          </p:nvGraphicFramePr>
          <p:xfrm>
            <a:off x="1009" y="1024"/>
            <a:ext cx="471" cy="197"/>
          </p:xfrm>
          <a:graphic>
            <a:graphicData uri="http://schemas.openxmlformats.org/presentationml/2006/ole">
              <mc:AlternateContent xmlns:mc="http://schemas.openxmlformats.org/markup-compatibility/2006">
                <mc:Choice xmlns:v="urn:schemas-microsoft-com:vml" Requires="v">
                  <p:oleObj spid="_x0000_s105720" r:id="rId13" imgW="482181" imgH="203024" progId="Equation.DSMT4">
                    <p:embed/>
                  </p:oleObj>
                </mc:Choice>
                <mc:Fallback>
                  <p:oleObj r:id="rId13" imgW="482181" imgH="203024" progId="Equation.DSMT4">
                    <p:embed/>
                    <p:pic>
                      <p:nvPicPr>
                        <p:cNvPr id="0" name="Object 16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9" y="1024"/>
                          <a:ext cx="47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6" name="Object 172">
              <a:extLst>
                <a:ext uri="{FF2B5EF4-FFF2-40B4-BE49-F238E27FC236}">
                  <a16:creationId xmlns:a16="http://schemas.microsoft.com/office/drawing/2014/main" id="{A98F5FC3-0A27-4BB7-B81A-15529D8C9C3B}"/>
                </a:ext>
              </a:extLst>
            </p:cNvPr>
            <p:cNvGraphicFramePr>
              <a:graphicFrameLocks/>
            </p:cNvGraphicFramePr>
            <p:nvPr/>
          </p:nvGraphicFramePr>
          <p:xfrm>
            <a:off x="1073" y="2510"/>
            <a:ext cx="386" cy="408"/>
          </p:xfrm>
          <a:graphic>
            <a:graphicData uri="http://schemas.openxmlformats.org/presentationml/2006/ole">
              <mc:AlternateContent xmlns:mc="http://schemas.openxmlformats.org/markup-compatibility/2006">
                <mc:Choice xmlns:v="urn:schemas-microsoft-com:vml" Requires="v">
                  <p:oleObj spid="_x0000_s105721" r:id="rId15" imgW="431613" imgH="457002" progId="Equation.DSMT4">
                    <p:embed/>
                  </p:oleObj>
                </mc:Choice>
                <mc:Fallback>
                  <p:oleObj r:id="rId15" imgW="431613" imgH="457002" progId="Equation.DSMT4">
                    <p:embed/>
                    <p:pic>
                      <p:nvPicPr>
                        <p:cNvPr id="0" name="Object 17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3" y="2510"/>
                          <a:ext cx="386"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7" name="Object 173">
              <a:extLst>
                <a:ext uri="{FF2B5EF4-FFF2-40B4-BE49-F238E27FC236}">
                  <a16:creationId xmlns:a16="http://schemas.microsoft.com/office/drawing/2014/main" id="{BE90AEAF-9627-427A-B7B3-874493EEE626}"/>
                </a:ext>
              </a:extLst>
            </p:cNvPr>
            <p:cNvGraphicFramePr>
              <a:graphicFrameLocks/>
            </p:cNvGraphicFramePr>
            <p:nvPr/>
          </p:nvGraphicFramePr>
          <p:xfrm>
            <a:off x="1032" y="3052"/>
            <a:ext cx="464" cy="341"/>
          </p:xfrm>
          <a:graphic>
            <a:graphicData uri="http://schemas.openxmlformats.org/presentationml/2006/ole">
              <mc:AlternateContent xmlns:mc="http://schemas.openxmlformats.org/markup-compatibility/2006">
                <mc:Choice xmlns:v="urn:schemas-microsoft-com:vml" Requires="v">
                  <p:oleObj spid="_x0000_s105722" r:id="rId17" imgW="622030" imgH="457002" progId="Equation.DSMT4">
                    <p:embed/>
                  </p:oleObj>
                </mc:Choice>
                <mc:Fallback>
                  <p:oleObj r:id="rId17" imgW="622030" imgH="457002" progId="Equation.DSMT4">
                    <p:embed/>
                    <p:pic>
                      <p:nvPicPr>
                        <p:cNvPr id="0" name="Object 17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32" y="3052"/>
                          <a:ext cx="464"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8" name="Object 174">
              <a:extLst>
                <a:ext uri="{FF2B5EF4-FFF2-40B4-BE49-F238E27FC236}">
                  <a16:creationId xmlns:a16="http://schemas.microsoft.com/office/drawing/2014/main" id="{94E0863E-46D5-459A-BEA2-E8F43A51C4C9}"/>
                </a:ext>
              </a:extLst>
            </p:cNvPr>
            <p:cNvGraphicFramePr>
              <a:graphicFrameLocks/>
            </p:cNvGraphicFramePr>
            <p:nvPr/>
          </p:nvGraphicFramePr>
          <p:xfrm>
            <a:off x="1070" y="3541"/>
            <a:ext cx="320" cy="363"/>
          </p:xfrm>
          <a:graphic>
            <a:graphicData uri="http://schemas.openxmlformats.org/presentationml/2006/ole">
              <mc:AlternateContent xmlns:mc="http://schemas.openxmlformats.org/markup-compatibility/2006">
                <mc:Choice xmlns:v="urn:schemas-microsoft-com:vml" Requires="v">
                  <p:oleObj spid="_x0000_s105723" r:id="rId19" imgW="380835" imgH="431613" progId="Equation.DSMT4">
                    <p:embed/>
                  </p:oleObj>
                </mc:Choice>
                <mc:Fallback>
                  <p:oleObj r:id="rId19" imgW="380835" imgH="431613" progId="Equation.DSMT4">
                    <p:embed/>
                    <p:pic>
                      <p:nvPicPr>
                        <p:cNvPr id="0" name="Object 17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0" y="3541"/>
                          <a:ext cx="32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39" name="Object 175">
              <a:extLst>
                <a:ext uri="{FF2B5EF4-FFF2-40B4-BE49-F238E27FC236}">
                  <a16:creationId xmlns:a16="http://schemas.microsoft.com/office/drawing/2014/main" id="{D49EC7FE-7318-452C-ABF9-52A77C1E855C}"/>
                </a:ext>
              </a:extLst>
            </p:cNvPr>
            <p:cNvGraphicFramePr>
              <a:graphicFrameLocks/>
            </p:cNvGraphicFramePr>
            <p:nvPr/>
          </p:nvGraphicFramePr>
          <p:xfrm>
            <a:off x="3360" y="961"/>
            <a:ext cx="762" cy="366"/>
          </p:xfrm>
          <a:graphic>
            <a:graphicData uri="http://schemas.openxmlformats.org/presentationml/2006/ole">
              <mc:AlternateContent xmlns:mc="http://schemas.openxmlformats.org/markup-compatibility/2006">
                <mc:Choice xmlns:v="urn:schemas-microsoft-com:vml" Requires="v">
                  <p:oleObj spid="_x0000_s105724" r:id="rId21" imgW="952087" imgH="457002" progId="Equation.DSMT4">
                    <p:embed/>
                  </p:oleObj>
                </mc:Choice>
                <mc:Fallback>
                  <p:oleObj r:id="rId21" imgW="952087" imgH="457002" progId="Equation.DSMT4">
                    <p:embed/>
                    <p:pic>
                      <p:nvPicPr>
                        <p:cNvPr id="0" name="Object 175"/>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60" y="961"/>
                          <a:ext cx="76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0" name="Object 176">
              <a:extLst>
                <a:ext uri="{FF2B5EF4-FFF2-40B4-BE49-F238E27FC236}">
                  <a16:creationId xmlns:a16="http://schemas.microsoft.com/office/drawing/2014/main" id="{2EBBE0CC-A32D-484E-8BD7-F8BABA89ADF9}"/>
                </a:ext>
              </a:extLst>
            </p:cNvPr>
            <p:cNvGraphicFramePr>
              <a:graphicFrameLocks/>
            </p:cNvGraphicFramePr>
            <p:nvPr/>
          </p:nvGraphicFramePr>
          <p:xfrm>
            <a:off x="3210" y="1453"/>
            <a:ext cx="1059" cy="373"/>
          </p:xfrm>
          <a:graphic>
            <a:graphicData uri="http://schemas.openxmlformats.org/presentationml/2006/ole">
              <mc:AlternateContent xmlns:mc="http://schemas.openxmlformats.org/markup-compatibility/2006">
                <mc:Choice xmlns:v="urn:schemas-microsoft-com:vml" Requires="v">
                  <p:oleObj spid="_x0000_s105725" r:id="rId23" imgW="1295400" imgH="457200" progId="Equation.DSMT4">
                    <p:embed/>
                  </p:oleObj>
                </mc:Choice>
                <mc:Fallback>
                  <p:oleObj r:id="rId23" imgW="1295400" imgH="457200" progId="Equation.DSMT4">
                    <p:embed/>
                    <p:pic>
                      <p:nvPicPr>
                        <p:cNvPr id="0" name="Object 17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10" y="1453"/>
                          <a:ext cx="1059"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1" name="Object 177">
              <a:extLst>
                <a:ext uri="{FF2B5EF4-FFF2-40B4-BE49-F238E27FC236}">
                  <a16:creationId xmlns:a16="http://schemas.microsoft.com/office/drawing/2014/main" id="{3E6E6CFC-829C-4BC3-83DE-874576739CA2}"/>
                </a:ext>
              </a:extLst>
            </p:cNvPr>
            <p:cNvGraphicFramePr>
              <a:graphicFrameLocks/>
            </p:cNvGraphicFramePr>
            <p:nvPr/>
          </p:nvGraphicFramePr>
          <p:xfrm>
            <a:off x="3105" y="1964"/>
            <a:ext cx="1289" cy="388"/>
          </p:xfrm>
          <a:graphic>
            <a:graphicData uri="http://schemas.openxmlformats.org/presentationml/2006/ole">
              <mc:AlternateContent xmlns:mc="http://schemas.openxmlformats.org/markup-compatibility/2006">
                <mc:Choice xmlns:v="urn:schemas-microsoft-com:vml" Requires="v">
                  <p:oleObj spid="_x0000_s105726" r:id="rId25" imgW="1689100" imgH="508000" progId="Equation.DSMT4">
                    <p:embed/>
                  </p:oleObj>
                </mc:Choice>
                <mc:Fallback>
                  <p:oleObj r:id="rId25" imgW="1689100" imgH="508000" progId="Equation.DSMT4">
                    <p:embed/>
                    <p:pic>
                      <p:nvPicPr>
                        <p:cNvPr id="0" name="Object 177"/>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05" y="1964"/>
                          <a:ext cx="1289"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2" name="Object 193">
              <a:extLst>
                <a:ext uri="{FF2B5EF4-FFF2-40B4-BE49-F238E27FC236}">
                  <a16:creationId xmlns:a16="http://schemas.microsoft.com/office/drawing/2014/main" id="{96D67133-D882-4854-A6B2-58B879BADB46}"/>
                </a:ext>
              </a:extLst>
            </p:cNvPr>
            <p:cNvGraphicFramePr>
              <a:graphicFrameLocks/>
            </p:cNvGraphicFramePr>
            <p:nvPr/>
          </p:nvGraphicFramePr>
          <p:xfrm>
            <a:off x="498" y="3091"/>
            <a:ext cx="414" cy="206"/>
          </p:xfrm>
          <a:graphic>
            <a:graphicData uri="http://schemas.openxmlformats.org/presentationml/2006/ole">
              <mc:AlternateContent xmlns:mc="http://schemas.openxmlformats.org/markup-compatibility/2006">
                <mc:Choice xmlns:v="urn:schemas-microsoft-com:vml" Requires="v">
                  <p:oleObj spid="_x0000_s105727" r:id="rId27" imgW="457200" imgH="228600" progId="Equation.DSMT4">
                    <p:embed/>
                  </p:oleObj>
                </mc:Choice>
                <mc:Fallback>
                  <p:oleObj r:id="rId27" imgW="457200" imgH="228600" progId="Equation.DSMT4">
                    <p:embed/>
                    <p:pic>
                      <p:nvPicPr>
                        <p:cNvPr id="0" name="Object 193"/>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98" y="3091"/>
                          <a:ext cx="41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3" name="Object 197">
              <a:extLst>
                <a:ext uri="{FF2B5EF4-FFF2-40B4-BE49-F238E27FC236}">
                  <a16:creationId xmlns:a16="http://schemas.microsoft.com/office/drawing/2014/main" id="{FAEA2050-E052-4354-BEB6-8F0E6F5E3447}"/>
                </a:ext>
              </a:extLst>
            </p:cNvPr>
            <p:cNvGraphicFramePr>
              <a:graphicFrameLocks/>
            </p:cNvGraphicFramePr>
            <p:nvPr/>
          </p:nvGraphicFramePr>
          <p:xfrm>
            <a:off x="997" y="1543"/>
            <a:ext cx="483" cy="209"/>
          </p:xfrm>
          <a:graphic>
            <a:graphicData uri="http://schemas.openxmlformats.org/presentationml/2006/ole">
              <mc:AlternateContent xmlns:mc="http://schemas.openxmlformats.org/markup-compatibility/2006">
                <mc:Choice xmlns:v="urn:schemas-microsoft-com:vml" Requires="v">
                  <p:oleObj spid="_x0000_s105728" r:id="rId29" imgW="494656" imgH="215619" progId="Equation.DSMT4">
                    <p:embed/>
                  </p:oleObj>
                </mc:Choice>
                <mc:Fallback>
                  <p:oleObj r:id="rId29" imgW="494656" imgH="215619" progId="Equation.DSMT4">
                    <p:embed/>
                    <p:pic>
                      <p:nvPicPr>
                        <p:cNvPr id="0" name="Object 197"/>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97" y="1543"/>
                          <a:ext cx="48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4" name="Object 199">
              <a:extLst>
                <a:ext uri="{FF2B5EF4-FFF2-40B4-BE49-F238E27FC236}">
                  <a16:creationId xmlns:a16="http://schemas.microsoft.com/office/drawing/2014/main" id="{28831F77-4D80-4623-98EF-3B1EDCEBA5A6}"/>
                </a:ext>
              </a:extLst>
            </p:cNvPr>
            <p:cNvGraphicFramePr>
              <a:graphicFrameLocks/>
            </p:cNvGraphicFramePr>
            <p:nvPr/>
          </p:nvGraphicFramePr>
          <p:xfrm>
            <a:off x="1017" y="2059"/>
            <a:ext cx="434" cy="210"/>
          </p:xfrm>
          <a:graphic>
            <a:graphicData uri="http://schemas.openxmlformats.org/presentationml/2006/ole">
              <mc:AlternateContent xmlns:mc="http://schemas.openxmlformats.org/markup-compatibility/2006">
                <mc:Choice xmlns:v="urn:schemas-microsoft-com:vml" Requires="v">
                  <p:oleObj spid="_x0000_s105729" r:id="rId31" imgW="443922" imgH="215619" progId="Equation.DSMT4">
                    <p:embed/>
                  </p:oleObj>
                </mc:Choice>
                <mc:Fallback>
                  <p:oleObj r:id="rId31" imgW="443922" imgH="215619" progId="Equation.DSMT4">
                    <p:embed/>
                    <p:pic>
                      <p:nvPicPr>
                        <p:cNvPr id="0" name="Object 199"/>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017" y="2059"/>
                          <a:ext cx="43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5" name="Object 201">
              <a:extLst>
                <a:ext uri="{FF2B5EF4-FFF2-40B4-BE49-F238E27FC236}">
                  <a16:creationId xmlns:a16="http://schemas.microsoft.com/office/drawing/2014/main" id="{9539D9CC-C4AA-407C-8EE5-17FD2A913AB5}"/>
                </a:ext>
              </a:extLst>
            </p:cNvPr>
            <p:cNvGraphicFramePr>
              <a:graphicFrameLocks/>
            </p:cNvGraphicFramePr>
            <p:nvPr/>
          </p:nvGraphicFramePr>
          <p:xfrm>
            <a:off x="3147" y="2521"/>
            <a:ext cx="1202" cy="427"/>
          </p:xfrm>
          <a:graphic>
            <a:graphicData uri="http://schemas.openxmlformats.org/presentationml/2006/ole">
              <mc:AlternateContent xmlns:mc="http://schemas.openxmlformats.org/markup-compatibility/2006">
                <mc:Choice xmlns:v="urn:schemas-microsoft-com:vml" Requires="v">
                  <p:oleObj spid="_x0000_s105730" r:id="rId33" imgW="1586811" imgH="533169" progId="Equation.DSMT4">
                    <p:embed/>
                  </p:oleObj>
                </mc:Choice>
                <mc:Fallback>
                  <p:oleObj r:id="rId33" imgW="1586811" imgH="533169" progId="Equation.DSMT4">
                    <p:embed/>
                    <p:pic>
                      <p:nvPicPr>
                        <p:cNvPr id="0" name="Object 201"/>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147" y="2521"/>
                          <a:ext cx="120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6" name="Object 204">
              <a:extLst>
                <a:ext uri="{FF2B5EF4-FFF2-40B4-BE49-F238E27FC236}">
                  <a16:creationId xmlns:a16="http://schemas.microsoft.com/office/drawing/2014/main" id="{6FCF7F8D-B5B1-4728-B7EE-51181C79D8A4}"/>
                </a:ext>
              </a:extLst>
            </p:cNvPr>
            <p:cNvGraphicFramePr>
              <a:graphicFrameLocks/>
            </p:cNvGraphicFramePr>
            <p:nvPr/>
          </p:nvGraphicFramePr>
          <p:xfrm>
            <a:off x="3263" y="3532"/>
            <a:ext cx="909" cy="567"/>
          </p:xfrm>
          <a:graphic>
            <a:graphicData uri="http://schemas.openxmlformats.org/presentationml/2006/ole">
              <mc:AlternateContent xmlns:mc="http://schemas.openxmlformats.org/markup-compatibility/2006">
                <mc:Choice xmlns:v="urn:schemas-microsoft-com:vml" Requires="v">
                  <p:oleObj spid="_x0000_s105731" r:id="rId35" imgW="1549400" imgH="965200" progId="Equation.DSMT4">
                    <p:embed/>
                  </p:oleObj>
                </mc:Choice>
                <mc:Fallback>
                  <p:oleObj r:id="rId35" imgW="1549400" imgH="965200" progId="Equation.DSMT4">
                    <p:embed/>
                    <p:pic>
                      <p:nvPicPr>
                        <p:cNvPr id="0" name="Object 204"/>
                        <p:cNvPicPr>
                          <a:picLocks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263" y="3532"/>
                          <a:ext cx="909"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7" name="Object 205">
              <a:extLst>
                <a:ext uri="{FF2B5EF4-FFF2-40B4-BE49-F238E27FC236}">
                  <a16:creationId xmlns:a16="http://schemas.microsoft.com/office/drawing/2014/main" id="{0D36EF36-8EB9-42DD-A731-97A71D183E19}"/>
                </a:ext>
              </a:extLst>
            </p:cNvPr>
            <p:cNvGraphicFramePr>
              <a:graphicFrameLocks/>
            </p:cNvGraphicFramePr>
            <p:nvPr/>
          </p:nvGraphicFramePr>
          <p:xfrm>
            <a:off x="3124" y="3088"/>
            <a:ext cx="1237" cy="304"/>
          </p:xfrm>
          <a:graphic>
            <a:graphicData uri="http://schemas.openxmlformats.org/presentationml/2006/ole">
              <mc:AlternateContent xmlns:mc="http://schemas.openxmlformats.org/markup-compatibility/2006">
                <mc:Choice xmlns:v="urn:schemas-microsoft-com:vml" Requires="v">
                  <p:oleObj spid="_x0000_s105732" r:id="rId37" imgW="2362200" imgH="457200" progId="Equation.DSMT4">
                    <p:embed/>
                  </p:oleObj>
                </mc:Choice>
                <mc:Fallback>
                  <p:oleObj r:id="rId37" imgW="2362200" imgH="457200" progId="Equation.DSMT4">
                    <p:embed/>
                    <p:pic>
                      <p:nvPicPr>
                        <p:cNvPr id="0" name="Object 205"/>
                        <p:cNvPicPr>
                          <a:picLocks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124" y="3088"/>
                          <a:ext cx="123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8" name="Object 206">
              <a:extLst>
                <a:ext uri="{FF2B5EF4-FFF2-40B4-BE49-F238E27FC236}">
                  <a16:creationId xmlns:a16="http://schemas.microsoft.com/office/drawing/2014/main" id="{4B5CE13D-89C4-426F-A9CB-75FB4CE1C84D}"/>
                </a:ext>
              </a:extLst>
            </p:cNvPr>
            <p:cNvGraphicFramePr>
              <a:graphicFrameLocks/>
            </p:cNvGraphicFramePr>
            <p:nvPr/>
          </p:nvGraphicFramePr>
          <p:xfrm>
            <a:off x="1767" y="954"/>
            <a:ext cx="1085" cy="387"/>
          </p:xfrm>
          <a:graphic>
            <a:graphicData uri="http://schemas.openxmlformats.org/presentationml/2006/ole">
              <mc:AlternateContent xmlns:mc="http://schemas.openxmlformats.org/markup-compatibility/2006">
                <mc:Choice xmlns:v="urn:schemas-microsoft-com:vml" Requires="v">
                  <p:oleObj spid="_x0000_s105733" r:id="rId39" imgW="1282700" imgH="457200" progId="Equation.DSMT4">
                    <p:embed/>
                  </p:oleObj>
                </mc:Choice>
                <mc:Fallback>
                  <p:oleObj r:id="rId39" imgW="1282700" imgH="457200" progId="Equation.DSMT4">
                    <p:embed/>
                    <p:pic>
                      <p:nvPicPr>
                        <p:cNvPr id="0" name="Object 206"/>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767" y="954"/>
                          <a:ext cx="1085"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49" name="Object 207">
              <a:extLst>
                <a:ext uri="{FF2B5EF4-FFF2-40B4-BE49-F238E27FC236}">
                  <a16:creationId xmlns:a16="http://schemas.microsoft.com/office/drawing/2014/main" id="{D28C29C6-E9AE-492B-9D0B-31901E63A303}"/>
                </a:ext>
              </a:extLst>
            </p:cNvPr>
            <p:cNvGraphicFramePr>
              <a:graphicFrameLocks/>
            </p:cNvGraphicFramePr>
            <p:nvPr/>
          </p:nvGraphicFramePr>
          <p:xfrm>
            <a:off x="1812" y="1460"/>
            <a:ext cx="1004" cy="372"/>
          </p:xfrm>
          <a:graphic>
            <a:graphicData uri="http://schemas.openxmlformats.org/presentationml/2006/ole">
              <mc:AlternateContent xmlns:mc="http://schemas.openxmlformats.org/markup-compatibility/2006">
                <mc:Choice xmlns:v="urn:schemas-microsoft-com:vml" Requires="v">
                  <p:oleObj spid="_x0000_s105734" r:id="rId41" imgW="1231366" imgH="457002" progId="Equation.DSMT4">
                    <p:embed/>
                  </p:oleObj>
                </mc:Choice>
                <mc:Fallback>
                  <p:oleObj r:id="rId41" imgW="1231366" imgH="457002" progId="Equation.DSMT4">
                    <p:embed/>
                    <p:pic>
                      <p:nvPicPr>
                        <p:cNvPr id="0" name="Object 207"/>
                        <p:cNvPicPr>
                          <a:picLocks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812" y="1460"/>
                          <a:ext cx="100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0" name="Object 208">
              <a:extLst>
                <a:ext uri="{FF2B5EF4-FFF2-40B4-BE49-F238E27FC236}">
                  <a16:creationId xmlns:a16="http://schemas.microsoft.com/office/drawing/2014/main" id="{8A2084F5-900C-40B5-8615-A24ECD55EEE8}"/>
                </a:ext>
              </a:extLst>
            </p:cNvPr>
            <p:cNvGraphicFramePr>
              <a:graphicFrameLocks/>
            </p:cNvGraphicFramePr>
            <p:nvPr/>
          </p:nvGraphicFramePr>
          <p:xfrm>
            <a:off x="1585" y="1956"/>
            <a:ext cx="1470" cy="382"/>
          </p:xfrm>
          <a:graphic>
            <a:graphicData uri="http://schemas.openxmlformats.org/presentationml/2006/ole">
              <mc:AlternateContent xmlns:mc="http://schemas.openxmlformats.org/markup-compatibility/2006">
                <mc:Choice xmlns:v="urn:schemas-microsoft-com:vml" Requires="v">
                  <p:oleObj spid="_x0000_s105735" r:id="rId43" imgW="1662978" imgH="431613" progId="Equation.DSMT4">
                    <p:embed/>
                  </p:oleObj>
                </mc:Choice>
                <mc:Fallback>
                  <p:oleObj r:id="rId43" imgW="1662978" imgH="431613" progId="Equation.DSMT4">
                    <p:embed/>
                    <p:pic>
                      <p:nvPicPr>
                        <p:cNvPr id="0" name="Object 208"/>
                        <p:cNvPicPr>
                          <a:picLocks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585" y="1956"/>
                          <a:ext cx="1470"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1" name="Object 209">
              <a:extLst>
                <a:ext uri="{FF2B5EF4-FFF2-40B4-BE49-F238E27FC236}">
                  <a16:creationId xmlns:a16="http://schemas.microsoft.com/office/drawing/2014/main" id="{BF91106E-CAA0-46F2-B147-387C55F97E85}"/>
                </a:ext>
              </a:extLst>
            </p:cNvPr>
            <p:cNvGraphicFramePr>
              <a:graphicFrameLocks/>
            </p:cNvGraphicFramePr>
            <p:nvPr/>
          </p:nvGraphicFramePr>
          <p:xfrm>
            <a:off x="1591" y="2497"/>
            <a:ext cx="1441" cy="465"/>
          </p:xfrm>
          <a:graphic>
            <a:graphicData uri="http://schemas.openxmlformats.org/presentationml/2006/ole">
              <mc:AlternateContent xmlns:mc="http://schemas.openxmlformats.org/markup-compatibility/2006">
                <mc:Choice xmlns:v="urn:schemas-microsoft-com:vml" Requires="v">
                  <p:oleObj spid="_x0000_s105736" r:id="rId45" imgW="2081896" imgH="710891" progId="Equation.DSMT4">
                    <p:embed/>
                  </p:oleObj>
                </mc:Choice>
                <mc:Fallback>
                  <p:oleObj r:id="rId45" imgW="2081896" imgH="710891" progId="Equation.DSMT4">
                    <p:embed/>
                    <p:pic>
                      <p:nvPicPr>
                        <p:cNvPr id="0" name="Object 209"/>
                        <p:cNvPicPr>
                          <a:picLocks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1591" y="2497"/>
                          <a:ext cx="144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2" name="Object 210">
              <a:extLst>
                <a:ext uri="{FF2B5EF4-FFF2-40B4-BE49-F238E27FC236}">
                  <a16:creationId xmlns:a16="http://schemas.microsoft.com/office/drawing/2014/main" id="{8FA929BE-8DBD-4F02-A5A4-83537677667F}"/>
                </a:ext>
              </a:extLst>
            </p:cNvPr>
            <p:cNvGraphicFramePr>
              <a:graphicFrameLocks/>
            </p:cNvGraphicFramePr>
            <p:nvPr/>
          </p:nvGraphicFramePr>
          <p:xfrm>
            <a:off x="1655" y="3563"/>
            <a:ext cx="1333" cy="372"/>
          </p:xfrm>
          <a:graphic>
            <a:graphicData uri="http://schemas.openxmlformats.org/presentationml/2006/ole">
              <mc:AlternateContent xmlns:mc="http://schemas.openxmlformats.org/markup-compatibility/2006">
                <mc:Choice xmlns:v="urn:schemas-microsoft-com:vml" Requires="v">
                  <p:oleObj spid="_x0000_s105737" r:id="rId47" imgW="1828800" imgH="457200" progId="Equation.DSMT4">
                    <p:embed/>
                  </p:oleObj>
                </mc:Choice>
                <mc:Fallback>
                  <p:oleObj r:id="rId47" imgW="1828800" imgH="457200" progId="Equation.DSMT4">
                    <p:embed/>
                    <p:pic>
                      <p:nvPicPr>
                        <p:cNvPr id="0" name="Object 210"/>
                        <p:cNvPicPr>
                          <a:picLocks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1655" y="3563"/>
                          <a:ext cx="133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3" name="Object 211">
              <a:extLst>
                <a:ext uri="{FF2B5EF4-FFF2-40B4-BE49-F238E27FC236}">
                  <a16:creationId xmlns:a16="http://schemas.microsoft.com/office/drawing/2014/main" id="{FBF7E8D9-F06B-4D80-A476-131718465A73}"/>
                </a:ext>
              </a:extLst>
            </p:cNvPr>
            <p:cNvGraphicFramePr>
              <a:graphicFrameLocks/>
            </p:cNvGraphicFramePr>
            <p:nvPr/>
          </p:nvGraphicFramePr>
          <p:xfrm>
            <a:off x="1577" y="3016"/>
            <a:ext cx="1484" cy="465"/>
          </p:xfrm>
          <a:graphic>
            <a:graphicData uri="http://schemas.openxmlformats.org/presentationml/2006/ole">
              <mc:AlternateContent xmlns:mc="http://schemas.openxmlformats.org/markup-compatibility/2006">
                <mc:Choice xmlns:v="urn:schemas-microsoft-com:vml" Requires="v">
                  <p:oleObj spid="_x0000_s105738" r:id="rId49" imgW="2373870" imgH="660113" progId="Equation.DSMT4">
                    <p:embed/>
                  </p:oleObj>
                </mc:Choice>
                <mc:Fallback>
                  <p:oleObj r:id="rId49" imgW="2373870" imgH="660113" progId="Equation.DSMT4">
                    <p:embed/>
                    <p:pic>
                      <p:nvPicPr>
                        <p:cNvPr id="0" name="Object 211"/>
                        <p:cNvPicPr>
                          <a:picLocks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1577" y="3016"/>
                          <a:ext cx="148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4" name="Object 212">
              <a:extLst>
                <a:ext uri="{FF2B5EF4-FFF2-40B4-BE49-F238E27FC236}">
                  <a16:creationId xmlns:a16="http://schemas.microsoft.com/office/drawing/2014/main" id="{870715E2-66F1-4F0F-A63C-DC8030EE32E3}"/>
                </a:ext>
              </a:extLst>
            </p:cNvPr>
            <p:cNvGraphicFramePr>
              <a:graphicFrameLocks/>
            </p:cNvGraphicFramePr>
            <p:nvPr/>
          </p:nvGraphicFramePr>
          <p:xfrm>
            <a:off x="4516" y="883"/>
            <a:ext cx="801" cy="501"/>
          </p:xfrm>
          <a:graphic>
            <a:graphicData uri="http://schemas.openxmlformats.org/presentationml/2006/ole">
              <mc:AlternateContent xmlns:mc="http://schemas.openxmlformats.org/markup-compatibility/2006">
                <mc:Choice xmlns:v="urn:schemas-microsoft-com:vml" Requires="v">
                  <p:oleObj spid="_x0000_s105739" r:id="rId51" imgW="965200" imgH="736600" progId="Equation.DSMT4">
                    <p:embed/>
                  </p:oleObj>
                </mc:Choice>
                <mc:Fallback>
                  <p:oleObj r:id="rId51" imgW="965200" imgH="736600" progId="Equation.DSMT4">
                    <p:embed/>
                    <p:pic>
                      <p:nvPicPr>
                        <p:cNvPr id="0" name="Object 212"/>
                        <p:cNvPicPr>
                          <a:picLocks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4516" y="883"/>
                          <a:ext cx="801"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5" name="Object 213">
              <a:extLst>
                <a:ext uri="{FF2B5EF4-FFF2-40B4-BE49-F238E27FC236}">
                  <a16:creationId xmlns:a16="http://schemas.microsoft.com/office/drawing/2014/main" id="{8B2F319F-6321-4202-B45F-6C66E1A78B20}"/>
                </a:ext>
              </a:extLst>
            </p:cNvPr>
            <p:cNvGraphicFramePr>
              <a:graphicFrameLocks/>
            </p:cNvGraphicFramePr>
            <p:nvPr/>
          </p:nvGraphicFramePr>
          <p:xfrm>
            <a:off x="4513" y="1422"/>
            <a:ext cx="909" cy="432"/>
          </p:xfrm>
          <a:graphic>
            <a:graphicData uri="http://schemas.openxmlformats.org/presentationml/2006/ole">
              <mc:AlternateContent xmlns:mc="http://schemas.openxmlformats.org/markup-compatibility/2006">
                <mc:Choice xmlns:v="urn:schemas-microsoft-com:vml" Requires="v">
                  <p:oleObj spid="_x0000_s105740" r:id="rId53" imgW="1320227" imgH="736280" progId="Equation.DSMT4">
                    <p:embed/>
                  </p:oleObj>
                </mc:Choice>
                <mc:Fallback>
                  <p:oleObj r:id="rId53" imgW="1320227" imgH="736280" progId="Equation.DSMT4">
                    <p:embed/>
                    <p:pic>
                      <p:nvPicPr>
                        <p:cNvPr id="0" name="Object 213"/>
                        <p:cNvPicPr>
                          <a:picLocks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4513" y="1422"/>
                          <a:ext cx="90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6" name="Object 214">
              <a:extLst>
                <a:ext uri="{FF2B5EF4-FFF2-40B4-BE49-F238E27FC236}">
                  <a16:creationId xmlns:a16="http://schemas.microsoft.com/office/drawing/2014/main" id="{9A3AC0CF-2DF1-4C4C-928A-6D1C06AF05C1}"/>
                </a:ext>
              </a:extLst>
            </p:cNvPr>
            <p:cNvGraphicFramePr>
              <a:graphicFrameLocks/>
            </p:cNvGraphicFramePr>
            <p:nvPr/>
          </p:nvGraphicFramePr>
          <p:xfrm>
            <a:off x="4505" y="1871"/>
            <a:ext cx="884" cy="586"/>
          </p:xfrm>
          <a:graphic>
            <a:graphicData uri="http://schemas.openxmlformats.org/presentationml/2006/ole">
              <mc:AlternateContent xmlns:mc="http://schemas.openxmlformats.org/markup-compatibility/2006">
                <mc:Choice xmlns:v="urn:schemas-microsoft-com:vml" Requires="v">
                  <p:oleObj spid="_x0000_s105741" r:id="rId55" imgW="1040948" imgH="914003" progId="Equation.DSMT4">
                    <p:embed/>
                  </p:oleObj>
                </mc:Choice>
                <mc:Fallback>
                  <p:oleObj r:id="rId55" imgW="1040948" imgH="914003" progId="Equation.DSMT4">
                    <p:embed/>
                    <p:pic>
                      <p:nvPicPr>
                        <p:cNvPr id="0" name="Object 214"/>
                        <p:cNvPicPr>
                          <a:picLocks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4505" y="1871"/>
                          <a:ext cx="884" cy="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7" name="Object 215">
              <a:extLst>
                <a:ext uri="{FF2B5EF4-FFF2-40B4-BE49-F238E27FC236}">
                  <a16:creationId xmlns:a16="http://schemas.microsoft.com/office/drawing/2014/main" id="{80545FF4-EE59-4B32-8488-980D85B716A8}"/>
                </a:ext>
              </a:extLst>
            </p:cNvPr>
            <p:cNvGraphicFramePr>
              <a:graphicFrameLocks/>
            </p:cNvGraphicFramePr>
            <p:nvPr/>
          </p:nvGraphicFramePr>
          <p:xfrm>
            <a:off x="4484" y="2480"/>
            <a:ext cx="1041" cy="464"/>
          </p:xfrm>
          <a:graphic>
            <a:graphicData uri="http://schemas.openxmlformats.org/presentationml/2006/ole">
              <mc:AlternateContent xmlns:mc="http://schemas.openxmlformats.org/markup-compatibility/2006">
                <mc:Choice xmlns:v="urn:schemas-microsoft-com:vml" Requires="v">
                  <p:oleObj spid="_x0000_s105742" r:id="rId57" imgW="1943100" imgH="914400" progId="Equation.DSMT4">
                    <p:embed/>
                  </p:oleObj>
                </mc:Choice>
                <mc:Fallback>
                  <p:oleObj r:id="rId57" imgW="1943100" imgH="914400" progId="Equation.DSMT4">
                    <p:embed/>
                    <p:pic>
                      <p:nvPicPr>
                        <p:cNvPr id="0" name="Object 215"/>
                        <p:cNvPicPr>
                          <a:picLocks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4484" y="2480"/>
                          <a:ext cx="1041"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8" name="Object 216">
              <a:extLst>
                <a:ext uri="{FF2B5EF4-FFF2-40B4-BE49-F238E27FC236}">
                  <a16:creationId xmlns:a16="http://schemas.microsoft.com/office/drawing/2014/main" id="{4CB625F7-0B83-413A-A2EB-6AA69E7E46A3}"/>
                </a:ext>
              </a:extLst>
            </p:cNvPr>
            <p:cNvGraphicFramePr>
              <a:graphicFrameLocks/>
            </p:cNvGraphicFramePr>
            <p:nvPr/>
          </p:nvGraphicFramePr>
          <p:xfrm>
            <a:off x="4441" y="3510"/>
            <a:ext cx="1128" cy="605"/>
          </p:xfrm>
          <a:graphic>
            <a:graphicData uri="http://schemas.openxmlformats.org/presentationml/2006/ole">
              <mc:AlternateContent xmlns:mc="http://schemas.openxmlformats.org/markup-compatibility/2006">
                <mc:Choice xmlns:v="urn:schemas-microsoft-com:vml" Requires="v">
                  <p:oleObj spid="_x0000_s105743" r:id="rId59" imgW="1816100" imgH="965200" progId="Equation.DSMT4">
                    <p:embed/>
                  </p:oleObj>
                </mc:Choice>
                <mc:Fallback>
                  <p:oleObj r:id="rId59" imgW="1816100" imgH="965200" progId="Equation.DSMT4">
                    <p:embed/>
                    <p:pic>
                      <p:nvPicPr>
                        <p:cNvPr id="0" name="Object 216"/>
                        <p:cNvPicPr>
                          <a:picLocks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4441" y="3510"/>
                          <a:ext cx="1128"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59" name="Object 217">
              <a:extLst>
                <a:ext uri="{FF2B5EF4-FFF2-40B4-BE49-F238E27FC236}">
                  <a16:creationId xmlns:a16="http://schemas.microsoft.com/office/drawing/2014/main" id="{BA72DE20-3B5A-456F-939D-AF6C04F50B20}"/>
                </a:ext>
              </a:extLst>
            </p:cNvPr>
            <p:cNvGraphicFramePr>
              <a:graphicFrameLocks/>
            </p:cNvGraphicFramePr>
            <p:nvPr/>
          </p:nvGraphicFramePr>
          <p:xfrm>
            <a:off x="4508" y="2981"/>
            <a:ext cx="1068" cy="462"/>
          </p:xfrm>
          <a:graphic>
            <a:graphicData uri="http://schemas.openxmlformats.org/presentationml/2006/ole">
              <mc:AlternateContent xmlns:mc="http://schemas.openxmlformats.org/markup-compatibility/2006">
                <mc:Choice xmlns:v="urn:schemas-microsoft-com:vml" Requires="v">
                  <p:oleObj spid="_x0000_s105744" r:id="rId61" imgW="2716621" imgH="812447" progId="Equation.DSMT4">
                    <p:embed/>
                  </p:oleObj>
                </mc:Choice>
                <mc:Fallback>
                  <p:oleObj r:id="rId61" imgW="2716621" imgH="812447" progId="Equation.DSMT4">
                    <p:embed/>
                    <p:pic>
                      <p:nvPicPr>
                        <p:cNvPr id="0" name="Object 217"/>
                        <p:cNvPicPr>
                          <a:picLocks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4508" y="2981"/>
                          <a:ext cx="1068"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05527" name="Group 241">
            <a:extLst>
              <a:ext uri="{FF2B5EF4-FFF2-40B4-BE49-F238E27FC236}">
                <a16:creationId xmlns:a16="http://schemas.microsoft.com/office/drawing/2014/main" id="{367C5897-5FE7-486E-A350-C1BD718176B4}"/>
              </a:ext>
            </a:extLst>
          </p:cNvPr>
          <p:cNvGrpSpPr>
            <a:grpSpLocks/>
          </p:cNvGrpSpPr>
          <p:nvPr/>
        </p:nvGrpSpPr>
        <p:grpSpPr bwMode="auto">
          <a:xfrm>
            <a:off x="1535113" y="163513"/>
            <a:ext cx="5915025" cy="409575"/>
            <a:chOff x="967" y="103"/>
            <a:chExt cx="3726" cy="258"/>
          </a:xfrm>
        </p:grpSpPr>
        <p:sp>
          <p:nvSpPr>
            <p:cNvPr id="105528" name="Text Box 234">
              <a:extLst>
                <a:ext uri="{FF2B5EF4-FFF2-40B4-BE49-F238E27FC236}">
                  <a16:creationId xmlns:a16="http://schemas.microsoft.com/office/drawing/2014/main" id="{B4D972C5-2619-4774-9D3E-3C5B9B684234}"/>
                </a:ext>
              </a:extLst>
            </p:cNvPr>
            <p:cNvSpPr txBox="1">
              <a:spLocks noChangeArrowheads="1"/>
            </p:cNvSpPr>
            <p:nvPr/>
          </p:nvSpPr>
          <p:spPr bwMode="auto">
            <a:xfrm>
              <a:off x="967" y="103"/>
              <a:ext cx="29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000" tIns="46800" rIns="90000" bIns="46800">
              <a:spAutoFit/>
            </a:bodyPr>
            <a:lstStyle>
              <a:lvl1pPr marL="228600" indent="-22860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buClr>
                  <a:schemeClr val="tx1"/>
                </a:buClr>
                <a:buSzPct val="80000"/>
                <a:buFont typeface="Arial" panose="020B0604020202020204" pitchFamily="34" charset="0"/>
                <a:buNone/>
              </a:pPr>
              <a:r>
                <a:rPr lang="zh-CN" altLang="en-US" sz="1800">
                  <a:solidFill>
                    <a:schemeClr val="accent2"/>
                  </a:solidFill>
                  <a:latin typeface="Arial" panose="020B0604020202020204" pitchFamily="34" charset="0"/>
                </a:rPr>
                <a:t>正态总体均值、方差的置信区间与单侧置信限</a:t>
              </a:r>
            </a:p>
          </p:txBody>
        </p:sp>
        <p:graphicFrame>
          <p:nvGraphicFramePr>
            <p:cNvPr id="105529" name="Object 240">
              <a:extLst>
                <a:ext uri="{FF2B5EF4-FFF2-40B4-BE49-F238E27FC236}">
                  <a16:creationId xmlns:a16="http://schemas.microsoft.com/office/drawing/2014/main" id="{88963EDD-55DE-4A01-94B1-A2DD2CF30B9C}"/>
                </a:ext>
              </a:extLst>
            </p:cNvPr>
            <p:cNvGraphicFramePr>
              <a:graphicFrameLocks/>
            </p:cNvGraphicFramePr>
            <p:nvPr/>
          </p:nvGraphicFramePr>
          <p:xfrm>
            <a:off x="3910" y="139"/>
            <a:ext cx="783" cy="222"/>
          </p:xfrm>
          <a:graphic>
            <a:graphicData uri="http://schemas.openxmlformats.org/presentationml/2006/ole">
              <mc:AlternateContent xmlns:mc="http://schemas.openxmlformats.org/markup-compatibility/2006">
                <mc:Choice xmlns:v="urn:schemas-microsoft-com:vml" Requires="v">
                  <p:oleObj spid="_x0000_s105745" r:id="rId63" imgW="900918" imgH="253780" progId="Equation.DSMT4">
                    <p:embed/>
                  </p:oleObj>
                </mc:Choice>
                <mc:Fallback>
                  <p:oleObj r:id="rId63" imgW="900918" imgH="253780" progId="Equation.DSMT4">
                    <p:embed/>
                    <p:pic>
                      <p:nvPicPr>
                        <p:cNvPr id="0" name="Object 240"/>
                        <p:cNvPicPr>
                          <a:picLocks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3910" y="139"/>
                          <a:ext cx="78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ransition spd="med">
    <p:blinds dir="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31316DAD-8D33-40D9-B489-9E123A5A7E16}"/>
              </a:ext>
            </a:extLst>
          </p:cNvPr>
          <p:cNvSpPr>
            <a:spLocks noGrp="1" noChangeArrowheads="1"/>
          </p:cNvSpPr>
          <p:nvPr>
            <p:ph type="title"/>
          </p:nvPr>
        </p:nvSpPr>
        <p:spPr>
          <a:xfrm>
            <a:off x="1141413" y="407988"/>
            <a:ext cx="2514600" cy="595312"/>
          </a:xfrm>
        </p:spPr>
        <p:txBody>
          <a:bodyPr/>
          <a:lstStyle/>
          <a:p>
            <a:pPr eaLnBrk="1" hangingPunct="1"/>
            <a:r>
              <a:rPr lang="zh-CN" altLang="en-US" sz="2400" b="1">
                <a:latin typeface="宋体" panose="02010600030101010101" pitchFamily="2" charset="-122"/>
                <a:ea typeface="宋体" panose="02010600030101010101" pitchFamily="2" charset="-122"/>
              </a:rPr>
              <a:t>复习思考题 </a:t>
            </a:r>
            <a:r>
              <a:rPr lang="en-US" altLang="zh-CN" sz="2400" b="1">
                <a:latin typeface="宋体" panose="02010600030101010101" pitchFamily="2" charset="-122"/>
                <a:ea typeface="宋体" panose="02010600030101010101" pitchFamily="2" charset="-122"/>
              </a:rPr>
              <a:t>7</a:t>
            </a:r>
          </a:p>
        </p:txBody>
      </p:sp>
      <p:sp>
        <p:nvSpPr>
          <p:cNvPr id="106499" name="Rectangle 3">
            <a:extLst>
              <a:ext uri="{FF2B5EF4-FFF2-40B4-BE49-F238E27FC236}">
                <a16:creationId xmlns:a16="http://schemas.microsoft.com/office/drawing/2014/main" id="{466F1A4A-5301-4B3A-8F84-509EFB0BB76B}"/>
              </a:ext>
            </a:extLst>
          </p:cNvPr>
          <p:cNvSpPr>
            <a:spLocks noGrp="1" noChangeArrowheads="1"/>
          </p:cNvSpPr>
          <p:nvPr>
            <p:ph idx="1"/>
          </p:nvPr>
        </p:nvSpPr>
        <p:spPr>
          <a:xfrm>
            <a:off x="1089025" y="1182688"/>
            <a:ext cx="7826375" cy="5135562"/>
          </a:xfrm>
        </p:spPr>
        <p:txBody>
          <a:bodyPr/>
          <a:lstStyle/>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总体未知参数矩估计的思想方法是什么？试写出</a:t>
            </a:r>
            <a:r>
              <a:rPr lang="en-US" altLang="zh-CN" sz="2000">
                <a:latin typeface="宋体" panose="02010600030101010101" pitchFamily="2" charset="-122"/>
                <a:ea typeface="宋体" panose="02010600030101010101" pitchFamily="2" charset="-122"/>
              </a:rPr>
              <a:t>0-1</a:t>
            </a:r>
            <a:r>
              <a:rPr lang="zh-CN" altLang="en-US" sz="2000">
                <a:latin typeface="宋体" panose="02010600030101010101" pitchFamily="2" charset="-122"/>
                <a:ea typeface="宋体" panose="02010600030101010101" pitchFamily="2" charset="-122"/>
              </a:rPr>
              <a:t>分布、</a:t>
            </a:r>
          </a:p>
          <a:p>
            <a:pPr eaLnBrk="1" hangingPunct="1">
              <a:buFontTx/>
              <a:buNone/>
            </a:pPr>
            <a:r>
              <a:rPr lang="zh-CN" altLang="en-US" sz="2000">
                <a:latin typeface="宋体" panose="02010600030101010101" pitchFamily="2" charset="-122"/>
                <a:ea typeface="宋体" panose="02010600030101010101" pitchFamily="2" charset="-122"/>
              </a:rPr>
              <a:t>  二项分布</a:t>
            </a:r>
            <a:r>
              <a:rPr lang="en-US" altLang="zh-CN" sz="2000" i="1">
                <a:latin typeface="Times New Roman" panose="02020603050405020304" pitchFamily="18" charset="0"/>
                <a:ea typeface="宋体" panose="02010600030101010101" pitchFamily="2" charset="-122"/>
              </a:rPr>
              <a:t>b</a:t>
            </a:r>
            <a:r>
              <a:rPr lang="en-US" altLang="zh-CN" sz="2000">
                <a:latin typeface="宋体" panose="02010600030101010101" pitchFamily="2" charset="-122"/>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m,p</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、泊松分布∏</a:t>
            </a:r>
            <a:r>
              <a:rPr lang="en-US" altLang="zh-CN" sz="2000">
                <a:latin typeface="宋体" panose="02010600030101010101" pitchFamily="2" charset="-122"/>
                <a:ea typeface="宋体" panose="02010600030101010101" pitchFamily="2" charset="-122"/>
              </a:rPr>
              <a:t>(</a:t>
            </a:r>
            <a:r>
              <a:rPr lang="el-GR" altLang="zh-CN" sz="2000">
                <a:latin typeface="宋体" panose="02010600030101010101" pitchFamily="2" charset="-122"/>
                <a:ea typeface="宋体" panose="02010600030101010101" pitchFamily="2" charset="-122"/>
              </a:rPr>
              <a:t>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、均匀分布</a:t>
            </a:r>
            <a:r>
              <a:rPr lang="en-US" altLang="zh-CN" sz="2000" i="1">
                <a:latin typeface="Times New Roman" panose="02020603050405020304" pitchFamily="18" charset="0"/>
                <a:ea typeface="宋体" panose="02010600030101010101" pitchFamily="2" charset="-122"/>
              </a:rPr>
              <a:t>U</a:t>
            </a:r>
            <a:r>
              <a:rPr lang="en-US" altLang="zh-CN" sz="2000">
                <a:latin typeface="宋体" panose="02010600030101010101" pitchFamily="2" charset="-122"/>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a,b</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、正态分布</a:t>
            </a:r>
            <a:r>
              <a:rPr lang="en-US" altLang="zh-CN" sz="2000" i="1">
                <a:latin typeface="Times New Roman" panose="02020603050405020304" pitchFamily="18" charset="0"/>
                <a:ea typeface="宋体" panose="02010600030101010101" pitchFamily="2" charset="-122"/>
              </a:rPr>
              <a:t>N</a:t>
            </a:r>
            <a:r>
              <a:rPr lang="en-US" altLang="zh-CN" sz="2000">
                <a:latin typeface="宋体" panose="02010600030101010101" pitchFamily="2" charset="-122"/>
                <a:ea typeface="宋体" panose="02010600030101010101" pitchFamily="2" charset="-122"/>
              </a:rPr>
              <a:t>(</a:t>
            </a:r>
            <a:r>
              <a:rPr lang="el-GR" altLang="zh-CN" sz="2000" i="1">
                <a:latin typeface="Times New Roman" panose="02020603050405020304" pitchFamily="18" charset="0"/>
                <a:ea typeface="宋体" panose="02010600030101010101" pitchFamily="2" charset="-122"/>
              </a:rPr>
              <a:t>μ</a:t>
            </a:r>
            <a:r>
              <a:rPr lang="en-US" altLang="zh-CN" sz="2000">
                <a:latin typeface="宋体" panose="02010600030101010101" pitchFamily="2" charset="-122"/>
                <a:ea typeface="宋体" panose="02010600030101010101" pitchFamily="2" charset="-122"/>
              </a:rPr>
              <a:t>,</a:t>
            </a:r>
            <a:r>
              <a:rPr lang="el-GR" altLang="zh-CN" sz="2000" i="1">
                <a:latin typeface="Times New Roman" panose="02020603050405020304" pitchFamily="18" charset="0"/>
                <a:ea typeface="宋体" panose="02010600030101010101" pitchFamily="2" charset="-122"/>
              </a:rPr>
              <a:t>σ</a:t>
            </a:r>
            <a:r>
              <a:rPr lang="en-US" altLang="zh-CN" sz="2000" baseline="30000">
                <a:latin typeface="宋体" panose="02010600030101010101" pitchFamily="2" charset="-122"/>
                <a:ea typeface="宋体" panose="02010600030101010101" pitchFamily="2" charset="-122"/>
              </a:rPr>
              <a:t>2</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中有关参数的矩估计式</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极大似然估计的主要步骤是什么？</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未知参数的估计量与估计值有什么区别？</a:t>
            </a: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endParaRPr lang="zh-CN" altLang="en-US" sz="2000">
              <a:latin typeface="宋体" panose="02010600030101010101" pitchFamily="2" charset="-122"/>
              <a:ea typeface="宋体" panose="02010600030101010101" pitchFamily="2" charset="-122"/>
            </a:endParaRP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5.</a:t>
            </a:r>
            <a:r>
              <a:rPr lang="zh-CN" altLang="en-US" sz="2000">
                <a:latin typeface="宋体" panose="02010600030101010101" pitchFamily="2" charset="-122"/>
                <a:ea typeface="宋体" panose="02010600030101010101" pitchFamily="2" charset="-122"/>
              </a:rPr>
              <a:t>估计量的三个基本评价标准是什么？你能理解它们的含义吗？</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6.</a:t>
            </a:r>
            <a:r>
              <a:rPr lang="zh-CN" altLang="en-US" sz="2000">
                <a:latin typeface="宋体" panose="02010600030101010101" pitchFamily="2" charset="-122"/>
                <a:ea typeface="宋体" panose="02010600030101010101" pitchFamily="2" charset="-122"/>
              </a:rPr>
              <a:t>求参数置信区间的一般方法是什么？对正态总体，试从有关</a:t>
            </a:r>
          </a:p>
          <a:p>
            <a:pPr eaLnBrk="1" hangingPunct="1">
              <a:buFontTx/>
              <a:buNone/>
            </a:pPr>
            <a:r>
              <a:rPr lang="zh-CN" altLang="en-US" sz="2000">
                <a:latin typeface="宋体" panose="02010600030101010101" pitchFamily="2" charset="-122"/>
                <a:ea typeface="宋体" panose="02010600030101010101" pitchFamily="2" charset="-122"/>
              </a:rPr>
              <a:t>  的统计量自行导出几类参数的置信区间？</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7.</a:t>
            </a:r>
            <a:r>
              <a:rPr lang="zh-CN" altLang="en-US" sz="2000">
                <a:latin typeface="宋体" panose="02010600030101010101" pitchFamily="2" charset="-122"/>
                <a:ea typeface="宋体" panose="02010600030101010101" pitchFamily="2" charset="-122"/>
              </a:rPr>
              <a:t>置信度的含义是什么？置信度、区间长度和样本容量的关系怎样？</a:t>
            </a:r>
            <a:endParaRPr lang="zh-CN" altLang="el-GR" sz="2000">
              <a:latin typeface="宋体" panose="02010600030101010101" pitchFamily="2" charset="-122"/>
              <a:ea typeface="宋体" panose="02010600030101010101" pitchFamily="2" charset="-122"/>
            </a:endParaRPr>
          </a:p>
        </p:txBody>
      </p:sp>
      <p:graphicFrame>
        <p:nvGraphicFramePr>
          <p:cNvPr id="106500" name="Object 4">
            <a:extLst>
              <a:ext uri="{FF2B5EF4-FFF2-40B4-BE49-F238E27FC236}">
                <a16:creationId xmlns:a16="http://schemas.microsoft.com/office/drawing/2014/main" id="{CCCEDC36-133C-400B-ABAD-C10401613A69}"/>
              </a:ext>
            </a:extLst>
          </p:cNvPr>
          <p:cNvGraphicFramePr>
            <a:graphicFrameLocks/>
          </p:cNvGraphicFramePr>
          <p:nvPr/>
        </p:nvGraphicFramePr>
        <p:xfrm>
          <a:off x="1155700" y="2971800"/>
          <a:ext cx="7112000" cy="1724025"/>
        </p:xfrm>
        <a:graphic>
          <a:graphicData uri="http://schemas.openxmlformats.org/presentationml/2006/ole">
            <mc:AlternateContent xmlns:mc="http://schemas.openxmlformats.org/markup-compatibility/2006">
              <mc:Choice xmlns:v="urn:schemas-microsoft-com:vml" Requires="v">
                <p:oleObj spid="_x0000_s106506" r:id="rId3" imgW="4343400" imgH="1054100" progId="Equation.DSMT4">
                  <p:embed/>
                </p:oleObj>
              </mc:Choice>
              <mc:Fallback>
                <p:oleObj r:id="rId3" imgW="4343400" imgH="10541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2971800"/>
                        <a:ext cx="71120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blinds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5">
            <a:extLst>
              <a:ext uri="{FF2B5EF4-FFF2-40B4-BE49-F238E27FC236}">
                <a16:creationId xmlns:a16="http://schemas.microsoft.com/office/drawing/2014/main" id="{81183C34-122B-4CED-8FB8-40150FDBD3E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4491AC74-7C50-4CFB-A876-59DFF6049AFF}" type="slidenum">
              <a:rPr altLang="en-US" sz="1400" smtClean="0"/>
              <a:pPr>
                <a:lnSpc>
                  <a:spcPct val="100000"/>
                </a:lnSpc>
                <a:spcBef>
                  <a:spcPct val="0"/>
                </a:spcBef>
                <a:buClr>
                  <a:schemeClr val="tx1"/>
                </a:buClr>
                <a:buFontTx/>
                <a:buNone/>
              </a:pPr>
              <a:t>88</a:t>
            </a:fld>
            <a:endParaRPr lang="zh-CN" altLang="en-US" sz="1400"/>
          </a:p>
        </p:txBody>
      </p:sp>
      <p:sp>
        <p:nvSpPr>
          <p:cNvPr id="107523" name="Rectangle 2">
            <a:extLst>
              <a:ext uri="{FF2B5EF4-FFF2-40B4-BE49-F238E27FC236}">
                <a16:creationId xmlns:a16="http://schemas.microsoft.com/office/drawing/2014/main" id="{BA6D885A-1A00-4D41-B54B-473B0DE4E762}"/>
              </a:ext>
            </a:extLst>
          </p:cNvPr>
          <p:cNvSpPr>
            <a:spLocks noGrp="1" noChangeArrowheads="1"/>
          </p:cNvSpPr>
          <p:nvPr>
            <p:ph type="title"/>
          </p:nvPr>
        </p:nvSpPr>
        <p:spPr>
          <a:xfrm>
            <a:off x="1076325" y="252413"/>
            <a:ext cx="2727325" cy="857250"/>
          </a:xfrm>
        </p:spPr>
        <p:txBody>
          <a:bodyPr/>
          <a:lstStyle/>
          <a:p>
            <a:pPr eaLnBrk="1" hangingPunct="1"/>
            <a:r>
              <a:rPr lang="zh-CN" altLang="en-US" sz="2400" b="1">
                <a:latin typeface="宋体" panose="02010600030101010101" pitchFamily="2" charset="-122"/>
                <a:ea typeface="宋体" panose="02010600030101010101" pitchFamily="2" charset="-122"/>
              </a:rPr>
              <a:t>复习思考题 </a:t>
            </a:r>
            <a:r>
              <a:rPr lang="en-US" altLang="zh-CN" sz="2400" b="1">
                <a:latin typeface="宋体" panose="02010600030101010101" pitchFamily="2" charset="-122"/>
                <a:ea typeface="宋体" panose="02010600030101010101" pitchFamily="2" charset="-122"/>
              </a:rPr>
              <a:t>8</a:t>
            </a:r>
          </a:p>
        </p:txBody>
      </p:sp>
      <p:sp>
        <p:nvSpPr>
          <p:cNvPr id="107524" name="Rectangle 3">
            <a:extLst>
              <a:ext uri="{FF2B5EF4-FFF2-40B4-BE49-F238E27FC236}">
                <a16:creationId xmlns:a16="http://schemas.microsoft.com/office/drawing/2014/main" id="{0C9A711B-673A-4F23-A9D0-8CF0897DC783}"/>
              </a:ext>
            </a:extLst>
          </p:cNvPr>
          <p:cNvSpPr>
            <a:spLocks noGrp="1" noChangeArrowheads="1"/>
          </p:cNvSpPr>
          <p:nvPr>
            <p:ph idx="1"/>
          </p:nvPr>
        </p:nvSpPr>
        <p:spPr>
          <a:xfrm>
            <a:off x="1055688" y="1477963"/>
            <a:ext cx="7256462" cy="4826000"/>
          </a:xfrm>
        </p:spPr>
        <p:txBody>
          <a:bodyPr/>
          <a:lstStyle/>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假设检验的基本思想是什么？其中使用了一条什么原理？</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检验的显著性水平</a:t>
            </a:r>
            <a:r>
              <a:rPr lang="el-GR" altLang="zh-CN" sz="2000">
                <a:latin typeface="Times New Roman" panose="02020603050405020304" pitchFamily="18" charset="0"/>
                <a:ea typeface="宋体" panose="02010600030101010101" pitchFamily="2" charset="-122"/>
              </a:rPr>
              <a:t>α</a:t>
            </a:r>
            <a:r>
              <a:rPr lang="zh-CN" altLang="en-US" sz="2000">
                <a:latin typeface="宋体" panose="02010600030101010101" pitchFamily="2" charset="-122"/>
                <a:ea typeface="宋体" panose="02010600030101010101" pitchFamily="2" charset="-122"/>
              </a:rPr>
              <a:t>的意义是什么？</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比较双边、左边和右边检验的拒绝域。</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4.</a:t>
            </a:r>
            <a:r>
              <a:rPr lang="zh-CN" altLang="en-US" sz="2000">
                <a:latin typeface="宋体" panose="02010600030101010101" pitchFamily="2" charset="-122"/>
                <a:ea typeface="宋体" panose="02010600030101010101" pitchFamily="2" charset="-122"/>
              </a:rPr>
              <a:t>使用</a:t>
            </a:r>
            <a:r>
              <a:rPr lang="en-US" altLang="zh-CN" sz="2000" i="1">
                <a:latin typeface="Times New Roman" panose="02020603050405020304" pitchFamily="18" charset="0"/>
                <a:ea typeface="宋体" panose="02010600030101010101" pitchFamily="2" charset="-122"/>
              </a:rPr>
              <a:t>U</a:t>
            </a:r>
            <a:r>
              <a:rPr lang="zh-CN" altLang="en-US" sz="2000">
                <a:latin typeface="宋体" panose="02010600030101010101" pitchFamily="2" charset="-122"/>
                <a:ea typeface="宋体" panose="02010600030101010101" pitchFamily="2" charset="-122"/>
              </a:rPr>
              <a:t>检验法可以进行哪些假设检验？</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5.</a:t>
            </a:r>
            <a:r>
              <a:rPr lang="zh-CN" altLang="en-US" sz="2000">
                <a:latin typeface="宋体" panose="02010600030101010101" pitchFamily="2" charset="-122"/>
                <a:ea typeface="宋体" panose="02010600030101010101" pitchFamily="2" charset="-122"/>
              </a:rPr>
              <a:t>使用</a:t>
            </a:r>
            <a:r>
              <a:rPr lang="en-US" altLang="zh-CN" sz="2000" i="1">
                <a:latin typeface="Times New Roman" panose="02020603050405020304" pitchFamily="18" charset="0"/>
                <a:ea typeface="宋体" panose="02010600030101010101" pitchFamily="2" charset="-122"/>
              </a:rPr>
              <a:t>t</a:t>
            </a:r>
            <a:r>
              <a:rPr lang="zh-CN" altLang="en-US" sz="2000">
                <a:latin typeface="宋体" panose="02010600030101010101" pitchFamily="2" charset="-122"/>
                <a:ea typeface="宋体" panose="02010600030101010101" pitchFamily="2" charset="-122"/>
              </a:rPr>
              <a:t>检验法可以进行哪些假设检验？</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6.</a:t>
            </a:r>
            <a:r>
              <a:rPr lang="zh-CN" altLang="en-US" sz="2000">
                <a:latin typeface="宋体" panose="02010600030101010101" pitchFamily="2" charset="-122"/>
                <a:ea typeface="宋体" panose="02010600030101010101" pitchFamily="2" charset="-122"/>
              </a:rPr>
              <a:t>使用</a:t>
            </a:r>
            <a:r>
              <a:rPr lang="el-GR" altLang="zh-CN" sz="2000">
                <a:latin typeface="宋体" panose="02010600030101010101" pitchFamily="2" charset="-122"/>
                <a:ea typeface="宋体" panose="02010600030101010101" pitchFamily="2" charset="-122"/>
              </a:rPr>
              <a:t>χ</a:t>
            </a:r>
            <a:r>
              <a:rPr lang="en-US" altLang="zh-CN" sz="2000" baseline="30000">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检验法可以进行哪些假设检验？</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7.</a:t>
            </a:r>
            <a:r>
              <a:rPr lang="zh-CN" altLang="en-US" sz="2000">
                <a:latin typeface="宋体" panose="02010600030101010101" pitchFamily="2" charset="-122"/>
                <a:ea typeface="宋体" panose="02010600030101010101" pitchFamily="2" charset="-122"/>
              </a:rPr>
              <a:t>使用</a:t>
            </a:r>
            <a:r>
              <a:rPr lang="en-US" altLang="zh-CN" sz="2000" i="1">
                <a:latin typeface="Times New Roman" panose="02020603050405020304" pitchFamily="18" charset="0"/>
                <a:ea typeface="宋体" panose="02010600030101010101" pitchFamily="2" charset="-122"/>
              </a:rPr>
              <a:t>F</a:t>
            </a:r>
            <a:r>
              <a:rPr lang="zh-CN" altLang="en-US" sz="2000">
                <a:latin typeface="宋体" panose="02010600030101010101" pitchFamily="2" charset="-122"/>
                <a:ea typeface="宋体" panose="02010600030101010101" pitchFamily="2" charset="-122"/>
              </a:rPr>
              <a:t>检验法可以进行哪些假设检验？</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8.</a:t>
            </a:r>
            <a:r>
              <a:rPr lang="zh-CN" altLang="en-US" sz="2000">
                <a:latin typeface="宋体" panose="02010600030101010101" pitchFamily="2" charset="-122"/>
                <a:ea typeface="宋体" panose="02010600030101010101" pitchFamily="2" charset="-122"/>
              </a:rPr>
              <a:t>正态总体期望与方差的区间估计和假设检验两者之间有什么</a:t>
            </a:r>
          </a:p>
          <a:p>
            <a:pPr eaLnBrk="1" hangingPunct="1">
              <a:buFontTx/>
              <a:buNone/>
            </a:pPr>
            <a:r>
              <a:rPr lang="zh-CN" altLang="en-US" sz="2000">
                <a:latin typeface="宋体" panose="02010600030101010101" pitchFamily="2" charset="-122"/>
                <a:ea typeface="宋体" panose="02010600030101010101" pitchFamily="2" charset="-122"/>
              </a:rPr>
              <a:t>  相似之处？</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9.</a:t>
            </a:r>
            <a:r>
              <a:rPr lang="zh-CN" altLang="en-US" sz="2000">
                <a:latin typeface="宋体" panose="02010600030101010101" pitchFamily="2" charset="-122"/>
                <a:ea typeface="宋体" panose="02010600030101010101" pitchFamily="2" charset="-122"/>
              </a:rPr>
              <a:t>成对数据差的</a:t>
            </a:r>
            <a:r>
              <a:rPr lang="en-US" altLang="zh-CN" sz="2000" i="1">
                <a:latin typeface="Times New Roman" panose="02020603050405020304" pitchFamily="18" charset="0"/>
                <a:ea typeface="宋体" panose="02010600030101010101" pitchFamily="2" charset="-122"/>
              </a:rPr>
              <a:t>t</a:t>
            </a:r>
            <a:r>
              <a:rPr lang="zh-CN" altLang="en-US" sz="2000">
                <a:latin typeface="宋体" panose="02010600030101010101" pitchFamily="2" charset="-122"/>
                <a:ea typeface="宋体" panose="02010600030101010101" pitchFamily="2" charset="-122"/>
              </a:rPr>
              <a:t>检验适用于哪些特殊场合？</a:t>
            </a:r>
          </a:p>
          <a:p>
            <a:pPr eaLnBrk="1" hangingPunct="1">
              <a:buFontTx/>
              <a:buNone/>
            </a:pPr>
            <a:r>
              <a:rPr lang="en-US" altLang="zh-CN" sz="2000">
                <a:solidFill>
                  <a:srgbClr val="FF6600"/>
                </a:solidFill>
                <a:latin typeface="宋体" panose="02010600030101010101" pitchFamily="2" charset="-122"/>
                <a:ea typeface="宋体" panose="02010600030101010101" pitchFamily="2" charset="-122"/>
              </a:rPr>
              <a:t>10.</a:t>
            </a:r>
            <a:r>
              <a:rPr lang="zh-CN" altLang="en-US" sz="2000">
                <a:latin typeface="宋体" panose="02010600030101010101" pitchFamily="2" charset="-122"/>
                <a:ea typeface="宋体" panose="02010600030101010101" pitchFamily="2" charset="-122"/>
              </a:rPr>
              <a:t>分布拟合的</a:t>
            </a:r>
            <a:r>
              <a:rPr lang="el-GR" altLang="zh-CN" sz="2000">
                <a:latin typeface="宋体" panose="02010600030101010101" pitchFamily="2" charset="-122"/>
                <a:ea typeface="宋体" panose="02010600030101010101" pitchFamily="2" charset="-122"/>
              </a:rPr>
              <a:t>χ</a:t>
            </a:r>
            <a:r>
              <a:rPr lang="en-US" altLang="zh-CN" sz="2000" baseline="30000">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检验的基本步骤是什么？</a:t>
            </a:r>
            <a:endParaRPr lang="zh-CN" altLang="el-GR" sz="2000">
              <a:latin typeface="宋体" panose="02010600030101010101" pitchFamily="2" charset="-122"/>
              <a:ea typeface="宋体" panose="02010600030101010101" pitchFamily="2" charset="-122"/>
            </a:endParaRPr>
          </a:p>
        </p:txBody>
      </p:sp>
    </p:spTree>
  </p:cSld>
  <p:clrMapOvr>
    <a:masterClrMapping/>
  </p:clrMapOvr>
  <p:transition spd="med">
    <p:blinds dir="ver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5">
            <a:extLst>
              <a:ext uri="{FF2B5EF4-FFF2-40B4-BE49-F238E27FC236}">
                <a16:creationId xmlns:a16="http://schemas.microsoft.com/office/drawing/2014/main" id="{4224098B-BB48-48B8-9023-785D30D02FB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latinLnBrk="1">
              <a:lnSpc>
                <a:spcPts val="2400"/>
              </a:lnSpc>
              <a:spcBef>
                <a:spcPct val="20000"/>
              </a:spcBef>
              <a:buChar char="•"/>
              <a:defRPr sz="2200">
                <a:solidFill>
                  <a:schemeClr val="tx1"/>
                </a:solidFill>
                <a:latin typeface="-윤명조240" pitchFamily="18" charset="-127"/>
                <a:ea typeface="-윤명조240" pitchFamily="18" charset="-127"/>
              </a:defRPr>
            </a:lvl1pPr>
            <a:lvl2pPr marL="742950" indent="-285750" latinLnBrk="1">
              <a:lnSpc>
                <a:spcPts val="2400"/>
              </a:lnSpc>
              <a:spcBef>
                <a:spcPct val="20000"/>
              </a:spcBef>
              <a:buChar char="•"/>
              <a:defRPr sz="2000">
                <a:solidFill>
                  <a:schemeClr val="tx1"/>
                </a:solidFill>
                <a:latin typeface="-윤명조240" pitchFamily="18" charset="-127"/>
                <a:ea typeface="-윤명조240" pitchFamily="18" charset="-127"/>
              </a:defRPr>
            </a:lvl2pPr>
            <a:lvl3pPr marL="1143000" indent="-228600" latinLnBrk="1">
              <a:lnSpc>
                <a:spcPts val="2400"/>
              </a:lnSpc>
              <a:spcBef>
                <a:spcPct val="20000"/>
              </a:spcBef>
              <a:buChar char="•"/>
              <a:defRPr sz="2000">
                <a:solidFill>
                  <a:schemeClr val="tx1"/>
                </a:solidFill>
                <a:latin typeface="-윤명조240" pitchFamily="18" charset="-127"/>
                <a:ea typeface="-윤명조240" pitchFamily="18" charset="-127"/>
              </a:defRPr>
            </a:lvl3pPr>
            <a:lvl4pPr marL="1600200" indent="-228600" latinLnBrk="1">
              <a:lnSpc>
                <a:spcPts val="2400"/>
              </a:lnSpc>
              <a:spcBef>
                <a:spcPct val="20000"/>
              </a:spcBef>
              <a:buChar char="•"/>
              <a:defRPr sz="1600">
                <a:solidFill>
                  <a:schemeClr val="tx1"/>
                </a:solidFill>
                <a:latin typeface="-윤명조240" pitchFamily="18" charset="-127"/>
                <a:ea typeface="-윤명조240" pitchFamily="18" charset="-127"/>
              </a:defRPr>
            </a:lvl4pPr>
            <a:lvl5pPr marL="2057400" indent="-228600" latinLnBrk="1">
              <a:lnSpc>
                <a:spcPts val="2400"/>
              </a:lnSpc>
              <a:spcBef>
                <a:spcPct val="20000"/>
              </a:spcBef>
              <a:buChar char="•"/>
              <a:defRPr sz="1400">
                <a:solidFill>
                  <a:schemeClr val="tx1"/>
                </a:solidFill>
                <a:latin typeface="-윤명조240" pitchFamily="18" charset="-127"/>
                <a:ea typeface="-윤명조240" pitchFamily="18" charset="-127"/>
              </a:defRPr>
            </a:lvl5pPr>
            <a:lvl6pPr marL="25146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6pPr>
            <a:lvl7pPr marL="29718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7pPr>
            <a:lvl8pPr marL="34290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8pPr>
            <a:lvl9pPr marL="3886200" indent="-228600" eaLnBrk="0" fontAlgn="base" latinLnBrk="1" hangingPunct="0">
              <a:lnSpc>
                <a:spcPts val="2400"/>
              </a:lnSpc>
              <a:spcBef>
                <a:spcPct val="20000"/>
              </a:spcBef>
              <a:spcAft>
                <a:spcPct val="0"/>
              </a:spcAft>
              <a:buChar char="•"/>
              <a:defRPr sz="1400">
                <a:solidFill>
                  <a:schemeClr val="tx1"/>
                </a:solidFill>
                <a:latin typeface="-윤명조240" pitchFamily="18" charset="-127"/>
                <a:ea typeface="-윤명조240" pitchFamily="18" charset="-127"/>
              </a:defRPr>
            </a:lvl9pPr>
          </a:lstStyle>
          <a:p>
            <a:pPr>
              <a:lnSpc>
                <a:spcPct val="100000"/>
              </a:lnSpc>
              <a:spcBef>
                <a:spcPct val="0"/>
              </a:spcBef>
              <a:buClr>
                <a:schemeClr val="tx1"/>
              </a:buClr>
              <a:buFontTx/>
              <a:buNone/>
            </a:pPr>
            <a:fld id="{2AE52065-C768-49CF-862D-3FE8F4B90C9C}" type="slidenum">
              <a:rPr altLang="en-US" sz="1400" smtClean="0"/>
              <a:pPr>
                <a:lnSpc>
                  <a:spcPct val="100000"/>
                </a:lnSpc>
                <a:spcBef>
                  <a:spcPct val="0"/>
                </a:spcBef>
                <a:buClr>
                  <a:schemeClr val="tx1"/>
                </a:buClr>
                <a:buFontTx/>
                <a:buNone/>
              </a:pPr>
              <a:t>89</a:t>
            </a:fld>
            <a:endParaRPr lang="zh-CN" altLang="en-US" sz="1400"/>
          </a:p>
        </p:txBody>
      </p:sp>
      <p:sp>
        <p:nvSpPr>
          <p:cNvPr id="108547" name="Rectangle 5">
            <a:extLst>
              <a:ext uri="{FF2B5EF4-FFF2-40B4-BE49-F238E27FC236}">
                <a16:creationId xmlns:a16="http://schemas.microsoft.com/office/drawing/2014/main" id="{7EF631B6-72B8-4003-B3E4-466AD705635C}"/>
              </a:ext>
            </a:extLst>
          </p:cNvPr>
          <p:cNvSpPr>
            <a:spLocks noGrp="1" noChangeArrowheads="1"/>
          </p:cNvSpPr>
          <p:nvPr>
            <p:ph type="title"/>
          </p:nvPr>
        </p:nvSpPr>
        <p:spPr>
          <a:xfrm>
            <a:off x="1106488" y="317500"/>
            <a:ext cx="7561262" cy="857250"/>
          </a:xfrm>
        </p:spPr>
        <p:txBody>
          <a:bodyPr/>
          <a:lstStyle/>
          <a:p>
            <a:pPr eaLnBrk="1" hangingPunct="1"/>
            <a:r>
              <a:rPr lang="zh-CN" altLang="en-US"/>
              <a:t>课后习题</a:t>
            </a:r>
          </a:p>
        </p:txBody>
      </p:sp>
      <p:sp>
        <p:nvSpPr>
          <p:cNvPr id="108548" name="内容占位符 1">
            <a:extLst>
              <a:ext uri="{FF2B5EF4-FFF2-40B4-BE49-F238E27FC236}">
                <a16:creationId xmlns:a16="http://schemas.microsoft.com/office/drawing/2014/main" id="{7926EA75-D10D-4F4E-A4A7-AE474FE9D7E7}"/>
              </a:ext>
            </a:extLst>
          </p:cNvPr>
          <p:cNvSpPr>
            <a:spLocks noGrp="1" noChangeArrowheads="1"/>
          </p:cNvSpPr>
          <p:nvPr>
            <p:ph idx="1"/>
          </p:nvPr>
        </p:nvSpPr>
        <p:spPr/>
        <p:txBody>
          <a:bodyPr/>
          <a:lstStyle/>
          <a:p>
            <a:r>
              <a:rPr lang="zh-CN" altLang="zh-CN"/>
              <a:t>2，4，8，10，14，18，20，24</a:t>
            </a:r>
          </a:p>
        </p:txBody>
      </p:sp>
    </p:spTree>
  </p:cSld>
  <p:clrMapOvr>
    <a:masterClrMapping/>
  </p:clrMapOvr>
  <p:transition spd="med">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5">
            <a:extLst>
              <a:ext uri="{FF2B5EF4-FFF2-40B4-BE49-F238E27FC236}">
                <a16:creationId xmlns:a16="http://schemas.microsoft.com/office/drawing/2014/main" id="{E90982EF-6A89-481F-96B1-008D086A11A7}"/>
              </a:ext>
            </a:extLst>
          </p:cNvPr>
          <p:cNvSpPr>
            <a:spLocks noGrp="1"/>
          </p:cNvSpPr>
          <p:nvPr>
            <p:ph type="dt" sz="quarter" idx="10"/>
          </p:nvPr>
        </p:nvSpPr>
        <p:spPr/>
        <p:txBody>
          <a:bodyPr/>
          <a:lstStyle/>
          <a:p>
            <a:pPr>
              <a:defRPr/>
            </a:pPr>
            <a:fld id="{411823FF-222D-4FD7-B777-712FE66E62A7}" type="datetime1">
              <a:rPr lang="zh-CN" altLang="en-US"/>
              <a:pPr>
                <a:defRPr/>
              </a:pPr>
              <a:t>2020/12/3</a:t>
            </a:fld>
            <a:endParaRPr lang="en-US" altLang="zh-CN"/>
          </a:p>
        </p:txBody>
      </p:sp>
      <p:sp>
        <p:nvSpPr>
          <p:cNvPr id="109571" name="Rectangle 2">
            <a:extLst>
              <a:ext uri="{FF2B5EF4-FFF2-40B4-BE49-F238E27FC236}">
                <a16:creationId xmlns:a16="http://schemas.microsoft.com/office/drawing/2014/main" id="{95EDE974-700E-43CA-9975-5A1EF692A267}"/>
              </a:ext>
            </a:extLst>
          </p:cNvPr>
          <p:cNvSpPr>
            <a:spLocks noGrp="1" noChangeArrowheads="1"/>
          </p:cNvSpPr>
          <p:nvPr>
            <p:ph type="body" sz="half" idx="1"/>
          </p:nvPr>
        </p:nvSpPr>
        <p:spPr>
          <a:xfrm>
            <a:off x="2106613" y="2743200"/>
            <a:ext cx="5246687" cy="1584325"/>
          </a:xfrm>
        </p:spPr>
        <p:txBody>
          <a:bodyPr/>
          <a:lstStyle/>
          <a:p>
            <a:pPr eaLnBrk="1" hangingPunct="1">
              <a:buFontTx/>
              <a:buNone/>
            </a:pPr>
            <a:r>
              <a:rPr lang="zh-CN" altLang="en-US" sz="7200">
                <a:solidFill>
                  <a:srgbClr val="CCFF66"/>
                </a:solidFill>
              </a:rPr>
              <a:t>课件结束</a:t>
            </a:r>
            <a:r>
              <a:rPr lang="en-US" altLang="zh-CN" sz="7200">
                <a:solidFill>
                  <a:srgbClr val="CCFF66"/>
                </a:solidFill>
              </a:rPr>
              <a:t>!</a:t>
            </a:r>
          </a:p>
        </p:txBody>
      </p:sp>
      <p:pic>
        <p:nvPicPr>
          <p:cNvPr id="109572" name="Picture 3" descr="bs12">
            <a:extLst>
              <a:ext uri="{FF2B5EF4-FFF2-40B4-BE49-F238E27FC236}">
                <a16:creationId xmlns:a16="http://schemas.microsoft.com/office/drawing/2014/main" id="{27B465D2-B56D-4E34-920D-B66E0815C9FD}"/>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8015288" y="6032500"/>
            <a:ext cx="438150" cy="571500"/>
          </a:xfrm>
        </p:spPr>
      </p:pic>
      <p:pic>
        <p:nvPicPr>
          <p:cNvPr id="109573" name="Picture 4" descr="lihua1">
            <a:extLst>
              <a:ext uri="{FF2B5EF4-FFF2-40B4-BE49-F238E27FC236}">
                <a16:creationId xmlns:a16="http://schemas.microsoft.com/office/drawing/2014/main" id="{46A14D74-321A-4283-858F-754BA0894EF6}"/>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117975" y="2339975"/>
            <a:ext cx="952500" cy="952500"/>
          </a:xfrm>
        </p:spPr>
      </p:pic>
      <p:pic>
        <p:nvPicPr>
          <p:cNvPr id="109574" name="Picture 5" descr="lihua3">
            <a:extLst>
              <a:ext uri="{FF2B5EF4-FFF2-40B4-BE49-F238E27FC236}">
                <a16:creationId xmlns:a16="http://schemas.microsoft.com/office/drawing/2014/main" id="{9763B0D2-EF69-41ED-89A7-6654BD686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713" y="2257425"/>
            <a:ext cx="9525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5" name="Picture 6" descr="lihua1">
            <a:extLst>
              <a:ext uri="{FF2B5EF4-FFF2-40B4-BE49-F238E27FC236}">
                <a16:creationId xmlns:a16="http://schemas.microsoft.com/office/drawing/2014/main" id="{B99D7AD2-C351-400A-B3C7-7406E0FED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584200"/>
            <a:ext cx="952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6" name="Picture 7" descr="lihua1">
            <a:extLst>
              <a:ext uri="{FF2B5EF4-FFF2-40B4-BE49-F238E27FC236}">
                <a16:creationId xmlns:a16="http://schemas.microsoft.com/office/drawing/2014/main" id="{7FBB9CB7-5CE2-4666-AA2D-C39381BC72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725" y="2006600"/>
            <a:ext cx="952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7" name="Picture 8" descr="lihua3">
            <a:extLst>
              <a:ext uri="{FF2B5EF4-FFF2-40B4-BE49-F238E27FC236}">
                <a16:creationId xmlns:a16="http://schemas.microsoft.com/office/drawing/2014/main" id="{ACBF474D-7601-4694-BB33-B49611E845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7425" y="382588"/>
            <a:ext cx="9525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8" name="Picture 9" descr="lihua3">
            <a:extLst>
              <a:ext uri="{FF2B5EF4-FFF2-40B4-BE49-F238E27FC236}">
                <a16:creationId xmlns:a16="http://schemas.microsoft.com/office/drawing/2014/main" id="{487B8E3A-0A05-438C-B7D4-8F0798CE98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1113" y="4418013"/>
            <a:ext cx="9525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9" name="Picture 10" descr="lihua1">
            <a:extLst>
              <a:ext uri="{FF2B5EF4-FFF2-40B4-BE49-F238E27FC236}">
                <a16:creationId xmlns:a16="http://schemas.microsoft.com/office/drawing/2014/main" id="{3D56242D-AAED-4CB8-9B7A-E29F3A6FF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8338" y="2427288"/>
            <a:ext cx="952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80" name="Picture 11" descr="lihua1">
            <a:extLst>
              <a:ext uri="{FF2B5EF4-FFF2-40B4-BE49-F238E27FC236}">
                <a16:creationId xmlns:a16="http://schemas.microsoft.com/office/drawing/2014/main" id="{FF6412C8-46E1-4BE2-BC91-418E99D56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1063" y="2217738"/>
            <a:ext cx="952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sld>
</file>

<file path=ppt/theme/theme1.xml><?xml version="1.0" encoding="utf-8"?>
<a:theme xmlns:a="http://schemas.openxmlformats.org/drawingml/2006/main" name="B126">
  <a:themeElements>
    <a:clrScheme name="B126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126">
      <a:majorFont>
        <a:latin typeface="-소망B"/>
        <a:ea typeface="-소망B"/>
        <a:cs typeface=""/>
      </a:majorFont>
      <a:minorFont>
        <a:latin typeface="-소망M"/>
        <a:ea typeface="-소망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B126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126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126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126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12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12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12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085">
  <a:themeElements>
    <a:clrScheme name="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085">
      <a:majorFont>
        <a:latin typeface="-윤명조240"/>
        <a:ea typeface="-윤명조240"/>
        <a:cs typeface=""/>
      </a:majorFont>
      <a:minorFont>
        <a:latin typeface="-윤명조240"/>
        <a:ea typeface="-윤명조240"/>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B08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8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8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8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8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8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085">
  <a:themeElements>
    <a:clrScheme name="2_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085">
      <a:majorFont>
        <a:latin typeface="-윤명조240"/>
        <a:ea typeface="-윤명조240"/>
        <a:cs typeface=""/>
      </a:majorFont>
      <a:minorFont>
        <a:latin typeface="-윤명조240"/>
        <a:ea typeface="-윤명조240"/>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2_B08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08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08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08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08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B08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Globe">
  <a:themeElements>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mpass">
  <a:themeElements>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fontScheme name="Compas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Compass 1">
        <a:dk1>
          <a:srgbClr val="00007A"/>
        </a:dk1>
        <a:lt1>
          <a:srgbClr val="FFFFFF"/>
        </a:lt1>
        <a:dk2>
          <a:srgbClr val="000066"/>
        </a:dk2>
        <a:lt2>
          <a:srgbClr val="CCECFF"/>
        </a:lt2>
        <a:accent1>
          <a:srgbClr val="6F64C2"/>
        </a:accent1>
        <a:accent2>
          <a:srgbClr val="0089BA"/>
        </a:accent2>
        <a:accent3>
          <a:srgbClr val="AAAAB8"/>
        </a:accent3>
        <a:accent4>
          <a:srgbClr val="DADADA"/>
        </a:accent4>
        <a:accent5>
          <a:srgbClr val="BBB8DD"/>
        </a:accent5>
        <a:accent6>
          <a:srgbClr val="007CA8"/>
        </a:accent6>
        <a:hlink>
          <a:srgbClr val="66CCFF"/>
        </a:hlink>
        <a:folHlink>
          <a:srgbClr val="00CC99"/>
        </a:folHlink>
      </a:clrScheme>
      <a:clrMap bg1="dk2" tx1="lt1" bg2="dk1" tx2="lt2" accent1="accent1" accent2="accent2" accent3="accent3" accent4="accent4" accent5="accent5" accent6="accent6" hlink="hlink" folHlink="folHlink"/>
    </a:extraClrScheme>
    <a:extraClrScheme>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clrMap bg1="dk2" tx1="lt1" bg2="dk1" tx2="lt2" accent1="accent1" accent2="accent2" accent3="accent3" accent4="accent4" accent5="accent5" accent6="accent6" hlink="hlink" folHlink="folHlink"/>
    </a:extraClrScheme>
    <a:extraClrScheme>
      <a:clrScheme name="Compass 3">
        <a:dk1>
          <a:srgbClr val="860000"/>
        </a:dk1>
        <a:lt1>
          <a:srgbClr val="FFFFFF"/>
        </a:lt1>
        <a:dk2>
          <a:srgbClr val="800000"/>
        </a:dk2>
        <a:lt2>
          <a:srgbClr val="FFFFCC"/>
        </a:lt2>
        <a:accent1>
          <a:srgbClr val="FF6600"/>
        </a:accent1>
        <a:accent2>
          <a:srgbClr val="FF9933"/>
        </a:accent2>
        <a:accent3>
          <a:srgbClr val="C0AAAA"/>
        </a:accent3>
        <a:accent4>
          <a:srgbClr val="DADADA"/>
        </a:accent4>
        <a:accent5>
          <a:srgbClr val="FFB8AA"/>
        </a:accent5>
        <a:accent6>
          <a:srgbClr val="E78A2D"/>
        </a:accent6>
        <a:hlink>
          <a:srgbClr val="FFCC00"/>
        </a:hlink>
        <a:folHlink>
          <a:srgbClr val="CC9900"/>
        </a:folHlink>
      </a:clrScheme>
      <a:clrMap bg1="dk2" tx1="lt1" bg2="dk1" tx2="lt2" accent1="accent1" accent2="accent2" accent3="accent3" accent4="accent4" accent5="accent5" accent6="accent6" hlink="hlink" folHlink="folHlink"/>
    </a:extraClrScheme>
    <a:extraClrScheme>
      <a:clrScheme name="Compass 4">
        <a:dk1>
          <a:srgbClr val="676A5C"/>
        </a:dk1>
        <a:lt1>
          <a:srgbClr val="FFFFFF"/>
        </a:lt1>
        <a:dk2>
          <a:srgbClr val="686B5D"/>
        </a:dk2>
        <a:lt2>
          <a:srgbClr val="FFFFCC"/>
        </a:lt2>
        <a:accent1>
          <a:srgbClr val="CC6600"/>
        </a:accent1>
        <a:accent2>
          <a:srgbClr val="809EA8"/>
        </a:accent2>
        <a:accent3>
          <a:srgbClr val="B9BAB6"/>
        </a:accent3>
        <a:accent4>
          <a:srgbClr val="DADADA"/>
        </a:accent4>
        <a:accent5>
          <a:srgbClr val="E2B8AA"/>
        </a:accent5>
        <a:accent6>
          <a:srgbClr val="738F98"/>
        </a:accent6>
        <a:hlink>
          <a:srgbClr val="DDBF4F"/>
        </a:hlink>
        <a:folHlink>
          <a:srgbClr val="B7B6A3"/>
        </a:folHlink>
      </a:clrScheme>
      <a:clrMap bg1="dk2" tx1="lt1" bg2="dk1" tx2="lt2" accent1="accent1" accent2="accent2" accent3="accent3" accent4="accent4" accent5="accent5" accent6="accent6" hlink="hlink" folHlink="folHlink"/>
    </a:extraClrScheme>
    <a:extraClrScheme>
      <a:clrScheme name="Compass 5">
        <a:dk1>
          <a:srgbClr val="AC835E"/>
        </a:dk1>
        <a:lt1>
          <a:srgbClr val="FFFFFF"/>
        </a:lt1>
        <a:dk2>
          <a:srgbClr val="AE8764"/>
        </a:dk2>
        <a:lt2>
          <a:srgbClr val="FFFFCC"/>
        </a:lt2>
        <a:accent1>
          <a:srgbClr val="CC6600"/>
        </a:accent1>
        <a:accent2>
          <a:srgbClr val="FF5050"/>
        </a:accent2>
        <a:accent3>
          <a:srgbClr val="D3C3B8"/>
        </a:accent3>
        <a:accent4>
          <a:srgbClr val="DADADA"/>
        </a:accent4>
        <a:accent5>
          <a:srgbClr val="E2B8AA"/>
        </a:accent5>
        <a:accent6>
          <a:srgbClr val="E74848"/>
        </a:accent6>
        <a:hlink>
          <a:srgbClr val="FFCC99"/>
        </a:hlink>
        <a:folHlink>
          <a:srgbClr val="FF9966"/>
        </a:folHlink>
      </a:clrScheme>
      <a:clrMap bg1="dk2" tx1="lt1" bg2="dk1" tx2="lt2" accent1="accent1" accent2="accent2" accent3="accent3" accent4="accent4" accent5="accent5" accent6="accent6" hlink="hlink" folHlink="folHlink"/>
    </a:extraClrScheme>
    <a:extraClrScheme>
      <a:clrScheme name="Compass 6">
        <a:dk1>
          <a:srgbClr val="526133"/>
        </a:dk1>
        <a:lt1>
          <a:srgbClr val="FFFFFF"/>
        </a:lt1>
        <a:dk2>
          <a:srgbClr val="4E5D31"/>
        </a:dk2>
        <a:lt2>
          <a:srgbClr val="FFFFCC"/>
        </a:lt2>
        <a:accent1>
          <a:srgbClr val="99CC00"/>
        </a:accent1>
        <a:accent2>
          <a:srgbClr val="7A9505"/>
        </a:accent2>
        <a:accent3>
          <a:srgbClr val="B2B6AD"/>
        </a:accent3>
        <a:accent4>
          <a:srgbClr val="DADADA"/>
        </a:accent4>
        <a:accent5>
          <a:srgbClr val="CAE2AA"/>
        </a:accent5>
        <a:accent6>
          <a:srgbClr val="6E8704"/>
        </a:accent6>
        <a:hlink>
          <a:srgbClr val="FFCC00"/>
        </a:hlink>
        <a:folHlink>
          <a:srgbClr val="CCCC00"/>
        </a:folHlink>
      </a:clrScheme>
      <a:clrMap bg1="dk2" tx1="lt1" bg2="dk1" tx2="lt2" accent1="accent1" accent2="accent2" accent3="accent3" accent4="accent4" accent5="accent5" accent6="accent6" hlink="hlink" folHlink="folHlink"/>
    </a:extraClrScheme>
    <a:extraClrScheme>
      <a:clrScheme name="Compass 7">
        <a:dk1>
          <a:srgbClr val="000000"/>
        </a:dk1>
        <a:lt1>
          <a:srgbClr val="DDDCC5"/>
        </a:lt1>
        <a:dk2>
          <a:srgbClr val="95934B"/>
        </a:dk2>
        <a:lt2>
          <a:srgbClr val="DBDAC3"/>
        </a:lt2>
        <a:accent1>
          <a:srgbClr val="EAEBE1"/>
        </a:accent1>
        <a:accent2>
          <a:srgbClr val="9DB0B7"/>
        </a:accent2>
        <a:accent3>
          <a:srgbClr val="EBEBDF"/>
        </a:accent3>
        <a:accent4>
          <a:srgbClr val="000000"/>
        </a:accent4>
        <a:accent5>
          <a:srgbClr val="F3F3EE"/>
        </a:accent5>
        <a:accent6>
          <a:srgbClr val="8E9FA6"/>
        </a:accent6>
        <a:hlink>
          <a:srgbClr val="009900"/>
        </a:hlink>
        <a:folHlink>
          <a:srgbClr val="808000"/>
        </a:folHlink>
      </a:clrScheme>
      <a:clrMap bg1="lt1" tx1="dk1" bg2="lt2" tx2="dk2" accent1="accent1" accent2="accent2" accent3="accent3" accent4="accent4" accent5="accent5" accent6="accent6" hlink="hlink" folHlink="folHlink"/>
    </a:extraClrScheme>
    <a:extraClrScheme>
      <a:clrScheme name="Compass 8">
        <a:dk1>
          <a:srgbClr val="007E7B"/>
        </a:dk1>
        <a:lt1>
          <a:srgbClr val="FFFFFF"/>
        </a:lt1>
        <a:dk2>
          <a:srgbClr val="008080"/>
        </a:dk2>
        <a:lt2>
          <a:srgbClr val="FFFF99"/>
        </a:lt2>
        <a:accent1>
          <a:srgbClr val="33CCCC"/>
        </a:accent1>
        <a:accent2>
          <a:srgbClr val="00CC66"/>
        </a:accent2>
        <a:accent3>
          <a:srgbClr val="AAC0C0"/>
        </a:accent3>
        <a:accent4>
          <a:srgbClr val="DADADA"/>
        </a:accent4>
        <a:accent5>
          <a:srgbClr val="ADE2E2"/>
        </a:accent5>
        <a:accent6>
          <a:srgbClr val="00B95C"/>
        </a:accent6>
        <a:hlink>
          <a:srgbClr val="CCFFCC"/>
        </a:hlink>
        <a:folHlink>
          <a:srgbClr val="FFFFCC"/>
        </a:folHlink>
      </a:clrScheme>
      <a:clrMap bg1="dk2" tx1="lt1" bg2="dk1" tx2="lt2" accent1="accent1" accent2="accent2" accent3="accent3" accent4="accent4" accent5="accent5" accent6="accent6" hlink="hlink" folHlink="folHlink"/>
    </a:extraClrScheme>
    <a:extraClrScheme>
      <a:clrScheme name="Compass 9">
        <a:dk1>
          <a:srgbClr val="000000"/>
        </a:dk1>
        <a:lt1>
          <a:srgbClr val="FFFFFF"/>
        </a:lt1>
        <a:dk2>
          <a:srgbClr val="000000"/>
        </a:dk2>
        <a:lt2>
          <a:srgbClr val="FEFEFE"/>
        </a:lt2>
        <a:accent1>
          <a:srgbClr val="E1E1FF"/>
        </a:accent1>
        <a:accent2>
          <a:srgbClr val="D9FFF8"/>
        </a:accent2>
        <a:accent3>
          <a:srgbClr val="FFFFFF"/>
        </a:accent3>
        <a:accent4>
          <a:srgbClr val="000000"/>
        </a:accent4>
        <a:accent5>
          <a:srgbClr val="EEEEFF"/>
        </a:accent5>
        <a:accent6>
          <a:srgbClr val="C4E7E1"/>
        </a:accent6>
        <a:hlink>
          <a:srgbClr val="9966FF"/>
        </a:hlink>
        <a:folHlink>
          <a:srgbClr val="6666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宋体"/>
        <a:cs typeface=""/>
      </a:majorFont>
      <a:minorFont>
        <a:latin typeface="Arial Blac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B085">
  <a:themeElements>
    <a:clrScheme name="2_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085">
      <a:majorFont>
        <a:latin typeface="-윤명조240"/>
        <a:ea typeface="-윤명조240"/>
        <a:cs typeface=""/>
      </a:majorFont>
      <a:minorFont>
        <a:latin typeface="-윤명조240"/>
        <a:ea typeface="-윤명조240"/>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2_B08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08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08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08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08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B08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B085">
  <a:themeElements>
    <a:clrScheme name="2_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085">
      <a:majorFont>
        <a:latin typeface="-윤명조240"/>
        <a:ea typeface="-윤명조240"/>
        <a:cs typeface=""/>
      </a:majorFont>
      <a:minorFont>
        <a:latin typeface="-윤명조240"/>
        <a:ea typeface="-윤명조240"/>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lg"/>
        </a:ln>
      </a:spPr>
      <a:bodyPr vert="horz" wrap="square" lIns="90000" tIns="46800" rIns="90000" bIns="46800" numCol="1" anchor="t" anchorCtr="0" compatLnSpc="1">
        <a:spAutoFit/>
      </a:bodyPr>
      <a:lstStyle>
        <a:defPPr marL="1143000" marR="0" indent="-228600" algn="l" defTabSz="914400" rtl="0" eaLnBrk="1" fontAlgn="base" latinLnBrk="0" hangingPunct="1">
          <a:lnSpc>
            <a:spcPct val="100000"/>
          </a:lnSpc>
          <a:spcBef>
            <a:spcPct val="20000"/>
          </a:spcBef>
          <a:spcAft>
            <a:spcPct val="0"/>
          </a:spcAft>
          <a:buClr>
            <a:schemeClr val="tx1"/>
          </a:buClr>
          <a:buSzPct val="80000"/>
          <a:buFontTx/>
          <a:buChar char="•"/>
          <a:defRPr kumimoji="0" lang="zh-CN" altLang="en-US" sz="2400" b="0" i="0" u="none" strike="noStrike" cap="none" normalizeH="0" baseline="0" smtClean="0">
            <a:ln>
              <a:noFill/>
            </a:ln>
            <a:solidFill>
              <a:srgbClr val="000066"/>
            </a:solidFill>
            <a:effectLst/>
            <a:latin typeface="Arial" panose="020B0604020202020204" pitchFamily="34" charset="0"/>
            <a:ea typeface="宋体" panose="02010600030101010101" pitchFamily="2" charset="-122"/>
          </a:defRPr>
        </a:defPPr>
      </a:lstStyle>
    </a:lnDef>
  </a:objectDefaults>
  <a:extraClrSchemeLst>
    <a:extraClrScheme>
      <a:clrScheme name="2_B08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B08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08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08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08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08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B08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CDESIGNM</Template>
  <TotalTime>989</TotalTime>
  <Words>2616</Words>
  <Application>Microsoft Office PowerPoint</Application>
  <PresentationFormat>全屏显示(4:3)</PresentationFormat>
  <Paragraphs>312</Paragraphs>
  <Slides>90</Slides>
  <Notes>0</Notes>
  <HiddenSlides>0</HiddenSlides>
  <MMClips>0</MMClips>
  <ScaleCrop>false</ScaleCrop>
  <HeadingPairs>
    <vt:vector size="8" baseType="variant">
      <vt:variant>
        <vt:lpstr>已用的字体</vt:lpstr>
      </vt:variant>
      <vt:variant>
        <vt:i4>15</vt:i4>
      </vt:variant>
      <vt:variant>
        <vt:lpstr>主题</vt:lpstr>
      </vt:variant>
      <vt:variant>
        <vt:i4>8</vt:i4>
      </vt:variant>
      <vt:variant>
        <vt:lpstr>嵌入 OLE 服务器</vt:lpstr>
      </vt:variant>
      <vt:variant>
        <vt:i4>1</vt:i4>
      </vt:variant>
      <vt:variant>
        <vt:lpstr>幻灯片标题</vt:lpstr>
      </vt:variant>
      <vt:variant>
        <vt:i4>90</vt:i4>
      </vt:variant>
    </vt:vector>
  </HeadingPairs>
  <TitlesOfParts>
    <vt:vector size="114" baseType="lpstr">
      <vt:lpstr>-apple-system</vt:lpstr>
      <vt:lpstr>Charis SIL</vt:lpstr>
      <vt:lpstr>隶书</vt:lpstr>
      <vt:lpstr>宋体</vt:lpstr>
      <vt:lpstr>微软雅黑</vt:lpstr>
      <vt:lpstr>-소망B</vt:lpstr>
      <vt:lpstr>-소망M</vt:lpstr>
      <vt:lpstr>-윤명조240</vt:lpstr>
      <vt:lpstr>Arial</vt:lpstr>
      <vt:lpstr>Arial Black</vt:lpstr>
      <vt:lpstr>Tahoma</vt:lpstr>
      <vt:lpstr>Times</vt:lpstr>
      <vt:lpstr>Times New Roman</vt:lpstr>
      <vt:lpstr>Verdana</vt:lpstr>
      <vt:lpstr>Wingdings</vt:lpstr>
      <vt:lpstr>B126</vt:lpstr>
      <vt:lpstr>B085</vt:lpstr>
      <vt:lpstr>2_B085</vt:lpstr>
      <vt:lpstr>Globe</vt:lpstr>
      <vt:lpstr>Compass</vt:lpstr>
      <vt:lpstr>Fireworks</vt:lpstr>
      <vt:lpstr>1_B085</vt:lpstr>
      <vt:lpstr>3_B085</vt:lpstr>
      <vt:lpstr>Equation.DSMT4</vt:lpstr>
      <vt:lpstr>PowerPoint 演示文稿</vt:lpstr>
      <vt:lpstr>第五章  大数定律和中心极限定理</vt:lpstr>
      <vt:lpstr>§1 大数定律</vt:lpstr>
      <vt:lpstr>PowerPoint 演示文稿</vt:lpstr>
      <vt:lpstr>PowerPoint 演示文稿</vt:lpstr>
      <vt:lpstr>PowerPoint 演示文稿</vt:lpstr>
      <vt:lpstr> 随机变量序列依概率收敛的定义 </vt:lpstr>
      <vt:lpstr>PowerPoint 演示文稿</vt:lpstr>
      <vt:lpstr>PowerPoint 演示文稿</vt:lpstr>
      <vt:lpstr>PowerPoint 演示文稿</vt:lpstr>
      <vt:lpstr>§2 中心极限定理</vt:lpstr>
      <vt:lpstr>高尔顿板</vt:lpstr>
      <vt:lpstr>历史</vt:lpstr>
      <vt:lpstr>背景</vt:lpstr>
      <vt:lpstr>PowerPoint 演示文稿</vt:lpstr>
      <vt:lpstr>PowerPoint 演示文稿</vt:lpstr>
      <vt:lpstr>中央极限定理的动态展示</vt:lpstr>
      <vt:lpstr>PowerPoint 演示文稿</vt:lpstr>
      <vt:lpstr>PowerPoint 演示文稿</vt:lpstr>
      <vt:lpstr>PowerPoint 演示文稿</vt:lpstr>
      <vt:lpstr>独立但不同分布的情况？</vt:lpstr>
      <vt:lpstr>课后习题</vt:lpstr>
      <vt:lpstr>第六章  数理统计的基本概念</vt:lpstr>
      <vt:lpstr>PowerPoint 演示文稿</vt:lpstr>
      <vt:lpstr>§1 总体和样本</vt:lpstr>
      <vt:lpstr>PowerPoint 演示文稿</vt:lpstr>
      <vt:lpstr> 随机变量独立性的两个定理</vt:lpstr>
      <vt:lpstr>§2 常用的分布</vt:lpstr>
      <vt:lpstr>   </vt:lpstr>
      <vt:lpstr>PowerPoint 演示文稿</vt:lpstr>
      <vt:lpstr>PowerPoint 演示文稿</vt:lpstr>
      <vt:lpstr>PowerPoint 演示文稿</vt:lpstr>
      <vt:lpstr>  </vt:lpstr>
      <vt:lpstr>PowerPoint 演示文稿</vt:lpstr>
      <vt:lpstr>PowerPoint 演示文稿</vt:lpstr>
      <vt:lpstr> 正态总体样本均值和方差的分布</vt:lpstr>
      <vt:lpstr>PowerPoint 演示文稿</vt:lpstr>
      <vt:lpstr>PowerPoint 演示文稿</vt:lpstr>
      <vt:lpstr>PowerPoint 演示文稿</vt:lpstr>
      <vt:lpstr>复习思考题 6</vt:lpstr>
      <vt:lpstr>课后习题</vt:lpstr>
      <vt:lpstr>第七章  参数估计</vt:lpstr>
      <vt:lpstr>PowerPoint 演示文稿</vt:lpstr>
      <vt:lpstr>§1 参数的点估计</vt:lpstr>
      <vt:lpstr>PowerPoint 演示文稿</vt:lpstr>
      <vt:lpstr>PowerPoint 演示文稿</vt:lpstr>
      <vt:lpstr>PowerPoint 演示文稿</vt:lpstr>
      <vt:lpstr>极大似然估计法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表1  例2，例4，例5中两种估计方法所得结果</vt:lpstr>
      <vt:lpstr>§2 估计量的评选标准</vt:lpstr>
      <vt:lpstr>PowerPoint 演示文稿</vt:lpstr>
      <vt:lpstr>PowerPoint 演示文稿</vt:lpstr>
      <vt:lpstr> 纠偏方法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区间估计</vt:lpstr>
      <vt:lpstr>PowerPoint 演示文稿</vt:lpstr>
      <vt:lpstr>  单侧置信区间</vt:lpstr>
      <vt:lpstr>  正态总体均值方差的区间估计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复习思考题 7</vt:lpstr>
      <vt:lpstr>复习思考题 8</vt:lpstr>
      <vt:lpstr>课后习题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概率论与数理统计</dc:title>
  <dc:creator>lencho</dc:creator>
  <cp:lastModifiedBy>翀</cp:lastModifiedBy>
  <cp:revision>5968</cp:revision>
  <dcterms:created xsi:type="dcterms:W3CDTF">2003-07-06T11:35:00Z</dcterms:created>
  <dcterms:modified xsi:type="dcterms:W3CDTF">2020-12-03T15:54:00Z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