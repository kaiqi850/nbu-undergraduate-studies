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875" r:id="rId3"/>
    <p:sldMasterId id="2147483888" r:id="rId4"/>
    <p:sldMasterId id="2147483901" r:id="rId5"/>
  </p:sldMasterIdLst>
  <p:notesMasterIdLst>
    <p:notesMasterId r:id="rId266"/>
  </p:notesMasterIdLst>
  <p:sldIdLst>
    <p:sldId id="551" r:id="rId6"/>
    <p:sldId id="552" r:id="rId7"/>
    <p:sldId id="553" r:id="rId8"/>
    <p:sldId id="554" r:id="rId9"/>
    <p:sldId id="555" r:id="rId10"/>
    <p:sldId id="556" r:id="rId11"/>
    <p:sldId id="557" r:id="rId12"/>
    <p:sldId id="559" r:id="rId13"/>
    <p:sldId id="560" r:id="rId14"/>
    <p:sldId id="561" r:id="rId15"/>
    <p:sldId id="562" r:id="rId16"/>
    <p:sldId id="563" r:id="rId17"/>
    <p:sldId id="564" r:id="rId18"/>
    <p:sldId id="704" r:id="rId19"/>
    <p:sldId id="703" r:id="rId20"/>
    <p:sldId id="711" r:id="rId21"/>
    <p:sldId id="567" r:id="rId22"/>
    <p:sldId id="568" r:id="rId23"/>
    <p:sldId id="569" r:id="rId24"/>
    <p:sldId id="570" r:id="rId25"/>
    <p:sldId id="571" r:id="rId26"/>
    <p:sldId id="572" r:id="rId27"/>
    <p:sldId id="573" r:id="rId28"/>
    <p:sldId id="574" r:id="rId29"/>
    <p:sldId id="575" r:id="rId30"/>
    <p:sldId id="576" r:id="rId31"/>
    <p:sldId id="712" r:id="rId32"/>
    <p:sldId id="577" r:id="rId33"/>
    <p:sldId id="334" r:id="rId34"/>
    <p:sldId id="332" r:id="rId35"/>
    <p:sldId id="333" r:id="rId36"/>
    <p:sldId id="335" r:id="rId37"/>
    <p:sldId id="336" r:id="rId38"/>
    <p:sldId id="337" r:id="rId39"/>
    <p:sldId id="338" r:id="rId40"/>
    <p:sldId id="339" r:id="rId41"/>
    <p:sldId id="340" r:id="rId42"/>
    <p:sldId id="341" r:id="rId43"/>
    <p:sldId id="342" r:id="rId44"/>
    <p:sldId id="343" r:id="rId45"/>
    <p:sldId id="344" r:id="rId46"/>
    <p:sldId id="345" r:id="rId47"/>
    <p:sldId id="346" r:id="rId48"/>
    <p:sldId id="347" r:id="rId49"/>
    <p:sldId id="348" r:id="rId50"/>
    <p:sldId id="349" r:id="rId51"/>
    <p:sldId id="350" r:id="rId52"/>
    <p:sldId id="351" r:id="rId53"/>
    <p:sldId id="352" r:id="rId54"/>
    <p:sldId id="354" r:id="rId55"/>
    <p:sldId id="355" r:id="rId56"/>
    <p:sldId id="356" r:id="rId57"/>
    <p:sldId id="357" r:id="rId58"/>
    <p:sldId id="358" r:id="rId59"/>
    <p:sldId id="359" r:id="rId60"/>
    <p:sldId id="360" r:id="rId61"/>
    <p:sldId id="361" r:id="rId62"/>
    <p:sldId id="362" r:id="rId63"/>
    <p:sldId id="366" r:id="rId64"/>
    <p:sldId id="367" r:id="rId65"/>
    <p:sldId id="368" r:id="rId66"/>
    <p:sldId id="369" r:id="rId67"/>
    <p:sldId id="370" r:id="rId68"/>
    <p:sldId id="371" r:id="rId69"/>
    <p:sldId id="372" r:id="rId70"/>
    <p:sldId id="373" r:id="rId71"/>
    <p:sldId id="374" r:id="rId72"/>
    <p:sldId id="375" r:id="rId73"/>
    <p:sldId id="376" r:id="rId74"/>
    <p:sldId id="377" r:id="rId75"/>
    <p:sldId id="378" r:id="rId76"/>
    <p:sldId id="379" r:id="rId77"/>
    <p:sldId id="380" r:id="rId78"/>
    <p:sldId id="381" r:id="rId79"/>
    <p:sldId id="382" r:id="rId80"/>
    <p:sldId id="383" r:id="rId81"/>
    <p:sldId id="631" r:id="rId82"/>
    <p:sldId id="578" r:id="rId83"/>
    <p:sldId id="579" r:id="rId84"/>
    <p:sldId id="580" r:id="rId85"/>
    <p:sldId id="581" r:id="rId86"/>
    <p:sldId id="582" r:id="rId87"/>
    <p:sldId id="583" r:id="rId88"/>
    <p:sldId id="584" r:id="rId89"/>
    <p:sldId id="585" r:id="rId90"/>
    <p:sldId id="586" r:id="rId91"/>
    <p:sldId id="587" r:id="rId92"/>
    <p:sldId id="588" r:id="rId93"/>
    <p:sldId id="589" r:id="rId94"/>
    <p:sldId id="590" r:id="rId95"/>
    <p:sldId id="596" r:id="rId96"/>
    <p:sldId id="597" r:id="rId97"/>
    <p:sldId id="599" r:id="rId98"/>
    <p:sldId id="600" r:id="rId99"/>
    <p:sldId id="601" r:id="rId100"/>
    <p:sldId id="602" r:id="rId101"/>
    <p:sldId id="603" r:id="rId102"/>
    <p:sldId id="681" r:id="rId103"/>
    <p:sldId id="682" r:id="rId104"/>
    <p:sldId id="683" r:id="rId105"/>
    <p:sldId id="684" r:id="rId106"/>
    <p:sldId id="685" r:id="rId107"/>
    <p:sldId id="632" r:id="rId108"/>
    <p:sldId id="605" r:id="rId109"/>
    <p:sldId id="606" r:id="rId110"/>
    <p:sldId id="713" r:id="rId111"/>
    <p:sldId id="607" r:id="rId112"/>
    <p:sldId id="608" r:id="rId113"/>
    <p:sldId id="610" r:id="rId114"/>
    <p:sldId id="611" r:id="rId115"/>
    <p:sldId id="612" r:id="rId116"/>
    <p:sldId id="615" r:id="rId117"/>
    <p:sldId id="616" r:id="rId118"/>
    <p:sldId id="617" r:id="rId119"/>
    <p:sldId id="618" r:id="rId120"/>
    <p:sldId id="619" r:id="rId121"/>
    <p:sldId id="620" r:id="rId122"/>
    <p:sldId id="621" r:id="rId123"/>
    <p:sldId id="622" r:id="rId124"/>
    <p:sldId id="624" r:id="rId125"/>
    <p:sldId id="387" r:id="rId126"/>
    <p:sldId id="389" r:id="rId127"/>
    <p:sldId id="390" r:id="rId128"/>
    <p:sldId id="391" r:id="rId129"/>
    <p:sldId id="395" r:id="rId130"/>
    <p:sldId id="393" r:id="rId131"/>
    <p:sldId id="396" r:id="rId132"/>
    <p:sldId id="399" r:id="rId133"/>
    <p:sldId id="398" r:id="rId134"/>
    <p:sldId id="401" r:id="rId135"/>
    <p:sldId id="402" r:id="rId136"/>
    <p:sldId id="404" r:id="rId137"/>
    <p:sldId id="405" r:id="rId138"/>
    <p:sldId id="406" r:id="rId139"/>
    <p:sldId id="408" r:id="rId140"/>
    <p:sldId id="409" r:id="rId141"/>
    <p:sldId id="668" r:id="rId142"/>
    <p:sldId id="634" r:id="rId143"/>
    <p:sldId id="635" r:id="rId144"/>
    <p:sldId id="636" r:id="rId145"/>
    <p:sldId id="669" r:id="rId146"/>
    <p:sldId id="670" r:id="rId147"/>
    <p:sldId id="640" r:id="rId148"/>
    <p:sldId id="641" r:id="rId149"/>
    <p:sldId id="671" r:id="rId150"/>
    <p:sldId id="646" r:id="rId151"/>
    <p:sldId id="652" r:id="rId152"/>
    <p:sldId id="653" r:id="rId153"/>
    <p:sldId id="654" r:id="rId154"/>
    <p:sldId id="717" r:id="rId155"/>
    <p:sldId id="718" r:id="rId156"/>
    <p:sldId id="720" r:id="rId157"/>
    <p:sldId id="721" r:id="rId158"/>
    <p:sldId id="655" r:id="rId159"/>
    <p:sldId id="656" r:id="rId160"/>
    <p:sldId id="672" r:id="rId161"/>
    <p:sldId id="657" r:id="rId162"/>
    <p:sldId id="659" r:id="rId163"/>
    <p:sldId id="666" r:id="rId164"/>
    <p:sldId id="675" r:id="rId165"/>
    <p:sldId id="667" r:id="rId166"/>
    <p:sldId id="687" r:id="rId167"/>
    <p:sldId id="688" r:id="rId168"/>
    <p:sldId id="686" r:id="rId169"/>
    <p:sldId id="705" r:id="rId170"/>
    <p:sldId id="706" r:id="rId171"/>
    <p:sldId id="707" r:id="rId172"/>
    <p:sldId id="676" r:id="rId173"/>
    <p:sldId id="677" r:id="rId174"/>
    <p:sldId id="694" r:id="rId175"/>
    <p:sldId id="719" r:id="rId176"/>
    <p:sldId id="679" r:id="rId177"/>
    <p:sldId id="708" r:id="rId178"/>
    <p:sldId id="709" r:id="rId179"/>
    <p:sldId id="710" r:id="rId180"/>
    <p:sldId id="692" r:id="rId181"/>
    <p:sldId id="697" r:id="rId182"/>
    <p:sldId id="698" r:id="rId183"/>
    <p:sldId id="699" r:id="rId184"/>
    <p:sldId id="702" r:id="rId185"/>
    <p:sldId id="410" r:id="rId186"/>
    <p:sldId id="445" r:id="rId187"/>
    <p:sldId id="411" r:id="rId188"/>
    <p:sldId id="412" r:id="rId189"/>
    <p:sldId id="535" r:id="rId190"/>
    <p:sldId id="446" r:id="rId191"/>
    <p:sldId id="413" r:id="rId192"/>
    <p:sldId id="414" r:id="rId193"/>
    <p:sldId id="415" r:id="rId194"/>
    <p:sldId id="416" r:id="rId195"/>
    <p:sldId id="417" r:id="rId196"/>
    <p:sldId id="418" r:id="rId197"/>
    <p:sldId id="447" r:id="rId198"/>
    <p:sldId id="420" r:id="rId199"/>
    <p:sldId id="421" r:id="rId200"/>
    <p:sldId id="422" r:id="rId201"/>
    <p:sldId id="423" r:id="rId202"/>
    <p:sldId id="424" r:id="rId203"/>
    <p:sldId id="425" r:id="rId204"/>
    <p:sldId id="448" r:id="rId205"/>
    <p:sldId id="715" r:id="rId206"/>
    <p:sldId id="427" r:id="rId207"/>
    <p:sldId id="714" r:id="rId208"/>
    <p:sldId id="435" r:id="rId209"/>
    <p:sldId id="436" r:id="rId210"/>
    <p:sldId id="536" r:id="rId211"/>
    <p:sldId id="537" r:id="rId212"/>
    <p:sldId id="538" r:id="rId213"/>
    <p:sldId id="449" r:id="rId214"/>
    <p:sldId id="437" r:id="rId215"/>
    <p:sldId id="716" r:id="rId216"/>
    <p:sldId id="438" r:id="rId217"/>
    <p:sldId id="439" r:id="rId218"/>
    <p:sldId id="440" r:id="rId219"/>
    <p:sldId id="441" r:id="rId220"/>
    <p:sldId id="443" r:id="rId221"/>
    <p:sldId id="444" r:id="rId222"/>
    <p:sldId id="484" r:id="rId223"/>
    <p:sldId id="486" r:id="rId224"/>
    <p:sldId id="487" r:id="rId225"/>
    <p:sldId id="488" r:id="rId226"/>
    <p:sldId id="528" r:id="rId227"/>
    <p:sldId id="489" r:id="rId228"/>
    <p:sldId id="490" r:id="rId229"/>
    <p:sldId id="491" r:id="rId230"/>
    <p:sldId id="529" r:id="rId231"/>
    <p:sldId id="492" r:id="rId232"/>
    <p:sldId id="493" r:id="rId233"/>
    <p:sldId id="495" r:id="rId234"/>
    <p:sldId id="496" r:id="rId235"/>
    <p:sldId id="497" r:id="rId236"/>
    <p:sldId id="498" r:id="rId237"/>
    <p:sldId id="499" r:id="rId238"/>
    <p:sldId id="500" r:id="rId239"/>
    <p:sldId id="501" r:id="rId240"/>
    <p:sldId id="502" r:id="rId241"/>
    <p:sldId id="503" r:id="rId242"/>
    <p:sldId id="527" r:id="rId243"/>
    <p:sldId id="504" r:id="rId244"/>
    <p:sldId id="505" r:id="rId245"/>
    <p:sldId id="506" r:id="rId246"/>
    <p:sldId id="508" r:id="rId247"/>
    <p:sldId id="509" r:id="rId248"/>
    <p:sldId id="510" r:id="rId249"/>
    <p:sldId id="511" r:id="rId250"/>
    <p:sldId id="512" r:id="rId251"/>
    <p:sldId id="513" r:id="rId252"/>
    <p:sldId id="514" r:id="rId253"/>
    <p:sldId id="515" r:id="rId254"/>
    <p:sldId id="516" r:id="rId255"/>
    <p:sldId id="517" r:id="rId256"/>
    <p:sldId id="518" r:id="rId257"/>
    <p:sldId id="519" r:id="rId258"/>
    <p:sldId id="530" r:id="rId259"/>
    <p:sldId id="531" r:id="rId260"/>
    <p:sldId id="521" r:id="rId261"/>
    <p:sldId id="522" r:id="rId262"/>
    <p:sldId id="523" r:id="rId263"/>
    <p:sldId id="533" r:id="rId264"/>
    <p:sldId id="534" r:id="rId265"/>
  </p:sldIdLst>
  <p:sldSz cx="9144000" cy="6858000" type="screen4x3"/>
  <p:notesSz cx="7099300" cy="10234613"/>
  <p:defaultTextStyle>
    <a:defPPr>
      <a:defRPr lang="en-GB"/>
    </a:defPPr>
    <a:lvl1pPr algn="l" defTabSz="449263" rtl="0" fontAlgn="base">
      <a:spcBef>
        <a:spcPct val="0"/>
      </a:spcBef>
      <a:spcAft>
        <a:spcPct val="0"/>
      </a:spcAft>
      <a:defRPr kern="1200">
        <a:solidFill>
          <a:schemeClr val="bg1"/>
        </a:solidFill>
        <a:latin typeface="Arial" pitchFamily="34" charset="0"/>
        <a:ea typeface="宋体" pitchFamily="2" charset="-122"/>
        <a:cs typeface="+mn-cs"/>
      </a:defRPr>
    </a:lvl1pPr>
    <a:lvl2pPr marL="457200" algn="l" defTabSz="449263" rtl="0" fontAlgn="base">
      <a:spcBef>
        <a:spcPct val="0"/>
      </a:spcBef>
      <a:spcAft>
        <a:spcPct val="0"/>
      </a:spcAft>
      <a:defRPr kern="1200">
        <a:solidFill>
          <a:schemeClr val="bg1"/>
        </a:solidFill>
        <a:latin typeface="Arial" pitchFamily="34" charset="0"/>
        <a:ea typeface="宋体" pitchFamily="2" charset="-122"/>
        <a:cs typeface="+mn-cs"/>
      </a:defRPr>
    </a:lvl2pPr>
    <a:lvl3pPr marL="914400" algn="l" defTabSz="449263" rtl="0" fontAlgn="base">
      <a:spcBef>
        <a:spcPct val="0"/>
      </a:spcBef>
      <a:spcAft>
        <a:spcPct val="0"/>
      </a:spcAft>
      <a:defRPr kern="1200">
        <a:solidFill>
          <a:schemeClr val="bg1"/>
        </a:solidFill>
        <a:latin typeface="Arial" pitchFamily="34" charset="0"/>
        <a:ea typeface="宋体" pitchFamily="2" charset="-122"/>
        <a:cs typeface="+mn-cs"/>
      </a:defRPr>
    </a:lvl3pPr>
    <a:lvl4pPr marL="1371600" algn="l" defTabSz="449263" rtl="0" fontAlgn="base">
      <a:spcBef>
        <a:spcPct val="0"/>
      </a:spcBef>
      <a:spcAft>
        <a:spcPct val="0"/>
      </a:spcAft>
      <a:defRPr kern="1200">
        <a:solidFill>
          <a:schemeClr val="bg1"/>
        </a:solidFill>
        <a:latin typeface="Arial" pitchFamily="34" charset="0"/>
        <a:ea typeface="宋体" pitchFamily="2" charset="-122"/>
        <a:cs typeface="+mn-cs"/>
      </a:defRPr>
    </a:lvl4pPr>
    <a:lvl5pPr marL="1828800" algn="l" defTabSz="449263" rtl="0" fontAlgn="base">
      <a:spcBef>
        <a:spcPct val="0"/>
      </a:spcBef>
      <a:spcAft>
        <a:spcPct val="0"/>
      </a:spcAft>
      <a:defRPr kern="1200">
        <a:solidFill>
          <a:schemeClr val="bg1"/>
        </a:solidFill>
        <a:latin typeface="Arial" pitchFamily="34" charset="0"/>
        <a:ea typeface="宋体" pitchFamily="2" charset="-122"/>
        <a:cs typeface="+mn-cs"/>
      </a:defRPr>
    </a:lvl5pPr>
    <a:lvl6pPr marL="2286000" algn="l" defTabSz="914400" rtl="0" eaLnBrk="1" latinLnBrk="0" hangingPunct="1">
      <a:defRPr kern="1200">
        <a:solidFill>
          <a:schemeClr val="bg1"/>
        </a:solidFill>
        <a:latin typeface="Arial" pitchFamily="34" charset="0"/>
        <a:ea typeface="宋体" pitchFamily="2" charset="-122"/>
        <a:cs typeface="+mn-cs"/>
      </a:defRPr>
    </a:lvl6pPr>
    <a:lvl7pPr marL="2743200" algn="l" defTabSz="914400" rtl="0" eaLnBrk="1" latinLnBrk="0" hangingPunct="1">
      <a:defRPr kern="1200">
        <a:solidFill>
          <a:schemeClr val="bg1"/>
        </a:solidFill>
        <a:latin typeface="Arial" pitchFamily="34" charset="0"/>
        <a:ea typeface="宋体" pitchFamily="2" charset="-122"/>
        <a:cs typeface="+mn-cs"/>
      </a:defRPr>
    </a:lvl7pPr>
    <a:lvl8pPr marL="3200400" algn="l" defTabSz="914400" rtl="0" eaLnBrk="1" latinLnBrk="0" hangingPunct="1">
      <a:defRPr kern="1200">
        <a:solidFill>
          <a:schemeClr val="bg1"/>
        </a:solidFill>
        <a:latin typeface="Arial" pitchFamily="34" charset="0"/>
        <a:ea typeface="宋体" pitchFamily="2" charset="-122"/>
        <a:cs typeface="+mn-cs"/>
      </a:defRPr>
    </a:lvl8pPr>
    <a:lvl9pPr marL="3657600" algn="l" defTabSz="914400" rtl="0" eaLnBrk="1" latinLnBrk="0" hangingPunct="1">
      <a:defRPr kern="1200">
        <a:solidFill>
          <a:schemeClr val="bg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15" autoAdjust="0"/>
    <p:restoredTop sz="81379" autoAdjust="0"/>
  </p:normalViewPr>
  <p:slideViewPr>
    <p:cSldViewPr>
      <p:cViewPr varScale="1">
        <p:scale>
          <a:sx n="102" d="100"/>
          <a:sy n="102" d="100"/>
        </p:scale>
        <p:origin x="120" y="28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18288"/>
    </p:cViewPr>
  </p:sorterViewPr>
  <p:notesViewPr>
    <p:cSldViewPr>
      <p:cViewPr varScale="1">
        <p:scale>
          <a:sx n="59" d="100"/>
          <a:sy n="59" d="100"/>
        </p:scale>
        <p:origin x="-1752" y="-72"/>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63" Type="http://schemas.openxmlformats.org/officeDocument/2006/relationships/slide" Target="slides/slide58.xml"/><Relationship Id="rId159" Type="http://schemas.openxmlformats.org/officeDocument/2006/relationships/slide" Target="slides/slide154.xml"/><Relationship Id="rId170" Type="http://schemas.openxmlformats.org/officeDocument/2006/relationships/slide" Target="slides/slide165.xml"/><Relationship Id="rId226" Type="http://schemas.openxmlformats.org/officeDocument/2006/relationships/slide" Target="slides/slide221.xml"/><Relationship Id="rId268" Type="http://schemas.openxmlformats.org/officeDocument/2006/relationships/viewProps" Target="viewProps.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5.xml"/><Relationship Id="rId95" Type="http://schemas.openxmlformats.org/officeDocument/2006/relationships/slide" Target="slides/slide90.xml"/><Relationship Id="rId160" Type="http://schemas.openxmlformats.org/officeDocument/2006/relationships/slide" Target="slides/slide155.xml"/><Relationship Id="rId181" Type="http://schemas.openxmlformats.org/officeDocument/2006/relationships/slide" Target="slides/slide176.xml"/><Relationship Id="rId216" Type="http://schemas.openxmlformats.org/officeDocument/2006/relationships/slide" Target="slides/slide211.xml"/><Relationship Id="rId237" Type="http://schemas.openxmlformats.org/officeDocument/2006/relationships/slide" Target="slides/slide232.xml"/><Relationship Id="rId258" Type="http://schemas.openxmlformats.org/officeDocument/2006/relationships/slide" Target="slides/slide253.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92" Type="http://schemas.openxmlformats.org/officeDocument/2006/relationships/slide" Target="slides/slide187.xml"/><Relationship Id="rId206" Type="http://schemas.openxmlformats.org/officeDocument/2006/relationships/slide" Target="slides/slide201.xml"/><Relationship Id="rId227" Type="http://schemas.openxmlformats.org/officeDocument/2006/relationships/slide" Target="slides/slide222.xml"/><Relationship Id="rId248" Type="http://schemas.openxmlformats.org/officeDocument/2006/relationships/slide" Target="slides/slide243.xml"/><Relationship Id="rId269" Type="http://schemas.openxmlformats.org/officeDocument/2006/relationships/theme" Target="theme/theme1.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217" Type="http://schemas.openxmlformats.org/officeDocument/2006/relationships/slide" Target="slides/slide212.xml"/><Relationship Id="rId6" Type="http://schemas.openxmlformats.org/officeDocument/2006/relationships/slide" Target="slides/slide1.xml"/><Relationship Id="rId238" Type="http://schemas.openxmlformats.org/officeDocument/2006/relationships/slide" Target="slides/slide233.xml"/><Relationship Id="rId259" Type="http://schemas.openxmlformats.org/officeDocument/2006/relationships/slide" Target="slides/slide254.xml"/><Relationship Id="rId23" Type="http://schemas.openxmlformats.org/officeDocument/2006/relationships/slide" Target="slides/slide18.xml"/><Relationship Id="rId119" Type="http://schemas.openxmlformats.org/officeDocument/2006/relationships/slide" Target="slides/slide114.xml"/><Relationship Id="rId270" Type="http://schemas.openxmlformats.org/officeDocument/2006/relationships/tableStyles" Target="tableStyles.xml"/><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93" Type="http://schemas.openxmlformats.org/officeDocument/2006/relationships/slide" Target="slides/slide188.xml"/><Relationship Id="rId207" Type="http://schemas.openxmlformats.org/officeDocument/2006/relationships/slide" Target="slides/slide202.xml"/><Relationship Id="rId228" Type="http://schemas.openxmlformats.org/officeDocument/2006/relationships/slide" Target="slides/slide223.xml"/><Relationship Id="rId249" Type="http://schemas.openxmlformats.org/officeDocument/2006/relationships/slide" Target="slides/slide244.xml"/><Relationship Id="rId13" Type="http://schemas.openxmlformats.org/officeDocument/2006/relationships/slide" Target="slides/slide8.xml"/><Relationship Id="rId109" Type="http://schemas.openxmlformats.org/officeDocument/2006/relationships/slide" Target="slides/slide104.xml"/><Relationship Id="rId260" Type="http://schemas.openxmlformats.org/officeDocument/2006/relationships/slide" Target="slides/slide255.xml"/><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18" Type="http://schemas.openxmlformats.org/officeDocument/2006/relationships/slide" Target="slides/slide213.xml"/><Relationship Id="rId239" Type="http://schemas.openxmlformats.org/officeDocument/2006/relationships/slide" Target="slides/slide234.xml"/><Relationship Id="rId250" Type="http://schemas.openxmlformats.org/officeDocument/2006/relationships/slide" Target="slides/slide245.xml"/><Relationship Id="rId24" Type="http://schemas.openxmlformats.org/officeDocument/2006/relationships/slide" Target="slides/slide19.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31" Type="http://schemas.openxmlformats.org/officeDocument/2006/relationships/slide" Target="slides/slide126.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208" Type="http://schemas.openxmlformats.org/officeDocument/2006/relationships/slide" Target="slides/slide203.xml"/><Relationship Id="rId229" Type="http://schemas.openxmlformats.org/officeDocument/2006/relationships/slide" Target="slides/slide224.xml"/><Relationship Id="rId240" Type="http://schemas.openxmlformats.org/officeDocument/2006/relationships/slide" Target="slides/slide235.xml"/><Relationship Id="rId261" Type="http://schemas.openxmlformats.org/officeDocument/2006/relationships/slide" Target="slides/slide256.xml"/><Relationship Id="rId14" Type="http://schemas.openxmlformats.org/officeDocument/2006/relationships/slide" Target="slides/slide9.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8" Type="http://schemas.openxmlformats.org/officeDocument/2006/relationships/slide" Target="slides/slide3.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219" Type="http://schemas.openxmlformats.org/officeDocument/2006/relationships/slide" Target="slides/slide214.xml"/><Relationship Id="rId230" Type="http://schemas.openxmlformats.org/officeDocument/2006/relationships/slide" Target="slides/slide225.xml"/><Relationship Id="rId251" Type="http://schemas.openxmlformats.org/officeDocument/2006/relationships/slide" Target="slides/slide246.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95" Type="http://schemas.openxmlformats.org/officeDocument/2006/relationships/slide" Target="slides/slide190.xml"/><Relationship Id="rId209" Type="http://schemas.openxmlformats.org/officeDocument/2006/relationships/slide" Target="slides/slide204.xml"/><Relationship Id="rId220" Type="http://schemas.openxmlformats.org/officeDocument/2006/relationships/slide" Target="slides/slide215.xml"/><Relationship Id="rId241" Type="http://schemas.openxmlformats.org/officeDocument/2006/relationships/slide" Target="slides/slide23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262" Type="http://schemas.openxmlformats.org/officeDocument/2006/relationships/slide" Target="slides/slide257.xml"/><Relationship Id="rId78" Type="http://schemas.openxmlformats.org/officeDocument/2006/relationships/slide" Target="slides/slide73.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64" Type="http://schemas.openxmlformats.org/officeDocument/2006/relationships/slide" Target="slides/slide159.xml"/><Relationship Id="rId185" Type="http://schemas.openxmlformats.org/officeDocument/2006/relationships/slide" Target="slides/slide180.xml"/><Relationship Id="rId9" Type="http://schemas.openxmlformats.org/officeDocument/2006/relationships/slide" Target="slides/slide4.xml"/><Relationship Id="rId210" Type="http://schemas.openxmlformats.org/officeDocument/2006/relationships/slide" Target="slides/slide205.xml"/><Relationship Id="rId26" Type="http://schemas.openxmlformats.org/officeDocument/2006/relationships/slide" Target="slides/slide21.xml"/><Relationship Id="rId231" Type="http://schemas.openxmlformats.org/officeDocument/2006/relationships/slide" Target="slides/slide226.xml"/><Relationship Id="rId252" Type="http://schemas.openxmlformats.org/officeDocument/2006/relationships/slide" Target="slides/slide247.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221" Type="http://schemas.openxmlformats.org/officeDocument/2006/relationships/slide" Target="slides/slide216.xml"/><Relationship Id="rId242" Type="http://schemas.openxmlformats.org/officeDocument/2006/relationships/slide" Target="slides/slide237.xml"/><Relationship Id="rId263" Type="http://schemas.openxmlformats.org/officeDocument/2006/relationships/slide" Target="slides/slide258.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11" Type="http://schemas.openxmlformats.org/officeDocument/2006/relationships/slide" Target="slides/slide206.xml"/><Relationship Id="rId232" Type="http://schemas.openxmlformats.org/officeDocument/2006/relationships/slide" Target="slides/slide227.xml"/><Relationship Id="rId253" Type="http://schemas.openxmlformats.org/officeDocument/2006/relationships/slide" Target="slides/slide248.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201" Type="http://schemas.openxmlformats.org/officeDocument/2006/relationships/slide" Target="slides/slide196.xml"/><Relationship Id="rId222" Type="http://schemas.openxmlformats.org/officeDocument/2006/relationships/slide" Target="slides/slide217.xml"/><Relationship Id="rId243" Type="http://schemas.openxmlformats.org/officeDocument/2006/relationships/slide" Target="slides/slide238.xml"/><Relationship Id="rId264" Type="http://schemas.openxmlformats.org/officeDocument/2006/relationships/slide" Target="slides/slide259.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slideMaster" Target="slideMasters/slideMaster1.xml"/><Relationship Id="rId212" Type="http://schemas.openxmlformats.org/officeDocument/2006/relationships/slide" Target="slides/slide207.xml"/><Relationship Id="rId233" Type="http://schemas.openxmlformats.org/officeDocument/2006/relationships/slide" Target="slides/slide228.xml"/><Relationship Id="rId254" Type="http://schemas.openxmlformats.org/officeDocument/2006/relationships/slide" Target="slides/slide249.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202" Type="http://schemas.openxmlformats.org/officeDocument/2006/relationships/slide" Target="slides/slide197.xml"/><Relationship Id="rId223" Type="http://schemas.openxmlformats.org/officeDocument/2006/relationships/slide" Target="slides/slide218.xml"/><Relationship Id="rId244" Type="http://schemas.openxmlformats.org/officeDocument/2006/relationships/slide" Target="slides/slide239.xml"/><Relationship Id="rId18" Type="http://schemas.openxmlformats.org/officeDocument/2006/relationships/slide" Target="slides/slide13.xml"/><Relationship Id="rId39" Type="http://schemas.openxmlformats.org/officeDocument/2006/relationships/slide" Target="slides/slide34.xml"/><Relationship Id="rId265" Type="http://schemas.openxmlformats.org/officeDocument/2006/relationships/slide" Target="slides/slide260.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71" Type="http://schemas.openxmlformats.org/officeDocument/2006/relationships/slide" Target="slides/slide66.xml"/><Relationship Id="rId92" Type="http://schemas.openxmlformats.org/officeDocument/2006/relationships/slide" Target="slides/slide87.xml"/><Relationship Id="rId213" Type="http://schemas.openxmlformats.org/officeDocument/2006/relationships/slide" Target="slides/slide208.xml"/><Relationship Id="rId234" Type="http://schemas.openxmlformats.org/officeDocument/2006/relationships/slide" Target="slides/slide229.xml"/><Relationship Id="rId2" Type="http://schemas.openxmlformats.org/officeDocument/2006/relationships/slideMaster" Target="slideMasters/slideMaster2.xml"/><Relationship Id="rId29" Type="http://schemas.openxmlformats.org/officeDocument/2006/relationships/slide" Target="slides/slide24.xml"/><Relationship Id="rId255" Type="http://schemas.openxmlformats.org/officeDocument/2006/relationships/slide" Target="slides/slide250.xml"/><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19" Type="http://schemas.openxmlformats.org/officeDocument/2006/relationships/slide" Target="slides/slide14.xml"/><Relationship Id="rId224" Type="http://schemas.openxmlformats.org/officeDocument/2006/relationships/slide" Target="slides/slide219.xml"/><Relationship Id="rId245" Type="http://schemas.openxmlformats.org/officeDocument/2006/relationships/slide" Target="slides/slide240.xml"/><Relationship Id="rId266" Type="http://schemas.openxmlformats.org/officeDocument/2006/relationships/notesMaster" Target="notesMasters/notesMaster1.xml"/><Relationship Id="rId30" Type="http://schemas.openxmlformats.org/officeDocument/2006/relationships/slide" Target="slides/slide2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189" Type="http://schemas.openxmlformats.org/officeDocument/2006/relationships/slide" Target="slides/slide184.xml"/><Relationship Id="rId3" Type="http://schemas.openxmlformats.org/officeDocument/2006/relationships/slideMaster" Target="slideMasters/slideMaster3.xml"/><Relationship Id="rId214" Type="http://schemas.openxmlformats.org/officeDocument/2006/relationships/slide" Target="slides/slide209.xml"/><Relationship Id="rId235" Type="http://schemas.openxmlformats.org/officeDocument/2006/relationships/slide" Target="slides/slide230.xml"/><Relationship Id="rId256" Type="http://schemas.openxmlformats.org/officeDocument/2006/relationships/slide" Target="slides/slide251.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179" Type="http://schemas.openxmlformats.org/officeDocument/2006/relationships/slide" Target="slides/slide174.xml"/><Relationship Id="rId190" Type="http://schemas.openxmlformats.org/officeDocument/2006/relationships/slide" Target="slides/slide185.xml"/><Relationship Id="rId204" Type="http://schemas.openxmlformats.org/officeDocument/2006/relationships/slide" Target="slides/slide199.xml"/><Relationship Id="rId225" Type="http://schemas.openxmlformats.org/officeDocument/2006/relationships/slide" Target="slides/slide220.xml"/><Relationship Id="rId246" Type="http://schemas.openxmlformats.org/officeDocument/2006/relationships/slide" Target="slides/slide241.xml"/><Relationship Id="rId267" Type="http://schemas.openxmlformats.org/officeDocument/2006/relationships/presProps" Target="presProps.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94" Type="http://schemas.openxmlformats.org/officeDocument/2006/relationships/slide" Target="slides/slide89.xml"/><Relationship Id="rId148" Type="http://schemas.openxmlformats.org/officeDocument/2006/relationships/slide" Target="slides/slide143.xml"/><Relationship Id="rId169" Type="http://schemas.openxmlformats.org/officeDocument/2006/relationships/slide" Target="slides/slide164.xml"/><Relationship Id="rId4" Type="http://schemas.openxmlformats.org/officeDocument/2006/relationships/slideMaster" Target="slideMasters/slideMaster4.xml"/><Relationship Id="rId180" Type="http://schemas.openxmlformats.org/officeDocument/2006/relationships/slide" Target="slides/slide175.xml"/><Relationship Id="rId215" Type="http://schemas.openxmlformats.org/officeDocument/2006/relationships/slide" Target="slides/slide210.xml"/><Relationship Id="rId236" Type="http://schemas.openxmlformats.org/officeDocument/2006/relationships/slide" Target="slides/slide231.xml"/><Relationship Id="rId257" Type="http://schemas.openxmlformats.org/officeDocument/2006/relationships/slide" Target="slides/slide252.xml"/><Relationship Id="rId42" Type="http://schemas.openxmlformats.org/officeDocument/2006/relationships/slide" Target="slides/slide37.xml"/><Relationship Id="rId84" Type="http://schemas.openxmlformats.org/officeDocument/2006/relationships/slide" Target="slides/slide79.xml"/><Relationship Id="rId138" Type="http://schemas.openxmlformats.org/officeDocument/2006/relationships/slide" Target="slides/slide133.xml"/><Relationship Id="rId191" Type="http://schemas.openxmlformats.org/officeDocument/2006/relationships/slide" Target="slides/slide186.xml"/><Relationship Id="rId205" Type="http://schemas.openxmlformats.org/officeDocument/2006/relationships/slide" Target="slides/slide200.xml"/><Relationship Id="rId247" Type="http://schemas.openxmlformats.org/officeDocument/2006/relationships/slide" Target="slides/slide242.xml"/><Relationship Id="rId107" Type="http://schemas.openxmlformats.org/officeDocument/2006/relationships/slide" Target="slides/slide10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AutoShape 1"/>
          <p:cNvSpPr>
            <a:spLocks noChangeArrowheads="1"/>
          </p:cNvSpPr>
          <p:nvPr/>
        </p:nvSpPr>
        <p:spPr bwMode="auto">
          <a:xfrm>
            <a:off x="0" y="0"/>
            <a:ext cx="7099300" cy="10234613"/>
          </a:xfrm>
          <a:prstGeom prst="roundRect">
            <a:avLst>
              <a:gd name="adj" fmla="val 23"/>
            </a:avLst>
          </a:prstGeom>
          <a:solidFill>
            <a:srgbClr val="FFFFFF"/>
          </a:solidFill>
          <a:ln w="9360">
            <a:noFill/>
            <a:miter lim="800000"/>
            <a:headEnd/>
            <a:tailEnd/>
          </a:ln>
          <a:effectLst/>
        </p:spPr>
        <p:txBody>
          <a:bodyPr wrap="none" lIns="99048" tIns="49524" rIns="99048" bIns="49524" anchor="ctr"/>
          <a:lstStyle/>
          <a:p>
            <a:pPr algn="r">
              <a:buClr>
                <a:srgbClr val="000000"/>
              </a:buClr>
              <a:buSzPct val="100000"/>
              <a:buFont typeface="Arial" pitchFamily="34" charset="0"/>
              <a:buNone/>
              <a:defRPr/>
            </a:pPr>
            <a:endParaRPr lang="zh-CN" altLang="en-US"/>
          </a:p>
        </p:txBody>
      </p:sp>
      <p:sp>
        <p:nvSpPr>
          <p:cNvPr id="5122" name="AutoShape 2"/>
          <p:cNvSpPr>
            <a:spLocks noChangeArrowheads="1"/>
          </p:cNvSpPr>
          <p:nvPr/>
        </p:nvSpPr>
        <p:spPr bwMode="auto">
          <a:xfrm>
            <a:off x="0" y="0"/>
            <a:ext cx="7099300" cy="10234613"/>
          </a:xfrm>
          <a:prstGeom prst="roundRect">
            <a:avLst>
              <a:gd name="adj" fmla="val 23"/>
            </a:avLst>
          </a:prstGeom>
          <a:solidFill>
            <a:srgbClr val="FFFFFF"/>
          </a:solidFill>
          <a:ln w="9525">
            <a:noFill/>
            <a:round/>
            <a:headEnd/>
            <a:tailEnd/>
          </a:ln>
          <a:effectLst/>
        </p:spPr>
        <p:txBody>
          <a:bodyPr wrap="none" lIns="99048" tIns="49524" rIns="99048" bIns="49524" anchor="ctr"/>
          <a:lstStyle/>
          <a:p>
            <a:pPr algn="r">
              <a:buClr>
                <a:srgbClr val="000000"/>
              </a:buClr>
              <a:buSzPct val="100000"/>
              <a:buFont typeface="Arial" pitchFamily="34" charset="0"/>
              <a:buNone/>
              <a:defRPr/>
            </a:pPr>
            <a:endParaRPr lang="zh-CN" altLang="en-US"/>
          </a:p>
        </p:txBody>
      </p:sp>
      <p:sp>
        <p:nvSpPr>
          <p:cNvPr id="5123" name="AutoShape 3"/>
          <p:cNvSpPr>
            <a:spLocks noChangeArrowheads="1"/>
          </p:cNvSpPr>
          <p:nvPr/>
        </p:nvSpPr>
        <p:spPr bwMode="auto">
          <a:xfrm>
            <a:off x="0" y="0"/>
            <a:ext cx="7099300" cy="10234613"/>
          </a:xfrm>
          <a:prstGeom prst="roundRect">
            <a:avLst>
              <a:gd name="adj" fmla="val 23"/>
            </a:avLst>
          </a:prstGeom>
          <a:solidFill>
            <a:srgbClr val="FFFFFF"/>
          </a:solidFill>
          <a:ln w="9525">
            <a:noFill/>
            <a:round/>
            <a:headEnd/>
            <a:tailEnd/>
          </a:ln>
          <a:effectLst/>
        </p:spPr>
        <p:txBody>
          <a:bodyPr wrap="none" lIns="99048" tIns="49524" rIns="99048" bIns="49524" anchor="ctr"/>
          <a:lstStyle/>
          <a:p>
            <a:pPr algn="r">
              <a:buClr>
                <a:srgbClr val="000000"/>
              </a:buClr>
              <a:buSzPct val="100000"/>
              <a:buFont typeface="Arial" pitchFamily="34" charset="0"/>
              <a:buNone/>
              <a:defRPr/>
            </a:pPr>
            <a:endParaRPr lang="zh-CN" altLang="en-US"/>
          </a:p>
        </p:txBody>
      </p:sp>
      <p:sp>
        <p:nvSpPr>
          <p:cNvPr id="5124" name="AutoShape 4"/>
          <p:cNvSpPr>
            <a:spLocks noChangeArrowheads="1"/>
          </p:cNvSpPr>
          <p:nvPr/>
        </p:nvSpPr>
        <p:spPr bwMode="auto">
          <a:xfrm>
            <a:off x="0" y="0"/>
            <a:ext cx="7099300" cy="10234613"/>
          </a:xfrm>
          <a:prstGeom prst="roundRect">
            <a:avLst>
              <a:gd name="adj" fmla="val 23"/>
            </a:avLst>
          </a:prstGeom>
          <a:solidFill>
            <a:srgbClr val="FFFFFF"/>
          </a:solidFill>
          <a:ln w="9525">
            <a:noFill/>
            <a:round/>
            <a:headEnd/>
            <a:tailEnd/>
          </a:ln>
          <a:effectLst/>
        </p:spPr>
        <p:txBody>
          <a:bodyPr wrap="none" lIns="99048" tIns="49524" rIns="99048" bIns="49524" anchor="ctr"/>
          <a:lstStyle/>
          <a:p>
            <a:pPr algn="r">
              <a:buClr>
                <a:srgbClr val="000000"/>
              </a:buClr>
              <a:buSzPct val="100000"/>
              <a:buFont typeface="Arial" pitchFamily="34" charset="0"/>
              <a:buNone/>
              <a:defRPr/>
            </a:pPr>
            <a:endParaRPr lang="zh-CN" altLang="en-US"/>
          </a:p>
        </p:txBody>
      </p:sp>
      <p:sp>
        <p:nvSpPr>
          <p:cNvPr id="5125" name="AutoShape 5"/>
          <p:cNvSpPr>
            <a:spLocks noChangeArrowheads="1"/>
          </p:cNvSpPr>
          <p:nvPr/>
        </p:nvSpPr>
        <p:spPr bwMode="auto">
          <a:xfrm>
            <a:off x="0" y="0"/>
            <a:ext cx="7099300" cy="10234613"/>
          </a:xfrm>
          <a:prstGeom prst="roundRect">
            <a:avLst>
              <a:gd name="adj" fmla="val 23"/>
            </a:avLst>
          </a:prstGeom>
          <a:solidFill>
            <a:srgbClr val="FFFFFF"/>
          </a:solidFill>
          <a:ln w="9525">
            <a:noFill/>
            <a:round/>
            <a:headEnd/>
            <a:tailEnd/>
          </a:ln>
          <a:effectLst/>
        </p:spPr>
        <p:txBody>
          <a:bodyPr wrap="none" lIns="99048" tIns="49524" rIns="99048" bIns="49524" anchor="ctr"/>
          <a:lstStyle/>
          <a:p>
            <a:pPr algn="r">
              <a:buClr>
                <a:srgbClr val="000000"/>
              </a:buClr>
              <a:buSzPct val="100000"/>
              <a:buFont typeface="Arial" pitchFamily="34" charset="0"/>
              <a:buNone/>
              <a:defRPr/>
            </a:pPr>
            <a:endParaRPr lang="zh-CN" altLang="en-US"/>
          </a:p>
        </p:txBody>
      </p:sp>
      <p:sp>
        <p:nvSpPr>
          <p:cNvPr id="5126" name="Text Box 6"/>
          <p:cNvSpPr txBox="1">
            <a:spLocks noChangeArrowheads="1"/>
          </p:cNvSpPr>
          <p:nvPr/>
        </p:nvSpPr>
        <p:spPr bwMode="auto">
          <a:xfrm>
            <a:off x="0" y="1"/>
            <a:ext cx="3076363" cy="515284"/>
          </a:xfrm>
          <a:prstGeom prst="rect">
            <a:avLst/>
          </a:prstGeom>
          <a:noFill/>
          <a:ln w="9525">
            <a:noFill/>
            <a:round/>
            <a:headEnd/>
            <a:tailEnd/>
          </a:ln>
          <a:effectLst/>
        </p:spPr>
        <p:txBody>
          <a:bodyPr wrap="none" lIns="99048" tIns="49524" rIns="99048" bIns="49524" anchor="ctr"/>
          <a:lstStyle/>
          <a:p>
            <a:pPr algn="r">
              <a:buClr>
                <a:srgbClr val="000000"/>
              </a:buClr>
              <a:buSzPct val="100000"/>
              <a:buFont typeface="Arial" pitchFamily="34" charset="0"/>
              <a:buNone/>
              <a:defRPr/>
            </a:pPr>
            <a:endParaRPr lang="zh-CN" altLang="en-US"/>
          </a:p>
        </p:txBody>
      </p:sp>
      <p:sp>
        <p:nvSpPr>
          <p:cNvPr id="5127" name="Text Box 7"/>
          <p:cNvSpPr txBox="1">
            <a:spLocks noChangeArrowheads="1"/>
          </p:cNvSpPr>
          <p:nvPr/>
        </p:nvSpPr>
        <p:spPr bwMode="auto">
          <a:xfrm>
            <a:off x="4021294" y="1"/>
            <a:ext cx="3076363" cy="515284"/>
          </a:xfrm>
          <a:prstGeom prst="rect">
            <a:avLst/>
          </a:prstGeom>
          <a:noFill/>
          <a:ln w="9525">
            <a:noFill/>
            <a:round/>
            <a:headEnd/>
            <a:tailEnd/>
          </a:ln>
          <a:effectLst/>
        </p:spPr>
        <p:txBody>
          <a:bodyPr wrap="none" lIns="99048" tIns="49524" rIns="99048" bIns="49524" anchor="ctr"/>
          <a:lstStyle/>
          <a:p>
            <a:pPr algn="r">
              <a:buClr>
                <a:srgbClr val="000000"/>
              </a:buClr>
              <a:buSzPct val="100000"/>
              <a:buFont typeface="Arial" pitchFamily="34" charset="0"/>
              <a:buNone/>
              <a:defRPr/>
            </a:pPr>
            <a:endParaRPr lang="zh-CN" altLang="en-US"/>
          </a:p>
        </p:txBody>
      </p:sp>
      <p:sp>
        <p:nvSpPr>
          <p:cNvPr id="185353" name="Rectangle 8"/>
          <p:cNvSpPr>
            <a:spLocks noGrp="1" noRot="1" noChangeAspect="1" noChangeArrowheads="1"/>
          </p:cNvSpPr>
          <p:nvPr>
            <p:ph type="sldImg"/>
          </p:nvPr>
        </p:nvSpPr>
        <p:spPr bwMode="auto">
          <a:xfrm>
            <a:off x="992188" y="768350"/>
            <a:ext cx="5105400" cy="3829050"/>
          </a:xfrm>
          <a:prstGeom prst="rect">
            <a:avLst/>
          </a:prstGeom>
          <a:noFill/>
          <a:ln w="9360">
            <a:solidFill>
              <a:srgbClr val="000000"/>
            </a:solidFill>
            <a:miter lim="800000"/>
            <a:headEnd/>
            <a:tailEnd/>
          </a:ln>
        </p:spPr>
      </p:sp>
      <p:sp>
        <p:nvSpPr>
          <p:cNvPr id="5129" name="Rectangle 9"/>
          <p:cNvSpPr>
            <a:spLocks noGrp="1" noChangeArrowheads="1"/>
          </p:cNvSpPr>
          <p:nvPr>
            <p:ph type="body"/>
          </p:nvPr>
        </p:nvSpPr>
        <p:spPr bwMode="auto">
          <a:xfrm>
            <a:off x="709930" y="4861442"/>
            <a:ext cx="5671224" cy="4596692"/>
          </a:xfrm>
          <a:prstGeom prst="rect">
            <a:avLst/>
          </a:prstGeom>
          <a:noFill/>
          <a:ln w="9525">
            <a:noFill/>
            <a:round/>
            <a:headEnd/>
            <a:tailEnd/>
          </a:ln>
          <a:effectLst/>
        </p:spPr>
        <p:txBody>
          <a:bodyPr vert="horz" wrap="square" lIns="97488" tIns="50694" rIns="97488" bIns="50694" numCol="1" anchor="t" anchorCtr="0" compatLnSpc="1">
            <a:prstTxWarp prst="textNoShape">
              <a:avLst/>
            </a:prstTxWarp>
          </a:bodyPr>
          <a:lstStyle/>
          <a:p>
            <a:pPr lvl="0"/>
            <a:endParaRPr lang="zh-CN" altLang="en-US" noProof="0" smtClean="0"/>
          </a:p>
        </p:txBody>
      </p:sp>
      <p:sp>
        <p:nvSpPr>
          <p:cNvPr id="5130" name="Text Box 10"/>
          <p:cNvSpPr txBox="1">
            <a:spLocks noChangeArrowheads="1"/>
          </p:cNvSpPr>
          <p:nvPr/>
        </p:nvSpPr>
        <p:spPr bwMode="auto">
          <a:xfrm>
            <a:off x="0" y="9719329"/>
            <a:ext cx="3076363" cy="515284"/>
          </a:xfrm>
          <a:prstGeom prst="rect">
            <a:avLst/>
          </a:prstGeom>
          <a:noFill/>
          <a:ln w="9525">
            <a:noFill/>
            <a:round/>
            <a:headEnd/>
            <a:tailEnd/>
          </a:ln>
          <a:effectLst/>
        </p:spPr>
        <p:txBody>
          <a:bodyPr wrap="none" lIns="99048" tIns="49524" rIns="99048" bIns="49524" anchor="ctr"/>
          <a:lstStyle/>
          <a:p>
            <a:pPr algn="r">
              <a:buClr>
                <a:srgbClr val="000000"/>
              </a:buClr>
              <a:buSzPct val="100000"/>
              <a:buFont typeface="Arial" pitchFamily="34" charset="0"/>
              <a:buNone/>
              <a:defRPr/>
            </a:pPr>
            <a:endParaRPr lang="zh-CN" altLang="en-US"/>
          </a:p>
        </p:txBody>
      </p:sp>
      <p:sp>
        <p:nvSpPr>
          <p:cNvPr id="5131" name="Rectangle 11"/>
          <p:cNvSpPr>
            <a:spLocks noGrp="1" noChangeArrowheads="1"/>
          </p:cNvSpPr>
          <p:nvPr>
            <p:ph type="sldNum"/>
          </p:nvPr>
        </p:nvSpPr>
        <p:spPr bwMode="auto">
          <a:xfrm>
            <a:off x="4021294" y="9721106"/>
            <a:ext cx="3068146" cy="502846"/>
          </a:xfrm>
          <a:prstGeom prst="rect">
            <a:avLst/>
          </a:prstGeom>
          <a:noFill/>
          <a:ln w="9525">
            <a:noFill/>
            <a:round/>
            <a:headEnd/>
            <a:tailEnd/>
          </a:ln>
          <a:effectLst/>
        </p:spPr>
        <p:txBody>
          <a:bodyPr vert="horz" wrap="square" lIns="97488" tIns="50694" rIns="97488" bIns="50694" numCol="1" anchor="b" anchorCtr="0" compatLnSpc="1">
            <a:prstTxWarp prst="textNoShape">
              <a:avLst/>
            </a:prstTxWarp>
          </a:bodyPr>
          <a:lstStyle>
            <a:lvl1pPr algn="r">
              <a:buClr>
                <a:srgbClr val="000000"/>
              </a:buClr>
              <a:buSzPct val="45000"/>
              <a:buFont typeface="Wingdings" pitchFamily="2" charset="2"/>
              <a:buNone/>
              <a:tabLst>
                <a:tab pos="784128" algn="l"/>
                <a:tab pos="1568257" algn="l"/>
                <a:tab pos="2352385" algn="l"/>
                <a:tab pos="3136514" algn="l"/>
              </a:tabLst>
              <a:defRPr sz="1300">
                <a:solidFill>
                  <a:srgbClr val="000000"/>
                </a:solidFill>
                <a:latin typeface="AR PL UMing CN" pitchFamily="16" charset="0"/>
              </a:defRPr>
            </a:lvl1pPr>
          </a:lstStyle>
          <a:p>
            <a:pPr>
              <a:defRPr/>
            </a:pPr>
            <a:fld id="{D48F374F-3BCE-4877-8598-0831DF0B92DA}" type="slidenum">
              <a:rPr lang="en-US"/>
              <a:pPr>
                <a:defRPr/>
              </a:pPr>
              <a:t>‹#›</a:t>
            </a:fld>
            <a:endParaRPr lang="en-US"/>
          </a:p>
        </p:txBody>
      </p:sp>
    </p:spTree>
    <p:extLst>
      <p:ext uri="{BB962C8B-B14F-4D97-AF65-F5344CB8AC3E}">
        <p14:creationId xmlns:p14="http://schemas.microsoft.com/office/powerpoint/2010/main" val="450855104"/>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ln>
            <a:miter lim="800000"/>
            <a:headEnd/>
            <a:tailEnd/>
          </a:ln>
        </p:spPr>
        <p:txBody>
          <a:bodyPr/>
          <a:lstStyle/>
          <a:p>
            <a:fld id="{D5DF77C3-AB17-49B3-9E0E-3E47FB5C5CA1}" type="slidenum">
              <a:rPr lang="en-US" altLang="zh-CN" smtClean="0">
                <a:solidFill>
                  <a:prstClr val="white"/>
                </a:solidFill>
              </a:rPr>
              <a:pPr/>
              <a:t>2</a:t>
            </a:fld>
            <a:endParaRPr lang="en-US" altLang="zh-CN" smtClean="0">
              <a:solidFill>
                <a:prstClr val="white"/>
              </a:solidFill>
            </a:endParaRPr>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p:spPr>
        <p:txBody>
          <a:bodyPr/>
          <a:lstStyle/>
          <a:p>
            <a:pPr eaLnBrk="1" hangingPunct="1"/>
            <a:r>
              <a:rPr lang="en-US" altLang="zh-CN" dirty="0" smtClean="0"/>
              <a:t>Linux</a:t>
            </a:r>
            <a:r>
              <a:rPr lang="zh-CN" altLang="en-US" dirty="0" smtClean="0"/>
              <a:t>有一个很好的特性：</a:t>
            </a:r>
          </a:p>
          <a:p>
            <a:pPr eaLnBrk="1" hangingPunct="1"/>
            <a:r>
              <a:rPr lang="zh-CN" altLang="en-US" dirty="0" smtClean="0"/>
              <a:t>         内核提供的特性可在运行时进行扩展。这意味着当系统启动并运行时，我们可以向内核添加功能（当然也可以移除功能）。</a:t>
            </a:r>
          </a:p>
          <a:p>
            <a:pPr eaLnBrk="1" hangingPunct="1"/>
            <a:endParaRPr lang="zh-CN" altLang="en-US" dirty="0" smtClean="0"/>
          </a:p>
          <a:p>
            <a:pPr eaLnBrk="1" hangingPunct="1"/>
            <a:r>
              <a:rPr lang="zh-CN" altLang="en-US" dirty="0" smtClean="0"/>
              <a:t>内核模块的概念：</a:t>
            </a:r>
          </a:p>
          <a:p>
            <a:pPr eaLnBrk="1" hangingPunct="1"/>
            <a:r>
              <a:rPr lang="zh-CN" altLang="en-US" dirty="0" smtClean="0"/>
              <a:t>        可在运行时添加到内核中的代码被称为“模块”。</a:t>
            </a:r>
          </a:p>
          <a:p>
            <a:pPr eaLnBrk="1" hangingPunct="1"/>
            <a:r>
              <a:rPr lang="zh-CN" altLang="en-US" dirty="0" smtClean="0"/>
              <a:t>        </a:t>
            </a:r>
            <a:r>
              <a:rPr lang="en-US" altLang="zh-CN" dirty="0" smtClean="0"/>
              <a:t>Linux</a:t>
            </a:r>
            <a:r>
              <a:rPr lang="zh-CN" altLang="en-US" dirty="0" smtClean="0"/>
              <a:t>内核支持好几种模块类型，包括但不限于设备驱动程序</a:t>
            </a:r>
            <a:r>
              <a:rPr lang="en-US" altLang="zh-CN" dirty="0" smtClean="0"/>
              <a:t>(</a:t>
            </a:r>
            <a:r>
              <a:rPr lang="zh-CN" altLang="en-US" dirty="0" smtClean="0"/>
              <a:t>文件系统模块、协议模块</a:t>
            </a:r>
            <a:r>
              <a:rPr lang="en-US" altLang="zh-CN" dirty="0" smtClean="0"/>
              <a:t>)</a:t>
            </a:r>
            <a:r>
              <a:rPr lang="zh-CN" altLang="en-US" dirty="0" smtClean="0"/>
              <a:t>。</a:t>
            </a:r>
          </a:p>
          <a:p>
            <a:pPr eaLnBrk="1" hangingPunct="1"/>
            <a:r>
              <a:rPr lang="zh-CN" altLang="en-US" dirty="0" smtClean="0"/>
              <a:t>        每个模块由目标代码组成（没有连接成一个完整的可执行程序）。</a:t>
            </a:r>
          </a:p>
          <a:p>
            <a:pPr eaLnBrk="1" hangingPunct="1"/>
            <a:r>
              <a:rPr lang="zh-CN" altLang="en-US" dirty="0" smtClean="0"/>
              <a:t>        上面的内核功能划分图展示了内核中负责特定任务的几个重要的模块类型，但这远远不是全部，因为</a:t>
            </a:r>
            <a:r>
              <a:rPr lang="en-US" altLang="zh-CN" dirty="0" smtClean="0"/>
              <a:t>Linux</a:t>
            </a:r>
            <a:r>
              <a:rPr lang="zh-CN" altLang="en-US" dirty="0" smtClean="0"/>
              <a:t>中越来越多的功能正在被模块化。</a:t>
            </a:r>
          </a:p>
          <a:p>
            <a:pPr eaLnBrk="1" hangingPunct="1"/>
            <a:endParaRPr lang="zh-CN" altLang="en-US" dirty="0" smtClean="0"/>
          </a:p>
          <a:p>
            <a:pPr eaLnBrk="1" hangingPunct="1"/>
            <a:r>
              <a:rPr lang="zh-CN" altLang="en-US" dirty="0" smtClean="0"/>
              <a:t>模块化的好处：</a:t>
            </a:r>
          </a:p>
          <a:p>
            <a:pPr eaLnBrk="1" hangingPunct="1"/>
            <a:r>
              <a:rPr lang="en-US" altLang="zh-CN" dirty="0" smtClean="0"/>
              <a:t>1</a:t>
            </a:r>
            <a:r>
              <a:rPr lang="zh-CN" altLang="en-US" dirty="0" smtClean="0"/>
              <a:t>、减小内核体积，因为模块本身不被编译到内核镜像里面。</a:t>
            </a:r>
          </a:p>
          <a:p>
            <a:pPr eaLnBrk="1" hangingPunct="1"/>
            <a:r>
              <a:rPr lang="en-US" altLang="zh-CN" dirty="0" smtClean="0"/>
              <a:t>2</a:t>
            </a:r>
            <a:r>
              <a:rPr lang="zh-CN" altLang="en-US" dirty="0" smtClean="0"/>
              <a:t>、可以在内核中添加或删除功能而不用重新编译内核</a:t>
            </a:r>
          </a:p>
          <a:p>
            <a:pPr eaLnBrk="1" hangingPunct="1"/>
            <a:endParaRPr lang="en-US" altLang="zh-CN" dirty="0" smtClean="0"/>
          </a:p>
        </p:txBody>
      </p:sp>
    </p:spTree>
    <p:extLst>
      <p:ext uri="{BB962C8B-B14F-4D97-AF65-F5344CB8AC3E}">
        <p14:creationId xmlns:p14="http://schemas.microsoft.com/office/powerpoint/2010/main" val="3499073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370" name="Rectangle 11"/>
          <p:cNvSpPr>
            <a:spLocks noGrp="1" noChangeArrowheads="1"/>
          </p:cNvSpPr>
          <p:nvPr>
            <p:ph type="sldNum" sz="quarter"/>
          </p:nvPr>
        </p:nvSpPr>
        <p:spPr>
          <a:noFill/>
        </p:spPr>
        <p:txBody>
          <a:bodyPr/>
          <a:lstStyle/>
          <a:p>
            <a:fld id="{5C7F0A43-62E0-455F-9A0F-A2C5030A6FAE}" type="slidenum">
              <a:rPr lang="en-US" altLang="zh-CN" smtClean="0">
                <a:latin typeface="AR PL UMing CN"/>
              </a:rPr>
              <a:pPr/>
              <a:t>29</a:t>
            </a:fld>
            <a:endParaRPr lang="en-US" altLang="zh-CN" smtClean="0">
              <a:latin typeface="AR PL UMing CN"/>
            </a:endParaRPr>
          </a:p>
        </p:txBody>
      </p:sp>
      <p:sp>
        <p:nvSpPr>
          <p:cNvPr id="186371" name="Text Box 1"/>
          <p:cNvSpPr txBox="1">
            <a:spLocks noChangeArrowheads="1"/>
          </p:cNvSpPr>
          <p:nvPr/>
        </p:nvSpPr>
        <p:spPr bwMode="auto">
          <a:xfrm>
            <a:off x="1183217" y="767596"/>
            <a:ext cx="4732867" cy="3837980"/>
          </a:xfrm>
          <a:prstGeom prst="rect">
            <a:avLst/>
          </a:prstGeom>
          <a:solidFill>
            <a:srgbClr val="FFFFFF"/>
          </a:solidFill>
          <a:ln w="9360">
            <a:solidFill>
              <a:srgbClr val="000000"/>
            </a:solidFill>
            <a:miter lim="800000"/>
            <a:headEnd/>
            <a:tailEnd/>
          </a:ln>
        </p:spPr>
        <p:txBody>
          <a:bodyPr wrap="none" lIns="99048" tIns="49524" rIns="99048" bIns="49524" anchor="ctr"/>
          <a:lstStyle/>
          <a:p>
            <a:pPr algn="r">
              <a:buClr>
                <a:srgbClr val="000000"/>
              </a:buClr>
              <a:buSzPct val="100000"/>
              <a:buFont typeface="Arial" pitchFamily="34" charset="0"/>
              <a:buNone/>
            </a:pPr>
            <a:endParaRPr lang="zh-CN" altLang="en-US"/>
          </a:p>
        </p:txBody>
      </p:sp>
      <p:sp>
        <p:nvSpPr>
          <p:cNvPr id="186372" name="Rectangle 2"/>
          <p:cNvSpPr>
            <a:spLocks noGrp="1" noChangeArrowheads="1"/>
          </p:cNvSpPr>
          <p:nvPr>
            <p:ph type="body"/>
          </p:nvPr>
        </p:nvSpPr>
        <p:spPr>
          <a:xfrm>
            <a:off x="709930" y="4861441"/>
            <a:ext cx="5672867" cy="4598468"/>
          </a:xfrm>
          <a:noFill/>
          <a:ln/>
        </p:spPr>
        <p:txBody>
          <a:bodyPr wrap="none" anchor="ctr"/>
          <a:lstStyle/>
          <a:p>
            <a:endParaRPr lang="zh-CN" altLang="en-US" dirty="0" smtClean="0"/>
          </a:p>
        </p:txBody>
      </p:sp>
    </p:spTree>
    <p:extLst>
      <p:ext uri="{BB962C8B-B14F-4D97-AF65-F5344CB8AC3E}">
        <p14:creationId xmlns:p14="http://schemas.microsoft.com/office/powerpoint/2010/main" val="1310933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err="1" smtClean="0"/>
              <a:t>init_MUTEX</a:t>
            </a:r>
            <a:r>
              <a:rPr lang="en-US" altLang="zh-CN" dirty="0" smtClean="0"/>
              <a:t>  </a:t>
            </a:r>
            <a:r>
              <a:rPr lang="zh-CN" altLang="en-US" dirty="0" smtClean="0"/>
              <a:t>和</a:t>
            </a:r>
            <a:r>
              <a:rPr lang="zh-CN" altLang="en-US" baseline="0" dirty="0" smtClean="0"/>
              <a:t>  </a:t>
            </a:r>
            <a:r>
              <a:rPr lang="en-US" altLang="zh-CN" baseline="0" dirty="0" err="1" smtClean="0"/>
              <a:t>init_MUTEX_LOCKED</a:t>
            </a:r>
            <a:r>
              <a:rPr lang="en-US" altLang="zh-CN" baseline="0" dirty="0" smtClean="0"/>
              <a:t>  </a:t>
            </a:r>
            <a:r>
              <a:rPr lang="zh-CN" altLang="en-US" baseline="0" dirty="0" smtClean="0"/>
              <a:t>在</a:t>
            </a:r>
            <a:r>
              <a:rPr lang="en-US" altLang="zh-CN" baseline="0" dirty="0" smtClean="0"/>
              <a:t>2.6.35</a:t>
            </a:r>
            <a:r>
              <a:rPr lang="zh-CN" altLang="en-US" baseline="0" smtClean="0"/>
              <a:t>之后被取消</a:t>
            </a:r>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pPr>
                <a:defRPr/>
              </a:pPr>
              <a:t>50</a:t>
            </a:fld>
            <a:endParaRPr lang="en-US"/>
          </a:p>
        </p:txBody>
      </p:sp>
    </p:spTree>
    <p:extLst>
      <p:ext uri="{BB962C8B-B14F-4D97-AF65-F5344CB8AC3E}">
        <p14:creationId xmlns:p14="http://schemas.microsoft.com/office/powerpoint/2010/main" val="1776613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370" name="Rectangle 11"/>
          <p:cNvSpPr>
            <a:spLocks noGrp="1" noChangeArrowheads="1"/>
          </p:cNvSpPr>
          <p:nvPr>
            <p:ph type="sldNum" sz="quarter"/>
          </p:nvPr>
        </p:nvSpPr>
        <p:spPr>
          <a:noFill/>
        </p:spPr>
        <p:txBody>
          <a:bodyPr/>
          <a:lstStyle/>
          <a:p>
            <a:fld id="{5C7F0A43-62E0-455F-9A0F-A2C5030A6FAE}" type="slidenum">
              <a:rPr lang="en-US" altLang="zh-CN" smtClean="0">
                <a:latin typeface="AR PL UMing CN"/>
              </a:rPr>
              <a:pPr/>
              <a:t>58</a:t>
            </a:fld>
            <a:endParaRPr lang="en-US" altLang="zh-CN" smtClean="0">
              <a:latin typeface="AR PL UMing CN"/>
            </a:endParaRPr>
          </a:p>
        </p:txBody>
      </p:sp>
      <p:sp>
        <p:nvSpPr>
          <p:cNvPr id="186371" name="Text Box 1"/>
          <p:cNvSpPr txBox="1">
            <a:spLocks noChangeArrowheads="1"/>
          </p:cNvSpPr>
          <p:nvPr/>
        </p:nvSpPr>
        <p:spPr bwMode="auto">
          <a:xfrm>
            <a:off x="1183217" y="767596"/>
            <a:ext cx="4732867" cy="3837980"/>
          </a:xfrm>
          <a:prstGeom prst="rect">
            <a:avLst/>
          </a:prstGeom>
          <a:solidFill>
            <a:srgbClr val="FFFFFF"/>
          </a:solidFill>
          <a:ln w="9360">
            <a:solidFill>
              <a:srgbClr val="000000"/>
            </a:solidFill>
            <a:miter lim="800000"/>
            <a:headEnd/>
            <a:tailEnd/>
          </a:ln>
        </p:spPr>
        <p:txBody>
          <a:bodyPr wrap="none" lIns="99048" tIns="49524" rIns="99048" bIns="49524" anchor="ctr"/>
          <a:lstStyle/>
          <a:p>
            <a:pPr algn="r">
              <a:buClr>
                <a:srgbClr val="000000"/>
              </a:buClr>
              <a:buSzPct val="100000"/>
              <a:buFont typeface="Arial" pitchFamily="34" charset="0"/>
              <a:buNone/>
            </a:pPr>
            <a:endParaRPr lang="zh-CN" altLang="en-US"/>
          </a:p>
        </p:txBody>
      </p:sp>
      <p:sp>
        <p:nvSpPr>
          <p:cNvPr id="186372" name="Rectangle 2"/>
          <p:cNvSpPr>
            <a:spLocks noGrp="1" noChangeArrowheads="1"/>
          </p:cNvSpPr>
          <p:nvPr>
            <p:ph type="body"/>
          </p:nvPr>
        </p:nvSpPr>
        <p:spPr>
          <a:xfrm>
            <a:off x="709930" y="4861441"/>
            <a:ext cx="5672867" cy="4598468"/>
          </a:xfrm>
          <a:noFill/>
          <a:ln/>
        </p:spPr>
        <p:txBody>
          <a:bodyPr wrap="none" anchor="ctr"/>
          <a:lstStyle/>
          <a:p>
            <a:endParaRPr lang="zh-CN" altLang="en-US" dirty="0" smtClean="0"/>
          </a:p>
        </p:txBody>
      </p:sp>
    </p:spTree>
    <p:extLst>
      <p:ext uri="{BB962C8B-B14F-4D97-AF65-F5344CB8AC3E}">
        <p14:creationId xmlns:p14="http://schemas.microsoft.com/office/powerpoint/2010/main" val="1865061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370" name="Rectangle 11"/>
          <p:cNvSpPr>
            <a:spLocks noGrp="1" noChangeArrowheads="1"/>
          </p:cNvSpPr>
          <p:nvPr>
            <p:ph type="sldNum" sz="quarter"/>
          </p:nvPr>
        </p:nvSpPr>
        <p:spPr>
          <a:noFill/>
        </p:spPr>
        <p:txBody>
          <a:bodyPr/>
          <a:lstStyle/>
          <a:p>
            <a:fld id="{5C7F0A43-62E0-455F-9A0F-A2C5030A6FAE}" type="slidenum">
              <a:rPr lang="en-US" altLang="zh-CN" smtClean="0">
                <a:solidFill>
                  <a:prstClr val="white"/>
                </a:solidFill>
                <a:latin typeface="AR PL UMing CN"/>
              </a:rPr>
              <a:pPr/>
              <a:t>77</a:t>
            </a:fld>
            <a:endParaRPr lang="en-US" altLang="zh-CN" smtClean="0">
              <a:solidFill>
                <a:prstClr val="white"/>
              </a:solidFill>
              <a:latin typeface="AR PL UMing CN"/>
            </a:endParaRPr>
          </a:p>
        </p:txBody>
      </p:sp>
      <p:sp>
        <p:nvSpPr>
          <p:cNvPr id="186371" name="Text Box 1"/>
          <p:cNvSpPr txBox="1">
            <a:spLocks noChangeArrowheads="1"/>
          </p:cNvSpPr>
          <p:nvPr/>
        </p:nvSpPr>
        <p:spPr bwMode="auto">
          <a:xfrm>
            <a:off x="1183217" y="767596"/>
            <a:ext cx="4732867" cy="3837980"/>
          </a:xfrm>
          <a:prstGeom prst="rect">
            <a:avLst/>
          </a:prstGeom>
          <a:solidFill>
            <a:srgbClr val="FFFFFF"/>
          </a:solidFill>
          <a:ln w="9360">
            <a:solidFill>
              <a:srgbClr val="000000"/>
            </a:solidFill>
            <a:miter lim="800000"/>
            <a:headEnd/>
            <a:tailEnd/>
          </a:ln>
        </p:spPr>
        <p:txBody>
          <a:bodyPr wrap="none" lIns="99048" tIns="49524" rIns="99048" bIns="49524" anchor="ctr"/>
          <a:lstStyle/>
          <a:p>
            <a:pPr algn="r">
              <a:buClr>
                <a:srgbClr val="000000"/>
              </a:buClr>
              <a:buSzPct val="100000"/>
              <a:buFont typeface="Arial" pitchFamily="34" charset="0"/>
              <a:buNone/>
            </a:pPr>
            <a:endParaRPr lang="zh-CN" altLang="en-US">
              <a:solidFill>
                <a:prstClr val="white"/>
              </a:solidFill>
            </a:endParaRPr>
          </a:p>
        </p:txBody>
      </p:sp>
      <p:sp>
        <p:nvSpPr>
          <p:cNvPr id="186372" name="Rectangle 2"/>
          <p:cNvSpPr>
            <a:spLocks noGrp="1" noChangeArrowheads="1"/>
          </p:cNvSpPr>
          <p:nvPr>
            <p:ph type="body"/>
          </p:nvPr>
        </p:nvSpPr>
        <p:spPr>
          <a:xfrm>
            <a:off x="709930" y="4861441"/>
            <a:ext cx="5672867" cy="4598468"/>
          </a:xfrm>
          <a:noFill/>
          <a:ln/>
        </p:spPr>
        <p:txBody>
          <a:bodyPr wrap="none" anchor="ctr"/>
          <a:lstStyle/>
          <a:p>
            <a:endParaRPr lang="zh-CN" altLang="en-US" dirty="0" smtClean="0"/>
          </a:p>
        </p:txBody>
      </p:sp>
    </p:spTree>
    <p:extLst>
      <p:ext uri="{BB962C8B-B14F-4D97-AF65-F5344CB8AC3E}">
        <p14:creationId xmlns:p14="http://schemas.microsoft.com/office/powerpoint/2010/main" val="409447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pPr>
                <a:defRPr/>
              </a:pPr>
              <a:t>97</a:t>
            </a:fld>
            <a:endParaRPr lang="en-US"/>
          </a:p>
        </p:txBody>
      </p:sp>
    </p:spTree>
    <p:extLst>
      <p:ext uri="{BB962C8B-B14F-4D97-AF65-F5344CB8AC3E}">
        <p14:creationId xmlns:p14="http://schemas.microsoft.com/office/powerpoint/2010/main" val="225887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370" name="Rectangle 11"/>
          <p:cNvSpPr>
            <a:spLocks noGrp="1" noChangeArrowheads="1"/>
          </p:cNvSpPr>
          <p:nvPr>
            <p:ph type="sldNum" sz="quarter"/>
          </p:nvPr>
        </p:nvSpPr>
        <p:spPr>
          <a:noFill/>
        </p:spPr>
        <p:txBody>
          <a:bodyPr/>
          <a:lstStyle/>
          <a:p>
            <a:fld id="{5C7F0A43-62E0-455F-9A0F-A2C5030A6FAE}" type="slidenum">
              <a:rPr lang="en-US" altLang="zh-CN" smtClean="0">
                <a:solidFill>
                  <a:prstClr val="white"/>
                </a:solidFill>
                <a:latin typeface="AR PL UMing CN"/>
              </a:rPr>
              <a:pPr/>
              <a:t>103</a:t>
            </a:fld>
            <a:endParaRPr lang="en-US" altLang="zh-CN" smtClean="0">
              <a:solidFill>
                <a:prstClr val="white"/>
              </a:solidFill>
              <a:latin typeface="AR PL UMing CN"/>
            </a:endParaRPr>
          </a:p>
        </p:txBody>
      </p:sp>
      <p:sp>
        <p:nvSpPr>
          <p:cNvPr id="186371" name="Text Box 1"/>
          <p:cNvSpPr txBox="1">
            <a:spLocks noChangeArrowheads="1"/>
          </p:cNvSpPr>
          <p:nvPr/>
        </p:nvSpPr>
        <p:spPr bwMode="auto">
          <a:xfrm>
            <a:off x="1183217" y="767596"/>
            <a:ext cx="4732867" cy="3837980"/>
          </a:xfrm>
          <a:prstGeom prst="rect">
            <a:avLst/>
          </a:prstGeom>
          <a:solidFill>
            <a:srgbClr val="FFFFFF"/>
          </a:solidFill>
          <a:ln w="9360">
            <a:solidFill>
              <a:srgbClr val="000000"/>
            </a:solidFill>
            <a:miter lim="800000"/>
            <a:headEnd/>
            <a:tailEnd/>
          </a:ln>
        </p:spPr>
        <p:txBody>
          <a:bodyPr wrap="none" lIns="99048" tIns="49524" rIns="99048" bIns="49524" anchor="ctr"/>
          <a:lstStyle/>
          <a:p>
            <a:pPr algn="r">
              <a:buClr>
                <a:srgbClr val="000000"/>
              </a:buClr>
              <a:buSzPct val="100000"/>
              <a:buFont typeface="Arial" pitchFamily="34" charset="0"/>
              <a:buNone/>
            </a:pPr>
            <a:endParaRPr lang="zh-CN" altLang="en-US">
              <a:solidFill>
                <a:prstClr val="white"/>
              </a:solidFill>
            </a:endParaRPr>
          </a:p>
        </p:txBody>
      </p:sp>
      <p:sp>
        <p:nvSpPr>
          <p:cNvPr id="186372" name="Rectangle 2"/>
          <p:cNvSpPr>
            <a:spLocks noGrp="1" noChangeArrowheads="1"/>
          </p:cNvSpPr>
          <p:nvPr>
            <p:ph type="body"/>
          </p:nvPr>
        </p:nvSpPr>
        <p:spPr>
          <a:xfrm>
            <a:off x="709930" y="4861441"/>
            <a:ext cx="5672867" cy="4598468"/>
          </a:xfrm>
          <a:noFill/>
          <a:ln/>
        </p:spPr>
        <p:txBody>
          <a:bodyPr wrap="none" anchor="ctr"/>
          <a:lstStyle/>
          <a:p>
            <a:endParaRPr lang="zh-CN" altLang="en-US" dirty="0" smtClean="0"/>
          </a:p>
        </p:txBody>
      </p:sp>
    </p:spTree>
    <p:extLst>
      <p:ext uri="{BB962C8B-B14F-4D97-AF65-F5344CB8AC3E}">
        <p14:creationId xmlns:p14="http://schemas.microsoft.com/office/powerpoint/2010/main" val="1746150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smtClean="0">
                <a:solidFill>
                  <a:srgbClr val="000000"/>
                </a:solidFill>
                <a:latin typeface="Times New Roman" pitchFamily="18" charset="0"/>
                <a:ea typeface="+mn-ea"/>
                <a:cs typeface="+mn-cs"/>
              </a:rPr>
              <a:t>与上述函数对应的较早版本的函数为（这些函数在</a:t>
            </a:r>
            <a:r>
              <a:rPr lang="en-US" sz="1200" kern="1200" dirty="0" smtClean="0">
                <a:solidFill>
                  <a:srgbClr val="000000"/>
                </a:solidFill>
                <a:latin typeface="Times New Roman" pitchFamily="18" charset="0"/>
                <a:ea typeface="+mn-ea"/>
                <a:cs typeface="+mn-cs"/>
              </a:rPr>
              <a:t>Linux 2.6</a:t>
            </a:r>
            <a:r>
              <a:rPr lang="zh-CN" altLang="en-US" sz="1200" kern="1200" dirty="0" smtClean="0">
                <a:solidFill>
                  <a:srgbClr val="000000"/>
                </a:solidFill>
                <a:latin typeface="Times New Roman" pitchFamily="18" charset="0"/>
                <a:ea typeface="+mn-ea"/>
                <a:cs typeface="+mn-cs"/>
              </a:rPr>
              <a:t>中仍然被支持）：</a:t>
            </a:r>
          </a:p>
          <a:p>
            <a:r>
              <a:rPr lang="en-US" sz="1200" kern="1200" dirty="0" smtClean="0">
                <a:solidFill>
                  <a:srgbClr val="000000"/>
                </a:solidFill>
                <a:latin typeface="Times New Roman" pitchFamily="18" charset="0"/>
                <a:ea typeface="+mn-ea"/>
                <a:cs typeface="+mn-cs"/>
              </a:rPr>
              <a:t>unsigned </a:t>
            </a:r>
            <a:r>
              <a:rPr lang="en-US" sz="1200" kern="1200" dirty="0" err="1" smtClean="0">
                <a:solidFill>
                  <a:srgbClr val="000000"/>
                </a:solidFill>
                <a:latin typeface="Times New Roman" pitchFamily="18" charset="0"/>
                <a:ea typeface="+mn-ea"/>
                <a:cs typeface="+mn-cs"/>
              </a:rPr>
              <a:t>readb</a:t>
            </a:r>
            <a:r>
              <a:rPr lang="en-US" sz="1200" kern="1200" dirty="0" smtClean="0">
                <a:solidFill>
                  <a:srgbClr val="000000"/>
                </a:solidFill>
                <a:latin typeface="Times New Roman" pitchFamily="18" charset="0"/>
                <a:ea typeface="+mn-ea"/>
                <a:cs typeface="+mn-cs"/>
              </a:rPr>
              <a:t>(address);</a:t>
            </a:r>
            <a:endParaRPr lang="zh-CN" altLang="en-US" sz="1200" kern="1200" dirty="0" smtClean="0">
              <a:solidFill>
                <a:srgbClr val="000000"/>
              </a:solidFill>
              <a:latin typeface="Times New Roman" pitchFamily="18" charset="0"/>
              <a:ea typeface="+mn-ea"/>
              <a:cs typeface="+mn-cs"/>
            </a:endParaRPr>
          </a:p>
          <a:p>
            <a:r>
              <a:rPr lang="en-US" sz="1200" kern="1200" dirty="0" smtClean="0">
                <a:solidFill>
                  <a:srgbClr val="000000"/>
                </a:solidFill>
                <a:latin typeface="Times New Roman" pitchFamily="18" charset="0"/>
                <a:ea typeface="+mn-ea"/>
                <a:cs typeface="+mn-cs"/>
              </a:rPr>
              <a:t>unsigned </a:t>
            </a:r>
            <a:r>
              <a:rPr lang="en-US" sz="1200" kern="1200" dirty="0" err="1" smtClean="0">
                <a:solidFill>
                  <a:srgbClr val="000000"/>
                </a:solidFill>
                <a:latin typeface="Times New Roman" pitchFamily="18" charset="0"/>
                <a:ea typeface="+mn-ea"/>
                <a:cs typeface="+mn-cs"/>
              </a:rPr>
              <a:t>readw</a:t>
            </a:r>
            <a:r>
              <a:rPr lang="en-US" sz="1200" kern="1200" dirty="0" smtClean="0">
                <a:solidFill>
                  <a:srgbClr val="000000"/>
                </a:solidFill>
                <a:latin typeface="Times New Roman" pitchFamily="18" charset="0"/>
                <a:ea typeface="+mn-ea"/>
                <a:cs typeface="+mn-cs"/>
              </a:rPr>
              <a:t>(address);</a:t>
            </a:r>
            <a:endParaRPr lang="zh-CN" altLang="en-US" sz="1200" kern="1200" dirty="0" smtClean="0">
              <a:solidFill>
                <a:srgbClr val="000000"/>
              </a:solidFill>
              <a:latin typeface="Times New Roman" pitchFamily="18" charset="0"/>
              <a:ea typeface="+mn-ea"/>
              <a:cs typeface="+mn-cs"/>
            </a:endParaRPr>
          </a:p>
          <a:p>
            <a:r>
              <a:rPr lang="en-US" sz="1200" kern="1200" dirty="0" smtClean="0">
                <a:solidFill>
                  <a:srgbClr val="000000"/>
                </a:solidFill>
                <a:latin typeface="Times New Roman" pitchFamily="18" charset="0"/>
                <a:ea typeface="+mn-ea"/>
                <a:cs typeface="+mn-cs"/>
              </a:rPr>
              <a:t>unsigned </a:t>
            </a:r>
            <a:r>
              <a:rPr lang="en-US" sz="1200" kern="1200" dirty="0" err="1" smtClean="0">
                <a:solidFill>
                  <a:srgbClr val="000000"/>
                </a:solidFill>
                <a:latin typeface="Times New Roman" pitchFamily="18" charset="0"/>
                <a:ea typeface="+mn-ea"/>
                <a:cs typeface="+mn-cs"/>
              </a:rPr>
              <a:t>readl</a:t>
            </a:r>
            <a:r>
              <a:rPr lang="en-US" sz="1200" kern="1200" dirty="0" smtClean="0">
                <a:solidFill>
                  <a:srgbClr val="000000"/>
                </a:solidFill>
                <a:latin typeface="Times New Roman" pitchFamily="18" charset="0"/>
                <a:ea typeface="+mn-ea"/>
                <a:cs typeface="+mn-cs"/>
              </a:rPr>
              <a:t>(address);</a:t>
            </a:r>
            <a:endParaRPr lang="zh-CN" altLang="en-US" sz="1200" kern="1200" dirty="0" smtClean="0">
              <a:solidFill>
                <a:srgbClr val="000000"/>
              </a:solidFill>
              <a:latin typeface="Times New Roman" pitchFamily="18" charset="0"/>
              <a:ea typeface="+mn-ea"/>
              <a:cs typeface="+mn-cs"/>
            </a:endParaRPr>
          </a:p>
          <a:p>
            <a:r>
              <a:rPr lang="zh-CN" altLang="en-US" sz="1200" kern="1200" dirty="0" smtClean="0">
                <a:solidFill>
                  <a:srgbClr val="000000"/>
                </a:solidFill>
                <a:latin typeface="Times New Roman" pitchFamily="18" charset="0"/>
                <a:ea typeface="+mn-ea"/>
                <a:cs typeface="+mn-cs"/>
              </a:rPr>
              <a:t>与上述函数对应的较早版本的函数为（这些函数在</a:t>
            </a:r>
            <a:r>
              <a:rPr lang="en-US" sz="1200" kern="1200" dirty="0" smtClean="0">
                <a:solidFill>
                  <a:srgbClr val="000000"/>
                </a:solidFill>
                <a:latin typeface="Times New Roman" pitchFamily="18" charset="0"/>
                <a:ea typeface="+mn-ea"/>
                <a:cs typeface="+mn-cs"/>
              </a:rPr>
              <a:t>Linux 2.6</a:t>
            </a:r>
            <a:r>
              <a:rPr lang="zh-CN" altLang="en-US" sz="1200" kern="1200" dirty="0" smtClean="0">
                <a:solidFill>
                  <a:srgbClr val="000000"/>
                </a:solidFill>
                <a:latin typeface="Times New Roman" pitchFamily="18" charset="0"/>
                <a:ea typeface="+mn-ea"/>
                <a:cs typeface="+mn-cs"/>
              </a:rPr>
              <a:t>中仍然被支持）：</a:t>
            </a:r>
          </a:p>
          <a:p>
            <a:r>
              <a:rPr lang="en-US" sz="1200" kern="1200" dirty="0" smtClean="0">
                <a:solidFill>
                  <a:srgbClr val="000000"/>
                </a:solidFill>
                <a:latin typeface="Times New Roman" pitchFamily="18" charset="0"/>
                <a:ea typeface="+mn-ea"/>
                <a:cs typeface="+mn-cs"/>
              </a:rPr>
              <a:t>void </a:t>
            </a:r>
            <a:r>
              <a:rPr lang="en-US" sz="1200" kern="1200" dirty="0" err="1" smtClean="0">
                <a:solidFill>
                  <a:srgbClr val="000000"/>
                </a:solidFill>
                <a:latin typeface="Times New Roman" pitchFamily="18" charset="0"/>
                <a:ea typeface="+mn-ea"/>
                <a:cs typeface="+mn-cs"/>
              </a:rPr>
              <a:t>writeb</a:t>
            </a:r>
            <a:r>
              <a:rPr lang="en-US" sz="1200" kern="1200" dirty="0" smtClean="0">
                <a:solidFill>
                  <a:srgbClr val="000000"/>
                </a:solidFill>
                <a:latin typeface="Times New Roman" pitchFamily="18" charset="0"/>
                <a:ea typeface="+mn-ea"/>
                <a:cs typeface="+mn-cs"/>
              </a:rPr>
              <a:t>(unsigned value, address);</a:t>
            </a:r>
            <a:endParaRPr lang="zh-CN" altLang="en-US" sz="1200" kern="1200" dirty="0" smtClean="0">
              <a:solidFill>
                <a:srgbClr val="000000"/>
              </a:solidFill>
              <a:latin typeface="Times New Roman" pitchFamily="18" charset="0"/>
              <a:ea typeface="+mn-ea"/>
              <a:cs typeface="+mn-cs"/>
            </a:endParaRPr>
          </a:p>
          <a:p>
            <a:r>
              <a:rPr lang="en-US" sz="1200" kern="1200" dirty="0" smtClean="0">
                <a:solidFill>
                  <a:srgbClr val="000000"/>
                </a:solidFill>
                <a:latin typeface="Times New Roman" pitchFamily="18" charset="0"/>
                <a:ea typeface="+mn-ea"/>
                <a:cs typeface="+mn-cs"/>
              </a:rPr>
              <a:t>void </a:t>
            </a:r>
            <a:r>
              <a:rPr lang="en-US" sz="1200" kern="1200" dirty="0" err="1" smtClean="0">
                <a:solidFill>
                  <a:srgbClr val="000000"/>
                </a:solidFill>
                <a:latin typeface="Times New Roman" pitchFamily="18" charset="0"/>
                <a:ea typeface="+mn-ea"/>
                <a:cs typeface="+mn-cs"/>
              </a:rPr>
              <a:t>writew</a:t>
            </a:r>
            <a:r>
              <a:rPr lang="en-US" sz="1200" kern="1200" dirty="0" smtClean="0">
                <a:solidFill>
                  <a:srgbClr val="000000"/>
                </a:solidFill>
                <a:latin typeface="Times New Roman" pitchFamily="18" charset="0"/>
                <a:ea typeface="+mn-ea"/>
                <a:cs typeface="+mn-cs"/>
              </a:rPr>
              <a:t>(unsigned value, address);</a:t>
            </a:r>
            <a:endParaRPr lang="zh-CN" altLang="en-US" sz="1200" kern="1200" dirty="0" smtClean="0">
              <a:solidFill>
                <a:srgbClr val="000000"/>
              </a:solidFill>
              <a:latin typeface="Times New Roman" pitchFamily="18" charset="0"/>
              <a:ea typeface="+mn-ea"/>
              <a:cs typeface="+mn-cs"/>
            </a:endParaRPr>
          </a:p>
          <a:p>
            <a:r>
              <a:rPr lang="en-US" sz="1200" kern="1200" dirty="0" smtClean="0">
                <a:solidFill>
                  <a:srgbClr val="000000"/>
                </a:solidFill>
                <a:latin typeface="Times New Roman" pitchFamily="18" charset="0"/>
                <a:ea typeface="+mn-ea"/>
                <a:cs typeface="+mn-cs"/>
              </a:rPr>
              <a:t>void </a:t>
            </a:r>
            <a:r>
              <a:rPr lang="en-US" sz="1200" kern="1200" dirty="0" err="1" smtClean="0">
                <a:solidFill>
                  <a:srgbClr val="000000"/>
                </a:solidFill>
                <a:latin typeface="Times New Roman" pitchFamily="18" charset="0"/>
                <a:ea typeface="+mn-ea"/>
                <a:cs typeface="+mn-cs"/>
              </a:rPr>
              <a:t>writel</a:t>
            </a:r>
            <a:r>
              <a:rPr lang="en-US" sz="1200" kern="1200" dirty="0" smtClean="0">
                <a:solidFill>
                  <a:srgbClr val="000000"/>
                </a:solidFill>
                <a:latin typeface="Times New Roman" pitchFamily="18" charset="0"/>
                <a:ea typeface="+mn-ea"/>
                <a:cs typeface="+mn-cs"/>
              </a:rPr>
              <a:t>(unsigned value, address);</a:t>
            </a:r>
            <a:endParaRPr lang="zh-CN" altLang="en-US" sz="1200" kern="1200" dirty="0" smtClean="0">
              <a:solidFill>
                <a:srgbClr val="000000"/>
              </a:solidFill>
              <a:latin typeface="Times New Roman" pitchFamily="18" charset="0"/>
              <a:ea typeface="+mn-ea"/>
              <a:cs typeface="+mn-cs"/>
            </a:endParaRPr>
          </a:p>
          <a:p>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solidFill>
                  <a:prstClr val="white"/>
                </a:solidFill>
              </a:rPr>
              <a:pPr>
                <a:defRPr/>
              </a:pPr>
              <a:t>116</a:t>
            </a:fld>
            <a:endParaRPr lang="en-US">
              <a:solidFill>
                <a:prstClr val="white"/>
              </a:solidFill>
            </a:endParaRPr>
          </a:p>
        </p:txBody>
      </p:sp>
    </p:spTree>
    <p:extLst>
      <p:ext uri="{BB962C8B-B14F-4D97-AF65-F5344CB8AC3E}">
        <p14:creationId xmlns:p14="http://schemas.microsoft.com/office/powerpoint/2010/main" val="546899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370" name="Rectangle 11"/>
          <p:cNvSpPr>
            <a:spLocks noGrp="1" noChangeArrowheads="1"/>
          </p:cNvSpPr>
          <p:nvPr>
            <p:ph type="sldNum" sz="quarter"/>
          </p:nvPr>
        </p:nvSpPr>
        <p:spPr>
          <a:noFill/>
        </p:spPr>
        <p:txBody>
          <a:bodyPr/>
          <a:lstStyle/>
          <a:p>
            <a:fld id="{5C7F0A43-62E0-455F-9A0F-A2C5030A6FAE}" type="slidenum">
              <a:rPr lang="en-US" altLang="zh-CN" smtClean="0">
                <a:latin typeface="AR PL UMing CN"/>
              </a:rPr>
              <a:pPr/>
              <a:t>121</a:t>
            </a:fld>
            <a:endParaRPr lang="en-US" altLang="zh-CN" smtClean="0">
              <a:latin typeface="AR PL UMing CN"/>
            </a:endParaRPr>
          </a:p>
        </p:txBody>
      </p:sp>
      <p:sp>
        <p:nvSpPr>
          <p:cNvPr id="186371" name="Text Box 1"/>
          <p:cNvSpPr txBox="1">
            <a:spLocks noChangeArrowheads="1"/>
          </p:cNvSpPr>
          <p:nvPr/>
        </p:nvSpPr>
        <p:spPr bwMode="auto">
          <a:xfrm>
            <a:off x="1183217" y="767596"/>
            <a:ext cx="4732867" cy="3837980"/>
          </a:xfrm>
          <a:prstGeom prst="rect">
            <a:avLst/>
          </a:prstGeom>
          <a:solidFill>
            <a:srgbClr val="FFFFFF"/>
          </a:solidFill>
          <a:ln w="9360">
            <a:solidFill>
              <a:srgbClr val="000000"/>
            </a:solidFill>
            <a:miter lim="800000"/>
            <a:headEnd/>
            <a:tailEnd/>
          </a:ln>
        </p:spPr>
        <p:txBody>
          <a:bodyPr wrap="none" lIns="99048" tIns="49524" rIns="99048" bIns="49524" anchor="ctr"/>
          <a:lstStyle/>
          <a:p>
            <a:pPr algn="r">
              <a:buClr>
                <a:srgbClr val="000000"/>
              </a:buClr>
              <a:buSzPct val="100000"/>
              <a:buFont typeface="Arial" pitchFamily="34" charset="0"/>
              <a:buNone/>
            </a:pPr>
            <a:endParaRPr lang="zh-CN" altLang="en-US"/>
          </a:p>
        </p:txBody>
      </p:sp>
      <p:sp>
        <p:nvSpPr>
          <p:cNvPr id="186372" name="Rectangle 2"/>
          <p:cNvSpPr>
            <a:spLocks noGrp="1" noChangeArrowheads="1"/>
          </p:cNvSpPr>
          <p:nvPr>
            <p:ph type="body"/>
          </p:nvPr>
        </p:nvSpPr>
        <p:spPr>
          <a:xfrm>
            <a:off x="709930" y="4861441"/>
            <a:ext cx="5672867" cy="4598468"/>
          </a:xfrm>
          <a:noFill/>
          <a:ln/>
        </p:spPr>
        <p:txBody>
          <a:bodyPr wrap="none" anchor="ctr"/>
          <a:lstStyle/>
          <a:p>
            <a:endParaRPr lang="zh-CN" altLang="en-US" dirty="0" smtClean="0"/>
          </a:p>
        </p:txBody>
      </p:sp>
    </p:spTree>
    <p:extLst>
      <p:ext uri="{BB962C8B-B14F-4D97-AF65-F5344CB8AC3E}">
        <p14:creationId xmlns:p14="http://schemas.microsoft.com/office/powerpoint/2010/main" val="1718612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449263" rtl="0" eaLnBrk="0" fontAlgn="base" latinLnBrk="0" hangingPunct="0">
              <a:lnSpc>
                <a:spcPct val="100000"/>
              </a:lnSpc>
              <a:spcBef>
                <a:spcPct val="30000"/>
              </a:spcBef>
              <a:spcAft>
                <a:spcPct val="0"/>
              </a:spcAft>
              <a:buClr>
                <a:srgbClr val="000000"/>
              </a:buClr>
              <a:buSzPct val="100000"/>
              <a:buFont typeface="Times New Roman" pitchFamily="18" charset="0"/>
              <a:buNone/>
              <a:tabLst/>
              <a:defRPr/>
            </a:pPr>
            <a:r>
              <a:rPr lang="en-US" altLang="zh-CN" sz="1200" kern="1200" dirty="0" smtClean="0">
                <a:solidFill>
                  <a:srgbClr val="000000"/>
                </a:solidFill>
                <a:latin typeface="Times New Roman" pitchFamily="18" charset="0"/>
                <a:ea typeface="+mn-ea"/>
                <a:cs typeface="+mn-cs"/>
              </a:rPr>
              <a:t>	</a:t>
            </a:r>
            <a:r>
              <a:rPr lang="zh-CN" altLang="en-US" sz="1200" kern="1200" dirty="0" smtClean="0">
                <a:solidFill>
                  <a:srgbClr val="000000"/>
                </a:solidFill>
                <a:latin typeface="Times New Roman" pitchFamily="18" charset="0"/>
                <a:ea typeface="+mn-ea"/>
                <a:cs typeface="+mn-cs"/>
              </a:rPr>
              <a:t>首先是关于</a:t>
            </a:r>
            <a:r>
              <a:rPr lang="en-US" sz="1200" kern="1200" dirty="0" err="1" smtClean="0">
                <a:solidFill>
                  <a:srgbClr val="000000"/>
                </a:solidFill>
                <a:latin typeface="Times New Roman" pitchFamily="18" charset="0"/>
                <a:ea typeface="+mn-ea"/>
                <a:cs typeface="+mn-cs"/>
              </a:rPr>
              <a:t>k_name</a:t>
            </a:r>
            <a:r>
              <a:rPr lang="zh-CN" altLang="en-US" sz="1200" kern="1200" dirty="0" smtClean="0">
                <a:solidFill>
                  <a:srgbClr val="000000"/>
                </a:solidFill>
                <a:latin typeface="Times New Roman" pitchFamily="18" charset="0"/>
                <a:ea typeface="+mn-ea"/>
                <a:cs typeface="+mn-cs"/>
              </a:rPr>
              <a:t>和</a:t>
            </a:r>
            <a:r>
              <a:rPr lang="en-US" sz="1200" kern="1200" dirty="0" smtClean="0">
                <a:solidFill>
                  <a:srgbClr val="000000"/>
                </a:solidFill>
                <a:latin typeface="Times New Roman" pitchFamily="18" charset="0"/>
                <a:ea typeface="+mn-ea"/>
                <a:cs typeface="+mn-cs"/>
              </a:rPr>
              <a:t>name</a:t>
            </a:r>
            <a:r>
              <a:rPr lang="zh-CN" altLang="en-US" sz="1200" kern="1200" dirty="0" smtClean="0">
                <a:solidFill>
                  <a:srgbClr val="000000"/>
                </a:solidFill>
                <a:latin typeface="Times New Roman" pitchFamily="18" charset="0"/>
                <a:ea typeface="+mn-ea"/>
                <a:cs typeface="+mn-cs"/>
              </a:rPr>
              <a:t>，如果名称比较短，就直接存到</a:t>
            </a:r>
            <a:r>
              <a:rPr lang="en-US" sz="1200" kern="1200" dirty="0" smtClean="0">
                <a:solidFill>
                  <a:srgbClr val="000000"/>
                </a:solidFill>
                <a:latin typeface="Times New Roman" pitchFamily="18" charset="0"/>
                <a:ea typeface="+mn-ea"/>
                <a:cs typeface="+mn-cs"/>
              </a:rPr>
              <a:t>char name[KOBJ_NAME_LEN]</a:t>
            </a:r>
            <a:r>
              <a:rPr lang="zh-CN" altLang="en-US" sz="1200" kern="1200" dirty="0" smtClean="0">
                <a:solidFill>
                  <a:srgbClr val="000000"/>
                </a:solidFill>
                <a:latin typeface="Times New Roman" pitchFamily="18" charset="0"/>
                <a:ea typeface="+mn-ea"/>
                <a:cs typeface="+mn-cs"/>
              </a:rPr>
              <a:t>中，</a:t>
            </a:r>
            <a:r>
              <a:rPr lang="en-US" sz="1200" kern="1200" dirty="0" err="1" smtClean="0">
                <a:solidFill>
                  <a:srgbClr val="000000"/>
                </a:solidFill>
                <a:latin typeface="Times New Roman" pitchFamily="18" charset="0"/>
                <a:ea typeface="+mn-ea"/>
                <a:cs typeface="+mn-cs"/>
              </a:rPr>
              <a:t>k_name</a:t>
            </a:r>
            <a:r>
              <a:rPr lang="zh-CN" altLang="en-US" sz="1200" kern="1200" dirty="0" smtClean="0">
                <a:solidFill>
                  <a:srgbClr val="000000"/>
                </a:solidFill>
                <a:latin typeface="Times New Roman" pitchFamily="18" charset="0"/>
                <a:ea typeface="+mn-ea"/>
                <a:cs typeface="+mn-cs"/>
              </a:rPr>
              <a:t>就直接指向</a:t>
            </a:r>
            <a:r>
              <a:rPr lang="en-US" sz="1200" kern="1200" dirty="0" smtClean="0">
                <a:solidFill>
                  <a:srgbClr val="000000"/>
                </a:solidFill>
                <a:latin typeface="Times New Roman" pitchFamily="18" charset="0"/>
                <a:ea typeface="+mn-ea"/>
                <a:cs typeface="+mn-cs"/>
              </a:rPr>
              <a:t>name</a:t>
            </a:r>
            <a:r>
              <a:rPr lang="zh-CN" altLang="en-US" sz="1200" kern="1200" dirty="0" smtClean="0">
                <a:solidFill>
                  <a:srgbClr val="000000"/>
                </a:solidFill>
                <a:latin typeface="Times New Roman" pitchFamily="18" charset="0"/>
                <a:ea typeface="+mn-ea"/>
                <a:cs typeface="+mn-cs"/>
              </a:rPr>
              <a:t>。如果名称很长，</a:t>
            </a:r>
            <a:r>
              <a:rPr lang="en-US" sz="1200" kern="1200" dirty="0" smtClean="0">
                <a:solidFill>
                  <a:srgbClr val="000000"/>
                </a:solidFill>
                <a:latin typeface="Times New Roman" pitchFamily="18" charset="0"/>
                <a:ea typeface="+mn-ea"/>
                <a:cs typeface="+mn-cs"/>
              </a:rPr>
              <a:t>name</a:t>
            </a:r>
            <a:r>
              <a:rPr lang="zh-CN" altLang="en-US" sz="1200" kern="1200" dirty="0" smtClean="0">
                <a:solidFill>
                  <a:srgbClr val="000000"/>
                </a:solidFill>
                <a:latin typeface="Times New Roman" pitchFamily="18" charset="0"/>
                <a:ea typeface="+mn-ea"/>
                <a:cs typeface="+mn-cs"/>
              </a:rPr>
              <a:t>存不下，那么就再重新申请一块地方，让</a:t>
            </a:r>
            <a:r>
              <a:rPr lang="en-US" sz="1200" kern="1200" dirty="0" err="1" smtClean="0">
                <a:solidFill>
                  <a:srgbClr val="000000"/>
                </a:solidFill>
                <a:latin typeface="Times New Roman" pitchFamily="18" charset="0"/>
                <a:ea typeface="+mn-ea"/>
                <a:cs typeface="+mn-cs"/>
              </a:rPr>
              <a:t>k_name</a:t>
            </a:r>
            <a:r>
              <a:rPr lang="zh-CN" altLang="en-US" sz="1200" kern="1200" dirty="0" smtClean="0">
                <a:solidFill>
                  <a:srgbClr val="000000"/>
                </a:solidFill>
                <a:latin typeface="Times New Roman" pitchFamily="18" charset="0"/>
                <a:ea typeface="+mn-ea"/>
                <a:cs typeface="+mn-cs"/>
              </a:rPr>
              <a:t>指向那里。所以</a:t>
            </a:r>
            <a:r>
              <a:rPr lang="en-US" sz="1200" kern="1200" dirty="0" err="1" smtClean="0">
                <a:solidFill>
                  <a:srgbClr val="000000"/>
                </a:solidFill>
                <a:latin typeface="Times New Roman" pitchFamily="18" charset="0"/>
                <a:ea typeface="+mn-ea"/>
                <a:cs typeface="+mn-cs"/>
              </a:rPr>
              <a:t>k_name</a:t>
            </a:r>
            <a:r>
              <a:rPr lang="zh-CN" altLang="en-US" sz="1200" kern="1200" dirty="0" smtClean="0">
                <a:solidFill>
                  <a:srgbClr val="000000"/>
                </a:solidFill>
                <a:latin typeface="Times New Roman" pitchFamily="18" charset="0"/>
                <a:ea typeface="+mn-ea"/>
                <a:cs typeface="+mn-cs"/>
              </a:rPr>
              <a:t>一直都是会指向设备名称的。要是没有</a:t>
            </a:r>
            <a:r>
              <a:rPr lang="en-US" sz="1200" kern="1200" dirty="0" smtClean="0">
                <a:solidFill>
                  <a:srgbClr val="000000"/>
                </a:solidFill>
                <a:latin typeface="Times New Roman" pitchFamily="18" charset="0"/>
                <a:ea typeface="+mn-ea"/>
                <a:cs typeface="+mn-cs"/>
              </a:rPr>
              <a:t>name</a:t>
            </a:r>
            <a:r>
              <a:rPr lang="zh-CN" altLang="en-US" sz="1200" kern="1200" dirty="0" smtClean="0">
                <a:solidFill>
                  <a:srgbClr val="000000"/>
                </a:solidFill>
                <a:latin typeface="Times New Roman" pitchFamily="18" charset="0"/>
                <a:ea typeface="+mn-ea"/>
                <a:cs typeface="+mn-cs"/>
              </a:rPr>
              <a:t>数组，每次都得动态申请，但光有</a:t>
            </a:r>
            <a:r>
              <a:rPr lang="en-US" sz="1200" kern="1200" dirty="0" smtClean="0">
                <a:solidFill>
                  <a:srgbClr val="000000"/>
                </a:solidFill>
                <a:latin typeface="Times New Roman" pitchFamily="18" charset="0"/>
                <a:ea typeface="+mn-ea"/>
                <a:cs typeface="+mn-cs"/>
              </a:rPr>
              <a:t>name</a:t>
            </a:r>
            <a:r>
              <a:rPr lang="zh-CN" altLang="en-US" sz="1200" kern="1200" dirty="0" smtClean="0">
                <a:solidFill>
                  <a:srgbClr val="000000"/>
                </a:solidFill>
                <a:latin typeface="Times New Roman" pitchFamily="18" charset="0"/>
                <a:ea typeface="+mn-ea"/>
                <a:cs typeface="+mn-cs"/>
              </a:rPr>
              <a:t>也不行，因为我们没法估计设备名称最长有多长。</a:t>
            </a:r>
            <a:endParaRPr lang="en-US" altLang="zh-CN" sz="1200" kern="1200" dirty="0" smtClean="0">
              <a:solidFill>
                <a:srgbClr val="000000"/>
              </a:solidFill>
              <a:latin typeface="Times New Roman" pitchFamily="18" charset="0"/>
              <a:ea typeface="+mn-ea"/>
              <a:cs typeface="+mn-cs"/>
            </a:endParaRPr>
          </a:p>
          <a:p>
            <a:pPr marL="0" marR="0" indent="0" algn="l" defTabSz="449263" rtl="0" eaLnBrk="0" fontAlgn="base" latinLnBrk="0" hangingPunct="0">
              <a:lnSpc>
                <a:spcPct val="100000"/>
              </a:lnSpc>
              <a:spcBef>
                <a:spcPct val="30000"/>
              </a:spcBef>
              <a:spcAft>
                <a:spcPct val="0"/>
              </a:spcAft>
              <a:buClr>
                <a:srgbClr val="000000"/>
              </a:buClr>
              <a:buSzPct val="100000"/>
              <a:buFont typeface="Times New Roman" pitchFamily="18" charset="0"/>
              <a:buNone/>
              <a:tabLst/>
              <a:defRPr/>
            </a:pPr>
            <a:r>
              <a:rPr lang="en-US" altLang="zh-CN" sz="1200" kern="1200" dirty="0" smtClean="0">
                <a:solidFill>
                  <a:srgbClr val="000000"/>
                </a:solidFill>
                <a:latin typeface="Times New Roman" pitchFamily="18" charset="0"/>
                <a:ea typeface="+mn-ea"/>
                <a:cs typeface="+mn-cs"/>
              </a:rPr>
              <a:t>	</a:t>
            </a:r>
            <a:r>
              <a:rPr lang="en-US" sz="1200" kern="1200" dirty="0" err="1" smtClean="0">
                <a:solidFill>
                  <a:srgbClr val="000000"/>
                </a:solidFill>
                <a:latin typeface="Times New Roman" pitchFamily="18" charset="0"/>
                <a:ea typeface="+mn-ea"/>
                <a:cs typeface="+mn-cs"/>
              </a:rPr>
              <a:t>kref</a:t>
            </a:r>
            <a:r>
              <a:rPr lang="zh-CN" altLang="en-US" sz="1200" kern="1200" dirty="0" smtClean="0">
                <a:solidFill>
                  <a:srgbClr val="000000"/>
                </a:solidFill>
                <a:latin typeface="Times New Roman" pitchFamily="18" charset="0"/>
                <a:ea typeface="+mn-ea"/>
                <a:cs typeface="+mn-cs"/>
              </a:rPr>
              <a:t>域表示该对象引用的计数，内核通过</a:t>
            </a:r>
            <a:r>
              <a:rPr lang="en-US" sz="1200" kern="1200" dirty="0" err="1" smtClean="0">
                <a:solidFill>
                  <a:srgbClr val="000000"/>
                </a:solidFill>
                <a:latin typeface="Times New Roman" pitchFamily="18" charset="0"/>
                <a:ea typeface="+mn-ea"/>
                <a:cs typeface="+mn-cs"/>
              </a:rPr>
              <a:t>kref</a:t>
            </a:r>
            <a:r>
              <a:rPr lang="zh-CN" altLang="en-US" sz="1200" kern="1200" dirty="0" smtClean="0">
                <a:solidFill>
                  <a:srgbClr val="000000"/>
                </a:solidFill>
                <a:latin typeface="Times New Roman" pitchFamily="18" charset="0"/>
                <a:ea typeface="+mn-ea"/>
                <a:cs typeface="+mn-cs"/>
              </a:rPr>
              <a:t>实现对象引用计数管理。内核提供两个函数</a:t>
            </a:r>
            <a:r>
              <a:rPr lang="en-US" sz="1200" kern="1200" dirty="0" err="1" smtClean="0">
                <a:solidFill>
                  <a:srgbClr val="000000"/>
                </a:solidFill>
                <a:latin typeface="Times New Roman" pitchFamily="18" charset="0"/>
                <a:ea typeface="+mn-ea"/>
                <a:cs typeface="+mn-cs"/>
              </a:rPr>
              <a:t>kobject_get</a:t>
            </a:r>
            <a:r>
              <a:rPr lang="en-US" sz="1200" kern="1200" dirty="0" smtClean="0">
                <a:solidFill>
                  <a:srgbClr val="000000"/>
                </a:solidFill>
                <a:latin typeface="Times New Roman" pitchFamily="18" charset="0"/>
                <a:ea typeface="+mn-ea"/>
                <a:cs typeface="+mn-cs"/>
              </a:rPr>
              <a:t>()</a:t>
            </a:r>
            <a:r>
              <a:rPr lang="zh-CN" altLang="en-US" sz="1200" kern="1200" dirty="0" smtClean="0">
                <a:solidFill>
                  <a:srgbClr val="000000"/>
                </a:solidFill>
                <a:latin typeface="Times New Roman" pitchFamily="18" charset="0"/>
                <a:ea typeface="+mn-ea"/>
                <a:cs typeface="+mn-cs"/>
              </a:rPr>
              <a:t>、</a:t>
            </a:r>
            <a:r>
              <a:rPr lang="en-US" sz="1200" kern="1200" dirty="0" err="1" smtClean="0">
                <a:solidFill>
                  <a:srgbClr val="000000"/>
                </a:solidFill>
                <a:latin typeface="Times New Roman" pitchFamily="18" charset="0"/>
                <a:ea typeface="+mn-ea"/>
                <a:cs typeface="+mn-cs"/>
              </a:rPr>
              <a:t>kobject_put</a:t>
            </a:r>
            <a:r>
              <a:rPr lang="en-US" sz="1200" kern="1200" dirty="0" smtClean="0">
                <a:solidFill>
                  <a:srgbClr val="000000"/>
                </a:solidFill>
                <a:latin typeface="Times New Roman" pitchFamily="18" charset="0"/>
                <a:ea typeface="+mn-ea"/>
                <a:cs typeface="+mn-cs"/>
              </a:rPr>
              <a:t>() </a:t>
            </a:r>
            <a:r>
              <a:rPr lang="zh-CN" altLang="en-US" sz="1200" kern="1200" dirty="0" smtClean="0">
                <a:solidFill>
                  <a:srgbClr val="000000"/>
                </a:solidFill>
                <a:latin typeface="Times New Roman" pitchFamily="18" charset="0"/>
                <a:ea typeface="+mn-ea"/>
                <a:cs typeface="+mn-cs"/>
              </a:rPr>
              <a:t>分别用于增加和减少引用计数，当引用计数为</a:t>
            </a:r>
            <a:r>
              <a:rPr lang="en-US" sz="1200" kern="1200" dirty="0" smtClean="0">
                <a:solidFill>
                  <a:srgbClr val="000000"/>
                </a:solidFill>
                <a:latin typeface="Times New Roman" pitchFamily="18" charset="0"/>
                <a:ea typeface="+mn-ea"/>
                <a:cs typeface="+mn-cs"/>
              </a:rPr>
              <a:t>0</a:t>
            </a:r>
            <a:r>
              <a:rPr lang="zh-CN" altLang="en-US" sz="1200" kern="1200" dirty="0" smtClean="0">
                <a:solidFill>
                  <a:srgbClr val="000000"/>
                </a:solidFill>
                <a:latin typeface="Times New Roman" pitchFamily="18" charset="0"/>
                <a:ea typeface="+mn-ea"/>
                <a:cs typeface="+mn-cs"/>
              </a:rPr>
              <a:t>时，所有该对象使用的资源释放。下面是</a:t>
            </a:r>
            <a:r>
              <a:rPr lang="en-US" sz="1200" kern="1200" dirty="0" err="1" smtClean="0">
                <a:solidFill>
                  <a:srgbClr val="000000"/>
                </a:solidFill>
                <a:latin typeface="Times New Roman" pitchFamily="18" charset="0"/>
                <a:ea typeface="+mn-ea"/>
                <a:cs typeface="+mn-cs"/>
              </a:rPr>
              <a:t>kobject_put</a:t>
            </a:r>
            <a:r>
              <a:rPr lang="zh-CN" altLang="en-US" sz="1200" kern="1200" dirty="0" smtClean="0">
                <a:solidFill>
                  <a:srgbClr val="000000"/>
                </a:solidFill>
                <a:latin typeface="Times New Roman" pitchFamily="18" charset="0"/>
                <a:ea typeface="+mn-ea"/>
                <a:cs typeface="+mn-cs"/>
              </a:rPr>
              <a:t>在内核中的实现。 </a:t>
            </a:r>
          </a:p>
          <a:p>
            <a:pPr marL="0" marR="0" indent="0" algn="l" defTabSz="449263" rtl="0" eaLnBrk="0" fontAlgn="base" latinLnBrk="0" hangingPunct="0">
              <a:lnSpc>
                <a:spcPct val="100000"/>
              </a:lnSpc>
              <a:spcBef>
                <a:spcPct val="30000"/>
              </a:spcBef>
              <a:spcAft>
                <a:spcPct val="0"/>
              </a:spcAft>
              <a:buClr>
                <a:srgbClr val="000000"/>
              </a:buClr>
              <a:buSzPct val="100000"/>
              <a:buFont typeface="Times New Roman" pitchFamily="18" charset="0"/>
              <a:buNone/>
              <a:tabLst/>
              <a:defRPr/>
            </a:pPr>
            <a:endParaRPr lang="zh-CN" altLang="en-US" sz="1200" kern="1200" dirty="0" smtClean="0">
              <a:solidFill>
                <a:srgbClr val="000000"/>
              </a:solidFill>
              <a:latin typeface="Times New Roman" pitchFamily="18" charset="0"/>
              <a:ea typeface="+mn-ea"/>
              <a:cs typeface="+mn-cs"/>
            </a:endParaRPr>
          </a:p>
          <a:p>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pPr>
                <a:defRPr/>
              </a:pPr>
              <a:t>123</a:t>
            </a:fld>
            <a:endParaRPr lang="en-US"/>
          </a:p>
        </p:txBody>
      </p:sp>
    </p:spTree>
    <p:extLst>
      <p:ext uri="{BB962C8B-B14F-4D97-AF65-F5344CB8AC3E}">
        <p14:creationId xmlns:p14="http://schemas.microsoft.com/office/powerpoint/2010/main" val="295737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sz="1200" kern="1200" dirty="0" err="1" smtClean="0">
                <a:solidFill>
                  <a:srgbClr val="000000"/>
                </a:solidFill>
                <a:latin typeface="Times New Roman" pitchFamily="18" charset="0"/>
                <a:ea typeface="+mn-ea"/>
                <a:cs typeface="+mn-cs"/>
              </a:rPr>
              <a:t>int</a:t>
            </a:r>
            <a:r>
              <a:rPr lang="en-US" sz="1200" kern="1200" dirty="0" smtClean="0">
                <a:solidFill>
                  <a:srgbClr val="000000"/>
                </a:solidFill>
                <a:latin typeface="Times New Roman" pitchFamily="18" charset="0"/>
                <a:ea typeface="+mn-ea"/>
                <a:cs typeface="+mn-cs"/>
              </a:rPr>
              <a:t> </a:t>
            </a:r>
            <a:r>
              <a:rPr lang="en-US" sz="1200" kern="1200" dirty="0" err="1" smtClean="0">
                <a:solidFill>
                  <a:srgbClr val="000000"/>
                </a:solidFill>
                <a:latin typeface="Times New Roman" pitchFamily="18" charset="0"/>
                <a:ea typeface="+mn-ea"/>
                <a:cs typeface="+mn-cs"/>
              </a:rPr>
              <a:t>bus_create_file</a:t>
            </a:r>
            <a:r>
              <a:rPr lang="en-US" sz="1200" kern="1200" dirty="0" smtClean="0">
                <a:solidFill>
                  <a:srgbClr val="000000"/>
                </a:solidFill>
                <a:latin typeface="Times New Roman" pitchFamily="18" charset="0"/>
                <a:ea typeface="+mn-ea"/>
                <a:cs typeface="+mn-cs"/>
              </a:rPr>
              <a:t>(</a:t>
            </a:r>
            <a:r>
              <a:rPr lang="en-US" sz="1200" kern="1200" dirty="0" err="1" smtClean="0">
                <a:solidFill>
                  <a:srgbClr val="000000"/>
                </a:solidFill>
                <a:latin typeface="Times New Roman" pitchFamily="18" charset="0"/>
                <a:ea typeface="+mn-ea"/>
                <a:cs typeface="+mn-cs"/>
              </a:rPr>
              <a:t>struct</a:t>
            </a:r>
            <a:r>
              <a:rPr lang="en-US" sz="1200" kern="1200" dirty="0" smtClean="0">
                <a:solidFill>
                  <a:srgbClr val="000000"/>
                </a:solidFill>
                <a:latin typeface="Times New Roman" pitchFamily="18" charset="0"/>
                <a:ea typeface="+mn-ea"/>
                <a:cs typeface="+mn-cs"/>
              </a:rPr>
              <a:t> </a:t>
            </a:r>
            <a:r>
              <a:rPr lang="en-US" sz="1200" kern="1200" dirty="0" err="1" smtClean="0">
                <a:solidFill>
                  <a:srgbClr val="000000"/>
                </a:solidFill>
                <a:latin typeface="Times New Roman" pitchFamily="18" charset="0"/>
                <a:ea typeface="+mn-ea"/>
                <a:cs typeface="+mn-cs"/>
              </a:rPr>
              <a:t>bus_type</a:t>
            </a:r>
            <a:r>
              <a:rPr lang="en-US" sz="1200" kern="1200" dirty="0" smtClean="0">
                <a:solidFill>
                  <a:srgbClr val="000000"/>
                </a:solidFill>
                <a:latin typeface="Times New Roman" pitchFamily="18" charset="0"/>
                <a:ea typeface="+mn-ea"/>
                <a:cs typeface="+mn-cs"/>
              </a:rPr>
              <a:t> * bus, </a:t>
            </a:r>
            <a:r>
              <a:rPr lang="en-US" sz="1200" kern="1200" dirty="0" err="1" smtClean="0">
                <a:solidFill>
                  <a:srgbClr val="000000"/>
                </a:solidFill>
                <a:latin typeface="Times New Roman" pitchFamily="18" charset="0"/>
                <a:ea typeface="+mn-ea"/>
                <a:cs typeface="+mn-cs"/>
              </a:rPr>
              <a:t>struct</a:t>
            </a:r>
            <a:r>
              <a:rPr lang="en-US" sz="1200" kern="1200" dirty="0" smtClean="0">
                <a:solidFill>
                  <a:srgbClr val="000000"/>
                </a:solidFill>
                <a:latin typeface="Times New Roman" pitchFamily="18" charset="0"/>
                <a:ea typeface="+mn-ea"/>
                <a:cs typeface="+mn-cs"/>
              </a:rPr>
              <a:t> </a:t>
            </a:r>
            <a:r>
              <a:rPr lang="en-US" sz="1200" kern="1200" dirty="0" err="1" smtClean="0">
                <a:solidFill>
                  <a:srgbClr val="000000"/>
                </a:solidFill>
                <a:latin typeface="Times New Roman" pitchFamily="18" charset="0"/>
                <a:ea typeface="+mn-ea"/>
                <a:cs typeface="+mn-cs"/>
              </a:rPr>
              <a:t>bus_attribute</a:t>
            </a:r>
            <a:r>
              <a:rPr lang="en-US" sz="1200" kern="1200" dirty="0" smtClean="0">
                <a:solidFill>
                  <a:srgbClr val="000000"/>
                </a:solidFill>
                <a:latin typeface="Times New Roman" pitchFamily="18" charset="0"/>
                <a:ea typeface="+mn-ea"/>
                <a:cs typeface="+mn-cs"/>
              </a:rPr>
              <a:t> * </a:t>
            </a:r>
            <a:r>
              <a:rPr lang="en-US" sz="1200" kern="1200" dirty="0" err="1" smtClean="0">
                <a:solidFill>
                  <a:srgbClr val="000000"/>
                </a:solidFill>
                <a:latin typeface="Times New Roman" pitchFamily="18" charset="0"/>
                <a:ea typeface="+mn-ea"/>
                <a:cs typeface="+mn-cs"/>
              </a:rPr>
              <a:t>attr</a:t>
            </a:r>
            <a:r>
              <a:rPr lang="en-US" sz="1200" kern="1200" dirty="0" smtClean="0">
                <a:solidFill>
                  <a:srgbClr val="000000"/>
                </a:solidFill>
                <a:latin typeface="Times New Roman" pitchFamily="18" charset="0"/>
                <a:ea typeface="+mn-ea"/>
                <a:cs typeface="+mn-cs"/>
              </a:rPr>
              <a:t>);</a:t>
            </a:r>
            <a:endParaRPr lang="zh-CN" altLang="en-US" sz="1200" kern="1200" dirty="0" smtClean="0">
              <a:solidFill>
                <a:srgbClr val="000000"/>
              </a:solidFill>
              <a:latin typeface="Times New Roman" pitchFamily="18" charset="0"/>
              <a:ea typeface="+mn-ea"/>
              <a:cs typeface="+mn-cs"/>
            </a:endParaRPr>
          </a:p>
          <a:p>
            <a:r>
              <a:rPr lang="en-US" sz="1200" kern="1200" dirty="0" smtClean="0">
                <a:solidFill>
                  <a:srgbClr val="000000"/>
                </a:solidFill>
                <a:latin typeface="Times New Roman" pitchFamily="18" charset="0"/>
                <a:ea typeface="+mn-ea"/>
                <a:cs typeface="+mn-cs"/>
              </a:rPr>
              <a:t>void </a:t>
            </a:r>
            <a:r>
              <a:rPr lang="en-US" sz="1200" kern="1200" dirty="0" err="1" smtClean="0">
                <a:solidFill>
                  <a:srgbClr val="000000"/>
                </a:solidFill>
                <a:latin typeface="Times New Roman" pitchFamily="18" charset="0"/>
                <a:ea typeface="+mn-ea"/>
                <a:cs typeface="+mn-cs"/>
              </a:rPr>
              <a:t>bus_remove_file</a:t>
            </a:r>
            <a:r>
              <a:rPr lang="en-US" sz="1200" kern="1200" dirty="0" smtClean="0">
                <a:solidFill>
                  <a:srgbClr val="000000"/>
                </a:solidFill>
                <a:latin typeface="Times New Roman" pitchFamily="18" charset="0"/>
                <a:ea typeface="+mn-ea"/>
                <a:cs typeface="+mn-cs"/>
              </a:rPr>
              <a:t>(</a:t>
            </a:r>
            <a:r>
              <a:rPr lang="en-US" sz="1200" kern="1200" dirty="0" err="1" smtClean="0">
                <a:solidFill>
                  <a:srgbClr val="000000"/>
                </a:solidFill>
                <a:latin typeface="Times New Roman" pitchFamily="18" charset="0"/>
                <a:ea typeface="+mn-ea"/>
                <a:cs typeface="+mn-cs"/>
              </a:rPr>
              <a:t>struct</a:t>
            </a:r>
            <a:r>
              <a:rPr lang="en-US" sz="1200" kern="1200" dirty="0" smtClean="0">
                <a:solidFill>
                  <a:srgbClr val="000000"/>
                </a:solidFill>
                <a:latin typeface="Times New Roman" pitchFamily="18" charset="0"/>
                <a:ea typeface="+mn-ea"/>
                <a:cs typeface="+mn-cs"/>
              </a:rPr>
              <a:t> </a:t>
            </a:r>
            <a:r>
              <a:rPr lang="en-US" sz="1200" kern="1200" dirty="0" err="1" smtClean="0">
                <a:solidFill>
                  <a:srgbClr val="000000"/>
                </a:solidFill>
                <a:latin typeface="Times New Roman" pitchFamily="18" charset="0"/>
                <a:ea typeface="+mn-ea"/>
                <a:cs typeface="+mn-cs"/>
              </a:rPr>
              <a:t>bus_type</a:t>
            </a:r>
            <a:r>
              <a:rPr lang="en-US" sz="1200" kern="1200" dirty="0" smtClean="0">
                <a:solidFill>
                  <a:srgbClr val="000000"/>
                </a:solidFill>
                <a:latin typeface="Times New Roman" pitchFamily="18" charset="0"/>
                <a:ea typeface="+mn-ea"/>
                <a:cs typeface="+mn-cs"/>
              </a:rPr>
              <a:t> * bus, </a:t>
            </a:r>
            <a:r>
              <a:rPr lang="en-US" sz="1200" kern="1200" dirty="0" err="1" smtClean="0">
                <a:solidFill>
                  <a:srgbClr val="000000"/>
                </a:solidFill>
                <a:latin typeface="Times New Roman" pitchFamily="18" charset="0"/>
                <a:ea typeface="+mn-ea"/>
                <a:cs typeface="+mn-cs"/>
              </a:rPr>
              <a:t>struct</a:t>
            </a:r>
            <a:r>
              <a:rPr lang="en-US" sz="1200" kern="1200" dirty="0" smtClean="0">
                <a:solidFill>
                  <a:srgbClr val="000000"/>
                </a:solidFill>
                <a:latin typeface="Times New Roman" pitchFamily="18" charset="0"/>
                <a:ea typeface="+mn-ea"/>
                <a:cs typeface="+mn-cs"/>
              </a:rPr>
              <a:t> </a:t>
            </a:r>
            <a:r>
              <a:rPr lang="en-US" sz="1200" kern="1200" dirty="0" err="1" smtClean="0">
                <a:solidFill>
                  <a:srgbClr val="000000"/>
                </a:solidFill>
                <a:latin typeface="Times New Roman" pitchFamily="18" charset="0"/>
                <a:ea typeface="+mn-ea"/>
                <a:cs typeface="+mn-cs"/>
              </a:rPr>
              <a:t>bus_attribute</a:t>
            </a:r>
            <a:r>
              <a:rPr lang="en-US" sz="1200" kern="1200" dirty="0" smtClean="0">
                <a:solidFill>
                  <a:srgbClr val="000000"/>
                </a:solidFill>
                <a:latin typeface="Times New Roman" pitchFamily="18" charset="0"/>
                <a:ea typeface="+mn-ea"/>
                <a:cs typeface="+mn-cs"/>
              </a:rPr>
              <a:t> * </a:t>
            </a:r>
            <a:r>
              <a:rPr lang="en-US" sz="1200" kern="1200" dirty="0" err="1" smtClean="0">
                <a:solidFill>
                  <a:srgbClr val="000000"/>
                </a:solidFill>
                <a:latin typeface="Times New Roman" pitchFamily="18" charset="0"/>
                <a:ea typeface="+mn-ea"/>
                <a:cs typeface="+mn-cs"/>
              </a:rPr>
              <a:t>attr</a:t>
            </a:r>
            <a:r>
              <a:rPr lang="en-US" sz="1200" kern="1200" dirty="0" smtClean="0">
                <a:solidFill>
                  <a:srgbClr val="000000"/>
                </a:solidFill>
                <a:latin typeface="Times New Roman" pitchFamily="18" charset="0"/>
                <a:ea typeface="+mn-ea"/>
                <a:cs typeface="+mn-cs"/>
              </a:rPr>
              <a:t>);</a:t>
            </a:r>
          </a:p>
          <a:p>
            <a:r>
              <a:rPr lang="en-US" sz="1200" kern="1200" dirty="0" err="1" smtClean="0">
                <a:solidFill>
                  <a:srgbClr val="000000"/>
                </a:solidFill>
                <a:latin typeface="Times New Roman" pitchFamily="18" charset="0"/>
                <a:ea typeface="+mn-ea"/>
                <a:cs typeface="+mn-cs"/>
              </a:rPr>
              <a:t>int</a:t>
            </a:r>
            <a:r>
              <a:rPr lang="en-US" sz="1200" kern="1200" dirty="0" smtClean="0">
                <a:solidFill>
                  <a:srgbClr val="000000"/>
                </a:solidFill>
                <a:latin typeface="Times New Roman" pitchFamily="18" charset="0"/>
                <a:ea typeface="+mn-ea"/>
                <a:cs typeface="+mn-cs"/>
              </a:rPr>
              <a:t> </a:t>
            </a:r>
            <a:r>
              <a:rPr lang="en-US" sz="1200" kern="1200" dirty="0" err="1" smtClean="0">
                <a:solidFill>
                  <a:srgbClr val="000000"/>
                </a:solidFill>
                <a:latin typeface="Times New Roman" pitchFamily="18" charset="0"/>
                <a:ea typeface="+mn-ea"/>
                <a:cs typeface="+mn-cs"/>
              </a:rPr>
              <a:t>device_create_file</a:t>
            </a:r>
            <a:r>
              <a:rPr lang="en-US" sz="1200" kern="1200" dirty="0" smtClean="0">
                <a:solidFill>
                  <a:srgbClr val="000000"/>
                </a:solidFill>
                <a:latin typeface="Times New Roman" pitchFamily="18" charset="0"/>
                <a:ea typeface="+mn-ea"/>
                <a:cs typeface="+mn-cs"/>
              </a:rPr>
              <a:t>(</a:t>
            </a:r>
            <a:r>
              <a:rPr lang="en-US" sz="1200" kern="1200" dirty="0" err="1" smtClean="0">
                <a:solidFill>
                  <a:srgbClr val="000000"/>
                </a:solidFill>
                <a:latin typeface="Times New Roman" pitchFamily="18" charset="0"/>
                <a:ea typeface="+mn-ea"/>
                <a:cs typeface="+mn-cs"/>
              </a:rPr>
              <a:t>struct</a:t>
            </a:r>
            <a:r>
              <a:rPr lang="en-US" sz="1200" kern="1200" dirty="0" smtClean="0">
                <a:solidFill>
                  <a:srgbClr val="000000"/>
                </a:solidFill>
                <a:latin typeface="Times New Roman" pitchFamily="18" charset="0"/>
                <a:ea typeface="+mn-ea"/>
                <a:cs typeface="+mn-cs"/>
              </a:rPr>
              <a:t> device * dev, </a:t>
            </a:r>
            <a:r>
              <a:rPr lang="en-US" sz="1200" kern="1200" dirty="0" err="1" smtClean="0">
                <a:solidFill>
                  <a:srgbClr val="000000"/>
                </a:solidFill>
                <a:latin typeface="Times New Roman" pitchFamily="18" charset="0"/>
                <a:ea typeface="+mn-ea"/>
                <a:cs typeface="+mn-cs"/>
              </a:rPr>
              <a:t>struct</a:t>
            </a:r>
            <a:r>
              <a:rPr lang="en-US" sz="1200" kern="1200" dirty="0" smtClean="0">
                <a:solidFill>
                  <a:srgbClr val="000000"/>
                </a:solidFill>
                <a:latin typeface="Times New Roman" pitchFamily="18" charset="0"/>
                <a:ea typeface="+mn-ea"/>
                <a:cs typeface="+mn-cs"/>
              </a:rPr>
              <a:t> </a:t>
            </a:r>
            <a:r>
              <a:rPr lang="en-US" sz="1200" kern="1200" dirty="0" err="1" smtClean="0">
                <a:solidFill>
                  <a:srgbClr val="000000"/>
                </a:solidFill>
                <a:latin typeface="Times New Roman" pitchFamily="18" charset="0"/>
                <a:ea typeface="+mn-ea"/>
                <a:cs typeface="+mn-cs"/>
              </a:rPr>
              <a:t>device_attribute</a:t>
            </a:r>
            <a:r>
              <a:rPr lang="en-US" sz="1200" kern="1200" dirty="0" smtClean="0">
                <a:solidFill>
                  <a:srgbClr val="000000"/>
                </a:solidFill>
                <a:latin typeface="Times New Roman" pitchFamily="18" charset="0"/>
                <a:ea typeface="+mn-ea"/>
                <a:cs typeface="+mn-cs"/>
              </a:rPr>
              <a:t> * </a:t>
            </a:r>
            <a:r>
              <a:rPr lang="en-US" sz="1200" kern="1200" dirty="0" err="1" smtClean="0">
                <a:solidFill>
                  <a:srgbClr val="000000"/>
                </a:solidFill>
                <a:latin typeface="Times New Roman" pitchFamily="18" charset="0"/>
                <a:ea typeface="+mn-ea"/>
                <a:cs typeface="+mn-cs"/>
              </a:rPr>
              <a:t>attr</a:t>
            </a:r>
            <a:r>
              <a:rPr lang="en-US" sz="1200" kern="1200" dirty="0" smtClean="0">
                <a:solidFill>
                  <a:srgbClr val="000000"/>
                </a:solidFill>
                <a:latin typeface="Times New Roman" pitchFamily="18" charset="0"/>
                <a:ea typeface="+mn-ea"/>
                <a:cs typeface="+mn-cs"/>
              </a:rPr>
              <a:t>);</a:t>
            </a:r>
            <a:endParaRPr lang="zh-CN" altLang="en-US" sz="1200" kern="1200" dirty="0" smtClean="0">
              <a:solidFill>
                <a:srgbClr val="000000"/>
              </a:solidFill>
              <a:latin typeface="Times New Roman" pitchFamily="18" charset="0"/>
              <a:ea typeface="+mn-ea"/>
              <a:cs typeface="+mn-cs"/>
            </a:endParaRPr>
          </a:p>
          <a:p>
            <a:r>
              <a:rPr lang="en-US" sz="1200" kern="1200" dirty="0" smtClean="0">
                <a:solidFill>
                  <a:srgbClr val="000000"/>
                </a:solidFill>
                <a:latin typeface="Times New Roman" pitchFamily="18" charset="0"/>
                <a:ea typeface="+mn-ea"/>
                <a:cs typeface="+mn-cs"/>
              </a:rPr>
              <a:t>void </a:t>
            </a:r>
            <a:r>
              <a:rPr lang="en-US" sz="1200" kern="1200" dirty="0" err="1" smtClean="0">
                <a:solidFill>
                  <a:srgbClr val="000000"/>
                </a:solidFill>
                <a:latin typeface="Times New Roman" pitchFamily="18" charset="0"/>
                <a:ea typeface="+mn-ea"/>
                <a:cs typeface="+mn-cs"/>
              </a:rPr>
              <a:t>device_remove_file</a:t>
            </a:r>
            <a:r>
              <a:rPr lang="en-US" sz="1200" kern="1200" dirty="0" smtClean="0">
                <a:solidFill>
                  <a:srgbClr val="000000"/>
                </a:solidFill>
                <a:latin typeface="Times New Roman" pitchFamily="18" charset="0"/>
                <a:ea typeface="+mn-ea"/>
                <a:cs typeface="+mn-cs"/>
              </a:rPr>
              <a:t>(</a:t>
            </a:r>
            <a:r>
              <a:rPr lang="en-US" sz="1200" kern="1200" dirty="0" err="1" smtClean="0">
                <a:solidFill>
                  <a:srgbClr val="000000"/>
                </a:solidFill>
                <a:latin typeface="Times New Roman" pitchFamily="18" charset="0"/>
                <a:ea typeface="+mn-ea"/>
                <a:cs typeface="+mn-cs"/>
              </a:rPr>
              <a:t>struct</a:t>
            </a:r>
            <a:r>
              <a:rPr lang="en-US" sz="1200" kern="1200" dirty="0" smtClean="0">
                <a:solidFill>
                  <a:srgbClr val="000000"/>
                </a:solidFill>
                <a:latin typeface="Times New Roman" pitchFamily="18" charset="0"/>
                <a:ea typeface="+mn-ea"/>
                <a:cs typeface="+mn-cs"/>
              </a:rPr>
              <a:t> device * dev, </a:t>
            </a:r>
            <a:r>
              <a:rPr lang="en-US" sz="1200" kern="1200" dirty="0" err="1" smtClean="0">
                <a:solidFill>
                  <a:srgbClr val="000000"/>
                </a:solidFill>
                <a:latin typeface="Times New Roman" pitchFamily="18" charset="0"/>
                <a:ea typeface="+mn-ea"/>
                <a:cs typeface="+mn-cs"/>
              </a:rPr>
              <a:t>struct</a:t>
            </a:r>
            <a:r>
              <a:rPr lang="en-US" sz="1200" kern="1200" dirty="0" smtClean="0">
                <a:solidFill>
                  <a:srgbClr val="000000"/>
                </a:solidFill>
                <a:latin typeface="Times New Roman" pitchFamily="18" charset="0"/>
                <a:ea typeface="+mn-ea"/>
                <a:cs typeface="+mn-cs"/>
              </a:rPr>
              <a:t> </a:t>
            </a:r>
            <a:r>
              <a:rPr lang="en-US" sz="1200" kern="1200" dirty="0" err="1" smtClean="0">
                <a:solidFill>
                  <a:srgbClr val="000000"/>
                </a:solidFill>
                <a:latin typeface="Times New Roman" pitchFamily="18" charset="0"/>
                <a:ea typeface="+mn-ea"/>
                <a:cs typeface="+mn-cs"/>
              </a:rPr>
              <a:t>device_attribute</a:t>
            </a:r>
            <a:r>
              <a:rPr lang="en-US" sz="1200" kern="1200" dirty="0" smtClean="0">
                <a:solidFill>
                  <a:srgbClr val="000000"/>
                </a:solidFill>
                <a:latin typeface="Times New Roman" pitchFamily="18" charset="0"/>
                <a:ea typeface="+mn-ea"/>
                <a:cs typeface="+mn-cs"/>
              </a:rPr>
              <a:t> * </a:t>
            </a:r>
            <a:r>
              <a:rPr lang="en-US" sz="1200" kern="1200" dirty="0" err="1" smtClean="0">
                <a:solidFill>
                  <a:srgbClr val="000000"/>
                </a:solidFill>
                <a:latin typeface="Times New Roman" pitchFamily="18" charset="0"/>
                <a:ea typeface="+mn-ea"/>
                <a:cs typeface="+mn-cs"/>
              </a:rPr>
              <a:t>attr</a:t>
            </a:r>
            <a:r>
              <a:rPr lang="en-US" sz="1200" kern="1200" dirty="0" smtClean="0">
                <a:solidFill>
                  <a:srgbClr val="000000"/>
                </a:solidFill>
                <a:latin typeface="Times New Roman" pitchFamily="18" charset="0"/>
                <a:ea typeface="+mn-ea"/>
                <a:cs typeface="+mn-cs"/>
              </a:rPr>
              <a:t>);</a:t>
            </a:r>
            <a:endParaRPr lang="zh-CN" altLang="en-US" sz="1200" kern="1200" dirty="0" smtClean="0">
              <a:solidFill>
                <a:srgbClr val="000000"/>
              </a:solidFill>
              <a:latin typeface="Times New Roman" pitchFamily="18" charset="0"/>
              <a:ea typeface="+mn-ea"/>
              <a:cs typeface="+mn-cs"/>
            </a:endParaRPr>
          </a:p>
          <a:p>
            <a:endParaRPr lang="zh-CN" altLang="en-US" sz="1200" kern="1200" dirty="0" smtClean="0">
              <a:solidFill>
                <a:srgbClr val="000000"/>
              </a:solidFill>
              <a:latin typeface="Times New Roman" pitchFamily="18" charset="0"/>
              <a:ea typeface="+mn-ea"/>
              <a:cs typeface="+mn-cs"/>
            </a:endParaRPr>
          </a:p>
          <a:p>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pPr>
                <a:defRPr/>
              </a:pPr>
              <a:t>133</a:t>
            </a:fld>
            <a:endParaRPr lang="en-US"/>
          </a:p>
        </p:txBody>
      </p:sp>
    </p:spTree>
    <p:extLst>
      <p:ext uri="{BB962C8B-B14F-4D97-AF65-F5344CB8AC3E}">
        <p14:creationId xmlns:p14="http://schemas.microsoft.com/office/powerpoint/2010/main" val="1167869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370" name="Rectangle 11"/>
          <p:cNvSpPr>
            <a:spLocks noGrp="1" noChangeArrowheads="1"/>
          </p:cNvSpPr>
          <p:nvPr>
            <p:ph type="sldNum" sz="quarter"/>
          </p:nvPr>
        </p:nvSpPr>
        <p:spPr>
          <a:noFill/>
        </p:spPr>
        <p:txBody>
          <a:bodyPr/>
          <a:lstStyle/>
          <a:p>
            <a:fld id="{5C7F0A43-62E0-455F-9A0F-A2C5030A6FAE}" type="slidenum">
              <a:rPr lang="en-US" altLang="zh-CN" smtClean="0">
                <a:solidFill>
                  <a:prstClr val="white"/>
                </a:solidFill>
                <a:latin typeface="AR PL UMing CN"/>
              </a:rPr>
              <a:pPr/>
              <a:t>137</a:t>
            </a:fld>
            <a:endParaRPr lang="en-US" altLang="zh-CN" smtClean="0">
              <a:solidFill>
                <a:prstClr val="white"/>
              </a:solidFill>
              <a:latin typeface="AR PL UMing CN"/>
            </a:endParaRPr>
          </a:p>
        </p:txBody>
      </p:sp>
      <p:sp>
        <p:nvSpPr>
          <p:cNvPr id="186371" name="Text Box 1"/>
          <p:cNvSpPr txBox="1">
            <a:spLocks noChangeArrowheads="1"/>
          </p:cNvSpPr>
          <p:nvPr/>
        </p:nvSpPr>
        <p:spPr bwMode="auto">
          <a:xfrm>
            <a:off x="1183217" y="767596"/>
            <a:ext cx="4732867" cy="3837980"/>
          </a:xfrm>
          <a:prstGeom prst="rect">
            <a:avLst/>
          </a:prstGeom>
          <a:solidFill>
            <a:srgbClr val="FFFFFF"/>
          </a:solidFill>
          <a:ln w="9360">
            <a:solidFill>
              <a:srgbClr val="000000"/>
            </a:solidFill>
            <a:miter lim="800000"/>
            <a:headEnd/>
            <a:tailEnd/>
          </a:ln>
        </p:spPr>
        <p:txBody>
          <a:bodyPr wrap="none" lIns="99048" tIns="49524" rIns="99048" bIns="49524" anchor="ctr"/>
          <a:lstStyle/>
          <a:p>
            <a:pPr algn="r">
              <a:buClr>
                <a:srgbClr val="000000"/>
              </a:buClr>
              <a:buSzPct val="100000"/>
              <a:buFont typeface="Arial" pitchFamily="34" charset="0"/>
              <a:buNone/>
            </a:pPr>
            <a:endParaRPr lang="zh-CN" altLang="en-US">
              <a:solidFill>
                <a:prstClr val="white"/>
              </a:solidFill>
            </a:endParaRPr>
          </a:p>
        </p:txBody>
      </p:sp>
      <p:sp>
        <p:nvSpPr>
          <p:cNvPr id="186372" name="Rectangle 2"/>
          <p:cNvSpPr>
            <a:spLocks noGrp="1" noChangeArrowheads="1"/>
          </p:cNvSpPr>
          <p:nvPr>
            <p:ph type="body"/>
          </p:nvPr>
        </p:nvSpPr>
        <p:spPr>
          <a:xfrm>
            <a:off x="709930" y="4861441"/>
            <a:ext cx="5672867" cy="4598468"/>
          </a:xfrm>
          <a:noFill/>
          <a:ln/>
        </p:spPr>
        <p:txBody>
          <a:bodyPr wrap="none" anchor="ctr"/>
          <a:lstStyle/>
          <a:p>
            <a:endParaRPr lang="zh-CN" altLang="en-US" dirty="0" smtClean="0"/>
          </a:p>
        </p:txBody>
      </p:sp>
    </p:spTree>
    <p:extLst>
      <p:ext uri="{BB962C8B-B14F-4D97-AF65-F5344CB8AC3E}">
        <p14:creationId xmlns:p14="http://schemas.microsoft.com/office/powerpoint/2010/main" val="1948008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AD5577D-F225-43AD-91FC-B7567058AEE0}" type="slidenum">
              <a:rPr lang="en-US" altLang="zh-CN" smtClean="0">
                <a:solidFill>
                  <a:srgbClr val="000000"/>
                </a:solidFill>
                <a:latin typeface="AR PL UMing HK" pitchFamily="16" charset="0"/>
              </a:rPr>
              <a:pPr eaLnBrk="1" hangingPunct="1"/>
              <a:t>138</a:t>
            </a:fld>
            <a:endParaRPr lang="en-US" altLang="zh-CN" smtClean="0">
              <a:solidFill>
                <a:srgbClr val="000000"/>
              </a:solidFill>
              <a:latin typeface="AR PL UMing HK" pitchFamily="16" charset="0"/>
            </a:endParaRPr>
          </a:p>
        </p:txBody>
      </p:sp>
      <p:sp>
        <p:nvSpPr>
          <p:cNvPr id="41987"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8"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803544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C8FD4C20-42DF-47CD-8DB6-0B02882F02C4}" type="slidenum">
              <a:rPr lang="en-US" altLang="zh-CN" smtClean="0">
                <a:solidFill>
                  <a:srgbClr val="000000"/>
                </a:solidFill>
                <a:latin typeface="AR PL UMing HK" pitchFamily="16" charset="0"/>
              </a:rPr>
              <a:pPr eaLnBrk="1" hangingPunct="1"/>
              <a:t>139</a:t>
            </a:fld>
            <a:endParaRPr lang="en-US" altLang="zh-CN" smtClean="0">
              <a:solidFill>
                <a:srgbClr val="000000"/>
              </a:solidFill>
              <a:latin typeface="AR PL UMing HK" pitchFamily="16" charset="0"/>
            </a:endParaRPr>
          </a:p>
        </p:txBody>
      </p:sp>
      <p:sp>
        <p:nvSpPr>
          <p:cNvPr id="43011"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2"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022545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C9AB6823-9EDF-4613-BD0F-4E4EA14075F2}" type="slidenum">
              <a:rPr lang="en-US" altLang="zh-CN" smtClean="0">
                <a:solidFill>
                  <a:srgbClr val="000000"/>
                </a:solidFill>
                <a:latin typeface="AR PL UMing HK" pitchFamily="16" charset="0"/>
              </a:rPr>
              <a:pPr eaLnBrk="1" hangingPunct="1"/>
              <a:t>140</a:t>
            </a:fld>
            <a:endParaRPr lang="en-US" altLang="zh-CN" smtClean="0">
              <a:solidFill>
                <a:srgbClr val="000000"/>
              </a:solidFill>
              <a:latin typeface="AR PL UMing HK" pitchFamily="16" charset="0"/>
            </a:endParaRPr>
          </a:p>
        </p:txBody>
      </p:sp>
      <p:sp>
        <p:nvSpPr>
          <p:cNvPr id="44035"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6"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140282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8781AC52-B244-466D-AB12-AA375C06F384}" type="slidenum">
              <a:rPr lang="en-US" altLang="zh-CN" smtClean="0">
                <a:solidFill>
                  <a:srgbClr val="000000"/>
                </a:solidFill>
                <a:latin typeface="AR PL UMing HK" pitchFamily="16" charset="0"/>
              </a:rPr>
              <a:pPr eaLnBrk="1" hangingPunct="1"/>
              <a:t>141</a:t>
            </a:fld>
            <a:endParaRPr lang="en-US" altLang="zh-CN" smtClean="0">
              <a:solidFill>
                <a:srgbClr val="000000"/>
              </a:solidFill>
              <a:latin typeface="AR PL UMing HK" pitchFamily="16" charset="0"/>
            </a:endParaRPr>
          </a:p>
        </p:txBody>
      </p:sp>
      <p:sp>
        <p:nvSpPr>
          <p:cNvPr id="4505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6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475362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8781AC52-B244-466D-AB12-AA375C06F384}" type="slidenum">
              <a:rPr lang="en-US" altLang="zh-CN" smtClean="0">
                <a:solidFill>
                  <a:srgbClr val="000000"/>
                </a:solidFill>
                <a:latin typeface="AR PL UMing HK" pitchFamily="16" charset="0"/>
              </a:rPr>
              <a:pPr eaLnBrk="1" hangingPunct="1"/>
              <a:t>142</a:t>
            </a:fld>
            <a:endParaRPr lang="en-US" altLang="zh-CN" smtClean="0">
              <a:solidFill>
                <a:srgbClr val="000000"/>
              </a:solidFill>
              <a:latin typeface="AR PL UMing HK" pitchFamily="16" charset="0"/>
            </a:endParaRPr>
          </a:p>
        </p:txBody>
      </p:sp>
      <p:sp>
        <p:nvSpPr>
          <p:cNvPr id="4505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6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4283707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15E8852A-12F3-4498-B033-EEB1649994C1}" type="slidenum">
              <a:rPr lang="en-US" altLang="zh-CN" smtClean="0">
                <a:solidFill>
                  <a:srgbClr val="000000"/>
                </a:solidFill>
                <a:latin typeface="AR PL UMing HK" pitchFamily="16" charset="0"/>
              </a:rPr>
              <a:pPr eaLnBrk="1" hangingPunct="1"/>
              <a:t>143</a:t>
            </a:fld>
            <a:endParaRPr lang="en-US" altLang="zh-CN" smtClean="0">
              <a:solidFill>
                <a:srgbClr val="000000"/>
              </a:solidFill>
              <a:latin typeface="AR PL UMing HK" pitchFamily="16" charset="0"/>
            </a:endParaRPr>
          </a:p>
        </p:txBody>
      </p:sp>
      <p:sp>
        <p:nvSpPr>
          <p:cNvPr id="48131"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2"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5574300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FA1343FB-B21D-4B39-8F50-24D1E46F1761}" type="slidenum">
              <a:rPr lang="en-US" altLang="zh-CN" smtClean="0">
                <a:solidFill>
                  <a:srgbClr val="000000"/>
                </a:solidFill>
                <a:latin typeface="AR PL UMing HK" pitchFamily="16" charset="0"/>
              </a:rPr>
              <a:pPr eaLnBrk="1" hangingPunct="1"/>
              <a:t>144</a:t>
            </a:fld>
            <a:endParaRPr lang="en-US" altLang="zh-CN" smtClean="0">
              <a:solidFill>
                <a:srgbClr val="000000"/>
              </a:solidFill>
              <a:latin typeface="AR PL UMing HK" pitchFamily="16" charset="0"/>
            </a:endParaRPr>
          </a:p>
        </p:txBody>
      </p:sp>
      <p:sp>
        <p:nvSpPr>
          <p:cNvPr id="49155"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6"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223363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FA1343FB-B21D-4B39-8F50-24D1E46F1761}" type="slidenum">
              <a:rPr lang="en-US" altLang="zh-CN" smtClean="0">
                <a:solidFill>
                  <a:srgbClr val="000000"/>
                </a:solidFill>
                <a:latin typeface="AR PL UMing HK" pitchFamily="16" charset="0"/>
              </a:rPr>
              <a:pPr eaLnBrk="1" hangingPunct="1"/>
              <a:t>145</a:t>
            </a:fld>
            <a:endParaRPr lang="en-US" altLang="zh-CN" smtClean="0">
              <a:solidFill>
                <a:srgbClr val="000000"/>
              </a:solidFill>
              <a:latin typeface="AR PL UMing HK" pitchFamily="16" charset="0"/>
            </a:endParaRPr>
          </a:p>
        </p:txBody>
      </p:sp>
      <p:sp>
        <p:nvSpPr>
          <p:cNvPr id="49155"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6"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8807345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EF82201E-8218-4E63-83A4-5958D06320BC}" type="slidenum">
              <a:rPr lang="en-US" altLang="zh-CN" smtClean="0">
                <a:solidFill>
                  <a:srgbClr val="000000"/>
                </a:solidFill>
                <a:latin typeface="AR PL UMing HK" pitchFamily="16" charset="0"/>
              </a:rPr>
              <a:pPr eaLnBrk="1" hangingPunct="1"/>
              <a:t>146</a:t>
            </a:fld>
            <a:endParaRPr lang="en-US" altLang="zh-CN" smtClean="0">
              <a:solidFill>
                <a:srgbClr val="000000"/>
              </a:solidFill>
              <a:latin typeface="AR PL UMing HK" pitchFamily="16" charset="0"/>
            </a:endParaRPr>
          </a:p>
        </p:txBody>
      </p:sp>
      <p:sp>
        <p:nvSpPr>
          <p:cNvPr id="54275"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6"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09707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9F41A93D-F614-47B4-8780-C51E1983B5B7}" type="slidenum">
              <a:rPr lang="en-US" altLang="zh-CN" smtClean="0">
                <a:solidFill>
                  <a:srgbClr val="000000"/>
                </a:solidFill>
                <a:latin typeface="AR PL UMing HK" pitchFamily="16" charset="0"/>
              </a:rPr>
              <a:pPr eaLnBrk="1" hangingPunct="1"/>
              <a:t>147</a:t>
            </a:fld>
            <a:endParaRPr lang="en-US" altLang="zh-CN" smtClean="0">
              <a:solidFill>
                <a:srgbClr val="000000"/>
              </a:solidFill>
              <a:latin typeface="AR PL UMing HK" pitchFamily="16" charset="0"/>
            </a:endParaRPr>
          </a:p>
        </p:txBody>
      </p:sp>
      <p:sp>
        <p:nvSpPr>
          <p:cNvPr id="6041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2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8709228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315EC059-C9F5-4C14-9730-6A1D5FC04596}" type="slidenum">
              <a:rPr lang="en-US" altLang="zh-CN" smtClean="0">
                <a:solidFill>
                  <a:srgbClr val="000000"/>
                </a:solidFill>
                <a:latin typeface="AR PL UMing HK" pitchFamily="16" charset="0"/>
              </a:rPr>
              <a:pPr eaLnBrk="1" hangingPunct="1"/>
              <a:t>148</a:t>
            </a:fld>
            <a:endParaRPr lang="en-US" altLang="zh-CN" smtClean="0">
              <a:solidFill>
                <a:srgbClr val="000000"/>
              </a:solidFill>
              <a:latin typeface="AR PL UMing HK" pitchFamily="16" charset="0"/>
            </a:endParaRPr>
          </a:p>
        </p:txBody>
      </p:sp>
      <p:sp>
        <p:nvSpPr>
          <p:cNvPr id="61443"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44"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039899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90095CB2-1D64-452B-8B64-93012FB7C6E1}" type="slidenum">
              <a:rPr lang="en-US" altLang="zh-CN" smtClean="0">
                <a:solidFill>
                  <a:srgbClr val="000000"/>
                </a:solidFill>
                <a:latin typeface="AR PL UMing HK" pitchFamily="16" charset="0"/>
              </a:rPr>
              <a:pPr eaLnBrk="1" hangingPunct="1"/>
              <a:t>149</a:t>
            </a:fld>
            <a:endParaRPr lang="en-US" altLang="zh-CN" smtClean="0">
              <a:solidFill>
                <a:srgbClr val="000000"/>
              </a:solidFill>
              <a:latin typeface="AR PL UMing HK" pitchFamily="16" charset="0"/>
            </a:endParaRPr>
          </a:p>
        </p:txBody>
      </p:sp>
      <p:sp>
        <p:nvSpPr>
          <p:cNvPr id="62467"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2468"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2622705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87799017-B101-4151-98AB-FC3ACD6AAA1F}" type="slidenum">
              <a:rPr lang="en-US" altLang="zh-CN" smtClean="0">
                <a:solidFill>
                  <a:srgbClr val="000000"/>
                </a:solidFill>
                <a:latin typeface="AR PL UMing HK" pitchFamily="16" charset="0"/>
              </a:rPr>
              <a:pPr eaLnBrk="1" hangingPunct="1"/>
              <a:t>150</a:t>
            </a:fld>
            <a:endParaRPr lang="en-US" altLang="zh-CN" smtClean="0">
              <a:solidFill>
                <a:srgbClr val="000000"/>
              </a:solidFill>
              <a:latin typeface="AR PL UMing HK" pitchFamily="16" charset="0"/>
            </a:endParaRPr>
          </a:p>
        </p:txBody>
      </p:sp>
      <p:sp>
        <p:nvSpPr>
          <p:cNvPr id="501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873760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58F37364-C2E1-4318-B1F0-71D881204E52}" type="slidenum">
              <a:rPr lang="en-US" altLang="zh-CN" smtClean="0">
                <a:solidFill>
                  <a:srgbClr val="000000"/>
                </a:solidFill>
                <a:latin typeface="AR PL UMing HK" pitchFamily="16" charset="0"/>
              </a:rPr>
              <a:pPr eaLnBrk="1" hangingPunct="1"/>
              <a:t>151</a:t>
            </a:fld>
            <a:endParaRPr lang="en-US" altLang="zh-CN" smtClean="0">
              <a:solidFill>
                <a:srgbClr val="000000"/>
              </a:solidFill>
              <a:latin typeface="AR PL UMing HK" pitchFamily="16" charset="0"/>
            </a:endParaRPr>
          </a:p>
        </p:txBody>
      </p:sp>
      <p:sp>
        <p:nvSpPr>
          <p:cNvPr id="52227"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8"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31883318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58F37364-C2E1-4318-B1F0-71D881204E52}" type="slidenum">
              <a:rPr lang="en-US" altLang="zh-CN" smtClean="0">
                <a:solidFill>
                  <a:srgbClr val="000000"/>
                </a:solidFill>
                <a:latin typeface="AR PL UMing HK" pitchFamily="16" charset="0"/>
              </a:rPr>
              <a:pPr eaLnBrk="1" hangingPunct="1"/>
              <a:t>152</a:t>
            </a:fld>
            <a:endParaRPr lang="en-US" altLang="zh-CN" smtClean="0">
              <a:solidFill>
                <a:srgbClr val="000000"/>
              </a:solidFill>
              <a:latin typeface="AR PL UMing HK" pitchFamily="16" charset="0"/>
            </a:endParaRPr>
          </a:p>
        </p:txBody>
      </p:sp>
      <p:sp>
        <p:nvSpPr>
          <p:cNvPr id="52227"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8"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33313112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58F37364-C2E1-4318-B1F0-71D881204E52}" type="slidenum">
              <a:rPr lang="en-US" altLang="zh-CN" smtClean="0">
                <a:solidFill>
                  <a:srgbClr val="000000"/>
                </a:solidFill>
                <a:latin typeface="AR PL UMing HK" pitchFamily="16" charset="0"/>
              </a:rPr>
              <a:pPr eaLnBrk="1" hangingPunct="1"/>
              <a:t>153</a:t>
            </a:fld>
            <a:endParaRPr lang="en-US" altLang="zh-CN" smtClean="0">
              <a:solidFill>
                <a:srgbClr val="000000"/>
              </a:solidFill>
              <a:latin typeface="AR PL UMing HK" pitchFamily="16" charset="0"/>
            </a:endParaRPr>
          </a:p>
        </p:txBody>
      </p:sp>
      <p:sp>
        <p:nvSpPr>
          <p:cNvPr id="52227"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8"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2095504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77288CFE-92E8-4BE6-8620-E8B498A5622B}" type="slidenum">
              <a:rPr lang="en-US" altLang="zh-CN" smtClean="0">
                <a:solidFill>
                  <a:srgbClr val="000000"/>
                </a:solidFill>
                <a:latin typeface="AR PL UMing HK" pitchFamily="16" charset="0"/>
              </a:rPr>
              <a:pPr eaLnBrk="1" hangingPunct="1"/>
              <a:t>154</a:t>
            </a:fld>
            <a:endParaRPr lang="en-US" altLang="zh-CN" smtClean="0">
              <a:solidFill>
                <a:srgbClr val="000000"/>
              </a:solidFill>
              <a:latin typeface="AR PL UMing HK" pitchFamily="16" charset="0"/>
            </a:endParaRPr>
          </a:p>
        </p:txBody>
      </p:sp>
      <p:sp>
        <p:nvSpPr>
          <p:cNvPr id="63491"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2"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8174507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40EF664E-2B16-4603-BF75-D780322568B7}" type="slidenum">
              <a:rPr lang="en-US" altLang="zh-CN" smtClean="0">
                <a:solidFill>
                  <a:srgbClr val="000000"/>
                </a:solidFill>
                <a:latin typeface="AR PL UMing HK" pitchFamily="16" charset="0"/>
              </a:rPr>
              <a:pPr eaLnBrk="1" hangingPunct="1"/>
              <a:t>155</a:t>
            </a:fld>
            <a:endParaRPr lang="en-US" altLang="zh-CN" smtClean="0">
              <a:solidFill>
                <a:srgbClr val="000000"/>
              </a:solidFill>
              <a:latin typeface="AR PL UMing HK" pitchFamily="16" charset="0"/>
            </a:endParaRPr>
          </a:p>
        </p:txBody>
      </p:sp>
      <p:sp>
        <p:nvSpPr>
          <p:cNvPr id="64515"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4516"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zh-CN" sz="1200" kern="1200" baseline="0" dirty="0" smtClean="0">
                <a:solidFill>
                  <a:srgbClr val="000000"/>
                </a:solidFill>
                <a:latin typeface="Times New Roman" pitchFamily="18" charset="0"/>
                <a:ea typeface="+mn-ea"/>
                <a:cs typeface="+mn-cs"/>
              </a:rPr>
              <a:t>Differential Linearity Error : </a:t>
            </a:r>
            <a:r>
              <a:rPr lang="zh-CN" altLang="en-US" sz="1200" kern="1200" baseline="0" dirty="0" smtClean="0">
                <a:solidFill>
                  <a:srgbClr val="000000"/>
                </a:solidFill>
                <a:latin typeface="Times New Roman" pitchFamily="18" charset="0"/>
                <a:ea typeface="+mn-ea"/>
                <a:cs typeface="+mn-cs"/>
              </a:rPr>
              <a:t>微分线性误差</a:t>
            </a:r>
            <a:endParaRPr lang="en-US" altLang="zh-CN" sz="1200" kern="1200" baseline="0" dirty="0" smtClean="0">
              <a:solidFill>
                <a:srgbClr val="000000"/>
              </a:solidFill>
              <a:latin typeface="Times New Roman" pitchFamily="18" charset="0"/>
              <a:ea typeface="+mn-ea"/>
              <a:cs typeface="+mn-cs"/>
            </a:endParaRPr>
          </a:p>
          <a:p>
            <a:r>
              <a:rPr lang="en-US" altLang="zh-CN" sz="1200" kern="1200" baseline="0" dirty="0" smtClean="0">
                <a:solidFill>
                  <a:srgbClr val="000000"/>
                </a:solidFill>
                <a:latin typeface="Times New Roman" pitchFamily="18" charset="0"/>
                <a:ea typeface="+mn-ea"/>
                <a:cs typeface="+mn-cs"/>
              </a:rPr>
              <a:t>Integral Linearity Error </a:t>
            </a:r>
            <a:r>
              <a:rPr lang="zh-CN" altLang="en-US" sz="1200" kern="1200" baseline="0" dirty="0" smtClean="0">
                <a:solidFill>
                  <a:srgbClr val="000000"/>
                </a:solidFill>
                <a:latin typeface="Times New Roman" pitchFamily="18" charset="0"/>
                <a:ea typeface="+mn-ea"/>
                <a:cs typeface="+mn-cs"/>
              </a:rPr>
              <a:t>：积分线性误差</a:t>
            </a:r>
            <a:endParaRPr lang="en-US" altLang="zh-CN" sz="1200" kern="1200" baseline="0" dirty="0" smtClean="0">
              <a:solidFill>
                <a:srgbClr val="000000"/>
              </a:solidFill>
              <a:latin typeface="Times New Roman" pitchFamily="18" charset="0"/>
              <a:ea typeface="+mn-ea"/>
              <a:cs typeface="+mn-cs"/>
            </a:endParaRPr>
          </a:p>
          <a:p>
            <a:r>
              <a:rPr lang="en-US" altLang="zh-CN" sz="1200" kern="1200" baseline="0" dirty="0" smtClean="0">
                <a:solidFill>
                  <a:srgbClr val="000000"/>
                </a:solidFill>
                <a:latin typeface="Times New Roman" pitchFamily="18" charset="0"/>
                <a:ea typeface="+mn-ea"/>
                <a:cs typeface="+mn-cs"/>
              </a:rPr>
              <a:t>LSB </a:t>
            </a:r>
            <a:r>
              <a:rPr lang="zh-CN" altLang="en-US" sz="1200" kern="1200" baseline="0" dirty="0" smtClean="0">
                <a:solidFill>
                  <a:srgbClr val="000000"/>
                </a:solidFill>
                <a:latin typeface="Times New Roman" pitchFamily="18" charset="0"/>
                <a:ea typeface="+mn-ea"/>
                <a:cs typeface="+mn-cs"/>
              </a:rPr>
              <a:t>：最低有效位  </a:t>
            </a:r>
            <a:endParaRPr lang="zh-CN" altLang="zh-CN" dirty="0" smtClean="0"/>
          </a:p>
        </p:txBody>
      </p:sp>
    </p:spTree>
    <p:extLst>
      <p:ext uri="{BB962C8B-B14F-4D97-AF65-F5344CB8AC3E}">
        <p14:creationId xmlns:p14="http://schemas.microsoft.com/office/powerpoint/2010/main" val="4897632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40EF664E-2B16-4603-BF75-D780322568B7}" type="slidenum">
              <a:rPr lang="en-US" altLang="zh-CN" smtClean="0">
                <a:solidFill>
                  <a:srgbClr val="000000"/>
                </a:solidFill>
                <a:latin typeface="AR PL UMing HK" pitchFamily="16" charset="0"/>
              </a:rPr>
              <a:pPr eaLnBrk="1" hangingPunct="1"/>
              <a:t>156</a:t>
            </a:fld>
            <a:endParaRPr lang="en-US" altLang="zh-CN" smtClean="0">
              <a:solidFill>
                <a:srgbClr val="000000"/>
              </a:solidFill>
              <a:latin typeface="AR PL UMing HK" pitchFamily="16" charset="0"/>
            </a:endParaRPr>
          </a:p>
        </p:txBody>
      </p:sp>
      <p:sp>
        <p:nvSpPr>
          <p:cNvPr id="64515"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4516"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847726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849888BA-ED92-4D34-9651-3A3C08C40663}" type="slidenum">
              <a:rPr lang="en-US" altLang="zh-CN" smtClean="0">
                <a:solidFill>
                  <a:srgbClr val="000000"/>
                </a:solidFill>
                <a:latin typeface="AR PL UMing HK" pitchFamily="16" charset="0"/>
              </a:rPr>
              <a:pPr eaLnBrk="1" hangingPunct="1"/>
              <a:t>157</a:t>
            </a:fld>
            <a:endParaRPr lang="en-US" altLang="zh-CN" smtClean="0">
              <a:solidFill>
                <a:srgbClr val="000000"/>
              </a:solidFill>
              <a:latin typeface="AR PL UMing HK" pitchFamily="16" charset="0"/>
            </a:endParaRPr>
          </a:p>
        </p:txBody>
      </p:sp>
      <p:sp>
        <p:nvSpPr>
          <p:cNvPr id="6553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4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37140822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9912F7AC-1711-452D-80A6-22D40570118A}" type="slidenum">
              <a:rPr lang="en-US" altLang="zh-CN" smtClean="0">
                <a:solidFill>
                  <a:srgbClr val="000000"/>
                </a:solidFill>
                <a:latin typeface="AR PL UMing HK" pitchFamily="16" charset="0"/>
              </a:rPr>
              <a:pPr eaLnBrk="1" hangingPunct="1"/>
              <a:t>158</a:t>
            </a:fld>
            <a:endParaRPr lang="en-US" altLang="zh-CN" smtClean="0">
              <a:solidFill>
                <a:srgbClr val="000000"/>
              </a:solidFill>
              <a:latin typeface="AR PL UMing HK" pitchFamily="16" charset="0"/>
            </a:endParaRPr>
          </a:p>
        </p:txBody>
      </p:sp>
      <p:sp>
        <p:nvSpPr>
          <p:cNvPr id="67587"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88"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9525652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0E536A19-573C-41ED-A35C-89D1EB96A3E2}" type="slidenum">
              <a:rPr lang="en-US" altLang="zh-CN" smtClean="0">
                <a:solidFill>
                  <a:srgbClr val="000000"/>
                </a:solidFill>
                <a:latin typeface="AR PL UMing HK" pitchFamily="16" charset="0"/>
              </a:rPr>
              <a:pPr eaLnBrk="1" hangingPunct="1"/>
              <a:t>159</a:t>
            </a:fld>
            <a:endParaRPr lang="en-US" altLang="zh-CN" smtClean="0">
              <a:solidFill>
                <a:srgbClr val="000000"/>
              </a:solidFill>
              <a:latin typeface="AR PL UMing HK" pitchFamily="16" charset="0"/>
            </a:endParaRPr>
          </a:p>
        </p:txBody>
      </p:sp>
      <p:sp>
        <p:nvSpPr>
          <p:cNvPr id="74755"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6"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zh-CN" dirty="0" smtClean="0"/>
              <a:t>Open drain : </a:t>
            </a:r>
            <a:r>
              <a:rPr lang="zh-CN" altLang="en-US" dirty="0" smtClean="0"/>
              <a:t>开漏  避免上拉电阻的影响</a:t>
            </a:r>
            <a:endParaRPr lang="zh-CN" altLang="zh-CN" dirty="0" smtClean="0"/>
          </a:p>
        </p:txBody>
      </p:sp>
    </p:spTree>
    <p:extLst>
      <p:ext uri="{BB962C8B-B14F-4D97-AF65-F5344CB8AC3E}">
        <p14:creationId xmlns:p14="http://schemas.microsoft.com/office/powerpoint/2010/main" val="15148750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0E536A19-573C-41ED-A35C-89D1EB96A3E2}" type="slidenum">
              <a:rPr lang="en-US" altLang="zh-CN" smtClean="0">
                <a:solidFill>
                  <a:srgbClr val="000000"/>
                </a:solidFill>
                <a:latin typeface="AR PL UMing HK" pitchFamily="16" charset="0"/>
              </a:rPr>
              <a:pPr eaLnBrk="1" hangingPunct="1"/>
              <a:t>160</a:t>
            </a:fld>
            <a:endParaRPr lang="en-US" altLang="zh-CN" smtClean="0">
              <a:solidFill>
                <a:srgbClr val="000000"/>
              </a:solidFill>
              <a:latin typeface="AR PL UMing HK" pitchFamily="16" charset="0"/>
            </a:endParaRPr>
          </a:p>
        </p:txBody>
      </p:sp>
      <p:sp>
        <p:nvSpPr>
          <p:cNvPr id="74755"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6"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9515779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161</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42735141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0E536A19-573C-41ED-A35C-89D1EB96A3E2}" type="slidenum">
              <a:rPr lang="en-US" altLang="zh-CN" smtClean="0">
                <a:solidFill>
                  <a:srgbClr val="000000"/>
                </a:solidFill>
                <a:latin typeface="AR PL UMing HK" pitchFamily="16" charset="0"/>
              </a:rPr>
              <a:pPr eaLnBrk="1" hangingPunct="1"/>
              <a:t>162</a:t>
            </a:fld>
            <a:endParaRPr lang="en-US" altLang="zh-CN" smtClean="0">
              <a:solidFill>
                <a:srgbClr val="000000"/>
              </a:solidFill>
              <a:latin typeface="AR PL UMing HK" pitchFamily="16" charset="0"/>
            </a:endParaRPr>
          </a:p>
        </p:txBody>
      </p:sp>
      <p:sp>
        <p:nvSpPr>
          <p:cNvPr id="74755"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6"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33451332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0E536A19-573C-41ED-A35C-89D1EB96A3E2}" type="slidenum">
              <a:rPr lang="en-US" altLang="zh-CN" smtClean="0">
                <a:solidFill>
                  <a:srgbClr val="000000"/>
                </a:solidFill>
                <a:latin typeface="AR PL UMing HK" pitchFamily="16" charset="0"/>
              </a:rPr>
              <a:pPr eaLnBrk="1" hangingPunct="1"/>
              <a:t>163</a:t>
            </a:fld>
            <a:endParaRPr lang="en-US" altLang="zh-CN" smtClean="0">
              <a:solidFill>
                <a:srgbClr val="000000"/>
              </a:solidFill>
              <a:latin typeface="AR PL UMing HK" pitchFamily="16" charset="0"/>
            </a:endParaRPr>
          </a:p>
        </p:txBody>
      </p:sp>
      <p:sp>
        <p:nvSpPr>
          <p:cNvPr id="74755"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6"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7178694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164</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39749016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165</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4961852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166</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dirty="0" smtClean="0"/>
          </a:p>
        </p:txBody>
      </p:sp>
    </p:spTree>
    <p:extLst>
      <p:ext uri="{BB962C8B-B14F-4D97-AF65-F5344CB8AC3E}">
        <p14:creationId xmlns:p14="http://schemas.microsoft.com/office/powerpoint/2010/main" val="3021233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167</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2873399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168</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5459824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169</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5710336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170</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8010876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171</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6532897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9912F7AC-1711-452D-80A6-22D40570118A}" type="slidenum">
              <a:rPr lang="en-US" altLang="zh-CN" smtClean="0">
                <a:solidFill>
                  <a:srgbClr val="000000"/>
                </a:solidFill>
                <a:latin typeface="AR PL UMing HK" pitchFamily="16" charset="0"/>
              </a:rPr>
              <a:pPr eaLnBrk="1" hangingPunct="1"/>
              <a:t>172</a:t>
            </a:fld>
            <a:endParaRPr lang="en-US" altLang="zh-CN" smtClean="0">
              <a:solidFill>
                <a:srgbClr val="000000"/>
              </a:solidFill>
              <a:latin typeface="AR PL UMing HK" pitchFamily="16" charset="0"/>
            </a:endParaRPr>
          </a:p>
        </p:txBody>
      </p:sp>
      <p:sp>
        <p:nvSpPr>
          <p:cNvPr id="67587"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88"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30864573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173</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41984792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174</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6560887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175</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5149262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176</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254767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177</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6750647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178</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25549199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179</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31990577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p:spPr>
        <p:txBody>
          <a:bodyPr/>
          <a:lstStyle>
            <a:lvl1pPr eaLnBrk="0" hangingPunct="0">
              <a:tabLst>
                <a:tab pos="784128" algn="l"/>
                <a:tab pos="1568257" algn="l"/>
                <a:tab pos="2352385" algn="l"/>
                <a:tab pos="3136514" algn="l"/>
              </a:tabLst>
              <a:defRPr>
                <a:solidFill>
                  <a:schemeClr val="bg1"/>
                </a:solidFill>
                <a:latin typeface="Arial" charset="0"/>
                <a:ea typeface="宋体" charset="-122"/>
              </a:defRPr>
            </a:lvl1pPr>
            <a:lvl2pPr eaLnBrk="0" hangingPunct="0">
              <a:tabLst>
                <a:tab pos="784128" algn="l"/>
                <a:tab pos="1568257" algn="l"/>
                <a:tab pos="2352385" algn="l"/>
                <a:tab pos="3136514" algn="l"/>
              </a:tabLst>
              <a:defRPr>
                <a:solidFill>
                  <a:schemeClr val="bg1"/>
                </a:solidFill>
                <a:latin typeface="Arial" charset="0"/>
                <a:ea typeface="宋体" charset="-122"/>
              </a:defRPr>
            </a:lvl2pPr>
            <a:lvl3pPr eaLnBrk="0" hangingPunct="0">
              <a:tabLst>
                <a:tab pos="784128" algn="l"/>
                <a:tab pos="1568257" algn="l"/>
                <a:tab pos="2352385" algn="l"/>
                <a:tab pos="3136514" algn="l"/>
              </a:tabLst>
              <a:defRPr>
                <a:solidFill>
                  <a:schemeClr val="bg1"/>
                </a:solidFill>
                <a:latin typeface="Arial" charset="0"/>
                <a:ea typeface="宋体" charset="-122"/>
              </a:defRPr>
            </a:lvl3pPr>
            <a:lvl4pPr eaLnBrk="0" hangingPunct="0">
              <a:tabLst>
                <a:tab pos="784128" algn="l"/>
                <a:tab pos="1568257" algn="l"/>
                <a:tab pos="2352385" algn="l"/>
                <a:tab pos="3136514" algn="l"/>
              </a:tabLst>
              <a:defRPr>
                <a:solidFill>
                  <a:schemeClr val="bg1"/>
                </a:solidFill>
                <a:latin typeface="Arial" charset="0"/>
                <a:ea typeface="宋体" charset="-122"/>
              </a:defRPr>
            </a:lvl4pPr>
            <a:lvl5pPr eaLnBrk="0" hangingPunct="0">
              <a:tabLst>
                <a:tab pos="784128" algn="l"/>
                <a:tab pos="1568257" algn="l"/>
                <a:tab pos="2352385" algn="l"/>
                <a:tab pos="3136514" algn="l"/>
              </a:tabLst>
              <a:defRPr>
                <a:solidFill>
                  <a:schemeClr val="bg1"/>
                </a:solidFill>
                <a:latin typeface="Arial" charset="0"/>
                <a:ea typeface="宋体" charset="-122"/>
              </a:defRPr>
            </a:lvl5pPr>
            <a:lvl6pPr marL="2723815"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6pPr>
            <a:lvl7pPr marL="3219054"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7pPr>
            <a:lvl8pPr marL="3714293"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8pPr>
            <a:lvl9pPr marL="4209532" indent="-247620" defTabSz="486642" eaLnBrk="0" fontAlgn="base" hangingPunct="0">
              <a:spcBef>
                <a:spcPct val="0"/>
              </a:spcBef>
              <a:spcAft>
                <a:spcPct val="0"/>
              </a:spcAft>
              <a:buClr>
                <a:srgbClr val="000000"/>
              </a:buClr>
              <a:buSzPct val="100000"/>
              <a:buFont typeface="Times New Roman" pitchFamily="16" charset="0"/>
              <a:tabLst>
                <a:tab pos="784128" algn="l"/>
                <a:tab pos="1568257" algn="l"/>
                <a:tab pos="2352385" algn="l"/>
                <a:tab pos="3136514" algn="l"/>
              </a:tabLst>
              <a:defRPr>
                <a:solidFill>
                  <a:schemeClr val="bg1"/>
                </a:solidFill>
                <a:latin typeface="Arial" charset="0"/>
                <a:ea typeface="宋体" charset="-122"/>
              </a:defRPr>
            </a:lvl9pPr>
          </a:lstStyle>
          <a:p>
            <a:pPr eaLnBrk="1" hangingPunct="1"/>
            <a:fld id="{DC69BEF8-DD1D-4BD2-8108-49CBBC949C7D}" type="slidenum">
              <a:rPr lang="en-US" altLang="zh-CN" smtClean="0">
                <a:solidFill>
                  <a:srgbClr val="000000"/>
                </a:solidFill>
                <a:latin typeface="AR PL UMing HK" pitchFamily="16" charset="0"/>
              </a:rPr>
              <a:pPr eaLnBrk="1" hangingPunct="1"/>
              <a:t>180</a:t>
            </a:fld>
            <a:endParaRPr lang="en-US" altLang="zh-CN" smtClean="0">
              <a:solidFill>
                <a:srgbClr val="000000"/>
              </a:solidFill>
              <a:latin typeface="AR PL UMing HK" pitchFamily="16" charset="0"/>
            </a:endParaRPr>
          </a:p>
        </p:txBody>
      </p:sp>
      <p:sp>
        <p:nvSpPr>
          <p:cNvPr id="75779" name="Rectangle 1"/>
          <p:cNvSpPr>
            <a:spLocks noGrp="1" noRot="1" noChangeAspect="1" noChangeArrowheads="1" noTextEdit="1"/>
          </p:cNvSpPr>
          <p:nvPr>
            <p:ph type="sldImg"/>
          </p:nvPr>
        </p:nvSpPr>
        <p:spPr>
          <a:xfrm>
            <a:off x="992188" y="768350"/>
            <a:ext cx="5114925" cy="3836988"/>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0" name="Rectangle 2"/>
          <p:cNvSpPr>
            <a:spLocks noGrp="1" noChangeArrowheads="1"/>
          </p:cNvSpPr>
          <p:nvPr>
            <p:ph type="body" idx="1"/>
          </p:nvPr>
        </p:nvSpPr>
        <p:spPr>
          <a:xfrm>
            <a:off x="709930" y="4861441"/>
            <a:ext cx="5679440" cy="46055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mtClean="0"/>
          </a:p>
        </p:txBody>
      </p:sp>
    </p:spTree>
    <p:extLst>
      <p:ext uri="{BB962C8B-B14F-4D97-AF65-F5344CB8AC3E}">
        <p14:creationId xmlns:p14="http://schemas.microsoft.com/office/powerpoint/2010/main" val="12892424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370" name="Rectangle 11"/>
          <p:cNvSpPr>
            <a:spLocks noGrp="1" noChangeArrowheads="1"/>
          </p:cNvSpPr>
          <p:nvPr>
            <p:ph type="sldNum" sz="quarter"/>
          </p:nvPr>
        </p:nvSpPr>
        <p:spPr>
          <a:noFill/>
        </p:spPr>
        <p:txBody>
          <a:bodyPr/>
          <a:lstStyle/>
          <a:p>
            <a:fld id="{5C7F0A43-62E0-455F-9A0F-A2C5030A6FAE}" type="slidenum">
              <a:rPr lang="en-US" altLang="zh-CN" smtClean="0">
                <a:latin typeface="AR PL UMing CN"/>
              </a:rPr>
              <a:pPr/>
              <a:t>181</a:t>
            </a:fld>
            <a:endParaRPr lang="en-US" altLang="zh-CN" smtClean="0">
              <a:latin typeface="AR PL UMing CN"/>
            </a:endParaRPr>
          </a:p>
        </p:txBody>
      </p:sp>
      <p:sp>
        <p:nvSpPr>
          <p:cNvPr id="186371" name="Text Box 1"/>
          <p:cNvSpPr txBox="1">
            <a:spLocks noChangeArrowheads="1"/>
          </p:cNvSpPr>
          <p:nvPr/>
        </p:nvSpPr>
        <p:spPr bwMode="auto">
          <a:xfrm>
            <a:off x="1183217" y="767596"/>
            <a:ext cx="4732867" cy="3837980"/>
          </a:xfrm>
          <a:prstGeom prst="rect">
            <a:avLst/>
          </a:prstGeom>
          <a:solidFill>
            <a:srgbClr val="FFFFFF"/>
          </a:solidFill>
          <a:ln w="9360">
            <a:solidFill>
              <a:srgbClr val="000000"/>
            </a:solidFill>
            <a:miter lim="800000"/>
            <a:headEnd/>
            <a:tailEnd/>
          </a:ln>
        </p:spPr>
        <p:txBody>
          <a:bodyPr wrap="none" lIns="99048" tIns="49524" rIns="99048" bIns="49524" anchor="ctr"/>
          <a:lstStyle/>
          <a:p>
            <a:pPr algn="r">
              <a:buClr>
                <a:srgbClr val="000000"/>
              </a:buClr>
              <a:buSzPct val="100000"/>
              <a:buFont typeface="Arial" pitchFamily="34" charset="0"/>
              <a:buNone/>
            </a:pPr>
            <a:endParaRPr lang="zh-CN" altLang="en-US"/>
          </a:p>
        </p:txBody>
      </p:sp>
      <p:sp>
        <p:nvSpPr>
          <p:cNvPr id="186372" name="Rectangle 2"/>
          <p:cNvSpPr>
            <a:spLocks noGrp="1" noChangeArrowheads="1"/>
          </p:cNvSpPr>
          <p:nvPr>
            <p:ph type="body"/>
          </p:nvPr>
        </p:nvSpPr>
        <p:spPr>
          <a:xfrm>
            <a:off x="709930" y="4861441"/>
            <a:ext cx="5672867" cy="4598468"/>
          </a:xfrm>
          <a:noFill/>
          <a:ln/>
        </p:spPr>
        <p:txBody>
          <a:bodyPr wrap="none" anchor="ctr"/>
          <a:lstStyle/>
          <a:p>
            <a:endParaRPr lang="zh-CN" altLang="en-US" dirty="0" smtClean="0"/>
          </a:p>
        </p:txBody>
      </p:sp>
    </p:spTree>
    <p:extLst>
      <p:ext uri="{BB962C8B-B14F-4D97-AF65-F5344CB8AC3E}">
        <p14:creationId xmlns:p14="http://schemas.microsoft.com/office/powerpoint/2010/main" val="141329874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pPr>
                <a:defRPr/>
              </a:pPr>
              <a:t>183</a:t>
            </a:fld>
            <a:endParaRPr lang="en-US"/>
          </a:p>
        </p:txBody>
      </p:sp>
    </p:spTree>
    <p:extLst>
      <p:ext uri="{BB962C8B-B14F-4D97-AF65-F5344CB8AC3E}">
        <p14:creationId xmlns:p14="http://schemas.microsoft.com/office/powerpoint/2010/main" val="33016183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对</a:t>
            </a:r>
            <a:r>
              <a:rPr lang="en-US" altLang="zh-CN" dirty="0" err="1" smtClean="0"/>
              <a:t>gd</a:t>
            </a:r>
            <a:r>
              <a:rPr lang="zh-CN" altLang="en-US" dirty="0" smtClean="0"/>
              <a:t>指向的</a:t>
            </a:r>
            <a:r>
              <a:rPr lang="en-US" altLang="zh-CN" dirty="0" err="1" smtClean="0"/>
              <a:t>struct</a:t>
            </a:r>
            <a:r>
              <a:rPr lang="en-US" altLang="zh-CN" baseline="0" dirty="0" smtClean="0"/>
              <a:t> </a:t>
            </a:r>
            <a:r>
              <a:rPr lang="en-US" altLang="zh-CN" baseline="0" dirty="0" err="1" smtClean="0"/>
              <a:t>gendisk</a:t>
            </a:r>
            <a:r>
              <a:rPr lang="zh-CN" altLang="en-US" baseline="0" dirty="0" smtClean="0"/>
              <a:t>中的成员赋值后方可</a:t>
            </a:r>
            <a:r>
              <a:rPr lang="en-US" altLang="zh-CN" baseline="0" dirty="0" err="1" smtClean="0"/>
              <a:t>add_disk</a:t>
            </a:r>
            <a:r>
              <a:rPr lang="zh-CN" altLang="en-US" baseline="0" dirty="0" smtClean="0"/>
              <a:t>。一般在加载函数中调用</a:t>
            </a:r>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pPr>
                <a:defRPr/>
              </a:pPr>
              <a:t>196</a:t>
            </a:fld>
            <a:endParaRPr lang="en-US"/>
          </a:p>
        </p:txBody>
      </p:sp>
    </p:spTree>
    <p:extLst>
      <p:ext uri="{BB962C8B-B14F-4D97-AF65-F5344CB8AC3E}">
        <p14:creationId xmlns:p14="http://schemas.microsoft.com/office/powerpoint/2010/main" val="12387882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一般在卸载函数中调用</a:t>
            </a:r>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pPr>
                <a:defRPr/>
              </a:pPr>
              <a:t>197</a:t>
            </a:fld>
            <a:endParaRPr lang="en-US"/>
          </a:p>
        </p:txBody>
      </p:sp>
    </p:spTree>
    <p:extLst>
      <p:ext uri="{BB962C8B-B14F-4D97-AF65-F5344CB8AC3E}">
        <p14:creationId xmlns:p14="http://schemas.microsoft.com/office/powerpoint/2010/main" val="42448045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设置设备包含的以内核扇区为单位的个数</a:t>
            </a:r>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pPr>
                <a:defRPr/>
              </a:pPr>
              <a:t>199</a:t>
            </a:fld>
            <a:endParaRPr lang="en-US"/>
          </a:p>
        </p:txBody>
      </p:sp>
    </p:spTree>
    <p:extLst>
      <p:ext uri="{BB962C8B-B14F-4D97-AF65-F5344CB8AC3E}">
        <p14:creationId xmlns:p14="http://schemas.microsoft.com/office/powerpoint/2010/main" val="3343174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根据设备不同的访问要求对</a:t>
            </a:r>
            <a:r>
              <a:rPr lang="en-US" altLang="zh-CN" dirty="0" smtClean="0"/>
              <a:t>request</a:t>
            </a:r>
            <a:r>
              <a:rPr lang="zh-CN" altLang="en-US" dirty="0" smtClean="0"/>
              <a:t>队列进行配置</a:t>
            </a:r>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pPr>
                <a:defRPr/>
              </a:pPr>
              <a:t>201</a:t>
            </a:fld>
            <a:endParaRPr lang="en-US"/>
          </a:p>
        </p:txBody>
      </p:sp>
    </p:spTree>
    <p:extLst>
      <p:ext uri="{BB962C8B-B14F-4D97-AF65-F5344CB8AC3E}">
        <p14:creationId xmlns:p14="http://schemas.microsoft.com/office/powerpoint/2010/main" val="278974138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请求处理函数和请求构造函数</a:t>
            </a:r>
            <a:endParaRPr lang="zh-CN" altLang="en-US" dirty="0"/>
          </a:p>
        </p:txBody>
      </p:sp>
      <p:sp>
        <p:nvSpPr>
          <p:cNvPr id="4" name="灯片编号占位符 3"/>
          <p:cNvSpPr>
            <a:spLocks noGrp="1"/>
          </p:cNvSpPr>
          <p:nvPr>
            <p:ph type="sldNum" idx="10"/>
          </p:nvPr>
        </p:nvSpPr>
        <p:spPr/>
        <p:txBody>
          <a:bodyPr/>
          <a:lstStyle/>
          <a:p>
            <a:pPr>
              <a:defRPr/>
            </a:pPr>
            <a:fld id="{D48F374F-3BCE-4877-8598-0831DF0B92DA}" type="slidenum">
              <a:rPr lang="en-US" smtClean="0"/>
              <a:pPr>
                <a:defRPr/>
              </a:pPr>
              <a:t>202</a:t>
            </a:fld>
            <a:endParaRPr lang="en-US"/>
          </a:p>
        </p:txBody>
      </p:sp>
    </p:spTree>
    <p:extLst>
      <p:ext uri="{BB962C8B-B14F-4D97-AF65-F5344CB8AC3E}">
        <p14:creationId xmlns:p14="http://schemas.microsoft.com/office/powerpoint/2010/main" val="7583643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txBox="1">
            <a:spLocks noGrp="1" noChangeArrowheads="1"/>
          </p:cNvSpPr>
          <p:nvPr/>
        </p:nvSpPr>
        <p:spPr bwMode="auto">
          <a:xfrm>
            <a:off x="4022937" y="9722882"/>
            <a:ext cx="3076363" cy="511731"/>
          </a:xfrm>
          <a:prstGeom prst="rect">
            <a:avLst/>
          </a:prstGeom>
          <a:noFill/>
          <a:ln w="9525">
            <a:noFill/>
            <a:miter lim="800000"/>
            <a:headEnd/>
            <a:tailEnd/>
          </a:ln>
        </p:spPr>
        <p:txBody>
          <a:bodyPr lIns="99048" tIns="49524" rIns="99048" bIns="49524" anchor="b"/>
          <a:lstStyle/>
          <a:p>
            <a:pPr algn="r" latinLnBrk="1"/>
            <a:fld id="{F217A776-973A-4D9A-9AE1-EAA2DD5000F7}" type="slidenum">
              <a:rPr kumimoji="1" lang="en-US" altLang="zh-CN" sz="1300">
                <a:latin typeface="Times New Roman" pitchFamily="18" charset="0"/>
              </a:rPr>
              <a:pPr algn="r" latinLnBrk="1"/>
              <a:t>220</a:t>
            </a:fld>
            <a:endParaRPr kumimoji="1" lang="en-US" altLang="zh-CN" sz="1300" dirty="0">
              <a:latin typeface="Times New Roman" pitchFamily="18" charset="0"/>
            </a:endParaRPr>
          </a:p>
        </p:txBody>
      </p:sp>
      <p:sp>
        <p:nvSpPr>
          <p:cNvPr id="304131" name="Rectangle 2"/>
          <p:cNvSpPr>
            <a:spLocks noGrp="1" noRot="1" noChangeAspect="1" noChangeArrowheads="1" noTextEdit="1"/>
          </p:cNvSpPr>
          <p:nvPr>
            <p:ph type="sldImg"/>
          </p:nvPr>
        </p:nvSpPr>
        <p:spPr>
          <a:ln/>
        </p:spPr>
      </p:sp>
      <p:sp>
        <p:nvSpPr>
          <p:cNvPr id="304132" name="Rectangle 3"/>
          <p:cNvSpPr>
            <a:spLocks noGrp="1" noChangeArrowheads="1"/>
          </p:cNvSpPr>
          <p:nvPr>
            <p:ph type="body" idx="1"/>
          </p:nvPr>
        </p:nvSpPr>
        <p:spPr>
          <a:xfrm>
            <a:off x="946574" y="4861441"/>
            <a:ext cx="5206153" cy="4605576"/>
          </a:xfrm>
          <a:noFill/>
          <a:ln/>
        </p:spPr>
        <p:txBody>
          <a:bodyPr/>
          <a:lstStyle/>
          <a:p>
            <a:pPr eaLnBrk="1" hangingPunct="1"/>
            <a:r>
              <a:rPr lang="en-US" altLang="zh-CN" smtClean="0">
                <a:latin typeface="Arial" pitchFamily="34" charset="0"/>
              </a:rPr>
              <a:t>OSI</a:t>
            </a:r>
            <a:r>
              <a:rPr lang="zh-CN" altLang="en-US" smtClean="0">
                <a:latin typeface="Arial" pitchFamily="34" charset="0"/>
              </a:rPr>
              <a:t>模型基于国际标准化组织（</a:t>
            </a:r>
            <a:r>
              <a:rPr lang="en-US" altLang="zh-CN" smtClean="0">
                <a:latin typeface="Arial" pitchFamily="34" charset="0"/>
              </a:rPr>
              <a:t>ISO</a:t>
            </a:r>
            <a:r>
              <a:rPr lang="zh-CN" altLang="en-US" smtClean="0">
                <a:latin typeface="Arial" pitchFamily="34" charset="0"/>
              </a:rPr>
              <a:t>）的建议，作为各种层上使用协议国际标准化的第一步而发展起来的（</a:t>
            </a:r>
            <a:r>
              <a:rPr lang="en-US" altLang="zh-CN" smtClean="0">
                <a:latin typeface="Arial" pitchFamily="34" charset="0"/>
              </a:rPr>
              <a:t>Day</a:t>
            </a:r>
            <a:r>
              <a:rPr lang="zh-CN" altLang="en-US" smtClean="0">
                <a:latin typeface="Arial" pitchFamily="34" charset="0"/>
              </a:rPr>
              <a:t>和</a:t>
            </a:r>
            <a:r>
              <a:rPr lang="en-US" altLang="zh-CN" smtClean="0">
                <a:latin typeface="Arial" pitchFamily="34" charset="0"/>
              </a:rPr>
              <a:t>Zimmermann</a:t>
            </a:r>
            <a:r>
              <a:rPr lang="zh-CN" altLang="en-US" smtClean="0">
                <a:latin typeface="Arial" pitchFamily="34" charset="0"/>
              </a:rPr>
              <a:t>，</a:t>
            </a:r>
            <a:r>
              <a:rPr lang="en-US" altLang="zh-CN" smtClean="0">
                <a:latin typeface="Arial" pitchFamily="34" charset="0"/>
              </a:rPr>
              <a:t>1983</a:t>
            </a:r>
            <a:r>
              <a:rPr lang="zh-CN" altLang="en-US" smtClean="0">
                <a:latin typeface="Arial" pitchFamily="34" charset="0"/>
              </a:rPr>
              <a:t>），被成为</a:t>
            </a:r>
            <a:r>
              <a:rPr lang="en-US" altLang="zh-CN" smtClean="0">
                <a:latin typeface="Arial" pitchFamily="34" charset="0"/>
              </a:rPr>
              <a:t>ISO OSI</a:t>
            </a:r>
            <a:r>
              <a:rPr lang="zh-CN" altLang="en-US" smtClean="0">
                <a:latin typeface="Arial" pitchFamily="34" charset="0"/>
              </a:rPr>
              <a:t>开发系统互连参考模型（</a:t>
            </a:r>
            <a:r>
              <a:rPr lang="en-US" altLang="zh-CN" smtClean="0">
                <a:latin typeface="Arial" pitchFamily="34" charset="0"/>
              </a:rPr>
              <a:t>open system interconnection reference model</a:t>
            </a:r>
            <a:r>
              <a:rPr lang="zh-CN" altLang="en-US" smtClean="0">
                <a:latin typeface="Arial" pitchFamily="34" charset="0"/>
              </a:rPr>
              <a:t>）。</a:t>
            </a:r>
            <a:r>
              <a:rPr lang="en-US" altLang="zh-CN" smtClean="0">
                <a:latin typeface="Arial" pitchFamily="34" charset="0"/>
              </a:rPr>
              <a:t>OSI</a:t>
            </a:r>
            <a:r>
              <a:rPr lang="zh-CN" altLang="en-US" smtClean="0">
                <a:latin typeface="Arial" pitchFamily="34" charset="0"/>
              </a:rPr>
              <a:t>从下到上共包括物理层（</a:t>
            </a:r>
            <a:r>
              <a:rPr lang="en-US" altLang="zh-CN" smtClean="0">
                <a:latin typeface="Arial" pitchFamily="34" charset="0"/>
              </a:rPr>
              <a:t>physical layer</a:t>
            </a:r>
            <a:r>
              <a:rPr lang="zh-CN" altLang="en-US" smtClean="0">
                <a:latin typeface="Arial" pitchFamily="34" charset="0"/>
              </a:rPr>
              <a:t>）、数据链路层（</a:t>
            </a:r>
            <a:r>
              <a:rPr lang="en-US" altLang="zh-CN" smtClean="0">
                <a:latin typeface="Arial" pitchFamily="34" charset="0"/>
              </a:rPr>
              <a:t>data linker layer</a:t>
            </a:r>
            <a:r>
              <a:rPr lang="zh-CN" altLang="en-US" smtClean="0">
                <a:latin typeface="Arial" pitchFamily="34" charset="0"/>
              </a:rPr>
              <a:t>）、网络层（</a:t>
            </a:r>
            <a:r>
              <a:rPr lang="en-US" altLang="zh-CN" smtClean="0">
                <a:latin typeface="Arial" pitchFamily="34" charset="0"/>
              </a:rPr>
              <a:t>network layer</a:t>
            </a:r>
            <a:r>
              <a:rPr lang="zh-CN" altLang="en-US" smtClean="0">
                <a:latin typeface="Arial" pitchFamily="34" charset="0"/>
              </a:rPr>
              <a:t>）、传输层（</a:t>
            </a:r>
            <a:r>
              <a:rPr lang="en-US" altLang="zh-CN" smtClean="0">
                <a:latin typeface="Arial" pitchFamily="34" charset="0"/>
              </a:rPr>
              <a:t>transport layer</a:t>
            </a:r>
            <a:r>
              <a:rPr lang="zh-CN" altLang="en-US" smtClean="0">
                <a:latin typeface="Arial" pitchFamily="34" charset="0"/>
              </a:rPr>
              <a:t>）、会话层（</a:t>
            </a:r>
            <a:r>
              <a:rPr lang="en-US" altLang="zh-CN" smtClean="0">
                <a:latin typeface="Arial" pitchFamily="34" charset="0"/>
              </a:rPr>
              <a:t>session layer</a:t>
            </a:r>
            <a:r>
              <a:rPr lang="zh-CN" altLang="en-US" smtClean="0">
                <a:latin typeface="Arial" pitchFamily="34" charset="0"/>
              </a:rPr>
              <a:t>）、表示层（</a:t>
            </a:r>
            <a:r>
              <a:rPr lang="en-US" altLang="zh-CN" smtClean="0">
                <a:latin typeface="Arial" pitchFamily="34" charset="0"/>
              </a:rPr>
              <a:t>presentation layer</a:t>
            </a:r>
            <a:r>
              <a:rPr lang="zh-CN" altLang="en-US" smtClean="0">
                <a:latin typeface="Arial" pitchFamily="34" charset="0"/>
              </a:rPr>
              <a:t>）、应用层（</a:t>
            </a:r>
            <a:r>
              <a:rPr lang="en-US" altLang="zh-CN" smtClean="0">
                <a:latin typeface="Arial" pitchFamily="34" charset="0"/>
              </a:rPr>
              <a:t>application layer</a:t>
            </a:r>
            <a:r>
              <a:rPr lang="zh-CN" altLang="en-US" smtClean="0">
                <a:latin typeface="Arial" pitchFamily="34" charset="0"/>
              </a:rPr>
              <a:t>）七部分并且规定各层的协议和接口标准，如表</a:t>
            </a:r>
            <a:r>
              <a:rPr lang="en-US" altLang="zh-CN" smtClean="0">
                <a:latin typeface="Arial" pitchFamily="34" charset="0"/>
              </a:rPr>
              <a:t>1</a:t>
            </a:r>
            <a:r>
              <a:rPr lang="zh-CN" altLang="en-US" smtClean="0">
                <a:latin typeface="Arial" pitchFamily="34" charset="0"/>
              </a:rPr>
              <a:t>左侧所示。</a:t>
            </a:r>
            <a:r>
              <a:rPr lang="en-US" altLang="zh-CN" smtClean="0">
                <a:latin typeface="Arial" pitchFamily="34" charset="0"/>
              </a:rPr>
              <a:t>OSI</a:t>
            </a:r>
            <a:r>
              <a:rPr lang="zh-CN" altLang="en-US" smtClean="0">
                <a:latin typeface="Arial" pitchFamily="34" charset="0"/>
              </a:rPr>
              <a:t>参考模型对通信所需要的功能进行了很好的总结。</a:t>
            </a:r>
            <a:br>
              <a:rPr lang="zh-CN" altLang="en-US" smtClean="0">
                <a:latin typeface="Arial" pitchFamily="34" charset="0"/>
              </a:rPr>
            </a:br>
            <a:endParaRPr lang="zh-CN" altLang="en-US" smtClean="0">
              <a:latin typeface="Arial" pitchFamily="34" charset="0"/>
            </a:endParaRPr>
          </a:p>
        </p:txBody>
      </p:sp>
    </p:spTree>
    <p:extLst>
      <p:ext uri="{BB962C8B-B14F-4D97-AF65-F5344CB8AC3E}">
        <p14:creationId xmlns:p14="http://schemas.microsoft.com/office/powerpoint/2010/main" val="226741115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txBox="1">
            <a:spLocks noGrp="1" noChangeArrowheads="1"/>
          </p:cNvSpPr>
          <p:nvPr/>
        </p:nvSpPr>
        <p:spPr bwMode="auto">
          <a:xfrm>
            <a:off x="4022937" y="9722882"/>
            <a:ext cx="3076363" cy="511731"/>
          </a:xfrm>
          <a:prstGeom prst="rect">
            <a:avLst/>
          </a:prstGeom>
          <a:noFill/>
          <a:ln w="9525">
            <a:noFill/>
            <a:miter lim="800000"/>
            <a:headEnd/>
            <a:tailEnd/>
          </a:ln>
        </p:spPr>
        <p:txBody>
          <a:bodyPr lIns="99048" tIns="49524" rIns="99048" bIns="49524" anchor="b"/>
          <a:lstStyle/>
          <a:p>
            <a:pPr algn="r" latinLnBrk="1"/>
            <a:fld id="{86957CA9-7124-46F1-AEA9-A706FEFF3EB5}" type="slidenum">
              <a:rPr kumimoji="1" lang="en-US" altLang="zh-CN" sz="1300">
                <a:latin typeface="Times New Roman" pitchFamily="18" charset="0"/>
              </a:rPr>
              <a:pPr algn="r" latinLnBrk="1"/>
              <a:t>221</a:t>
            </a:fld>
            <a:endParaRPr kumimoji="1" lang="en-US" altLang="zh-CN" sz="1300" dirty="0">
              <a:latin typeface="Times New Roman" pitchFamily="18" charset="0"/>
            </a:endParaRPr>
          </a:p>
        </p:txBody>
      </p:sp>
      <p:sp>
        <p:nvSpPr>
          <p:cNvPr id="306179" name="Rectangle 2"/>
          <p:cNvSpPr>
            <a:spLocks noGrp="1" noRot="1" noChangeAspect="1" noChangeArrowheads="1" noTextEdit="1"/>
          </p:cNvSpPr>
          <p:nvPr>
            <p:ph type="sldImg"/>
          </p:nvPr>
        </p:nvSpPr>
        <p:spPr>
          <a:ln/>
        </p:spPr>
      </p:sp>
      <p:sp>
        <p:nvSpPr>
          <p:cNvPr id="306180" name="Rectangle 3"/>
          <p:cNvSpPr>
            <a:spLocks noGrp="1" noChangeArrowheads="1"/>
          </p:cNvSpPr>
          <p:nvPr>
            <p:ph type="body" idx="1"/>
          </p:nvPr>
        </p:nvSpPr>
        <p:spPr>
          <a:xfrm>
            <a:off x="946574" y="4861441"/>
            <a:ext cx="5206153" cy="4605576"/>
          </a:xfrm>
          <a:noFill/>
          <a:ln/>
        </p:spPr>
        <p:txBody>
          <a:bodyPr/>
          <a:lstStyle/>
          <a:p>
            <a:pPr eaLnBrk="1" hangingPunct="1"/>
            <a:r>
              <a:rPr lang="zh-CN" altLang="en-US" smtClean="0">
                <a:latin typeface="Arial" pitchFamily="34" charset="0"/>
              </a:rPr>
              <a:t>　</a:t>
            </a:r>
            <a:r>
              <a:rPr lang="en-US" altLang="zh-CN" smtClean="0">
                <a:latin typeface="Arial" pitchFamily="34" charset="0"/>
              </a:rPr>
              <a:t>TCP/IP</a:t>
            </a:r>
            <a:r>
              <a:rPr lang="zh-CN" altLang="en-US" smtClean="0">
                <a:latin typeface="Arial" pitchFamily="34" charset="0"/>
              </a:rPr>
              <a:t>参考模型是最早的计算机网络</a:t>
            </a:r>
            <a:r>
              <a:rPr lang="en-US" altLang="zh-CN" smtClean="0">
                <a:latin typeface="Arial" pitchFamily="34" charset="0"/>
              </a:rPr>
              <a:t>ARPANET</a:t>
            </a:r>
            <a:r>
              <a:rPr lang="zh-CN" altLang="en-US" smtClean="0">
                <a:latin typeface="Arial" pitchFamily="34" charset="0"/>
              </a:rPr>
              <a:t>及其以后的</a:t>
            </a:r>
            <a:r>
              <a:rPr lang="en-US" altLang="zh-CN" smtClean="0">
                <a:latin typeface="Arial" pitchFamily="34" charset="0"/>
              </a:rPr>
              <a:t>Internet</a:t>
            </a:r>
            <a:r>
              <a:rPr lang="zh-CN" altLang="en-US" smtClean="0">
                <a:latin typeface="Arial" pitchFamily="34" charset="0"/>
              </a:rPr>
              <a:t>使用的参考模型，是一个事实上模型。这个体系的主要两个协议是：</a:t>
            </a:r>
            <a:r>
              <a:rPr lang="en-US" altLang="zh-CN" smtClean="0">
                <a:latin typeface="Arial" pitchFamily="34" charset="0"/>
              </a:rPr>
              <a:t>TCP/IP</a:t>
            </a:r>
            <a:r>
              <a:rPr lang="zh-CN" altLang="en-US" smtClean="0">
                <a:latin typeface="Arial" pitchFamily="34" charset="0"/>
              </a:rPr>
              <a:t>协议。</a:t>
            </a:r>
            <a:r>
              <a:rPr lang="en-US" altLang="zh-CN" smtClean="0">
                <a:latin typeface="Arial" pitchFamily="34" charset="0"/>
              </a:rPr>
              <a:t>OSI</a:t>
            </a:r>
            <a:r>
              <a:rPr lang="zh-CN" altLang="en-US" smtClean="0">
                <a:latin typeface="Arial" pitchFamily="34" charset="0"/>
              </a:rPr>
              <a:t>模型的具体分层以及各层主要协议如表</a:t>
            </a:r>
            <a:r>
              <a:rPr lang="en-US" altLang="zh-CN" smtClean="0">
                <a:latin typeface="Arial" pitchFamily="34" charset="0"/>
              </a:rPr>
              <a:t>1</a:t>
            </a:r>
            <a:r>
              <a:rPr lang="zh-CN" altLang="en-US" smtClean="0">
                <a:latin typeface="Arial" pitchFamily="34" charset="0"/>
              </a:rPr>
              <a:t>右侧所示。其中</a:t>
            </a:r>
            <a:r>
              <a:rPr lang="en-US" altLang="zh-CN" smtClean="0">
                <a:latin typeface="Arial" pitchFamily="34" charset="0"/>
              </a:rPr>
              <a:t>IP</a:t>
            </a:r>
            <a:r>
              <a:rPr lang="zh-CN" altLang="en-US" smtClean="0">
                <a:latin typeface="Arial" pitchFamily="34" charset="0"/>
              </a:rPr>
              <a:t>协议提供分组交换服务；</a:t>
            </a:r>
            <a:r>
              <a:rPr lang="en-US" altLang="zh-CN" smtClean="0">
                <a:latin typeface="Arial" pitchFamily="34" charset="0"/>
              </a:rPr>
              <a:t>TCP</a:t>
            </a:r>
            <a:r>
              <a:rPr lang="zh-CN" altLang="en-US" smtClean="0">
                <a:latin typeface="Arial" pitchFamily="34" charset="0"/>
              </a:rPr>
              <a:t>协议提供面向连接服务；</a:t>
            </a:r>
            <a:r>
              <a:rPr lang="en-US" altLang="zh-CN" smtClean="0">
                <a:latin typeface="Arial" pitchFamily="34" charset="0"/>
              </a:rPr>
              <a:t>UDP</a:t>
            </a:r>
            <a:r>
              <a:rPr lang="zh-CN" altLang="en-US" smtClean="0">
                <a:latin typeface="Arial" pitchFamily="34" charset="0"/>
              </a:rPr>
              <a:t>协议提供面向无连接服务。与</a:t>
            </a:r>
            <a:r>
              <a:rPr lang="en-US" altLang="zh-CN" smtClean="0">
                <a:latin typeface="Arial" pitchFamily="34" charset="0"/>
              </a:rPr>
              <a:t>OSI</a:t>
            </a:r>
            <a:r>
              <a:rPr lang="zh-CN" altLang="en-US" smtClean="0">
                <a:latin typeface="Arial" pitchFamily="34" charset="0"/>
              </a:rPr>
              <a:t>模型相比，</a:t>
            </a:r>
            <a:r>
              <a:rPr lang="en-US" altLang="zh-CN" smtClean="0">
                <a:latin typeface="Arial" pitchFamily="34" charset="0"/>
              </a:rPr>
              <a:t>TCP/IP</a:t>
            </a:r>
            <a:r>
              <a:rPr lang="zh-CN" altLang="en-US" smtClean="0">
                <a:latin typeface="Arial" pitchFamily="34" charset="0"/>
              </a:rPr>
              <a:t>模型没有会话层和表示层。</a:t>
            </a:r>
            <a:br>
              <a:rPr lang="zh-CN" altLang="en-US" smtClean="0">
                <a:latin typeface="Arial" pitchFamily="34" charset="0"/>
              </a:rPr>
            </a:br>
            <a:r>
              <a:rPr lang="zh-CN" altLang="en-US" smtClean="0">
                <a:latin typeface="Arial" pitchFamily="34" charset="0"/>
              </a:rPr>
              <a:t>　两种模型的比较：</a:t>
            </a:r>
            <a:br>
              <a:rPr lang="zh-CN" altLang="en-US" smtClean="0">
                <a:latin typeface="Arial" pitchFamily="34" charset="0"/>
              </a:rPr>
            </a:br>
            <a:r>
              <a:rPr lang="zh-CN" altLang="en-US" smtClean="0">
                <a:latin typeface="Arial" pitchFamily="34" charset="0"/>
              </a:rPr>
              <a:t>　　</a:t>
            </a:r>
            <a:r>
              <a:rPr lang="en-US" altLang="zh-CN" smtClean="0">
                <a:latin typeface="Arial" pitchFamily="34" charset="0"/>
              </a:rPr>
              <a:t>1</a:t>
            </a:r>
            <a:r>
              <a:rPr lang="zh-CN" altLang="en-US" smtClean="0">
                <a:latin typeface="Arial" pitchFamily="34" charset="0"/>
              </a:rPr>
              <a:t>、 分层模型存在差别。</a:t>
            </a:r>
            <a:r>
              <a:rPr lang="en-US" altLang="zh-CN" smtClean="0">
                <a:latin typeface="Arial" pitchFamily="34" charset="0"/>
              </a:rPr>
              <a:t>TCP/IP</a:t>
            </a:r>
            <a:r>
              <a:rPr lang="zh-CN" altLang="en-US" smtClean="0">
                <a:latin typeface="Arial" pitchFamily="34" charset="0"/>
              </a:rPr>
              <a:t>模型没有会话层和表示层，并且数据链路层和物理层合而为一。造成这样的区别的原因在于：前者是以：“通信协议的必要功能是什么？”这个问题未中心，再进行模型化；而后者是以：“为了将协议实际安装到计算机中如何进行编程最好？”这个问题为中心，再进行模型化的。所以，</a:t>
            </a:r>
            <a:r>
              <a:rPr lang="en-US" altLang="zh-CN" smtClean="0">
                <a:latin typeface="Arial" pitchFamily="34" charset="0"/>
              </a:rPr>
              <a:t>TCP/IP</a:t>
            </a:r>
            <a:r>
              <a:rPr lang="zh-CN" altLang="en-US" smtClean="0">
                <a:latin typeface="Arial" pitchFamily="34" charset="0"/>
              </a:rPr>
              <a:t>的实用性强。</a:t>
            </a:r>
            <a:br>
              <a:rPr lang="zh-CN" altLang="en-US" smtClean="0">
                <a:latin typeface="Arial" pitchFamily="34" charset="0"/>
              </a:rPr>
            </a:br>
            <a:r>
              <a:rPr lang="zh-CN" altLang="en-US" smtClean="0">
                <a:latin typeface="Arial" pitchFamily="34" charset="0"/>
              </a:rPr>
              <a:t>　　</a:t>
            </a:r>
            <a:r>
              <a:rPr lang="en-US" altLang="zh-CN" smtClean="0">
                <a:latin typeface="Arial" pitchFamily="34" charset="0"/>
              </a:rPr>
              <a:t>2</a:t>
            </a:r>
            <a:r>
              <a:rPr lang="zh-CN" altLang="en-US" smtClean="0">
                <a:latin typeface="Arial" pitchFamily="34" charset="0"/>
              </a:rPr>
              <a:t>、 </a:t>
            </a:r>
            <a:r>
              <a:rPr lang="en-US" altLang="zh-CN" smtClean="0">
                <a:latin typeface="Arial" pitchFamily="34" charset="0"/>
              </a:rPr>
              <a:t>OSI</a:t>
            </a:r>
            <a:r>
              <a:rPr lang="zh-CN" altLang="en-US" smtClean="0">
                <a:latin typeface="Arial" pitchFamily="34" charset="0"/>
              </a:rPr>
              <a:t>模型有</a:t>
            </a:r>
            <a:r>
              <a:rPr lang="en-US" altLang="zh-CN" smtClean="0">
                <a:latin typeface="Arial" pitchFamily="34" charset="0"/>
              </a:rPr>
              <a:t>3</a:t>
            </a:r>
            <a:r>
              <a:rPr lang="zh-CN" altLang="en-US" smtClean="0">
                <a:latin typeface="Arial" pitchFamily="34" charset="0"/>
              </a:rPr>
              <a:t>个主要明确概念：服务、接口、协议。而</a:t>
            </a:r>
            <a:r>
              <a:rPr lang="en-US" altLang="zh-CN" smtClean="0">
                <a:latin typeface="Arial" pitchFamily="34" charset="0"/>
              </a:rPr>
              <a:t>TCP/IP</a:t>
            </a:r>
            <a:r>
              <a:rPr lang="zh-CN" altLang="en-US" smtClean="0">
                <a:latin typeface="Arial" pitchFamily="34" charset="0"/>
              </a:rPr>
              <a:t>参考模型最初没有明确区分这三者。这是</a:t>
            </a:r>
            <a:r>
              <a:rPr lang="en-US" altLang="zh-CN" smtClean="0">
                <a:latin typeface="Arial" pitchFamily="34" charset="0"/>
              </a:rPr>
              <a:t>OSI</a:t>
            </a:r>
            <a:r>
              <a:rPr lang="zh-CN" altLang="en-US" smtClean="0">
                <a:latin typeface="Arial" pitchFamily="34" charset="0"/>
              </a:rPr>
              <a:t>模型最大的贡献。</a:t>
            </a:r>
            <a:br>
              <a:rPr lang="zh-CN" altLang="en-US" smtClean="0">
                <a:latin typeface="Arial" pitchFamily="34" charset="0"/>
              </a:rPr>
            </a:br>
            <a:r>
              <a:rPr lang="zh-CN" altLang="en-US" smtClean="0">
                <a:latin typeface="Arial" pitchFamily="34" charset="0"/>
              </a:rPr>
              <a:t>　　</a:t>
            </a:r>
            <a:r>
              <a:rPr lang="en-US" altLang="zh-CN" smtClean="0">
                <a:latin typeface="Arial" pitchFamily="34" charset="0"/>
              </a:rPr>
              <a:t>3</a:t>
            </a:r>
            <a:r>
              <a:rPr lang="zh-CN" altLang="en-US" smtClean="0">
                <a:latin typeface="Arial" pitchFamily="34" charset="0"/>
              </a:rPr>
              <a:t>、 </a:t>
            </a:r>
            <a:r>
              <a:rPr lang="en-US" altLang="zh-CN" smtClean="0">
                <a:latin typeface="Arial" pitchFamily="34" charset="0"/>
              </a:rPr>
              <a:t>TCP/IP</a:t>
            </a:r>
            <a:r>
              <a:rPr lang="zh-CN" altLang="en-US" smtClean="0">
                <a:latin typeface="Arial" pitchFamily="34" charset="0"/>
              </a:rPr>
              <a:t>模型一开就考虑通用连接（</a:t>
            </a:r>
            <a:r>
              <a:rPr lang="en-US" altLang="zh-CN" smtClean="0">
                <a:latin typeface="Arial" pitchFamily="34" charset="0"/>
              </a:rPr>
              <a:t>Universal Interconnection</a:t>
            </a:r>
            <a:r>
              <a:rPr lang="zh-CN" altLang="en-US" smtClean="0">
                <a:latin typeface="Arial" pitchFamily="34" charset="0"/>
              </a:rPr>
              <a:t>），而</a:t>
            </a:r>
            <a:r>
              <a:rPr lang="en-US" altLang="zh-CN" smtClean="0">
                <a:latin typeface="Arial" pitchFamily="34" charset="0"/>
              </a:rPr>
              <a:t>OSI</a:t>
            </a:r>
            <a:r>
              <a:rPr lang="zh-CN" altLang="en-US" smtClean="0">
                <a:latin typeface="Arial" pitchFamily="34" charset="0"/>
              </a:rPr>
              <a:t>模型考虑的是由国家运行并使用</a:t>
            </a:r>
            <a:r>
              <a:rPr lang="en-US" altLang="zh-CN" smtClean="0">
                <a:latin typeface="Arial" pitchFamily="34" charset="0"/>
              </a:rPr>
              <a:t>OSI</a:t>
            </a:r>
            <a:r>
              <a:rPr lang="zh-CN" altLang="en-US" smtClean="0">
                <a:latin typeface="Arial" pitchFamily="34" charset="0"/>
              </a:rPr>
              <a:t>协议的连接。</a:t>
            </a:r>
            <a:br>
              <a:rPr lang="zh-CN" altLang="en-US" smtClean="0">
                <a:latin typeface="Arial" pitchFamily="34" charset="0"/>
              </a:rPr>
            </a:br>
            <a:r>
              <a:rPr lang="zh-CN" altLang="en-US" smtClean="0">
                <a:latin typeface="Arial" pitchFamily="34" charset="0"/>
              </a:rPr>
              <a:t>　　</a:t>
            </a:r>
            <a:r>
              <a:rPr lang="en-US" altLang="zh-CN" smtClean="0">
                <a:latin typeface="Arial" pitchFamily="34" charset="0"/>
              </a:rPr>
              <a:t>4</a:t>
            </a:r>
            <a:r>
              <a:rPr lang="zh-CN" altLang="en-US" smtClean="0">
                <a:latin typeface="Arial" pitchFamily="34" charset="0"/>
              </a:rPr>
              <a:t>、 通信方式上面，在网络层</a:t>
            </a:r>
            <a:r>
              <a:rPr lang="en-US" altLang="zh-CN" smtClean="0">
                <a:latin typeface="Arial" pitchFamily="34" charset="0"/>
              </a:rPr>
              <a:t>OSI</a:t>
            </a:r>
            <a:r>
              <a:rPr lang="zh-CN" altLang="en-US" smtClean="0">
                <a:latin typeface="Arial" pitchFamily="34" charset="0"/>
              </a:rPr>
              <a:t>模型支持无连接和面向连接的方式，而</a:t>
            </a:r>
            <a:r>
              <a:rPr lang="en-US" altLang="zh-CN" smtClean="0">
                <a:latin typeface="Arial" pitchFamily="34" charset="0"/>
              </a:rPr>
              <a:t>TCP/IP</a:t>
            </a:r>
            <a:r>
              <a:rPr lang="zh-CN" altLang="en-US" smtClean="0">
                <a:latin typeface="Arial" pitchFamily="34" charset="0"/>
              </a:rPr>
              <a:t>模型只支持无连接通信模式；在传输层</a:t>
            </a:r>
            <a:r>
              <a:rPr lang="en-US" altLang="zh-CN" smtClean="0">
                <a:latin typeface="Arial" pitchFamily="34" charset="0"/>
              </a:rPr>
              <a:t>OSI</a:t>
            </a:r>
            <a:r>
              <a:rPr lang="zh-CN" altLang="en-US" smtClean="0">
                <a:latin typeface="Arial" pitchFamily="34" charset="0"/>
              </a:rPr>
              <a:t>模式仅有面向有连接的通信，而</a:t>
            </a:r>
            <a:r>
              <a:rPr lang="en-US" altLang="zh-CN" smtClean="0">
                <a:latin typeface="Arial" pitchFamily="34" charset="0"/>
              </a:rPr>
              <a:t>TCP/IP</a:t>
            </a:r>
            <a:r>
              <a:rPr lang="zh-CN" altLang="en-US" smtClean="0">
                <a:latin typeface="Arial" pitchFamily="34" charset="0"/>
              </a:rPr>
              <a:t>模型支持两种通信方式，给用户选择机会。这种选择对简单的请求－应答协议是非常重要的。</a:t>
            </a:r>
            <a:br>
              <a:rPr lang="zh-CN" altLang="en-US" smtClean="0">
                <a:latin typeface="Arial" pitchFamily="34" charset="0"/>
              </a:rPr>
            </a:br>
            <a:r>
              <a:rPr lang="zh-CN" altLang="en-US" smtClean="0">
                <a:latin typeface="Arial" pitchFamily="34" charset="0"/>
              </a:rPr>
              <a:t>两种模型的命运： </a:t>
            </a:r>
          </a:p>
        </p:txBody>
      </p:sp>
    </p:spTree>
    <p:extLst>
      <p:ext uri="{BB962C8B-B14F-4D97-AF65-F5344CB8AC3E}">
        <p14:creationId xmlns:p14="http://schemas.microsoft.com/office/powerpoint/2010/main" val="21335943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txBox="1">
            <a:spLocks noGrp="1" noChangeArrowheads="1"/>
          </p:cNvSpPr>
          <p:nvPr/>
        </p:nvSpPr>
        <p:spPr bwMode="auto">
          <a:xfrm>
            <a:off x="4022937" y="9722882"/>
            <a:ext cx="3076363" cy="511731"/>
          </a:xfrm>
          <a:prstGeom prst="rect">
            <a:avLst/>
          </a:prstGeom>
          <a:noFill/>
          <a:ln w="9525">
            <a:noFill/>
            <a:miter lim="800000"/>
            <a:headEnd/>
            <a:tailEnd/>
          </a:ln>
        </p:spPr>
        <p:txBody>
          <a:bodyPr lIns="99048" tIns="49524" rIns="99048" bIns="49524" anchor="b"/>
          <a:lstStyle/>
          <a:p>
            <a:pPr algn="r" latinLnBrk="1"/>
            <a:fld id="{4908FAF8-4A61-49DF-B7AD-60E27DD80024}" type="slidenum">
              <a:rPr kumimoji="1" lang="en-US" altLang="zh-CN" sz="1300">
                <a:latin typeface="Times New Roman" pitchFamily="18" charset="0"/>
              </a:rPr>
              <a:pPr algn="r" latinLnBrk="1"/>
              <a:t>225</a:t>
            </a:fld>
            <a:endParaRPr kumimoji="1" lang="en-US" altLang="zh-CN" sz="1300" dirty="0">
              <a:latin typeface="Times New Roman" pitchFamily="18" charset="0"/>
            </a:endParaRPr>
          </a:p>
        </p:txBody>
      </p:sp>
      <p:sp>
        <p:nvSpPr>
          <p:cNvPr id="310275" name="Rectangle 2"/>
          <p:cNvSpPr>
            <a:spLocks noGrp="1" noRot="1" noChangeAspect="1" noChangeArrowheads="1" noTextEdit="1"/>
          </p:cNvSpPr>
          <p:nvPr>
            <p:ph type="sldImg"/>
          </p:nvPr>
        </p:nvSpPr>
        <p:spPr>
          <a:ln/>
        </p:spPr>
      </p:sp>
      <p:sp>
        <p:nvSpPr>
          <p:cNvPr id="310276" name="Rectangle 3"/>
          <p:cNvSpPr>
            <a:spLocks noGrp="1" noChangeArrowheads="1"/>
          </p:cNvSpPr>
          <p:nvPr>
            <p:ph type="body" idx="1"/>
          </p:nvPr>
        </p:nvSpPr>
        <p:spPr>
          <a:xfrm>
            <a:off x="946574" y="4861441"/>
            <a:ext cx="5206153" cy="4605576"/>
          </a:xfrm>
          <a:noFill/>
          <a:ln/>
        </p:spPr>
        <p:txBody>
          <a:bodyPr/>
          <a:lstStyle/>
          <a:p>
            <a:pPr eaLnBrk="1" hangingPunct="1"/>
            <a:r>
              <a:rPr lang="zh-CN" altLang="en-US" smtClean="0">
                <a:latin typeface="Arial" pitchFamily="34" charset="0"/>
              </a:rPr>
              <a:t>从上到下分别为网络协议接口层、网络设备接口层、提供实际功能的设备驱动功能层和网络媒介层。在设计网络驱动程序时，最主要的工作就是完成设备驱动功能层，使其满足我们所需的功能。在</a:t>
            </a:r>
            <a:r>
              <a:rPr lang="en-US" altLang="zh-CN" smtClean="0">
                <a:latin typeface="Arial" pitchFamily="34" charset="0"/>
              </a:rPr>
              <a:t>Linux</a:t>
            </a:r>
            <a:r>
              <a:rPr lang="zh-CN" altLang="en-US" smtClean="0">
                <a:latin typeface="Arial" pitchFamily="34" charset="0"/>
              </a:rPr>
              <a:t>中所有网络设备都抽象为一个接口，这个接口提供了对所有网络设备的操作集合。由数据结构</a:t>
            </a:r>
            <a:r>
              <a:rPr lang="en-US" altLang="zh-CN" smtClean="0">
                <a:latin typeface="Arial" pitchFamily="34" charset="0"/>
              </a:rPr>
              <a:t>net_device</a:t>
            </a:r>
            <a:r>
              <a:rPr lang="zh-CN" altLang="en-US" smtClean="0">
                <a:latin typeface="Arial" pitchFamily="34" charset="0"/>
              </a:rPr>
              <a:t>（具体在后文中介绍）来表示网络设备在内核中的运行情况，即网络设备接口。它既包括纯软件网络设备接口，如环路（</a:t>
            </a:r>
            <a:r>
              <a:rPr lang="en-US" altLang="zh-CN" smtClean="0">
                <a:latin typeface="Arial" pitchFamily="34" charset="0"/>
              </a:rPr>
              <a:t>Loopback</a:t>
            </a:r>
            <a:r>
              <a:rPr lang="zh-CN" altLang="en-US" smtClean="0">
                <a:latin typeface="Arial" pitchFamily="34" charset="0"/>
              </a:rPr>
              <a:t>），也包括硬件网络设备接口，如以太网卡。而由以</a:t>
            </a:r>
            <a:r>
              <a:rPr lang="en-US" altLang="zh-CN" smtClean="0">
                <a:latin typeface="Arial" pitchFamily="34" charset="0"/>
              </a:rPr>
              <a:t>dev_base</a:t>
            </a:r>
            <a:r>
              <a:rPr lang="zh-CN" altLang="en-US" smtClean="0">
                <a:latin typeface="Arial" pitchFamily="34" charset="0"/>
              </a:rPr>
              <a:t>为头指针的设备链表来集体管理所有网络设备，该设备链表中的每个元素代表一个网络设备接口。数据结构</a:t>
            </a:r>
            <a:r>
              <a:rPr lang="en-US" altLang="zh-CN" smtClean="0">
                <a:latin typeface="Arial" pitchFamily="34" charset="0"/>
              </a:rPr>
              <a:t>net_device</a:t>
            </a:r>
            <a:r>
              <a:rPr lang="zh-CN" altLang="en-US" smtClean="0">
                <a:latin typeface="Arial" pitchFamily="34" charset="0"/>
              </a:rPr>
              <a:t>中有很多供系统访问和协议层调用的设备方法，包括供设备初始化和系统注册用的</a:t>
            </a:r>
            <a:r>
              <a:rPr lang="en-US" altLang="zh-CN" smtClean="0">
                <a:latin typeface="Arial" pitchFamily="34" charset="0"/>
              </a:rPr>
              <a:t>init</a:t>
            </a:r>
            <a:r>
              <a:rPr lang="zh-CN" altLang="en-US" smtClean="0">
                <a:latin typeface="Arial" pitchFamily="34" charset="0"/>
              </a:rPr>
              <a:t>函数，打开和关闭网络设备的</a:t>
            </a:r>
            <a:r>
              <a:rPr lang="en-US" altLang="zh-CN" smtClean="0">
                <a:latin typeface="Arial" pitchFamily="34" charset="0"/>
              </a:rPr>
              <a:t>open</a:t>
            </a:r>
            <a:r>
              <a:rPr lang="zh-CN" altLang="en-US" smtClean="0">
                <a:latin typeface="Arial" pitchFamily="34" charset="0"/>
              </a:rPr>
              <a:t>和</a:t>
            </a:r>
            <a:r>
              <a:rPr lang="en-US" altLang="zh-CN" smtClean="0">
                <a:latin typeface="Arial" pitchFamily="34" charset="0"/>
              </a:rPr>
              <a:t>stop</a:t>
            </a:r>
            <a:r>
              <a:rPr lang="zh-CN" altLang="en-US" smtClean="0">
                <a:latin typeface="Arial" pitchFamily="34" charset="0"/>
              </a:rPr>
              <a:t>函数，处理数据包发送的</a:t>
            </a:r>
            <a:r>
              <a:rPr lang="en-US" altLang="zh-CN" smtClean="0">
                <a:latin typeface="Arial" pitchFamily="34" charset="0"/>
              </a:rPr>
              <a:t>hard_start_xmit</a:t>
            </a:r>
            <a:r>
              <a:rPr lang="zh-CN" altLang="en-US" smtClean="0">
                <a:latin typeface="Arial" pitchFamily="34" charset="0"/>
              </a:rPr>
              <a:t>函数，以及中断处理函数等。</a:t>
            </a:r>
          </a:p>
        </p:txBody>
      </p:sp>
    </p:spTree>
    <p:extLst>
      <p:ext uri="{BB962C8B-B14F-4D97-AF65-F5344CB8AC3E}">
        <p14:creationId xmlns:p14="http://schemas.microsoft.com/office/powerpoint/2010/main" val="395134199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txBox="1">
            <a:spLocks noGrp="1" noChangeArrowheads="1"/>
          </p:cNvSpPr>
          <p:nvPr/>
        </p:nvSpPr>
        <p:spPr bwMode="auto">
          <a:xfrm>
            <a:off x="4022937" y="9722882"/>
            <a:ext cx="3076363" cy="511731"/>
          </a:xfrm>
          <a:prstGeom prst="rect">
            <a:avLst/>
          </a:prstGeom>
          <a:noFill/>
          <a:ln w="9525">
            <a:noFill/>
            <a:miter lim="800000"/>
            <a:headEnd/>
            <a:tailEnd/>
          </a:ln>
        </p:spPr>
        <p:txBody>
          <a:bodyPr lIns="99048" tIns="49524" rIns="99048" bIns="49524" anchor="b"/>
          <a:lstStyle/>
          <a:p>
            <a:pPr algn="r" latinLnBrk="1"/>
            <a:fld id="{E006F942-BEDF-45F3-B166-12D1EF03F17B}" type="slidenum">
              <a:rPr kumimoji="1" lang="en-US" altLang="zh-CN" sz="1300">
                <a:latin typeface="Times New Roman" pitchFamily="18" charset="0"/>
              </a:rPr>
              <a:pPr algn="r" latinLnBrk="1"/>
              <a:t>228</a:t>
            </a:fld>
            <a:endParaRPr kumimoji="1" lang="en-US" altLang="zh-CN" sz="1300" dirty="0">
              <a:latin typeface="Times New Roman" pitchFamily="18" charset="0"/>
            </a:endParaRPr>
          </a:p>
        </p:txBody>
      </p:sp>
      <p:sp>
        <p:nvSpPr>
          <p:cNvPr id="312323" name="Rectangle 2"/>
          <p:cNvSpPr>
            <a:spLocks noGrp="1" noRot="1" noChangeAspect="1" noChangeArrowheads="1" noTextEdit="1"/>
          </p:cNvSpPr>
          <p:nvPr>
            <p:ph type="sldImg"/>
          </p:nvPr>
        </p:nvSpPr>
        <p:spPr>
          <a:ln/>
        </p:spPr>
      </p:sp>
      <p:sp>
        <p:nvSpPr>
          <p:cNvPr id="312324" name="Rectangle 3"/>
          <p:cNvSpPr>
            <a:spLocks noGrp="1" noChangeArrowheads="1"/>
          </p:cNvSpPr>
          <p:nvPr>
            <p:ph type="body" idx="1"/>
          </p:nvPr>
        </p:nvSpPr>
        <p:spPr>
          <a:xfrm>
            <a:off x="946574" y="4861441"/>
            <a:ext cx="5206153" cy="4605576"/>
          </a:xfrm>
          <a:noFill/>
          <a:ln/>
        </p:spPr>
        <p:txBody>
          <a:bodyPr/>
          <a:lstStyle/>
          <a:p>
            <a:pPr eaLnBrk="1" hangingPunct="1"/>
            <a:r>
              <a:rPr lang="zh-CN" altLang="en-US" smtClean="0">
                <a:latin typeface="Arial" pitchFamily="34" charset="0"/>
              </a:rPr>
              <a:t>流程图</a:t>
            </a:r>
          </a:p>
        </p:txBody>
      </p:sp>
    </p:spTree>
    <p:extLst>
      <p:ext uri="{BB962C8B-B14F-4D97-AF65-F5344CB8AC3E}">
        <p14:creationId xmlns:p14="http://schemas.microsoft.com/office/powerpoint/2010/main" val="15699112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txBox="1">
            <a:spLocks noGrp="1" noChangeArrowheads="1"/>
          </p:cNvSpPr>
          <p:nvPr/>
        </p:nvSpPr>
        <p:spPr bwMode="auto">
          <a:xfrm>
            <a:off x="4022937" y="9722882"/>
            <a:ext cx="3076363" cy="511731"/>
          </a:xfrm>
          <a:prstGeom prst="rect">
            <a:avLst/>
          </a:prstGeom>
          <a:noFill/>
          <a:ln w="9525">
            <a:noFill/>
            <a:miter lim="800000"/>
            <a:headEnd/>
            <a:tailEnd/>
          </a:ln>
        </p:spPr>
        <p:txBody>
          <a:bodyPr lIns="99048" tIns="49524" rIns="99048" bIns="49524" anchor="b"/>
          <a:lstStyle/>
          <a:p>
            <a:pPr algn="r" latinLnBrk="1"/>
            <a:fld id="{9E1C9BCC-8117-44C7-A604-64C7172882CB}" type="slidenum">
              <a:rPr kumimoji="1" lang="en-US" altLang="zh-CN" sz="1300">
                <a:latin typeface="Times New Roman" pitchFamily="18" charset="0"/>
              </a:rPr>
              <a:pPr algn="r" latinLnBrk="1"/>
              <a:t>230</a:t>
            </a:fld>
            <a:endParaRPr kumimoji="1" lang="en-US" altLang="zh-CN" sz="1300" dirty="0">
              <a:latin typeface="Times New Roman" pitchFamily="18" charset="0"/>
            </a:endParaRPr>
          </a:p>
        </p:txBody>
      </p:sp>
      <p:sp>
        <p:nvSpPr>
          <p:cNvPr id="316419" name="Rectangle 2"/>
          <p:cNvSpPr>
            <a:spLocks noGrp="1" noRot="1" noChangeAspect="1" noChangeArrowheads="1" noTextEdit="1"/>
          </p:cNvSpPr>
          <p:nvPr>
            <p:ph type="sldImg"/>
          </p:nvPr>
        </p:nvSpPr>
        <p:spPr>
          <a:ln/>
        </p:spPr>
      </p:sp>
      <p:sp>
        <p:nvSpPr>
          <p:cNvPr id="316420" name="Rectangle 3"/>
          <p:cNvSpPr>
            <a:spLocks noGrp="1" noChangeArrowheads="1"/>
          </p:cNvSpPr>
          <p:nvPr>
            <p:ph type="body" idx="1"/>
          </p:nvPr>
        </p:nvSpPr>
        <p:spPr>
          <a:xfrm>
            <a:off x="946574" y="4861441"/>
            <a:ext cx="5206153" cy="4605576"/>
          </a:xfrm>
          <a:noFill/>
          <a:ln/>
        </p:spPr>
        <p:txBody>
          <a:bodyPr/>
          <a:lstStyle/>
          <a:p>
            <a:pPr eaLnBrk="1" hangingPunct="1"/>
            <a:r>
              <a:rPr lang="zh-CN" altLang="en-US" smtClean="0">
                <a:latin typeface="Arial" pitchFamily="34" charset="0"/>
              </a:rPr>
              <a:t>网络数据包的包头组织</a:t>
            </a:r>
          </a:p>
        </p:txBody>
      </p:sp>
    </p:spTree>
    <p:extLst>
      <p:ext uri="{BB962C8B-B14F-4D97-AF65-F5344CB8AC3E}">
        <p14:creationId xmlns:p14="http://schemas.microsoft.com/office/powerpoint/2010/main" val="277697003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Rot="1" noChangeAspect="1" noChangeArrowheads="1" noTextEdit="1"/>
          </p:cNvSpPr>
          <p:nvPr>
            <p:ph type="sldImg"/>
          </p:nvPr>
        </p:nvSpPr>
        <p:spPr>
          <a:ln/>
        </p:spPr>
      </p:sp>
      <p:sp>
        <p:nvSpPr>
          <p:cNvPr id="362499" name="Rectangle 3"/>
          <p:cNvSpPr>
            <a:spLocks noGrp="1" noChangeArrowheads="1"/>
          </p:cNvSpPr>
          <p:nvPr>
            <p:ph type="body" idx="1"/>
          </p:nvPr>
        </p:nvSpPr>
        <p:spPr>
          <a:noFill/>
          <a:ln/>
        </p:spPr>
        <p:txBody>
          <a:bodyPr/>
          <a:lstStyle/>
          <a:p>
            <a:r>
              <a:rPr lang="en-US" altLang="zh-CN" smtClean="0">
                <a:latin typeface="Arial" pitchFamily="34" charset="0"/>
              </a:rPr>
              <a:t>if_port</a:t>
            </a:r>
            <a:r>
              <a:rPr lang="zh-CN" altLang="en-US" smtClean="0">
                <a:latin typeface="Arial" pitchFamily="34" charset="0"/>
              </a:rPr>
              <a:t>针对是一个卡上有多个可以使用的硬件接口，如同轴电缆、双脚线等，网卡自己不可以自动识别的情况。</a:t>
            </a:r>
          </a:p>
        </p:txBody>
      </p:sp>
    </p:spTree>
    <p:extLst>
      <p:ext uri="{BB962C8B-B14F-4D97-AF65-F5344CB8AC3E}">
        <p14:creationId xmlns:p14="http://schemas.microsoft.com/office/powerpoint/2010/main" val="965703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ftr" idx="10"/>
          </p:nvPr>
        </p:nvSpPr>
        <p:spPr>
          <a:ln/>
        </p:spPr>
        <p:txBody>
          <a:bodyPr/>
          <a:lstStyle>
            <a:lvl1pPr>
              <a:defRPr/>
            </a:lvl1pPr>
          </a:lstStyle>
          <a:p>
            <a:pPr>
              <a:defRPr/>
            </a:pPr>
            <a:endParaRPr lang="en-US" dirty="0"/>
          </a:p>
        </p:txBody>
      </p:sp>
      <p:sp>
        <p:nvSpPr>
          <p:cNvPr id="5" name="Rectangle 7"/>
          <p:cNvSpPr>
            <a:spLocks noGrp="1" noChangeArrowheads="1"/>
          </p:cNvSpPr>
          <p:nvPr>
            <p:ph type="sldNum" idx="11"/>
          </p:nvPr>
        </p:nvSpPr>
        <p:spPr>
          <a:ln/>
        </p:spPr>
        <p:txBody>
          <a:bodyPr/>
          <a:lstStyle>
            <a:lvl1pPr>
              <a:defRPr/>
            </a:lvl1pPr>
          </a:lstStyle>
          <a:p>
            <a:pPr>
              <a:defRPr/>
            </a:pPr>
            <a:fld id="{F674B10F-5EC8-4D01-B4F9-86C826766F49}" type="slidenum">
              <a:rPr lang="en-US"/>
              <a:pPr>
                <a:defRPr/>
              </a:pPr>
              <a:t>‹#›</a:t>
            </a:fld>
            <a:endParaRPr lang="en-US"/>
          </a:p>
        </p:txBody>
      </p:sp>
      <p:sp>
        <p:nvSpPr>
          <p:cNvPr id="6"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r>
              <a:rPr lang="en-US" dirty="0" smtClean="0"/>
              <a:t>2011-01</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3"/>
          <p:cNvSpPr>
            <a:spLocks noGrp="1"/>
          </p:cNvSpPr>
          <p:nvPr>
            <p:ph type="ftr" idx="10"/>
          </p:nvPr>
        </p:nvSpPr>
        <p:spPr/>
        <p:txBody>
          <a:bodyPr/>
          <a:lstStyle>
            <a:lvl1pPr>
              <a:defRPr/>
            </a:lvl1pPr>
          </a:lstStyle>
          <a:p>
            <a:pPr>
              <a:defRPr/>
            </a:pPr>
            <a:endParaRPr lang="en-US" dirty="0"/>
          </a:p>
        </p:txBody>
      </p:sp>
      <p:sp>
        <p:nvSpPr>
          <p:cNvPr id="5" name="灯片编号占位符 4"/>
          <p:cNvSpPr>
            <a:spLocks noGrp="1"/>
          </p:cNvSpPr>
          <p:nvPr>
            <p:ph type="sldNum" idx="11"/>
          </p:nvPr>
        </p:nvSpPr>
        <p:spPr/>
        <p:txBody>
          <a:bodyPr/>
          <a:lstStyle>
            <a:lvl1pPr>
              <a:defRPr/>
            </a:lvl1pPr>
          </a:lstStyle>
          <a:p>
            <a:pPr>
              <a:defRPr/>
            </a:pPr>
            <a:fld id="{D454E4E6-0FE9-42F4-B327-3F4C39B077A1}" type="slidenum">
              <a:rPr lang="en-US"/>
              <a:pPr>
                <a:defRPr/>
              </a:pPr>
              <a:t>‹#›</a:t>
            </a:fld>
            <a:endParaRPr lang="en-US" dirty="0"/>
          </a:p>
        </p:txBody>
      </p:sp>
      <p:sp>
        <p:nvSpPr>
          <p:cNvPr id="6" name="日期占位符 5"/>
          <p:cNvSpPr>
            <a:spLocks noGrp="1"/>
          </p:cNvSpPr>
          <p:nvPr>
            <p:ph type="dt" idx="12"/>
          </p:nvPr>
        </p:nvSpPr>
        <p:spPr>
          <a:xfrm>
            <a:off x="7308850" y="6381750"/>
            <a:ext cx="1370013" cy="468313"/>
          </a:xfrm>
          <a:prstGeom prst="rect">
            <a:avLst/>
          </a:prstGeom>
        </p:spPr>
        <p:txBody>
          <a:bodyPr/>
          <a:lstStyle>
            <a:lvl1pPr>
              <a:defRPr/>
            </a:lvl1pPr>
          </a:lstStyle>
          <a:p>
            <a:pPr>
              <a:defRPr/>
            </a:pPr>
            <a:r>
              <a:rPr lang="en-US" dirty="0" smtClean="0"/>
              <a:t>2011-01</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ftr" idx="10"/>
          </p:nvPr>
        </p:nvSpPr>
        <p:spPr>
          <a:ln/>
        </p:spPr>
        <p:txBody>
          <a:bodyPr/>
          <a:lstStyle>
            <a:lvl1pPr>
              <a:defRPr/>
            </a:lvl1pPr>
          </a:lstStyle>
          <a:p>
            <a:pPr>
              <a:defRPr/>
            </a:pPr>
            <a:endParaRPr lang="en-US" dirty="0"/>
          </a:p>
        </p:txBody>
      </p:sp>
      <p:sp>
        <p:nvSpPr>
          <p:cNvPr id="5" name="Rectangle 7"/>
          <p:cNvSpPr>
            <a:spLocks noGrp="1" noChangeArrowheads="1"/>
          </p:cNvSpPr>
          <p:nvPr>
            <p:ph type="sldNum" idx="11"/>
          </p:nvPr>
        </p:nvSpPr>
        <p:spPr>
          <a:ln/>
        </p:spPr>
        <p:txBody>
          <a:bodyPr/>
          <a:lstStyle>
            <a:lvl1pPr>
              <a:defRPr/>
            </a:lvl1pPr>
          </a:lstStyle>
          <a:p>
            <a:pPr>
              <a:defRPr/>
            </a:pPr>
            <a:fld id="{9426D67E-1E5C-465D-9921-BFD708CDE8C8}" type="slidenum">
              <a:rPr lang="en-US"/>
              <a:pPr>
                <a:defRPr/>
              </a:pPr>
              <a:t>‹#›</a:t>
            </a:fld>
            <a:endParaRPr lang="en-US"/>
          </a:p>
        </p:txBody>
      </p:sp>
      <p:sp>
        <p:nvSpPr>
          <p:cNvPr id="6"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19200"/>
            <a:ext cx="4033838" cy="4902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3438" y="1219200"/>
            <a:ext cx="4035425" cy="4902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ftr" idx="10"/>
          </p:nvPr>
        </p:nvSpPr>
        <p:spPr>
          <a:ln/>
        </p:spPr>
        <p:txBody>
          <a:bodyPr/>
          <a:lstStyle>
            <a:lvl1pPr>
              <a:defRPr/>
            </a:lvl1pPr>
          </a:lstStyle>
          <a:p>
            <a:pPr>
              <a:defRPr/>
            </a:pPr>
            <a:endParaRPr lang="en-US" dirty="0"/>
          </a:p>
        </p:txBody>
      </p:sp>
      <p:sp>
        <p:nvSpPr>
          <p:cNvPr id="6" name="Rectangle 7"/>
          <p:cNvSpPr>
            <a:spLocks noGrp="1" noChangeArrowheads="1"/>
          </p:cNvSpPr>
          <p:nvPr>
            <p:ph type="sldNum" idx="11"/>
          </p:nvPr>
        </p:nvSpPr>
        <p:spPr>
          <a:ln/>
        </p:spPr>
        <p:txBody>
          <a:bodyPr/>
          <a:lstStyle>
            <a:lvl1pPr>
              <a:defRPr/>
            </a:lvl1pPr>
          </a:lstStyle>
          <a:p>
            <a:pPr>
              <a:defRPr/>
            </a:pPr>
            <a:fld id="{DE09D455-92B0-4B8D-8C0A-5400A4406996}" type="slidenum">
              <a:rPr lang="en-US"/>
              <a:pPr>
                <a:defRPr/>
              </a:pPr>
              <a:t>‹#›</a:t>
            </a:fld>
            <a:endParaRPr lang="en-US"/>
          </a:p>
        </p:txBody>
      </p:sp>
      <p:sp>
        <p:nvSpPr>
          <p:cNvPr id="7"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ftr" idx="10"/>
          </p:nvPr>
        </p:nvSpPr>
        <p:spPr>
          <a:ln/>
        </p:spPr>
        <p:txBody>
          <a:bodyPr/>
          <a:lstStyle>
            <a:lvl1pPr>
              <a:defRPr/>
            </a:lvl1pPr>
          </a:lstStyle>
          <a:p>
            <a:pPr>
              <a:defRPr/>
            </a:pPr>
            <a:endParaRPr lang="en-US" dirty="0"/>
          </a:p>
        </p:txBody>
      </p:sp>
      <p:sp>
        <p:nvSpPr>
          <p:cNvPr id="8" name="Rectangle 7"/>
          <p:cNvSpPr>
            <a:spLocks noGrp="1" noChangeArrowheads="1"/>
          </p:cNvSpPr>
          <p:nvPr>
            <p:ph type="sldNum" idx="11"/>
          </p:nvPr>
        </p:nvSpPr>
        <p:spPr>
          <a:ln/>
        </p:spPr>
        <p:txBody>
          <a:bodyPr/>
          <a:lstStyle>
            <a:lvl1pPr>
              <a:defRPr/>
            </a:lvl1pPr>
          </a:lstStyle>
          <a:p>
            <a:pPr>
              <a:defRPr/>
            </a:pPr>
            <a:fld id="{A761130C-C84A-4BC1-BF6B-3D974F8BF5FD}" type="slidenum">
              <a:rPr lang="en-US"/>
              <a:pPr>
                <a:defRPr/>
              </a:pPr>
              <a:t>‹#›</a:t>
            </a:fld>
            <a:endParaRPr lang="en-US"/>
          </a:p>
        </p:txBody>
      </p:sp>
      <p:sp>
        <p:nvSpPr>
          <p:cNvPr id="9"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ftr" idx="10"/>
          </p:nvPr>
        </p:nvSpPr>
        <p:spPr>
          <a:ln/>
        </p:spPr>
        <p:txBody>
          <a:bodyPr/>
          <a:lstStyle>
            <a:lvl1pPr>
              <a:defRPr/>
            </a:lvl1pPr>
          </a:lstStyle>
          <a:p>
            <a:pPr>
              <a:defRPr/>
            </a:pPr>
            <a:endParaRPr lang="en-US" dirty="0"/>
          </a:p>
        </p:txBody>
      </p:sp>
      <p:sp>
        <p:nvSpPr>
          <p:cNvPr id="4" name="Rectangle 7"/>
          <p:cNvSpPr>
            <a:spLocks noGrp="1" noChangeArrowheads="1"/>
          </p:cNvSpPr>
          <p:nvPr>
            <p:ph type="sldNum" idx="11"/>
          </p:nvPr>
        </p:nvSpPr>
        <p:spPr>
          <a:ln/>
        </p:spPr>
        <p:txBody>
          <a:bodyPr/>
          <a:lstStyle>
            <a:lvl1pPr>
              <a:defRPr/>
            </a:lvl1pPr>
          </a:lstStyle>
          <a:p>
            <a:pPr>
              <a:defRPr/>
            </a:pPr>
            <a:fld id="{E39E8F29-8807-404A-A8CC-079336AC5343}" type="slidenum">
              <a:rPr lang="en-US"/>
              <a:pPr>
                <a:defRPr/>
              </a:pPr>
              <a:t>‹#›</a:t>
            </a:fld>
            <a:endParaRPr lang="en-US"/>
          </a:p>
        </p:txBody>
      </p:sp>
      <p:sp>
        <p:nvSpPr>
          <p:cNvPr id="5"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ftr" idx="10"/>
          </p:nvPr>
        </p:nvSpPr>
        <p:spPr>
          <a:ln/>
        </p:spPr>
        <p:txBody>
          <a:bodyPr/>
          <a:lstStyle>
            <a:lvl1pPr>
              <a:defRPr/>
            </a:lvl1pPr>
          </a:lstStyle>
          <a:p>
            <a:pPr>
              <a:defRPr/>
            </a:pPr>
            <a:endParaRPr lang="en-US" dirty="0"/>
          </a:p>
        </p:txBody>
      </p:sp>
      <p:sp>
        <p:nvSpPr>
          <p:cNvPr id="3" name="Rectangle 7"/>
          <p:cNvSpPr>
            <a:spLocks noGrp="1" noChangeArrowheads="1"/>
          </p:cNvSpPr>
          <p:nvPr>
            <p:ph type="sldNum" idx="11"/>
          </p:nvPr>
        </p:nvSpPr>
        <p:spPr>
          <a:ln/>
        </p:spPr>
        <p:txBody>
          <a:bodyPr/>
          <a:lstStyle>
            <a:lvl1pPr>
              <a:defRPr/>
            </a:lvl1pPr>
          </a:lstStyle>
          <a:p>
            <a:pPr>
              <a:defRPr/>
            </a:pPr>
            <a:fld id="{A93AEA74-E96E-4DBA-AACF-0EAD12F20BB6}" type="slidenum">
              <a:rPr lang="en-US"/>
              <a:pPr>
                <a:defRPr/>
              </a:pPr>
              <a:t>‹#›</a:t>
            </a:fld>
            <a:endParaRPr lang="en-US"/>
          </a:p>
        </p:txBody>
      </p:sp>
      <p:sp>
        <p:nvSpPr>
          <p:cNvPr id="4"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ftr" idx="10"/>
          </p:nvPr>
        </p:nvSpPr>
        <p:spPr>
          <a:ln/>
        </p:spPr>
        <p:txBody>
          <a:bodyPr/>
          <a:lstStyle>
            <a:lvl1pPr>
              <a:defRPr/>
            </a:lvl1pPr>
          </a:lstStyle>
          <a:p>
            <a:pPr>
              <a:defRPr/>
            </a:pPr>
            <a:endParaRPr lang="en-US" dirty="0"/>
          </a:p>
        </p:txBody>
      </p:sp>
      <p:sp>
        <p:nvSpPr>
          <p:cNvPr id="6" name="Rectangle 7"/>
          <p:cNvSpPr>
            <a:spLocks noGrp="1" noChangeArrowheads="1"/>
          </p:cNvSpPr>
          <p:nvPr>
            <p:ph type="sldNum" idx="11"/>
          </p:nvPr>
        </p:nvSpPr>
        <p:spPr>
          <a:ln/>
        </p:spPr>
        <p:txBody>
          <a:bodyPr/>
          <a:lstStyle>
            <a:lvl1pPr>
              <a:defRPr/>
            </a:lvl1pPr>
          </a:lstStyle>
          <a:p>
            <a:pPr>
              <a:defRPr/>
            </a:pPr>
            <a:fld id="{CD23A468-0A3F-421C-9BFB-D0E9531B6AF0}" type="slidenum">
              <a:rPr lang="en-US"/>
              <a:pPr>
                <a:defRPr/>
              </a:pPr>
              <a:t>‹#›</a:t>
            </a:fld>
            <a:endParaRPr lang="en-US"/>
          </a:p>
        </p:txBody>
      </p:sp>
      <p:sp>
        <p:nvSpPr>
          <p:cNvPr id="7"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ftr" idx="10"/>
          </p:nvPr>
        </p:nvSpPr>
        <p:spPr>
          <a:ln/>
        </p:spPr>
        <p:txBody>
          <a:bodyPr/>
          <a:lstStyle>
            <a:lvl1pPr>
              <a:defRPr/>
            </a:lvl1pPr>
          </a:lstStyle>
          <a:p>
            <a:pPr>
              <a:defRPr/>
            </a:pPr>
            <a:endParaRPr lang="en-US" dirty="0"/>
          </a:p>
        </p:txBody>
      </p:sp>
      <p:sp>
        <p:nvSpPr>
          <p:cNvPr id="6" name="Rectangle 7"/>
          <p:cNvSpPr>
            <a:spLocks noGrp="1" noChangeArrowheads="1"/>
          </p:cNvSpPr>
          <p:nvPr>
            <p:ph type="sldNum" idx="11"/>
          </p:nvPr>
        </p:nvSpPr>
        <p:spPr>
          <a:ln/>
        </p:spPr>
        <p:txBody>
          <a:bodyPr/>
          <a:lstStyle>
            <a:lvl1pPr>
              <a:defRPr/>
            </a:lvl1pPr>
          </a:lstStyle>
          <a:p>
            <a:pPr>
              <a:defRPr/>
            </a:pPr>
            <a:fld id="{B8562574-E9C6-4A26-8752-089FF9D43351}" type="slidenum">
              <a:rPr lang="en-US"/>
              <a:pPr>
                <a:defRPr/>
              </a:pPr>
              <a:t>‹#›</a:t>
            </a:fld>
            <a:endParaRPr lang="en-US"/>
          </a:p>
        </p:txBody>
      </p:sp>
      <p:sp>
        <p:nvSpPr>
          <p:cNvPr id="7"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ftr" idx="10"/>
          </p:nvPr>
        </p:nvSpPr>
        <p:spPr>
          <a:ln/>
        </p:spPr>
        <p:txBody>
          <a:bodyPr/>
          <a:lstStyle>
            <a:lvl1pPr>
              <a:defRPr/>
            </a:lvl1pPr>
          </a:lstStyle>
          <a:p>
            <a:pPr>
              <a:defRPr/>
            </a:pPr>
            <a:endParaRPr lang="en-US" dirty="0"/>
          </a:p>
        </p:txBody>
      </p:sp>
      <p:sp>
        <p:nvSpPr>
          <p:cNvPr id="5" name="Rectangle 7"/>
          <p:cNvSpPr>
            <a:spLocks noGrp="1" noChangeArrowheads="1"/>
          </p:cNvSpPr>
          <p:nvPr>
            <p:ph type="sldNum" idx="11"/>
          </p:nvPr>
        </p:nvSpPr>
        <p:spPr>
          <a:ln/>
        </p:spPr>
        <p:txBody>
          <a:bodyPr/>
          <a:lstStyle>
            <a:lvl1pPr>
              <a:defRPr/>
            </a:lvl1pPr>
          </a:lstStyle>
          <a:p>
            <a:pPr>
              <a:defRPr/>
            </a:pPr>
            <a:fld id="{67B1B6DA-174A-46B9-945E-CBE5720A2278}" type="slidenum">
              <a:rPr lang="en-US"/>
              <a:pPr>
                <a:defRPr/>
              </a:pPr>
              <a:t>‹#›</a:t>
            </a:fld>
            <a:endParaRPr lang="en-US"/>
          </a:p>
        </p:txBody>
      </p:sp>
      <p:sp>
        <p:nvSpPr>
          <p:cNvPr id="6"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4638" y="150813"/>
            <a:ext cx="2054225" cy="59705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0813"/>
            <a:ext cx="6015038" cy="59705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ftr" idx="10"/>
          </p:nvPr>
        </p:nvSpPr>
        <p:spPr>
          <a:ln/>
        </p:spPr>
        <p:txBody>
          <a:bodyPr/>
          <a:lstStyle>
            <a:lvl1pPr>
              <a:defRPr/>
            </a:lvl1pPr>
          </a:lstStyle>
          <a:p>
            <a:pPr>
              <a:defRPr/>
            </a:pPr>
            <a:endParaRPr lang="en-US" dirty="0"/>
          </a:p>
        </p:txBody>
      </p:sp>
      <p:sp>
        <p:nvSpPr>
          <p:cNvPr id="5" name="Rectangle 7"/>
          <p:cNvSpPr>
            <a:spLocks noGrp="1" noChangeArrowheads="1"/>
          </p:cNvSpPr>
          <p:nvPr>
            <p:ph type="sldNum" idx="11"/>
          </p:nvPr>
        </p:nvSpPr>
        <p:spPr>
          <a:ln/>
        </p:spPr>
        <p:txBody>
          <a:bodyPr/>
          <a:lstStyle>
            <a:lvl1pPr>
              <a:defRPr/>
            </a:lvl1pPr>
          </a:lstStyle>
          <a:p>
            <a:pPr>
              <a:defRPr/>
            </a:pPr>
            <a:fld id="{6CC14917-8311-42BD-9C6F-168371CE6B3B}" type="slidenum">
              <a:rPr lang="en-US"/>
              <a:pPr>
                <a:defRPr/>
              </a:pPr>
              <a:t>‹#›</a:t>
            </a:fld>
            <a:endParaRPr lang="en-US"/>
          </a:p>
        </p:txBody>
      </p:sp>
      <p:sp>
        <p:nvSpPr>
          <p:cNvPr id="6"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50813"/>
            <a:ext cx="8221663" cy="9826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219200"/>
            <a:ext cx="4033838" cy="4902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3438" y="1219200"/>
            <a:ext cx="4035425" cy="4902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ftr" idx="10"/>
          </p:nvPr>
        </p:nvSpPr>
        <p:spPr>
          <a:ln/>
        </p:spPr>
        <p:txBody>
          <a:bodyPr/>
          <a:lstStyle>
            <a:lvl1pPr>
              <a:defRPr/>
            </a:lvl1pPr>
          </a:lstStyle>
          <a:p>
            <a:pPr>
              <a:defRPr/>
            </a:pPr>
            <a:endParaRPr lang="en-US" dirty="0"/>
          </a:p>
        </p:txBody>
      </p:sp>
      <p:sp>
        <p:nvSpPr>
          <p:cNvPr id="6" name="Rectangle 7"/>
          <p:cNvSpPr>
            <a:spLocks noGrp="1" noChangeArrowheads="1"/>
          </p:cNvSpPr>
          <p:nvPr>
            <p:ph type="sldNum" idx="11"/>
          </p:nvPr>
        </p:nvSpPr>
        <p:spPr>
          <a:ln/>
        </p:spPr>
        <p:txBody>
          <a:bodyPr/>
          <a:lstStyle>
            <a:lvl1pPr>
              <a:defRPr/>
            </a:lvl1pPr>
          </a:lstStyle>
          <a:p>
            <a:pPr>
              <a:defRPr/>
            </a:pPr>
            <a:fld id="{06C58E10-17F1-4292-8232-A651873B59B7}" type="slidenum">
              <a:rPr lang="en-US"/>
              <a:pPr>
                <a:defRPr/>
              </a:pPr>
              <a:t>‹#›</a:t>
            </a:fld>
            <a:endParaRPr lang="en-US"/>
          </a:p>
        </p:txBody>
      </p:sp>
      <p:sp>
        <p:nvSpPr>
          <p:cNvPr id="7"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50813"/>
            <a:ext cx="8221663" cy="9826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19200"/>
            <a:ext cx="8221663" cy="4902200"/>
          </a:xfrm>
        </p:spPr>
        <p:txBody>
          <a:bodyPr/>
          <a:lstStyle/>
          <a:p>
            <a:pPr lvl="0"/>
            <a:endParaRPr lang="zh-CN" altLang="en-US" noProof="0" smtClean="0"/>
          </a:p>
        </p:txBody>
      </p:sp>
      <p:sp>
        <p:nvSpPr>
          <p:cNvPr id="4" name="Rectangle 6"/>
          <p:cNvSpPr>
            <a:spLocks noGrp="1" noChangeArrowheads="1"/>
          </p:cNvSpPr>
          <p:nvPr>
            <p:ph type="ftr" idx="10"/>
          </p:nvPr>
        </p:nvSpPr>
        <p:spPr>
          <a:ln/>
        </p:spPr>
        <p:txBody>
          <a:bodyPr/>
          <a:lstStyle>
            <a:lvl1pPr>
              <a:defRPr/>
            </a:lvl1pPr>
          </a:lstStyle>
          <a:p>
            <a:pPr>
              <a:defRPr/>
            </a:pPr>
            <a:endParaRPr lang="en-US" dirty="0"/>
          </a:p>
        </p:txBody>
      </p:sp>
      <p:sp>
        <p:nvSpPr>
          <p:cNvPr id="5" name="Rectangle 7"/>
          <p:cNvSpPr>
            <a:spLocks noGrp="1" noChangeArrowheads="1"/>
          </p:cNvSpPr>
          <p:nvPr>
            <p:ph type="sldNum" idx="11"/>
          </p:nvPr>
        </p:nvSpPr>
        <p:spPr>
          <a:ln/>
        </p:spPr>
        <p:txBody>
          <a:bodyPr/>
          <a:lstStyle>
            <a:lvl1pPr>
              <a:defRPr/>
            </a:lvl1pPr>
          </a:lstStyle>
          <a:p>
            <a:pPr>
              <a:defRPr/>
            </a:pPr>
            <a:fld id="{B2DF87C0-8F90-4318-8F16-33DB9EB15780}" type="slidenum">
              <a:rPr lang="en-US"/>
              <a:pPr>
                <a:defRPr/>
              </a:pPr>
              <a:t>‹#›</a:t>
            </a:fld>
            <a:endParaRPr lang="en-US"/>
          </a:p>
        </p:txBody>
      </p:sp>
      <p:sp>
        <p:nvSpPr>
          <p:cNvPr id="6" name="Rectangle 8"/>
          <p:cNvSpPr>
            <a:spLocks noGrp="1" noChangeArrowheads="1"/>
          </p:cNvSpPr>
          <p:nvPr>
            <p:ph type="dt" idx="12"/>
          </p:nvPr>
        </p:nvSpPr>
        <p:spPr>
          <a:xfrm>
            <a:off x="7467600" y="6381750"/>
            <a:ext cx="1211263" cy="468313"/>
          </a:xfrm>
          <a:prstGeom prst="rect">
            <a:avLst/>
          </a:prstGeom>
          <a:ln/>
        </p:spPr>
        <p:txBody>
          <a:bodyPr/>
          <a:lstStyle>
            <a:lvl1pPr>
              <a:defRPr/>
            </a:lvl1pPr>
          </a:lstStyle>
          <a:p>
            <a:pPr>
              <a:defRPr/>
            </a:pP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150813"/>
            <a:ext cx="8221663" cy="982662"/>
          </a:xfrm>
        </p:spPr>
        <p:txBody>
          <a:bodyPr/>
          <a:lstStyle/>
          <a:p>
            <a:r>
              <a:rPr lang="zh-CN" altLang="en-US" smtClean="0"/>
              <a:t>单击此处编辑母版标题样式</a:t>
            </a:r>
            <a:endParaRPr lang="zh-CN" altLang="en-US"/>
          </a:p>
        </p:txBody>
      </p:sp>
      <p:sp>
        <p:nvSpPr>
          <p:cNvPr id="3" name="Rectangle 11"/>
          <p:cNvSpPr>
            <a:spLocks noGrp="1" noChangeArrowheads="1"/>
          </p:cNvSpPr>
          <p:nvPr>
            <p:ph type="dt" idx="10"/>
          </p:nvPr>
        </p:nvSpPr>
        <p:spPr>
          <a:xfrm>
            <a:off x="7467600" y="6381750"/>
            <a:ext cx="1211263" cy="468313"/>
          </a:xfrm>
          <a:prstGeom prst="rect">
            <a:avLst/>
          </a:prstGeom>
        </p:spPr>
        <p:txBody>
          <a:bodyPr/>
          <a:lstStyle>
            <a:lvl1pPr>
              <a:defRPr/>
            </a:lvl1pPr>
          </a:lstStyle>
          <a:p>
            <a:pPr>
              <a:defRPr/>
            </a:pP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pic>
        <p:nvPicPr>
          <p:cNvPr id="3" name="Picture 4"/>
          <p:cNvPicPr>
            <a:picLocks noChangeAspect="1" noChangeArrowheads="1"/>
          </p:cNvPicPr>
          <p:nvPr userDrawn="1"/>
        </p:nvPicPr>
        <p:blipFill>
          <a:blip r:embed="rId2" cstate="print"/>
          <a:srcRect/>
          <a:stretch>
            <a:fillRect/>
          </a:stretch>
        </p:blipFill>
        <p:spPr bwMode="auto">
          <a:xfrm>
            <a:off x="3938588" y="1235075"/>
            <a:ext cx="2462212" cy="669925"/>
          </a:xfrm>
          <a:prstGeom prst="rect">
            <a:avLst/>
          </a:prstGeom>
          <a:noFill/>
          <a:ln w="9525">
            <a:noFill/>
            <a:miter lim="800000"/>
            <a:headEnd/>
            <a:tailEnd/>
          </a:ln>
        </p:spPr>
      </p:pic>
      <p:pic>
        <p:nvPicPr>
          <p:cNvPr id="4" name="Picture 5"/>
          <p:cNvPicPr>
            <a:picLocks noChangeAspect="1" noChangeArrowheads="1"/>
          </p:cNvPicPr>
          <p:nvPr userDrawn="1"/>
        </p:nvPicPr>
        <p:blipFill>
          <a:blip r:embed="rId3" cstate="print"/>
          <a:srcRect/>
          <a:stretch>
            <a:fillRect/>
          </a:stretch>
        </p:blipFill>
        <p:spPr bwMode="auto">
          <a:xfrm>
            <a:off x="6705600" y="1295400"/>
            <a:ext cx="1724025" cy="615950"/>
          </a:xfrm>
          <a:prstGeom prst="rect">
            <a:avLst/>
          </a:prstGeom>
          <a:noFill/>
          <a:ln w="9525">
            <a:noFill/>
            <a:miter lim="800000"/>
            <a:headEnd/>
            <a:tailEnd/>
          </a:ln>
        </p:spPr>
      </p:pic>
      <p:sp>
        <p:nvSpPr>
          <p:cNvPr id="5" name="矩形 4"/>
          <p:cNvSpPr/>
          <p:nvPr userDrawn="1"/>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ltLang="zh-CN">
              <a:solidFill>
                <a:srgbClr val="FFFFFF"/>
              </a:solidFill>
              <a:cs typeface="Arial" charset="0"/>
            </a:endParaRPr>
          </a:p>
        </p:txBody>
      </p:sp>
      <p:sp>
        <p:nvSpPr>
          <p:cNvPr id="6" name="矩形 5"/>
          <p:cNvSpPr/>
          <p:nvPr userDrawn="1"/>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ltLang="zh-CN">
              <a:solidFill>
                <a:srgbClr val="FFFFFF"/>
              </a:solidFill>
              <a:cs typeface="Arial" charset="0"/>
            </a:endParaRPr>
          </a:p>
        </p:txBody>
      </p:sp>
      <p:sp>
        <p:nvSpPr>
          <p:cNvPr id="7" name="矩形 6"/>
          <p:cNvSpPr/>
          <p:nvPr userDrawn="1"/>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ltLang="zh-CN">
              <a:solidFill>
                <a:srgbClr val="FFFFFF"/>
              </a:solidFill>
              <a:cs typeface="Arial" charset="0"/>
            </a:endParaRPr>
          </a:p>
        </p:txBody>
      </p:sp>
      <p:sp>
        <p:nvSpPr>
          <p:cNvPr id="8" name="矩形 7"/>
          <p:cNvSpPr/>
          <p:nvPr userDrawn="1"/>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ltLang="zh-CN">
              <a:solidFill>
                <a:srgbClr val="FFFFFF"/>
              </a:solidFill>
              <a:cs typeface="Arial" charset="0"/>
            </a:endParaRPr>
          </a:p>
        </p:txBody>
      </p:sp>
      <p:sp>
        <p:nvSpPr>
          <p:cNvPr id="9" name="Rectangle 11"/>
          <p:cNvSpPr>
            <a:spLocks noChangeArrowheads="1"/>
          </p:cNvSpPr>
          <p:nvPr userDrawn="1"/>
        </p:nvSpPr>
        <p:spPr bwMode="auto">
          <a:xfrm>
            <a:off x="1371600" y="5105400"/>
            <a:ext cx="6400800" cy="609600"/>
          </a:xfrm>
          <a:prstGeom prst="rect">
            <a:avLst/>
          </a:prstGeom>
          <a:noFill/>
          <a:ln w="9525">
            <a:noFill/>
            <a:miter lim="800000"/>
            <a:headEnd/>
            <a:tailEnd/>
          </a:ln>
          <a:effectLst/>
        </p:spPr>
        <p:txBody>
          <a:bodyPr/>
          <a:lstStyle/>
          <a:p>
            <a:pPr>
              <a:spcBef>
                <a:spcPts val="600"/>
              </a:spcBef>
              <a:buClr>
                <a:schemeClr val="accent1"/>
              </a:buClr>
              <a:buSzPct val="76000"/>
              <a:buFont typeface="Wingdings 3" pitchFamily="18" charset="2"/>
              <a:buNone/>
              <a:defRPr/>
            </a:pPr>
            <a:endParaRPr lang="zh-CN" altLang="zh-CN" sz="2800">
              <a:latin typeface="Times New Roman" pitchFamily="18" charset="0"/>
              <a:ea typeface="宋体" pitchFamily="2" charset="-122"/>
            </a:endParaRPr>
          </a:p>
        </p:txBody>
      </p:sp>
      <p:sp>
        <p:nvSpPr>
          <p:cNvPr id="10" name="直接连接符 9"/>
          <p:cNvSpPr>
            <a:spLocks noChangeShapeType="1"/>
          </p:cNvSpPr>
          <p:nvPr userDrawn="1"/>
        </p:nvSpPr>
        <p:spPr bwMode="auto">
          <a:xfrm>
            <a:off x="457200" y="19812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lgn="l">
              <a:defRPr/>
            </a:pPr>
            <a:endParaRPr lang="en-US">
              <a:ea typeface="+mn-ea"/>
              <a:cs typeface="Arial" charset="0"/>
            </a:endParaRPr>
          </a:p>
        </p:txBody>
      </p:sp>
      <p:sp>
        <p:nvSpPr>
          <p:cNvPr id="6154" name="标题占位符 21"/>
          <p:cNvSpPr>
            <a:spLocks noGrp="1"/>
          </p:cNvSpPr>
          <p:nvPr>
            <p:ph type="ctrTitle"/>
          </p:nvPr>
        </p:nvSpPr>
        <p:spPr>
          <a:xfrm>
            <a:off x="1524000" y="3886200"/>
            <a:ext cx="6629400" cy="1066800"/>
          </a:xfrm>
        </p:spPr>
        <p:txBody>
          <a:bodyPr/>
          <a:lstStyle>
            <a:lvl1pPr>
              <a:defRPr/>
            </a:lvl1pPr>
          </a:lstStyle>
          <a:p>
            <a:r>
              <a:rPr lang="zh-CN" altLang="en-US"/>
              <a:t>单击此处编辑母版标题样式</a:t>
            </a:r>
          </a:p>
        </p:txBody>
      </p:sp>
      <p:sp>
        <p:nvSpPr>
          <p:cNvPr id="11" name="日期占位符 13"/>
          <p:cNvSpPr>
            <a:spLocks noGrp="1"/>
          </p:cNvSpPr>
          <p:nvPr>
            <p:ph type="dt" sz="half" idx="10"/>
          </p:nvPr>
        </p:nvSpPr>
        <p:spPr>
          <a:xfrm>
            <a:off x="7010400" y="5791200"/>
            <a:ext cx="1219200" cy="476250"/>
          </a:xfrm>
          <a:prstGeom prst="rect">
            <a:avLst/>
          </a:prstGeom>
        </p:spPr>
        <p:txBody>
          <a:bodyPr/>
          <a:lstStyle>
            <a:lvl1pPr>
              <a:defRPr sz="1400">
                <a:solidFill>
                  <a:schemeClr val="tx2"/>
                </a:solidFill>
              </a:defRPr>
            </a:lvl1pPr>
          </a:lstStyle>
          <a:p>
            <a:pPr>
              <a:defRPr/>
            </a:pPr>
            <a:fld id="{ACD9A091-A978-472A-B136-4998001D3EB8}" type="datetime1">
              <a:rPr lang="en-US" altLang="zh-CN"/>
              <a:pPr>
                <a:defRPr/>
              </a:pPr>
              <a:t>6/3/2015</a:t>
            </a:fld>
            <a:endParaRPr lang="en-US" altLang="zh-CN" dirty="0"/>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19200"/>
            <a:ext cx="4033838" cy="4902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3438" y="1219200"/>
            <a:ext cx="4035425" cy="4902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4638" y="150813"/>
            <a:ext cx="2054225" cy="59705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0813"/>
            <a:ext cx="6015038" cy="59705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150813"/>
            <a:ext cx="8221663" cy="982662"/>
          </a:xfrm>
        </p:spPr>
        <p:txBody>
          <a:bodyPr/>
          <a:lstStyle/>
          <a:p>
            <a:r>
              <a:rPr lang="zh-CN" altLang="en-US" smtClean="0"/>
              <a:t>单击此处编辑母版标题样式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 name="Picture 4"/>
          <p:cNvPicPr>
            <a:picLocks noChangeAspect="1" noChangeArrowheads="1"/>
          </p:cNvPicPr>
          <p:nvPr userDrawn="1"/>
        </p:nvPicPr>
        <p:blipFill>
          <a:blip r:embed="rId2" cstate="print"/>
          <a:srcRect/>
          <a:stretch>
            <a:fillRect/>
          </a:stretch>
        </p:blipFill>
        <p:spPr bwMode="auto">
          <a:xfrm>
            <a:off x="3938588" y="1235075"/>
            <a:ext cx="2462212" cy="669925"/>
          </a:xfrm>
          <a:prstGeom prst="rect">
            <a:avLst/>
          </a:prstGeom>
          <a:noFill/>
          <a:ln w="9525">
            <a:noFill/>
            <a:miter lim="800000"/>
            <a:headEnd/>
            <a:tailEnd/>
          </a:ln>
        </p:spPr>
      </p:pic>
      <p:pic>
        <p:nvPicPr>
          <p:cNvPr id="4" name="Picture 5"/>
          <p:cNvPicPr>
            <a:picLocks noChangeAspect="1" noChangeArrowheads="1"/>
          </p:cNvPicPr>
          <p:nvPr userDrawn="1"/>
        </p:nvPicPr>
        <p:blipFill>
          <a:blip r:embed="rId3" cstate="print"/>
          <a:srcRect/>
          <a:stretch>
            <a:fillRect/>
          </a:stretch>
        </p:blipFill>
        <p:spPr bwMode="auto">
          <a:xfrm>
            <a:off x="6705600" y="1295400"/>
            <a:ext cx="1724025" cy="615950"/>
          </a:xfrm>
          <a:prstGeom prst="rect">
            <a:avLst/>
          </a:prstGeom>
          <a:noFill/>
          <a:ln w="9525">
            <a:noFill/>
            <a:miter lim="800000"/>
            <a:headEnd/>
            <a:tailEnd/>
          </a:ln>
        </p:spPr>
      </p:pic>
      <p:sp>
        <p:nvSpPr>
          <p:cNvPr id="5" name="矩形 4"/>
          <p:cNvSpPr/>
          <p:nvPr userDrawn="1"/>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ltLang="zh-CN">
              <a:solidFill>
                <a:srgbClr val="FFFFFF"/>
              </a:solidFill>
              <a:cs typeface="Arial" charset="0"/>
            </a:endParaRPr>
          </a:p>
        </p:txBody>
      </p:sp>
      <p:sp>
        <p:nvSpPr>
          <p:cNvPr id="6" name="矩形 5"/>
          <p:cNvSpPr/>
          <p:nvPr userDrawn="1"/>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ltLang="zh-CN">
              <a:solidFill>
                <a:srgbClr val="FFFFFF"/>
              </a:solidFill>
              <a:cs typeface="Arial" charset="0"/>
            </a:endParaRPr>
          </a:p>
        </p:txBody>
      </p:sp>
      <p:sp>
        <p:nvSpPr>
          <p:cNvPr id="7" name="矩形 6"/>
          <p:cNvSpPr/>
          <p:nvPr userDrawn="1"/>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ltLang="zh-CN">
              <a:solidFill>
                <a:srgbClr val="FFFFFF"/>
              </a:solidFill>
              <a:cs typeface="Arial" charset="0"/>
            </a:endParaRPr>
          </a:p>
        </p:txBody>
      </p:sp>
      <p:sp>
        <p:nvSpPr>
          <p:cNvPr id="8" name="矩形 7"/>
          <p:cNvSpPr/>
          <p:nvPr userDrawn="1"/>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ltLang="zh-CN">
              <a:solidFill>
                <a:srgbClr val="FFFFFF"/>
              </a:solidFill>
              <a:cs typeface="Arial" charset="0"/>
            </a:endParaRPr>
          </a:p>
        </p:txBody>
      </p:sp>
      <p:sp>
        <p:nvSpPr>
          <p:cNvPr id="9" name="Rectangle 11"/>
          <p:cNvSpPr>
            <a:spLocks noChangeArrowheads="1"/>
          </p:cNvSpPr>
          <p:nvPr userDrawn="1"/>
        </p:nvSpPr>
        <p:spPr bwMode="auto">
          <a:xfrm>
            <a:off x="1371600" y="5105400"/>
            <a:ext cx="6400800" cy="609600"/>
          </a:xfrm>
          <a:prstGeom prst="rect">
            <a:avLst/>
          </a:prstGeom>
          <a:noFill/>
          <a:ln w="9525">
            <a:noFill/>
            <a:miter lim="800000"/>
            <a:headEnd/>
            <a:tailEnd/>
          </a:ln>
          <a:effectLst/>
        </p:spPr>
        <p:txBody>
          <a:bodyPr/>
          <a:lstStyle/>
          <a:p>
            <a:pPr>
              <a:spcBef>
                <a:spcPts val="600"/>
              </a:spcBef>
              <a:buClr>
                <a:schemeClr val="accent1"/>
              </a:buClr>
              <a:buSzPct val="76000"/>
              <a:buFont typeface="Wingdings 3" pitchFamily="18" charset="2"/>
              <a:buNone/>
              <a:defRPr/>
            </a:pPr>
            <a:endParaRPr lang="zh-CN" altLang="zh-CN" sz="2800">
              <a:latin typeface="Times New Roman" pitchFamily="18" charset="0"/>
              <a:ea typeface="宋体" pitchFamily="2" charset="-122"/>
            </a:endParaRPr>
          </a:p>
        </p:txBody>
      </p:sp>
      <p:sp>
        <p:nvSpPr>
          <p:cNvPr id="10" name="直接连接符 9"/>
          <p:cNvSpPr>
            <a:spLocks noChangeShapeType="1"/>
          </p:cNvSpPr>
          <p:nvPr userDrawn="1"/>
        </p:nvSpPr>
        <p:spPr bwMode="auto">
          <a:xfrm>
            <a:off x="457200" y="19812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lgn="l">
              <a:defRPr/>
            </a:pPr>
            <a:endParaRPr lang="en-US">
              <a:ea typeface="+mn-ea"/>
              <a:cs typeface="Arial" charset="0"/>
            </a:endParaRPr>
          </a:p>
        </p:txBody>
      </p:sp>
      <p:sp>
        <p:nvSpPr>
          <p:cNvPr id="6154" name="标题占位符 21"/>
          <p:cNvSpPr>
            <a:spLocks noGrp="1"/>
          </p:cNvSpPr>
          <p:nvPr>
            <p:ph type="ctrTitle"/>
          </p:nvPr>
        </p:nvSpPr>
        <p:spPr>
          <a:xfrm>
            <a:off x="1524000" y="3886200"/>
            <a:ext cx="6629400" cy="1066800"/>
          </a:xfrm>
        </p:spPr>
        <p:txBody>
          <a:bodyPr/>
          <a:lstStyle>
            <a:lvl1pPr>
              <a:defRPr/>
            </a:lvl1pPr>
          </a:lstStyle>
          <a:p>
            <a:r>
              <a:rPr lang="zh-CN" altLang="en-US"/>
              <a:t>单击此处编辑母版标题样式</a:t>
            </a:r>
          </a:p>
        </p:txBody>
      </p:sp>
    </p:spTree>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chemeClr val="tx1"/>
                </a:solidFill>
                <a:latin typeface="微软雅黑" pitchFamily="34" charset="-122"/>
                <a:ea typeface="微软雅黑"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2"/>
          <p:cNvSpPr>
            <a:spLocks noGrp="1"/>
          </p:cNvSpPr>
          <p:nvPr>
            <p:ph type="ftr" sz="quarter" idx="10"/>
          </p:nvPr>
        </p:nvSpPr>
        <p:spPr/>
        <p:txBody>
          <a:bodyPr/>
          <a:lstStyle>
            <a:lvl1pPr>
              <a:defRPr/>
            </a:lvl1pPr>
          </a:lstStyle>
          <a:p>
            <a:pPr>
              <a:defRPr/>
            </a:pPr>
            <a:r>
              <a:rPr lang="en-US" altLang="zh-CN"/>
              <a:t>www.embedu.org</a:t>
            </a:r>
          </a:p>
        </p:txBody>
      </p:sp>
      <p:sp>
        <p:nvSpPr>
          <p:cNvPr id="5" name="灯片编号占位符 22"/>
          <p:cNvSpPr>
            <a:spLocks noGrp="1"/>
          </p:cNvSpPr>
          <p:nvPr>
            <p:ph type="sldNum" sz="quarter" idx="11"/>
          </p:nvPr>
        </p:nvSpPr>
        <p:spPr/>
        <p:txBody>
          <a:bodyPr/>
          <a:lstStyle>
            <a:lvl1pPr>
              <a:defRPr/>
            </a:lvl1pPr>
          </a:lstStyle>
          <a:p>
            <a:pPr>
              <a:defRPr/>
            </a:pPr>
            <a:fld id="{958D6EB6-4468-4AC8-B0C1-81BFD69B4DE1}" type="slidenum">
              <a:rPr lang="en-US" altLang="zh-CN"/>
              <a:pPr>
                <a:defRPr/>
              </a:pPr>
              <a:t>‹#›</a:t>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页脚占位符 2"/>
          <p:cNvSpPr>
            <a:spLocks noGrp="1"/>
          </p:cNvSpPr>
          <p:nvPr>
            <p:ph type="ftr" sz="quarter" idx="10"/>
          </p:nvPr>
        </p:nvSpPr>
        <p:spPr/>
        <p:txBody>
          <a:bodyPr/>
          <a:lstStyle>
            <a:lvl1pPr>
              <a:defRPr/>
            </a:lvl1pPr>
          </a:lstStyle>
          <a:p>
            <a:pPr>
              <a:defRPr/>
            </a:pPr>
            <a:r>
              <a:rPr lang="en-US" altLang="zh-CN"/>
              <a:t>www.embedu.org</a:t>
            </a:r>
          </a:p>
        </p:txBody>
      </p:sp>
      <p:sp>
        <p:nvSpPr>
          <p:cNvPr id="5" name="灯片编号占位符 22"/>
          <p:cNvSpPr>
            <a:spLocks noGrp="1"/>
          </p:cNvSpPr>
          <p:nvPr>
            <p:ph type="sldNum" sz="quarter" idx="11"/>
          </p:nvPr>
        </p:nvSpPr>
        <p:spPr/>
        <p:txBody>
          <a:bodyPr/>
          <a:lstStyle>
            <a:lvl1pPr>
              <a:defRPr/>
            </a:lvl1pPr>
          </a:lstStyle>
          <a:p>
            <a:pPr>
              <a:defRPr/>
            </a:pPr>
            <a:fld id="{FDF012F2-B750-4BCE-A875-49E4D9B1B804}" type="slidenum">
              <a:rPr lang="en-US" altLang="zh-CN"/>
              <a:pPr>
                <a:defRPr/>
              </a:pPr>
              <a:t>‹#›</a:t>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19200"/>
            <a:ext cx="4038600" cy="4910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19200"/>
            <a:ext cx="4038600" cy="4910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2"/>
          <p:cNvSpPr>
            <a:spLocks noGrp="1"/>
          </p:cNvSpPr>
          <p:nvPr>
            <p:ph type="ftr" sz="quarter" idx="10"/>
          </p:nvPr>
        </p:nvSpPr>
        <p:spPr/>
        <p:txBody>
          <a:bodyPr/>
          <a:lstStyle>
            <a:lvl1pPr>
              <a:defRPr/>
            </a:lvl1pPr>
          </a:lstStyle>
          <a:p>
            <a:pPr>
              <a:defRPr/>
            </a:pPr>
            <a:r>
              <a:rPr lang="en-US" altLang="zh-CN"/>
              <a:t>www.embedu.org</a:t>
            </a:r>
          </a:p>
        </p:txBody>
      </p:sp>
      <p:sp>
        <p:nvSpPr>
          <p:cNvPr id="6" name="灯片编号占位符 22"/>
          <p:cNvSpPr>
            <a:spLocks noGrp="1"/>
          </p:cNvSpPr>
          <p:nvPr>
            <p:ph type="sldNum" sz="quarter" idx="11"/>
          </p:nvPr>
        </p:nvSpPr>
        <p:spPr/>
        <p:txBody>
          <a:bodyPr/>
          <a:lstStyle>
            <a:lvl1pPr>
              <a:defRPr/>
            </a:lvl1pPr>
          </a:lstStyle>
          <a:p>
            <a:pPr>
              <a:defRPr/>
            </a:pPr>
            <a:fld id="{473C241F-93E1-41FE-B4B9-D3675887C91A}" type="slidenum">
              <a:rPr lang="en-US" altLang="zh-CN"/>
              <a:pPr>
                <a:defRPr/>
              </a:pPr>
              <a:t>‹#›</a:t>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页脚占位符 2"/>
          <p:cNvSpPr>
            <a:spLocks noGrp="1"/>
          </p:cNvSpPr>
          <p:nvPr>
            <p:ph type="ftr" sz="quarter" idx="10"/>
          </p:nvPr>
        </p:nvSpPr>
        <p:spPr/>
        <p:txBody>
          <a:bodyPr/>
          <a:lstStyle>
            <a:lvl1pPr>
              <a:defRPr/>
            </a:lvl1pPr>
          </a:lstStyle>
          <a:p>
            <a:pPr>
              <a:defRPr/>
            </a:pPr>
            <a:r>
              <a:rPr lang="en-US" altLang="zh-CN"/>
              <a:t>www.embedu.org</a:t>
            </a:r>
          </a:p>
        </p:txBody>
      </p:sp>
      <p:sp>
        <p:nvSpPr>
          <p:cNvPr id="8" name="灯片编号占位符 22"/>
          <p:cNvSpPr>
            <a:spLocks noGrp="1"/>
          </p:cNvSpPr>
          <p:nvPr>
            <p:ph type="sldNum" sz="quarter" idx="11"/>
          </p:nvPr>
        </p:nvSpPr>
        <p:spPr/>
        <p:txBody>
          <a:bodyPr/>
          <a:lstStyle>
            <a:lvl1pPr>
              <a:defRPr/>
            </a:lvl1pPr>
          </a:lstStyle>
          <a:p>
            <a:pPr>
              <a:defRPr/>
            </a:pPr>
            <a:fld id="{FF0C56E5-055A-4FC8-BE23-720884BC35A7}" type="slidenum">
              <a:rPr lang="en-US" altLang="zh-CN"/>
              <a:pPr>
                <a:defRPr/>
              </a:pPr>
              <a:t>‹#›</a:t>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lvl1pPr>
              <a:defRPr/>
            </a:lvl1pPr>
          </a:lstStyle>
          <a:p>
            <a:pPr>
              <a:defRPr/>
            </a:pPr>
            <a:r>
              <a:rPr lang="en-US" altLang="zh-CN"/>
              <a:t>www.embedu.org</a:t>
            </a:r>
          </a:p>
        </p:txBody>
      </p:sp>
      <p:sp>
        <p:nvSpPr>
          <p:cNvPr id="4" name="灯片编号占位符 22"/>
          <p:cNvSpPr>
            <a:spLocks noGrp="1"/>
          </p:cNvSpPr>
          <p:nvPr>
            <p:ph type="sldNum" sz="quarter" idx="11"/>
          </p:nvPr>
        </p:nvSpPr>
        <p:spPr/>
        <p:txBody>
          <a:bodyPr/>
          <a:lstStyle>
            <a:lvl1pPr>
              <a:defRPr/>
            </a:lvl1pPr>
          </a:lstStyle>
          <a:p>
            <a:pPr>
              <a:defRPr/>
            </a:pPr>
            <a:fld id="{39FAF89D-D8DA-48A3-9FEC-2DD331A46A41}" type="slidenum">
              <a:rPr lang="en-US" altLang="zh-CN"/>
              <a:pPr>
                <a:defRPr/>
              </a:pPr>
              <a:t>‹#›</a:t>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2"/>
          <p:cNvSpPr>
            <a:spLocks noGrp="1"/>
          </p:cNvSpPr>
          <p:nvPr>
            <p:ph type="ftr" sz="quarter" idx="10"/>
          </p:nvPr>
        </p:nvSpPr>
        <p:spPr/>
        <p:txBody>
          <a:bodyPr/>
          <a:lstStyle>
            <a:lvl1pPr>
              <a:defRPr/>
            </a:lvl1pPr>
          </a:lstStyle>
          <a:p>
            <a:pPr>
              <a:defRPr/>
            </a:pPr>
            <a:r>
              <a:rPr lang="en-US" altLang="zh-CN"/>
              <a:t>www.embedu.org</a:t>
            </a:r>
          </a:p>
        </p:txBody>
      </p:sp>
      <p:sp>
        <p:nvSpPr>
          <p:cNvPr id="3" name="灯片编号占位符 22"/>
          <p:cNvSpPr>
            <a:spLocks noGrp="1"/>
          </p:cNvSpPr>
          <p:nvPr>
            <p:ph type="sldNum" sz="quarter" idx="11"/>
          </p:nvPr>
        </p:nvSpPr>
        <p:spPr/>
        <p:txBody>
          <a:bodyPr/>
          <a:lstStyle>
            <a:lvl1pPr>
              <a:defRPr/>
            </a:lvl1pPr>
          </a:lstStyle>
          <a:p>
            <a:pPr>
              <a:defRPr/>
            </a:pPr>
            <a:fld id="{0C53CA3F-1D35-48AD-8AFE-C848DB4F9365}" type="slidenum">
              <a:rPr lang="en-US" altLang="zh-CN"/>
              <a:pPr>
                <a:defRPr/>
              </a:pPr>
              <a:t>‹#›</a:t>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页脚占位符 2"/>
          <p:cNvSpPr>
            <a:spLocks noGrp="1"/>
          </p:cNvSpPr>
          <p:nvPr>
            <p:ph type="ftr" sz="quarter" idx="10"/>
          </p:nvPr>
        </p:nvSpPr>
        <p:spPr/>
        <p:txBody>
          <a:bodyPr/>
          <a:lstStyle>
            <a:lvl1pPr>
              <a:defRPr/>
            </a:lvl1pPr>
          </a:lstStyle>
          <a:p>
            <a:pPr>
              <a:defRPr/>
            </a:pPr>
            <a:r>
              <a:rPr lang="en-US" altLang="zh-CN"/>
              <a:t>www.embedu.org</a:t>
            </a:r>
          </a:p>
        </p:txBody>
      </p:sp>
      <p:sp>
        <p:nvSpPr>
          <p:cNvPr id="6" name="灯片编号占位符 22"/>
          <p:cNvSpPr>
            <a:spLocks noGrp="1"/>
          </p:cNvSpPr>
          <p:nvPr>
            <p:ph type="sldNum" sz="quarter" idx="11"/>
          </p:nvPr>
        </p:nvSpPr>
        <p:spPr/>
        <p:txBody>
          <a:bodyPr/>
          <a:lstStyle>
            <a:lvl1pPr>
              <a:defRPr/>
            </a:lvl1pPr>
          </a:lstStyle>
          <a:p>
            <a:pPr>
              <a:defRPr/>
            </a:pPr>
            <a:fld id="{5C2B0240-3B5C-4189-9B6D-96A8B750B8F2}" type="slidenum">
              <a:rPr lang="en-US" altLang="zh-CN"/>
              <a:pPr>
                <a:defRPr/>
              </a:pPr>
              <a:t>‹#›</a:t>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页脚占位符 2"/>
          <p:cNvSpPr>
            <a:spLocks noGrp="1"/>
          </p:cNvSpPr>
          <p:nvPr>
            <p:ph type="ftr" sz="quarter" idx="10"/>
          </p:nvPr>
        </p:nvSpPr>
        <p:spPr/>
        <p:txBody>
          <a:bodyPr/>
          <a:lstStyle>
            <a:lvl1pPr>
              <a:defRPr/>
            </a:lvl1pPr>
          </a:lstStyle>
          <a:p>
            <a:pPr>
              <a:defRPr/>
            </a:pPr>
            <a:r>
              <a:rPr lang="en-US" altLang="zh-CN"/>
              <a:t>www.embedu.org</a:t>
            </a:r>
          </a:p>
        </p:txBody>
      </p:sp>
      <p:sp>
        <p:nvSpPr>
          <p:cNvPr id="6" name="灯片编号占位符 22"/>
          <p:cNvSpPr>
            <a:spLocks noGrp="1"/>
          </p:cNvSpPr>
          <p:nvPr>
            <p:ph type="sldNum" sz="quarter" idx="11"/>
          </p:nvPr>
        </p:nvSpPr>
        <p:spPr/>
        <p:txBody>
          <a:bodyPr/>
          <a:lstStyle>
            <a:lvl1pPr>
              <a:defRPr/>
            </a:lvl1pPr>
          </a:lstStyle>
          <a:p>
            <a:pPr>
              <a:defRPr/>
            </a:pPr>
            <a:fld id="{91E29A65-EFED-4B7F-B0CB-842C41FE5107}" type="slidenum">
              <a:rPr lang="en-US" altLang="zh-CN"/>
              <a:pPr>
                <a:defRPr/>
              </a:pPr>
              <a:t>‹#›</a:t>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2"/>
          <p:cNvSpPr>
            <a:spLocks noGrp="1"/>
          </p:cNvSpPr>
          <p:nvPr>
            <p:ph type="ftr" sz="quarter" idx="10"/>
          </p:nvPr>
        </p:nvSpPr>
        <p:spPr/>
        <p:txBody>
          <a:bodyPr/>
          <a:lstStyle>
            <a:lvl1pPr>
              <a:defRPr/>
            </a:lvl1pPr>
          </a:lstStyle>
          <a:p>
            <a:pPr>
              <a:defRPr/>
            </a:pPr>
            <a:r>
              <a:rPr lang="en-US" altLang="zh-CN"/>
              <a:t>www.embedu.org</a:t>
            </a:r>
          </a:p>
        </p:txBody>
      </p:sp>
      <p:sp>
        <p:nvSpPr>
          <p:cNvPr id="5" name="灯片编号占位符 22"/>
          <p:cNvSpPr>
            <a:spLocks noGrp="1"/>
          </p:cNvSpPr>
          <p:nvPr>
            <p:ph type="sldNum" sz="quarter" idx="11"/>
          </p:nvPr>
        </p:nvSpPr>
        <p:spPr/>
        <p:txBody>
          <a:bodyPr/>
          <a:lstStyle>
            <a:lvl1pPr>
              <a:defRPr/>
            </a:lvl1pPr>
          </a:lstStyle>
          <a:p>
            <a:pPr>
              <a:defRPr/>
            </a:pPr>
            <a:fld id="{686B0E58-675A-43EF-A65C-2009EE2E9D4C}" type="slidenum">
              <a:rPr lang="en-US" altLang="zh-CN"/>
              <a:pPr>
                <a:defRPr/>
              </a:pPr>
              <a:t>‹#›</a:t>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2400"/>
            <a:ext cx="2057400" cy="5976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2400"/>
            <a:ext cx="6019800" cy="59769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2"/>
          <p:cNvSpPr>
            <a:spLocks noGrp="1"/>
          </p:cNvSpPr>
          <p:nvPr>
            <p:ph type="ftr" sz="quarter" idx="10"/>
          </p:nvPr>
        </p:nvSpPr>
        <p:spPr/>
        <p:txBody>
          <a:bodyPr/>
          <a:lstStyle>
            <a:lvl1pPr>
              <a:defRPr/>
            </a:lvl1pPr>
          </a:lstStyle>
          <a:p>
            <a:pPr>
              <a:defRPr/>
            </a:pPr>
            <a:r>
              <a:rPr lang="en-US" altLang="zh-CN"/>
              <a:t>www.embedu.org</a:t>
            </a:r>
          </a:p>
        </p:txBody>
      </p:sp>
      <p:sp>
        <p:nvSpPr>
          <p:cNvPr id="5" name="灯片编号占位符 22"/>
          <p:cNvSpPr>
            <a:spLocks noGrp="1"/>
          </p:cNvSpPr>
          <p:nvPr>
            <p:ph type="sldNum" sz="quarter" idx="11"/>
          </p:nvPr>
        </p:nvSpPr>
        <p:spPr/>
        <p:txBody>
          <a:bodyPr/>
          <a:lstStyle>
            <a:lvl1pPr>
              <a:defRPr/>
            </a:lvl1pPr>
          </a:lstStyle>
          <a:p>
            <a:pPr>
              <a:defRPr/>
            </a:pPr>
            <a:fld id="{F8FD6CA6-F96F-44BE-AD7E-F15DB2572CF4}" type="slidenum">
              <a:rPr lang="en-US" altLang="zh-CN"/>
              <a:pPr>
                <a:defRPr/>
              </a:pPr>
              <a:t>‹#›</a:t>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824121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5749171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7470427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19200"/>
            <a:ext cx="4033838" cy="4902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3438" y="1219200"/>
            <a:ext cx="4035425" cy="4902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668969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900226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3454949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75379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808344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0341535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1179222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4638" y="150813"/>
            <a:ext cx="2054225" cy="59705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0813"/>
            <a:ext cx="6015038" cy="59705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860907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150813"/>
            <a:ext cx="8221663" cy="982662"/>
          </a:xfr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6398901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ftr" idx="10"/>
          </p:nvPr>
        </p:nvSpPr>
        <p:spPr>
          <a:ln/>
        </p:spPr>
        <p:txBody>
          <a:bodyPr/>
          <a:lstStyle>
            <a:lvl1pPr>
              <a:defRPr/>
            </a:lvl1pPr>
          </a:lstStyle>
          <a:p>
            <a:pPr>
              <a:defRPr/>
            </a:pPr>
            <a:endParaRPr lang="en-US" dirty="0"/>
          </a:p>
        </p:txBody>
      </p:sp>
      <p:sp>
        <p:nvSpPr>
          <p:cNvPr id="5" name="Rectangle 7"/>
          <p:cNvSpPr>
            <a:spLocks noGrp="1" noChangeArrowheads="1"/>
          </p:cNvSpPr>
          <p:nvPr>
            <p:ph type="sldNum" idx="11"/>
          </p:nvPr>
        </p:nvSpPr>
        <p:spPr>
          <a:ln/>
        </p:spPr>
        <p:txBody>
          <a:bodyPr/>
          <a:lstStyle>
            <a:lvl1pPr>
              <a:defRPr/>
            </a:lvl1pPr>
          </a:lstStyle>
          <a:p>
            <a:pPr>
              <a:defRPr/>
            </a:pPr>
            <a:fld id="{F674B10F-5EC8-4D01-B4F9-86C826766F49}" type="slidenum">
              <a:rPr lang="en-US"/>
              <a:pPr>
                <a:defRPr/>
              </a:pPr>
              <a:t>‹#›</a:t>
            </a:fld>
            <a:endParaRPr lang="en-US"/>
          </a:p>
        </p:txBody>
      </p:sp>
    </p:spTree>
    <p:extLst>
      <p:ext uri="{BB962C8B-B14F-4D97-AF65-F5344CB8AC3E}">
        <p14:creationId xmlns:p14="http://schemas.microsoft.com/office/powerpoint/2010/main" val="7483343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3"/>
          <p:cNvSpPr>
            <a:spLocks noGrp="1"/>
          </p:cNvSpPr>
          <p:nvPr>
            <p:ph type="ftr" idx="10"/>
          </p:nvPr>
        </p:nvSpPr>
        <p:spPr/>
        <p:txBody>
          <a:bodyPr/>
          <a:lstStyle>
            <a:lvl1pPr>
              <a:defRPr/>
            </a:lvl1pPr>
          </a:lstStyle>
          <a:p>
            <a:pPr>
              <a:defRPr/>
            </a:pPr>
            <a:endParaRPr lang="en-US" dirty="0"/>
          </a:p>
        </p:txBody>
      </p:sp>
      <p:sp>
        <p:nvSpPr>
          <p:cNvPr id="5" name="灯片编号占位符 4"/>
          <p:cNvSpPr>
            <a:spLocks noGrp="1"/>
          </p:cNvSpPr>
          <p:nvPr>
            <p:ph type="sldNum" idx="11"/>
          </p:nvPr>
        </p:nvSpPr>
        <p:spPr/>
        <p:txBody>
          <a:bodyPr/>
          <a:lstStyle>
            <a:lvl1pPr>
              <a:defRPr/>
            </a:lvl1pPr>
          </a:lstStyle>
          <a:p>
            <a:pPr>
              <a:defRPr/>
            </a:pPr>
            <a:fld id="{D454E4E6-0FE9-42F4-B327-3F4C39B077A1}" type="slidenum">
              <a:rPr lang="en-US"/>
              <a:pPr>
                <a:defRPr/>
              </a:pPr>
              <a:t>‹#›</a:t>
            </a:fld>
            <a:endParaRPr lang="en-US" dirty="0"/>
          </a:p>
        </p:txBody>
      </p:sp>
    </p:spTree>
    <p:extLst>
      <p:ext uri="{BB962C8B-B14F-4D97-AF65-F5344CB8AC3E}">
        <p14:creationId xmlns:p14="http://schemas.microsoft.com/office/powerpoint/2010/main" val="20754437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ftr" idx="10"/>
          </p:nvPr>
        </p:nvSpPr>
        <p:spPr>
          <a:ln/>
        </p:spPr>
        <p:txBody>
          <a:bodyPr/>
          <a:lstStyle>
            <a:lvl1pPr>
              <a:defRPr/>
            </a:lvl1pPr>
          </a:lstStyle>
          <a:p>
            <a:pPr>
              <a:defRPr/>
            </a:pPr>
            <a:endParaRPr lang="en-US" dirty="0"/>
          </a:p>
        </p:txBody>
      </p:sp>
      <p:sp>
        <p:nvSpPr>
          <p:cNvPr id="5" name="Rectangle 7"/>
          <p:cNvSpPr>
            <a:spLocks noGrp="1" noChangeArrowheads="1"/>
          </p:cNvSpPr>
          <p:nvPr>
            <p:ph type="sldNum" idx="11"/>
          </p:nvPr>
        </p:nvSpPr>
        <p:spPr>
          <a:ln/>
        </p:spPr>
        <p:txBody>
          <a:bodyPr/>
          <a:lstStyle>
            <a:lvl1pPr>
              <a:defRPr/>
            </a:lvl1pPr>
          </a:lstStyle>
          <a:p>
            <a:pPr>
              <a:defRPr/>
            </a:pPr>
            <a:fld id="{9426D67E-1E5C-465D-9921-BFD708CDE8C8}" type="slidenum">
              <a:rPr lang="en-US"/>
              <a:pPr>
                <a:defRPr/>
              </a:pPr>
              <a:t>‹#›</a:t>
            </a:fld>
            <a:endParaRPr lang="en-US"/>
          </a:p>
        </p:txBody>
      </p:sp>
    </p:spTree>
    <p:extLst>
      <p:ext uri="{BB962C8B-B14F-4D97-AF65-F5344CB8AC3E}">
        <p14:creationId xmlns:p14="http://schemas.microsoft.com/office/powerpoint/2010/main" val="13921351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19200"/>
            <a:ext cx="4033838" cy="4902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3438" y="1219200"/>
            <a:ext cx="4035425" cy="4902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ftr" idx="10"/>
          </p:nvPr>
        </p:nvSpPr>
        <p:spPr>
          <a:ln/>
        </p:spPr>
        <p:txBody>
          <a:bodyPr/>
          <a:lstStyle>
            <a:lvl1pPr>
              <a:defRPr/>
            </a:lvl1pPr>
          </a:lstStyle>
          <a:p>
            <a:pPr>
              <a:defRPr/>
            </a:pPr>
            <a:endParaRPr lang="en-US" dirty="0"/>
          </a:p>
        </p:txBody>
      </p:sp>
      <p:sp>
        <p:nvSpPr>
          <p:cNvPr id="6" name="Rectangle 7"/>
          <p:cNvSpPr>
            <a:spLocks noGrp="1" noChangeArrowheads="1"/>
          </p:cNvSpPr>
          <p:nvPr>
            <p:ph type="sldNum" idx="11"/>
          </p:nvPr>
        </p:nvSpPr>
        <p:spPr>
          <a:ln/>
        </p:spPr>
        <p:txBody>
          <a:bodyPr/>
          <a:lstStyle>
            <a:lvl1pPr>
              <a:defRPr/>
            </a:lvl1pPr>
          </a:lstStyle>
          <a:p>
            <a:pPr>
              <a:defRPr/>
            </a:pPr>
            <a:fld id="{DE09D455-92B0-4B8D-8C0A-5400A4406996}" type="slidenum">
              <a:rPr lang="en-US"/>
              <a:pPr>
                <a:defRPr/>
              </a:pPr>
              <a:t>‹#›</a:t>
            </a:fld>
            <a:endParaRPr lang="en-US"/>
          </a:p>
        </p:txBody>
      </p:sp>
    </p:spTree>
    <p:extLst>
      <p:ext uri="{BB962C8B-B14F-4D97-AF65-F5344CB8AC3E}">
        <p14:creationId xmlns:p14="http://schemas.microsoft.com/office/powerpoint/2010/main" val="32348624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ftr" idx="10"/>
          </p:nvPr>
        </p:nvSpPr>
        <p:spPr>
          <a:ln/>
        </p:spPr>
        <p:txBody>
          <a:bodyPr/>
          <a:lstStyle>
            <a:lvl1pPr>
              <a:defRPr/>
            </a:lvl1pPr>
          </a:lstStyle>
          <a:p>
            <a:pPr>
              <a:defRPr/>
            </a:pPr>
            <a:endParaRPr lang="en-US" dirty="0"/>
          </a:p>
        </p:txBody>
      </p:sp>
      <p:sp>
        <p:nvSpPr>
          <p:cNvPr id="8" name="Rectangle 7"/>
          <p:cNvSpPr>
            <a:spLocks noGrp="1" noChangeArrowheads="1"/>
          </p:cNvSpPr>
          <p:nvPr>
            <p:ph type="sldNum" idx="11"/>
          </p:nvPr>
        </p:nvSpPr>
        <p:spPr>
          <a:ln/>
        </p:spPr>
        <p:txBody>
          <a:bodyPr/>
          <a:lstStyle>
            <a:lvl1pPr>
              <a:defRPr/>
            </a:lvl1pPr>
          </a:lstStyle>
          <a:p>
            <a:pPr>
              <a:defRPr/>
            </a:pPr>
            <a:fld id="{A761130C-C84A-4BC1-BF6B-3D974F8BF5FD}" type="slidenum">
              <a:rPr lang="en-US"/>
              <a:pPr>
                <a:defRPr/>
              </a:pPr>
              <a:t>‹#›</a:t>
            </a:fld>
            <a:endParaRPr lang="en-US"/>
          </a:p>
        </p:txBody>
      </p:sp>
    </p:spTree>
    <p:extLst>
      <p:ext uri="{BB962C8B-B14F-4D97-AF65-F5344CB8AC3E}">
        <p14:creationId xmlns:p14="http://schemas.microsoft.com/office/powerpoint/2010/main" val="33934701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ftr" idx="10"/>
          </p:nvPr>
        </p:nvSpPr>
        <p:spPr>
          <a:ln/>
        </p:spPr>
        <p:txBody>
          <a:bodyPr/>
          <a:lstStyle>
            <a:lvl1pPr>
              <a:defRPr/>
            </a:lvl1pPr>
          </a:lstStyle>
          <a:p>
            <a:pPr>
              <a:defRPr/>
            </a:pPr>
            <a:endParaRPr lang="en-US" dirty="0"/>
          </a:p>
        </p:txBody>
      </p:sp>
      <p:sp>
        <p:nvSpPr>
          <p:cNvPr id="4" name="Rectangle 7"/>
          <p:cNvSpPr>
            <a:spLocks noGrp="1" noChangeArrowheads="1"/>
          </p:cNvSpPr>
          <p:nvPr>
            <p:ph type="sldNum" idx="11"/>
          </p:nvPr>
        </p:nvSpPr>
        <p:spPr>
          <a:ln/>
        </p:spPr>
        <p:txBody>
          <a:bodyPr/>
          <a:lstStyle>
            <a:lvl1pPr>
              <a:defRPr/>
            </a:lvl1pPr>
          </a:lstStyle>
          <a:p>
            <a:pPr>
              <a:defRPr/>
            </a:pPr>
            <a:fld id="{E39E8F29-8807-404A-A8CC-079336AC5343}" type="slidenum">
              <a:rPr lang="en-US"/>
              <a:pPr>
                <a:defRPr/>
              </a:pPr>
              <a:t>‹#›</a:t>
            </a:fld>
            <a:endParaRPr lang="en-US"/>
          </a:p>
        </p:txBody>
      </p:sp>
    </p:spTree>
    <p:extLst>
      <p:ext uri="{BB962C8B-B14F-4D97-AF65-F5344CB8AC3E}">
        <p14:creationId xmlns:p14="http://schemas.microsoft.com/office/powerpoint/2010/main" val="15322700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ftr" idx="10"/>
          </p:nvPr>
        </p:nvSpPr>
        <p:spPr>
          <a:ln/>
        </p:spPr>
        <p:txBody>
          <a:bodyPr/>
          <a:lstStyle>
            <a:lvl1pPr>
              <a:defRPr/>
            </a:lvl1pPr>
          </a:lstStyle>
          <a:p>
            <a:pPr>
              <a:defRPr/>
            </a:pPr>
            <a:endParaRPr lang="en-US" dirty="0"/>
          </a:p>
        </p:txBody>
      </p:sp>
      <p:sp>
        <p:nvSpPr>
          <p:cNvPr id="3" name="Rectangle 7"/>
          <p:cNvSpPr>
            <a:spLocks noGrp="1" noChangeArrowheads="1"/>
          </p:cNvSpPr>
          <p:nvPr>
            <p:ph type="sldNum" idx="11"/>
          </p:nvPr>
        </p:nvSpPr>
        <p:spPr>
          <a:ln/>
        </p:spPr>
        <p:txBody>
          <a:bodyPr/>
          <a:lstStyle>
            <a:lvl1pPr>
              <a:defRPr/>
            </a:lvl1pPr>
          </a:lstStyle>
          <a:p>
            <a:pPr>
              <a:defRPr/>
            </a:pPr>
            <a:fld id="{A93AEA74-E96E-4DBA-AACF-0EAD12F20BB6}" type="slidenum">
              <a:rPr lang="en-US"/>
              <a:pPr>
                <a:defRPr/>
              </a:pPr>
              <a:t>‹#›</a:t>
            </a:fld>
            <a:endParaRPr lang="en-US"/>
          </a:p>
        </p:txBody>
      </p:sp>
    </p:spTree>
    <p:extLst>
      <p:ext uri="{BB962C8B-B14F-4D97-AF65-F5344CB8AC3E}">
        <p14:creationId xmlns:p14="http://schemas.microsoft.com/office/powerpoint/2010/main" val="41344597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ftr" idx="10"/>
          </p:nvPr>
        </p:nvSpPr>
        <p:spPr>
          <a:ln/>
        </p:spPr>
        <p:txBody>
          <a:bodyPr/>
          <a:lstStyle>
            <a:lvl1pPr>
              <a:defRPr/>
            </a:lvl1pPr>
          </a:lstStyle>
          <a:p>
            <a:pPr>
              <a:defRPr/>
            </a:pPr>
            <a:endParaRPr lang="en-US" dirty="0"/>
          </a:p>
        </p:txBody>
      </p:sp>
      <p:sp>
        <p:nvSpPr>
          <p:cNvPr id="6" name="Rectangle 7"/>
          <p:cNvSpPr>
            <a:spLocks noGrp="1" noChangeArrowheads="1"/>
          </p:cNvSpPr>
          <p:nvPr>
            <p:ph type="sldNum" idx="11"/>
          </p:nvPr>
        </p:nvSpPr>
        <p:spPr>
          <a:ln/>
        </p:spPr>
        <p:txBody>
          <a:bodyPr/>
          <a:lstStyle>
            <a:lvl1pPr>
              <a:defRPr/>
            </a:lvl1pPr>
          </a:lstStyle>
          <a:p>
            <a:pPr>
              <a:defRPr/>
            </a:pPr>
            <a:fld id="{CD23A468-0A3F-421C-9BFB-D0E9531B6AF0}" type="slidenum">
              <a:rPr lang="en-US"/>
              <a:pPr>
                <a:defRPr/>
              </a:pPr>
              <a:t>‹#›</a:t>
            </a:fld>
            <a:endParaRPr lang="en-US"/>
          </a:p>
        </p:txBody>
      </p:sp>
    </p:spTree>
    <p:extLst>
      <p:ext uri="{BB962C8B-B14F-4D97-AF65-F5344CB8AC3E}">
        <p14:creationId xmlns:p14="http://schemas.microsoft.com/office/powerpoint/2010/main" val="373988547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ftr" idx="10"/>
          </p:nvPr>
        </p:nvSpPr>
        <p:spPr>
          <a:ln/>
        </p:spPr>
        <p:txBody>
          <a:bodyPr/>
          <a:lstStyle>
            <a:lvl1pPr>
              <a:defRPr/>
            </a:lvl1pPr>
          </a:lstStyle>
          <a:p>
            <a:pPr>
              <a:defRPr/>
            </a:pPr>
            <a:endParaRPr lang="en-US" dirty="0"/>
          </a:p>
        </p:txBody>
      </p:sp>
      <p:sp>
        <p:nvSpPr>
          <p:cNvPr id="6" name="Rectangle 7"/>
          <p:cNvSpPr>
            <a:spLocks noGrp="1" noChangeArrowheads="1"/>
          </p:cNvSpPr>
          <p:nvPr>
            <p:ph type="sldNum" idx="11"/>
          </p:nvPr>
        </p:nvSpPr>
        <p:spPr>
          <a:ln/>
        </p:spPr>
        <p:txBody>
          <a:bodyPr/>
          <a:lstStyle>
            <a:lvl1pPr>
              <a:defRPr/>
            </a:lvl1pPr>
          </a:lstStyle>
          <a:p>
            <a:pPr>
              <a:defRPr/>
            </a:pPr>
            <a:fld id="{B8562574-E9C6-4A26-8752-089FF9D43351}" type="slidenum">
              <a:rPr lang="en-US"/>
              <a:pPr>
                <a:defRPr/>
              </a:pPr>
              <a:t>‹#›</a:t>
            </a:fld>
            <a:endParaRPr lang="en-US"/>
          </a:p>
        </p:txBody>
      </p:sp>
    </p:spTree>
    <p:extLst>
      <p:ext uri="{BB962C8B-B14F-4D97-AF65-F5344CB8AC3E}">
        <p14:creationId xmlns:p14="http://schemas.microsoft.com/office/powerpoint/2010/main" val="15290854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ftr" idx="10"/>
          </p:nvPr>
        </p:nvSpPr>
        <p:spPr>
          <a:ln/>
        </p:spPr>
        <p:txBody>
          <a:bodyPr/>
          <a:lstStyle>
            <a:lvl1pPr>
              <a:defRPr/>
            </a:lvl1pPr>
          </a:lstStyle>
          <a:p>
            <a:pPr>
              <a:defRPr/>
            </a:pPr>
            <a:endParaRPr lang="en-US" dirty="0"/>
          </a:p>
        </p:txBody>
      </p:sp>
      <p:sp>
        <p:nvSpPr>
          <p:cNvPr id="5" name="Rectangle 7"/>
          <p:cNvSpPr>
            <a:spLocks noGrp="1" noChangeArrowheads="1"/>
          </p:cNvSpPr>
          <p:nvPr>
            <p:ph type="sldNum" idx="11"/>
          </p:nvPr>
        </p:nvSpPr>
        <p:spPr>
          <a:ln/>
        </p:spPr>
        <p:txBody>
          <a:bodyPr/>
          <a:lstStyle>
            <a:lvl1pPr>
              <a:defRPr/>
            </a:lvl1pPr>
          </a:lstStyle>
          <a:p>
            <a:pPr>
              <a:defRPr/>
            </a:pPr>
            <a:fld id="{67B1B6DA-174A-46B9-945E-CBE5720A2278}" type="slidenum">
              <a:rPr lang="en-US"/>
              <a:pPr>
                <a:defRPr/>
              </a:pPr>
              <a:t>‹#›</a:t>
            </a:fld>
            <a:endParaRPr lang="en-US"/>
          </a:p>
        </p:txBody>
      </p:sp>
    </p:spTree>
    <p:extLst>
      <p:ext uri="{BB962C8B-B14F-4D97-AF65-F5344CB8AC3E}">
        <p14:creationId xmlns:p14="http://schemas.microsoft.com/office/powerpoint/2010/main" val="35869565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4638" y="150813"/>
            <a:ext cx="2054225" cy="59705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0813"/>
            <a:ext cx="6015038" cy="59705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ftr" idx="10"/>
          </p:nvPr>
        </p:nvSpPr>
        <p:spPr>
          <a:ln/>
        </p:spPr>
        <p:txBody>
          <a:bodyPr/>
          <a:lstStyle>
            <a:lvl1pPr>
              <a:defRPr/>
            </a:lvl1pPr>
          </a:lstStyle>
          <a:p>
            <a:pPr>
              <a:defRPr/>
            </a:pPr>
            <a:endParaRPr lang="en-US" dirty="0"/>
          </a:p>
        </p:txBody>
      </p:sp>
      <p:sp>
        <p:nvSpPr>
          <p:cNvPr id="5" name="Rectangle 7"/>
          <p:cNvSpPr>
            <a:spLocks noGrp="1" noChangeArrowheads="1"/>
          </p:cNvSpPr>
          <p:nvPr>
            <p:ph type="sldNum" idx="11"/>
          </p:nvPr>
        </p:nvSpPr>
        <p:spPr>
          <a:ln/>
        </p:spPr>
        <p:txBody>
          <a:bodyPr/>
          <a:lstStyle>
            <a:lvl1pPr>
              <a:defRPr/>
            </a:lvl1pPr>
          </a:lstStyle>
          <a:p>
            <a:pPr>
              <a:defRPr/>
            </a:pPr>
            <a:fld id="{6CC14917-8311-42BD-9C6F-168371CE6B3B}" type="slidenum">
              <a:rPr lang="en-US"/>
              <a:pPr>
                <a:defRPr/>
              </a:pPr>
              <a:t>‹#›</a:t>
            </a:fld>
            <a:endParaRPr lang="en-US"/>
          </a:p>
        </p:txBody>
      </p:sp>
    </p:spTree>
    <p:extLst>
      <p:ext uri="{BB962C8B-B14F-4D97-AF65-F5344CB8AC3E}">
        <p14:creationId xmlns:p14="http://schemas.microsoft.com/office/powerpoint/2010/main" val="7757391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50813"/>
            <a:ext cx="8221663" cy="9826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219200"/>
            <a:ext cx="4033838" cy="4902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3438" y="1219200"/>
            <a:ext cx="4035425" cy="4902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ftr" idx="10"/>
          </p:nvPr>
        </p:nvSpPr>
        <p:spPr>
          <a:ln/>
        </p:spPr>
        <p:txBody>
          <a:bodyPr/>
          <a:lstStyle>
            <a:lvl1pPr>
              <a:defRPr/>
            </a:lvl1pPr>
          </a:lstStyle>
          <a:p>
            <a:pPr>
              <a:defRPr/>
            </a:pPr>
            <a:endParaRPr lang="en-US" dirty="0"/>
          </a:p>
        </p:txBody>
      </p:sp>
      <p:sp>
        <p:nvSpPr>
          <p:cNvPr id="6" name="Rectangle 7"/>
          <p:cNvSpPr>
            <a:spLocks noGrp="1" noChangeArrowheads="1"/>
          </p:cNvSpPr>
          <p:nvPr>
            <p:ph type="sldNum" idx="11"/>
          </p:nvPr>
        </p:nvSpPr>
        <p:spPr>
          <a:ln/>
        </p:spPr>
        <p:txBody>
          <a:bodyPr/>
          <a:lstStyle>
            <a:lvl1pPr>
              <a:defRPr/>
            </a:lvl1pPr>
          </a:lstStyle>
          <a:p>
            <a:pPr>
              <a:defRPr/>
            </a:pPr>
            <a:fld id="{06C58E10-17F1-4292-8232-A651873B59B7}" type="slidenum">
              <a:rPr lang="en-US"/>
              <a:pPr>
                <a:defRPr/>
              </a:pPr>
              <a:t>‹#›</a:t>
            </a:fld>
            <a:endParaRPr lang="en-US"/>
          </a:p>
        </p:txBody>
      </p:sp>
    </p:spTree>
    <p:extLst>
      <p:ext uri="{BB962C8B-B14F-4D97-AF65-F5344CB8AC3E}">
        <p14:creationId xmlns:p14="http://schemas.microsoft.com/office/powerpoint/2010/main" val="132666523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50813"/>
            <a:ext cx="8221663" cy="9826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19200"/>
            <a:ext cx="8221663" cy="4902200"/>
          </a:xfrm>
        </p:spPr>
        <p:txBody>
          <a:bodyPr/>
          <a:lstStyle/>
          <a:p>
            <a:pPr lvl="0"/>
            <a:endParaRPr lang="zh-CN" altLang="en-US" noProof="0" smtClean="0"/>
          </a:p>
        </p:txBody>
      </p:sp>
      <p:sp>
        <p:nvSpPr>
          <p:cNvPr id="4" name="Rectangle 6"/>
          <p:cNvSpPr>
            <a:spLocks noGrp="1" noChangeArrowheads="1"/>
          </p:cNvSpPr>
          <p:nvPr>
            <p:ph type="ftr" idx="10"/>
          </p:nvPr>
        </p:nvSpPr>
        <p:spPr>
          <a:ln/>
        </p:spPr>
        <p:txBody>
          <a:bodyPr/>
          <a:lstStyle>
            <a:lvl1pPr>
              <a:defRPr/>
            </a:lvl1pPr>
          </a:lstStyle>
          <a:p>
            <a:pPr>
              <a:defRPr/>
            </a:pPr>
            <a:endParaRPr lang="en-US" dirty="0"/>
          </a:p>
        </p:txBody>
      </p:sp>
      <p:sp>
        <p:nvSpPr>
          <p:cNvPr id="5" name="Rectangle 7"/>
          <p:cNvSpPr>
            <a:spLocks noGrp="1" noChangeArrowheads="1"/>
          </p:cNvSpPr>
          <p:nvPr>
            <p:ph type="sldNum" idx="11"/>
          </p:nvPr>
        </p:nvSpPr>
        <p:spPr>
          <a:ln/>
        </p:spPr>
        <p:txBody>
          <a:bodyPr/>
          <a:lstStyle>
            <a:lvl1pPr>
              <a:defRPr/>
            </a:lvl1pPr>
          </a:lstStyle>
          <a:p>
            <a:pPr>
              <a:defRPr/>
            </a:pPr>
            <a:fld id="{B2DF87C0-8F90-4318-8F16-33DB9EB15780}" type="slidenum">
              <a:rPr lang="en-US"/>
              <a:pPr>
                <a:defRPr/>
              </a:pPr>
              <a:t>‹#›</a:t>
            </a:fld>
            <a:endParaRPr lang="en-US"/>
          </a:p>
        </p:txBody>
      </p:sp>
    </p:spTree>
    <p:extLst>
      <p:ext uri="{BB962C8B-B14F-4D97-AF65-F5344CB8AC3E}">
        <p14:creationId xmlns:p14="http://schemas.microsoft.com/office/powerpoint/2010/main" val="37483462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150813"/>
            <a:ext cx="8221663" cy="982662"/>
          </a:xfr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73654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image" Target="../media/image2.png"/><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2.pn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6" Type="http://schemas.openxmlformats.org/officeDocument/2006/relationships/image" Target="../media/image1.png"/><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theme" Target="../theme/theme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bwMode="auto">
          <a:xfrm>
            <a:off x="457200" y="150813"/>
            <a:ext cx="8221663" cy="982662"/>
          </a:xfrm>
          <a:prstGeom prst="rect">
            <a:avLst/>
          </a:prstGeom>
          <a:noFill/>
          <a:ln w="9525">
            <a:noFill/>
            <a:round/>
            <a:headEnd/>
            <a:tailEnd/>
          </a:ln>
        </p:spPr>
        <p:txBody>
          <a:bodyPr vert="horz" wrap="square" lIns="90000" tIns="46800" rIns="90000" bIns="46800" numCol="1" anchor="b" anchorCtr="0" compatLnSpc="1">
            <a:prstTxWarp prst="textNoShape">
              <a:avLst/>
            </a:prstTxWarp>
          </a:bodyPr>
          <a:lstStyle/>
          <a:p>
            <a:pPr lvl="0"/>
            <a:r>
              <a:rPr lang="zh-CN" altLang="en-GB" smtClean="0"/>
              <a:t>单击鼠标编辑标题文的格式</a:t>
            </a:r>
          </a:p>
        </p:txBody>
      </p:sp>
      <p:sp>
        <p:nvSpPr>
          <p:cNvPr id="3075" name="Rectangle 2"/>
          <p:cNvSpPr>
            <a:spLocks noGrp="1" noChangeArrowheads="1"/>
          </p:cNvSpPr>
          <p:nvPr>
            <p:ph type="body" idx="1"/>
          </p:nvPr>
        </p:nvSpPr>
        <p:spPr bwMode="auto">
          <a:xfrm>
            <a:off x="457200" y="1219200"/>
            <a:ext cx="8221663" cy="490220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zh-CN" altLang="en-GB" smtClean="0"/>
              <a:t>单击鼠标编辑大纲正文格式</a:t>
            </a:r>
          </a:p>
          <a:p>
            <a:pPr lvl="1"/>
            <a:r>
              <a:rPr lang="zh-CN" altLang="en-GB" smtClean="0"/>
              <a:t>第二个大纲级</a:t>
            </a:r>
          </a:p>
          <a:p>
            <a:pPr lvl="2"/>
            <a:r>
              <a:rPr lang="zh-CN" altLang="en-GB" smtClean="0"/>
              <a:t>第三个大纲级</a:t>
            </a:r>
          </a:p>
          <a:p>
            <a:pPr lvl="3"/>
            <a:r>
              <a:rPr lang="zh-CN" altLang="en-GB" smtClean="0"/>
              <a:t>第四个大纲级</a:t>
            </a:r>
          </a:p>
          <a:p>
            <a:pPr lvl="4"/>
            <a:r>
              <a:rPr lang="zh-CN" altLang="en-GB" smtClean="0"/>
              <a:t>第五个大纲级</a:t>
            </a:r>
          </a:p>
          <a:p>
            <a:pPr lvl="4"/>
            <a:r>
              <a:rPr lang="zh-CN" altLang="en-GB" smtClean="0"/>
              <a:t>第六个大纲级</a:t>
            </a:r>
          </a:p>
          <a:p>
            <a:pPr lvl="4"/>
            <a:r>
              <a:rPr lang="zh-CN" altLang="en-GB" smtClean="0"/>
              <a:t>第七个大纲级</a:t>
            </a:r>
          </a:p>
          <a:p>
            <a:pPr lvl="4"/>
            <a:r>
              <a:rPr lang="zh-CN" altLang="en-GB" smtClean="0"/>
              <a:t>第八个大纲级</a:t>
            </a:r>
          </a:p>
          <a:p>
            <a:pPr lvl="4"/>
            <a:r>
              <a:rPr lang="zh-CN" altLang="en-GB" smtClean="0"/>
              <a:t>第九个大纲级</a:t>
            </a:r>
          </a:p>
        </p:txBody>
      </p:sp>
      <p:sp>
        <p:nvSpPr>
          <p:cNvPr id="1027" name="Line 3"/>
          <p:cNvSpPr>
            <a:spLocks noChangeShapeType="1"/>
          </p:cNvSpPr>
          <p:nvPr/>
        </p:nvSpPr>
        <p:spPr bwMode="auto">
          <a:xfrm>
            <a:off x="457200" y="6353175"/>
            <a:ext cx="8229600" cy="1588"/>
          </a:xfrm>
          <a:prstGeom prst="line">
            <a:avLst/>
          </a:prstGeom>
          <a:noFill/>
          <a:ln w="9360">
            <a:solidFill>
              <a:srgbClr val="9FB8CD"/>
            </a:solidFill>
            <a:prstDash val="dash"/>
            <a:miter lim="800000"/>
            <a:headEnd/>
            <a:tailEnd/>
          </a:ln>
          <a:effectLst/>
        </p:spPr>
        <p:txBody>
          <a:bodyPr/>
          <a:lstStyle/>
          <a:p>
            <a:pPr algn="r">
              <a:buClr>
                <a:srgbClr val="000000"/>
              </a:buClr>
              <a:buSzPct val="100000"/>
              <a:buFont typeface="Arial" pitchFamily="34" charset="0"/>
              <a:buNone/>
              <a:defRPr/>
            </a:pPr>
            <a:endParaRPr lang="zh-CN" altLang="en-US"/>
          </a:p>
        </p:txBody>
      </p:sp>
      <p:sp>
        <p:nvSpPr>
          <p:cNvPr id="1028" name="Line 4"/>
          <p:cNvSpPr>
            <a:spLocks noChangeShapeType="1"/>
          </p:cNvSpPr>
          <p:nvPr/>
        </p:nvSpPr>
        <p:spPr bwMode="auto">
          <a:xfrm>
            <a:off x="457200" y="1143000"/>
            <a:ext cx="8229600" cy="1588"/>
          </a:xfrm>
          <a:prstGeom prst="line">
            <a:avLst/>
          </a:prstGeom>
          <a:noFill/>
          <a:ln w="9360">
            <a:solidFill>
              <a:srgbClr val="9FB8CD"/>
            </a:solidFill>
            <a:prstDash val="dash"/>
            <a:miter lim="800000"/>
            <a:headEnd/>
            <a:tailEnd/>
          </a:ln>
          <a:effectLst/>
        </p:spPr>
        <p:txBody>
          <a:bodyPr/>
          <a:lstStyle/>
          <a:p>
            <a:pPr algn="r">
              <a:buClr>
                <a:srgbClr val="000000"/>
              </a:buClr>
              <a:buSzPct val="100000"/>
              <a:buFont typeface="Arial" pitchFamily="34" charset="0"/>
              <a:buNone/>
              <a:defRPr/>
            </a:pPr>
            <a:endParaRPr lang="zh-CN" altLang="en-US"/>
          </a:p>
        </p:txBody>
      </p:sp>
      <p:sp>
        <p:nvSpPr>
          <p:cNvPr id="1029" name="AutoShape 5"/>
          <p:cNvSpPr>
            <a:spLocks noChangeArrowheads="1"/>
          </p:cNvSpPr>
          <p:nvPr/>
        </p:nvSpPr>
        <p:spPr bwMode="auto">
          <a:xfrm rot="5400000">
            <a:off x="427038" y="6467475"/>
            <a:ext cx="190500" cy="120650"/>
          </a:xfrm>
          <a:prstGeom prst="triangle">
            <a:avLst>
              <a:gd name="adj" fmla="val 50000"/>
            </a:avLst>
          </a:prstGeom>
          <a:solidFill>
            <a:srgbClr val="9FB8CD"/>
          </a:solidFill>
          <a:ln w="9525">
            <a:noFill/>
            <a:round/>
            <a:headEnd/>
            <a:tailEnd/>
          </a:ln>
          <a:effectLst/>
        </p:spPr>
        <p:txBody>
          <a:bodyPr wrap="none" anchor="ctr"/>
          <a:lstStyle/>
          <a:p>
            <a:pPr algn="r">
              <a:buClr>
                <a:srgbClr val="000000"/>
              </a:buClr>
              <a:buSzPct val="100000"/>
              <a:buFont typeface="Arial" pitchFamily="34" charset="0"/>
              <a:buNone/>
              <a:defRPr/>
            </a:pPr>
            <a:endParaRPr lang="zh-CN" altLang="en-US"/>
          </a:p>
        </p:txBody>
      </p:sp>
      <p:sp>
        <p:nvSpPr>
          <p:cNvPr id="1030" name="Rectangle 6"/>
          <p:cNvSpPr>
            <a:spLocks noGrp="1" noChangeArrowheads="1"/>
          </p:cNvSpPr>
          <p:nvPr>
            <p:ph type="ftr"/>
          </p:nvPr>
        </p:nvSpPr>
        <p:spPr bwMode="auto">
          <a:xfrm>
            <a:off x="3124200" y="6381750"/>
            <a:ext cx="2887663" cy="4683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ctr">
              <a:buClr>
                <a:srgbClr val="464653"/>
              </a:buClr>
              <a:buSzPct val="100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400">
                <a:solidFill>
                  <a:srgbClr val="464653"/>
                </a:solidFill>
                <a:cs typeface="Arial" pitchFamily="34" charset="0"/>
              </a:defRPr>
            </a:lvl1pPr>
          </a:lstStyle>
          <a:p>
            <a:pPr>
              <a:defRPr/>
            </a:pPr>
            <a:endParaRPr lang="en-US" dirty="0"/>
          </a:p>
        </p:txBody>
      </p:sp>
      <p:sp>
        <p:nvSpPr>
          <p:cNvPr id="1031" name="Rectangle 7"/>
          <p:cNvSpPr>
            <a:spLocks noGrp="1" noChangeArrowheads="1"/>
          </p:cNvSpPr>
          <p:nvPr>
            <p:ph type="sldNum"/>
          </p:nvPr>
        </p:nvSpPr>
        <p:spPr bwMode="auto">
          <a:xfrm>
            <a:off x="609600" y="6381750"/>
            <a:ext cx="2125663" cy="4683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l">
              <a:buClr>
                <a:srgbClr val="464653"/>
              </a:buClr>
              <a:buSzPct val="100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400">
                <a:solidFill>
                  <a:srgbClr val="464653"/>
                </a:solidFill>
                <a:cs typeface="Arial" pitchFamily="34" charset="0"/>
              </a:defRPr>
            </a:lvl1pPr>
          </a:lstStyle>
          <a:p>
            <a:pPr>
              <a:defRPr/>
            </a:pPr>
            <a:fld id="{190DBFAF-BBFC-4238-A774-9CB4417C7B6E}" type="slidenum">
              <a:rPr lang="en-US"/>
              <a:pPr>
                <a:defRPr/>
              </a:pPr>
              <a:t>‹#›</a:t>
            </a:fld>
            <a:endParaRPr lang="en-US"/>
          </a:p>
        </p:txBody>
      </p:sp>
      <p:pic>
        <p:nvPicPr>
          <p:cNvPr id="3082" name="Picture 9"/>
          <p:cNvPicPr>
            <a:picLocks noChangeAspect="1" noChangeArrowheads="1"/>
          </p:cNvPicPr>
          <p:nvPr/>
        </p:nvPicPr>
        <p:blipFill>
          <a:blip r:embed="rId17" cstate="print"/>
          <a:srcRect/>
          <a:stretch>
            <a:fillRect/>
          </a:stretch>
        </p:blipFill>
        <p:spPr bwMode="auto">
          <a:xfrm>
            <a:off x="6781800" y="304800"/>
            <a:ext cx="1854200" cy="504825"/>
          </a:xfrm>
          <a:prstGeom prst="rect">
            <a:avLst/>
          </a:prstGeom>
          <a:noFill/>
          <a:ln w="9525">
            <a:noFill/>
            <a:round/>
            <a:headEnd/>
            <a:tailEnd/>
          </a:ln>
        </p:spPr>
      </p:pic>
      <p:sp>
        <p:nvSpPr>
          <p:cNvPr id="11" name="页脚占位符 1"/>
          <p:cNvSpPr txBox="1">
            <a:spLocks noGrp="1"/>
          </p:cNvSpPr>
          <p:nvPr userDrawn="1"/>
        </p:nvSpPr>
        <p:spPr bwMode="auto">
          <a:xfrm>
            <a:off x="3124200" y="6381750"/>
            <a:ext cx="2895600" cy="476250"/>
          </a:xfrm>
          <a:prstGeom prst="rect">
            <a:avLst/>
          </a:prstGeom>
          <a:noFill/>
          <a:ln w="9525">
            <a:noFill/>
            <a:miter lim="800000"/>
            <a:headEnd/>
            <a:tailEnd/>
          </a:ln>
        </p:spPr>
        <p:txBody>
          <a:bodyPr/>
          <a:lstStyle/>
          <a:p>
            <a:pPr algn="ctr"/>
            <a:r>
              <a:rPr lang="en-US" altLang="zh-CN" sz="1400" dirty="0">
                <a:solidFill>
                  <a:schemeClr val="tx2"/>
                </a:solidFill>
                <a:cs typeface="Arial" pitchFamily="34" charset="0"/>
              </a:rPr>
              <a:t>www.embedu.org</a:t>
            </a:r>
          </a:p>
        </p:txBody>
      </p:sp>
    </p:spTree>
  </p:cSld>
  <p:clrMap bg1="lt1" tx1="dk1" bg2="lt2" tx2="dk2" accent1="accent1" accent2="accent2" accent3="accent3" accent4="accent4" accent5="accent5" accent6="accent6" hlink="hlink" folHlink="folHlink"/>
  <p:sldLayoutIdLst>
    <p:sldLayoutId id="2147483849" r:id="rId1"/>
    <p:sldLayoutId id="2147483873"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 id="2147483860" r:id="rId13"/>
    <p:sldLayoutId id="2147483874" r:id="rId14"/>
    <p:sldLayoutId id="2147483887" r:id="rId15"/>
  </p:sldLayoutIdLst>
  <p:hf sldNum="0" hdr="0"/>
  <p:txStyles>
    <p:titleStyle>
      <a:lvl1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mj-lt"/>
          <a:ea typeface="+mj-ea"/>
          <a:cs typeface="+mj-cs"/>
        </a:defRPr>
      </a:lvl1pPr>
      <a:lvl2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2pPr>
      <a:lvl3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3pPr>
      <a:lvl4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4pPr>
      <a:lvl5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5pPr>
      <a:lvl6pPr marL="4572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6pPr>
      <a:lvl7pPr marL="9144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7pPr>
      <a:lvl8pPr marL="13716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8pPr>
      <a:lvl9pPr marL="18288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9pPr>
    </p:titleStyle>
    <p:bodyStyle>
      <a:lvl1pPr marL="265113" indent="-265113" algn="l" defTabSz="449263" rtl="0" eaLnBrk="0" fontAlgn="base" hangingPunct="0">
        <a:spcBef>
          <a:spcPts val="600"/>
        </a:spcBef>
        <a:spcAft>
          <a:spcPct val="0"/>
        </a:spcAft>
        <a:buClr>
          <a:srgbClr val="727CA3"/>
        </a:buClr>
        <a:buSzPct val="76000"/>
        <a:buFont typeface="Wingdings 3" pitchFamily="18" charset="2"/>
        <a:buChar char=""/>
        <a:defRPr sz="2800">
          <a:solidFill>
            <a:srgbClr val="000000"/>
          </a:solidFill>
          <a:latin typeface="+mn-lt"/>
          <a:ea typeface="+mn-ea"/>
          <a:cs typeface="+mn-cs"/>
        </a:defRPr>
      </a:lvl1pPr>
      <a:lvl2pPr marL="539750" indent="-268288" algn="l" defTabSz="449263" rtl="0" eaLnBrk="0" fontAlgn="base" hangingPunct="0">
        <a:spcBef>
          <a:spcPts val="500"/>
        </a:spcBef>
        <a:spcAft>
          <a:spcPct val="0"/>
        </a:spcAft>
        <a:buClr>
          <a:srgbClr val="9FB8CD"/>
        </a:buClr>
        <a:buSzPct val="76000"/>
        <a:buFont typeface="Wingdings 3" pitchFamily="18" charset="2"/>
        <a:buChar char=""/>
        <a:defRPr sz="2400">
          <a:solidFill>
            <a:srgbClr val="464653"/>
          </a:solidFill>
          <a:latin typeface="+mn-lt"/>
          <a:ea typeface="+mn-ea"/>
        </a:defRPr>
      </a:lvl2pPr>
      <a:lvl3pPr marL="814388" indent="-228600" algn="l" defTabSz="449263" rtl="0" eaLnBrk="0" fontAlgn="base" hangingPunct="0">
        <a:spcBef>
          <a:spcPts val="500"/>
        </a:spcBef>
        <a:spcAft>
          <a:spcPct val="0"/>
        </a:spcAft>
        <a:buClr>
          <a:srgbClr val="BCBCBC"/>
        </a:buClr>
        <a:buSzPct val="76000"/>
        <a:buFont typeface="Wingdings 3" pitchFamily="18" charset="2"/>
        <a:buChar char=""/>
        <a:defRPr sz="2000">
          <a:solidFill>
            <a:srgbClr val="000000"/>
          </a:solidFill>
          <a:latin typeface="+mn-lt"/>
          <a:ea typeface="+mn-ea"/>
        </a:defRPr>
      </a:lvl3pPr>
      <a:lvl4pPr marL="1089025" indent="-228600" algn="l" defTabSz="449263" rtl="0" eaLnBrk="0" fontAlgn="base" hangingPunct="0">
        <a:spcBef>
          <a:spcPts val="400"/>
        </a:spcBef>
        <a:spcAft>
          <a:spcPct val="0"/>
        </a:spcAft>
        <a:buClr>
          <a:srgbClr val="8BA2B4"/>
        </a:buClr>
        <a:buSzPct val="70000"/>
        <a:buFont typeface="Wingdings" pitchFamily="2" charset="2"/>
        <a:buChar char=""/>
        <a:defRPr sz="2000">
          <a:solidFill>
            <a:srgbClr val="000000"/>
          </a:solidFill>
          <a:latin typeface="+mn-lt"/>
          <a:ea typeface="+mn-ea"/>
        </a:defRPr>
      </a:lvl4pPr>
      <a:lvl5pPr marL="13716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5pPr>
      <a:lvl6pPr marL="18288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6pPr>
      <a:lvl7pPr marL="22860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7pPr>
      <a:lvl8pPr marL="27432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8pPr>
      <a:lvl9pPr marL="32004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098" name="Picture 1"/>
          <p:cNvPicPr>
            <a:picLocks noChangeAspect="1" noChangeArrowheads="1"/>
          </p:cNvPicPr>
          <p:nvPr/>
        </p:nvPicPr>
        <p:blipFill>
          <a:blip r:embed="rId14" cstate="print"/>
          <a:srcRect/>
          <a:stretch>
            <a:fillRect/>
          </a:stretch>
        </p:blipFill>
        <p:spPr bwMode="auto">
          <a:xfrm>
            <a:off x="3938588" y="1235075"/>
            <a:ext cx="2462212" cy="669925"/>
          </a:xfrm>
          <a:prstGeom prst="rect">
            <a:avLst/>
          </a:prstGeom>
          <a:noFill/>
          <a:ln w="9525">
            <a:noFill/>
            <a:round/>
            <a:headEnd/>
            <a:tailEnd/>
          </a:ln>
        </p:spPr>
      </p:pic>
      <p:pic>
        <p:nvPicPr>
          <p:cNvPr id="4099" name="Picture 2"/>
          <p:cNvPicPr>
            <a:picLocks noChangeAspect="1" noChangeArrowheads="1"/>
          </p:cNvPicPr>
          <p:nvPr/>
        </p:nvPicPr>
        <p:blipFill>
          <a:blip r:embed="rId15" cstate="print"/>
          <a:srcRect/>
          <a:stretch>
            <a:fillRect/>
          </a:stretch>
        </p:blipFill>
        <p:spPr bwMode="auto">
          <a:xfrm>
            <a:off x="6705600" y="1295400"/>
            <a:ext cx="1724025" cy="615950"/>
          </a:xfrm>
          <a:prstGeom prst="rect">
            <a:avLst/>
          </a:prstGeom>
          <a:noFill/>
          <a:ln w="9525">
            <a:noFill/>
            <a:round/>
            <a:headEnd/>
            <a:tailEnd/>
          </a:ln>
        </p:spPr>
      </p:pic>
      <p:sp>
        <p:nvSpPr>
          <p:cNvPr id="2" name="Rectangle 3"/>
          <p:cNvSpPr>
            <a:spLocks noChangeArrowheads="1"/>
          </p:cNvSpPr>
          <p:nvPr/>
        </p:nvSpPr>
        <p:spPr bwMode="auto">
          <a:xfrm>
            <a:off x="904875" y="3648075"/>
            <a:ext cx="7315200" cy="1279525"/>
          </a:xfrm>
          <a:prstGeom prst="rect">
            <a:avLst/>
          </a:prstGeom>
          <a:noFill/>
          <a:ln w="6480">
            <a:solidFill>
              <a:srgbClr val="727CA3"/>
            </a:solidFill>
            <a:miter lim="800000"/>
            <a:headEnd/>
            <a:tailEnd/>
          </a:ln>
          <a:effectLst/>
        </p:spPr>
        <p:txBody>
          <a:bodyPr wrap="none" anchor="ctr"/>
          <a:lstStyle/>
          <a:p>
            <a:pPr algn="r">
              <a:buClr>
                <a:srgbClr val="000000"/>
              </a:buClr>
              <a:buSzPct val="100000"/>
              <a:buFont typeface="Arial" pitchFamily="34" charset="0"/>
              <a:buNone/>
              <a:defRPr/>
            </a:pPr>
            <a:endParaRPr lang="zh-CN" altLang="en-US"/>
          </a:p>
        </p:txBody>
      </p:sp>
      <p:sp>
        <p:nvSpPr>
          <p:cNvPr id="4100" name="Rectangle 4"/>
          <p:cNvSpPr>
            <a:spLocks noChangeArrowheads="1"/>
          </p:cNvSpPr>
          <p:nvPr/>
        </p:nvSpPr>
        <p:spPr bwMode="auto">
          <a:xfrm>
            <a:off x="914400" y="5048250"/>
            <a:ext cx="7315200" cy="685800"/>
          </a:xfrm>
          <a:prstGeom prst="rect">
            <a:avLst/>
          </a:prstGeom>
          <a:noFill/>
          <a:ln w="6480">
            <a:solidFill>
              <a:srgbClr val="9FB8CD"/>
            </a:solidFill>
            <a:miter lim="800000"/>
            <a:headEnd/>
            <a:tailEnd/>
          </a:ln>
          <a:effectLst/>
        </p:spPr>
        <p:txBody>
          <a:bodyPr wrap="none" anchor="ctr"/>
          <a:lstStyle/>
          <a:p>
            <a:pPr algn="r">
              <a:buClr>
                <a:srgbClr val="000000"/>
              </a:buClr>
              <a:buSzPct val="100000"/>
              <a:buFont typeface="Arial" pitchFamily="34" charset="0"/>
              <a:buNone/>
              <a:defRPr/>
            </a:pPr>
            <a:endParaRPr lang="zh-CN" altLang="en-US"/>
          </a:p>
        </p:txBody>
      </p:sp>
      <p:sp>
        <p:nvSpPr>
          <p:cNvPr id="4101" name="Rectangle 5"/>
          <p:cNvSpPr>
            <a:spLocks noChangeArrowheads="1"/>
          </p:cNvSpPr>
          <p:nvPr/>
        </p:nvSpPr>
        <p:spPr bwMode="auto">
          <a:xfrm>
            <a:off x="904875" y="3648075"/>
            <a:ext cx="228600" cy="1279525"/>
          </a:xfrm>
          <a:prstGeom prst="rect">
            <a:avLst/>
          </a:prstGeom>
          <a:solidFill>
            <a:srgbClr val="727CA3"/>
          </a:solidFill>
          <a:ln w="9525">
            <a:noFill/>
            <a:round/>
            <a:headEnd/>
            <a:tailEnd/>
          </a:ln>
          <a:effectLst/>
        </p:spPr>
        <p:txBody>
          <a:bodyPr wrap="none" anchor="ctr"/>
          <a:lstStyle/>
          <a:p>
            <a:pPr algn="r">
              <a:buClr>
                <a:srgbClr val="000000"/>
              </a:buClr>
              <a:buSzPct val="100000"/>
              <a:buFont typeface="Arial" pitchFamily="34" charset="0"/>
              <a:buNone/>
              <a:defRPr/>
            </a:pPr>
            <a:endParaRPr lang="zh-CN" altLang="en-US"/>
          </a:p>
        </p:txBody>
      </p:sp>
      <p:sp>
        <p:nvSpPr>
          <p:cNvPr id="4102" name="Rectangle 6"/>
          <p:cNvSpPr>
            <a:spLocks noChangeArrowheads="1"/>
          </p:cNvSpPr>
          <p:nvPr/>
        </p:nvSpPr>
        <p:spPr bwMode="auto">
          <a:xfrm>
            <a:off x="914400" y="5048250"/>
            <a:ext cx="228600" cy="685800"/>
          </a:xfrm>
          <a:prstGeom prst="rect">
            <a:avLst/>
          </a:prstGeom>
          <a:solidFill>
            <a:srgbClr val="9FB8CD"/>
          </a:solidFill>
          <a:ln w="9525">
            <a:noFill/>
            <a:round/>
            <a:headEnd/>
            <a:tailEnd/>
          </a:ln>
          <a:effectLst/>
        </p:spPr>
        <p:txBody>
          <a:bodyPr wrap="none" anchor="ctr"/>
          <a:lstStyle/>
          <a:p>
            <a:pPr algn="r">
              <a:buClr>
                <a:srgbClr val="000000"/>
              </a:buClr>
              <a:buSzPct val="100000"/>
              <a:buFont typeface="Arial" pitchFamily="34" charset="0"/>
              <a:buNone/>
              <a:defRPr/>
            </a:pPr>
            <a:endParaRPr lang="zh-CN" altLang="en-US"/>
          </a:p>
        </p:txBody>
      </p:sp>
      <p:sp>
        <p:nvSpPr>
          <p:cNvPr id="4103" name="Rectangle 7"/>
          <p:cNvSpPr>
            <a:spLocks noChangeArrowheads="1"/>
          </p:cNvSpPr>
          <p:nvPr/>
        </p:nvSpPr>
        <p:spPr bwMode="auto">
          <a:xfrm>
            <a:off x="1371600" y="5105400"/>
            <a:ext cx="6400800" cy="609600"/>
          </a:xfrm>
          <a:prstGeom prst="rect">
            <a:avLst/>
          </a:prstGeom>
          <a:noFill/>
          <a:ln w="9525">
            <a:noFill/>
            <a:round/>
            <a:headEnd/>
            <a:tailEnd/>
          </a:ln>
          <a:effectLst/>
        </p:spPr>
        <p:txBody>
          <a:bodyPr wrap="none" anchor="ctr"/>
          <a:lstStyle/>
          <a:p>
            <a:pPr algn="r">
              <a:buClr>
                <a:srgbClr val="000000"/>
              </a:buClr>
              <a:buSzPct val="100000"/>
              <a:buFont typeface="Arial" pitchFamily="34" charset="0"/>
              <a:buNone/>
              <a:defRPr/>
            </a:pPr>
            <a:endParaRPr lang="zh-CN" altLang="en-US"/>
          </a:p>
        </p:txBody>
      </p:sp>
      <p:sp>
        <p:nvSpPr>
          <p:cNvPr id="4104" name="Line 8"/>
          <p:cNvSpPr>
            <a:spLocks noChangeShapeType="1"/>
          </p:cNvSpPr>
          <p:nvPr/>
        </p:nvSpPr>
        <p:spPr bwMode="auto">
          <a:xfrm>
            <a:off x="457200" y="1981200"/>
            <a:ext cx="8229600" cy="1588"/>
          </a:xfrm>
          <a:prstGeom prst="line">
            <a:avLst/>
          </a:prstGeom>
          <a:noFill/>
          <a:ln w="9360">
            <a:solidFill>
              <a:srgbClr val="9FB8CD"/>
            </a:solidFill>
            <a:prstDash val="dash"/>
            <a:miter lim="800000"/>
            <a:headEnd/>
            <a:tailEnd/>
          </a:ln>
          <a:effectLst/>
        </p:spPr>
        <p:txBody>
          <a:bodyPr/>
          <a:lstStyle/>
          <a:p>
            <a:pPr algn="r">
              <a:buClr>
                <a:srgbClr val="000000"/>
              </a:buClr>
              <a:buSzPct val="100000"/>
              <a:buFont typeface="Arial" pitchFamily="34" charset="0"/>
              <a:buNone/>
              <a:defRPr/>
            </a:pPr>
            <a:endParaRPr lang="zh-CN" altLang="en-US"/>
          </a:p>
        </p:txBody>
      </p:sp>
      <p:sp>
        <p:nvSpPr>
          <p:cNvPr id="4106" name="Rectangle 9"/>
          <p:cNvSpPr>
            <a:spLocks noGrp="1" noChangeArrowheads="1"/>
          </p:cNvSpPr>
          <p:nvPr>
            <p:ph type="title"/>
          </p:nvPr>
        </p:nvSpPr>
        <p:spPr bwMode="auto">
          <a:xfrm>
            <a:off x="457200" y="150813"/>
            <a:ext cx="8221663" cy="982662"/>
          </a:xfrm>
          <a:prstGeom prst="rect">
            <a:avLst/>
          </a:prstGeom>
          <a:noFill/>
          <a:ln w="9525">
            <a:noFill/>
            <a:round/>
            <a:headEnd/>
            <a:tailEnd/>
          </a:ln>
        </p:spPr>
        <p:txBody>
          <a:bodyPr vert="horz" wrap="square" lIns="90000" tIns="46800" rIns="90000" bIns="46800" numCol="1" anchor="b" anchorCtr="0" compatLnSpc="1">
            <a:prstTxWarp prst="textNoShape">
              <a:avLst/>
            </a:prstTxWarp>
          </a:bodyPr>
          <a:lstStyle/>
          <a:p>
            <a:pPr lvl="0"/>
            <a:r>
              <a:rPr lang="zh-CN" altLang="en-GB" smtClean="0"/>
              <a:t>单击鼠标编辑标题文的格式</a:t>
            </a:r>
          </a:p>
        </p:txBody>
      </p:sp>
      <p:sp>
        <p:nvSpPr>
          <p:cNvPr id="4107" name="Rectangle 10"/>
          <p:cNvSpPr>
            <a:spLocks noGrp="1" noChangeArrowheads="1"/>
          </p:cNvSpPr>
          <p:nvPr>
            <p:ph type="body" idx="1"/>
          </p:nvPr>
        </p:nvSpPr>
        <p:spPr bwMode="auto">
          <a:xfrm>
            <a:off x="457200" y="1219200"/>
            <a:ext cx="8221663" cy="490220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zh-CN" altLang="en-GB" smtClean="0"/>
              <a:t>单击鼠标编辑大纲正文格式</a:t>
            </a:r>
          </a:p>
          <a:p>
            <a:pPr lvl="1"/>
            <a:r>
              <a:rPr lang="zh-CN" altLang="en-GB" smtClean="0"/>
              <a:t>第二个大纲级</a:t>
            </a:r>
          </a:p>
          <a:p>
            <a:pPr lvl="2"/>
            <a:r>
              <a:rPr lang="zh-CN" altLang="en-GB" smtClean="0"/>
              <a:t>第三个大纲级</a:t>
            </a:r>
          </a:p>
          <a:p>
            <a:pPr lvl="3"/>
            <a:r>
              <a:rPr lang="zh-CN" altLang="en-GB" smtClean="0"/>
              <a:t>第四个大纲级</a:t>
            </a:r>
          </a:p>
          <a:p>
            <a:pPr lvl="4"/>
            <a:r>
              <a:rPr lang="zh-CN" altLang="en-GB" smtClean="0"/>
              <a:t>第五个大纲级</a:t>
            </a:r>
          </a:p>
          <a:p>
            <a:pPr lvl="4"/>
            <a:r>
              <a:rPr lang="zh-CN" altLang="en-GB" smtClean="0"/>
              <a:t>第六个大纲级</a:t>
            </a:r>
          </a:p>
          <a:p>
            <a:pPr lvl="4"/>
            <a:r>
              <a:rPr lang="zh-CN" altLang="en-GB" smtClean="0"/>
              <a:t>第七个大纲级</a:t>
            </a:r>
          </a:p>
          <a:p>
            <a:pPr lvl="4"/>
            <a:r>
              <a:rPr lang="zh-CN" altLang="en-GB" smtClean="0"/>
              <a:t>第八个大纲级</a:t>
            </a:r>
          </a:p>
          <a:p>
            <a:pPr lvl="4"/>
            <a:r>
              <a:rPr lang="zh-CN" altLang="en-GB" smtClean="0"/>
              <a:t>第九个大纲级</a:t>
            </a:r>
          </a:p>
        </p:txBody>
      </p:sp>
      <p:sp>
        <p:nvSpPr>
          <p:cNvPr id="13" name="页脚占位符 1"/>
          <p:cNvSpPr txBox="1">
            <a:spLocks noGrp="1"/>
          </p:cNvSpPr>
          <p:nvPr userDrawn="1"/>
        </p:nvSpPr>
        <p:spPr bwMode="auto">
          <a:xfrm>
            <a:off x="3124200" y="6381750"/>
            <a:ext cx="2895600" cy="476250"/>
          </a:xfrm>
          <a:prstGeom prst="rect">
            <a:avLst/>
          </a:prstGeom>
          <a:noFill/>
          <a:ln w="9525">
            <a:noFill/>
            <a:miter lim="800000"/>
            <a:headEnd/>
            <a:tailEnd/>
          </a:ln>
        </p:spPr>
        <p:txBody>
          <a:bodyPr/>
          <a:lstStyle/>
          <a:p>
            <a:pPr algn="ctr"/>
            <a:r>
              <a:rPr lang="en-US" altLang="zh-CN" sz="1400" dirty="0">
                <a:solidFill>
                  <a:schemeClr val="tx2"/>
                </a:solidFill>
                <a:cs typeface="Arial" pitchFamily="34" charset="0"/>
              </a:rPr>
              <a:t>www.embedu.org</a:t>
            </a:r>
          </a:p>
        </p:txBody>
      </p:sp>
    </p:spTree>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Lst>
  <p:hf sldNum="0" hdr="0" ftr="0"/>
  <p:txStyles>
    <p:titleStyle>
      <a:lvl1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mj-lt"/>
          <a:ea typeface="+mj-ea"/>
          <a:cs typeface="+mj-cs"/>
        </a:defRPr>
      </a:lvl1pPr>
      <a:lvl2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2pPr>
      <a:lvl3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3pPr>
      <a:lvl4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4pPr>
      <a:lvl5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5pPr>
      <a:lvl6pPr marL="4572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6pPr>
      <a:lvl7pPr marL="9144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7pPr>
      <a:lvl8pPr marL="13716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8pPr>
      <a:lvl9pPr marL="18288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9pPr>
    </p:titleStyle>
    <p:bodyStyle>
      <a:lvl1pPr marL="265113" indent="-265113" algn="l" defTabSz="449263" rtl="0" eaLnBrk="0" fontAlgn="base" hangingPunct="0">
        <a:spcBef>
          <a:spcPts val="600"/>
        </a:spcBef>
        <a:spcAft>
          <a:spcPct val="0"/>
        </a:spcAft>
        <a:buClr>
          <a:srgbClr val="727CA3"/>
        </a:buClr>
        <a:buSzPct val="76000"/>
        <a:buFont typeface="Wingdings 3" pitchFamily="18" charset="2"/>
        <a:buChar char=""/>
        <a:defRPr sz="2800">
          <a:solidFill>
            <a:srgbClr val="000000"/>
          </a:solidFill>
          <a:latin typeface="+mn-lt"/>
          <a:ea typeface="+mn-ea"/>
          <a:cs typeface="+mn-cs"/>
        </a:defRPr>
      </a:lvl1pPr>
      <a:lvl2pPr marL="539750" indent="-268288" algn="l" defTabSz="449263" rtl="0" eaLnBrk="0" fontAlgn="base" hangingPunct="0">
        <a:spcBef>
          <a:spcPts val="500"/>
        </a:spcBef>
        <a:spcAft>
          <a:spcPct val="0"/>
        </a:spcAft>
        <a:buClr>
          <a:srgbClr val="9FB8CD"/>
        </a:buClr>
        <a:buSzPct val="76000"/>
        <a:buFont typeface="Wingdings 3" pitchFamily="18" charset="2"/>
        <a:buChar char=""/>
        <a:defRPr sz="2400">
          <a:solidFill>
            <a:srgbClr val="464653"/>
          </a:solidFill>
          <a:latin typeface="+mn-lt"/>
          <a:ea typeface="+mn-ea"/>
        </a:defRPr>
      </a:lvl2pPr>
      <a:lvl3pPr marL="814388" indent="-228600" algn="l" defTabSz="449263" rtl="0" eaLnBrk="0" fontAlgn="base" hangingPunct="0">
        <a:spcBef>
          <a:spcPts val="500"/>
        </a:spcBef>
        <a:spcAft>
          <a:spcPct val="0"/>
        </a:spcAft>
        <a:buClr>
          <a:srgbClr val="BCBCBC"/>
        </a:buClr>
        <a:buSzPct val="76000"/>
        <a:buFont typeface="Wingdings 3" pitchFamily="18" charset="2"/>
        <a:buChar char=""/>
        <a:defRPr sz="2000">
          <a:solidFill>
            <a:srgbClr val="000000"/>
          </a:solidFill>
          <a:latin typeface="+mn-lt"/>
          <a:ea typeface="+mn-ea"/>
        </a:defRPr>
      </a:lvl3pPr>
      <a:lvl4pPr marL="1089025" indent="-228600" algn="l" defTabSz="449263" rtl="0" eaLnBrk="0" fontAlgn="base" hangingPunct="0">
        <a:spcBef>
          <a:spcPts val="400"/>
        </a:spcBef>
        <a:spcAft>
          <a:spcPct val="0"/>
        </a:spcAft>
        <a:buClr>
          <a:srgbClr val="8BA2B4"/>
        </a:buClr>
        <a:buSzPct val="70000"/>
        <a:buFont typeface="Wingdings" pitchFamily="2" charset="2"/>
        <a:buChar char=""/>
        <a:defRPr sz="2000">
          <a:solidFill>
            <a:srgbClr val="000000"/>
          </a:solidFill>
          <a:latin typeface="+mn-lt"/>
          <a:ea typeface="+mn-ea"/>
        </a:defRPr>
      </a:lvl4pPr>
      <a:lvl5pPr marL="13716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5pPr>
      <a:lvl6pPr marL="18288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6pPr>
      <a:lvl7pPr marL="22860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7pPr>
      <a:lvl8pPr marL="27432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8pPr>
      <a:lvl9pPr marL="32004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2051" name="文本占位符 12"/>
          <p:cNvSpPr>
            <a:spLocks noGrp="1"/>
          </p:cNvSpPr>
          <p:nvPr>
            <p:ph type="body" idx="1"/>
          </p:nvPr>
        </p:nvSpPr>
        <p:spPr bwMode="auto">
          <a:xfrm>
            <a:off x="457200" y="1219200"/>
            <a:ext cx="82296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8" name="直接连接符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lgn="l">
              <a:defRPr/>
            </a:pPr>
            <a:endParaRPr lang="en-US">
              <a:ea typeface="+mn-ea"/>
              <a:cs typeface="Arial" charset="0"/>
            </a:endParaRPr>
          </a:p>
        </p:txBody>
      </p:sp>
      <p:sp>
        <p:nvSpPr>
          <p:cNvPr id="29" name="直接连接符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lgn="l">
              <a:defRPr/>
            </a:pPr>
            <a:endParaRPr lang="en-US">
              <a:ea typeface="+mn-ea"/>
              <a:cs typeface="Arial" charset="0"/>
            </a:endParaRPr>
          </a:p>
        </p:txBody>
      </p:sp>
      <p:sp>
        <p:nvSpPr>
          <p:cNvPr id="10" name="等腰三角形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ltLang="zh-CN">
              <a:solidFill>
                <a:srgbClr val="FFFFFF"/>
              </a:solidFill>
              <a:cs typeface="Arial" charset="0"/>
            </a:endParaRPr>
          </a:p>
        </p:txBody>
      </p:sp>
      <p:sp>
        <p:nvSpPr>
          <p:cNvPr id="3" name="页脚占位符 2"/>
          <p:cNvSpPr>
            <a:spLocks noGrp="1"/>
          </p:cNvSpPr>
          <p:nvPr>
            <p:ph type="ftr" sz="quarter" idx="3"/>
          </p:nvPr>
        </p:nvSpPr>
        <p:spPr>
          <a:xfrm>
            <a:off x="3124200" y="6381750"/>
            <a:ext cx="2895600" cy="476250"/>
          </a:xfrm>
          <a:prstGeom prst="rect">
            <a:avLst/>
          </a:prstGeom>
        </p:spPr>
        <p:txBody>
          <a:bodyPr vert="horz" wrap="square" lIns="91440" tIns="45720" rIns="91440" bIns="45720" numCol="1" anchor="t" anchorCtr="0" compatLnSpc="1">
            <a:prstTxWarp prst="textNoShape">
              <a:avLst/>
            </a:prstTxWarp>
          </a:bodyPr>
          <a:lstStyle>
            <a:lvl1pPr algn="ctr">
              <a:defRPr sz="1400">
                <a:solidFill>
                  <a:schemeClr val="tx2"/>
                </a:solidFill>
                <a:ea typeface="宋体" pitchFamily="2" charset="-122"/>
                <a:cs typeface="Arial" charset="0"/>
              </a:defRPr>
            </a:lvl1pPr>
          </a:lstStyle>
          <a:p>
            <a:pPr>
              <a:defRPr/>
            </a:pPr>
            <a:r>
              <a:rPr lang="en-US" altLang="zh-CN"/>
              <a:t>www.embedu.org</a:t>
            </a:r>
          </a:p>
        </p:txBody>
      </p:sp>
      <p:sp>
        <p:nvSpPr>
          <p:cNvPr id="13" name="灯片编号占位符 22"/>
          <p:cNvSpPr>
            <a:spLocks noGrp="1"/>
          </p:cNvSpPr>
          <p:nvPr>
            <p:ph type="sldNum" sz="quarter" idx="4"/>
          </p:nvPr>
        </p:nvSpPr>
        <p:spPr>
          <a:xfrm>
            <a:off x="609600" y="6381750"/>
            <a:ext cx="2133600" cy="476250"/>
          </a:xfrm>
          <a:prstGeom prst="rect">
            <a:avLst/>
          </a:prstGeom>
        </p:spPr>
        <p:txBody>
          <a:bodyPr vert="horz" wrap="square" lIns="91440" tIns="45720" rIns="91440" bIns="45720" numCol="1" anchor="t" anchorCtr="0" compatLnSpc="1">
            <a:prstTxWarp prst="textNoShape">
              <a:avLst/>
            </a:prstTxWarp>
          </a:bodyPr>
          <a:lstStyle>
            <a:lvl1pPr algn="l">
              <a:defRPr sz="1400">
                <a:solidFill>
                  <a:schemeClr val="tx2"/>
                </a:solidFill>
                <a:ea typeface="+mn-ea"/>
                <a:cs typeface="Arial" charset="0"/>
              </a:defRPr>
            </a:lvl1pPr>
          </a:lstStyle>
          <a:p>
            <a:pPr>
              <a:defRPr/>
            </a:pPr>
            <a:fld id="{03AE2A2C-0288-4C25-9FF1-C5B25DC5DB2F}" type="slidenum">
              <a:rPr lang="en-US" altLang="zh-CN"/>
              <a:pPr>
                <a:defRPr/>
              </a:pPr>
              <a:t>‹#›</a:t>
            </a:fld>
            <a:endParaRPr lang="en-US" altLang="zh-CN"/>
          </a:p>
        </p:txBody>
      </p:sp>
      <p:pic>
        <p:nvPicPr>
          <p:cNvPr id="2058" name="Picture 11"/>
          <p:cNvPicPr>
            <a:picLocks noChangeAspect="1" noChangeArrowheads="1"/>
          </p:cNvPicPr>
          <p:nvPr/>
        </p:nvPicPr>
        <p:blipFill>
          <a:blip r:embed="rId13" cstate="print"/>
          <a:srcRect/>
          <a:stretch>
            <a:fillRect/>
          </a:stretch>
        </p:blipFill>
        <p:spPr bwMode="auto">
          <a:xfrm>
            <a:off x="6781800" y="304800"/>
            <a:ext cx="1854200" cy="5048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Lst>
  <p:hf hd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ea typeface="宋体" pitchFamily="2" charset="-122"/>
        </a:defRPr>
      </a:lvl2pPr>
      <a:lvl3pPr algn="l" rtl="0" eaLnBrk="0" fontAlgn="base" hangingPunct="0">
        <a:spcBef>
          <a:spcPct val="0"/>
        </a:spcBef>
        <a:spcAft>
          <a:spcPct val="0"/>
        </a:spcAft>
        <a:defRPr sz="3200">
          <a:solidFill>
            <a:schemeClr val="tx2"/>
          </a:solidFill>
          <a:latin typeface="Arial" charset="0"/>
          <a:ea typeface="宋体" pitchFamily="2" charset="-122"/>
        </a:defRPr>
      </a:lvl3pPr>
      <a:lvl4pPr algn="l" rtl="0" eaLnBrk="0" fontAlgn="base" hangingPunct="0">
        <a:spcBef>
          <a:spcPct val="0"/>
        </a:spcBef>
        <a:spcAft>
          <a:spcPct val="0"/>
        </a:spcAft>
        <a:defRPr sz="3200">
          <a:solidFill>
            <a:schemeClr val="tx2"/>
          </a:solidFill>
          <a:latin typeface="Arial" charset="0"/>
          <a:ea typeface="宋体" pitchFamily="2" charset="-122"/>
        </a:defRPr>
      </a:lvl4pPr>
      <a:lvl5pPr algn="l" rtl="0" eaLnBrk="0" fontAlgn="base" hangingPunct="0">
        <a:spcBef>
          <a:spcPct val="0"/>
        </a:spcBef>
        <a:spcAft>
          <a:spcPct val="0"/>
        </a:spcAft>
        <a:defRPr sz="3200">
          <a:solidFill>
            <a:schemeClr val="tx2"/>
          </a:solidFill>
          <a:latin typeface="Arial" charset="0"/>
          <a:ea typeface="宋体" pitchFamily="2" charset="-122"/>
        </a:defRPr>
      </a:lvl5pPr>
      <a:lvl6pPr marL="457200" algn="l" rtl="0" fontAlgn="base">
        <a:spcBef>
          <a:spcPct val="0"/>
        </a:spcBef>
        <a:spcAft>
          <a:spcPct val="0"/>
        </a:spcAft>
        <a:defRPr sz="3200">
          <a:solidFill>
            <a:schemeClr val="tx2"/>
          </a:solidFill>
          <a:latin typeface="Arial" charset="0"/>
          <a:ea typeface="宋体" pitchFamily="2" charset="-122"/>
        </a:defRPr>
      </a:lvl6pPr>
      <a:lvl7pPr marL="914400" algn="l" rtl="0" fontAlgn="base">
        <a:spcBef>
          <a:spcPct val="0"/>
        </a:spcBef>
        <a:spcAft>
          <a:spcPct val="0"/>
        </a:spcAft>
        <a:defRPr sz="3200">
          <a:solidFill>
            <a:schemeClr val="tx2"/>
          </a:solidFill>
          <a:latin typeface="Arial" charset="0"/>
          <a:ea typeface="宋体" pitchFamily="2" charset="-122"/>
        </a:defRPr>
      </a:lvl7pPr>
      <a:lvl8pPr marL="1371600" algn="l" rtl="0" fontAlgn="base">
        <a:spcBef>
          <a:spcPct val="0"/>
        </a:spcBef>
        <a:spcAft>
          <a:spcPct val="0"/>
        </a:spcAft>
        <a:defRPr sz="3200">
          <a:solidFill>
            <a:schemeClr val="tx2"/>
          </a:solidFill>
          <a:latin typeface="Arial" charset="0"/>
          <a:ea typeface="宋体" pitchFamily="2" charset="-122"/>
        </a:defRPr>
      </a:lvl8pPr>
      <a:lvl9pPr marL="1828800" algn="l" rtl="0" fontAlgn="base">
        <a:spcBef>
          <a:spcPct val="0"/>
        </a:spcBef>
        <a:spcAft>
          <a:spcPct val="0"/>
        </a:spcAft>
        <a:defRPr sz="3200">
          <a:solidFill>
            <a:schemeClr val="tx2"/>
          </a:solidFill>
          <a:latin typeface="Arial" charset="0"/>
          <a:ea typeface="宋体" pitchFamily="2" charset="-122"/>
        </a:defRPr>
      </a:lvl9pPr>
    </p:titleStyle>
    <p:bodyStyle>
      <a:lvl1pPr marL="273050" indent="-273050" algn="l" rtl="0" eaLnBrk="0" fontAlgn="base" hangingPunct="0">
        <a:spcBef>
          <a:spcPts val="600"/>
        </a:spcBef>
        <a:spcAft>
          <a:spcPct val="0"/>
        </a:spcAft>
        <a:buClr>
          <a:schemeClr val="accent1"/>
        </a:buClr>
        <a:buSzPct val="76000"/>
        <a:buFont typeface="Wingdings 3" pitchFamily="18" charset="2"/>
        <a:buChar char=""/>
        <a:defRPr sz="28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400">
          <a:solidFill>
            <a:schemeClr val="tx2"/>
          </a:solidFill>
          <a:latin typeface="+mn-lt"/>
          <a:ea typeface="+mn-ea"/>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a:solidFill>
            <a:schemeClr val="tx1"/>
          </a:solidFill>
          <a:latin typeface="+mn-lt"/>
          <a:ea typeface="+mn-ea"/>
        </a:defRPr>
      </a:lvl3pPr>
      <a:lvl4pPr marL="1096963" indent="-228600" algn="l" rtl="0" eaLnBrk="0" fontAlgn="base" hangingPunct="0">
        <a:spcBef>
          <a:spcPts val="400"/>
        </a:spcBef>
        <a:spcAft>
          <a:spcPct val="0"/>
        </a:spcAft>
        <a:buClr>
          <a:srgbClr val="8BA2B4"/>
        </a:buClr>
        <a:buSzPct val="70000"/>
        <a:buFont typeface="Wingdings" pitchFamily="2" charset="2"/>
        <a:buChar char=""/>
        <a:defRPr sz="2000">
          <a:solidFill>
            <a:schemeClr val="tx1"/>
          </a:solidFill>
          <a:latin typeface="+mn-lt"/>
          <a:ea typeface="+mn-ea"/>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mn-lt"/>
          <a:ea typeface="+mn-ea"/>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ea typeface="+mn-ea"/>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ea typeface="+mn-ea"/>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ea typeface="+mn-ea"/>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098" name="Picture 1"/>
          <p:cNvPicPr>
            <a:picLocks noChangeAspect="1" noChangeArrowheads="1"/>
          </p:cNvPicPr>
          <p:nvPr/>
        </p:nvPicPr>
        <p:blipFill>
          <a:blip r:embed="rId14" cstate="print"/>
          <a:srcRect/>
          <a:stretch>
            <a:fillRect/>
          </a:stretch>
        </p:blipFill>
        <p:spPr bwMode="auto">
          <a:xfrm>
            <a:off x="3938588" y="1235075"/>
            <a:ext cx="2462212" cy="669925"/>
          </a:xfrm>
          <a:prstGeom prst="rect">
            <a:avLst/>
          </a:prstGeom>
          <a:noFill/>
          <a:ln w="9525">
            <a:noFill/>
            <a:round/>
            <a:headEnd/>
            <a:tailEnd/>
          </a:ln>
        </p:spPr>
      </p:pic>
      <p:pic>
        <p:nvPicPr>
          <p:cNvPr id="4099" name="Picture 2"/>
          <p:cNvPicPr>
            <a:picLocks noChangeAspect="1" noChangeArrowheads="1"/>
          </p:cNvPicPr>
          <p:nvPr/>
        </p:nvPicPr>
        <p:blipFill>
          <a:blip r:embed="rId15" cstate="print"/>
          <a:srcRect/>
          <a:stretch>
            <a:fillRect/>
          </a:stretch>
        </p:blipFill>
        <p:spPr bwMode="auto">
          <a:xfrm>
            <a:off x="6705600" y="1295400"/>
            <a:ext cx="1724025" cy="615950"/>
          </a:xfrm>
          <a:prstGeom prst="rect">
            <a:avLst/>
          </a:prstGeom>
          <a:noFill/>
          <a:ln w="9525">
            <a:noFill/>
            <a:round/>
            <a:headEnd/>
            <a:tailEnd/>
          </a:ln>
        </p:spPr>
      </p:pic>
      <p:sp>
        <p:nvSpPr>
          <p:cNvPr id="2" name="Rectangle 3"/>
          <p:cNvSpPr>
            <a:spLocks noChangeArrowheads="1"/>
          </p:cNvSpPr>
          <p:nvPr/>
        </p:nvSpPr>
        <p:spPr bwMode="auto">
          <a:xfrm>
            <a:off x="904875" y="3648075"/>
            <a:ext cx="7315200" cy="1279525"/>
          </a:xfrm>
          <a:prstGeom prst="rect">
            <a:avLst/>
          </a:prstGeom>
          <a:noFill/>
          <a:ln w="6480">
            <a:solidFill>
              <a:srgbClr val="727CA3"/>
            </a:solidFill>
            <a:miter lim="800000"/>
            <a:headEnd/>
            <a:tailEnd/>
          </a:ln>
          <a:effectLst/>
        </p:spPr>
        <p:txBody>
          <a:bodyPr wrap="none" anchor="ctr"/>
          <a:lstStyle/>
          <a:p>
            <a:pPr algn="r">
              <a:buClr>
                <a:srgbClr val="000000"/>
              </a:buClr>
              <a:buSzPct val="100000"/>
              <a:buFont typeface="Arial" pitchFamily="34" charset="0"/>
              <a:buNone/>
              <a:defRPr/>
            </a:pPr>
            <a:endParaRPr lang="zh-CN" altLang="en-US">
              <a:solidFill>
                <a:srgbClr val="FFFFFF"/>
              </a:solidFill>
            </a:endParaRPr>
          </a:p>
        </p:txBody>
      </p:sp>
      <p:sp>
        <p:nvSpPr>
          <p:cNvPr id="4100" name="Rectangle 4"/>
          <p:cNvSpPr>
            <a:spLocks noChangeArrowheads="1"/>
          </p:cNvSpPr>
          <p:nvPr/>
        </p:nvSpPr>
        <p:spPr bwMode="auto">
          <a:xfrm>
            <a:off x="914400" y="5048250"/>
            <a:ext cx="7315200" cy="685800"/>
          </a:xfrm>
          <a:prstGeom prst="rect">
            <a:avLst/>
          </a:prstGeom>
          <a:noFill/>
          <a:ln w="6480">
            <a:solidFill>
              <a:srgbClr val="9FB8CD"/>
            </a:solidFill>
            <a:miter lim="800000"/>
            <a:headEnd/>
            <a:tailEnd/>
          </a:ln>
          <a:effectLst/>
        </p:spPr>
        <p:txBody>
          <a:bodyPr wrap="none" anchor="ctr"/>
          <a:lstStyle/>
          <a:p>
            <a:pPr algn="r">
              <a:buClr>
                <a:srgbClr val="000000"/>
              </a:buClr>
              <a:buSzPct val="100000"/>
              <a:buFont typeface="Arial" pitchFamily="34" charset="0"/>
              <a:buNone/>
              <a:defRPr/>
            </a:pPr>
            <a:endParaRPr lang="zh-CN" altLang="en-US">
              <a:solidFill>
                <a:srgbClr val="FFFFFF"/>
              </a:solidFill>
            </a:endParaRPr>
          </a:p>
        </p:txBody>
      </p:sp>
      <p:sp>
        <p:nvSpPr>
          <p:cNvPr id="4101" name="Rectangle 5"/>
          <p:cNvSpPr>
            <a:spLocks noChangeArrowheads="1"/>
          </p:cNvSpPr>
          <p:nvPr/>
        </p:nvSpPr>
        <p:spPr bwMode="auto">
          <a:xfrm>
            <a:off x="904875" y="3648075"/>
            <a:ext cx="228600" cy="1279525"/>
          </a:xfrm>
          <a:prstGeom prst="rect">
            <a:avLst/>
          </a:prstGeom>
          <a:solidFill>
            <a:srgbClr val="727CA3"/>
          </a:solidFill>
          <a:ln w="9525">
            <a:noFill/>
            <a:round/>
            <a:headEnd/>
            <a:tailEnd/>
          </a:ln>
          <a:effectLst/>
        </p:spPr>
        <p:txBody>
          <a:bodyPr wrap="none" anchor="ctr"/>
          <a:lstStyle/>
          <a:p>
            <a:pPr algn="r">
              <a:buClr>
                <a:srgbClr val="000000"/>
              </a:buClr>
              <a:buSzPct val="100000"/>
              <a:buFont typeface="Arial" pitchFamily="34" charset="0"/>
              <a:buNone/>
              <a:defRPr/>
            </a:pPr>
            <a:endParaRPr lang="zh-CN" altLang="en-US">
              <a:solidFill>
                <a:srgbClr val="FFFFFF"/>
              </a:solidFill>
            </a:endParaRPr>
          </a:p>
        </p:txBody>
      </p:sp>
      <p:sp>
        <p:nvSpPr>
          <p:cNvPr id="4102" name="Rectangle 6"/>
          <p:cNvSpPr>
            <a:spLocks noChangeArrowheads="1"/>
          </p:cNvSpPr>
          <p:nvPr/>
        </p:nvSpPr>
        <p:spPr bwMode="auto">
          <a:xfrm>
            <a:off x="914400" y="5048250"/>
            <a:ext cx="228600" cy="685800"/>
          </a:xfrm>
          <a:prstGeom prst="rect">
            <a:avLst/>
          </a:prstGeom>
          <a:solidFill>
            <a:srgbClr val="9FB8CD"/>
          </a:solidFill>
          <a:ln w="9525">
            <a:noFill/>
            <a:round/>
            <a:headEnd/>
            <a:tailEnd/>
          </a:ln>
          <a:effectLst/>
        </p:spPr>
        <p:txBody>
          <a:bodyPr wrap="none" anchor="ctr"/>
          <a:lstStyle/>
          <a:p>
            <a:pPr algn="r">
              <a:buClr>
                <a:srgbClr val="000000"/>
              </a:buClr>
              <a:buSzPct val="100000"/>
              <a:buFont typeface="Arial" pitchFamily="34" charset="0"/>
              <a:buNone/>
              <a:defRPr/>
            </a:pPr>
            <a:endParaRPr lang="zh-CN" altLang="en-US">
              <a:solidFill>
                <a:srgbClr val="FFFFFF"/>
              </a:solidFill>
            </a:endParaRPr>
          </a:p>
        </p:txBody>
      </p:sp>
      <p:sp>
        <p:nvSpPr>
          <p:cNvPr id="4103" name="Rectangle 7"/>
          <p:cNvSpPr>
            <a:spLocks noChangeArrowheads="1"/>
          </p:cNvSpPr>
          <p:nvPr/>
        </p:nvSpPr>
        <p:spPr bwMode="auto">
          <a:xfrm>
            <a:off x="1371600" y="5105400"/>
            <a:ext cx="6400800" cy="609600"/>
          </a:xfrm>
          <a:prstGeom prst="rect">
            <a:avLst/>
          </a:prstGeom>
          <a:noFill/>
          <a:ln w="9525">
            <a:noFill/>
            <a:round/>
            <a:headEnd/>
            <a:tailEnd/>
          </a:ln>
          <a:effectLst/>
        </p:spPr>
        <p:txBody>
          <a:bodyPr wrap="none" anchor="ctr"/>
          <a:lstStyle/>
          <a:p>
            <a:pPr algn="r">
              <a:buClr>
                <a:srgbClr val="000000"/>
              </a:buClr>
              <a:buSzPct val="100000"/>
              <a:buFont typeface="Arial" pitchFamily="34" charset="0"/>
              <a:buNone/>
              <a:defRPr/>
            </a:pPr>
            <a:endParaRPr lang="zh-CN" altLang="en-US">
              <a:solidFill>
                <a:srgbClr val="FFFFFF"/>
              </a:solidFill>
            </a:endParaRPr>
          </a:p>
        </p:txBody>
      </p:sp>
      <p:sp>
        <p:nvSpPr>
          <p:cNvPr id="4104" name="Line 8"/>
          <p:cNvSpPr>
            <a:spLocks noChangeShapeType="1"/>
          </p:cNvSpPr>
          <p:nvPr/>
        </p:nvSpPr>
        <p:spPr bwMode="auto">
          <a:xfrm>
            <a:off x="457200" y="1981200"/>
            <a:ext cx="8229600" cy="1588"/>
          </a:xfrm>
          <a:prstGeom prst="line">
            <a:avLst/>
          </a:prstGeom>
          <a:noFill/>
          <a:ln w="9360">
            <a:solidFill>
              <a:srgbClr val="9FB8CD"/>
            </a:solidFill>
            <a:prstDash val="dash"/>
            <a:miter lim="800000"/>
            <a:headEnd/>
            <a:tailEnd/>
          </a:ln>
          <a:effectLst/>
        </p:spPr>
        <p:txBody>
          <a:bodyPr/>
          <a:lstStyle/>
          <a:p>
            <a:pPr algn="r">
              <a:buClr>
                <a:srgbClr val="000000"/>
              </a:buClr>
              <a:buSzPct val="100000"/>
              <a:buFont typeface="Arial" pitchFamily="34" charset="0"/>
              <a:buNone/>
              <a:defRPr/>
            </a:pPr>
            <a:endParaRPr lang="zh-CN" altLang="en-US">
              <a:solidFill>
                <a:srgbClr val="FFFFFF"/>
              </a:solidFill>
            </a:endParaRPr>
          </a:p>
        </p:txBody>
      </p:sp>
      <p:sp>
        <p:nvSpPr>
          <p:cNvPr id="4106" name="Rectangle 9"/>
          <p:cNvSpPr>
            <a:spLocks noGrp="1" noChangeArrowheads="1"/>
          </p:cNvSpPr>
          <p:nvPr>
            <p:ph type="title"/>
          </p:nvPr>
        </p:nvSpPr>
        <p:spPr bwMode="auto">
          <a:xfrm>
            <a:off x="457200" y="150813"/>
            <a:ext cx="8221663" cy="982662"/>
          </a:xfrm>
          <a:prstGeom prst="rect">
            <a:avLst/>
          </a:prstGeom>
          <a:noFill/>
          <a:ln w="9525">
            <a:noFill/>
            <a:round/>
            <a:headEnd/>
            <a:tailEnd/>
          </a:ln>
        </p:spPr>
        <p:txBody>
          <a:bodyPr vert="horz" wrap="square" lIns="90000" tIns="46800" rIns="90000" bIns="46800" numCol="1" anchor="b" anchorCtr="0" compatLnSpc="1">
            <a:prstTxWarp prst="textNoShape">
              <a:avLst/>
            </a:prstTxWarp>
          </a:bodyPr>
          <a:lstStyle/>
          <a:p>
            <a:pPr lvl="0"/>
            <a:r>
              <a:rPr lang="zh-CN" altLang="en-GB" smtClean="0"/>
              <a:t>单击鼠标编辑标题文的格式</a:t>
            </a:r>
          </a:p>
        </p:txBody>
      </p:sp>
      <p:sp>
        <p:nvSpPr>
          <p:cNvPr id="4107" name="Rectangle 10"/>
          <p:cNvSpPr>
            <a:spLocks noGrp="1" noChangeArrowheads="1"/>
          </p:cNvSpPr>
          <p:nvPr>
            <p:ph type="body" idx="1"/>
          </p:nvPr>
        </p:nvSpPr>
        <p:spPr bwMode="auto">
          <a:xfrm>
            <a:off x="457200" y="1219200"/>
            <a:ext cx="8221663" cy="490220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zh-CN" altLang="en-GB" smtClean="0"/>
              <a:t>单击鼠标编辑大纲正文格式</a:t>
            </a:r>
          </a:p>
          <a:p>
            <a:pPr lvl="1"/>
            <a:r>
              <a:rPr lang="zh-CN" altLang="en-GB" smtClean="0"/>
              <a:t>第二个大纲级</a:t>
            </a:r>
          </a:p>
          <a:p>
            <a:pPr lvl="2"/>
            <a:r>
              <a:rPr lang="zh-CN" altLang="en-GB" smtClean="0"/>
              <a:t>第三个大纲级</a:t>
            </a:r>
          </a:p>
          <a:p>
            <a:pPr lvl="3"/>
            <a:r>
              <a:rPr lang="zh-CN" altLang="en-GB" smtClean="0"/>
              <a:t>第四个大纲级</a:t>
            </a:r>
          </a:p>
          <a:p>
            <a:pPr lvl="4"/>
            <a:r>
              <a:rPr lang="zh-CN" altLang="en-GB" smtClean="0"/>
              <a:t>第五个大纲级</a:t>
            </a:r>
          </a:p>
          <a:p>
            <a:pPr lvl="4"/>
            <a:r>
              <a:rPr lang="zh-CN" altLang="en-GB" smtClean="0"/>
              <a:t>第六个大纲级</a:t>
            </a:r>
          </a:p>
          <a:p>
            <a:pPr lvl="4"/>
            <a:r>
              <a:rPr lang="zh-CN" altLang="en-GB" smtClean="0"/>
              <a:t>第七个大纲级</a:t>
            </a:r>
          </a:p>
          <a:p>
            <a:pPr lvl="4"/>
            <a:r>
              <a:rPr lang="zh-CN" altLang="en-GB" smtClean="0"/>
              <a:t>第八个大纲级</a:t>
            </a:r>
          </a:p>
          <a:p>
            <a:pPr lvl="4"/>
            <a:r>
              <a:rPr lang="zh-CN" altLang="en-GB" smtClean="0"/>
              <a:t>第九个大纲级</a:t>
            </a:r>
          </a:p>
        </p:txBody>
      </p:sp>
      <p:sp>
        <p:nvSpPr>
          <p:cNvPr id="13" name="页脚占位符 1"/>
          <p:cNvSpPr txBox="1">
            <a:spLocks noGrp="1"/>
          </p:cNvSpPr>
          <p:nvPr userDrawn="1"/>
        </p:nvSpPr>
        <p:spPr bwMode="auto">
          <a:xfrm>
            <a:off x="3124200" y="6381750"/>
            <a:ext cx="2895600" cy="476250"/>
          </a:xfrm>
          <a:prstGeom prst="rect">
            <a:avLst/>
          </a:prstGeom>
          <a:noFill/>
          <a:ln w="9525">
            <a:noFill/>
            <a:miter lim="800000"/>
            <a:headEnd/>
            <a:tailEnd/>
          </a:ln>
        </p:spPr>
        <p:txBody>
          <a:bodyPr/>
          <a:lstStyle/>
          <a:p>
            <a:pPr algn="ctr"/>
            <a:r>
              <a:rPr lang="en-US" altLang="zh-CN" sz="1400" dirty="0">
                <a:solidFill>
                  <a:schemeClr val="tx2"/>
                </a:solidFill>
                <a:cs typeface="Arial" pitchFamily="34" charset="0"/>
              </a:rPr>
              <a:t>www.embedu.org</a:t>
            </a:r>
          </a:p>
        </p:txBody>
      </p:sp>
    </p:spTree>
    <p:extLst>
      <p:ext uri="{BB962C8B-B14F-4D97-AF65-F5344CB8AC3E}">
        <p14:creationId xmlns:p14="http://schemas.microsoft.com/office/powerpoint/2010/main" val="1064111893"/>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Lst>
  <p:hf sldNum="0" hdr="0" ftr="0"/>
  <p:txStyles>
    <p:titleStyle>
      <a:lvl1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mj-lt"/>
          <a:ea typeface="+mj-ea"/>
          <a:cs typeface="+mj-cs"/>
        </a:defRPr>
      </a:lvl1pPr>
      <a:lvl2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2pPr>
      <a:lvl3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3pPr>
      <a:lvl4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4pPr>
      <a:lvl5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5pPr>
      <a:lvl6pPr marL="4572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6pPr>
      <a:lvl7pPr marL="9144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7pPr>
      <a:lvl8pPr marL="13716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8pPr>
      <a:lvl9pPr marL="18288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9pPr>
    </p:titleStyle>
    <p:bodyStyle>
      <a:lvl1pPr marL="265113" indent="-265113" algn="l" defTabSz="449263" rtl="0" eaLnBrk="0" fontAlgn="base" hangingPunct="0">
        <a:spcBef>
          <a:spcPts val="600"/>
        </a:spcBef>
        <a:spcAft>
          <a:spcPct val="0"/>
        </a:spcAft>
        <a:buClr>
          <a:srgbClr val="727CA3"/>
        </a:buClr>
        <a:buSzPct val="76000"/>
        <a:buFont typeface="Wingdings 3" pitchFamily="18" charset="2"/>
        <a:buChar char=""/>
        <a:defRPr sz="2800">
          <a:solidFill>
            <a:srgbClr val="000000"/>
          </a:solidFill>
          <a:latin typeface="+mn-lt"/>
          <a:ea typeface="+mn-ea"/>
          <a:cs typeface="+mn-cs"/>
        </a:defRPr>
      </a:lvl1pPr>
      <a:lvl2pPr marL="539750" indent="-268288" algn="l" defTabSz="449263" rtl="0" eaLnBrk="0" fontAlgn="base" hangingPunct="0">
        <a:spcBef>
          <a:spcPts val="500"/>
        </a:spcBef>
        <a:spcAft>
          <a:spcPct val="0"/>
        </a:spcAft>
        <a:buClr>
          <a:srgbClr val="9FB8CD"/>
        </a:buClr>
        <a:buSzPct val="76000"/>
        <a:buFont typeface="Wingdings 3" pitchFamily="18" charset="2"/>
        <a:buChar char=""/>
        <a:defRPr sz="2400">
          <a:solidFill>
            <a:srgbClr val="464653"/>
          </a:solidFill>
          <a:latin typeface="+mn-lt"/>
          <a:ea typeface="+mn-ea"/>
        </a:defRPr>
      </a:lvl2pPr>
      <a:lvl3pPr marL="814388" indent="-228600" algn="l" defTabSz="449263" rtl="0" eaLnBrk="0" fontAlgn="base" hangingPunct="0">
        <a:spcBef>
          <a:spcPts val="500"/>
        </a:spcBef>
        <a:spcAft>
          <a:spcPct val="0"/>
        </a:spcAft>
        <a:buClr>
          <a:srgbClr val="BCBCBC"/>
        </a:buClr>
        <a:buSzPct val="76000"/>
        <a:buFont typeface="Wingdings 3" pitchFamily="18" charset="2"/>
        <a:buChar char=""/>
        <a:defRPr sz="2000">
          <a:solidFill>
            <a:srgbClr val="000000"/>
          </a:solidFill>
          <a:latin typeface="+mn-lt"/>
          <a:ea typeface="+mn-ea"/>
        </a:defRPr>
      </a:lvl3pPr>
      <a:lvl4pPr marL="1089025" indent="-228600" algn="l" defTabSz="449263" rtl="0" eaLnBrk="0" fontAlgn="base" hangingPunct="0">
        <a:spcBef>
          <a:spcPts val="400"/>
        </a:spcBef>
        <a:spcAft>
          <a:spcPct val="0"/>
        </a:spcAft>
        <a:buClr>
          <a:srgbClr val="8BA2B4"/>
        </a:buClr>
        <a:buSzPct val="70000"/>
        <a:buFont typeface="Wingdings" pitchFamily="2" charset="2"/>
        <a:buChar char=""/>
        <a:defRPr sz="2000">
          <a:solidFill>
            <a:srgbClr val="000000"/>
          </a:solidFill>
          <a:latin typeface="+mn-lt"/>
          <a:ea typeface="+mn-ea"/>
        </a:defRPr>
      </a:lvl4pPr>
      <a:lvl5pPr marL="13716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5pPr>
      <a:lvl6pPr marL="18288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6pPr>
      <a:lvl7pPr marL="22860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7pPr>
      <a:lvl8pPr marL="27432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8pPr>
      <a:lvl9pPr marL="32004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bwMode="auto">
          <a:xfrm>
            <a:off x="457200" y="150813"/>
            <a:ext cx="8221663" cy="982662"/>
          </a:xfrm>
          <a:prstGeom prst="rect">
            <a:avLst/>
          </a:prstGeom>
          <a:noFill/>
          <a:ln w="9525">
            <a:noFill/>
            <a:round/>
            <a:headEnd/>
            <a:tailEnd/>
          </a:ln>
        </p:spPr>
        <p:txBody>
          <a:bodyPr vert="horz" wrap="square" lIns="90000" tIns="46800" rIns="90000" bIns="46800" numCol="1" anchor="b" anchorCtr="0" compatLnSpc="1">
            <a:prstTxWarp prst="textNoShape">
              <a:avLst/>
            </a:prstTxWarp>
          </a:bodyPr>
          <a:lstStyle/>
          <a:p>
            <a:pPr lvl="0"/>
            <a:r>
              <a:rPr lang="zh-CN" altLang="en-GB" smtClean="0"/>
              <a:t>单击鼠标编辑标题文的格式</a:t>
            </a:r>
          </a:p>
        </p:txBody>
      </p:sp>
      <p:sp>
        <p:nvSpPr>
          <p:cNvPr id="3075" name="Rectangle 2"/>
          <p:cNvSpPr>
            <a:spLocks noGrp="1" noChangeArrowheads="1"/>
          </p:cNvSpPr>
          <p:nvPr>
            <p:ph type="body" idx="1"/>
          </p:nvPr>
        </p:nvSpPr>
        <p:spPr bwMode="auto">
          <a:xfrm>
            <a:off x="457200" y="1219200"/>
            <a:ext cx="8221663" cy="490220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zh-CN" altLang="en-GB" smtClean="0"/>
              <a:t>单击鼠标编辑大纲正文格式</a:t>
            </a:r>
          </a:p>
          <a:p>
            <a:pPr lvl="1"/>
            <a:r>
              <a:rPr lang="zh-CN" altLang="en-GB" smtClean="0"/>
              <a:t>第二个大纲级</a:t>
            </a:r>
          </a:p>
          <a:p>
            <a:pPr lvl="2"/>
            <a:r>
              <a:rPr lang="zh-CN" altLang="en-GB" smtClean="0"/>
              <a:t>第三个大纲级</a:t>
            </a:r>
          </a:p>
          <a:p>
            <a:pPr lvl="3"/>
            <a:r>
              <a:rPr lang="zh-CN" altLang="en-GB" smtClean="0"/>
              <a:t>第四个大纲级</a:t>
            </a:r>
          </a:p>
          <a:p>
            <a:pPr lvl="4"/>
            <a:r>
              <a:rPr lang="zh-CN" altLang="en-GB" smtClean="0"/>
              <a:t>第五个大纲级</a:t>
            </a:r>
          </a:p>
          <a:p>
            <a:pPr lvl="4"/>
            <a:r>
              <a:rPr lang="zh-CN" altLang="en-GB" smtClean="0"/>
              <a:t>第六个大纲级</a:t>
            </a:r>
          </a:p>
          <a:p>
            <a:pPr lvl="4"/>
            <a:r>
              <a:rPr lang="zh-CN" altLang="en-GB" smtClean="0"/>
              <a:t>第七个大纲级</a:t>
            </a:r>
          </a:p>
          <a:p>
            <a:pPr lvl="4"/>
            <a:r>
              <a:rPr lang="zh-CN" altLang="en-GB" smtClean="0"/>
              <a:t>第八个大纲级</a:t>
            </a:r>
          </a:p>
          <a:p>
            <a:pPr lvl="4"/>
            <a:r>
              <a:rPr lang="zh-CN" altLang="en-GB" smtClean="0"/>
              <a:t>第九个大纲级</a:t>
            </a:r>
          </a:p>
        </p:txBody>
      </p:sp>
      <p:sp>
        <p:nvSpPr>
          <p:cNvPr id="1027" name="Line 3"/>
          <p:cNvSpPr>
            <a:spLocks noChangeShapeType="1"/>
          </p:cNvSpPr>
          <p:nvPr/>
        </p:nvSpPr>
        <p:spPr bwMode="auto">
          <a:xfrm>
            <a:off x="457200" y="6353175"/>
            <a:ext cx="8229600" cy="1588"/>
          </a:xfrm>
          <a:prstGeom prst="line">
            <a:avLst/>
          </a:prstGeom>
          <a:noFill/>
          <a:ln w="9360">
            <a:solidFill>
              <a:srgbClr val="9FB8CD"/>
            </a:solidFill>
            <a:prstDash val="dash"/>
            <a:miter lim="800000"/>
            <a:headEnd/>
            <a:tailEnd/>
          </a:ln>
          <a:effectLst/>
        </p:spPr>
        <p:txBody>
          <a:bodyPr/>
          <a:lstStyle/>
          <a:p>
            <a:pPr algn="r">
              <a:buClr>
                <a:srgbClr val="000000"/>
              </a:buClr>
              <a:buSzPct val="100000"/>
              <a:buFont typeface="Arial" pitchFamily="34" charset="0"/>
              <a:buNone/>
              <a:defRPr/>
            </a:pPr>
            <a:endParaRPr lang="zh-CN" altLang="en-US">
              <a:solidFill>
                <a:srgbClr val="FFFFFF"/>
              </a:solidFill>
            </a:endParaRPr>
          </a:p>
        </p:txBody>
      </p:sp>
      <p:sp>
        <p:nvSpPr>
          <p:cNvPr id="1028" name="Line 4"/>
          <p:cNvSpPr>
            <a:spLocks noChangeShapeType="1"/>
          </p:cNvSpPr>
          <p:nvPr/>
        </p:nvSpPr>
        <p:spPr bwMode="auto">
          <a:xfrm>
            <a:off x="457200" y="1143000"/>
            <a:ext cx="8229600" cy="1588"/>
          </a:xfrm>
          <a:prstGeom prst="line">
            <a:avLst/>
          </a:prstGeom>
          <a:noFill/>
          <a:ln w="9360">
            <a:solidFill>
              <a:srgbClr val="9FB8CD"/>
            </a:solidFill>
            <a:prstDash val="dash"/>
            <a:miter lim="800000"/>
            <a:headEnd/>
            <a:tailEnd/>
          </a:ln>
          <a:effectLst/>
        </p:spPr>
        <p:txBody>
          <a:bodyPr/>
          <a:lstStyle/>
          <a:p>
            <a:pPr algn="r">
              <a:buClr>
                <a:srgbClr val="000000"/>
              </a:buClr>
              <a:buSzPct val="100000"/>
              <a:buFont typeface="Arial" pitchFamily="34" charset="0"/>
              <a:buNone/>
              <a:defRPr/>
            </a:pPr>
            <a:endParaRPr lang="zh-CN" altLang="en-US">
              <a:solidFill>
                <a:srgbClr val="FFFFFF"/>
              </a:solidFill>
            </a:endParaRPr>
          </a:p>
        </p:txBody>
      </p:sp>
      <p:sp>
        <p:nvSpPr>
          <p:cNvPr id="1029" name="AutoShape 5"/>
          <p:cNvSpPr>
            <a:spLocks noChangeArrowheads="1"/>
          </p:cNvSpPr>
          <p:nvPr/>
        </p:nvSpPr>
        <p:spPr bwMode="auto">
          <a:xfrm rot="5400000">
            <a:off x="427038" y="6467475"/>
            <a:ext cx="190500" cy="120650"/>
          </a:xfrm>
          <a:prstGeom prst="triangle">
            <a:avLst>
              <a:gd name="adj" fmla="val 50000"/>
            </a:avLst>
          </a:prstGeom>
          <a:solidFill>
            <a:srgbClr val="9FB8CD"/>
          </a:solidFill>
          <a:ln w="9525">
            <a:noFill/>
            <a:round/>
            <a:headEnd/>
            <a:tailEnd/>
          </a:ln>
          <a:effectLst/>
        </p:spPr>
        <p:txBody>
          <a:bodyPr wrap="none" anchor="ctr"/>
          <a:lstStyle/>
          <a:p>
            <a:pPr algn="r">
              <a:buClr>
                <a:srgbClr val="000000"/>
              </a:buClr>
              <a:buSzPct val="100000"/>
              <a:buFont typeface="Arial" pitchFamily="34" charset="0"/>
              <a:buNone/>
              <a:defRPr/>
            </a:pPr>
            <a:endParaRPr lang="zh-CN" altLang="en-US">
              <a:solidFill>
                <a:srgbClr val="FFFFFF"/>
              </a:solidFill>
            </a:endParaRPr>
          </a:p>
        </p:txBody>
      </p:sp>
      <p:sp>
        <p:nvSpPr>
          <p:cNvPr id="1030" name="Rectangle 6"/>
          <p:cNvSpPr>
            <a:spLocks noGrp="1" noChangeArrowheads="1"/>
          </p:cNvSpPr>
          <p:nvPr>
            <p:ph type="ftr"/>
          </p:nvPr>
        </p:nvSpPr>
        <p:spPr bwMode="auto">
          <a:xfrm>
            <a:off x="3124200" y="6381750"/>
            <a:ext cx="2887663" cy="4683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ctr">
              <a:buClr>
                <a:srgbClr val="464653"/>
              </a:buClr>
              <a:buSzPct val="100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400">
                <a:solidFill>
                  <a:srgbClr val="464653"/>
                </a:solidFill>
                <a:cs typeface="Arial" pitchFamily="34" charset="0"/>
              </a:defRPr>
            </a:lvl1pPr>
          </a:lstStyle>
          <a:p>
            <a:pPr>
              <a:defRPr/>
            </a:pPr>
            <a:endParaRPr lang="en-US" dirty="0"/>
          </a:p>
        </p:txBody>
      </p:sp>
      <p:sp>
        <p:nvSpPr>
          <p:cNvPr id="1031" name="Rectangle 7"/>
          <p:cNvSpPr>
            <a:spLocks noGrp="1" noChangeArrowheads="1"/>
          </p:cNvSpPr>
          <p:nvPr>
            <p:ph type="sldNum"/>
          </p:nvPr>
        </p:nvSpPr>
        <p:spPr bwMode="auto">
          <a:xfrm>
            <a:off x="609600" y="6381750"/>
            <a:ext cx="2125663" cy="4683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l">
              <a:buClr>
                <a:srgbClr val="464653"/>
              </a:buClr>
              <a:buSzPct val="100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400">
                <a:solidFill>
                  <a:srgbClr val="464653"/>
                </a:solidFill>
                <a:cs typeface="Arial" pitchFamily="34" charset="0"/>
              </a:defRPr>
            </a:lvl1pPr>
          </a:lstStyle>
          <a:p>
            <a:pPr>
              <a:defRPr/>
            </a:pPr>
            <a:fld id="{190DBFAF-BBFC-4238-A774-9CB4417C7B6E}" type="slidenum">
              <a:rPr lang="en-US"/>
              <a:pPr>
                <a:defRPr/>
              </a:pPr>
              <a:t>‹#›</a:t>
            </a:fld>
            <a:endParaRPr lang="en-US"/>
          </a:p>
        </p:txBody>
      </p:sp>
      <p:pic>
        <p:nvPicPr>
          <p:cNvPr id="3082" name="Picture 9"/>
          <p:cNvPicPr>
            <a:picLocks noChangeAspect="1" noChangeArrowheads="1"/>
          </p:cNvPicPr>
          <p:nvPr/>
        </p:nvPicPr>
        <p:blipFill>
          <a:blip r:embed="rId16" cstate="print"/>
          <a:srcRect/>
          <a:stretch>
            <a:fillRect/>
          </a:stretch>
        </p:blipFill>
        <p:spPr bwMode="auto">
          <a:xfrm>
            <a:off x="6781800" y="304800"/>
            <a:ext cx="1854200" cy="504825"/>
          </a:xfrm>
          <a:prstGeom prst="rect">
            <a:avLst/>
          </a:prstGeom>
          <a:noFill/>
          <a:ln w="9525">
            <a:noFill/>
            <a:round/>
            <a:headEnd/>
            <a:tailEnd/>
          </a:ln>
        </p:spPr>
      </p:pic>
      <p:sp>
        <p:nvSpPr>
          <p:cNvPr id="11" name="页脚占位符 1"/>
          <p:cNvSpPr txBox="1">
            <a:spLocks noGrp="1"/>
          </p:cNvSpPr>
          <p:nvPr userDrawn="1"/>
        </p:nvSpPr>
        <p:spPr bwMode="auto">
          <a:xfrm>
            <a:off x="3124200" y="6381750"/>
            <a:ext cx="2895600" cy="476250"/>
          </a:xfrm>
          <a:prstGeom prst="rect">
            <a:avLst/>
          </a:prstGeom>
          <a:noFill/>
          <a:ln w="9525">
            <a:noFill/>
            <a:miter lim="800000"/>
            <a:headEnd/>
            <a:tailEnd/>
          </a:ln>
        </p:spPr>
        <p:txBody>
          <a:bodyPr/>
          <a:lstStyle/>
          <a:p>
            <a:pPr algn="ctr"/>
            <a:r>
              <a:rPr lang="en-US" altLang="zh-CN" sz="1400" dirty="0">
                <a:solidFill>
                  <a:schemeClr val="tx2"/>
                </a:solidFill>
                <a:cs typeface="Arial" pitchFamily="34" charset="0"/>
              </a:rPr>
              <a:t>www.embedu.org</a:t>
            </a:r>
          </a:p>
        </p:txBody>
      </p:sp>
    </p:spTree>
    <p:extLst>
      <p:ext uri="{BB962C8B-B14F-4D97-AF65-F5344CB8AC3E}">
        <p14:creationId xmlns:p14="http://schemas.microsoft.com/office/powerpoint/2010/main" val="820803691"/>
      </p:ext>
    </p:extLst>
  </p:cSld>
  <p:clrMap bg1="lt1" tx1="dk1" bg2="lt2" tx2="dk2" accent1="accent1" accent2="accent2" accent3="accent3" accent4="accent4" accent5="accent5" accent6="accent6" hlink="hlink" folHlink="folHlink"/>
  <p:sldLayoutIdLst>
    <p:sldLayoutId id="2147483902" r:id="rId1"/>
    <p:sldLayoutId id="2147483903" r:id="rId2"/>
    <p:sldLayoutId id="2147483904" r:id="rId3"/>
    <p:sldLayoutId id="2147483905" r:id="rId4"/>
    <p:sldLayoutId id="2147483906" r:id="rId5"/>
    <p:sldLayoutId id="2147483907" r:id="rId6"/>
    <p:sldLayoutId id="2147483908" r:id="rId7"/>
    <p:sldLayoutId id="2147483909" r:id="rId8"/>
    <p:sldLayoutId id="2147483910" r:id="rId9"/>
    <p:sldLayoutId id="2147483911" r:id="rId10"/>
    <p:sldLayoutId id="2147483912" r:id="rId11"/>
    <p:sldLayoutId id="2147483913" r:id="rId12"/>
    <p:sldLayoutId id="2147483914" r:id="rId13"/>
    <p:sldLayoutId id="2147483915" r:id="rId14"/>
  </p:sldLayoutIdLst>
  <p:hf sldNum="0" hdr="0"/>
  <p:txStyles>
    <p:titleStyle>
      <a:lvl1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mj-lt"/>
          <a:ea typeface="+mj-ea"/>
          <a:cs typeface="+mj-cs"/>
        </a:defRPr>
      </a:lvl1pPr>
      <a:lvl2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2pPr>
      <a:lvl3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3pPr>
      <a:lvl4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4pPr>
      <a:lvl5pPr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5pPr>
      <a:lvl6pPr marL="4572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6pPr>
      <a:lvl7pPr marL="9144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7pPr>
      <a:lvl8pPr marL="13716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8pPr>
      <a:lvl9pPr marL="1828800" algn="l" defTabSz="449263" rtl="0" eaLnBrk="0" fontAlgn="base" hangingPunct="0">
        <a:spcBef>
          <a:spcPct val="0"/>
        </a:spcBef>
        <a:spcAft>
          <a:spcPct val="0"/>
        </a:spcAft>
        <a:buClr>
          <a:srgbClr val="464653"/>
        </a:buClr>
        <a:buSzPct val="100000"/>
        <a:buFont typeface="Arial" pitchFamily="34" charset="0"/>
        <a:defRPr sz="3200">
          <a:solidFill>
            <a:srgbClr val="464653"/>
          </a:solidFill>
          <a:latin typeface="Arial" pitchFamily="34" charset="0"/>
          <a:ea typeface="宋体" pitchFamily="2" charset="-122"/>
        </a:defRPr>
      </a:lvl9pPr>
    </p:titleStyle>
    <p:bodyStyle>
      <a:lvl1pPr marL="265113" indent="-265113" algn="l" defTabSz="449263" rtl="0" eaLnBrk="0" fontAlgn="base" hangingPunct="0">
        <a:spcBef>
          <a:spcPts val="600"/>
        </a:spcBef>
        <a:spcAft>
          <a:spcPct val="0"/>
        </a:spcAft>
        <a:buClr>
          <a:srgbClr val="727CA3"/>
        </a:buClr>
        <a:buSzPct val="76000"/>
        <a:buFont typeface="Wingdings 3" pitchFamily="18" charset="2"/>
        <a:buChar char=""/>
        <a:defRPr sz="2800">
          <a:solidFill>
            <a:srgbClr val="000000"/>
          </a:solidFill>
          <a:latin typeface="+mn-lt"/>
          <a:ea typeface="+mn-ea"/>
          <a:cs typeface="+mn-cs"/>
        </a:defRPr>
      </a:lvl1pPr>
      <a:lvl2pPr marL="539750" indent="-268288" algn="l" defTabSz="449263" rtl="0" eaLnBrk="0" fontAlgn="base" hangingPunct="0">
        <a:spcBef>
          <a:spcPts val="500"/>
        </a:spcBef>
        <a:spcAft>
          <a:spcPct val="0"/>
        </a:spcAft>
        <a:buClr>
          <a:srgbClr val="9FB8CD"/>
        </a:buClr>
        <a:buSzPct val="76000"/>
        <a:buFont typeface="Wingdings 3" pitchFamily="18" charset="2"/>
        <a:buChar char=""/>
        <a:defRPr sz="2400">
          <a:solidFill>
            <a:srgbClr val="464653"/>
          </a:solidFill>
          <a:latin typeface="+mn-lt"/>
          <a:ea typeface="+mn-ea"/>
        </a:defRPr>
      </a:lvl2pPr>
      <a:lvl3pPr marL="814388" indent="-228600" algn="l" defTabSz="449263" rtl="0" eaLnBrk="0" fontAlgn="base" hangingPunct="0">
        <a:spcBef>
          <a:spcPts val="500"/>
        </a:spcBef>
        <a:spcAft>
          <a:spcPct val="0"/>
        </a:spcAft>
        <a:buClr>
          <a:srgbClr val="BCBCBC"/>
        </a:buClr>
        <a:buSzPct val="76000"/>
        <a:buFont typeface="Wingdings 3" pitchFamily="18" charset="2"/>
        <a:buChar char=""/>
        <a:defRPr sz="2000">
          <a:solidFill>
            <a:srgbClr val="000000"/>
          </a:solidFill>
          <a:latin typeface="+mn-lt"/>
          <a:ea typeface="+mn-ea"/>
        </a:defRPr>
      </a:lvl3pPr>
      <a:lvl4pPr marL="1089025" indent="-228600" algn="l" defTabSz="449263" rtl="0" eaLnBrk="0" fontAlgn="base" hangingPunct="0">
        <a:spcBef>
          <a:spcPts val="400"/>
        </a:spcBef>
        <a:spcAft>
          <a:spcPct val="0"/>
        </a:spcAft>
        <a:buClr>
          <a:srgbClr val="8BA2B4"/>
        </a:buClr>
        <a:buSzPct val="70000"/>
        <a:buFont typeface="Wingdings" pitchFamily="2" charset="2"/>
        <a:buChar char=""/>
        <a:defRPr sz="2000">
          <a:solidFill>
            <a:srgbClr val="000000"/>
          </a:solidFill>
          <a:latin typeface="+mn-lt"/>
          <a:ea typeface="+mn-ea"/>
        </a:defRPr>
      </a:lvl4pPr>
      <a:lvl5pPr marL="13716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5pPr>
      <a:lvl6pPr marL="18288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6pPr>
      <a:lvl7pPr marL="22860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7pPr>
      <a:lvl8pPr marL="27432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8pPr>
      <a:lvl9pPr marL="3200400" indent="-228600" algn="l" defTabSz="449263" rtl="0" eaLnBrk="0" fontAlgn="base" hangingPunct="0">
        <a:spcBef>
          <a:spcPts val="300"/>
        </a:spcBef>
        <a:spcAft>
          <a:spcPct val="0"/>
        </a:spcAft>
        <a:buClr>
          <a:srgbClr val="8BA2B4"/>
        </a:buClr>
        <a:buSzPct val="70000"/>
        <a:buFont typeface="Wingdings" pitchFamily="2" charset="2"/>
        <a:buChar char=""/>
        <a:defRPr sz="1600">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e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31.jpeg"/></Relationships>
</file>

<file path=ppt/slides/_rels/slide2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6.emf"/></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371600" y="4143380"/>
            <a:ext cx="6400800" cy="1495420"/>
          </a:xfrm>
        </p:spPr>
        <p:txBody>
          <a:bodyPr/>
          <a:lstStyle/>
          <a:p>
            <a:r>
              <a:rPr lang="en-US" altLang="zh-CN" sz="4000" kern="1200" dirty="0" smtClean="0">
                <a:solidFill>
                  <a:schemeClr val="tx1"/>
                </a:solidFill>
                <a:effectLst>
                  <a:outerShdw blurRad="38100" dist="38100" dir="2700000" algn="tl">
                    <a:srgbClr val="C0C0C0"/>
                  </a:outerShdw>
                </a:effectLst>
                <a:latin typeface="微软雅黑" pitchFamily="34" charset="-122"/>
                <a:ea typeface="宋体" pitchFamily="2" charset="-122"/>
              </a:rPr>
              <a:t>Linux</a:t>
            </a:r>
            <a:r>
              <a:rPr lang="zh-CN" altLang="en-US" sz="4000" kern="1200" dirty="0" smtClean="0">
                <a:solidFill>
                  <a:schemeClr val="tx1"/>
                </a:solidFill>
                <a:effectLst>
                  <a:outerShdw blurRad="38100" dist="38100" dir="2700000" algn="tl">
                    <a:srgbClr val="C0C0C0"/>
                  </a:outerShdw>
                </a:effectLst>
                <a:latin typeface="微软雅黑" pitchFamily="34" charset="-122"/>
                <a:ea typeface="宋体" pitchFamily="2" charset="-122"/>
              </a:rPr>
              <a:t>内核模块开发</a:t>
            </a:r>
            <a:endParaRPr lang="zh-CN" altLang="en-US" sz="4000" kern="1200" dirty="0">
              <a:solidFill>
                <a:schemeClr val="tx1"/>
              </a:solidFill>
              <a:effectLst>
                <a:outerShdw blurRad="38100" dist="38100" dir="2700000" algn="tl">
                  <a:srgbClr val="C0C0C0"/>
                </a:outerShdw>
              </a:effectLst>
              <a:latin typeface="微软雅黑" pitchFamily="34" charset="-122"/>
              <a:ea typeface="宋体" pitchFamily="2" charset="-122"/>
            </a:endParaRPr>
          </a:p>
        </p:txBody>
      </p:sp>
    </p:spTree>
    <p:extLst>
      <p:ext uri="{BB962C8B-B14F-4D97-AF65-F5344CB8AC3E}">
        <p14:creationId xmlns:p14="http://schemas.microsoft.com/office/powerpoint/2010/main" val="30700453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p:cNvSpPr>
          <p:nvPr>
            <p:ph type="title"/>
          </p:nvPr>
        </p:nvSpPr>
        <p:spPr/>
        <p:txBody>
          <a:bodyPr/>
          <a:lstStyle/>
          <a:p>
            <a:pPr eaLnBrk="1" hangingPunct="1"/>
            <a:r>
              <a:rPr lang="zh-CN" altLang="en-US" dirty="0" smtClean="0"/>
              <a:t>认识模块</a:t>
            </a:r>
          </a:p>
        </p:txBody>
      </p:sp>
      <p:sp>
        <p:nvSpPr>
          <p:cNvPr id="13316" name="Rectangle 3"/>
          <p:cNvSpPr>
            <a:spLocks noGrp="1"/>
          </p:cNvSpPr>
          <p:nvPr>
            <p:ph type="body" idx="1"/>
          </p:nvPr>
        </p:nvSpPr>
        <p:spPr/>
        <p:txBody>
          <a:bodyPr/>
          <a:lstStyle/>
          <a:p>
            <a:pPr eaLnBrk="1" hangingPunct="1">
              <a:lnSpc>
                <a:spcPct val="150000"/>
              </a:lnSpc>
            </a:pPr>
            <a:r>
              <a:rPr lang="zh-CN" altLang="en-US" dirty="0" smtClean="0"/>
              <a:t>什么是模块</a:t>
            </a:r>
            <a:endParaRPr lang="en-US" altLang="zh-CN" dirty="0" smtClean="0"/>
          </a:p>
          <a:p>
            <a:pPr eaLnBrk="1" hangingPunct="1">
              <a:lnSpc>
                <a:spcPct val="150000"/>
              </a:lnSpc>
            </a:pPr>
            <a:r>
              <a:rPr lang="zh-CN" altLang="en-US" dirty="0" smtClean="0"/>
              <a:t>使用模块的好处</a:t>
            </a:r>
          </a:p>
          <a:p>
            <a:pPr eaLnBrk="1" hangingPunct="1">
              <a:lnSpc>
                <a:spcPct val="150000"/>
              </a:lnSpc>
            </a:pPr>
            <a:r>
              <a:rPr lang="zh-CN" altLang="en-US" dirty="0" smtClean="0"/>
              <a:t>模块和应用程序的区别</a:t>
            </a:r>
          </a:p>
        </p:txBody>
      </p:sp>
    </p:spTree>
    <p:extLst>
      <p:ext uri="{BB962C8B-B14F-4D97-AF65-F5344CB8AC3E}">
        <p14:creationId xmlns:p14="http://schemas.microsoft.com/office/powerpoint/2010/main" val="23491574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p:cNvSpPr>
          <p:nvPr>
            <p:ph type="title"/>
          </p:nvPr>
        </p:nvSpPr>
        <p:spPr/>
        <p:txBody>
          <a:bodyPr/>
          <a:lstStyle/>
          <a:p>
            <a:pPr eaLnBrk="1" hangingPunct="1"/>
            <a:r>
              <a:rPr lang="zh-CN" altLang="en-US" dirty="0" smtClean="0"/>
              <a:t>模块加载和卸载</a:t>
            </a:r>
          </a:p>
        </p:txBody>
      </p:sp>
      <p:sp>
        <p:nvSpPr>
          <p:cNvPr id="17412" name="Rectangle 3"/>
          <p:cNvSpPr>
            <a:spLocks noGrp="1"/>
          </p:cNvSpPr>
          <p:nvPr>
            <p:ph type="body" idx="1"/>
          </p:nvPr>
        </p:nvSpPr>
        <p:spPr/>
        <p:txBody>
          <a:bodyPr/>
          <a:lstStyle/>
          <a:p>
            <a:pPr eaLnBrk="1" hangingPunct="1">
              <a:lnSpc>
                <a:spcPct val="150000"/>
              </a:lnSpc>
            </a:pPr>
            <a:r>
              <a:rPr lang="zh-CN" altLang="en-US" dirty="0" smtClean="0"/>
              <a:t>模块加载函数</a:t>
            </a:r>
            <a:r>
              <a:rPr lang="en-US" altLang="zh-CN" dirty="0" err="1" smtClean="0"/>
              <a:t>init_module</a:t>
            </a:r>
            <a:endParaRPr lang="en-US" altLang="zh-CN" dirty="0" smtClean="0"/>
          </a:p>
          <a:p>
            <a:pPr eaLnBrk="1" hangingPunct="1">
              <a:lnSpc>
                <a:spcPct val="150000"/>
              </a:lnSpc>
            </a:pPr>
            <a:r>
              <a:rPr lang="zh-CN" altLang="en-US" dirty="0" smtClean="0"/>
              <a:t>模块所使用资源的分配与释放</a:t>
            </a:r>
          </a:p>
          <a:p>
            <a:pPr eaLnBrk="1" hangingPunct="1">
              <a:lnSpc>
                <a:spcPct val="150000"/>
              </a:lnSpc>
            </a:pPr>
            <a:r>
              <a:rPr lang="zh-CN" altLang="en-US" dirty="0" smtClean="0"/>
              <a:t>模块卸载函数</a:t>
            </a:r>
            <a:r>
              <a:rPr lang="en-US" altLang="zh-CN" dirty="0" err="1" smtClean="0"/>
              <a:t>cleanup_module</a:t>
            </a:r>
            <a:endParaRPr lang="en-US" altLang="zh-CN" dirty="0" smtClean="0"/>
          </a:p>
          <a:p>
            <a:pPr eaLnBrk="1" hangingPunct="1">
              <a:lnSpc>
                <a:spcPct val="150000"/>
              </a:lnSpc>
            </a:pPr>
            <a:r>
              <a:rPr lang="zh-CN" altLang="en-US" dirty="0" smtClean="0"/>
              <a:t>显式指定加载和卸载函数</a:t>
            </a:r>
          </a:p>
        </p:txBody>
      </p:sp>
    </p:spTree>
    <p:extLst>
      <p:ext uri="{BB962C8B-B14F-4D97-AF65-F5344CB8AC3E}">
        <p14:creationId xmlns:p14="http://schemas.microsoft.com/office/powerpoint/2010/main" val="38034204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p:cNvSpPr>
          <p:nvPr>
            <p:ph type="title"/>
          </p:nvPr>
        </p:nvSpPr>
        <p:spPr/>
        <p:txBody>
          <a:bodyPr/>
          <a:lstStyle/>
          <a:p>
            <a:pPr eaLnBrk="1" hangingPunct="1"/>
            <a:r>
              <a:rPr lang="zh-CN" altLang="en-US" smtClean="0"/>
              <a:t>一个简单的</a:t>
            </a:r>
            <a:r>
              <a:rPr lang="en-US" altLang="zh-CN" smtClean="0"/>
              <a:t>Linux</a:t>
            </a:r>
            <a:r>
              <a:rPr lang="zh-CN" altLang="en-US" smtClean="0"/>
              <a:t>内核模块 </a:t>
            </a:r>
          </a:p>
        </p:txBody>
      </p:sp>
      <p:sp>
        <p:nvSpPr>
          <p:cNvPr id="18436" name="Rectangle 3"/>
          <p:cNvSpPr>
            <a:spLocks noGrp="1"/>
          </p:cNvSpPr>
          <p:nvPr>
            <p:ph type="body" idx="1"/>
          </p:nvPr>
        </p:nvSpPr>
        <p:spPr/>
        <p:txBody>
          <a:bodyPr/>
          <a:lstStyle/>
          <a:p>
            <a:pPr eaLnBrk="1" hangingPunct="1">
              <a:lnSpc>
                <a:spcPct val="80000"/>
              </a:lnSpc>
            </a:pPr>
            <a:r>
              <a:rPr lang="en-US" altLang="zh-CN" sz="1600" dirty="0" smtClean="0"/>
              <a:t>1  #include &lt;</a:t>
            </a:r>
            <a:r>
              <a:rPr lang="en-US" altLang="zh-CN" sz="1600" dirty="0" err="1" smtClean="0"/>
              <a:t>linux</a:t>
            </a:r>
            <a:r>
              <a:rPr lang="en-US" altLang="zh-CN" sz="1600" dirty="0" smtClean="0"/>
              <a:t>/</a:t>
            </a:r>
            <a:r>
              <a:rPr lang="en-US" altLang="zh-CN" sz="1600" dirty="0" err="1" smtClean="0"/>
              <a:t>init.h</a:t>
            </a:r>
            <a:r>
              <a:rPr lang="en-US" altLang="zh-CN" sz="1600" dirty="0" smtClean="0"/>
              <a:t>&gt;</a:t>
            </a:r>
          </a:p>
          <a:p>
            <a:pPr eaLnBrk="1" hangingPunct="1">
              <a:lnSpc>
                <a:spcPct val="80000"/>
              </a:lnSpc>
            </a:pPr>
            <a:r>
              <a:rPr lang="en-US" altLang="zh-CN" sz="1600" dirty="0" smtClean="0"/>
              <a:t>2  #include &lt;</a:t>
            </a:r>
            <a:r>
              <a:rPr lang="en-US" altLang="zh-CN" sz="1600" dirty="0" err="1" smtClean="0"/>
              <a:t>linux</a:t>
            </a:r>
            <a:r>
              <a:rPr lang="en-US" altLang="zh-CN" sz="1600" dirty="0" smtClean="0"/>
              <a:t>/</a:t>
            </a:r>
            <a:r>
              <a:rPr lang="en-US" altLang="zh-CN" sz="1600" dirty="0" err="1" smtClean="0"/>
              <a:t>module.h</a:t>
            </a:r>
            <a:r>
              <a:rPr lang="en-US" altLang="zh-CN" sz="1600" dirty="0" smtClean="0"/>
              <a:t>&gt;</a:t>
            </a:r>
          </a:p>
          <a:p>
            <a:pPr eaLnBrk="1" hangingPunct="1">
              <a:lnSpc>
                <a:spcPct val="80000"/>
              </a:lnSpc>
            </a:pPr>
            <a:r>
              <a:rPr lang="en-US" altLang="zh-CN" sz="1600" dirty="0" smtClean="0"/>
              <a:t>3  MODULE_LICENSE("Dual BSD/GPL");</a:t>
            </a:r>
          </a:p>
          <a:p>
            <a:pPr eaLnBrk="1" hangingPunct="1">
              <a:lnSpc>
                <a:spcPct val="80000"/>
              </a:lnSpc>
            </a:pPr>
            <a:r>
              <a:rPr lang="en-US" altLang="zh-CN" sz="1600" dirty="0" smtClean="0"/>
              <a:t>4  static </a:t>
            </a:r>
            <a:r>
              <a:rPr lang="en-US" altLang="zh-CN" sz="1600" dirty="0" err="1" smtClean="0"/>
              <a:t>int</a:t>
            </a:r>
            <a:r>
              <a:rPr lang="en-US" altLang="zh-CN" sz="1600" dirty="0" smtClean="0"/>
              <a:t> </a:t>
            </a:r>
            <a:r>
              <a:rPr lang="en-US" altLang="zh-CN" sz="1600" dirty="0" err="1" smtClean="0"/>
              <a:t>hello_init</a:t>
            </a:r>
            <a:r>
              <a:rPr lang="en-US" altLang="zh-CN" sz="1600" dirty="0" smtClean="0"/>
              <a:t>(void)</a:t>
            </a:r>
          </a:p>
          <a:p>
            <a:pPr eaLnBrk="1" hangingPunct="1">
              <a:lnSpc>
                <a:spcPct val="80000"/>
              </a:lnSpc>
            </a:pPr>
            <a:r>
              <a:rPr lang="en-US" altLang="zh-CN" sz="1600" dirty="0" smtClean="0"/>
              <a:t>5  {</a:t>
            </a:r>
          </a:p>
          <a:p>
            <a:pPr eaLnBrk="1" hangingPunct="1">
              <a:lnSpc>
                <a:spcPct val="80000"/>
              </a:lnSpc>
            </a:pPr>
            <a:r>
              <a:rPr lang="en-US" altLang="zh-CN" sz="1600" dirty="0" smtClean="0"/>
              <a:t>6       </a:t>
            </a:r>
            <a:r>
              <a:rPr lang="en-US" altLang="zh-CN" sz="1600" dirty="0" err="1" smtClean="0"/>
              <a:t>printk</a:t>
            </a:r>
            <a:r>
              <a:rPr lang="en-US" altLang="zh-CN" sz="1600" dirty="0" smtClean="0"/>
              <a:t>(KERN_ALERT " Hello World enter\n");</a:t>
            </a:r>
          </a:p>
          <a:p>
            <a:pPr eaLnBrk="1" hangingPunct="1">
              <a:lnSpc>
                <a:spcPct val="80000"/>
              </a:lnSpc>
            </a:pPr>
            <a:r>
              <a:rPr lang="en-US" altLang="zh-CN" sz="1600" dirty="0" smtClean="0"/>
              <a:t>7       return 0;</a:t>
            </a:r>
          </a:p>
          <a:p>
            <a:pPr eaLnBrk="1" hangingPunct="1">
              <a:lnSpc>
                <a:spcPct val="80000"/>
              </a:lnSpc>
            </a:pPr>
            <a:r>
              <a:rPr lang="en-US" altLang="zh-CN" sz="1600" dirty="0" smtClean="0"/>
              <a:t>8  }</a:t>
            </a:r>
          </a:p>
          <a:p>
            <a:pPr eaLnBrk="1" hangingPunct="1">
              <a:lnSpc>
                <a:spcPct val="80000"/>
              </a:lnSpc>
            </a:pPr>
            <a:r>
              <a:rPr lang="en-US" altLang="zh-CN" sz="1600" dirty="0" smtClean="0"/>
              <a:t>9  static void </a:t>
            </a:r>
            <a:r>
              <a:rPr lang="en-US" altLang="zh-CN" sz="1600" dirty="0" err="1" smtClean="0"/>
              <a:t>hello_exit</a:t>
            </a:r>
            <a:r>
              <a:rPr lang="en-US" altLang="zh-CN" sz="1600" dirty="0" smtClean="0"/>
              <a:t>(void)</a:t>
            </a:r>
          </a:p>
          <a:p>
            <a:pPr eaLnBrk="1" hangingPunct="1">
              <a:lnSpc>
                <a:spcPct val="80000"/>
              </a:lnSpc>
            </a:pPr>
            <a:r>
              <a:rPr lang="en-US" altLang="zh-CN" sz="1600" dirty="0" smtClean="0"/>
              <a:t>10 {</a:t>
            </a:r>
          </a:p>
          <a:p>
            <a:pPr eaLnBrk="1" hangingPunct="1">
              <a:lnSpc>
                <a:spcPct val="80000"/>
              </a:lnSpc>
            </a:pPr>
            <a:r>
              <a:rPr lang="en-US" altLang="zh-CN" sz="1600" dirty="0" smtClean="0"/>
              <a:t>11     </a:t>
            </a:r>
            <a:r>
              <a:rPr lang="en-US" altLang="zh-CN" sz="1600" dirty="0" err="1" smtClean="0"/>
              <a:t>printk</a:t>
            </a:r>
            <a:r>
              <a:rPr lang="en-US" altLang="zh-CN" sz="1600" dirty="0" smtClean="0"/>
              <a:t>(KERN_ALERT " Hello World exit\n ");</a:t>
            </a:r>
          </a:p>
          <a:p>
            <a:pPr eaLnBrk="1" hangingPunct="1">
              <a:lnSpc>
                <a:spcPct val="80000"/>
              </a:lnSpc>
            </a:pPr>
            <a:r>
              <a:rPr lang="en-US" altLang="zh-CN" sz="1600" dirty="0" smtClean="0"/>
              <a:t>12 }</a:t>
            </a:r>
          </a:p>
          <a:p>
            <a:pPr eaLnBrk="1" hangingPunct="1">
              <a:lnSpc>
                <a:spcPct val="80000"/>
              </a:lnSpc>
            </a:pPr>
            <a:r>
              <a:rPr lang="en-US" altLang="zh-CN" sz="1600" dirty="0" smtClean="0"/>
              <a:t>13 </a:t>
            </a:r>
            <a:r>
              <a:rPr lang="en-US" altLang="zh-CN" sz="1600" dirty="0" err="1" smtClean="0"/>
              <a:t>module_init</a:t>
            </a:r>
            <a:r>
              <a:rPr lang="en-US" altLang="zh-CN" sz="1600" dirty="0" smtClean="0"/>
              <a:t>(</a:t>
            </a:r>
            <a:r>
              <a:rPr lang="en-US" altLang="zh-CN" sz="1600" dirty="0" err="1" smtClean="0"/>
              <a:t>hello_init</a:t>
            </a:r>
            <a:r>
              <a:rPr lang="en-US" altLang="zh-CN" sz="1600" dirty="0" smtClean="0"/>
              <a:t>);</a:t>
            </a:r>
          </a:p>
          <a:p>
            <a:pPr eaLnBrk="1" hangingPunct="1">
              <a:lnSpc>
                <a:spcPct val="80000"/>
              </a:lnSpc>
            </a:pPr>
            <a:r>
              <a:rPr lang="en-US" altLang="zh-CN" sz="1600" dirty="0" smtClean="0"/>
              <a:t>14 </a:t>
            </a:r>
            <a:r>
              <a:rPr lang="en-US" altLang="zh-CN" sz="1600" dirty="0" err="1" smtClean="0"/>
              <a:t>module_exit</a:t>
            </a:r>
            <a:r>
              <a:rPr lang="en-US" altLang="zh-CN" sz="1600" dirty="0" smtClean="0"/>
              <a:t>(</a:t>
            </a:r>
            <a:r>
              <a:rPr lang="en-US" altLang="zh-CN" sz="1600" dirty="0" err="1" smtClean="0"/>
              <a:t>hello_exit</a:t>
            </a:r>
            <a:r>
              <a:rPr lang="en-US" altLang="zh-CN" sz="1600" dirty="0" smtClean="0"/>
              <a:t>);</a:t>
            </a:r>
          </a:p>
          <a:p>
            <a:pPr eaLnBrk="1" hangingPunct="1">
              <a:lnSpc>
                <a:spcPct val="80000"/>
              </a:lnSpc>
            </a:pPr>
            <a:r>
              <a:rPr lang="en-US" altLang="zh-CN" sz="1600" dirty="0" smtClean="0"/>
              <a:t>15 </a:t>
            </a:r>
          </a:p>
          <a:p>
            <a:pPr eaLnBrk="1" hangingPunct="1">
              <a:lnSpc>
                <a:spcPct val="80000"/>
              </a:lnSpc>
            </a:pPr>
            <a:r>
              <a:rPr lang="en-US" altLang="zh-CN" sz="1600" dirty="0" smtClean="0"/>
              <a:t>16 MODULE_AUTHOR("Song </a:t>
            </a:r>
            <a:r>
              <a:rPr lang="en-US" altLang="zh-CN" sz="1600" dirty="0" err="1" smtClean="0"/>
              <a:t>Baohua</a:t>
            </a:r>
            <a:r>
              <a:rPr lang="en-US" altLang="zh-CN" sz="1600" dirty="0" smtClean="0"/>
              <a:t>");</a:t>
            </a:r>
          </a:p>
          <a:p>
            <a:pPr eaLnBrk="1" hangingPunct="1">
              <a:lnSpc>
                <a:spcPct val="80000"/>
              </a:lnSpc>
            </a:pPr>
            <a:r>
              <a:rPr lang="en-US" altLang="zh-CN" sz="1600" dirty="0" smtClean="0"/>
              <a:t>17 MODULE_DESCRIPTION("A simple Hello World Module");</a:t>
            </a:r>
          </a:p>
        </p:txBody>
      </p:sp>
    </p:spTree>
    <p:extLst>
      <p:ext uri="{BB962C8B-B14F-4D97-AF65-F5344CB8AC3E}">
        <p14:creationId xmlns:p14="http://schemas.microsoft.com/office/powerpoint/2010/main" val="24236522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p:cNvSpPr>
          <p:nvPr>
            <p:ph type="title"/>
          </p:nvPr>
        </p:nvSpPr>
        <p:spPr/>
        <p:txBody>
          <a:bodyPr/>
          <a:lstStyle/>
          <a:p>
            <a:pPr eaLnBrk="1" hangingPunct="1"/>
            <a:r>
              <a:rPr lang="en-US" altLang="zh-CN" smtClean="0"/>
              <a:t>Linux</a:t>
            </a:r>
            <a:r>
              <a:rPr lang="zh-CN" altLang="en-US" smtClean="0"/>
              <a:t>内核模块的程序结构 </a:t>
            </a:r>
          </a:p>
        </p:txBody>
      </p:sp>
      <p:sp>
        <p:nvSpPr>
          <p:cNvPr id="19460" name="Rectangle 3"/>
          <p:cNvSpPr>
            <a:spLocks noGrp="1"/>
          </p:cNvSpPr>
          <p:nvPr>
            <p:ph type="body" idx="1"/>
          </p:nvPr>
        </p:nvSpPr>
        <p:spPr/>
        <p:txBody>
          <a:bodyPr/>
          <a:lstStyle/>
          <a:p>
            <a:pPr eaLnBrk="1" hangingPunct="1"/>
            <a:r>
              <a:rPr lang="zh-CN" altLang="en-US" smtClean="0"/>
              <a:t>模块加载函数（必须） </a:t>
            </a:r>
          </a:p>
          <a:p>
            <a:pPr eaLnBrk="1" hangingPunct="1"/>
            <a:r>
              <a:rPr lang="zh-CN" altLang="en-US" smtClean="0"/>
              <a:t>模块卸载函数（必须） </a:t>
            </a:r>
          </a:p>
          <a:p>
            <a:pPr eaLnBrk="1" hangingPunct="1"/>
            <a:r>
              <a:rPr lang="zh-CN" altLang="en-US" smtClean="0"/>
              <a:t>模块许可证声明（必须）	</a:t>
            </a:r>
          </a:p>
          <a:p>
            <a:pPr lvl="1" eaLnBrk="1" hangingPunct="1"/>
            <a:r>
              <a:rPr lang="zh-CN" altLang="en-US" smtClean="0"/>
              <a:t>大多数情况下，内核模块应遵循</a:t>
            </a:r>
            <a:r>
              <a:rPr lang="en-US" altLang="zh-CN" smtClean="0"/>
              <a:t>GPL</a:t>
            </a:r>
            <a:r>
              <a:rPr lang="zh-CN" altLang="en-US" smtClean="0"/>
              <a:t>兼容许可权。</a:t>
            </a:r>
            <a:r>
              <a:rPr lang="en-US" altLang="zh-CN" smtClean="0"/>
              <a:t>Linux 2.6</a:t>
            </a:r>
            <a:r>
              <a:rPr lang="zh-CN" altLang="en-US" smtClean="0"/>
              <a:t>内核模块最常见的是以</a:t>
            </a:r>
            <a:r>
              <a:rPr lang="en-US" altLang="zh-CN" smtClean="0"/>
              <a:t>MODULE_LICENSE( "Dual BSD/GPL" )</a:t>
            </a:r>
            <a:r>
              <a:rPr lang="zh-CN" altLang="en-US" smtClean="0"/>
              <a:t>语句声明模块采用</a:t>
            </a:r>
            <a:r>
              <a:rPr lang="en-US" altLang="zh-CN" smtClean="0"/>
              <a:t>BSD/GPL</a:t>
            </a:r>
            <a:r>
              <a:rPr lang="zh-CN" altLang="en-US" smtClean="0"/>
              <a:t>双</a:t>
            </a:r>
            <a:r>
              <a:rPr lang="en-US" altLang="zh-CN" smtClean="0"/>
              <a:t>LICENSE</a:t>
            </a:r>
            <a:r>
              <a:rPr lang="zh-CN" altLang="en-US" smtClean="0"/>
              <a:t>。 </a:t>
            </a:r>
          </a:p>
          <a:p>
            <a:pPr eaLnBrk="1" hangingPunct="1"/>
            <a:r>
              <a:rPr lang="zh-CN" altLang="en-US" smtClean="0"/>
              <a:t>模块参数（可选）。 </a:t>
            </a:r>
          </a:p>
          <a:p>
            <a:pPr eaLnBrk="1" hangingPunct="1"/>
            <a:r>
              <a:rPr lang="zh-CN" altLang="en-US" smtClean="0"/>
              <a:t>模块导出符号（可选） </a:t>
            </a:r>
          </a:p>
          <a:p>
            <a:pPr eaLnBrk="1" hangingPunct="1"/>
            <a:r>
              <a:rPr lang="zh-CN" altLang="en-US" smtClean="0"/>
              <a:t>模块作者等信息声明（可选） </a:t>
            </a:r>
          </a:p>
          <a:p>
            <a:pPr lvl="1" eaLnBrk="1" hangingPunct="1">
              <a:buFont typeface="Wingdings 3" pitchFamily="18" charset="2"/>
              <a:buNone/>
            </a:pPr>
            <a:endParaRPr lang="en-US" altLang="zh-CN" smtClean="0"/>
          </a:p>
        </p:txBody>
      </p:sp>
    </p:spTree>
    <p:extLst>
      <p:ext uri="{BB962C8B-B14F-4D97-AF65-F5344CB8AC3E}">
        <p14:creationId xmlns:p14="http://schemas.microsoft.com/office/powerpoint/2010/main" val="12126304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p:cNvSpPr>
          <p:nvPr>
            <p:ph type="title"/>
          </p:nvPr>
        </p:nvSpPr>
        <p:spPr/>
        <p:txBody>
          <a:bodyPr/>
          <a:lstStyle/>
          <a:p>
            <a:pPr eaLnBrk="1" hangingPunct="1"/>
            <a:r>
              <a:rPr lang="zh-CN" altLang="en-US" smtClean="0"/>
              <a:t>模块参数 </a:t>
            </a:r>
          </a:p>
        </p:txBody>
      </p:sp>
      <p:sp>
        <p:nvSpPr>
          <p:cNvPr id="20484" name="Rectangle 3"/>
          <p:cNvSpPr>
            <a:spLocks noGrp="1"/>
          </p:cNvSpPr>
          <p:nvPr>
            <p:ph type="body" idx="1"/>
          </p:nvPr>
        </p:nvSpPr>
        <p:spPr/>
        <p:txBody>
          <a:bodyPr/>
          <a:lstStyle/>
          <a:p>
            <a:pPr eaLnBrk="1" hangingPunct="1"/>
            <a:r>
              <a:rPr lang="en-US" altLang="zh-CN" dirty="0" err="1" smtClean="0"/>
              <a:t>module_param</a:t>
            </a:r>
            <a:r>
              <a:rPr lang="en-US" altLang="zh-CN" dirty="0" smtClean="0"/>
              <a:t>(</a:t>
            </a:r>
            <a:r>
              <a:rPr lang="zh-CN" altLang="en-US" dirty="0" smtClean="0"/>
              <a:t>参数名</a:t>
            </a:r>
            <a:r>
              <a:rPr lang="en-US" altLang="zh-CN" dirty="0" smtClean="0"/>
              <a:t>,</a:t>
            </a:r>
            <a:r>
              <a:rPr lang="zh-CN" altLang="en-US" dirty="0" smtClean="0"/>
              <a:t>参数类型</a:t>
            </a:r>
            <a:r>
              <a:rPr lang="en-US" altLang="zh-CN" dirty="0" smtClean="0"/>
              <a:t>,</a:t>
            </a:r>
            <a:r>
              <a:rPr lang="zh-CN" altLang="en-US" dirty="0" smtClean="0"/>
              <a:t>参数读</a:t>
            </a:r>
            <a:r>
              <a:rPr lang="en-US" altLang="zh-CN" dirty="0" smtClean="0"/>
              <a:t>/</a:t>
            </a:r>
            <a:r>
              <a:rPr lang="zh-CN" altLang="en-US" dirty="0" smtClean="0"/>
              <a:t>写权限</a:t>
            </a:r>
            <a:r>
              <a:rPr lang="en-US" altLang="zh-CN" dirty="0" smtClean="0"/>
              <a:t>)</a:t>
            </a:r>
          </a:p>
          <a:p>
            <a:pPr lvl="1" eaLnBrk="1" hangingPunct="1"/>
            <a:r>
              <a:rPr lang="en-US" altLang="en-US" dirty="0" err="1" smtClean="0"/>
              <a:t>module_param</a:t>
            </a:r>
            <a:r>
              <a:rPr lang="en-US" altLang="en-US" dirty="0" smtClean="0"/>
              <a:t> (</a:t>
            </a:r>
            <a:r>
              <a:rPr lang="en-US" altLang="en-US" dirty="0" err="1" smtClean="0"/>
              <a:t>myshort</a:t>
            </a:r>
            <a:r>
              <a:rPr lang="en-US" altLang="en-US" dirty="0" smtClean="0"/>
              <a:t>, short, 0000);</a:t>
            </a:r>
            <a:endParaRPr lang="en-US" altLang="zh-CN" dirty="0" smtClean="0"/>
          </a:p>
          <a:p>
            <a:pPr lvl="1" eaLnBrk="1" hangingPunct="1"/>
            <a:r>
              <a:rPr lang="en-US" altLang="en-US" dirty="0" smtClean="0"/>
              <a:t>MODULE_PARM_DESC (</a:t>
            </a:r>
            <a:r>
              <a:rPr lang="en-US" altLang="en-US" dirty="0" err="1" smtClean="0"/>
              <a:t>myshort</a:t>
            </a:r>
            <a:r>
              <a:rPr lang="en-US" altLang="en-US" dirty="0" smtClean="0"/>
              <a:t>, "A short integer");</a:t>
            </a:r>
            <a:endParaRPr lang="en-US" altLang="zh-CN" dirty="0" smtClean="0"/>
          </a:p>
          <a:p>
            <a:pPr lvl="1" eaLnBrk="1" hangingPunct="1"/>
            <a:r>
              <a:rPr lang="en-US" altLang="en-US" dirty="0" err="1" smtClean="0"/>
              <a:t>module_param</a:t>
            </a:r>
            <a:r>
              <a:rPr lang="en-US" altLang="en-US" dirty="0" smtClean="0"/>
              <a:t> (</a:t>
            </a:r>
            <a:r>
              <a:rPr lang="en-US" altLang="en-US" dirty="0" err="1" smtClean="0"/>
              <a:t>myint</a:t>
            </a:r>
            <a:r>
              <a:rPr lang="en-US" altLang="en-US" dirty="0" smtClean="0"/>
              <a:t>, </a:t>
            </a:r>
            <a:r>
              <a:rPr lang="en-US" altLang="en-US" dirty="0" err="1" smtClean="0"/>
              <a:t>int</a:t>
            </a:r>
            <a:r>
              <a:rPr lang="en-US" altLang="en-US" dirty="0" smtClean="0"/>
              <a:t>, 0000); </a:t>
            </a:r>
          </a:p>
          <a:p>
            <a:pPr lvl="1" eaLnBrk="1" hangingPunct="1"/>
            <a:r>
              <a:rPr lang="en-US" altLang="en-US" dirty="0" smtClean="0"/>
              <a:t>MODULE_PARM_DESC (</a:t>
            </a:r>
            <a:r>
              <a:rPr lang="en-US" altLang="en-US" dirty="0" err="1" smtClean="0"/>
              <a:t>myint</a:t>
            </a:r>
            <a:r>
              <a:rPr lang="en-US" altLang="en-US" dirty="0" smtClean="0"/>
              <a:t>, "An integer");</a:t>
            </a:r>
          </a:p>
          <a:p>
            <a:pPr lvl="1" eaLnBrk="1" hangingPunct="1"/>
            <a:endParaRPr lang="en-US" altLang="zh-CN" dirty="0" smtClean="0"/>
          </a:p>
          <a:p>
            <a:pPr eaLnBrk="1" hangingPunct="1"/>
            <a:r>
              <a:rPr lang="en-US" altLang="zh-CN" dirty="0" smtClean="0"/>
              <a:t> # </a:t>
            </a:r>
            <a:r>
              <a:rPr lang="en-US" altLang="zh-CN" dirty="0" err="1" smtClean="0"/>
              <a:t>insmod</a:t>
            </a:r>
            <a:r>
              <a:rPr lang="en-US" altLang="zh-CN" dirty="0" smtClean="0"/>
              <a:t> </a:t>
            </a:r>
            <a:r>
              <a:rPr lang="en-US" altLang="zh-CN" dirty="0" err="1" smtClean="0"/>
              <a:t>hello.ko</a:t>
            </a:r>
            <a:r>
              <a:rPr lang="en-US" altLang="zh-CN" dirty="0" smtClean="0"/>
              <a:t> </a:t>
            </a:r>
            <a:r>
              <a:rPr lang="en-US" altLang="zh-CN" dirty="0" err="1" smtClean="0"/>
              <a:t>myshort</a:t>
            </a:r>
            <a:r>
              <a:rPr lang="en-US" altLang="zh-CN" dirty="0" smtClean="0"/>
              <a:t>=55 </a:t>
            </a:r>
            <a:r>
              <a:rPr lang="en-US" altLang="zh-CN" dirty="0" err="1" smtClean="0"/>
              <a:t>myint</a:t>
            </a:r>
            <a:r>
              <a:rPr lang="en-US" altLang="zh-CN" dirty="0" smtClean="0"/>
              <a:t>=456</a:t>
            </a:r>
          </a:p>
          <a:p>
            <a:pPr eaLnBrk="1" hangingPunct="1"/>
            <a:endParaRPr lang="en-US" altLang="zh-CN" dirty="0" smtClean="0"/>
          </a:p>
          <a:p>
            <a:pPr eaLnBrk="1" hangingPunct="1"/>
            <a:endParaRPr lang="en-US" altLang="zh-CN" dirty="0" smtClean="0"/>
          </a:p>
          <a:p>
            <a:pPr lvl="1" eaLnBrk="1" hangingPunct="1"/>
            <a:endParaRPr lang="en-US" altLang="zh-CN" dirty="0" smtClean="0"/>
          </a:p>
          <a:p>
            <a:pPr lvl="1" eaLnBrk="1" hangingPunct="1"/>
            <a:endParaRPr lang="en-US" altLang="zh-CN" dirty="0" smtClean="0"/>
          </a:p>
        </p:txBody>
      </p:sp>
    </p:spTree>
    <p:extLst>
      <p:ext uri="{BB962C8B-B14F-4D97-AF65-F5344CB8AC3E}">
        <p14:creationId xmlns:p14="http://schemas.microsoft.com/office/powerpoint/2010/main" val="7441300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p:cNvSpPr>
          <p:nvPr>
            <p:ph type="title"/>
          </p:nvPr>
        </p:nvSpPr>
        <p:spPr/>
        <p:txBody>
          <a:bodyPr/>
          <a:lstStyle/>
          <a:p>
            <a:pPr eaLnBrk="1" hangingPunct="1"/>
            <a:r>
              <a:rPr lang="zh-CN" altLang="en-US" smtClean="0"/>
              <a:t>导出符号 </a:t>
            </a:r>
          </a:p>
        </p:txBody>
      </p:sp>
      <p:sp>
        <p:nvSpPr>
          <p:cNvPr id="21508" name="Rectangle 3"/>
          <p:cNvSpPr>
            <a:spLocks noGrp="1"/>
          </p:cNvSpPr>
          <p:nvPr>
            <p:ph type="body" idx="1"/>
          </p:nvPr>
        </p:nvSpPr>
        <p:spPr/>
        <p:txBody>
          <a:bodyPr/>
          <a:lstStyle/>
          <a:p>
            <a:pPr eaLnBrk="1" hangingPunct="1"/>
            <a:r>
              <a:rPr lang="en-US" altLang="zh-CN" dirty="0" smtClean="0"/>
              <a:t>Linux 2.6</a:t>
            </a:r>
            <a:r>
              <a:rPr lang="zh-CN" altLang="en-US" dirty="0" smtClean="0"/>
              <a:t>的</a:t>
            </a:r>
            <a:r>
              <a:rPr lang="zh-CN" altLang="en-US" dirty="0" smtClean="0">
                <a:latin typeface="Arial" charset="0"/>
              </a:rPr>
              <a:t>“</a:t>
            </a:r>
            <a:r>
              <a:rPr lang="en-US" altLang="zh-CN" dirty="0" smtClean="0"/>
              <a:t>/proc/</a:t>
            </a:r>
            <a:r>
              <a:rPr lang="en-US" altLang="zh-CN" dirty="0" err="1" smtClean="0"/>
              <a:t>kallsyms</a:t>
            </a:r>
            <a:r>
              <a:rPr lang="en-US" altLang="zh-CN" dirty="0" smtClean="0">
                <a:latin typeface="Arial" charset="0"/>
              </a:rPr>
              <a:t>”</a:t>
            </a:r>
            <a:r>
              <a:rPr lang="zh-CN" altLang="en-US" dirty="0" smtClean="0"/>
              <a:t>文件对应着内核符号表，它记录了符号以及符号所在的内存地址。</a:t>
            </a:r>
            <a:endParaRPr lang="en-US" altLang="zh-CN" dirty="0" smtClean="0"/>
          </a:p>
          <a:p>
            <a:pPr eaLnBrk="1" hangingPunct="1"/>
            <a:endParaRPr lang="zh-CN" altLang="en-US" dirty="0" smtClean="0"/>
          </a:p>
          <a:p>
            <a:pPr eaLnBrk="1" hangingPunct="1"/>
            <a:r>
              <a:rPr lang="zh-CN" altLang="en-US" dirty="0" smtClean="0"/>
              <a:t>模块可以使用如下宏导出符号到内核符号表：</a:t>
            </a:r>
          </a:p>
          <a:p>
            <a:pPr eaLnBrk="1" hangingPunct="1"/>
            <a:r>
              <a:rPr lang="en-US" altLang="zh-CN" dirty="0" smtClean="0"/>
              <a:t>EXPORT_SYMBOL(</a:t>
            </a:r>
            <a:r>
              <a:rPr lang="zh-CN" altLang="en-US" dirty="0" smtClean="0"/>
              <a:t>符号名</a:t>
            </a:r>
            <a:r>
              <a:rPr lang="en-US" altLang="zh-CN" dirty="0" smtClean="0"/>
              <a:t>);</a:t>
            </a:r>
          </a:p>
          <a:p>
            <a:pPr eaLnBrk="1" hangingPunct="1"/>
            <a:r>
              <a:rPr lang="en-US" altLang="zh-CN" dirty="0" smtClean="0"/>
              <a:t>EXPORT_SYMBOL_GPL(</a:t>
            </a:r>
            <a:r>
              <a:rPr lang="zh-CN" altLang="en-US" dirty="0" smtClean="0"/>
              <a:t>符号名</a:t>
            </a:r>
            <a:r>
              <a:rPr lang="en-US" altLang="zh-CN" dirty="0" smtClean="0"/>
              <a:t>);</a:t>
            </a:r>
          </a:p>
        </p:txBody>
      </p:sp>
    </p:spTree>
    <p:extLst>
      <p:ext uri="{BB962C8B-B14F-4D97-AF65-F5344CB8AC3E}">
        <p14:creationId xmlns:p14="http://schemas.microsoft.com/office/powerpoint/2010/main" val="35174471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p:cNvSpPr>
          <p:nvPr>
            <p:ph type="title"/>
          </p:nvPr>
        </p:nvSpPr>
        <p:spPr/>
        <p:txBody>
          <a:bodyPr/>
          <a:lstStyle/>
          <a:p>
            <a:pPr eaLnBrk="1" hangingPunct="1"/>
            <a:r>
              <a:rPr lang="zh-CN" altLang="en-US" dirty="0" smtClean="0"/>
              <a:t>模块的编译和装载</a:t>
            </a:r>
          </a:p>
        </p:txBody>
      </p:sp>
      <p:sp>
        <p:nvSpPr>
          <p:cNvPr id="27652" name="Rectangle 3"/>
          <p:cNvSpPr>
            <a:spLocks noGrp="1"/>
          </p:cNvSpPr>
          <p:nvPr>
            <p:ph type="body" idx="1"/>
          </p:nvPr>
        </p:nvSpPr>
        <p:spPr/>
        <p:txBody>
          <a:bodyPr/>
          <a:lstStyle/>
          <a:p>
            <a:pPr eaLnBrk="1" hangingPunct="1"/>
            <a:r>
              <a:rPr lang="zh-CN" altLang="en-US" dirty="0" smtClean="0"/>
              <a:t>编译模块都需要什么</a:t>
            </a:r>
            <a:endParaRPr lang="en-US" altLang="zh-CN" dirty="0" smtClean="0"/>
          </a:p>
          <a:p>
            <a:pPr eaLnBrk="1" hangingPunct="1"/>
            <a:endParaRPr lang="zh-CN" altLang="en-US" dirty="0" smtClean="0"/>
          </a:p>
          <a:p>
            <a:pPr eaLnBrk="1" hangingPunct="1"/>
            <a:r>
              <a:rPr lang="zh-CN" altLang="en-US" dirty="0" smtClean="0"/>
              <a:t>模块工具</a:t>
            </a:r>
            <a:r>
              <a:rPr lang="en-US" altLang="zh-CN" dirty="0" err="1" smtClean="0"/>
              <a:t>insmod,rmmod,lsmod,modprobe,modinfo</a:t>
            </a:r>
            <a:endParaRPr lang="en-US" altLang="zh-CN" dirty="0" smtClean="0"/>
          </a:p>
        </p:txBody>
      </p:sp>
    </p:spTree>
    <p:extLst>
      <p:ext uri="{BB962C8B-B14F-4D97-AF65-F5344CB8AC3E}">
        <p14:creationId xmlns:p14="http://schemas.microsoft.com/office/powerpoint/2010/main" val="15011512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371600" y="4286256"/>
            <a:ext cx="6400800" cy="1352544"/>
          </a:xfrm>
        </p:spPr>
        <p:txBody>
          <a:bodyPr/>
          <a:lstStyle/>
          <a:p>
            <a:r>
              <a:rPr lang="en-US" altLang="zh-CN" sz="4000" kern="1200" dirty="0" smtClean="0">
                <a:solidFill>
                  <a:schemeClr val="tx1"/>
                </a:solidFill>
                <a:effectLst>
                  <a:outerShdw blurRad="38100" dist="38100" dir="2700000" algn="tl">
                    <a:srgbClr val="C0C0C0"/>
                  </a:outerShdw>
                </a:effectLst>
                <a:latin typeface="微软雅黑" pitchFamily="34" charset="-122"/>
                <a:ea typeface="宋体" pitchFamily="2" charset="-122"/>
              </a:rPr>
              <a:t>Linux</a:t>
            </a:r>
            <a:r>
              <a:rPr lang="zh-CN" altLang="en-US" sz="4000" kern="1200" dirty="0" smtClean="0">
                <a:solidFill>
                  <a:schemeClr val="tx1"/>
                </a:solidFill>
                <a:effectLst>
                  <a:outerShdw blurRad="38100" dist="38100" dir="2700000" algn="tl">
                    <a:srgbClr val="C0C0C0"/>
                  </a:outerShdw>
                </a:effectLst>
                <a:latin typeface="微软雅黑" pitchFamily="34" charset="-122"/>
                <a:ea typeface="宋体" pitchFamily="2" charset="-122"/>
              </a:rPr>
              <a:t>字符设备驱动结构</a:t>
            </a:r>
            <a:endParaRPr lang="zh-CN" altLang="en-US" sz="4000" kern="1200" dirty="0">
              <a:solidFill>
                <a:schemeClr val="tx1"/>
              </a:solidFill>
              <a:effectLst>
                <a:outerShdw blurRad="38100" dist="38100" dir="2700000" algn="tl">
                  <a:srgbClr val="C0C0C0"/>
                </a:outerShdw>
              </a:effectLst>
              <a:latin typeface="微软雅黑" pitchFamily="34" charset="-122"/>
              <a:ea typeface="宋体" pitchFamily="2" charset="-122"/>
            </a:endParaRPr>
          </a:p>
        </p:txBody>
      </p:sp>
      <p:sp>
        <p:nvSpPr>
          <p:cNvPr id="4" name="日期占位符 3"/>
          <p:cNvSpPr>
            <a:spLocks noGrp="1"/>
          </p:cNvSpPr>
          <p:nvPr>
            <p:ph type="dt" idx="4294967295"/>
          </p:nvPr>
        </p:nvSpPr>
        <p:spPr>
          <a:xfrm>
            <a:off x="7000892" y="5214950"/>
            <a:ext cx="1211263" cy="468313"/>
          </a:xfrm>
          <a:prstGeom prst="rect">
            <a:avLst/>
          </a:prstGeom>
        </p:spPr>
        <p:txBody>
          <a:bodyPr/>
          <a:lstStyle/>
          <a:p>
            <a:pPr>
              <a:defRPr/>
            </a:pPr>
            <a:r>
              <a:rPr lang="en-US" dirty="0" smtClean="0"/>
              <a:t>2010-12</a:t>
            </a:r>
            <a:endParaRPr lang="en-US" dirty="0"/>
          </a:p>
        </p:txBody>
      </p:sp>
    </p:spTree>
    <p:extLst>
      <p:ext uri="{BB962C8B-B14F-4D97-AF65-F5344CB8AC3E}">
        <p14:creationId xmlns:p14="http://schemas.microsoft.com/office/powerpoint/2010/main" val="4503212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设备驱动介绍</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smtClean="0"/>
              <a:t>设备驱动可以分为下面三类</a:t>
            </a:r>
            <a:endParaRPr lang="en-US" altLang="zh-CN" dirty="0" smtClean="0"/>
          </a:p>
          <a:p>
            <a:pPr lvl="1">
              <a:lnSpc>
                <a:spcPct val="150000"/>
              </a:lnSpc>
            </a:pPr>
            <a:r>
              <a:rPr lang="zh-CN" altLang="en-US" dirty="0" smtClean="0"/>
              <a:t>字符设备驱动</a:t>
            </a:r>
            <a:endParaRPr lang="en-US" altLang="zh-CN" dirty="0" smtClean="0"/>
          </a:p>
          <a:p>
            <a:pPr lvl="1">
              <a:lnSpc>
                <a:spcPct val="150000"/>
              </a:lnSpc>
            </a:pPr>
            <a:r>
              <a:rPr lang="zh-CN" altLang="en-US" dirty="0" smtClean="0"/>
              <a:t>块设备驱动</a:t>
            </a:r>
            <a:endParaRPr lang="en-US" altLang="zh-CN" dirty="0" smtClean="0"/>
          </a:p>
          <a:p>
            <a:pPr lvl="1">
              <a:lnSpc>
                <a:spcPct val="150000"/>
              </a:lnSpc>
            </a:pPr>
            <a:r>
              <a:rPr lang="zh-CN" altLang="en-US" dirty="0" smtClean="0"/>
              <a:t>网络设备驱动</a:t>
            </a:r>
            <a:endParaRPr lang="zh-CN" altLang="en-US" dirty="0"/>
          </a:p>
        </p:txBody>
      </p:sp>
      <p:sp>
        <p:nvSpPr>
          <p:cNvPr id="4" name="页脚占位符 3"/>
          <p:cNvSpPr>
            <a:spLocks noGrp="1"/>
          </p:cNvSpPr>
          <p:nvPr>
            <p:ph type="ftr" idx="10"/>
          </p:nvPr>
        </p:nvSpPr>
        <p:spPr/>
        <p:txBody>
          <a:bodyPr/>
          <a:lstStyle/>
          <a:p>
            <a:pPr>
              <a:defRPr/>
            </a:pPr>
            <a:endParaRPr lang="en-US" dirty="0"/>
          </a:p>
        </p:txBody>
      </p:sp>
    </p:spTree>
    <p:extLst>
      <p:ext uri="{BB962C8B-B14F-4D97-AF65-F5344CB8AC3E}">
        <p14:creationId xmlns:p14="http://schemas.microsoft.com/office/powerpoint/2010/main" val="37115253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设备驱动在内核中的结构</a:t>
            </a:r>
            <a:endParaRPr lang="zh-CN" altLang="en-US" dirty="0"/>
          </a:p>
        </p:txBody>
      </p:sp>
      <p:sp>
        <p:nvSpPr>
          <p:cNvPr id="3" name="内容占位符 2"/>
          <p:cNvSpPr>
            <a:spLocks noGrp="1"/>
          </p:cNvSpPr>
          <p:nvPr>
            <p:ph idx="1"/>
          </p:nvPr>
        </p:nvSpPr>
        <p:spPr/>
        <p:txBody>
          <a:bodyPr/>
          <a:lstStyle/>
          <a:p>
            <a:r>
              <a:rPr lang="en-US" altLang="zh-CN" dirty="0" smtClean="0"/>
              <a:t> </a:t>
            </a:r>
            <a:endParaRPr lang="zh-CN" altLang="en-US" dirty="0"/>
          </a:p>
        </p:txBody>
      </p:sp>
      <p:sp>
        <p:nvSpPr>
          <p:cNvPr id="4" name="页脚占位符 3"/>
          <p:cNvSpPr>
            <a:spLocks noGrp="1"/>
          </p:cNvSpPr>
          <p:nvPr>
            <p:ph type="ftr" idx="10"/>
          </p:nvPr>
        </p:nvSpPr>
        <p:spPr/>
        <p:txBody>
          <a:bodyPr/>
          <a:lstStyle/>
          <a:p>
            <a:pPr>
              <a:defRPr/>
            </a:pPr>
            <a:endParaRPr lang="en-US" dirty="0"/>
          </a:p>
        </p:txBody>
      </p:sp>
      <p:pic>
        <p:nvPicPr>
          <p:cNvPr id="6" name="Picture 4"/>
          <p:cNvPicPr>
            <a:picLocks noChangeAspect="1" noChangeArrowheads="1"/>
          </p:cNvPicPr>
          <p:nvPr/>
        </p:nvPicPr>
        <p:blipFill>
          <a:blip r:embed="rId2" cstate="print"/>
          <a:srcRect/>
          <a:stretch>
            <a:fillRect/>
          </a:stretch>
        </p:blipFill>
        <p:spPr bwMode="auto">
          <a:xfrm>
            <a:off x="714347" y="1706352"/>
            <a:ext cx="7097741" cy="4246773"/>
          </a:xfrm>
          <a:prstGeom prst="rect">
            <a:avLst/>
          </a:prstGeom>
          <a:noFill/>
          <a:ln w="9525">
            <a:noFill/>
            <a:miter lim="800000"/>
            <a:headEnd/>
            <a:tailEnd/>
          </a:ln>
        </p:spPr>
      </p:pic>
    </p:spTree>
    <p:extLst>
      <p:ext uri="{BB962C8B-B14F-4D97-AF65-F5344CB8AC3E}">
        <p14:creationId xmlns:p14="http://schemas.microsoft.com/office/powerpoint/2010/main" val="42544750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设备驱动在内核中的结构</a:t>
            </a:r>
            <a:r>
              <a:rPr lang="en-US" altLang="zh-CN" dirty="0" smtClean="0"/>
              <a:t>(cont.)</a:t>
            </a:r>
            <a:endParaRPr lang="zh-CN" altLang="en-US" dirty="0"/>
          </a:p>
        </p:txBody>
      </p:sp>
      <p:sp>
        <p:nvSpPr>
          <p:cNvPr id="3" name="内容占位符 2"/>
          <p:cNvSpPr>
            <a:spLocks noGrp="1"/>
          </p:cNvSpPr>
          <p:nvPr>
            <p:ph idx="1"/>
          </p:nvPr>
        </p:nvSpPr>
        <p:spPr/>
        <p:txBody>
          <a:bodyPr/>
          <a:lstStyle/>
          <a:p>
            <a:r>
              <a:rPr lang="en-US" altLang="zh-CN" dirty="0" smtClean="0"/>
              <a:t> </a:t>
            </a:r>
            <a:endParaRPr lang="zh-CN" altLang="en-US" dirty="0"/>
          </a:p>
        </p:txBody>
      </p:sp>
      <p:sp>
        <p:nvSpPr>
          <p:cNvPr id="4" name="页脚占位符 3"/>
          <p:cNvSpPr>
            <a:spLocks noGrp="1"/>
          </p:cNvSpPr>
          <p:nvPr>
            <p:ph type="ftr" idx="10"/>
          </p:nvPr>
        </p:nvSpPr>
        <p:spPr/>
        <p:txBody>
          <a:bodyPr/>
          <a:lstStyle/>
          <a:p>
            <a:pPr>
              <a:defRPr/>
            </a:pPr>
            <a:endParaRPr lang="en-US" dirty="0"/>
          </a:p>
        </p:txBody>
      </p:sp>
      <p:sp>
        <p:nvSpPr>
          <p:cNvPr id="1781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solidFill>
                <a:srgbClr val="FFFFFF"/>
              </a:solidFill>
            </a:endParaRPr>
          </a:p>
        </p:txBody>
      </p:sp>
      <p:graphicFrame>
        <p:nvGraphicFramePr>
          <p:cNvPr id="178177" name="Object 1"/>
          <p:cNvGraphicFramePr>
            <a:graphicFrameLocks noChangeAspect="1"/>
          </p:cNvGraphicFramePr>
          <p:nvPr/>
        </p:nvGraphicFramePr>
        <p:xfrm>
          <a:off x="1857356" y="1500174"/>
          <a:ext cx="5072098" cy="4831714"/>
        </p:xfrm>
        <a:graphic>
          <a:graphicData uri="http://schemas.openxmlformats.org/presentationml/2006/ole">
            <mc:AlternateContent xmlns:mc="http://schemas.openxmlformats.org/markup-compatibility/2006">
              <mc:Choice xmlns:v="urn:schemas-microsoft-com:vml" Requires="v">
                <p:oleObj spid="_x0000_s643148" name="Visio" r:id="rId3" imgW="3845433" imgH="3670554" progId="">
                  <p:embed/>
                </p:oleObj>
              </mc:Choice>
              <mc:Fallback>
                <p:oleObj name="Visio" r:id="rId3" imgW="3845433" imgH="3670554" progId="">
                  <p:embed/>
                  <p:pic>
                    <p:nvPicPr>
                      <p:cNvPr id="0" name="Picture 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56" y="1500174"/>
                        <a:ext cx="5072098" cy="48317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919078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2"/>
          <p:cNvSpPr>
            <a:spLocks noGrp="1"/>
          </p:cNvSpPr>
          <p:nvPr>
            <p:ph type="ftr" sz="quarter" idx="11"/>
          </p:nvPr>
        </p:nvSpPr>
        <p:spPr bwMode="auto">
          <a:noFill/>
          <a:ln>
            <a:miter lim="800000"/>
            <a:headEnd/>
            <a:tailEnd/>
          </a:ln>
        </p:spPr>
        <p:txBody>
          <a:bodyPr/>
          <a:lstStyle/>
          <a:p>
            <a:endParaRPr lang="en-US" altLang="zh-CN" dirty="0" smtClean="0"/>
          </a:p>
        </p:txBody>
      </p:sp>
      <p:sp>
        <p:nvSpPr>
          <p:cNvPr id="345090" name="Rectangle 2"/>
          <p:cNvSpPr>
            <a:spLocks noGrp="1" noChangeArrowheads="1"/>
          </p:cNvSpPr>
          <p:nvPr>
            <p:ph type="title" idx="4294967295"/>
          </p:nvPr>
        </p:nvSpPr>
        <p:spPr>
          <a:xfrm>
            <a:off x="457200" y="357165"/>
            <a:ext cx="8221663" cy="776309"/>
          </a:xfrm>
        </p:spPr>
        <p:txBody>
          <a:bodyPr lIns="92075" tIns="46038" rIns="92075" bIns="46038" anchor="ctr"/>
          <a:lstStyle/>
          <a:p>
            <a:pPr eaLnBrk="1" hangingPunct="1">
              <a:defRPr/>
            </a:pPr>
            <a:r>
              <a:rPr lang="en-US" altLang="zh-CN" dirty="0" smtClean="0"/>
              <a:t>Linux</a:t>
            </a:r>
            <a:r>
              <a:rPr lang="zh-CN" altLang="en-US" dirty="0" smtClean="0"/>
              <a:t>字符设备驱动基础</a:t>
            </a:r>
          </a:p>
        </p:txBody>
      </p:sp>
      <p:sp>
        <p:nvSpPr>
          <p:cNvPr id="29700" name="Rectangle 3"/>
          <p:cNvSpPr>
            <a:spLocks noGrp="1" noChangeArrowheads="1"/>
          </p:cNvSpPr>
          <p:nvPr>
            <p:ph type="body" idx="4294967295"/>
          </p:nvPr>
        </p:nvSpPr>
        <p:spPr>
          <a:xfrm>
            <a:off x="685800" y="1219200"/>
            <a:ext cx="7273925" cy="5181600"/>
          </a:xfrm>
        </p:spPr>
        <p:txBody>
          <a:bodyPr lIns="92075" tIns="46038" rIns="92075" bIns="46038"/>
          <a:lstStyle/>
          <a:p>
            <a:pPr eaLnBrk="1" hangingPunct="1"/>
            <a:r>
              <a:rPr lang="zh-CN" altLang="en-US" dirty="0" smtClean="0"/>
              <a:t>驱动注册与初始化</a:t>
            </a:r>
          </a:p>
          <a:p>
            <a:pPr lvl="1" eaLnBrk="1" hangingPunct="1"/>
            <a:r>
              <a:rPr lang="zh-CN" altLang="en-US" dirty="0" smtClean="0"/>
              <a:t>主设备号和次设备号</a:t>
            </a:r>
          </a:p>
          <a:p>
            <a:pPr lvl="1" eaLnBrk="1" hangingPunct="1"/>
            <a:r>
              <a:rPr lang="zh-CN" altLang="en-US" dirty="0" smtClean="0"/>
              <a:t>设备名</a:t>
            </a:r>
            <a:endParaRPr lang="en-US" altLang="zh-CN" dirty="0" smtClean="0"/>
          </a:p>
          <a:p>
            <a:pPr lvl="1" eaLnBrk="1" hangingPunct="1"/>
            <a:endParaRPr lang="zh-CN" altLang="en-US" dirty="0" smtClean="0"/>
          </a:p>
          <a:p>
            <a:pPr eaLnBrk="1" hangingPunct="1"/>
            <a:r>
              <a:rPr lang="zh-CN" altLang="en-US" dirty="0" smtClean="0"/>
              <a:t>设备操作集合</a:t>
            </a:r>
            <a:r>
              <a:rPr lang="en-US" altLang="zh-CN" dirty="0" err="1" smtClean="0"/>
              <a:t>struct</a:t>
            </a:r>
            <a:r>
              <a:rPr lang="en-US" altLang="zh-CN" dirty="0" smtClean="0"/>
              <a:t>  </a:t>
            </a:r>
            <a:r>
              <a:rPr lang="en-US" altLang="zh-CN" dirty="0" err="1" smtClean="0"/>
              <a:t>file_operations</a:t>
            </a:r>
            <a:endParaRPr lang="zh-CN" altLang="en-US" dirty="0" smtClean="0"/>
          </a:p>
          <a:p>
            <a:pPr lvl="1" eaLnBrk="1" hangingPunct="1"/>
            <a:r>
              <a:rPr lang="zh-CN" altLang="en-US" dirty="0" smtClean="0"/>
              <a:t>对设备的具体操作</a:t>
            </a:r>
          </a:p>
          <a:p>
            <a:pPr eaLnBrk="1" hangingPunct="1">
              <a:buNone/>
            </a:pPr>
            <a:endParaRPr lang="en-US" altLang="zh-CN" dirty="0" smtClean="0"/>
          </a:p>
          <a:p>
            <a:pPr eaLnBrk="1" hangingPunct="1"/>
            <a:r>
              <a:rPr lang="zh-CN" altLang="en-US" dirty="0" smtClean="0"/>
              <a:t>注册字符设备</a:t>
            </a:r>
          </a:p>
          <a:p>
            <a:pPr lvl="1" eaLnBrk="1" hangingPunct="1"/>
            <a:r>
              <a:rPr lang="zh-CN" altLang="en-US" dirty="0" smtClean="0"/>
              <a:t>关联设备号和设备操作集合</a:t>
            </a:r>
          </a:p>
          <a:p>
            <a:pPr eaLnBrk="1" hangingPunct="1">
              <a:buNone/>
            </a:pPr>
            <a:endParaRPr lang="en-US" altLang="zh-CN" dirty="0" smtClean="0"/>
          </a:p>
        </p:txBody>
      </p:sp>
    </p:spTree>
    <p:extLst>
      <p:ext uri="{BB962C8B-B14F-4D97-AF65-F5344CB8AC3E}">
        <p14:creationId xmlns:p14="http://schemas.microsoft.com/office/powerpoint/2010/main" val="11095387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idx="4294967295"/>
          </p:nvPr>
        </p:nvSpPr>
        <p:spPr>
          <a:xfrm>
            <a:off x="457200" y="357165"/>
            <a:ext cx="8221663" cy="776309"/>
          </a:xfrm>
        </p:spPr>
        <p:txBody>
          <a:bodyPr lIns="92075" tIns="46038" rIns="92075" bIns="46038" anchor="ctr"/>
          <a:lstStyle/>
          <a:p>
            <a:pPr eaLnBrk="1" hangingPunct="1">
              <a:defRPr/>
            </a:pPr>
            <a:r>
              <a:rPr lang="zh-CN" altLang="en-US" dirty="0" smtClean="0"/>
              <a:t>设备名与主次设备号</a:t>
            </a:r>
          </a:p>
        </p:txBody>
      </p:sp>
      <p:sp>
        <p:nvSpPr>
          <p:cNvPr id="30724" name="Rectangle 3"/>
          <p:cNvSpPr>
            <a:spLocks noGrp="1" noChangeArrowheads="1"/>
          </p:cNvSpPr>
          <p:nvPr>
            <p:ph type="body" idx="4294967295"/>
          </p:nvPr>
        </p:nvSpPr>
        <p:spPr/>
        <p:txBody>
          <a:bodyPr lIns="92075" tIns="46038" rIns="92075" bIns="46038"/>
          <a:lstStyle/>
          <a:p>
            <a:pPr eaLnBrk="1" hangingPunct="1"/>
            <a:r>
              <a:rPr lang="zh-CN" altLang="en-US" sz="2400" dirty="0" smtClean="0"/>
              <a:t>设备号</a:t>
            </a:r>
          </a:p>
          <a:p>
            <a:pPr lvl="1" eaLnBrk="1" hangingPunct="1"/>
            <a:r>
              <a:rPr lang="zh-CN" altLang="en-US" sz="2000" dirty="0" smtClean="0"/>
              <a:t>包括主次设备号</a:t>
            </a:r>
            <a:endParaRPr lang="en-US" altLang="zh-CN" sz="2000" dirty="0" smtClean="0"/>
          </a:p>
          <a:p>
            <a:pPr lvl="1" eaLnBrk="1" hangingPunct="1"/>
            <a:r>
              <a:rPr lang="zh-CN" altLang="en-US" sz="2000" dirty="0" smtClean="0"/>
              <a:t>主设备号区分设备类型</a:t>
            </a:r>
          </a:p>
          <a:p>
            <a:pPr lvl="1" eaLnBrk="1" hangingPunct="1"/>
            <a:r>
              <a:rPr lang="zh-CN" altLang="en-US" sz="2000" dirty="0" smtClean="0"/>
              <a:t>次设备号区分同一个类型的多个设备</a:t>
            </a:r>
          </a:p>
          <a:p>
            <a:pPr lvl="1" eaLnBrk="1" hangingPunct="1"/>
            <a:r>
              <a:rPr lang="zh-CN" altLang="en-US" sz="2000" dirty="0" smtClean="0"/>
              <a:t>常见于多个串口，硬盘分区等</a:t>
            </a:r>
            <a:endParaRPr lang="en-US" altLang="zh-CN" sz="2000" dirty="0" smtClean="0"/>
          </a:p>
          <a:p>
            <a:pPr lvl="1" eaLnBrk="1" hangingPunct="1"/>
            <a:endParaRPr lang="zh-CN" altLang="en-US" sz="2000" dirty="0" smtClean="0"/>
          </a:p>
          <a:p>
            <a:pPr eaLnBrk="1" hangingPunct="1"/>
            <a:r>
              <a:rPr lang="en-US" altLang="zh-CN" sz="2400" dirty="0" err="1" smtClean="0"/>
              <a:t>mknod</a:t>
            </a:r>
            <a:r>
              <a:rPr lang="en-US" altLang="zh-CN" sz="2400" dirty="0" smtClean="0"/>
              <a:t> </a:t>
            </a:r>
            <a:r>
              <a:rPr lang="zh-CN" altLang="en-US" sz="2400" dirty="0" smtClean="0"/>
              <a:t>创建设备文件</a:t>
            </a:r>
            <a:r>
              <a:rPr lang="en-US" altLang="zh-CN" sz="2400" dirty="0" smtClean="0"/>
              <a:t>: </a:t>
            </a:r>
          </a:p>
          <a:p>
            <a:pPr lvl="1" eaLnBrk="1" hangingPunct="1"/>
            <a:r>
              <a:rPr lang="en-US" altLang="zh-CN" sz="2000" dirty="0" err="1" smtClean="0"/>
              <a:t>mknod</a:t>
            </a:r>
            <a:r>
              <a:rPr lang="en-US" altLang="zh-CN" sz="2000" dirty="0" smtClean="0"/>
              <a:t>  /dev/</a:t>
            </a:r>
            <a:r>
              <a:rPr lang="en-US" altLang="zh-CN" sz="2000" dirty="0" err="1" smtClean="0"/>
              <a:t>mydevice</a:t>
            </a:r>
            <a:r>
              <a:rPr lang="en-US" altLang="zh-CN" sz="2000" dirty="0" smtClean="0"/>
              <a:t>  c  254  0</a:t>
            </a:r>
          </a:p>
          <a:p>
            <a:pPr lvl="1" eaLnBrk="1" hangingPunct="1"/>
            <a:endParaRPr lang="en-US" altLang="zh-CN" sz="2000" dirty="0" smtClean="0"/>
          </a:p>
          <a:p>
            <a:pPr eaLnBrk="1" hangingPunct="1"/>
            <a:r>
              <a:rPr lang="en-US" altLang="zh-CN" sz="2400" dirty="0" smtClean="0"/>
              <a:t>open</a:t>
            </a:r>
            <a:r>
              <a:rPr lang="zh-CN" altLang="en-US" sz="2400" dirty="0" smtClean="0"/>
              <a:t>、</a:t>
            </a:r>
            <a:r>
              <a:rPr lang="en-US" altLang="zh-CN" sz="2400" dirty="0" smtClean="0"/>
              <a:t>close</a:t>
            </a:r>
            <a:r>
              <a:rPr lang="zh-CN" altLang="en-US" sz="2400" dirty="0" smtClean="0"/>
              <a:t>等操作</a:t>
            </a:r>
            <a:r>
              <a:rPr lang="en-US" altLang="zh-CN" sz="2400" dirty="0" smtClean="0"/>
              <a:t>/dev/</a:t>
            </a:r>
            <a:r>
              <a:rPr lang="zh-CN" altLang="en-US" sz="2400" dirty="0" smtClean="0"/>
              <a:t>下设备文件，内核根据设备文件的设备号找到对应驱动程序</a:t>
            </a:r>
            <a:endParaRPr lang="en-US" altLang="zh-CN" sz="2400" dirty="0" smtClean="0"/>
          </a:p>
          <a:p>
            <a:pPr eaLnBrk="1" hangingPunct="1"/>
            <a:endParaRPr lang="zh-CN" altLang="en-US" sz="2400" dirty="0" smtClean="0"/>
          </a:p>
          <a:p>
            <a:pPr eaLnBrk="1" hangingPunct="1"/>
            <a:r>
              <a:rPr lang="zh-CN" altLang="en-US" sz="2400" dirty="0" smtClean="0"/>
              <a:t>设备号可以分为静态申请和动态申请</a:t>
            </a:r>
          </a:p>
        </p:txBody>
      </p:sp>
    </p:spTree>
    <p:extLst>
      <p:ext uri="{BB962C8B-B14F-4D97-AF65-F5344CB8AC3E}">
        <p14:creationId xmlns:p14="http://schemas.microsoft.com/office/powerpoint/2010/main" val="41789164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p:cNvSpPr>
          <p:nvPr>
            <p:ph type="title"/>
          </p:nvPr>
        </p:nvSpPr>
        <p:spPr/>
        <p:txBody>
          <a:bodyPr/>
          <a:lstStyle/>
          <a:p>
            <a:pPr eaLnBrk="1" hangingPunct="1"/>
            <a:r>
              <a:rPr lang="zh-CN" altLang="en-US" dirty="0" smtClean="0"/>
              <a:t>申请设备号</a:t>
            </a:r>
          </a:p>
        </p:txBody>
      </p:sp>
      <p:sp>
        <p:nvSpPr>
          <p:cNvPr id="31748" name="Rectangle 3"/>
          <p:cNvSpPr>
            <a:spLocks noGrp="1"/>
          </p:cNvSpPr>
          <p:nvPr>
            <p:ph type="body" idx="1"/>
          </p:nvPr>
        </p:nvSpPr>
        <p:spPr/>
        <p:txBody>
          <a:bodyPr/>
          <a:lstStyle/>
          <a:p>
            <a:pPr marL="533400" indent="-533400" eaLnBrk="1" hangingPunct="1"/>
            <a:r>
              <a:rPr lang="zh-CN" altLang="en-US" dirty="0" smtClean="0">
                <a:solidFill>
                  <a:schemeClr val="tx1"/>
                </a:solidFill>
              </a:rPr>
              <a:t>静态申请   </a:t>
            </a:r>
            <a:r>
              <a:rPr lang="en-US" altLang="zh-CN" dirty="0" err="1" smtClean="0">
                <a:solidFill>
                  <a:schemeClr val="tx1"/>
                </a:solidFill>
              </a:rPr>
              <a:t>register_chrdev_region</a:t>
            </a:r>
            <a:endParaRPr lang="en-US" altLang="zh-CN" dirty="0" smtClean="0">
              <a:solidFill>
                <a:schemeClr val="tx1"/>
              </a:solidFill>
            </a:endParaRPr>
          </a:p>
          <a:p>
            <a:pPr marL="533400" indent="-533400" eaLnBrk="1" hangingPunct="1"/>
            <a:endParaRPr lang="en-US" altLang="zh-CN" dirty="0" smtClean="0">
              <a:solidFill>
                <a:schemeClr val="tx1"/>
              </a:solidFill>
            </a:endParaRPr>
          </a:p>
          <a:p>
            <a:pPr marL="533400" indent="-533400" eaLnBrk="1" hangingPunct="1"/>
            <a:r>
              <a:rPr lang="zh-CN" altLang="en-US" dirty="0" smtClean="0">
                <a:solidFill>
                  <a:schemeClr val="tx1"/>
                </a:solidFill>
              </a:rPr>
              <a:t>动态申请   </a:t>
            </a:r>
            <a:r>
              <a:rPr lang="en-US" altLang="zh-CN" dirty="0" err="1" smtClean="0">
                <a:solidFill>
                  <a:schemeClr val="tx1"/>
                </a:solidFill>
              </a:rPr>
              <a:t>alloc_chrdev_region</a:t>
            </a:r>
            <a:endParaRPr lang="en-US" altLang="zh-CN" dirty="0" smtClean="0">
              <a:solidFill>
                <a:schemeClr val="tx1"/>
              </a:solidFill>
            </a:endParaRPr>
          </a:p>
          <a:p>
            <a:pPr marL="533400" indent="-533400" eaLnBrk="1" hangingPunct="1"/>
            <a:endParaRPr lang="en-US" altLang="zh-CN" dirty="0" smtClean="0">
              <a:solidFill>
                <a:srgbClr val="FF0000"/>
              </a:solidFill>
            </a:endParaRPr>
          </a:p>
          <a:p>
            <a:pPr marL="533400" indent="-533400" eaLnBrk="1" hangingPunct="1"/>
            <a:r>
              <a:rPr lang="zh-CN" altLang="en-US" dirty="0" smtClean="0"/>
              <a:t>动态分配主设备号的优缺点</a:t>
            </a:r>
            <a:endParaRPr lang="en-US" altLang="zh-CN" dirty="0" smtClean="0"/>
          </a:p>
          <a:p>
            <a:pPr marL="533400" indent="-533400" eaLnBrk="1" hangingPunct="1"/>
            <a:endParaRPr lang="zh-CN" altLang="en-US" dirty="0" smtClean="0"/>
          </a:p>
          <a:p>
            <a:pPr marL="533400" indent="-533400" eaLnBrk="1" hangingPunct="1"/>
            <a:r>
              <a:rPr lang="en-US" altLang="zh-CN" dirty="0" smtClean="0"/>
              <a:t>/proc/devices</a:t>
            </a:r>
            <a:r>
              <a:rPr lang="zh-CN" altLang="en-US" dirty="0" smtClean="0"/>
              <a:t>和</a:t>
            </a:r>
            <a:r>
              <a:rPr lang="en-US" altLang="zh-CN" dirty="0" err="1" smtClean="0"/>
              <a:t>lsmod</a:t>
            </a:r>
            <a:endParaRPr lang="zh-CN" altLang="en-US" dirty="0" smtClean="0"/>
          </a:p>
          <a:p>
            <a:pPr marL="533400" indent="-533400" eaLnBrk="1" hangingPunct="1">
              <a:buNone/>
            </a:pPr>
            <a:endParaRPr lang="en-US" altLang="zh-CN" dirty="0" smtClean="0"/>
          </a:p>
        </p:txBody>
      </p:sp>
    </p:spTree>
    <p:extLst>
      <p:ext uri="{BB962C8B-B14F-4D97-AF65-F5344CB8AC3E}">
        <p14:creationId xmlns:p14="http://schemas.microsoft.com/office/powerpoint/2010/main" val="5593451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p:cNvSpPr>
          <p:nvPr>
            <p:ph type="title"/>
          </p:nvPr>
        </p:nvSpPr>
        <p:spPr/>
        <p:txBody>
          <a:bodyPr/>
          <a:lstStyle/>
          <a:p>
            <a:pPr eaLnBrk="1" hangingPunct="1"/>
            <a:r>
              <a:rPr lang="zh-CN" altLang="en-US" dirty="0" smtClean="0"/>
              <a:t>注册字符设备</a:t>
            </a:r>
          </a:p>
        </p:txBody>
      </p:sp>
      <p:sp>
        <p:nvSpPr>
          <p:cNvPr id="31748" name="Rectangle 3"/>
          <p:cNvSpPr>
            <a:spLocks noGrp="1"/>
          </p:cNvSpPr>
          <p:nvPr>
            <p:ph type="body" idx="1"/>
          </p:nvPr>
        </p:nvSpPr>
        <p:spPr/>
        <p:txBody>
          <a:bodyPr/>
          <a:lstStyle/>
          <a:p>
            <a:pPr marL="533400" indent="-533400" eaLnBrk="1" hangingPunct="1"/>
            <a:r>
              <a:rPr lang="en-US" altLang="zh-CN" dirty="0" err="1" smtClean="0">
                <a:solidFill>
                  <a:schemeClr val="tx1"/>
                </a:solidFill>
              </a:rPr>
              <a:t>struct</a:t>
            </a:r>
            <a:r>
              <a:rPr lang="en-US" altLang="zh-CN" dirty="0" smtClean="0">
                <a:solidFill>
                  <a:schemeClr val="tx1"/>
                </a:solidFill>
              </a:rPr>
              <a:t>  </a:t>
            </a:r>
            <a:r>
              <a:rPr lang="en-US" altLang="zh-CN" dirty="0" err="1" smtClean="0">
                <a:solidFill>
                  <a:schemeClr val="tx1"/>
                </a:solidFill>
              </a:rPr>
              <a:t>cdev</a:t>
            </a:r>
            <a:r>
              <a:rPr lang="en-US" altLang="zh-CN" dirty="0" smtClean="0">
                <a:solidFill>
                  <a:schemeClr val="tx1"/>
                </a:solidFill>
              </a:rPr>
              <a:t> ?</a:t>
            </a:r>
          </a:p>
          <a:p>
            <a:pPr marL="533400" indent="-533400" eaLnBrk="1" hangingPunct="1"/>
            <a:endParaRPr lang="en-US" altLang="zh-CN" dirty="0" smtClean="0">
              <a:solidFill>
                <a:schemeClr val="tx1"/>
              </a:solidFill>
            </a:endParaRPr>
          </a:p>
          <a:p>
            <a:pPr marL="533400" indent="-533400" eaLnBrk="1" hangingPunct="1"/>
            <a:r>
              <a:rPr lang="en-US" altLang="zh-CN" dirty="0" err="1" smtClean="0">
                <a:solidFill>
                  <a:schemeClr val="tx1"/>
                </a:solidFill>
              </a:rPr>
              <a:t>cdev_init</a:t>
            </a:r>
            <a:endParaRPr lang="en-US" altLang="zh-CN" dirty="0" smtClean="0">
              <a:solidFill>
                <a:schemeClr val="tx1"/>
              </a:solidFill>
            </a:endParaRPr>
          </a:p>
          <a:p>
            <a:pPr marL="533400" indent="-533400" eaLnBrk="1" hangingPunct="1"/>
            <a:endParaRPr lang="en-US" altLang="zh-CN" dirty="0" smtClean="0">
              <a:solidFill>
                <a:srgbClr val="FF0000"/>
              </a:solidFill>
            </a:endParaRPr>
          </a:p>
          <a:p>
            <a:pPr marL="533400" indent="-533400" eaLnBrk="1" hangingPunct="1"/>
            <a:r>
              <a:rPr lang="en-US" altLang="zh-CN" dirty="0" err="1" smtClean="0"/>
              <a:t>cdev_add</a:t>
            </a:r>
            <a:endParaRPr lang="en-US" altLang="zh-CN" dirty="0" smtClean="0"/>
          </a:p>
          <a:p>
            <a:pPr marL="533400" indent="-533400" eaLnBrk="1" hangingPunct="1"/>
            <a:endParaRPr lang="zh-CN" altLang="en-US" dirty="0" smtClean="0"/>
          </a:p>
          <a:p>
            <a:pPr marL="533400" indent="-533400" eaLnBrk="1" hangingPunct="1"/>
            <a:r>
              <a:rPr lang="en-US" altLang="zh-CN" dirty="0" err="1" smtClean="0"/>
              <a:t>cdev_del</a:t>
            </a:r>
            <a:endParaRPr lang="zh-CN" altLang="en-US" dirty="0" smtClean="0"/>
          </a:p>
          <a:p>
            <a:pPr marL="533400" indent="-533400" eaLnBrk="1" hangingPunct="1">
              <a:buNone/>
            </a:pPr>
            <a:endParaRPr lang="en-US" altLang="zh-CN" dirty="0" smtClean="0"/>
          </a:p>
        </p:txBody>
      </p:sp>
    </p:spTree>
    <p:extLst>
      <p:ext uri="{BB962C8B-B14F-4D97-AF65-F5344CB8AC3E}">
        <p14:creationId xmlns:p14="http://schemas.microsoft.com/office/powerpoint/2010/main" val="5593451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p:cNvSpPr>
          <p:nvPr>
            <p:ph type="title"/>
          </p:nvPr>
        </p:nvSpPr>
        <p:spPr/>
        <p:txBody>
          <a:bodyPr/>
          <a:lstStyle/>
          <a:p>
            <a:pPr eaLnBrk="1" hangingPunct="1"/>
            <a:r>
              <a:rPr lang="en-US" altLang="zh-CN" dirty="0" err="1" smtClean="0"/>
              <a:t>file_operations</a:t>
            </a:r>
            <a:r>
              <a:rPr lang="zh-CN" altLang="en-US" dirty="0" smtClean="0"/>
              <a:t>结构分析</a:t>
            </a:r>
          </a:p>
        </p:txBody>
      </p:sp>
      <p:sp>
        <p:nvSpPr>
          <p:cNvPr id="34820" name="Rectangle 3"/>
          <p:cNvSpPr>
            <a:spLocks noGrp="1"/>
          </p:cNvSpPr>
          <p:nvPr>
            <p:ph type="body" idx="1"/>
          </p:nvPr>
        </p:nvSpPr>
        <p:spPr/>
        <p:txBody>
          <a:bodyPr/>
          <a:lstStyle/>
          <a:p>
            <a:pPr eaLnBrk="1" hangingPunct="1">
              <a:lnSpc>
                <a:spcPct val="80000"/>
              </a:lnSpc>
            </a:pPr>
            <a:r>
              <a:rPr lang="en-US" altLang="zh-CN" sz="2000" dirty="0" smtClean="0"/>
              <a:t>include/</a:t>
            </a:r>
            <a:r>
              <a:rPr lang="en-US" altLang="zh-CN" sz="2000" dirty="0" err="1" smtClean="0"/>
              <a:t>linux</a:t>
            </a:r>
            <a:r>
              <a:rPr lang="en-US" altLang="zh-CN" sz="2000" dirty="0" smtClean="0"/>
              <a:t>/</a:t>
            </a:r>
            <a:r>
              <a:rPr lang="en-US" altLang="zh-CN" sz="2000" dirty="0" err="1" smtClean="0"/>
              <a:t>fs.h</a:t>
            </a:r>
            <a:endParaRPr lang="en-US" altLang="zh-CN" sz="2000" dirty="0" smtClean="0"/>
          </a:p>
          <a:p>
            <a:pPr eaLnBrk="1" hangingPunct="1">
              <a:lnSpc>
                <a:spcPct val="80000"/>
              </a:lnSpc>
            </a:pPr>
            <a:r>
              <a:rPr lang="en-US" altLang="zh-CN" sz="2000" dirty="0" err="1" smtClean="0"/>
              <a:t>struct</a:t>
            </a:r>
            <a:r>
              <a:rPr lang="en-US" altLang="zh-CN" sz="2000" dirty="0" smtClean="0"/>
              <a:t> </a:t>
            </a:r>
            <a:r>
              <a:rPr lang="en-US" altLang="zh-CN" sz="2000" dirty="0" err="1" smtClean="0"/>
              <a:t>file_operations</a:t>
            </a:r>
            <a:r>
              <a:rPr lang="en-US" altLang="zh-CN" sz="2000" dirty="0" smtClean="0"/>
              <a:t> {</a:t>
            </a:r>
          </a:p>
          <a:p>
            <a:pPr eaLnBrk="1" hangingPunct="1">
              <a:lnSpc>
                <a:spcPct val="80000"/>
              </a:lnSpc>
            </a:pPr>
            <a:r>
              <a:rPr lang="en-US" altLang="zh-CN" sz="2000" dirty="0" smtClean="0"/>
              <a:t>	</a:t>
            </a:r>
            <a:r>
              <a:rPr lang="en-US" altLang="zh-CN" sz="2000" dirty="0" err="1" smtClean="0"/>
              <a:t>struct</a:t>
            </a:r>
            <a:r>
              <a:rPr lang="en-US" altLang="zh-CN" sz="2000" dirty="0" smtClean="0"/>
              <a:t> module *owner;</a:t>
            </a:r>
          </a:p>
          <a:p>
            <a:pPr eaLnBrk="1" hangingPunct="1">
              <a:lnSpc>
                <a:spcPct val="80000"/>
              </a:lnSpc>
            </a:pPr>
            <a:r>
              <a:rPr lang="en-US" altLang="zh-CN" sz="2000" dirty="0" smtClean="0"/>
              <a:t>	</a:t>
            </a:r>
            <a:r>
              <a:rPr lang="en-US" altLang="zh-CN" sz="2000" dirty="0" err="1" smtClean="0"/>
              <a:t>loff_t</a:t>
            </a:r>
            <a:r>
              <a:rPr lang="en-US" altLang="zh-CN" sz="2000" dirty="0" smtClean="0"/>
              <a:t> (*</a:t>
            </a:r>
            <a:r>
              <a:rPr lang="en-US" altLang="zh-CN" sz="2000" dirty="0" err="1" smtClean="0"/>
              <a:t>llseek</a:t>
            </a:r>
            <a:r>
              <a:rPr lang="en-US" altLang="zh-CN" sz="2000" dirty="0" smtClean="0"/>
              <a:t>) (</a:t>
            </a:r>
            <a:r>
              <a:rPr lang="en-US" altLang="zh-CN" sz="2000" dirty="0" err="1" smtClean="0"/>
              <a:t>struct</a:t>
            </a:r>
            <a:r>
              <a:rPr lang="en-US" altLang="zh-CN" sz="2000" dirty="0" smtClean="0"/>
              <a:t> file *, </a:t>
            </a:r>
            <a:r>
              <a:rPr lang="en-US" altLang="zh-CN" sz="2000" dirty="0" err="1" smtClean="0"/>
              <a:t>loff_t</a:t>
            </a:r>
            <a:r>
              <a:rPr lang="en-US" altLang="zh-CN" sz="2000" dirty="0" smtClean="0"/>
              <a:t>, </a:t>
            </a:r>
            <a:r>
              <a:rPr lang="en-US" altLang="zh-CN" sz="2000" dirty="0" err="1" smtClean="0"/>
              <a:t>int</a:t>
            </a:r>
            <a:r>
              <a:rPr lang="en-US" altLang="zh-CN" sz="2000" dirty="0" smtClean="0"/>
              <a:t>);</a:t>
            </a:r>
          </a:p>
          <a:p>
            <a:pPr eaLnBrk="1" hangingPunct="1">
              <a:lnSpc>
                <a:spcPct val="80000"/>
              </a:lnSpc>
            </a:pPr>
            <a:r>
              <a:rPr lang="en-US" altLang="zh-CN" sz="2000" dirty="0" smtClean="0"/>
              <a:t>	</a:t>
            </a:r>
            <a:r>
              <a:rPr lang="en-US" altLang="zh-CN" sz="2000" dirty="0" err="1" smtClean="0"/>
              <a:t>ssize_t</a:t>
            </a:r>
            <a:r>
              <a:rPr lang="en-US" altLang="zh-CN" sz="2000" dirty="0" smtClean="0"/>
              <a:t> (*read) (</a:t>
            </a:r>
            <a:r>
              <a:rPr lang="en-US" altLang="zh-CN" sz="2000" dirty="0" err="1" smtClean="0"/>
              <a:t>struct</a:t>
            </a:r>
            <a:r>
              <a:rPr lang="en-US" altLang="zh-CN" sz="2000" dirty="0" smtClean="0"/>
              <a:t> file *, char __user *, </a:t>
            </a:r>
            <a:r>
              <a:rPr lang="en-US" altLang="zh-CN" sz="2000" dirty="0" err="1" smtClean="0"/>
              <a:t>size_t</a:t>
            </a:r>
            <a:r>
              <a:rPr lang="en-US" altLang="zh-CN" sz="2000" dirty="0" smtClean="0"/>
              <a:t>, </a:t>
            </a:r>
            <a:r>
              <a:rPr lang="en-US" altLang="zh-CN" sz="2000" dirty="0" err="1" smtClean="0"/>
              <a:t>loff_t</a:t>
            </a:r>
            <a:r>
              <a:rPr lang="en-US" altLang="zh-CN" sz="2000" dirty="0" smtClean="0"/>
              <a:t> *);</a:t>
            </a:r>
          </a:p>
          <a:p>
            <a:pPr eaLnBrk="1" hangingPunct="1">
              <a:lnSpc>
                <a:spcPct val="80000"/>
              </a:lnSpc>
            </a:pPr>
            <a:r>
              <a:rPr lang="en-US" altLang="zh-CN" sz="2000" dirty="0" smtClean="0"/>
              <a:t>	</a:t>
            </a:r>
            <a:r>
              <a:rPr lang="en-US" altLang="zh-CN" sz="2000" dirty="0" err="1" smtClean="0"/>
              <a:t>ssize_t</a:t>
            </a:r>
            <a:r>
              <a:rPr lang="en-US" altLang="zh-CN" sz="2000" dirty="0" smtClean="0"/>
              <a:t> (*write) (</a:t>
            </a:r>
            <a:r>
              <a:rPr lang="en-US" altLang="zh-CN" sz="2000" dirty="0" err="1" smtClean="0"/>
              <a:t>struct</a:t>
            </a:r>
            <a:r>
              <a:rPr lang="en-US" altLang="zh-CN" sz="2000" dirty="0" smtClean="0"/>
              <a:t> file *, const char __user *, </a:t>
            </a:r>
            <a:r>
              <a:rPr lang="en-US" altLang="zh-CN" sz="2000" dirty="0" err="1" smtClean="0"/>
              <a:t>size_t</a:t>
            </a:r>
            <a:r>
              <a:rPr lang="en-US" altLang="zh-CN" sz="2000" dirty="0" smtClean="0"/>
              <a:t>, </a:t>
            </a:r>
            <a:r>
              <a:rPr lang="en-US" altLang="zh-CN" sz="2000" dirty="0" err="1" smtClean="0"/>
              <a:t>loff_t</a:t>
            </a:r>
            <a:r>
              <a:rPr lang="en-US" altLang="zh-CN" sz="2000" dirty="0" smtClean="0"/>
              <a:t> *);</a:t>
            </a:r>
          </a:p>
          <a:p>
            <a:pPr eaLnBrk="1" hangingPunct="1">
              <a:lnSpc>
                <a:spcPct val="80000"/>
              </a:lnSpc>
            </a:pPr>
            <a:r>
              <a:rPr lang="en-US" altLang="zh-CN" sz="2000" dirty="0" smtClean="0"/>
              <a:t>	unsigned </a:t>
            </a:r>
            <a:r>
              <a:rPr lang="en-US" altLang="zh-CN" sz="2000" dirty="0" err="1" smtClean="0"/>
              <a:t>int</a:t>
            </a:r>
            <a:r>
              <a:rPr lang="en-US" altLang="zh-CN" sz="2000" dirty="0" smtClean="0"/>
              <a:t> (*poll) (</a:t>
            </a:r>
            <a:r>
              <a:rPr lang="en-US" altLang="zh-CN" sz="2000" dirty="0" err="1" smtClean="0"/>
              <a:t>struct</a:t>
            </a:r>
            <a:r>
              <a:rPr lang="en-US" altLang="zh-CN" sz="2000" dirty="0" smtClean="0"/>
              <a:t> file *, </a:t>
            </a:r>
            <a:r>
              <a:rPr lang="en-US" altLang="zh-CN" sz="2000" dirty="0" err="1" smtClean="0"/>
              <a:t>struct</a:t>
            </a:r>
            <a:r>
              <a:rPr lang="en-US" altLang="zh-CN" sz="2000" dirty="0" smtClean="0"/>
              <a:t> </a:t>
            </a:r>
            <a:r>
              <a:rPr lang="en-US" altLang="zh-CN" sz="2000" dirty="0" err="1" smtClean="0"/>
              <a:t>poll_table_struct</a:t>
            </a:r>
            <a:r>
              <a:rPr lang="en-US" altLang="zh-CN" sz="2000" dirty="0" smtClean="0"/>
              <a:t> *);</a:t>
            </a:r>
          </a:p>
          <a:p>
            <a:pPr eaLnBrk="1" hangingPunct="1">
              <a:lnSpc>
                <a:spcPct val="80000"/>
              </a:lnSpc>
            </a:pPr>
            <a:r>
              <a:rPr lang="en-US" altLang="zh-CN" sz="2000" dirty="0" smtClean="0"/>
              <a:t>	long (*</a:t>
            </a:r>
            <a:r>
              <a:rPr lang="en-US" altLang="zh-CN" sz="2000" dirty="0" err="1" smtClean="0"/>
              <a:t>unlocked_ioctl</a:t>
            </a:r>
            <a:r>
              <a:rPr lang="en-US" altLang="zh-CN" sz="2000" dirty="0" smtClean="0"/>
              <a:t>) (</a:t>
            </a:r>
            <a:r>
              <a:rPr lang="en-US" altLang="zh-CN" sz="2000" dirty="0" err="1" smtClean="0"/>
              <a:t>struct</a:t>
            </a:r>
            <a:r>
              <a:rPr lang="en-US" altLang="zh-CN" sz="2000" dirty="0" smtClean="0"/>
              <a:t> file *, unsigned </a:t>
            </a:r>
            <a:r>
              <a:rPr lang="en-US" altLang="zh-CN" sz="2000" dirty="0" err="1" smtClean="0"/>
              <a:t>int</a:t>
            </a:r>
            <a:r>
              <a:rPr lang="en-US" altLang="zh-CN" sz="2000" dirty="0" smtClean="0"/>
              <a:t>, unsigned long);</a:t>
            </a:r>
          </a:p>
          <a:p>
            <a:pPr eaLnBrk="1" hangingPunct="1">
              <a:lnSpc>
                <a:spcPct val="80000"/>
              </a:lnSpc>
            </a:pPr>
            <a:r>
              <a:rPr lang="en-US" altLang="zh-CN" sz="2000" dirty="0" smtClean="0"/>
              <a:t>	</a:t>
            </a:r>
            <a:r>
              <a:rPr lang="en-US" altLang="zh-CN" sz="2000" dirty="0" err="1" smtClean="0"/>
              <a:t>int</a:t>
            </a:r>
            <a:r>
              <a:rPr lang="en-US" altLang="zh-CN" sz="2000" dirty="0" smtClean="0"/>
              <a:t> (*</a:t>
            </a:r>
            <a:r>
              <a:rPr lang="en-US" altLang="zh-CN" sz="2000" dirty="0" err="1" smtClean="0"/>
              <a:t>mmap</a:t>
            </a:r>
            <a:r>
              <a:rPr lang="en-US" altLang="zh-CN" sz="2000" dirty="0" smtClean="0"/>
              <a:t>) (</a:t>
            </a:r>
            <a:r>
              <a:rPr lang="en-US" altLang="zh-CN" sz="2000" dirty="0" err="1" smtClean="0"/>
              <a:t>struct</a:t>
            </a:r>
            <a:r>
              <a:rPr lang="en-US" altLang="zh-CN" sz="2000" dirty="0" smtClean="0"/>
              <a:t> file *, </a:t>
            </a:r>
            <a:r>
              <a:rPr lang="en-US" altLang="zh-CN" sz="2000" dirty="0" err="1" smtClean="0"/>
              <a:t>struct</a:t>
            </a:r>
            <a:r>
              <a:rPr lang="en-US" altLang="zh-CN" sz="2000" dirty="0" smtClean="0"/>
              <a:t> </a:t>
            </a:r>
            <a:r>
              <a:rPr lang="en-US" altLang="zh-CN" sz="2000" dirty="0" err="1" smtClean="0"/>
              <a:t>vm_area_struct</a:t>
            </a:r>
            <a:r>
              <a:rPr lang="en-US" altLang="zh-CN" sz="2000" dirty="0" smtClean="0"/>
              <a:t> *);</a:t>
            </a:r>
          </a:p>
          <a:p>
            <a:pPr eaLnBrk="1" hangingPunct="1">
              <a:lnSpc>
                <a:spcPct val="80000"/>
              </a:lnSpc>
            </a:pPr>
            <a:r>
              <a:rPr lang="en-US" altLang="zh-CN" sz="2000" dirty="0" smtClean="0"/>
              <a:t>	</a:t>
            </a:r>
            <a:r>
              <a:rPr lang="en-US" altLang="zh-CN" sz="2000" dirty="0" err="1" smtClean="0"/>
              <a:t>int</a:t>
            </a:r>
            <a:r>
              <a:rPr lang="en-US" altLang="zh-CN" sz="2000" dirty="0" smtClean="0"/>
              <a:t> (*open) (</a:t>
            </a:r>
            <a:r>
              <a:rPr lang="en-US" altLang="zh-CN" sz="2000" dirty="0" err="1" smtClean="0"/>
              <a:t>struct</a:t>
            </a:r>
            <a:r>
              <a:rPr lang="en-US" altLang="zh-CN" sz="2000" dirty="0" smtClean="0"/>
              <a:t> </a:t>
            </a:r>
            <a:r>
              <a:rPr lang="en-US" altLang="zh-CN" sz="2000" dirty="0" err="1" smtClean="0"/>
              <a:t>inode</a:t>
            </a:r>
            <a:r>
              <a:rPr lang="en-US" altLang="zh-CN" sz="2000" dirty="0" smtClean="0"/>
              <a:t> *, </a:t>
            </a:r>
            <a:r>
              <a:rPr lang="en-US" altLang="zh-CN" sz="2000" dirty="0" err="1" smtClean="0"/>
              <a:t>struct</a:t>
            </a:r>
            <a:r>
              <a:rPr lang="en-US" altLang="zh-CN" sz="2000" dirty="0" smtClean="0"/>
              <a:t> file *);</a:t>
            </a:r>
          </a:p>
          <a:p>
            <a:pPr eaLnBrk="1" hangingPunct="1">
              <a:lnSpc>
                <a:spcPct val="80000"/>
              </a:lnSpc>
            </a:pPr>
            <a:r>
              <a:rPr lang="en-US" altLang="zh-CN" sz="2000" dirty="0" smtClean="0"/>
              <a:t>	</a:t>
            </a:r>
            <a:r>
              <a:rPr lang="en-US" altLang="zh-CN" sz="2000" dirty="0" err="1" smtClean="0"/>
              <a:t>int</a:t>
            </a:r>
            <a:r>
              <a:rPr lang="en-US" altLang="zh-CN" sz="2000" dirty="0" smtClean="0"/>
              <a:t> (*release) (</a:t>
            </a:r>
            <a:r>
              <a:rPr lang="en-US" altLang="zh-CN" sz="2000" dirty="0" err="1" smtClean="0"/>
              <a:t>struct</a:t>
            </a:r>
            <a:r>
              <a:rPr lang="en-US" altLang="zh-CN" sz="2000" dirty="0" smtClean="0"/>
              <a:t> </a:t>
            </a:r>
            <a:r>
              <a:rPr lang="en-US" altLang="zh-CN" sz="2000" dirty="0" err="1" smtClean="0"/>
              <a:t>inode</a:t>
            </a:r>
            <a:r>
              <a:rPr lang="en-US" altLang="zh-CN" sz="2000" dirty="0" smtClean="0"/>
              <a:t> *, </a:t>
            </a:r>
            <a:r>
              <a:rPr lang="en-US" altLang="zh-CN" sz="2000" dirty="0" err="1" smtClean="0"/>
              <a:t>struct</a:t>
            </a:r>
            <a:r>
              <a:rPr lang="en-US" altLang="zh-CN" sz="2000" dirty="0" smtClean="0"/>
              <a:t> file *);</a:t>
            </a:r>
          </a:p>
          <a:p>
            <a:pPr eaLnBrk="1" hangingPunct="1">
              <a:lnSpc>
                <a:spcPct val="80000"/>
              </a:lnSpc>
            </a:pPr>
            <a:r>
              <a:rPr lang="en-US" altLang="zh-CN" sz="2000" dirty="0" smtClean="0"/>
              <a:t>	</a:t>
            </a:r>
            <a:r>
              <a:rPr lang="en-US" altLang="zh-CN" sz="2000" dirty="0" smtClean="0">
                <a:latin typeface="Arial" charset="0"/>
              </a:rPr>
              <a:t>……</a:t>
            </a:r>
            <a:endParaRPr lang="en-US" altLang="zh-CN" sz="2000" dirty="0" smtClean="0"/>
          </a:p>
          <a:p>
            <a:pPr eaLnBrk="1" hangingPunct="1">
              <a:lnSpc>
                <a:spcPct val="80000"/>
              </a:lnSpc>
            </a:pPr>
            <a:r>
              <a:rPr lang="en-US" altLang="zh-CN" sz="2000" dirty="0" smtClean="0"/>
              <a:t>};</a:t>
            </a:r>
          </a:p>
          <a:p>
            <a:pPr eaLnBrk="1" hangingPunct="1">
              <a:lnSpc>
                <a:spcPct val="80000"/>
              </a:lnSpc>
            </a:pPr>
            <a:r>
              <a:rPr lang="zh-CN" altLang="en-US" sz="2000" b="1" dirty="0" smtClean="0"/>
              <a:t>定义了针对文件的一系列操作方法</a:t>
            </a:r>
            <a:endParaRPr lang="zh-CN" altLang="en-US" sz="2000" dirty="0" smtClean="0"/>
          </a:p>
          <a:p>
            <a:pPr eaLnBrk="1" hangingPunct="1">
              <a:lnSpc>
                <a:spcPct val="80000"/>
              </a:lnSpc>
              <a:buFont typeface="Wingdings 3" pitchFamily="18" charset="2"/>
              <a:buNone/>
            </a:pPr>
            <a:endParaRPr lang="en-US" altLang="zh-CN" sz="2000" dirty="0" smtClean="0"/>
          </a:p>
        </p:txBody>
      </p:sp>
    </p:spTree>
    <p:extLst>
      <p:ext uri="{BB962C8B-B14F-4D97-AF65-F5344CB8AC3E}">
        <p14:creationId xmlns:p14="http://schemas.microsoft.com/office/powerpoint/2010/main" val="12470588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idx="4294967295"/>
          </p:nvPr>
        </p:nvSpPr>
        <p:spPr>
          <a:xfrm>
            <a:off x="457200" y="428603"/>
            <a:ext cx="8221663" cy="704871"/>
          </a:xfrm>
        </p:spPr>
        <p:txBody>
          <a:bodyPr lIns="92075" tIns="46038" rIns="92075" bIns="46038" anchor="ctr"/>
          <a:lstStyle/>
          <a:p>
            <a:pPr eaLnBrk="1" hangingPunct="1">
              <a:defRPr/>
            </a:pPr>
            <a:r>
              <a:rPr lang="en-US" altLang="zh-CN" dirty="0" err="1" smtClean="0"/>
              <a:t>file_operations</a:t>
            </a:r>
            <a:r>
              <a:rPr lang="zh-CN" altLang="en-US" dirty="0" smtClean="0"/>
              <a:t>（</a:t>
            </a:r>
            <a:r>
              <a:rPr lang="en-US" altLang="zh-CN" dirty="0" smtClean="0"/>
              <a:t>cont.</a:t>
            </a:r>
            <a:r>
              <a:rPr lang="zh-CN" altLang="en-US" dirty="0" smtClean="0"/>
              <a:t>）</a:t>
            </a:r>
            <a:endParaRPr lang="en-US" altLang="zh-CN" dirty="0" smtClean="0">
              <a:effectLst>
                <a:outerShdw blurRad="38100" dist="38100" dir="2700000" algn="tl">
                  <a:srgbClr val="C0C0C0"/>
                </a:outerShdw>
              </a:effectLst>
            </a:endParaRPr>
          </a:p>
        </p:txBody>
      </p:sp>
      <p:sp>
        <p:nvSpPr>
          <p:cNvPr id="38916" name="Rectangle 3"/>
          <p:cNvSpPr>
            <a:spLocks noGrp="1" noChangeArrowheads="1"/>
          </p:cNvSpPr>
          <p:nvPr>
            <p:ph type="body" idx="4294967295"/>
          </p:nvPr>
        </p:nvSpPr>
        <p:spPr>
          <a:xfrm>
            <a:off x="457200" y="1295400"/>
            <a:ext cx="7138988" cy="5181600"/>
          </a:xfrm>
        </p:spPr>
        <p:txBody>
          <a:bodyPr lIns="92075" tIns="46038" rIns="92075" bIns="46038"/>
          <a:lstStyle/>
          <a:p>
            <a:pPr eaLnBrk="1" hangingPunct="1"/>
            <a:r>
              <a:rPr lang="en-US" altLang="zh-CN" dirty="0" err="1" smtClean="0"/>
              <a:t>int</a:t>
            </a:r>
            <a:r>
              <a:rPr lang="en-US" altLang="zh-CN" dirty="0" smtClean="0"/>
              <a:t>(*open)(</a:t>
            </a:r>
            <a:r>
              <a:rPr lang="en-US" altLang="zh-CN" dirty="0" err="1" smtClean="0"/>
              <a:t>struct</a:t>
            </a:r>
            <a:r>
              <a:rPr lang="en-US" altLang="zh-CN" dirty="0" smtClean="0"/>
              <a:t> </a:t>
            </a:r>
            <a:r>
              <a:rPr lang="en-US" altLang="zh-CN" dirty="0" err="1" smtClean="0"/>
              <a:t>inode</a:t>
            </a:r>
            <a:r>
              <a:rPr lang="en-US" altLang="zh-CN" dirty="0" smtClean="0"/>
              <a:t>*,</a:t>
            </a:r>
            <a:r>
              <a:rPr lang="en-US" altLang="zh-CN" dirty="0" err="1" smtClean="0"/>
              <a:t>struct</a:t>
            </a:r>
            <a:r>
              <a:rPr lang="en-US" altLang="zh-CN" dirty="0" smtClean="0"/>
              <a:t> file *)</a:t>
            </a:r>
          </a:p>
          <a:p>
            <a:pPr lvl="1" eaLnBrk="1" hangingPunct="1"/>
            <a:r>
              <a:rPr lang="zh-CN" altLang="en-US" dirty="0" smtClean="0"/>
              <a:t>统计计数，检查错误</a:t>
            </a:r>
          </a:p>
          <a:p>
            <a:pPr lvl="1" eaLnBrk="1" hangingPunct="1"/>
            <a:r>
              <a:rPr lang="zh-CN" altLang="en-US" dirty="0" smtClean="0"/>
              <a:t>申请资源</a:t>
            </a:r>
          </a:p>
          <a:p>
            <a:pPr lvl="1" eaLnBrk="1" hangingPunct="1"/>
            <a:r>
              <a:rPr lang="zh-CN" altLang="en-US" dirty="0" smtClean="0"/>
              <a:t>识别次设备号，如果必要，更新</a:t>
            </a:r>
            <a:r>
              <a:rPr lang="en-US" altLang="zh-CN" dirty="0" err="1" smtClean="0"/>
              <a:t>f_op</a:t>
            </a:r>
            <a:r>
              <a:rPr lang="zh-CN" altLang="en-US" dirty="0" smtClean="0"/>
              <a:t>指针</a:t>
            </a:r>
          </a:p>
          <a:p>
            <a:pPr lvl="1" eaLnBrk="1" hangingPunct="1"/>
            <a:endParaRPr lang="zh-CN" altLang="en-US" dirty="0" smtClean="0"/>
          </a:p>
          <a:p>
            <a:pPr eaLnBrk="1" hangingPunct="1"/>
            <a:r>
              <a:rPr lang="en-US" altLang="zh-CN" dirty="0" err="1" smtClean="0"/>
              <a:t>int</a:t>
            </a:r>
            <a:r>
              <a:rPr lang="en-US" altLang="zh-CN" smtClean="0"/>
              <a:t>(*release)(</a:t>
            </a:r>
            <a:r>
              <a:rPr lang="en-US" altLang="zh-CN" dirty="0" err="1" smtClean="0"/>
              <a:t>struct</a:t>
            </a:r>
            <a:r>
              <a:rPr lang="en-US" altLang="zh-CN" dirty="0" smtClean="0"/>
              <a:t> </a:t>
            </a:r>
            <a:r>
              <a:rPr lang="en-US" altLang="zh-CN" dirty="0" err="1" smtClean="0"/>
              <a:t>inode</a:t>
            </a:r>
            <a:r>
              <a:rPr lang="en-US" altLang="zh-CN" dirty="0" smtClean="0"/>
              <a:t>*,</a:t>
            </a:r>
            <a:r>
              <a:rPr lang="en-US" altLang="zh-CN" dirty="0" err="1" smtClean="0"/>
              <a:t>struct</a:t>
            </a:r>
            <a:r>
              <a:rPr lang="en-US" altLang="zh-CN" dirty="0" smtClean="0"/>
              <a:t> file*)</a:t>
            </a:r>
          </a:p>
          <a:p>
            <a:pPr lvl="1" eaLnBrk="1" hangingPunct="1"/>
            <a:r>
              <a:rPr lang="en-US" altLang="zh-CN" dirty="0" smtClean="0"/>
              <a:t>open</a:t>
            </a:r>
            <a:r>
              <a:rPr lang="zh-CN" altLang="en-US" dirty="0" smtClean="0"/>
              <a:t>逆操作</a:t>
            </a:r>
          </a:p>
        </p:txBody>
      </p:sp>
    </p:spTree>
    <p:extLst>
      <p:ext uri="{BB962C8B-B14F-4D97-AF65-F5344CB8AC3E}">
        <p14:creationId xmlns:p14="http://schemas.microsoft.com/office/powerpoint/2010/main" val="41271163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idx="4294967295"/>
          </p:nvPr>
        </p:nvSpPr>
        <p:spPr/>
        <p:txBody>
          <a:bodyPr lIns="92075" tIns="46038" rIns="92075" bIns="46038" anchor="ctr"/>
          <a:lstStyle/>
          <a:p>
            <a:pPr eaLnBrk="1" hangingPunct="1"/>
            <a:r>
              <a:rPr lang="en-US" altLang="zh-CN" dirty="0" err="1" smtClean="0"/>
              <a:t>file_operations</a:t>
            </a:r>
            <a:r>
              <a:rPr lang="zh-CN" altLang="en-US" dirty="0" smtClean="0"/>
              <a:t>（</a:t>
            </a:r>
            <a:r>
              <a:rPr lang="en-US" altLang="zh-CN" dirty="0" smtClean="0"/>
              <a:t>cont.</a:t>
            </a:r>
            <a:r>
              <a:rPr lang="zh-CN" altLang="en-US" dirty="0" smtClean="0"/>
              <a:t>）</a:t>
            </a:r>
            <a:endParaRPr lang="en-US" altLang="zh-CN" dirty="0" smtClean="0"/>
          </a:p>
        </p:txBody>
      </p:sp>
      <p:sp>
        <p:nvSpPr>
          <p:cNvPr id="39940" name="Rectangle 3"/>
          <p:cNvSpPr>
            <a:spLocks noGrp="1" noChangeArrowheads="1"/>
          </p:cNvSpPr>
          <p:nvPr>
            <p:ph type="body" idx="4294967295"/>
          </p:nvPr>
        </p:nvSpPr>
        <p:spPr/>
        <p:txBody>
          <a:bodyPr lIns="92075" tIns="46038" rIns="92075" bIns="46038"/>
          <a:lstStyle/>
          <a:p>
            <a:pPr eaLnBrk="1" hangingPunct="1"/>
            <a:r>
              <a:rPr lang="en-US" altLang="zh-CN" dirty="0" err="1" smtClean="0"/>
              <a:t>ssize_t</a:t>
            </a:r>
            <a:r>
              <a:rPr lang="en-US" altLang="zh-CN" dirty="0" smtClean="0"/>
              <a:t> (*read)(</a:t>
            </a:r>
            <a:r>
              <a:rPr lang="en-US" altLang="zh-CN" dirty="0" err="1" smtClean="0"/>
              <a:t>struct</a:t>
            </a:r>
            <a:r>
              <a:rPr lang="en-US" altLang="zh-CN" dirty="0" smtClean="0"/>
              <a:t> file*,char *,</a:t>
            </a:r>
            <a:r>
              <a:rPr lang="en-US" altLang="zh-CN" dirty="0" err="1" smtClean="0"/>
              <a:t>size_t,loff_t</a:t>
            </a:r>
            <a:r>
              <a:rPr lang="en-US" altLang="zh-CN" dirty="0" smtClean="0"/>
              <a:t>*)</a:t>
            </a:r>
          </a:p>
          <a:p>
            <a:pPr lvl="1" eaLnBrk="1" hangingPunct="1"/>
            <a:r>
              <a:rPr lang="zh-CN" altLang="en-US" dirty="0" smtClean="0"/>
              <a:t>用户空间和内核空间数据交互</a:t>
            </a:r>
          </a:p>
          <a:p>
            <a:pPr lvl="1" eaLnBrk="1" hangingPunct="1"/>
            <a:r>
              <a:rPr lang="zh-CN" altLang="en-US" dirty="0" smtClean="0"/>
              <a:t>用户空间指针和内核指针</a:t>
            </a:r>
          </a:p>
          <a:p>
            <a:pPr lvl="1" eaLnBrk="1" hangingPunct="1"/>
            <a:r>
              <a:rPr lang="zh-CN" altLang="en-US" dirty="0" smtClean="0"/>
              <a:t>驱动调用</a:t>
            </a:r>
            <a:r>
              <a:rPr lang="en-US" altLang="zh-CN" dirty="0" err="1" smtClean="0"/>
              <a:t>copy_to_user</a:t>
            </a:r>
            <a:r>
              <a:rPr lang="en-US" altLang="zh-CN" dirty="0" smtClean="0"/>
              <a:t>()</a:t>
            </a:r>
            <a:r>
              <a:rPr lang="zh-CN" altLang="en-US" dirty="0" smtClean="0"/>
              <a:t>将数据返回给用户</a:t>
            </a:r>
            <a:endParaRPr lang="en-US" altLang="zh-CN" dirty="0" smtClean="0"/>
          </a:p>
          <a:p>
            <a:pPr lvl="1" eaLnBrk="1" hangingPunct="1"/>
            <a:endParaRPr lang="zh-CN" altLang="en-US" dirty="0" smtClean="0"/>
          </a:p>
          <a:p>
            <a:pPr eaLnBrk="1" hangingPunct="1"/>
            <a:r>
              <a:rPr lang="en-US" altLang="zh-CN" dirty="0" err="1" smtClean="0"/>
              <a:t>ssize_t</a:t>
            </a:r>
            <a:r>
              <a:rPr lang="en-US" altLang="zh-CN" dirty="0" smtClean="0"/>
              <a:t>(*write)(</a:t>
            </a:r>
            <a:r>
              <a:rPr lang="en-US" altLang="zh-CN" dirty="0" err="1" smtClean="0"/>
              <a:t>struct</a:t>
            </a:r>
            <a:r>
              <a:rPr lang="en-US" altLang="zh-CN" dirty="0" smtClean="0"/>
              <a:t> file*,const char*,</a:t>
            </a:r>
            <a:r>
              <a:rPr lang="en-US" altLang="zh-CN" dirty="0" err="1" smtClean="0"/>
              <a:t>size_t,loff_t</a:t>
            </a:r>
            <a:r>
              <a:rPr lang="en-US" altLang="zh-CN" dirty="0" smtClean="0"/>
              <a:t>*)</a:t>
            </a:r>
          </a:p>
          <a:p>
            <a:pPr lvl="1" eaLnBrk="1" hangingPunct="1"/>
            <a:r>
              <a:rPr lang="zh-CN" altLang="en-US" dirty="0" smtClean="0"/>
              <a:t>调用</a:t>
            </a:r>
            <a:r>
              <a:rPr lang="en-US" altLang="zh-CN" dirty="0" err="1" smtClean="0"/>
              <a:t>copy_from_user</a:t>
            </a:r>
            <a:r>
              <a:rPr lang="en-US" altLang="zh-CN" dirty="0" smtClean="0"/>
              <a:t>()</a:t>
            </a:r>
            <a:r>
              <a:rPr lang="zh-CN" altLang="en-US" dirty="0" smtClean="0"/>
              <a:t>将用户数据拷贝到内核空间</a:t>
            </a:r>
            <a:r>
              <a:rPr lang="en-US" altLang="zh-CN" dirty="0" smtClean="0"/>
              <a:t>buffer</a:t>
            </a:r>
          </a:p>
        </p:txBody>
      </p:sp>
    </p:spTree>
    <p:extLst>
      <p:ext uri="{BB962C8B-B14F-4D97-AF65-F5344CB8AC3E}">
        <p14:creationId xmlns:p14="http://schemas.microsoft.com/office/powerpoint/2010/main" val="21127098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idx="4294967295"/>
          </p:nvPr>
        </p:nvSpPr>
        <p:spPr/>
        <p:txBody>
          <a:bodyPr lIns="92075" tIns="46038" rIns="92075" bIns="46038" anchor="ctr"/>
          <a:lstStyle/>
          <a:p>
            <a:pPr eaLnBrk="1" hangingPunct="1"/>
            <a:r>
              <a:rPr lang="en-US" altLang="zh-CN" dirty="0" err="1" smtClean="0"/>
              <a:t>file_operations</a:t>
            </a:r>
            <a:r>
              <a:rPr lang="zh-CN" altLang="en-US" dirty="0" smtClean="0"/>
              <a:t>（</a:t>
            </a:r>
            <a:r>
              <a:rPr lang="en-US" altLang="zh-CN" dirty="0" smtClean="0"/>
              <a:t>cont.</a:t>
            </a:r>
            <a:r>
              <a:rPr lang="zh-CN" altLang="en-US" dirty="0" smtClean="0"/>
              <a:t>）</a:t>
            </a:r>
            <a:endParaRPr lang="en-US" altLang="zh-CN" dirty="0" smtClean="0"/>
          </a:p>
        </p:txBody>
      </p:sp>
      <p:sp>
        <p:nvSpPr>
          <p:cNvPr id="40964" name="Rectangle 3"/>
          <p:cNvSpPr>
            <a:spLocks noGrp="1" noChangeArrowheads="1"/>
          </p:cNvSpPr>
          <p:nvPr>
            <p:ph type="body" idx="4294967295"/>
          </p:nvPr>
        </p:nvSpPr>
        <p:spPr>
          <a:xfrm>
            <a:off x="533400" y="1143000"/>
            <a:ext cx="7210425" cy="5181600"/>
          </a:xfrm>
        </p:spPr>
        <p:txBody>
          <a:bodyPr lIns="92075" tIns="46038" rIns="92075" bIns="46038"/>
          <a:lstStyle/>
          <a:p>
            <a:pPr eaLnBrk="1" hangingPunct="1"/>
            <a:r>
              <a:rPr lang="en-US" altLang="zh-CN" smtClean="0"/>
              <a:t>int (*mmap)(struct file*, struct vm_area_struct*)</a:t>
            </a:r>
          </a:p>
          <a:p>
            <a:pPr lvl="1" eaLnBrk="1" hangingPunct="1"/>
            <a:r>
              <a:rPr lang="zh-CN" altLang="en-US" smtClean="0"/>
              <a:t>驱动中提供该方法用于支持用户</a:t>
            </a:r>
            <a:r>
              <a:rPr lang="en-US" altLang="zh-CN" smtClean="0"/>
              <a:t>mmap</a:t>
            </a:r>
            <a:r>
              <a:rPr lang="zh-CN" altLang="en-US" smtClean="0"/>
              <a:t>操作</a:t>
            </a:r>
          </a:p>
          <a:p>
            <a:pPr lvl="1" eaLnBrk="1" hangingPunct="1"/>
            <a:r>
              <a:rPr lang="zh-CN" altLang="en-US" smtClean="0"/>
              <a:t>用户将设备内存区映射到进程的地址空间，直接操作该物理内存提高效率</a:t>
            </a:r>
          </a:p>
          <a:p>
            <a:pPr lvl="1" eaLnBrk="1" hangingPunct="1"/>
            <a:r>
              <a:rPr lang="zh-CN" altLang="en-US" smtClean="0"/>
              <a:t>典型例子：</a:t>
            </a:r>
            <a:r>
              <a:rPr lang="en-US" altLang="zh-CN" smtClean="0"/>
              <a:t>framebuffer</a:t>
            </a:r>
            <a:r>
              <a:rPr lang="zh-CN" altLang="en-US" smtClean="0"/>
              <a:t>，</a:t>
            </a:r>
            <a:r>
              <a:rPr lang="en-US" altLang="zh-CN" smtClean="0"/>
              <a:t>sound</a:t>
            </a:r>
            <a:r>
              <a:rPr lang="zh-CN" altLang="en-US" smtClean="0"/>
              <a:t>，</a:t>
            </a:r>
            <a:r>
              <a:rPr lang="en-US" altLang="zh-CN" smtClean="0"/>
              <a:t>capture</a:t>
            </a:r>
            <a:r>
              <a:rPr lang="zh-CN" altLang="en-US" smtClean="0"/>
              <a:t>等驱动</a:t>
            </a:r>
          </a:p>
        </p:txBody>
      </p:sp>
    </p:spTree>
    <p:extLst>
      <p:ext uri="{BB962C8B-B14F-4D97-AF65-F5344CB8AC3E}">
        <p14:creationId xmlns:p14="http://schemas.microsoft.com/office/powerpoint/2010/main" val="23071118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idx="4294967295"/>
          </p:nvPr>
        </p:nvSpPr>
        <p:spPr>
          <a:xfrm>
            <a:off x="457200" y="357165"/>
            <a:ext cx="8221663" cy="776309"/>
          </a:xfrm>
        </p:spPr>
        <p:txBody>
          <a:bodyPr lIns="92075" tIns="46038" rIns="92075" bIns="46038" anchor="ctr"/>
          <a:lstStyle/>
          <a:p>
            <a:pPr eaLnBrk="1" hangingPunct="1"/>
            <a:r>
              <a:rPr lang="en-US" altLang="zh-CN" dirty="0" err="1" smtClean="0"/>
              <a:t>file_operations</a:t>
            </a:r>
            <a:r>
              <a:rPr lang="zh-CN" altLang="en-US" dirty="0" smtClean="0"/>
              <a:t>（</a:t>
            </a:r>
            <a:r>
              <a:rPr lang="en-US" altLang="zh-CN" dirty="0" smtClean="0"/>
              <a:t>cont.</a:t>
            </a:r>
            <a:r>
              <a:rPr lang="zh-CN" altLang="en-US" dirty="0" smtClean="0"/>
              <a:t>）</a:t>
            </a:r>
            <a:endParaRPr lang="en-US" altLang="zh-CN" dirty="0" smtClean="0"/>
          </a:p>
        </p:txBody>
      </p:sp>
      <p:sp>
        <p:nvSpPr>
          <p:cNvPr id="41988" name="Rectangle 3"/>
          <p:cNvSpPr>
            <a:spLocks noGrp="1" noChangeArrowheads="1"/>
          </p:cNvSpPr>
          <p:nvPr>
            <p:ph type="body" idx="4294967295"/>
          </p:nvPr>
        </p:nvSpPr>
        <p:spPr/>
        <p:txBody>
          <a:bodyPr lIns="92075" tIns="46038" rIns="92075" bIns="46038"/>
          <a:lstStyle/>
          <a:p>
            <a:pPr eaLnBrk="1" hangingPunct="1"/>
            <a:r>
              <a:rPr lang="en-US" altLang="zh-CN" sz="2400" dirty="0" smtClean="0"/>
              <a:t>long (*</a:t>
            </a:r>
            <a:r>
              <a:rPr lang="en-US" altLang="zh-CN" sz="2400" dirty="0" err="1" smtClean="0"/>
              <a:t>unlocked_ioctl</a:t>
            </a:r>
            <a:r>
              <a:rPr lang="en-US" altLang="zh-CN" sz="2400" dirty="0" smtClean="0"/>
              <a:t>)(</a:t>
            </a:r>
            <a:r>
              <a:rPr lang="en-US" altLang="zh-CN" sz="2400" dirty="0" err="1" smtClean="0"/>
              <a:t>struct</a:t>
            </a:r>
            <a:r>
              <a:rPr lang="en-US" altLang="zh-CN" sz="2400" dirty="0" smtClean="0"/>
              <a:t> file*, unsigned </a:t>
            </a:r>
            <a:r>
              <a:rPr lang="en-US" altLang="zh-CN" sz="2400" dirty="0" err="1" smtClean="0"/>
              <a:t>int</a:t>
            </a:r>
            <a:r>
              <a:rPr lang="en-US" altLang="zh-CN" sz="2400" dirty="0" smtClean="0"/>
              <a:t> </a:t>
            </a:r>
            <a:r>
              <a:rPr lang="en-US" altLang="zh-CN" sz="2400" dirty="0" err="1" smtClean="0"/>
              <a:t>cmd</a:t>
            </a:r>
            <a:r>
              <a:rPr lang="en-US" altLang="zh-CN" sz="2400" dirty="0" smtClean="0"/>
              <a:t>, unsigned long </a:t>
            </a:r>
            <a:r>
              <a:rPr lang="en-US" altLang="zh-CN" sz="2400" dirty="0" err="1" smtClean="0">
                <a:solidFill>
                  <a:srgbClr val="FF0000"/>
                </a:solidFill>
              </a:rPr>
              <a:t>arg</a:t>
            </a:r>
            <a:r>
              <a:rPr lang="en-US" altLang="zh-CN" sz="2400" dirty="0" smtClean="0"/>
              <a:t>)</a:t>
            </a:r>
            <a:endParaRPr lang="en-US" altLang="zh-CN" sz="2000" dirty="0" smtClean="0"/>
          </a:p>
          <a:p>
            <a:pPr lvl="1" eaLnBrk="1" hangingPunct="1"/>
            <a:r>
              <a:rPr lang="zh-CN" altLang="en-US" dirty="0" smtClean="0"/>
              <a:t>驱动程序一般需支持通过</a:t>
            </a:r>
            <a:r>
              <a:rPr lang="en-US" altLang="zh-CN" dirty="0" err="1" smtClean="0"/>
              <a:t>ioctl</a:t>
            </a:r>
            <a:r>
              <a:rPr lang="zh-CN" altLang="en-US" dirty="0" smtClean="0"/>
              <a:t>实现各种控制与参数设置，如串口可设置波特率等多参数</a:t>
            </a:r>
          </a:p>
          <a:p>
            <a:pPr lvl="1" eaLnBrk="1" hangingPunct="1"/>
            <a:r>
              <a:rPr lang="en-US" altLang="zh-CN" dirty="0" err="1" smtClean="0"/>
              <a:t>cmd</a:t>
            </a:r>
            <a:r>
              <a:rPr lang="zh-CN" altLang="en-US" dirty="0" smtClean="0"/>
              <a:t>变量存放命令，驱动代码根据</a:t>
            </a:r>
            <a:r>
              <a:rPr lang="en-US" altLang="zh-CN" dirty="0" err="1" smtClean="0"/>
              <a:t>cmd</a:t>
            </a:r>
            <a:r>
              <a:rPr lang="zh-CN" altLang="en-US" dirty="0" smtClean="0"/>
              <a:t>里面的值进行</a:t>
            </a:r>
            <a:r>
              <a:rPr lang="en-US" altLang="zh-CN" dirty="0" smtClean="0"/>
              <a:t>switch-case</a:t>
            </a:r>
            <a:r>
              <a:rPr lang="zh-CN" altLang="en-US" dirty="0" smtClean="0"/>
              <a:t>处理分支</a:t>
            </a:r>
          </a:p>
          <a:p>
            <a:pPr lvl="1" eaLnBrk="1" hangingPunct="1"/>
            <a:r>
              <a:rPr lang="en-US" altLang="zh-CN" dirty="0" err="1" smtClean="0"/>
              <a:t>arg</a:t>
            </a:r>
            <a:r>
              <a:rPr lang="zh-CN" altLang="en-US" dirty="0" smtClean="0"/>
              <a:t>存放参数，如为整数，可直接使用。如为指针，驱动程序首先要检查指针的合法性</a:t>
            </a:r>
          </a:p>
          <a:p>
            <a:pPr lvl="2" eaLnBrk="1" hangingPunct="1"/>
            <a:r>
              <a:rPr lang="en-US" altLang="zh-CN" dirty="0" err="1" smtClean="0"/>
              <a:t>int</a:t>
            </a:r>
            <a:r>
              <a:rPr lang="en-US" altLang="zh-CN" dirty="0" smtClean="0"/>
              <a:t> </a:t>
            </a:r>
            <a:r>
              <a:rPr lang="en-US" altLang="zh-CN" dirty="0" err="1" smtClean="0"/>
              <a:t>access_ok</a:t>
            </a:r>
            <a:r>
              <a:rPr lang="en-US" altLang="zh-CN" dirty="0" smtClean="0"/>
              <a:t>(</a:t>
            </a:r>
            <a:r>
              <a:rPr lang="en-US" altLang="zh-CN" dirty="0" err="1" smtClean="0"/>
              <a:t>int</a:t>
            </a:r>
            <a:r>
              <a:rPr lang="en-US" altLang="zh-CN" dirty="0" smtClean="0"/>
              <a:t> type, const void *</a:t>
            </a:r>
            <a:r>
              <a:rPr lang="en-US" altLang="zh-CN" dirty="0" err="1" smtClean="0"/>
              <a:t>addr</a:t>
            </a:r>
            <a:r>
              <a:rPr lang="en-US" altLang="zh-CN" dirty="0" smtClean="0"/>
              <a:t>, unsigned long size); </a:t>
            </a:r>
            <a:r>
              <a:rPr lang="zh-CN" altLang="en-US" dirty="0" smtClean="0"/>
              <a:t>检查通过后可以使用</a:t>
            </a:r>
          </a:p>
          <a:p>
            <a:pPr lvl="1" eaLnBrk="1" hangingPunct="1"/>
            <a:r>
              <a:rPr lang="zh-CN" altLang="en-US" dirty="0" smtClean="0"/>
              <a:t>驱动程序还可通过</a:t>
            </a:r>
            <a:r>
              <a:rPr lang="en-US" altLang="zh-CN" dirty="0" err="1" smtClean="0"/>
              <a:t>int</a:t>
            </a:r>
            <a:r>
              <a:rPr lang="en-US" altLang="zh-CN" dirty="0" smtClean="0"/>
              <a:t> capable(</a:t>
            </a:r>
            <a:r>
              <a:rPr lang="en-US" altLang="zh-CN" dirty="0" err="1" smtClean="0"/>
              <a:t>int</a:t>
            </a:r>
            <a:r>
              <a:rPr lang="en-US" altLang="zh-CN" dirty="0" smtClean="0"/>
              <a:t> capability)</a:t>
            </a:r>
            <a:r>
              <a:rPr lang="zh-CN" altLang="en-US" dirty="0" smtClean="0"/>
              <a:t>函数来确定调用进程是否有权执行操作</a:t>
            </a:r>
          </a:p>
        </p:txBody>
      </p:sp>
    </p:spTree>
    <p:extLst>
      <p:ext uri="{BB962C8B-B14F-4D97-AF65-F5344CB8AC3E}">
        <p14:creationId xmlns:p14="http://schemas.microsoft.com/office/powerpoint/2010/main" val="29213854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idx="4294967295"/>
          </p:nvPr>
        </p:nvSpPr>
        <p:spPr/>
        <p:txBody>
          <a:bodyPr lIns="92075" tIns="46038" rIns="92075" bIns="46038" anchor="ctr"/>
          <a:lstStyle/>
          <a:p>
            <a:pPr eaLnBrk="1" hangingPunct="1"/>
            <a:r>
              <a:rPr lang="zh-CN" altLang="en-US" smtClean="0"/>
              <a:t>怎样使用</a:t>
            </a:r>
            <a:r>
              <a:rPr lang="en-US" altLang="zh-CN" smtClean="0"/>
              <a:t>ioctl</a:t>
            </a:r>
          </a:p>
        </p:txBody>
      </p:sp>
      <p:sp>
        <p:nvSpPr>
          <p:cNvPr id="43012" name="Rectangle 3"/>
          <p:cNvSpPr>
            <a:spLocks noGrp="1" noChangeArrowheads="1"/>
          </p:cNvSpPr>
          <p:nvPr>
            <p:ph type="body" idx="4294967295"/>
          </p:nvPr>
        </p:nvSpPr>
        <p:spPr>
          <a:xfrm>
            <a:off x="468313" y="1412875"/>
            <a:ext cx="8229600" cy="4910138"/>
          </a:xfrm>
        </p:spPr>
        <p:txBody>
          <a:bodyPr lIns="92075" tIns="46038" rIns="92075" bIns="46038"/>
          <a:lstStyle/>
          <a:p>
            <a:pPr eaLnBrk="1" hangingPunct="1"/>
            <a:r>
              <a:rPr lang="zh-CN" altLang="en-US" sz="2400" dirty="0" smtClean="0"/>
              <a:t>用户系统调用：</a:t>
            </a:r>
          </a:p>
          <a:p>
            <a:pPr eaLnBrk="1" hangingPunct="1">
              <a:buFont typeface="Wingdings 3" pitchFamily="18" charset="2"/>
              <a:buNone/>
            </a:pPr>
            <a:r>
              <a:rPr lang="zh-CN" altLang="en-US" dirty="0" smtClean="0"/>
              <a:t>	</a:t>
            </a:r>
            <a:r>
              <a:rPr lang="en-US" altLang="zh-CN" dirty="0" err="1" smtClean="0"/>
              <a:t>int</a:t>
            </a:r>
            <a:r>
              <a:rPr lang="en-US" altLang="zh-CN" dirty="0" smtClean="0"/>
              <a:t>  </a:t>
            </a:r>
            <a:r>
              <a:rPr lang="en-US" altLang="zh-CN" dirty="0" err="1" smtClean="0"/>
              <a:t>ioctl</a:t>
            </a:r>
            <a:r>
              <a:rPr lang="en-US" altLang="zh-CN" dirty="0" smtClean="0"/>
              <a:t>(</a:t>
            </a:r>
            <a:r>
              <a:rPr lang="en-US" altLang="zh-CN" dirty="0" err="1" smtClean="0"/>
              <a:t>int</a:t>
            </a:r>
            <a:r>
              <a:rPr lang="en-US" altLang="zh-CN" dirty="0" smtClean="0"/>
              <a:t> </a:t>
            </a:r>
            <a:r>
              <a:rPr lang="en-US" altLang="zh-CN" dirty="0" err="1" smtClean="0"/>
              <a:t>fd</a:t>
            </a:r>
            <a:r>
              <a:rPr lang="en-US" altLang="zh-CN" dirty="0" smtClean="0"/>
              <a:t>, </a:t>
            </a:r>
            <a:r>
              <a:rPr lang="en-US" altLang="zh-CN" dirty="0" err="1" smtClean="0"/>
              <a:t>int</a:t>
            </a:r>
            <a:r>
              <a:rPr lang="en-US" altLang="zh-CN" dirty="0" smtClean="0"/>
              <a:t> </a:t>
            </a:r>
            <a:r>
              <a:rPr lang="en-US" altLang="zh-CN" dirty="0" err="1" smtClean="0"/>
              <a:t>cmd</a:t>
            </a:r>
            <a:r>
              <a:rPr lang="en-US" altLang="zh-CN" dirty="0" smtClean="0"/>
              <a:t>, ...);</a:t>
            </a:r>
          </a:p>
          <a:p>
            <a:pPr eaLnBrk="1" hangingPunct="1">
              <a:buFont typeface="Wingdings 3" pitchFamily="18" charset="2"/>
              <a:buNone/>
            </a:pPr>
            <a:endParaRPr lang="en-US" altLang="zh-CN" dirty="0" smtClean="0"/>
          </a:p>
          <a:p>
            <a:pPr eaLnBrk="1" hangingPunct="1"/>
            <a:r>
              <a:rPr lang="en-US" altLang="zh-CN" sz="2400" dirty="0" err="1" smtClean="0"/>
              <a:t>cmd</a:t>
            </a:r>
            <a:r>
              <a:rPr lang="zh-CN" altLang="en-US" sz="2400" dirty="0" smtClean="0"/>
              <a:t>命令码格式</a:t>
            </a:r>
          </a:p>
          <a:p>
            <a:pPr lvl="1" eaLnBrk="1" hangingPunct="1"/>
            <a:r>
              <a:rPr lang="zh-CN" altLang="en-US" sz="2000" dirty="0" smtClean="0"/>
              <a:t>用户空间与</a:t>
            </a:r>
            <a:r>
              <a:rPr lang="en-US" altLang="zh-CN" sz="2000" dirty="0" smtClean="0"/>
              <a:t>Linux</a:t>
            </a:r>
            <a:r>
              <a:rPr lang="zh-CN" altLang="en-US" sz="2000" dirty="0" smtClean="0"/>
              <a:t>内核中定义需一致： </a:t>
            </a:r>
          </a:p>
          <a:p>
            <a:pPr eaLnBrk="1" hangingPunct="1">
              <a:buFont typeface="Wingdings 3" pitchFamily="18" charset="2"/>
              <a:buNone/>
            </a:pPr>
            <a:r>
              <a:rPr lang="zh-CN" altLang="en-US" sz="2000" dirty="0" smtClean="0"/>
              <a:t>     </a:t>
            </a:r>
            <a:r>
              <a:rPr lang="en-US" altLang="zh-CN" sz="1800" dirty="0" smtClean="0"/>
              <a:t>___________________________________</a:t>
            </a:r>
          </a:p>
          <a:p>
            <a:pPr eaLnBrk="1" hangingPunct="1">
              <a:buFont typeface="Wingdings 3" pitchFamily="18" charset="2"/>
              <a:buNone/>
            </a:pPr>
            <a:r>
              <a:rPr lang="en-US" altLang="zh-CN" sz="1800" dirty="0" smtClean="0"/>
              <a:t>      | </a:t>
            </a:r>
            <a:r>
              <a:rPr lang="zh-CN" altLang="en-US" sz="1800" dirty="0" smtClean="0"/>
              <a:t>设备类型 </a:t>
            </a:r>
            <a:r>
              <a:rPr lang="en-US" altLang="zh-CN" sz="1800" dirty="0" smtClean="0"/>
              <a:t>| </a:t>
            </a:r>
            <a:r>
              <a:rPr lang="zh-CN" altLang="en-US" sz="1800" dirty="0" smtClean="0"/>
              <a:t>序列号 </a:t>
            </a:r>
            <a:r>
              <a:rPr lang="en-US" altLang="zh-CN" sz="1800" dirty="0" smtClean="0"/>
              <a:t>| </a:t>
            </a:r>
            <a:r>
              <a:rPr lang="zh-CN" altLang="en-US" sz="1800" dirty="0" smtClean="0"/>
              <a:t>方向 </a:t>
            </a:r>
            <a:r>
              <a:rPr lang="en-US" altLang="zh-CN" sz="1800" dirty="0" smtClean="0"/>
              <a:t>|</a:t>
            </a:r>
            <a:r>
              <a:rPr lang="zh-CN" altLang="en-US" sz="1800" dirty="0" smtClean="0"/>
              <a:t>数据尺寸</a:t>
            </a:r>
            <a:r>
              <a:rPr lang="en-US" altLang="zh-CN" sz="1800" dirty="0" smtClean="0"/>
              <a:t>|</a:t>
            </a:r>
          </a:p>
          <a:p>
            <a:pPr eaLnBrk="1" hangingPunct="1">
              <a:buFont typeface="Wingdings 3" pitchFamily="18" charset="2"/>
              <a:buNone/>
            </a:pPr>
            <a:r>
              <a:rPr lang="en-US" altLang="zh-CN" sz="1800" dirty="0" smtClean="0"/>
              <a:t>      |----------    |--------    |------  |--------|</a:t>
            </a:r>
          </a:p>
          <a:p>
            <a:pPr eaLnBrk="1" hangingPunct="1">
              <a:buFont typeface="Wingdings 3" pitchFamily="18" charset="2"/>
              <a:buNone/>
            </a:pPr>
            <a:r>
              <a:rPr lang="en-US" altLang="zh-CN" sz="1800" dirty="0" smtClean="0"/>
              <a:t>      | 8 bit         |  8 bit      |2 bit  |8~14 bit|</a:t>
            </a:r>
          </a:p>
          <a:p>
            <a:pPr eaLnBrk="1" hangingPunct="1"/>
            <a:endParaRPr lang="en-US" altLang="zh-CN" dirty="0" smtClean="0"/>
          </a:p>
        </p:txBody>
      </p:sp>
    </p:spTree>
    <p:extLst>
      <p:ext uri="{BB962C8B-B14F-4D97-AF65-F5344CB8AC3E}">
        <p14:creationId xmlns:p14="http://schemas.microsoft.com/office/powerpoint/2010/main" val="35114575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p:cNvSpPr>
          <p:nvPr>
            <p:ph type="title"/>
          </p:nvPr>
        </p:nvSpPr>
        <p:spPr/>
        <p:txBody>
          <a:bodyPr/>
          <a:lstStyle/>
          <a:p>
            <a:pPr eaLnBrk="1" hangingPunct="1"/>
            <a:r>
              <a:rPr lang="en-US" altLang="zh-CN" dirty="0" err="1" smtClean="0"/>
              <a:t>ioctl</a:t>
            </a:r>
            <a:r>
              <a:rPr lang="zh-CN" altLang="en-US" dirty="0" smtClean="0"/>
              <a:t>权能和受限操作</a:t>
            </a:r>
          </a:p>
        </p:txBody>
      </p:sp>
      <p:sp>
        <p:nvSpPr>
          <p:cNvPr id="44036" name="Rectangle 3"/>
          <p:cNvSpPr>
            <a:spLocks noGrp="1"/>
          </p:cNvSpPr>
          <p:nvPr>
            <p:ph type="body" idx="1"/>
          </p:nvPr>
        </p:nvSpPr>
        <p:spPr>
          <a:xfrm>
            <a:off x="468313" y="1341438"/>
            <a:ext cx="8229600" cy="4910137"/>
          </a:xfrm>
        </p:spPr>
        <p:txBody>
          <a:bodyPr/>
          <a:lstStyle/>
          <a:p>
            <a:pPr eaLnBrk="1" hangingPunct="1"/>
            <a:r>
              <a:rPr lang="zh-CN" altLang="en-US" dirty="0" smtClean="0"/>
              <a:t>驱动程序的访问控制采用</a:t>
            </a:r>
            <a:r>
              <a:rPr lang="en-US" altLang="zh-CN" dirty="0" err="1" smtClean="0"/>
              <a:t>linux</a:t>
            </a:r>
            <a:r>
              <a:rPr lang="zh-CN" altLang="en-US" dirty="0" smtClean="0"/>
              <a:t>文件系统的权限机制</a:t>
            </a:r>
            <a:endParaRPr lang="en-US" altLang="zh-CN" dirty="0" smtClean="0"/>
          </a:p>
          <a:p>
            <a:pPr eaLnBrk="1" hangingPunct="1"/>
            <a:endParaRPr lang="zh-CN" altLang="en-US" dirty="0" smtClean="0"/>
          </a:p>
          <a:p>
            <a:pPr eaLnBrk="1" hangingPunct="1"/>
            <a:r>
              <a:rPr lang="zh-CN" altLang="en-US" dirty="0" smtClean="0"/>
              <a:t>可以采用权能机制来控制特殊的操作权限</a:t>
            </a:r>
            <a:endParaRPr lang="en-US" altLang="zh-CN" dirty="0" smtClean="0"/>
          </a:p>
          <a:p>
            <a:pPr eaLnBrk="1" hangingPunct="1"/>
            <a:endParaRPr lang="zh-CN" altLang="en-US" dirty="0" smtClean="0"/>
          </a:p>
          <a:p>
            <a:pPr eaLnBrk="1" hangingPunct="1"/>
            <a:r>
              <a:rPr lang="zh-CN" altLang="en-US" dirty="0" smtClean="0"/>
              <a:t>通过</a:t>
            </a:r>
            <a:r>
              <a:rPr lang="en-US" altLang="zh-CN" dirty="0" err="1" smtClean="0"/>
              <a:t>int</a:t>
            </a:r>
            <a:r>
              <a:rPr lang="en-US" altLang="zh-CN" dirty="0" smtClean="0"/>
              <a:t> capable(</a:t>
            </a:r>
            <a:r>
              <a:rPr lang="en-US" altLang="zh-CN" dirty="0" err="1" smtClean="0"/>
              <a:t>int</a:t>
            </a:r>
            <a:r>
              <a:rPr lang="en-US" altLang="zh-CN" dirty="0" smtClean="0"/>
              <a:t> capability);</a:t>
            </a:r>
            <a:r>
              <a:rPr lang="zh-CN" altLang="en-US" dirty="0" smtClean="0"/>
              <a:t>函数来检查调用进程权限</a:t>
            </a:r>
          </a:p>
        </p:txBody>
      </p:sp>
    </p:spTree>
    <p:extLst>
      <p:ext uri="{BB962C8B-B14F-4D97-AF65-F5344CB8AC3E}">
        <p14:creationId xmlns:p14="http://schemas.microsoft.com/office/powerpoint/2010/main" val="14345620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p:cNvSpPr>
          <p:nvPr>
            <p:ph type="title"/>
          </p:nvPr>
        </p:nvSpPr>
        <p:spPr/>
        <p:txBody>
          <a:bodyPr/>
          <a:lstStyle/>
          <a:p>
            <a:pPr eaLnBrk="1" hangingPunct="1"/>
            <a:r>
              <a:rPr lang="zh-CN" altLang="en-US" smtClean="0"/>
              <a:t>用</a:t>
            </a:r>
            <a:r>
              <a:rPr lang="en-US" altLang="zh-CN" smtClean="0"/>
              <a:t>ioctl</a:t>
            </a:r>
            <a:r>
              <a:rPr lang="zh-CN" altLang="en-US" smtClean="0"/>
              <a:t>控制驱动程序实例分析</a:t>
            </a:r>
          </a:p>
        </p:txBody>
      </p:sp>
      <p:sp>
        <p:nvSpPr>
          <p:cNvPr id="45060" name="Rectangle 3"/>
          <p:cNvSpPr>
            <a:spLocks noGrp="1"/>
          </p:cNvSpPr>
          <p:nvPr>
            <p:ph type="body" idx="1"/>
          </p:nvPr>
        </p:nvSpPr>
        <p:spPr>
          <a:xfrm>
            <a:off x="500034" y="1576390"/>
            <a:ext cx="8221663" cy="3852874"/>
          </a:xfrm>
        </p:spPr>
        <p:style>
          <a:lnRef idx="1">
            <a:schemeClr val="dk1"/>
          </a:lnRef>
          <a:fillRef idx="2">
            <a:schemeClr val="dk1"/>
          </a:fillRef>
          <a:effectRef idx="1">
            <a:schemeClr val="dk1"/>
          </a:effectRef>
          <a:fontRef idx="minor">
            <a:schemeClr val="dk1"/>
          </a:fontRef>
        </p:style>
        <p:txBody>
          <a:bodyPr/>
          <a:lstStyle/>
          <a:p>
            <a:pPr eaLnBrk="1" hangingPunct="1">
              <a:lnSpc>
                <a:spcPct val="80000"/>
              </a:lnSpc>
              <a:buNone/>
            </a:pPr>
            <a:endParaRPr lang="en-US" altLang="zh-CN" sz="1800" dirty="0" smtClean="0"/>
          </a:p>
          <a:p>
            <a:pPr eaLnBrk="1" hangingPunct="1">
              <a:lnSpc>
                <a:spcPct val="80000"/>
              </a:lnSpc>
              <a:buNone/>
            </a:pPr>
            <a:r>
              <a:rPr lang="en-US" altLang="zh-CN" sz="1800" dirty="0" smtClean="0"/>
              <a:t>long  </a:t>
            </a:r>
            <a:r>
              <a:rPr lang="en-US" altLang="zh-CN" sz="1800" dirty="0" err="1" smtClean="0"/>
              <a:t>scull_ioctl</a:t>
            </a:r>
            <a:r>
              <a:rPr lang="en-US" altLang="zh-CN" sz="1800" dirty="0" smtClean="0"/>
              <a:t>(</a:t>
            </a:r>
            <a:r>
              <a:rPr lang="en-US" altLang="zh-CN" sz="1800" dirty="0" err="1" smtClean="0"/>
              <a:t>struct</a:t>
            </a:r>
            <a:r>
              <a:rPr lang="en-US" altLang="zh-CN" sz="1800" dirty="0" smtClean="0"/>
              <a:t> file *</a:t>
            </a:r>
            <a:r>
              <a:rPr lang="en-US" altLang="zh-CN" sz="1800" dirty="0" err="1" smtClean="0"/>
              <a:t>filp</a:t>
            </a:r>
            <a:r>
              <a:rPr lang="en-US" altLang="zh-CN" sz="1800" dirty="0" smtClean="0"/>
              <a:t>,  unsigned </a:t>
            </a:r>
            <a:r>
              <a:rPr lang="en-US" altLang="zh-CN" sz="1800" dirty="0" err="1" smtClean="0"/>
              <a:t>int</a:t>
            </a:r>
            <a:r>
              <a:rPr lang="en-US" altLang="zh-CN" sz="1800" dirty="0" smtClean="0"/>
              <a:t> </a:t>
            </a:r>
            <a:r>
              <a:rPr lang="en-US" altLang="zh-CN" sz="1800" dirty="0" err="1" smtClean="0"/>
              <a:t>cmd</a:t>
            </a:r>
            <a:r>
              <a:rPr lang="en-US" altLang="zh-CN" sz="1800" dirty="0" smtClean="0"/>
              <a:t>,  unsigned long </a:t>
            </a:r>
            <a:r>
              <a:rPr lang="en-US" altLang="zh-CN" sz="1800" dirty="0" err="1" smtClean="0"/>
              <a:t>arg</a:t>
            </a:r>
            <a:r>
              <a:rPr lang="en-US" altLang="zh-CN" sz="1800" dirty="0" smtClean="0"/>
              <a:t>)</a:t>
            </a:r>
          </a:p>
          <a:p>
            <a:pPr eaLnBrk="1" hangingPunct="1">
              <a:lnSpc>
                <a:spcPct val="80000"/>
              </a:lnSpc>
              <a:buNone/>
            </a:pPr>
            <a:r>
              <a:rPr lang="en-US" altLang="zh-CN" sz="1800" dirty="0" smtClean="0"/>
              <a:t>{</a:t>
            </a:r>
          </a:p>
          <a:p>
            <a:pPr eaLnBrk="1" hangingPunct="1">
              <a:lnSpc>
                <a:spcPct val="80000"/>
              </a:lnSpc>
              <a:buNone/>
            </a:pPr>
            <a:r>
              <a:rPr lang="en-US" altLang="zh-CN" sz="1800" dirty="0" smtClean="0"/>
              <a:t>	</a:t>
            </a:r>
            <a:r>
              <a:rPr lang="en-US" altLang="zh-CN" sz="1800" dirty="0" err="1" smtClean="0"/>
              <a:t>int</a:t>
            </a:r>
            <a:r>
              <a:rPr lang="en-US" altLang="zh-CN" sz="1800" dirty="0" smtClean="0"/>
              <a:t> err = 0, </a:t>
            </a:r>
            <a:r>
              <a:rPr lang="en-US" altLang="zh-CN" sz="1800" dirty="0" err="1" smtClean="0"/>
              <a:t>tmp</a:t>
            </a:r>
            <a:r>
              <a:rPr lang="en-US" altLang="zh-CN" sz="1800" dirty="0" smtClean="0"/>
              <a:t>;</a:t>
            </a:r>
          </a:p>
          <a:p>
            <a:pPr eaLnBrk="1" hangingPunct="1">
              <a:lnSpc>
                <a:spcPct val="80000"/>
              </a:lnSpc>
              <a:buNone/>
            </a:pPr>
            <a:r>
              <a:rPr lang="en-US" altLang="zh-CN" sz="1800" dirty="0" smtClean="0"/>
              <a:t>	</a:t>
            </a:r>
            <a:r>
              <a:rPr lang="en-US" altLang="zh-CN" sz="1800" dirty="0" err="1" smtClean="0"/>
              <a:t>int</a:t>
            </a:r>
            <a:r>
              <a:rPr lang="en-US" altLang="zh-CN" sz="1800" dirty="0" smtClean="0"/>
              <a:t> </a:t>
            </a:r>
            <a:r>
              <a:rPr lang="en-US" altLang="zh-CN" sz="1800" dirty="0" err="1" smtClean="0"/>
              <a:t>retval</a:t>
            </a:r>
            <a:r>
              <a:rPr lang="en-US" altLang="zh-CN" sz="1800" dirty="0" smtClean="0"/>
              <a:t> = 0;    </a:t>
            </a:r>
          </a:p>
          <a:p>
            <a:pPr eaLnBrk="1" hangingPunct="1">
              <a:lnSpc>
                <a:spcPct val="80000"/>
              </a:lnSpc>
              <a:buNone/>
            </a:pPr>
            <a:endParaRPr lang="en-US" altLang="zh-CN" sz="1800" dirty="0" smtClean="0"/>
          </a:p>
          <a:p>
            <a:pPr eaLnBrk="1" hangingPunct="1">
              <a:lnSpc>
                <a:spcPct val="80000"/>
              </a:lnSpc>
              <a:buNone/>
            </a:pPr>
            <a:r>
              <a:rPr lang="en-US" altLang="zh-CN" sz="1800" dirty="0" smtClean="0"/>
              <a:t>	if (_IOC_DIR(</a:t>
            </a:r>
            <a:r>
              <a:rPr lang="en-US" altLang="zh-CN" sz="1800" dirty="0" err="1" smtClean="0"/>
              <a:t>cmd</a:t>
            </a:r>
            <a:r>
              <a:rPr lang="en-US" altLang="zh-CN" sz="1800" dirty="0" smtClean="0"/>
              <a:t>) &amp; _IOC_READ)</a:t>
            </a:r>
          </a:p>
          <a:p>
            <a:pPr eaLnBrk="1" hangingPunct="1">
              <a:lnSpc>
                <a:spcPct val="80000"/>
              </a:lnSpc>
              <a:buNone/>
            </a:pPr>
            <a:r>
              <a:rPr lang="en-US" altLang="zh-CN" sz="1800" dirty="0" smtClean="0"/>
              <a:t>		err = !</a:t>
            </a:r>
            <a:r>
              <a:rPr lang="en-US" altLang="zh-CN" sz="1800" dirty="0" err="1" smtClean="0"/>
              <a:t>access_ok</a:t>
            </a:r>
            <a:r>
              <a:rPr lang="en-US" altLang="zh-CN" sz="1800" dirty="0" smtClean="0"/>
              <a:t>(VERIFY_WRITE, (void __user *)</a:t>
            </a:r>
            <a:r>
              <a:rPr lang="en-US" altLang="zh-CN" sz="1800" dirty="0" err="1" smtClean="0"/>
              <a:t>arg</a:t>
            </a:r>
            <a:r>
              <a:rPr lang="en-US" altLang="zh-CN" sz="1800" dirty="0" smtClean="0"/>
              <a:t>, _IOC_SIZE(</a:t>
            </a:r>
            <a:r>
              <a:rPr lang="en-US" altLang="zh-CN" sz="1800" dirty="0" err="1" smtClean="0"/>
              <a:t>cmd</a:t>
            </a:r>
            <a:r>
              <a:rPr lang="en-US" altLang="zh-CN" sz="1800" dirty="0" smtClean="0"/>
              <a:t>));</a:t>
            </a:r>
          </a:p>
          <a:p>
            <a:pPr eaLnBrk="1" hangingPunct="1">
              <a:lnSpc>
                <a:spcPct val="80000"/>
              </a:lnSpc>
              <a:buNone/>
            </a:pPr>
            <a:r>
              <a:rPr lang="en-US" altLang="zh-CN" sz="1800" dirty="0" smtClean="0"/>
              <a:t>	else  if (_IOC_DIR(</a:t>
            </a:r>
            <a:r>
              <a:rPr lang="en-US" altLang="zh-CN" sz="1800" dirty="0" err="1" smtClean="0"/>
              <a:t>cmd</a:t>
            </a:r>
            <a:r>
              <a:rPr lang="en-US" altLang="zh-CN" sz="1800" dirty="0" smtClean="0"/>
              <a:t>) &amp; _IOC_WRITE)</a:t>
            </a:r>
          </a:p>
          <a:p>
            <a:pPr eaLnBrk="1" hangingPunct="1">
              <a:lnSpc>
                <a:spcPct val="80000"/>
              </a:lnSpc>
              <a:buNone/>
            </a:pPr>
            <a:r>
              <a:rPr lang="en-US" altLang="zh-CN" sz="1800" dirty="0" smtClean="0"/>
              <a:t>		err =  !</a:t>
            </a:r>
            <a:r>
              <a:rPr lang="en-US" altLang="zh-CN" sz="1800" dirty="0" err="1" smtClean="0"/>
              <a:t>access_ok</a:t>
            </a:r>
            <a:r>
              <a:rPr lang="en-US" altLang="zh-CN" sz="1800" dirty="0" smtClean="0"/>
              <a:t>(VERIFY_READ, (void __user *)</a:t>
            </a:r>
            <a:r>
              <a:rPr lang="en-US" altLang="zh-CN" sz="1800" dirty="0" err="1" smtClean="0"/>
              <a:t>arg</a:t>
            </a:r>
            <a:r>
              <a:rPr lang="en-US" altLang="zh-CN" sz="1800" dirty="0" smtClean="0"/>
              <a:t>, _IOC_SIZE(</a:t>
            </a:r>
            <a:r>
              <a:rPr lang="en-US" altLang="zh-CN" sz="1800" dirty="0" err="1" smtClean="0"/>
              <a:t>cmd</a:t>
            </a:r>
            <a:r>
              <a:rPr lang="en-US" altLang="zh-CN" sz="1800" dirty="0" smtClean="0"/>
              <a:t>));</a:t>
            </a:r>
          </a:p>
          <a:p>
            <a:pPr eaLnBrk="1" hangingPunct="1">
              <a:lnSpc>
                <a:spcPct val="80000"/>
              </a:lnSpc>
              <a:buNone/>
            </a:pPr>
            <a:r>
              <a:rPr lang="en-US" altLang="zh-CN" sz="1800" dirty="0" smtClean="0"/>
              <a:t>	if (err)  return -EFAULT;</a:t>
            </a:r>
            <a:endParaRPr lang="en-US" altLang="zh-CN" sz="1600" dirty="0" smtClean="0"/>
          </a:p>
          <a:p>
            <a:pPr eaLnBrk="1" hangingPunct="1">
              <a:lnSpc>
                <a:spcPct val="80000"/>
              </a:lnSpc>
            </a:pPr>
            <a:endParaRPr lang="en-US" altLang="zh-CN" sz="1600" dirty="0" smtClean="0"/>
          </a:p>
        </p:txBody>
      </p:sp>
    </p:spTree>
    <p:extLst>
      <p:ext uri="{BB962C8B-B14F-4D97-AF65-F5344CB8AC3E}">
        <p14:creationId xmlns:p14="http://schemas.microsoft.com/office/powerpoint/2010/main" val="15686012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p:cNvSpPr>
          <p:nvPr>
            <p:ph type="title"/>
          </p:nvPr>
        </p:nvSpPr>
        <p:spPr/>
        <p:txBody>
          <a:bodyPr/>
          <a:lstStyle/>
          <a:p>
            <a:pPr eaLnBrk="1" hangingPunct="1"/>
            <a:r>
              <a:rPr lang="zh-CN" altLang="en-US" smtClean="0"/>
              <a:t>用</a:t>
            </a:r>
            <a:r>
              <a:rPr lang="en-US" altLang="zh-CN" smtClean="0"/>
              <a:t>ioctl</a:t>
            </a:r>
            <a:r>
              <a:rPr lang="zh-CN" altLang="en-US" smtClean="0"/>
              <a:t>控制驱动程序实例分析</a:t>
            </a:r>
          </a:p>
        </p:txBody>
      </p:sp>
      <p:sp>
        <p:nvSpPr>
          <p:cNvPr id="46084" name="Rectangle 3"/>
          <p:cNvSpPr>
            <a:spLocks noGrp="1"/>
          </p:cNvSpPr>
          <p:nvPr>
            <p:ph type="body" idx="1"/>
          </p:nvPr>
        </p:nvSpPr>
        <p:spPr>
          <a:xfrm>
            <a:off x="457200" y="1219200"/>
            <a:ext cx="8229600" cy="5162550"/>
          </a:xfrm>
        </p:spPr>
        <p:style>
          <a:lnRef idx="1">
            <a:schemeClr val="dk1"/>
          </a:lnRef>
          <a:fillRef idx="2">
            <a:schemeClr val="dk1"/>
          </a:fillRef>
          <a:effectRef idx="1">
            <a:schemeClr val="dk1"/>
          </a:effectRef>
          <a:fontRef idx="minor">
            <a:schemeClr val="dk1"/>
          </a:fontRef>
        </p:style>
        <p:txBody>
          <a:bodyPr/>
          <a:lstStyle/>
          <a:p>
            <a:pPr eaLnBrk="1" hangingPunct="1">
              <a:lnSpc>
                <a:spcPct val="80000"/>
              </a:lnSpc>
            </a:pPr>
            <a:endParaRPr lang="en-US" altLang="zh-CN" sz="1800" dirty="0" smtClean="0"/>
          </a:p>
          <a:p>
            <a:pPr eaLnBrk="1" hangingPunct="1">
              <a:lnSpc>
                <a:spcPct val="70000"/>
              </a:lnSpc>
              <a:buNone/>
            </a:pPr>
            <a:r>
              <a:rPr lang="en-US" altLang="zh-CN" sz="1800" dirty="0" smtClean="0"/>
              <a:t>	 switch(</a:t>
            </a:r>
            <a:r>
              <a:rPr lang="en-US" altLang="zh-CN" sz="1800" dirty="0" err="1" smtClean="0"/>
              <a:t>cmd</a:t>
            </a:r>
            <a:r>
              <a:rPr lang="en-US" altLang="zh-CN" sz="1800" dirty="0" smtClean="0"/>
              <a:t>) {</a:t>
            </a:r>
          </a:p>
          <a:p>
            <a:pPr eaLnBrk="1" hangingPunct="1">
              <a:lnSpc>
                <a:spcPct val="70000"/>
              </a:lnSpc>
              <a:buNone/>
            </a:pPr>
            <a:endParaRPr lang="en-US" altLang="zh-CN" sz="1800" dirty="0" smtClean="0"/>
          </a:p>
          <a:p>
            <a:pPr eaLnBrk="1" hangingPunct="1">
              <a:lnSpc>
                <a:spcPct val="70000"/>
              </a:lnSpc>
              <a:buNone/>
            </a:pPr>
            <a:r>
              <a:rPr lang="en-US" altLang="zh-CN" sz="1800" dirty="0" smtClean="0"/>
              <a:t>		  case SCULL_IOCSQUANTUM: /* Set: </a:t>
            </a:r>
            <a:r>
              <a:rPr lang="en-US" altLang="zh-CN" sz="1800" dirty="0" err="1" smtClean="0"/>
              <a:t>arg</a:t>
            </a:r>
            <a:r>
              <a:rPr lang="en-US" altLang="zh-CN" sz="1800" dirty="0" smtClean="0"/>
              <a:t> points to the value */</a:t>
            </a:r>
          </a:p>
          <a:p>
            <a:pPr eaLnBrk="1" hangingPunct="1">
              <a:lnSpc>
                <a:spcPct val="70000"/>
              </a:lnSpc>
              <a:buNone/>
            </a:pPr>
            <a:r>
              <a:rPr lang="en-US" altLang="zh-CN" sz="1800" dirty="0" smtClean="0"/>
              <a:t>		      if (! capable (CAP_SYS_ADMIN))</a:t>
            </a:r>
          </a:p>
          <a:p>
            <a:pPr eaLnBrk="1" hangingPunct="1">
              <a:lnSpc>
                <a:spcPct val="70000"/>
              </a:lnSpc>
              <a:buNone/>
            </a:pPr>
            <a:r>
              <a:rPr lang="en-US" altLang="zh-CN" sz="1800" dirty="0" smtClean="0"/>
              <a:t>			  return -EPERM;</a:t>
            </a:r>
          </a:p>
          <a:p>
            <a:pPr eaLnBrk="1" hangingPunct="1">
              <a:lnSpc>
                <a:spcPct val="70000"/>
              </a:lnSpc>
              <a:buNone/>
            </a:pPr>
            <a:r>
              <a:rPr lang="en-US" altLang="zh-CN" sz="1800" dirty="0" smtClean="0"/>
              <a:t>		      </a:t>
            </a:r>
            <a:r>
              <a:rPr lang="en-US" altLang="zh-CN" sz="1800" dirty="0" err="1" smtClean="0"/>
              <a:t>retval</a:t>
            </a:r>
            <a:r>
              <a:rPr lang="en-US" altLang="zh-CN" sz="1800" dirty="0" smtClean="0"/>
              <a:t> = __</a:t>
            </a:r>
            <a:r>
              <a:rPr lang="en-US" altLang="zh-CN" sz="1800" dirty="0" err="1" smtClean="0"/>
              <a:t>get_user</a:t>
            </a:r>
            <a:r>
              <a:rPr lang="en-US" altLang="zh-CN" sz="1800" dirty="0" smtClean="0"/>
              <a:t>(</a:t>
            </a:r>
            <a:r>
              <a:rPr lang="en-US" altLang="zh-CN" sz="1800" dirty="0" err="1" smtClean="0"/>
              <a:t>scull_quantum</a:t>
            </a:r>
            <a:r>
              <a:rPr lang="en-US" altLang="zh-CN" sz="1800" dirty="0" smtClean="0"/>
              <a:t>, (</a:t>
            </a:r>
            <a:r>
              <a:rPr lang="en-US" altLang="zh-CN" sz="1800" dirty="0" err="1" smtClean="0"/>
              <a:t>int</a:t>
            </a:r>
            <a:r>
              <a:rPr lang="en-US" altLang="zh-CN" sz="1800" dirty="0" smtClean="0"/>
              <a:t> __user *)</a:t>
            </a:r>
            <a:r>
              <a:rPr lang="en-US" altLang="zh-CN" sz="1800" dirty="0" err="1" smtClean="0"/>
              <a:t>arg</a:t>
            </a:r>
            <a:r>
              <a:rPr lang="en-US" altLang="zh-CN" sz="1800" dirty="0" smtClean="0"/>
              <a:t>);</a:t>
            </a:r>
          </a:p>
          <a:p>
            <a:pPr eaLnBrk="1" hangingPunct="1">
              <a:lnSpc>
                <a:spcPct val="70000"/>
              </a:lnSpc>
              <a:buNone/>
            </a:pPr>
            <a:r>
              <a:rPr lang="en-US" altLang="zh-CN" sz="1800" dirty="0" smtClean="0"/>
              <a:t>		      break;</a:t>
            </a:r>
          </a:p>
          <a:p>
            <a:pPr eaLnBrk="1" hangingPunct="1">
              <a:lnSpc>
                <a:spcPct val="70000"/>
              </a:lnSpc>
              <a:buNone/>
            </a:pPr>
            <a:endParaRPr lang="en-US" altLang="zh-CN" sz="1800" dirty="0" smtClean="0"/>
          </a:p>
          <a:p>
            <a:pPr eaLnBrk="1" hangingPunct="1">
              <a:lnSpc>
                <a:spcPct val="70000"/>
              </a:lnSpc>
              <a:buNone/>
            </a:pPr>
            <a:r>
              <a:rPr lang="en-US" altLang="zh-CN" sz="1800" dirty="0" smtClean="0"/>
              <a:t>	     case SCULL_IOCTQUANTUM: /* Tell: </a:t>
            </a:r>
            <a:r>
              <a:rPr lang="en-US" altLang="zh-CN" sz="1800" dirty="0" err="1" smtClean="0"/>
              <a:t>arg</a:t>
            </a:r>
            <a:r>
              <a:rPr lang="en-US" altLang="zh-CN" sz="1800" dirty="0" smtClean="0"/>
              <a:t> is the value */</a:t>
            </a:r>
          </a:p>
          <a:p>
            <a:pPr eaLnBrk="1" hangingPunct="1">
              <a:lnSpc>
                <a:spcPct val="70000"/>
              </a:lnSpc>
              <a:buNone/>
            </a:pPr>
            <a:r>
              <a:rPr lang="en-US" altLang="zh-CN" sz="1800" dirty="0" smtClean="0"/>
              <a:t>		      if (! capable (CAP_SYS_ADMIN))</a:t>
            </a:r>
          </a:p>
          <a:p>
            <a:pPr eaLnBrk="1" hangingPunct="1">
              <a:lnSpc>
                <a:spcPct val="70000"/>
              </a:lnSpc>
              <a:buNone/>
            </a:pPr>
            <a:r>
              <a:rPr lang="en-US" altLang="zh-CN" sz="1800" dirty="0" smtClean="0"/>
              <a:t>			 return -EPERM;</a:t>
            </a:r>
          </a:p>
          <a:p>
            <a:pPr eaLnBrk="1" hangingPunct="1">
              <a:lnSpc>
                <a:spcPct val="70000"/>
              </a:lnSpc>
              <a:buNone/>
            </a:pPr>
            <a:r>
              <a:rPr lang="en-US" altLang="zh-CN" sz="1800" dirty="0" smtClean="0"/>
              <a:t>		      </a:t>
            </a:r>
            <a:r>
              <a:rPr lang="en-US" altLang="zh-CN" sz="1800" dirty="0" err="1" smtClean="0"/>
              <a:t>scull_quantum</a:t>
            </a:r>
            <a:r>
              <a:rPr lang="en-US" altLang="zh-CN" sz="1800" dirty="0" smtClean="0"/>
              <a:t> = </a:t>
            </a:r>
            <a:r>
              <a:rPr lang="en-US" altLang="zh-CN" sz="1800" dirty="0" err="1" smtClean="0"/>
              <a:t>arg</a:t>
            </a:r>
            <a:r>
              <a:rPr lang="en-US" altLang="zh-CN" sz="1800" dirty="0" smtClean="0"/>
              <a:t>;</a:t>
            </a:r>
          </a:p>
          <a:p>
            <a:pPr eaLnBrk="1" hangingPunct="1">
              <a:lnSpc>
                <a:spcPct val="70000"/>
              </a:lnSpc>
              <a:buNone/>
            </a:pPr>
            <a:r>
              <a:rPr lang="en-US" altLang="zh-CN" sz="1800" dirty="0" smtClean="0"/>
              <a:t>		      break;</a:t>
            </a:r>
          </a:p>
          <a:p>
            <a:pPr eaLnBrk="1" hangingPunct="1">
              <a:lnSpc>
                <a:spcPct val="70000"/>
              </a:lnSpc>
              <a:buNone/>
            </a:pPr>
            <a:endParaRPr lang="en-US" altLang="zh-CN" sz="1800" dirty="0" smtClean="0"/>
          </a:p>
          <a:p>
            <a:pPr eaLnBrk="1" hangingPunct="1">
              <a:lnSpc>
                <a:spcPct val="70000"/>
              </a:lnSpc>
              <a:buNone/>
            </a:pPr>
            <a:r>
              <a:rPr lang="en-US" altLang="zh-CN" sz="1800" dirty="0" smtClean="0"/>
              <a:t>	      case SCULL_IOCGQUANTUM: /* Get: </a:t>
            </a:r>
            <a:r>
              <a:rPr lang="en-US" altLang="zh-CN" sz="1800" dirty="0" err="1" smtClean="0"/>
              <a:t>arg</a:t>
            </a:r>
            <a:r>
              <a:rPr lang="en-US" altLang="zh-CN" sz="1800" dirty="0" smtClean="0"/>
              <a:t> is pointer to result */</a:t>
            </a:r>
          </a:p>
          <a:p>
            <a:pPr eaLnBrk="1" hangingPunct="1">
              <a:lnSpc>
                <a:spcPct val="70000"/>
              </a:lnSpc>
              <a:buNone/>
            </a:pPr>
            <a:r>
              <a:rPr lang="en-US" altLang="zh-CN" sz="1800" dirty="0" smtClean="0"/>
              <a:t>	          </a:t>
            </a:r>
            <a:r>
              <a:rPr lang="en-US" altLang="zh-CN" sz="1800" dirty="0" err="1" smtClean="0"/>
              <a:t>retval</a:t>
            </a:r>
            <a:r>
              <a:rPr lang="en-US" altLang="zh-CN" sz="1800" dirty="0" smtClean="0"/>
              <a:t> = __</a:t>
            </a:r>
            <a:r>
              <a:rPr lang="en-US" altLang="zh-CN" sz="1800" dirty="0" err="1" smtClean="0"/>
              <a:t>put_user</a:t>
            </a:r>
            <a:r>
              <a:rPr lang="en-US" altLang="zh-CN" sz="1800" dirty="0" smtClean="0"/>
              <a:t>(</a:t>
            </a:r>
            <a:r>
              <a:rPr lang="en-US" altLang="zh-CN" sz="1800" dirty="0" err="1" smtClean="0"/>
              <a:t>scull_quantum</a:t>
            </a:r>
            <a:r>
              <a:rPr lang="en-US" altLang="zh-CN" sz="1800" dirty="0" smtClean="0"/>
              <a:t>, (</a:t>
            </a:r>
            <a:r>
              <a:rPr lang="en-US" altLang="zh-CN" sz="1800" dirty="0" err="1" smtClean="0"/>
              <a:t>int</a:t>
            </a:r>
            <a:r>
              <a:rPr lang="en-US" altLang="zh-CN" sz="1800" dirty="0" smtClean="0"/>
              <a:t> __user *)</a:t>
            </a:r>
            <a:r>
              <a:rPr lang="en-US" altLang="zh-CN" sz="1800" dirty="0" err="1" smtClean="0"/>
              <a:t>arg</a:t>
            </a:r>
            <a:r>
              <a:rPr lang="en-US" altLang="zh-CN" sz="1800" dirty="0" smtClean="0"/>
              <a:t>);</a:t>
            </a:r>
          </a:p>
          <a:p>
            <a:pPr eaLnBrk="1" hangingPunct="1">
              <a:lnSpc>
                <a:spcPct val="70000"/>
              </a:lnSpc>
              <a:buNone/>
            </a:pPr>
            <a:r>
              <a:rPr lang="en-US" altLang="zh-CN" sz="1800" dirty="0" smtClean="0"/>
              <a:t>	          break;</a:t>
            </a:r>
          </a:p>
        </p:txBody>
      </p:sp>
    </p:spTree>
    <p:extLst>
      <p:ext uri="{BB962C8B-B14F-4D97-AF65-F5344CB8AC3E}">
        <p14:creationId xmlns:p14="http://schemas.microsoft.com/office/powerpoint/2010/main" val="42306052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p:cNvSpPr>
          <p:nvPr>
            <p:ph type="title"/>
          </p:nvPr>
        </p:nvSpPr>
        <p:spPr/>
        <p:txBody>
          <a:bodyPr/>
          <a:lstStyle/>
          <a:p>
            <a:pPr eaLnBrk="1" hangingPunct="1"/>
            <a:r>
              <a:rPr lang="zh-CN" altLang="en-US" smtClean="0"/>
              <a:t>模块加载与卸载函数模板</a:t>
            </a:r>
          </a:p>
        </p:txBody>
      </p:sp>
      <p:sp>
        <p:nvSpPr>
          <p:cNvPr id="52228" name="Rectangle 3"/>
          <p:cNvSpPr>
            <a:spLocks noGrp="1"/>
          </p:cNvSpPr>
          <p:nvPr>
            <p:ph type="body" idx="1"/>
          </p:nvPr>
        </p:nvSpPr>
        <p:spPr/>
        <p:style>
          <a:lnRef idx="1">
            <a:schemeClr val="dk1"/>
          </a:lnRef>
          <a:fillRef idx="2">
            <a:schemeClr val="dk1"/>
          </a:fillRef>
          <a:effectRef idx="1">
            <a:schemeClr val="dk1"/>
          </a:effectRef>
          <a:fontRef idx="minor">
            <a:schemeClr val="dk1"/>
          </a:fontRef>
        </p:style>
        <p:txBody>
          <a:bodyPr/>
          <a:lstStyle/>
          <a:p>
            <a:pPr eaLnBrk="1" hangingPunct="1">
              <a:lnSpc>
                <a:spcPct val="80000"/>
              </a:lnSpc>
              <a:buNone/>
            </a:pPr>
            <a:r>
              <a:rPr lang="en-US" altLang="zh-CN" sz="1400" dirty="0" smtClean="0"/>
              <a:t>	</a:t>
            </a:r>
            <a:r>
              <a:rPr lang="en-US" altLang="en-US" sz="1800" dirty="0" smtClean="0"/>
              <a:t> static </a:t>
            </a:r>
            <a:r>
              <a:rPr lang="en-US" altLang="en-US" sz="1800" dirty="0" err="1" smtClean="0"/>
              <a:t>int</a:t>
            </a:r>
            <a:r>
              <a:rPr lang="en-US" altLang="en-US" sz="1800" dirty="0" smtClean="0"/>
              <a:t> _ _init </a:t>
            </a:r>
            <a:r>
              <a:rPr lang="en-US" altLang="en-US" sz="1800" dirty="0" err="1" smtClean="0"/>
              <a:t>xxx_init</a:t>
            </a:r>
            <a:r>
              <a:rPr lang="en-US" altLang="en-US" sz="1800" dirty="0" smtClean="0"/>
              <a:t>(void) //</a:t>
            </a:r>
            <a:r>
              <a:rPr lang="en-US" altLang="en-US" sz="1800" dirty="0" err="1" smtClean="0"/>
              <a:t>设备驱动模块加载函数</a:t>
            </a:r>
            <a:endParaRPr lang="en-US" altLang="en-US" sz="1800" dirty="0" smtClean="0"/>
          </a:p>
          <a:p>
            <a:pPr eaLnBrk="1" hangingPunct="1">
              <a:lnSpc>
                <a:spcPct val="80000"/>
              </a:lnSpc>
              <a:buNone/>
            </a:pPr>
            <a:r>
              <a:rPr lang="zh-CN" altLang="en-US" sz="1800" dirty="0" smtClean="0"/>
              <a:t>     </a:t>
            </a:r>
            <a:r>
              <a:rPr lang="en-US" altLang="en-US" sz="1800" dirty="0" smtClean="0"/>
              <a:t> {</a:t>
            </a:r>
          </a:p>
          <a:p>
            <a:pPr eaLnBrk="1" hangingPunct="1">
              <a:lnSpc>
                <a:spcPct val="80000"/>
              </a:lnSpc>
              <a:buNone/>
            </a:pPr>
            <a:r>
              <a:rPr lang="en-US" altLang="en-US" sz="1800" dirty="0" smtClean="0"/>
              <a:t>             ...</a:t>
            </a:r>
          </a:p>
          <a:p>
            <a:pPr eaLnBrk="1" hangingPunct="1">
              <a:lnSpc>
                <a:spcPct val="80000"/>
              </a:lnSpc>
              <a:buNone/>
            </a:pPr>
            <a:r>
              <a:rPr lang="en-US" altLang="en-US" sz="1800" dirty="0" smtClean="0"/>
              <a:t>  </a:t>
            </a:r>
            <a:r>
              <a:rPr lang="zh-CN" altLang="en-US" sz="1800" dirty="0" smtClean="0"/>
              <a:t>       </a:t>
            </a:r>
            <a:r>
              <a:rPr lang="en-US" altLang="zh-CN" sz="1800" dirty="0" smtClean="0"/>
              <a:t>    </a:t>
            </a:r>
            <a:r>
              <a:rPr lang="en-US" altLang="en-US" sz="1800" dirty="0" err="1" smtClean="0"/>
              <a:t>register_chrdev_region</a:t>
            </a:r>
            <a:r>
              <a:rPr lang="en-US" altLang="en-US" sz="1800" dirty="0" smtClean="0"/>
              <a:t>(</a:t>
            </a:r>
            <a:r>
              <a:rPr lang="en-US" altLang="en-US" sz="1800" dirty="0" err="1" smtClean="0"/>
              <a:t>xxx_dev_no</a:t>
            </a:r>
            <a:r>
              <a:rPr lang="en-US" altLang="en-US" sz="1800" dirty="0" smtClean="0"/>
              <a:t>, 1, DEV_NAME);</a:t>
            </a:r>
          </a:p>
          <a:p>
            <a:pPr eaLnBrk="1" hangingPunct="1">
              <a:lnSpc>
                <a:spcPct val="80000"/>
              </a:lnSpc>
              <a:buNone/>
            </a:pPr>
            <a:r>
              <a:rPr lang="en-US" altLang="zh-CN" sz="1800" dirty="0" smtClean="0"/>
              <a:t> 		     </a:t>
            </a:r>
            <a:r>
              <a:rPr lang="en-US" altLang="en-US" sz="1800" dirty="0" err="1" smtClean="0"/>
              <a:t>cdev_init</a:t>
            </a:r>
            <a:r>
              <a:rPr lang="en-US" altLang="en-US" sz="1800" dirty="0" smtClean="0"/>
              <a:t>(&amp;</a:t>
            </a:r>
            <a:r>
              <a:rPr lang="en-US" altLang="en-US" sz="1800" dirty="0" err="1" smtClean="0"/>
              <a:t>xxx_cdev</a:t>
            </a:r>
            <a:r>
              <a:rPr lang="en-US" altLang="en-US" sz="1800" dirty="0" smtClean="0"/>
              <a:t>, &amp;</a:t>
            </a:r>
            <a:r>
              <a:rPr lang="en-US" altLang="en-US" sz="1800" dirty="0" err="1" smtClean="0"/>
              <a:t>xxx_fops</a:t>
            </a:r>
            <a:r>
              <a:rPr lang="en-US" altLang="en-US" sz="1800" dirty="0" smtClean="0"/>
              <a:t>); //</a:t>
            </a:r>
            <a:r>
              <a:rPr lang="en-US" altLang="en-US" sz="1800" dirty="0" err="1" smtClean="0"/>
              <a:t>初始化cdev</a:t>
            </a:r>
            <a:endParaRPr lang="en-US" altLang="en-US" sz="1800" dirty="0" smtClean="0"/>
          </a:p>
          <a:p>
            <a:pPr eaLnBrk="1" hangingPunct="1">
              <a:lnSpc>
                <a:spcPct val="80000"/>
              </a:lnSpc>
              <a:buNone/>
            </a:pPr>
            <a:r>
              <a:rPr lang="en-US" altLang="zh-CN" sz="1800" dirty="0" smtClean="0"/>
              <a:t>             </a:t>
            </a:r>
            <a:r>
              <a:rPr lang="en-US" altLang="en-US" sz="1800" dirty="0" err="1" smtClean="0"/>
              <a:t>xxx_cdev.owner</a:t>
            </a:r>
            <a:r>
              <a:rPr lang="en-US" altLang="en-US" sz="1800" dirty="0" smtClean="0"/>
              <a:t> = THIS_MODULE;</a:t>
            </a:r>
          </a:p>
          <a:p>
            <a:pPr eaLnBrk="1" hangingPunct="1">
              <a:lnSpc>
                <a:spcPct val="80000"/>
              </a:lnSpc>
              <a:buNone/>
            </a:pPr>
            <a:r>
              <a:rPr lang="en-US" altLang="en-US" sz="1800" dirty="0" smtClean="0"/>
              <a:t>             ret = </a:t>
            </a:r>
            <a:r>
              <a:rPr lang="en-US" altLang="en-US" sz="1800" dirty="0" err="1" smtClean="0"/>
              <a:t>cdev_add</a:t>
            </a:r>
            <a:r>
              <a:rPr lang="en-US" altLang="en-US" sz="1800" dirty="0" smtClean="0"/>
              <a:t>(&amp;</a:t>
            </a:r>
            <a:r>
              <a:rPr lang="en-US" altLang="en-US" sz="1800" dirty="0" err="1" smtClean="0"/>
              <a:t>xxx_cdev</a:t>
            </a:r>
            <a:r>
              <a:rPr lang="en-US" altLang="en-US" sz="1800" dirty="0" smtClean="0"/>
              <a:t>, </a:t>
            </a:r>
            <a:r>
              <a:rPr lang="en-US" altLang="en-US" sz="1800" dirty="0" err="1" smtClean="0"/>
              <a:t>xxx_dev_no</a:t>
            </a:r>
            <a:r>
              <a:rPr lang="en-US" altLang="en-US" sz="1800" dirty="0" smtClean="0"/>
              <a:t>, 1); //</a:t>
            </a:r>
            <a:r>
              <a:rPr lang="en-US" altLang="en-US" sz="1800" dirty="0" err="1" smtClean="0"/>
              <a:t>注册</a:t>
            </a:r>
            <a:r>
              <a:rPr lang="zh-CN" altLang="en-US" sz="1800" dirty="0" smtClean="0"/>
              <a:t>字符</a:t>
            </a:r>
            <a:r>
              <a:rPr lang="en-US" altLang="en-US" sz="1800" dirty="0" err="1" smtClean="0"/>
              <a:t>设备</a:t>
            </a:r>
            <a:r>
              <a:rPr lang="en-US" altLang="en-US" sz="1800" dirty="0" smtClean="0"/>
              <a:t> </a:t>
            </a:r>
            <a:endParaRPr lang="en-US" altLang="zh-CN" sz="1800" dirty="0" smtClean="0"/>
          </a:p>
          <a:p>
            <a:pPr eaLnBrk="1" hangingPunct="1">
              <a:lnSpc>
                <a:spcPct val="80000"/>
              </a:lnSpc>
              <a:buNone/>
            </a:pPr>
            <a:r>
              <a:rPr lang="en-US" altLang="zh-CN" sz="1800" dirty="0" smtClean="0"/>
              <a:t>             </a:t>
            </a:r>
            <a:r>
              <a:rPr lang="en-US" altLang="en-US" sz="1800" dirty="0" smtClean="0"/>
              <a:t>...</a:t>
            </a:r>
          </a:p>
          <a:p>
            <a:pPr eaLnBrk="1" hangingPunct="1">
              <a:lnSpc>
                <a:spcPct val="80000"/>
              </a:lnSpc>
              <a:buNone/>
            </a:pPr>
            <a:r>
              <a:rPr lang="en-US" altLang="en-US" sz="1800" dirty="0" smtClean="0"/>
              <a:t>      }</a:t>
            </a:r>
          </a:p>
          <a:p>
            <a:pPr eaLnBrk="1" hangingPunct="1">
              <a:lnSpc>
                <a:spcPct val="80000"/>
              </a:lnSpc>
              <a:buNone/>
            </a:pPr>
            <a:endParaRPr lang="en-US" altLang="en-US" sz="1800" dirty="0" smtClean="0"/>
          </a:p>
          <a:p>
            <a:pPr eaLnBrk="1" hangingPunct="1">
              <a:lnSpc>
                <a:spcPct val="80000"/>
              </a:lnSpc>
              <a:buNone/>
            </a:pPr>
            <a:r>
              <a:rPr lang="en-US" altLang="zh-CN" sz="1800" dirty="0" smtClean="0"/>
              <a:t>	</a:t>
            </a:r>
            <a:r>
              <a:rPr lang="en-US" altLang="en-US" sz="1800" dirty="0" smtClean="0"/>
              <a:t>static void _ _exit </a:t>
            </a:r>
            <a:r>
              <a:rPr lang="en-US" altLang="en-US" sz="1800" dirty="0" err="1" smtClean="0"/>
              <a:t>xxx_exit</a:t>
            </a:r>
            <a:r>
              <a:rPr lang="en-US" altLang="en-US" sz="1800" dirty="0" smtClean="0"/>
              <a:t>(void) /*</a:t>
            </a:r>
            <a:r>
              <a:rPr lang="en-US" altLang="en-US" sz="1800" dirty="0" err="1" smtClean="0"/>
              <a:t>设备驱动模块卸载函数</a:t>
            </a:r>
            <a:r>
              <a:rPr lang="en-US" altLang="en-US" sz="1800" dirty="0" smtClean="0"/>
              <a:t>*/</a:t>
            </a:r>
          </a:p>
          <a:p>
            <a:pPr eaLnBrk="1" hangingPunct="1">
              <a:lnSpc>
                <a:spcPct val="80000"/>
              </a:lnSpc>
              <a:buNone/>
            </a:pPr>
            <a:r>
              <a:rPr lang="en-US" altLang="zh-CN" sz="1800" dirty="0" smtClean="0"/>
              <a:t>	</a:t>
            </a:r>
            <a:r>
              <a:rPr lang="en-US" altLang="en-US" sz="1800" dirty="0" smtClean="0"/>
              <a:t>{</a:t>
            </a:r>
          </a:p>
          <a:p>
            <a:pPr eaLnBrk="1" hangingPunct="1">
              <a:lnSpc>
                <a:spcPct val="80000"/>
              </a:lnSpc>
              <a:buNone/>
            </a:pPr>
            <a:r>
              <a:rPr lang="zh-CN" altLang="en-US" sz="1800" dirty="0" smtClean="0"/>
              <a:t>              </a:t>
            </a:r>
            <a:r>
              <a:rPr lang="en-US" altLang="en-US" sz="1800" dirty="0" err="1" smtClean="0"/>
              <a:t>cdev_del</a:t>
            </a:r>
            <a:r>
              <a:rPr lang="en-US" altLang="en-US" sz="1800" dirty="0" smtClean="0"/>
              <a:t>(&amp;</a:t>
            </a:r>
            <a:r>
              <a:rPr lang="en-US" altLang="en-US" sz="1800" dirty="0" err="1" smtClean="0"/>
              <a:t>xxx_cdev</a:t>
            </a:r>
            <a:r>
              <a:rPr lang="en-US" altLang="en-US" sz="1800" dirty="0" smtClean="0"/>
              <a:t>); //</a:t>
            </a:r>
            <a:r>
              <a:rPr lang="en-US" altLang="en-US" sz="1800" dirty="0" err="1" smtClean="0"/>
              <a:t>注销</a:t>
            </a:r>
            <a:r>
              <a:rPr lang="zh-CN" altLang="en-US" sz="1800" dirty="0" smtClean="0"/>
              <a:t>字符</a:t>
            </a:r>
            <a:r>
              <a:rPr lang="en-US" altLang="en-US" sz="1800" dirty="0" err="1" smtClean="0"/>
              <a:t>设备</a:t>
            </a:r>
            <a:endParaRPr lang="en-US" altLang="en-US" sz="1800" dirty="0" smtClean="0"/>
          </a:p>
          <a:p>
            <a:pPr eaLnBrk="1" hangingPunct="1">
              <a:lnSpc>
                <a:spcPct val="80000"/>
              </a:lnSpc>
              <a:buNone/>
            </a:pPr>
            <a:r>
              <a:rPr lang="en-US" altLang="en-US" sz="1800" dirty="0" smtClean="0"/>
              <a:t>  </a:t>
            </a:r>
            <a:r>
              <a:rPr lang="en-US" altLang="zh-CN" sz="1800" dirty="0" smtClean="0"/>
              <a:t>           </a:t>
            </a:r>
            <a:r>
              <a:rPr lang="en-US" altLang="en-US" sz="1800" dirty="0" smtClean="0"/>
              <a:t> </a:t>
            </a:r>
            <a:r>
              <a:rPr lang="en-US" altLang="en-US" sz="1800" dirty="0" err="1" smtClean="0"/>
              <a:t>unregister_chrdev_region</a:t>
            </a:r>
            <a:r>
              <a:rPr lang="en-US" altLang="en-US" sz="1800" dirty="0" smtClean="0"/>
              <a:t>(</a:t>
            </a:r>
            <a:r>
              <a:rPr lang="en-US" altLang="en-US" sz="1800" dirty="0" err="1" smtClean="0"/>
              <a:t>xxx_dev_no</a:t>
            </a:r>
            <a:r>
              <a:rPr lang="en-US" altLang="en-US" sz="1800" dirty="0" smtClean="0"/>
              <a:t>, 1); //</a:t>
            </a:r>
            <a:r>
              <a:rPr lang="en-US" altLang="en-US" sz="1800" dirty="0" err="1" smtClean="0"/>
              <a:t>释放占用的设备号</a:t>
            </a:r>
            <a:endParaRPr lang="en-US" altLang="en-US" sz="1800" dirty="0" smtClean="0"/>
          </a:p>
          <a:p>
            <a:pPr eaLnBrk="1" hangingPunct="1">
              <a:lnSpc>
                <a:spcPct val="80000"/>
              </a:lnSpc>
              <a:buNone/>
            </a:pPr>
            <a:r>
              <a:rPr lang="en-US" altLang="en-US" sz="1800" dirty="0" smtClean="0"/>
              <a:t>       }</a:t>
            </a:r>
            <a:endParaRPr lang="en-US" altLang="zh-CN" sz="1800" dirty="0" smtClean="0"/>
          </a:p>
        </p:txBody>
      </p:sp>
    </p:spTree>
    <p:extLst>
      <p:ext uri="{BB962C8B-B14F-4D97-AF65-F5344CB8AC3E}">
        <p14:creationId xmlns:p14="http://schemas.microsoft.com/office/powerpoint/2010/main" val="34417578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ChangeArrowheads="1"/>
          </p:cNvSpPr>
          <p:nvPr/>
        </p:nvSpPr>
        <p:spPr bwMode="auto">
          <a:xfrm>
            <a:off x="457200" y="1371600"/>
            <a:ext cx="7772400" cy="4800600"/>
          </a:xfrm>
          <a:prstGeom prst="rect">
            <a:avLst/>
          </a:prstGeom>
          <a:noFill/>
          <a:ln w="9525" algn="ctr">
            <a:solidFill>
              <a:schemeClr val="tx1"/>
            </a:solidFill>
            <a:miter lim="800000"/>
            <a:headEnd/>
            <a:tailEnd/>
          </a:ln>
          <a:effectLst/>
        </p:spPr>
        <p:txBody>
          <a:bodyPr wrap="none" anchor="ctr"/>
          <a:lstStyle/>
          <a:p>
            <a:endParaRPr lang="zh-CN" altLang="en-US">
              <a:solidFill>
                <a:srgbClr val="FFFFFF"/>
              </a:solidFill>
            </a:endParaRPr>
          </a:p>
        </p:txBody>
      </p:sp>
      <p:sp>
        <p:nvSpPr>
          <p:cNvPr id="53252" name="Rectangle 3"/>
          <p:cNvSpPr>
            <a:spLocks noGrp="1"/>
          </p:cNvSpPr>
          <p:nvPr>
            <p:ph type="title"/>
          </p:nvPr>
        </p:nvSpPr>
        <p:spPr/>
        <p:txBody>
          <a:bodyPr/>
          <a:lstStyle/>
          <a:p>
            <a:pPr eaLnBrk="1" hangingPunct="1"/>
            <a:r>
              <a:rPr lang="zh-CN" altLang="en-US" smtClean="0"/>
              <a:t>读、写、</a:t>
            </a:r>
            <a:r>
              <a:rPr lang="en-US" altLang="zh-CN" smtClean="0"/>
              <a:t>I/O</a:t>
            </a:r>
            <a:r>
              <a:rPr lang="zh-CN" altLang="en-US" smtClean="0"/>
              <a:t>控制函数模板</a:t>
            </a:r>
          </a:p>
        </p:txBody>
      </p:sp>
      <p:sp>
        <p:nvSpPr>
          <p:cNvPr id="53253" name="Rectangle 4"/>
          <p:cNvSpPr>
            <a:spLocks noGrp="1"/>
          </p:cNvSpPr>
          <p:nvPr>
            <p:ph type="body" idx="1"/>
          </p:nvPr>
        </p:nvSpPr>
        <p:spPr>
          <a:xfrm>
            <a:off x="457200" y="1219200"/>
            <a:ext cx="8221663" cy="4924444"/>
          </a:xfrm>
        </p:spPr>
        <p:style>
          <a:lnRef idx="1">
            <a:schemeClr val="dk1"/>
          </a:lnRef>
          <a:fillRef idx="2">
            <a:schemeClr val="dk1"/>
          </a:fillRef>
          <a:effectRef idx="1">
            <a:schemeClr val="dk1"/>
          </a:effectRef>
          <a:fontRef idx="minor">
            <a:schemeClr val="dk1"/>
          </a:fontRef>
        </p:style>
        <p:txBody>
          <a:bodyPr/>
          <a:lstStyle/>
          <a:p>
            <a:pPr eaLnBrk="1" hangingPunct="1">
              <a:lnSpc>
                <a:spcPct val="80000"/>
              </a:lnSpc>
              <a:buFont typeface="Wingdings 3" pitchFamily="18" charset="2"/>
              <a:buNone/>
            </a:pPr>
            <a:endParaRPr lang="en-US" altLang="zh-CN" sz="1000" dirty="0" smtClean="0"/>
          </a:p>
          <a:p>
            <a:pPr eaLnBrk="1" hangingPunct="1">
              <a:lnSpc>
                <a:spcPct val="80000"/>
              </a:lnSpc>
              <a:buFont typeface="Wingdings 3" pitchFamily="18" charset="2"/>
              <a:buNone/>
            </a:pPr>
            <a:r>
              <a:rPr lang="en-US" altLang="zh-CN" sz="1800" dirty="0" smtClean="0"/>
              <a:t>/* </a:t>
            </a:r>
            <a:r>
              <a:rPr lang="zh-CN" altLang="en-US" sz="1800" dirty="0" smtClean="0"/>
              <a:t>读设备*</a:t>
            </a:r>
            <a:r>
              <a:rPr lang="en-US" altLang="zh-CN" sz="1800" dirty="0" smtClean="0"/>
              <a:t>/</a:t>
            </a:r>
          </a:p>
          <a:p>
            <a:pPr eaLnBrk="1" hangingPunct="1">
              <a:lnSpc>
                <a:spcPct val="80000"/>
              </a:lnSpc>
              <a:buFont typeface="Wingdings 3" pitchFamily="18" charset="2"/>
              <a:buNone/>
            </a:pPr>
            <a:r>
              <a:rPr lang="en-US" altLang="zh-CN" sz="1800" dirty="0" err="1" smtClean="0"/>
              <a:t>ssize_t</a:t>
            </a:r>
            <a:r>
              <a:rPr lang="en-US" altLang="zh-CN" sz="1800" dirty="0" smtClean="0"/>
              <a:t>  </a:t>
            </a:r>
            <a:r>
              <a:rPr lang="en-US" altLang="zh-CN" sz="1800" dirty="0" err="1" smtClean="0"/>
              <a:t>xxx_read</a:t>
            </a:r>
            <a:r>
              <a:rPr lang="en-US" altLang="zh-CN" sz="1800" dirty="0" smtClean="0"/>
              <a:t>(</a:t>
            </a:r>
            <a:r>
              <a:rPr lang="en-US" altLang="zh-CN" sz="1800" dirty="0" err="1" smtClean="0"/>
              <a:t>struct</a:t>
            </a:r>
            <a:r>
              <a:rPr lang="en-US" altLang="zh-CN" sz="1800" dirty="0" smtClean="0"/>
              <a:t> file *</a:t>
            </a:r>
            <a:r>
              <a:rPr lang="en-US" altLang="zh-CN" sz="1800" dirty="0" err="1" smtClean="0"/>
              <a:t>filp</a:t>
            </a:r>
            <a:r>
              <a:rPr lang="en-US" altLang="zh-CN" sz="1800" dirty="0" smtClean="0"/>
              <a:t>, char _ _user *</a:t>
            </a:r>
            <a:r>
              <a:rPr lang="en-US" altLang="zh-CN" sz="1800" dirty="0" err="1" smtClean="0"/>
              <a:t>buf</a:t>
            </a:r>
            <a:r>
              <a:rPr lang="en-US" altLang="zh-CN" sz="1800" dirty="0" smtClean="0"/>
              <a:t>, </a:t>
            </a:r>
            <a:r>
              <a:rPr lang="en-US" altLang="zh-CN" sz="1800" dirty="0" err="1" smtClean="0"/>
              <a:t>size_t</a:t>
            </a:r>
            <a:r>
              <a:rPr lang="en-US" altLang="zh-CN" sz="1800" dirty="0" smtClean="0"/>
              <a:t> count, </a:t>
            </a:r>
            <a:r>
              <a:rPr lang="en-US" altLang="zh-CN" sz="1800" dirty="0" err="1" smtClean="0"/>
              <a:t>loff_t</a:t>
            </a:r>
            <a:r>
              <a:rPr lang="en-US" altLang="zh-CN" sz="1800" dirty="0" smtClean="0"/>
              <a:t>*</a:t>
            </a:r>
            <a:r>
              <a:rPr lang="en-US" altLang="zh-CN" sz="1800" dirty="0" err="1" smtClean="0"/>
              <a:t>f_pos</a:t>
            </a:r>
            <a:r>
              <a:rPr lang="en-US" altLang="zh-CN" sz="1800" dirty="0" smtClean="0"/>
              <a:t>)</a:t>
            </a:r>
          </a:p>
          <a:p>
            <a:pPr eaLnBrk="1" hangingPunct="1">
              <a:lnSpc>
                <a:spcPct val="80000"/>
              </a:lnSpc>
              <a:buFont typeface="Wingdings 3" pitchFamily="18" charset="2"/>
              <a:buNone/>
            </a:pPr>
            <a:r>
              <a:rPr lang="en-US" altLang="zh-CN" sz="1800" dirty="0" smtClean="0"/>
              <a:t>{    </a:t>
            </a:r>
          </a:p>
          <a:p>
            <a:pPr eaLnBrk="1" hangingPunct="1">
              <a:lnSpc>
                <a:spcPct val="80000"/>
              </a:lnSpc>
              <a:buFont typeface="Wingdings 3" pitchFamily="18" charset="2"/>
              <a:buNone/>
            </a:pPr>
            <a:r>
              <a:rPr lang="en-US" altLang="zh-CN" sz="1800" dirty="0" smtClean="0">
                <a:latin typeface="Arial" charset="0"/>
              </a:rPr>
              <a:t>     …</a:t>
            </a:r>
            <a:r>
              <a:rPr lang="en-US" altLang="zh-CN" sz="1800" dirty="0" smtClean="0"/>
              <a:t>       </a:t>
            </a:r>
          </a:p>
          <a:p>
            <a:pPr eaLnBrk="1" hangingPunct="1">
              <a:lnSpc>
                <a:spcPct val="80000"/>
              </a:lnSpc>
              <a:buFont typeface="Wingdings 3" pitchFamily="18" charset="2"/>
              <a:buNone/>
            </a:pPr>
            <a:r>
              <a:rPr lang="en-US" altLang="zh-CN" sz="1800" dirty="0" smtClean="0"/>
              <a:t>     </a:t>
            </a:r>
            <a:r>
              <a:rPr lang="en-US" altLang="zh-CN" sz="1800" dirty="0" err="1" smtClean="0"/>
              <a:t>copy_to_user</a:t>
            </a:r>
            <a:r>
              <a:rPr lang="en-US" altLang="zh-CN" sz="1800" dirty="0" smtClean="0"/>
              <a:t>(</a:t>
            </a:r>
            <a:r>
              <a:rPr lang="en-US" altLang="zh-CN" sz="1800" dirty="0" err="1" smtClean="0"/>
              <a:t>buf</a:t>
            </a:r>
            <a:r>
              <a:rPr lang="en-US" altLang="zh-CN" sz="1800" dirty="0" smtClean="0"/>
              <a:t>, ..., ...);   </a:t>
            </a:r>
          </a:p>
          <a:p>
            <a:pPr eaLnBrk="1" hangingPunct="1">
              <a:lnSpc>
                <a:spcPct val="80000"/>
              </a:lnSpc>
              <a:buFont typeface="Wingdings 3" pitchFamily="18" charset="2"/>
              <a:buNone/>
            </a:pPr>
            <a:r>
              <a:rPr lang="en-US" altLang="zh-CN" sz="1800" dirty="0" smtClean="0">
                <a:latin typeface="Arial" charset="0"/>
              </a:rPr>
              <a:t>     …</a:t>
            </a:r>
            <a:r>
              <a:rPr lang="en-US" altLang="zh-CN" sz="1800" dirty="0" smtClean="0"/>
              <a:t>        </a:t>
            </a:r>
          </a:p>
          <a:p>
            <a:pPr eaLnBrk="1" hangingPunct="1">
              <a:lnSpc>
                <a:spcPct val="80000"/>
              </a:lnSpc>
              <a:buFont typeface="Wingdings 3" pitchFamily="18" charset="2"/>
              <a:buNone/>
            </a:pPr>
            <a:r>
              <a:rPr lang="en-US" altLang="zh-CN" sz="1800" dirty="0" smtClean="0"/>
              <a:t>}</a:t>
            </a:r>
          </a:p>
          <a:p>
            <a:pPr eaLnBrk="1" hangingPunct="1">
              <a:lnSpc>
                <a:spcPct val="80000"/>
              </a:lnSpc>
              <a:buFont typeface="Wingdings 3" pitchFamily="18" charset="2"/>
              <a:buNone/>
            </a:pPr>
            <a:r>
              <a:rPr lang="en-US" altLang="zh-CN" sz="1800" dirty="0" smtClean="0"/>
              <a:t>      </a:t>
            </a:r>
          </a:p>
          <a:p>
            <a:pPr eaLnBrk="1" hangingPunct="1">
              <a:lnSpc>
                <a:spcPct val="80000"/>
              </a:lnSpc>
              <a:buFont typeface="Wingdings 3" pitchFamily="18" charset="2"/>
              <a:buNone/>
            </a:pPr>
            <a:r>
              <a:rPr lang="en-US" altLang="zh-CN" sz="1800" dirty="0" smtClean="0"/>
              <a:t>/* </a:t>
            </a:r>
            <a:r>
              <a:rPr lang="zh-CN" altLang="en-US" sz="1800" dirty="0" smtClean="0"/>
              <a:t>写设备*</a:t>
            </a:r>
            <a:r>
              <a:rPr lang="en-US" altLang="zh-CN" sz="1800" dirty="0" smtClean="0"/>
              <a:t>/</a:t>
            </a:r>
          </a:p>
          <a:p>
            <a:pPr eaLnBrk="1" hangingPunct="1">
              <a:lnSpc>
                <a:spcPct val="80000"/>
              </a:lnSpc>
              <a:buFont typeface="Wingdings 3" pitchFamily="18" charset="2"/>
              <a:buNone/>
            </a:pPr>
            <a:r>
              <a:rPr lang="en-US" altLang="zh-CN" sz="1800" dirty="0" err="1" smtClean="0"/>
              <a:t>ssize_t</a:t>
            </a:r>
            <a:r>
              <a:rPr lang="en-US" altLang="zh-CN" sz="1800" dirty="0" smtClean="0"/>
              <a:t>  </a:t>
            </a:r>
            <a:r>
              <a:rPr lang="en-US" altLang="zh-CN" sz="1800" dirty="0" err="1" smtClean="0"/>
              <a:t>xxx_write</a:t>
            </a:r>
            <a:r>
              <a:rPr lang="en-US" altLang="zh-CN" sz="1800" dirty="0" smtClean="0"/>
              <a:t>(</a:t>
            </a:r>
            <a:r>
              <a:rPr lang="en-US" altLang="zh-CN" sz="1800" dirty="0" err="1" smtClean="0"/>
              <a:t>struct</a:t>
            </a:r>
            <a:r>
              <a:rPr lang="en-US" altLang="zh-CN" sz="1800" dirty="0" smtClean="0"/>
              <a:t> file *</a:t>
            </a:r>
            <a:r>
              <a:rPr lang="en-US" altLang="zh-CN" sz="1800" dirty="0" err="1" smtClean="0"/>
              <a:t>filp</a:t>
            </a:r>
            <a:r>
              <a:rPr lang="en-US" altLang="zh-CN" sz="1800" dirty="0" smtClean="0"/>
              <a:t>, const char _ _user *</a:t>
            </a:r>
            <a:r>
              <a:rPr lang="en-US" altLang="zh-CN" sz="1800" dirty="0" err="1" smtClean="0"/>
              <a:t>buf</a:t>
            </a:r>
            <a:r>
              <a:rPr lang="en-US" altLang="zh-CN" sz="1800" dirty="0" smtClean="0"/>
              <a:t>, </a:t>
            </a:r>
            <a:r>
              <a:rPr lang="en-US" altLang="zh-CN" sz="1800" dirty="0" err="1" smtClean="0"/>
              <a:t>size_t</a:t>
            </a:r>
            <a:r>
              <a:rPr lang="en-US" altLang="zh-CN" sz="1800" dirty="0" smtClean="0"/>
              <a:t> count, </a:t>
            </a:r>
            <a:r>
              <a:rPr lang="en-US" altLang="zh-CN" sz="1800" dirty="0" err="1" smtClean="0"/>
              <a:t>loff_t</a:t>
            </a:r>
            <a:r>
              <a:rPr lang="en-US" altLang="zh-CN" sz="1800" dirty="0" smtClean="0"/>
              <a:t> *</a:t>
            </a:r>
            <a:r>
              <a:rPr lang="en-US" altLang="zh-CN" sz="1800" dirty="0" err="1" smtClean="0"/>
              <a:t>f_pos</a:t>
            </a:r>
            <a:r>
              <a:rPr lang="en-US" altLang="zh-CN" sz="1800" dirty="0" smtClean="0"/>
              <a:t>)</a:t>
            </a:r>
          </a:p>
          <a:p>
            <a:pPr eaLnBrk="1" hangingPunct="1">
              <a:lnSpc>
                <a:spcPct val="80000"/>
              </a:lnSpc>
              <a:buFont typeface="Wingdings 3" pitchFamily="18" charset="2"/>
              <a:buNone/>
            </a:pPr>
            <a:r>
              <a:rPr lang="en-US" altLang="zh-CN" sz="1800" dirty="0" smtClean="0"/>
              <a:t>{ </a:t>
            </a:r>
          </a:p>
          <a:p>
            <a:pPr eaLnBrk="1" hangingPunct="1">
              <a:lnSpc>
                <a:spcPct val="80000"/>
              </a:lnSpc>
              <a:buFont typeface="Wingdings 3" pitchFamily="18" charset="2"/>
              <a:buNone/>
            </a:pPr>
            <a:r>
              <a:rPr lang="en-US" altLang="zh-CN" sz="1800" dirty="0" smtClean="0"/>
              <a:t>     ...         </a:t>
            </a:r>
          </a:p>
          <a:p>
            <a:pPr eaLnBrk="1" hangingPunct="1">
              <a:lnSpc>
                <a:spcPct val="80000"/>
              </a:lnSpc>
              <a:buFont typeface="Wingdings 3" pitchFamily="18" charset="2"/>
              <a:buNone/>
            </a:pPr>
            <a:r>
              <a:rPr lang="en-US" altLang="zh-CN" sz="1800" dirty="0" smtClean="0"/>
              <a:t>     </a:t>
            </a:r>
            <a:r>
              <a:rPr lang="en-US" altLang="zh-CN" sz="1800" dirty="0" err="1" smtClean="0"/>
              <a:t>copy_from_user</a:t>
            </a:r>
            <a:r>
              <a:rPr lang="en-US" altLang="zh-CN" sz="1800" dirty="0" smtClean="0"/>
              <a:t>(..., </a:t>
            </a:r>
            <a:r>
              <a:rPr lang="en-US" altLang="zh-CN" sz="1800" dirty="0" err="1" smtClean="0"/>
              <a:t>buf</a:t>
            </a:r>
            <a:r>
              <a:rPr lang="en-US" altLang="zh-CN" sz="1800" dirty="0" smtClean="0"/>
              <a:t>, ...);      </a:t>
            </a:r>
          </a:p>
          <a:p>
            <a:pPr eaLnBrk="1" hangingPunct="1">
              <a:lnSpc>
                <a:spcPct val="80000"/>
              </a:lnSpc>
              <a:buFont typeface="Wingdings 3" pitchFamily="18" charset="2"/>
              <a:buNone/>
            </a:pPr>
            <a:r>
              <a:rPr lang="en-US" altLang="zh-CN" sz="1800" dirty="0" smtClean="0"/>
              <a:t>     ...</a:t>
            </a:r>
          </a:p>
          <a:p>
            <a:pPr eaLnBrk="1" hangingPunct="1">
              <a:lnSpc>
                <a:spcPct val="80000"/>
              </a:lnSpc>
              <a:buFont typeface="Wingdings 3" pitchFamily="18" charset="2"/>
              <a:buNone/>
            </a:pPr>
            <a:r>
              <a:rPr lang="en-US" altLang="zh-CN" sz="1800" dirty="0" smtClean="0"/>
              <a:t> }</a:t>
            </a:r>
          </a:p>
          <a:p>
            <a:pPr eaLnBrk="1" hangingPunct="1">
              <a:lnSpc>
                <a:spcPct val="80000"/>
              </a:lnSpc>
              <a:buFont typeface="Wingdings 3" pitchFamily="18" charset="2"/>
              <a:buNone/>
            </a:pPr>
            <a:r>
              <a:rPr lang="en-US" altLang="zh-CN" sz="1800" dirty="0" smtClean="0"/>
              <a:t>	</a:t>
            </a:r>
            <a:endParaRPr lang="en-US" altLang="zh-CN" sz="1400" dirty="0" smtClean="0"/>
          </a:p>
          <a:p>
            <a:pPr eaLnBrk="1" hangingPunct="1">
              <a:lnSpc>
                <a:spcPct val="80000"/>
              </a:lnSpc>
              <a:buFont typeface="Wingdings 3" pitchFamily="18" charset="2"/>
              <a:buNone/>
            </a:pPr>
            <a:r>
              <a:rPr lang="en-US" altLang="zh-CN" sz="1400" dirty="0" smtClean="0"/>
              <a:t>	</a:t>
            </a:r>
          </a:p>
        </p:txBody>
      </p:sp>
    </p:spTree>
    <p:extLst>
      <p:ext uri="{BB962C8B-B14F-4D97-AF65-F5344CB8AC3E}">
        <p14:creationId xmlns:p14="http://schemas.microsoft.com/office/powerpoint/2010/main" val="38256573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ChangeArrowheads="1"/>
          </p:cNvSpPr>
          <p:nvPr/>
        </p:nvSpPr>
        <p:spPr bwMode="auto">
          <a:xfrm>
            <a:off x="457200" y="1371600"/>
            <a:ext cx="7772400" cy="4800600"/>
          </a:xfrm>
          <a:prstGeom prst="rect">
            <a:avLst/>
          </a:prstGeom>
          <a:noFill/>
          <a:ln w="9525" algn="ctr">
            <a:solidFill>
              <a:schemeClr val="tx1"/>
            </a:solidFill>
            <a:miter lim="800000"/>
            <a:headEnd/>
            <a:tailEnd/>
          </a:ln>
          <a:effectLst/>
        </p:spPr>
        <p:txBody>
          <a:bodyPr wrap="none" anchor="ctr"/>
          <a:lstStyle/>
          <a:p>
            <a:endParaRPr lang="zh-CN" altLang="en-US">
              <a:solidFill>
                <a:srgbClr val="FFFFFF"/>
              </a:solidFill>
            </a:endParaRPr>
          </a:p>
        </p:txBody>
      </p:sp>
      <p:sp>
        <p:nvSpPr>
          <p:cNvPr id="53252" name="Rectangle 3"/>
          <p:cNvSpPr>
            <a:spLocks noGrp="1"/>
          </p:cNvSpPr>
          <p:nvPr>
            <p:ph type="title"/>
          </p:nvPr>
        </p:nvSpPr>
        <p:spPr/>
        <p:txBody>
          <a:bodyPr/>
          <a:lstStyle/>
          <a:p>
            <a:pPr eaLnBrk="1" hangingPunct="1"/>
            <a:r>
              <a:rPr lang="zh-CN" altLang="en-US" smtClean="0"/>
              <a:t>读、写、</a:t>
            </a:r>
            <a:r>
              <a:rPr lang="en-US" altLang="zh-CN" smtClean="0"/>
              <a:t>I/O</a:t>
            </a:r>
            <a:r>
              <a:rPr lang="zh-CN" altLang="en-US" smtClean="0"/>
              <a:t>控制函数模板</a:t>
            </a:r>
          </a:p>
        </p:txBody>
      </p:sp>
      <p:sp>
        <p:nvSpPr>
          <p:cNvPr id="53253" name="Rectangle 4"/>
          <p:cNvSpPr>
            <a:spLocks noGrp="1"/>
          </p:cNvSpPr>
          <p:nvPr>
            <p:ph type="body" idx="1"/>
          </p:nvPr>
        </p:nvSpPr>
        <p:spPr>
          <a:xfrm>
            <a:off x="457200" y="1219200"/>
            <a:ext cx="8221663" cy="4924444"/>
          </a:xfrm>
        </p:spPr>
        <p:style>
          <a:lnRef idx="1">
            <a:schemeClr val="dk1"/>
          </a:lnRef>
          <a:fillRef idx="2">
            <a:schemeClr val="dk1"/>
          </a:fillRef>
          <a:effectRef idx="1">
            <a:schemeClr val="dk1"/>
          </a:effectRef>
          <a:fontRef idx="minor">
            <a:schemeClr val="dk1"/>
          </a:fontRef>
        </p:style>
        <p:txBody>
          <a:bodyPr/>
          <a:lstStyle/>
          <a:p>
            <a:pPr eaLnBrk="1" hangingPunct="1">
              <a:lnSpc>
                <a:spcPct val="80000"/>
              </a:lnSpc>
              <a:buFont typeface="Wingdings 3" pitchFamily="18" charset="2"/>
              <a:buNone/>
            </a:pPr>
            <a:endParaRPr lang="en-US" altLang="zh-CN" sz="1800" dirty="0" smtClean="0"/>
          </a:p>
          <a:p>
            <a:pPr eaLnBrk="1" hangingPunct="1">
              <a:lnSpc>
                <a:spcPct val="80000"/>
              </a:lnSpc>
              <a:buFont typeface="Wingdings 3" pitchFamily="18" charset="2"/>
              <a:buNone/>
            </a:pPr>
            <a:r>
              <a:rPr lang="en-US" altLang="zh-CN" sz="1800" dirty="0" smtClean="0"/>
              <a:t>	long  </a:t>
            </a:r>
            <a:r>
              <a:rPr lang="en-US" altLang="zh-CN" sz="1800" dirty="0" err="1" smtClean="0"/>
              <a:t>xxx_ioctl</a:t>
            </a:r>
            <a:r>
              <a:rPr lang="en-US" altLang="zh-CN" sz="1800" dirty="0" smtClean="0"/>
              <a:t>(</a:t>
            </a:r>
            <a:r>
              <a:rPr lang="en-US" altLang="zh-CN" sz="1800" dirty="0" err="1" smtClean="0"/>
              <a:t>struct</a:t>
            </a:r>
            <a:r>
              <a:rPr lang="en-US" altLang="zh-CN" sz="1800" dirty="0" smtClean="0"/>
              <a:t> file *</a:t>
            </a:r>
            <a:r>
              <a:rPr lang="en-US" altLang="zh-CN" sz="1800" dirty="0" err="1" smtClean="0"/>
              <a:t>filp</a:t>
            </a:r>
            <a:r>
              <a:rPr lang="en-US" altLang="zh-CN" sz="1800" dirty="0" smtClean="0"/>
              <a:t>, unsigned </a:t>
            </a:r>
            <a:r>
              <a:rPr lang="en-US" altLang="zh-CN" sz="1800" dirty="0" err="1" smtClean="0"/>
              <a:t>int</a:t>
            </a:r>
            <a:r>
              <a:rPr lang="en-US" altLang="zh-CN" sz="1800" dirty="0" smtClean="0"/>
              <a:t> </a:t>
            </a:r>
            <a:r>
              <a:rPr lang="en-US" altLang="zh-CN" sz="1800" dirty="0" err="1" smtClean="0"/>
              <a:t>cmd</a:t>
            </a:r>
            <a:r>
              <a:rPr lang="en-US" altLang="zh-CN" sz="1800" dirty="0" smtClean="0"/>
              <a:t>, unsigned long </a:t>
            </a:r>
            <a:r>
              <a:rPr lang="en-US" altLang="zh-CN" sz="1800" dirty="0" err="1" smtClean="0"/>
              <a:t>arg</a:t>
            </a:r>
            <a:r>
              <a:rPr lang="en-US" altLang="zh-CN" sz="1800" dirty="0" smtClean="0"/>
              <a:t>)</a:t>
            </a:r>
          </a:p>
          <a:p>
            <a:pPr eaLnBrk="1" hangingPunct="1">
              <a:lnSpc>
                <a:spcPct val="80000"/>
              </a:lnSpc>
              <a:buFont typeface="Wingdings 3" pitchFamily="18" charset="2"/>
              <a:buNone/>
            </a:pPr>
            <a:r>
              <a:rPr lang="en-US" altLang="zh-CN" sz="1800" dirty="0" smtClean="0"/>
              <a:t>	{ </a:t>
            </a:r>
          </a:p>
          <a:p>
            <a:pPr eaLnBrk="1" hangingPunct="1">
              <a:lnSpc>
                <a:spcPct val="80000"/>
              </a:lnSpc>
              <a:buFont typeface="Wingdings 3" pitchFamily="18" charset="2"/>
              <a:buNone/>
            </a:pPr>
            <a:r>
              <a:rPr lang="en-US" altLang="zh-CN" sz="1800" dirty="0" smtClean="0"/>
              <a:t>            ...</a:t>
            </a:r>
          </a:p>
          <a:p>
            <a:pPr eaLnBrk="1" hangingPunct="1">
              <a:lnSpc>
                <a:spcPct val="80000"/>
              </a:lnSpc>
              <a:buFont typeface="Wingdings 3" pitchFamily="18" charset="2"/>
              <a:buNone/>
            </a:pPr>
            <a:r>
              <a:rPr lang="en-US" altLang="zh-CN" sz="1800" dirty="0" smtClean="0"/>
              <a:t>	       switch (</a:t>
            </a:r>
            <a:r>
              <a:rPr lang="en-US" altLang="zh-CN" sz="1800" dirty="0" err="1" smtClean="0"/>
              <a:t>cmd</a:t>
            </a:r>
            <a:r>
              <a:rPr lang="en-US" altLang="zh-CN" sz="1800" dirty="0" smtClean="0"/>
              <a:t>)  {</a:t>
            </a:r>
          </a:p>
          <a:p>
            <a:pPr eaLnBrk="1" hangingPunct="1">
              <a:lnSpc>
                <a:spcPct val="80000"/>
              </a:lnSpc>
              <a:buFont typeface="Wingdings 3" pitchFamily="18" charset="2"/>
              <a:buNone/>
            </a:pPr>
            <a:r>
              <a:rPr lang="en-US" altLang="zh-CN" sz="1800" dirty="0" smtClean="0"/>
              <a:t>	           case XXX_CMD1:  </a:t>
            </a:r>
          </a:p>
          <a:p>
            <a:pPr eaLnBrk="1" hangingPunct="1">
              <a:lnSpc>
                <a:spcPct val="80000"/>
              </a:lnSpc>
              <a:buFont typeface="Wingdings 3" pitchFamily="18" charset="2"/>
              <a:buNone/>
            </a:pPr>
            <a:r>
              <a:rPr lang="en-US" altLang="zh-CN" sz="1800" dirty="0" smtClean="0"/>
              <a:t>                     ...</a:t>
            </a:r>
          </a:p>
          <a:p>
            <a:pPr eaLnBrk="1" hangingPunct="1">
              <a:lnSpc>
                <a:spcPct val="80000"/>
              </a:lnSpc>
              <a:buFont typeface="Wingdings 3" pitchFamily="18" charset="2"/>
              <a:buNone/>
            </a:pPr>
            <a:r>
              <a:rPr lang="en-US" altLang="zh-CN" sz="1800" dirty="0" smtClean="0"/>
              <a:t>	                break;</a:t>
            </a:r>
          </a:p>
          <a:p>
            <a:pPr eaLnBrk="1" hangingPunct="1">
              <a:lnSpc>
                <a:spcPct val="80000"/>
              </a:lnSpc>
              <a:buFont typeface="Wingdings 3" pitchFamily="18" charset="2"/>
              <a:buNone/>
            </a:pPr>
            <a:r>
              <a:rPr lang="en-US" altLang="zh-CN" sz="1800" dirty="0" smtClean="0"/>
              <a:t>	           case XXX_CMD2:  </a:t>
            </a:r>
          </a:p>
          <a:p>
            <a:pPr eaLnBrk="1" hangingPunct="1">
              <a:lnSpc>
                <a:spcPct val="80000"/>
              </a:lnSpc>
              <a:buFont typeface="Wingdings 3" pitchFamily="18" charset="2"/>
              <a:buNone/>
            </a:pPr>
            <a:r>
              <a:rPr lang="en-US" altLang="zh-CN" sz="1800" dirty="0" smtClean="0"/>
              <a:t>                     ...</a:t>
            </a:r>
          </a:p>
          <a:p>
            <a:pPr eaLnBrk="1" hangingPunct="1">
              <a:lnSpc>
                <a:spcPct val="80000"/>
              </a:lnSpc>
              <a:buFont typeface="Wingdings 3" pitchFamily="18" charset="2"/>
              <a:buNone/>
            </a:pPr>
            <a:r>
              <a:rPr lang="en-US" altLang="zh-CN" sz="1800" dirty="0" smtClean="0"/>
              <a:t>	                break;</a:t>
            </a:r>
          </a:p>
          <a:p>
            <a:pPr eaLnBrk="1" hangingPunct="1">
              <a:lnSpc>
                <a:spcPct val="80000"/>
              </a:lnSpc>
              <a:buFont typeface="Wingdings 3" pitchFamily="18" charset="2"/>
              <a:buNone/>
            </a:pPr>
            <a:r>
              <a:rPr lang="en-US" altLang="zh-CN" sz="1800" dirty="0" smtClean="0"/>
              <a:t>	            default: /* </a:t>
            </a:r>
            <a:r>
              <a:rPr lang="zh-CN" altLang="en-US" sz="1800" dirty="0" smtClean="0"/>
              <a:t>不能支持的命令 *</a:t>
            </a:r>
            <a:r>
              <a:rPr lang="en-US" altLang="zh-CN" sz="1800" dirty="0" smtClean="0"/>
              <a:t>/</a:t>
            </a:r>
          </a:p>
          <a:p>
            <a:pPr eaLnBrk="1" hangingPunct="1">
              <a:lnSpc>
                <a:spcPct val="80000"/>
              </a:lnSpc>
              <a:buFont typeface="Wingdings 3" pitchFamily="18" charset="2"/>
              <a:buNone/>
            </a:pPr>
            <a:r>
              <a:rPr lang="en-US" altLang="zh-CN" sz="1800" dirty="0" smtClean="0"/>
              <a:t>	                return  - EINVAL;    </a:t>
            </a:r>
          </a:p>
          <a:p>
            <a:pPr eaLnBrk="1" hangingPunct="1">
              <a:lnSpc>
                <a:spcPct val="80000"/>
              </a:lnSpc>
              <a:buFont typeface="Wingdings 3" pitchFamily="18" charset="2"/>
              <a:buNone/>
            </a:pPr>
            <a:r>
              <a:rPr lang="en-US" altLang="zh-CN" sz="1800" dirty="0" smtClean="0"/>
              <a:t>            }</a:t>
            </a:r>
          </a:p>
          <a:p>
            <a:pPr eaLnBrk="1" hangingPunct="1">
              <a:lnSpc>
                <a:spcPct val="80000"/>
              </a:lnSpc>
              <a:buFont typeface="Wingdings 3" pitchFamily="18" charset="2"/>
              <a:buNone/>
            </a:pPr>
            <a:r>
              <a:rPr lang="en-US" altLang="zh-CN" sz="1800" dirty="0" smtClean="0"/>
              <a:t>	       return 0;</a:t>
            </a:r>
          </a:p>
          <a:p>
            <a:pPr eaLnBrk="1" hangingPunct="1">
              <a:lnSpc>
                <a:spcPct val="80000"/>
              </a:lnSpc>
              <a:buFont typeface="Wingdings 3" pitchFamily="18" charset="2"/>
              <a:buNone/>
            </a:pPr>
            <a:r>
              <a:rPr lang="en-US" altLang="zh-CN" sz="1800" dirty="0" smtClean="0"/>
              <a:t>     }</a:t>
            </a:r>
          </a:p>
        </p:txBody>
      </p:sp>
    </p:spTree>
    <p:extLst>
      <p:ext uri="{BB962C8B-B14F-4D97-AF65-F5344CB8AC3E}">
        <p14:creationId xmlns:p14="http://schemas.microsoft.com/office/powerpoint/2010/main" val="38256573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1"/>
          <p:cNvSpPr txBox="1">
            <a:spLocks noChangeArrowheads="1"/>
          </p:cNvSpPr>
          <p:nvPr/>
        </p:nvSpPr>
        <p:spPr bwMode="auto">
          <a:xfrm>
            <a:off x="1331913" y="3644900"/>
            <a:ext cx="6629400" cy="1282700"/>
          </a:xfrm>
          <a:prstGeom prst="rect">
            <a:avLst/>
          </a:prstGeom>
          <a:noFill/>
          <a:ln w="9525">
            <a:noFill/>
            <a:round/>
            <a:headEnd/>
            <a:tailEnd/>
          </a:ln>
          <a:effectLst/>
        </p:spPr>
        <p:txBody>
          <a:bodyPr anchor="b"/>
          <a:lstStyle/>
          <a:p>
            <a:pPr algn="ctr">
              <a:buClr>
                <a:srgbClr val="000000"/>
              </a:buClr>
              <a:buSzPct val="100000"/>
              <a:buFont typeface="微软雅黑" pitchFamily="34" charset="-12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zh-CN" sz="4000" dirty="0" smtClean="0">
                <a:solidFill>
                  <a:schemeClr val="tx1"/>
                </a:solidFill>
                <a:effectLst>
                  <a:outerShdw blurRad="38100" dist="38100" dir="2700000" algn="tl">
                    <a:srgbClr val="C0C0C0"/>
                  </a:outerShdw>
                </a:effectLst>
                <a:latin typeface="微软雅黑" pitchFamily="34" charset="-122"/>
              </a:rPr>
              <a:t>Linux</a:t>
            </a:r>
            <a:r>
              <a:rPr lang="zh-CN" altLang="en-US" sz="4000" dirty="0" smtClean="0">
                <a:solidFill>
                  <a:schemeClr val="tx1"/>
                </a:solidFill>
                <a:effectLst>
                  <a:outerShdw blurRad="38100" dist="38100" dir="2700000" algn="tl">
                    <a:srgbClr val="C0C0C0"/>
                  </a:outerShdw>
                </a:effectLst>
                <a:latin typeface="微软雅黑" pitchFamily="34" charset="-122"/>
              </a:rPr>
              <a:t>设备驱动中的并发控制</a:t>
            </a:r>
            <a:endParaRPr lang="en-US" sz="4000" dirty="0">
              <a:solidFill>
                <a:schemeClr val="tx1"/>
              </a:solidFill>
              <a:effectLst>
                <a:outerShdw blurRad="38100" dist="38100" dir="2700000" algn="tl">
                  <a:srgbClr val="C0C0C0"/>
                </a:outerShdw>
              </a:effectLst>
              <a:latin typeface="微软雅黑" pitchFamily="34" charset="-122"/>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并发控制的概念</a:t>
            </a:r>
            <a:endParaRPr lang="zh-CN" altLang="en-US" dirty="0"/>
          </a:p>
        </p:txBody>
      </p:sp>
      <p:sp>
        <p:nvSpPr>
          <p:cNvPr id="3" name="内容占位符 2"/>
          <p:cNvSpPr>
            <a:spLocks noGrp="1"/>
          </p:cNvSpPr>
          <p:nvPr>
            <p:ph idx="1"/>
          </p:nvPr>
        </p:nvSpPr>
        <p:spPr/>
        <p:txBody>
          <a:bodyPr/>
          <a:lstStyle/>
          <a:p>
            <a:pPr>
              <a:lnSpc>
                <a:spcPct val="150000"/>
              </a:lnSpc>
            </a:pPr>
            <a:r>
              <a:rPr lang="zh-CN" altLang="en-US" b="1" dirty="0" smtClean="0">
                <a:solidFill>
                  <a:schemeClr val="accent2">
                    <a:lumMod val="75000"/>
                  </a:schemeClr>
                </a:solidFill>
              </a:rPr>
              <a:t>并发</a:t>
            </a:r>
            <a:r>
              <a:rPr lang="zh-CN" altLang="en-US" dirty="0" smtClean="0"/>
              <a:t>（</a:t>
            </a:r>
            <a:r>
              <a:rPr lang="en-US" dirty="0" smtClean="0"/>
              <a:t>concurrency</a:t>
            </a:r>
            <a:r>
              <a:rPr lang="zh-CN" altLang="en-US" dirty="0" smtClean="0"/>
              <a:t>）指的是多个执行单元同时、并行被执行，而并发的执行单元对共享资源（硬件资源和软件上的全局变量、静态变量等）的访问则很容易导致</a:t>
            </a:r>
            <a:r>
              <a:rPr lang="zh-CN" altLang="en-US" b="1" dirty="0" smtClean="0">
                <a:solidFill>
                  <a:schemeClr val="accent2">
                    <a:lumMod val="75000"/>
                  </a:schemeClr>
                </a:solidFill>
              </a:rPr>
              <a:t>竞态</a:t>
            </a:r>
            <a:r>
              <a:rPr lang="zh-CN" altLang="en-US" dirty="0" smtClean="0"/>
              <a:t>（</a:t>
            </a:r>
            <a:r>
              <a:rPr lang="en-US" dirty="0" smtClean="0"/>
              <a:t>race conditions</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竞态发生的情况</a:t>
            </a:r>
            <a:endParaRPr lang="zh-CN" altLang="en-US" dirty="0"/>
          </a:p>
        </p:txBody>
      </p:sp>
      <p:sp>
        <p:nvSpPr>
          <p:cNvPr id="3" name="内容占位符 2"/>
          <p:cNvSpPr>
            <a:spLocks noGrp="1"/>
          </p:cNvSpPr>
          <p:nvPr>
            <p:ph idx="1"/>
          </p:nvPr>
        </p:nvSpPr>
        <p:spPr/>
        <p:txBody>
          <a:bodyPr/>
          <a:lstStyle/>
          <a:p>
            <a:r>
              <a:rPr lang="zh-CN" altLang="en-US" dirty="0" smtClean="0"/>
              <a:t>对称多处理器（</a:t>
            </a:r>
            <a:r>
              <a:rPr lang="en-US" dirty="0" smtClean="0"/>
              <a:t>SMP</a:t>
            </a:r>
            <a:r>
              <a:rPr lang="zh-CN" altLang="en-US" dirty="0" smtClean="0"/>
              <a:t>）的多个</a:t>
            </a:r>
            <a:r>
              <a:rPr lang="en-US" dirty="0" smtClean="0"/>
              <a:t>CPU</a:t>
            </a:r>
            <a:endParaRPr lang="zh-CN" altLang="en-US" dirty="0"/>
          </a:p>
        </p:txBody>
      </p:sp>
      <p:pic>
        <p:nvPicPr>
          <p:cNvPr id="320514" name="图片 143" descr="..\tu\07-03.tif"/>
          <p:cNvPicPr>
            <a:picLocks noChangeAspect="1" noChangeArrowheads="1"/>
          </p:cNvPicPr>
          <p:nvPr/>
        </p:nvPicPr>
        <p:blipFill>
          <a:blip r:embed="rId2" cstate="print"/>
          <a:srcRect/>
          <a:stretch>
            <a:fillRect/>
          </a:stretch>
        </p:blipFill>
        <p:spPr bwMode="auto">
          <a:xfrm>
            <a:off x="2428860" y="2214554"/>
            <a:ext cx="5071032" cy="29289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竞态发生的情况（</a:t>
            </a:r>
            <a:r>
              <a:rPr lang="en-US" altLang="zh-CN" dirty="0" smtClean="0"/>
              <a:t>cont.</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单</a:t>
            </a:r>
            <a:r>
              <a:rPr lang="en-US" dirty="0" smtClean="0"/>
              <a:t>CPU</a:t>
            </a:r>
            <a:r>
              <a:rPr lang="zh-CN" altLang="en-US" dirty="0" smtClean="0"/>
              <a:t>内进程与抢占它的进程</a:t>
            </a:r>
            <a:endParaRPr lang="en-US" altLang="zh-CN" dirty="0" smtClean="0"/>
          </a:p>
          <a:p>
            <a:pPr lvl="1"/>
            <a:r>
              <a:rPr lang="en-US" dirty="0" smtClean="0"/>
              <a:t>Linux 2.6</a:t>
            </a:r>
            <a:r>
              <a:rPr lang="zh-CN" altLang="en-US" dirty="0" smtClean="0"/>
              <a:t>内核支持抢占调度，一个进程在内核执行的时候可能被另一高优先级进程打断，进程与抢占它的进程访问共享资源的情况类似于</a:t>
            </a:r>
            <a:r>
              <a:rPr lang="en-US" dirty="0" smtClean="0"/>
              <a:t>SMP</a:t>
            </a:r>
            <a:r>
              <a:rPr lang="zh-CN" altLang="en-US" dirty="0" smtClean="0"/>
              <a:t>的多个</a:t>
            </a:r>
            <a:r>
              <a:rPr lang="en-US" dirty="0" smtClean="0"/>
              <a:t>CPU</a:t>
            </a:r>
            <a:r>
              <a:rPr lang="zh-CN" altLang="en-US" dirty="0" smtClean="0"/>
              <a:t>。</a:t>
            </a:r>
            <a:endParaRPr lang="en-US" altLang="zh-CN" dirty="0" smtClean="0"/>
          </a:p>
          <a:p>
            <a:pPr lvl="1"/>
            <a:endParaRPr lang="zh-CN" altLang="en-US" dirty="0" smtClean="0"/>
          </a:p>
          <a:p>
            <a:r>
              <a:rPr lang="zh-CN" altLang="en-US" dirty="0" smtClean="0"/>
              <a:t>中断（硬中断、软中断、</a:t>
            </a:r>
            <a:r>
              <a:rPr lang="en-US" dirty="0" err="1" smtClean="0"/>
              <a:t>Tasklet</a:t>
            </a:r>
            <a:r>
              <a:rPr lang="zh-CN" altLang="en-US" dirty="0" smtClean="0"/>
              <a:t>、底半部）与进程之间</a:t>
            </a:r>
            <a:endParaRPr lang="en-US" altLang="zh-CN" dirty="0" smtClean="0"/>
          </a:p>
          <a:p>
            <a:pPr lvl="1"/>
            <a:r>
              <a:rPr lang="zh-CN" altLang="en-US" dirty="0" smtClean="0"/>
              <a:t>中断可以打断正在执行的进程，如果中断处理程序访问进程正在访问的资源，则竞态也会发生。</a:t>
            </a:r>
          </a:p>
          <a:p>
            <a:pPr lvl="1"/>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解决竞态问题的途径</a:t>
            </a:r>
            <a:endParaRPr lang="zh-CN" altLang="en-US" dirty="0"/>
          </a:p>
        </p:txBody>
      </p:sp>
      <p:sp>
        <p:nvSpPr>
          <p:cNvPr id="3" name="内容占位符 2"/>
          <p:cNvSpPr>
            <a:spLocks noGrp="1"/>
          </p:cNvSpPr>
          <p:nvPr>
            <p:ph idx="1"/>
          </p:nvPr>
        </p:nvSpPr>
        <p:spPr/>
        <p:txBody>
          <a:bodyPr/>
          <a:lstStyle/>
          <a:p>
            <a:r>
              <a:rPr lang="zh-CN" altLang="en-US" dirty="0" smtClean="0"/>
              <a:t>保证对共享资源的互斥访问，所谓</a:t>
            </a:r>
            <a:r>
              <a:rPr lang="zh-CN" altLang="en-US" b="1" dirty="0" smtClean="0">
                <a:solidFill>
                  <a:schemeClr val="accent2">
                    <a:lumMod val="75000"/>
                  </a:schemeClr>
                </a:solidFill>
              </a:rPr>
              <a:t>互斥访问</a:t>
            </a:r>
            <a:r>
              <a:rPr lang="zh-CN" altLang="en-US" dirty="0" smtClean="0"/>
              <a:t>是指一个执行单元在访问共享资源的时候，其他的执行单元被禁止访问。</a:t>
            </a:r>
          </a:p>
          <a:p>
            <a:r>
              <a:rPr lang="zh-CN" altLang="en-US" dirty="0" smtClean="0"/>
              <a:t>访问共享资源的代码区域称为</a:t>
            </a:r>
            <a:r>
              <a:rPr lang="zh-CN" altLang="en-US" b="1" dirty="0" smtClean="0">
                <a:solidFill>
                  <a:schemeClr val="accent2">
                    <a:lumMod val="75000"/>
                  </a:schemeClr>
                </a:solidFill>
              </a:rPr>
              <a:t>临界区</a:t>
            </a:r>
            <a:r>
              <a:rPr lang="zh-CN" altLang="en-US" dirty="0" smtClean="0"/>
              <a:t>（</a:t>
            </a:r>
            <a:r>
              <a:rPr lang="en-US" dirty="0" smtClean="0"/>
              <a:t>critical sections</a:t>
            </a:r>
            <a:r>
              <a:rPr lang="zh-CN" altLang="en-US" dirty="0" smtClean="0"/>
              <a:t>），临界区需要被以某种互斥机制加以保护。</a:t>
            </a:r>
            <a:endParaRPr lang="en-US" altLang="zh-CN" dirty="0" smtClean="0"/>
          </a:p>
          <a:p>
            <a:r>
              <a:rPr lang="zh-CN" altLang="en-US" b="1" dirty="0" smtClean="0">
                <a:solidFill>
                  <a:schemeClr val="accent2">
                    <a:lumMod val="75000"/>
                  </a:schemeClr>
                </a:solidFill>
              </a:rPr>
              <a:t>互斥机制</a:t>
            </a:r>
            <a:endParaRPr lang="en-US" altLang="zh-CN" b="1" dirty="0" smtClean="0">
              <a:solidFill>
                <a:schemeClr val="accent2">
                  <a:lumMod val="75000"/>
                </a:schemeClr>
              </a:solidFill>
            </a:endParaRPr>
          </a:p>
          <a:p>
            <a:pPr lvl="1"/>
            <a:r>
              <a:rPr lang="zh-CN" altLang="en-US" dirty="0" smtClean="0"/>
              <a:t>中断屏蔽</a:t>
            </a:r>
            <a:endParaRPr lang="en-US" altLang="zh-CN" dirty="0" smtClean="0"/>
          </a:p>
          <a:p>
            <a:pPr lvl="1"/>
            <a:r>
              <a:rPr lang="zh-CN" altLang="en-US" dirty="0" smtClean="0"/>
              <a:t>原子操作</a:t>
            </a:r>
            <a:endParaRPr lang="en-US" altLang="zh-CN" dirty="0" smtClean="0"/>
          </a:p>
          <a:p>
            <a:pPr lvl="1"/>
            <a:r>
              <a:rPr lang="zh-CN" altLang="en-US" dirty="0" smtClean="0"/>
              <a:t>自旋锁</a:t>
            </a:r>
            <a:endParaRPr lang="en-US" altLang="zh-CN" dirty="0" smtClean="0"/>
          </a:p>
          <a:p>
            <a:pPr lvl="1"/>
            <a:r>
              <a:rPr lang="zh-CN" altLang="en-US" dirty="0" smtClean="0"/>
              <a:t>信号量</a:t>
            </a:r>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中断屏蔽</a:t>
            </a:r>
            <a:endParaRPr lang="zh-CN" altLang="en-US" dirty="0"/>
          </a:p>
        </p:txBody>
      </p:sp>
      <p:sp>
        <p:nvSpPr>
          <p:cNvPr id="3" name="内容占位符 2"/>
          <p:cNvSpPr>
            <a:spLocks noGrp="1"/>
          </p:cNvSpPr>
          <p:nvPr>
            <p:ph idx="1"/>
          </p:nvPr>
        </p:nvSpPr>
        <p:spPr>
          <a:xfrm>
            <a:off x="457200" y="1219200"/>
            <a:ext cx="8221663" cy="638164"/>
          </a:xfrm>
        </p:spPr>
        <p:txBody>
          <a:bodyPr/>
          <a:lstStyle/>
          <a:p>
            <a:r>
              <a:rPr lang="zh-CN" altLang="en-US" dirty="0" smtClean="0"/>
              <a:t>中断屏蔽的使用方法</a:t>
            </a:r>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pPr>
              <a:buNone/>
            </a:pPr>
            <a:endParaRPr lang="en-US" altLang="zh-CN" dirty="0" smtClean="0"/>
          </a:p>
          <a:p>
            <a:r>
              <a:rPr lang="zh-CN" altLang="en-US" dirty="0" smtClean="0"/>
              <a:t>注意：</a:t>
            </a:r>
            <a:r>
              <a:rPr lang="en-US" dirty="0" err="1" smtClean="0"/>
              <a:t>local_irq_disable</a:t>
            </a:r>
            <a:r>
              <a:rPr lang="en-US" dirty="0" smtClean="0"/>
              <a:t>()</a:t>
            </a:r>
            <a:r>
              <a:rPr lang="zh-CN" altLang="en-US" dirty="0" smtClean="0"/>
              <a:t>和</a:t>
            </a:r>
            <a:r>
              <a:rPr lang="en-US" dirty="0" err="1" smtClean="0"/>
              <a:t>local_irq_enable</a:t>
            </a:r>
            <a:r>
              <a:rPr lang="en-US" dirty="0" smtClean="0"/>
              <a:t>()</a:t>
            </a:r>
            <a:r>
              <a:rPr lang="zh-CN" altLang="en-US" dirty="0" smtClean="0"/>
              <a:t>都只能禁止和使能本</a:t>
            </a:r>
            <a:r>
              <a:rPr lang="en-US" dirty="0" smtClean="0"/>
              <a:t>CPU</a:t>
            </a:r>
            <a:r>
              <a:rPr lang="zh-CN" altLang="en-US" dirty="0" smtClean="0"/>
              <a:t>内的中断，因此，并不能解决</a:t>
            </a:r>
            <a:r>
              <a:rPr lang="en-US" dirty="0" smtClean="0"/>
              <a:t>SMP</a:t>
            </a:r>
            <a:r>
              <a:rPr lang="zh-CN" altLang="en-US" dirty="0" smtClean="0"/>
              <a:t>多</a:t>
            </a:r>
            <a:r>
              <a:rPr lang="en-US" dirty="0" smtClean="0"/>
              <a:t>CPU</a:t>
            </a:r>
            <a:r>
              <a:rPr lang="zh-CN" altLang="en-US" dirty="0" smtClean="0"/>
              <a:t>引发的竞态</a:t>
            </a:r>
            <a:endParaRPr lang="en-US" altLang="zh-CN" dirty="0" smtClean="0"/>
          </a:p>
          <a:p>
            <a:pPr lvl="1"/>
            <a:endParaRPr lang="zh-CN" altLang="en-US" dirty="0"/>
          </a:p>
        </p:txBody>
      </p:sp>
      <p:sp>
        <p:nvSpPr>
          <p:cNvPr id="6" name="TextBox 5"/>
          <p:cNvSpPr txBox="1"/>
          <p:nvPr/>
        </p:nvSpPr>
        <p:spPr>
          <a:xfrm>
            <a:off x="1714480" y="2143116"/>
            <a:ext cx="5357850" cy="1754326"/>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altLang="zh-CN" dirty="0" err="1" smtClean="0">
                <a:solidFill>
                  <a:schemeClr val="tx1"/>
                </a:solidFill>
              </a:rPr>
              <a:t>local_irq_disable</a:t>
            </a:r>
            <a:r>
              <a:rPr lang="en-US" altLang="zh-CN" dirty="0" smtClean="0">
                <a:solidFill>
                  <a:schemeClr val="tx1"/>
                </a:solidFill>
              </a:rPr>
              <a:t>() /* </a:t>
            </a:r>
            <a:r>
              <a:rPr lang="zh-CN" altLang="en-US" dirty="0" smtClean="0">
                <a:solidFill>
                  <a:schemeClr val="tx1"/>
                </a:solidFill>
              </a:rPr>
              <a:t>屏蔽中断 *</a:t>
            </a:r>
            <a:r>
              <a:rPr lang="en-US" altLang="zh-CN" dirty="0" smtClean="0">
                <a:solidFill>
                  <a:schemeClr val="tx1"/>
                </a:solidFill>
              </a:rPr>
              <a:t>/</a:t>
            </a:r>
          </a:p>
          <a:p>
            <a:r>
              <a:rPr lang="en-US" altLang="zh-CN" dirty="0" smtClean="0">
                <a:solidFill>
                  <a:schemeClr val="tx1"/>
                </a:solidFill>
              </a:rPr>
              <a:t>. . .</a:t>
            </a:r>
          </a:p>
          <a:p>
            <a:r>
              <a:rPr lang="en-US" altLang="zh-CN" dirty="0" smtClean="0">
                <a:solidFill>
                  <a:schemeClr val="tx1"/>
                </a:solidFill>
              </a:rPr>
              <a:t>critical section /* </a:t>
            </a:r>
            <a:r>
              <a:rPr lang="zh-CN" altLang="en-US" dirty="0" smtClean="0">
                <a:solidFill>
                  <a:schemeClr val="tx1"/>
                </a:solidFill>
              </a:rPr>
              <a:t>临界区*</a:t>
            </a:r>
            <a:r>
              <a:rPr lang="en-US" altLang="zh-CN" dirty="0" smtClean="0">
                <a:solidFill>
                  <a:schemeClr val="tx1"/>
                </a:solidFill>
              </a:rPr>
              <a:t>/</a:t>
            </a:r>
          </a:p>
          <a:p>
            <a:r>
              <a:rPr lang="en-US" altLang="zh-CN" dirty="0" smtClean="0">
                <a:solidFill>
                  <a:schemeClr val="tx1"/>
                </a:solidFill>
              </a:rPr>
              <a:t>. . .</a:t>
            </a:r>
          </a:p>
          <a:p>
            <a:r>
              <a:rPr lang="en-US" altLang="zh-CN" dirty="0" err="1" smtClean="0">
                <a:solidFill>
                  <a:schemeClr val="tx1"/>
                </a:solidFill>
              </a:rPr>
              <a:t>local_irq_enable</a:t>
            </a:r>
            <a:r>
              <a:rPr lang="en-US" altLang="zh-CN" dirty="0" smtClean="0">
                <a:solidFill>
                  <a:schemeClr val="tx1"/>
                </a:solidFill>
              </a:rPr>
              <a:t>()  /* </a:t>
            </a:r>
            <a:r>
              <a:rPr lang="zh-CN" altLang="en-US" dirty="0" smtClean="0">
                <a:solidFill>
                  <a:schemeClr val="tx1"/>
                </a:solidFill>
              </a:rPr>
              <a:t>开中断*</a:t>
            </a:r>
            <a:r>
              <a:rPr lang="en-US" altLang="zh-CN" dirty="0" smtClean="0">
                <a:solidFill>
                  <a:schemeClr val="tx1"/>
                </a:solidFill>
              </a:rPr>
              <a:t>/</a:t>
            </a:r>
          </a:p>
          <a:p>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原子操作</a:t>
            </a:r>
            <a:endParaRPr lang="zh-CN" altLang="en-US" dirty="0"/>
          </a:p>
        </p:txBody>
      </p:sp>
      <p:sp>
        <p:nvSpPr>
          <p:cNvPr id="3" name="内容占位符 2"/>
          <p:cNvSpPr>
            <a:spLocks noGrp="1"/>
          </p:cNvSpPr>
          <p:nvPr>
            <p:ph idx="1"/>
          </p:nvPr>
        </p:nvSpPr>
        <p:spPr/>
        <p:txBody>
          <a:bodyPr/>
          <a:lstStyle/>
          <a:p>
            <a:r>
              <a:rPr lang="zh-CN" altLang="en-US" dirty="0" smtClean="0"/>
              <a:t>实现方法参见</a:t>
            </a:r>
            <a:r>
              <a:rPr lang="en-US" altLang="zh-CN" dirty="0" smtClean="0"/>
              <a:t>include/</a:t>
            </a:r>
            <a:r>
              <a:rPr lang="en-US" altLang="zh-CN" dirty="0" err="1" smtClean="0"/>
              <a:t>asm</a:t>
            </a:r>
            <a:r>
              <a:rPr lang="en-US" altLang="zh-CN" dirty="0" smtClean="0"/>
              <a:t>/</a:t>
            </a:r>
            <a:r>
              <a:rPr lang="en-US" altLang="zh-CN" dirty="0" err="1" smtClean="0"/>
              <a:t>atomic.h</a:t>
            </a:r>
            <a:endParaRPr lang="en-US" altLang="zh-CN" dirty="0" smtClean="0"/>
          </a:p>
          <a:p>
            <a:r>
              <a:rPr lang="zh-CN" altLang="en-US" dirty="0" smtClean="0"/>
              <a:t>整型原子操作</a:t>
            </a:r>
            <a:endParaRPr lang="en-US" altLang="zh-CN" dirty="0" smtClean="0"/>
          </a:p>
          <a:p>
            <a:pPr lvl="1"/>
            <a:r>
              <a:rPr lang="zh-CN" altLang="en-US" dirty="0" smtClean="0"/>
              <a:t>设置原子变量的值</a:t>
            </a:r>
            <a:endParaRPr lang="en-US" altLang="zh-CN" dirty="0" smtClean="0"/>
          </a:p>
          <a:p>
            <a:pPr lvl="2"/>
            <a:r>
              <a:rPr lang="en-US" altLang="zh-CN" dirty="0" smtClean="0"/>
              <a:t>void </a:t>
            </a:r>
            <a:r>
              <a:rPr lang="en-US" altLang="zh-CN" dirty="0" err="1" smtClean="0"/>
              <a:t>atomic_set</a:t>
            </a:r>
            <a:r>
              <a:rPr lang="en-US" altLang="zh-CN" dirty="0" smtClean="0"/>
              <a:t>(</a:t>
            </a:r>
            <a:r>
              <a:rPr lang="en-US" altLang="zh-CN" dirty="0" err="1" smtClean="0"/>
              <a:t>atomic_t</a:t>
            </a:r>
            <a:r>
              <a:rPr lang="en-US" altLang="zh-CN" dirty="0" smtClean="0"/>
              <a:t> *v, </a:t>
            </a:r>
            <a:r>
              <a:rPr lang="en-US" altLang="zh-CN" dirty="0" err="1" smtClean="0"/>
              <a:t>int</a:t>
            </a:r>
            <a:r>
              <a:rPr lang="en-US" altLang="zh-CN" dirty="0" smtClean="0"/>
              <a:t> </a:t>
            </a:r>
            <a:r>
              <a:rPr lang="en-US" altLang="zh-CN" dirty="0" err="1" smtClean="0"/>
              <a:t>i</a:t>
            </a:r>
            <a:r>
              <a:rPr lang="en-US" altLang="zh-CN" dirty="0" smtClean="0"/>
              <a:t>); /* </a:t>
            </a:r>
            <a:r>
              <a:rPr lang="zh-CN" altLang="en-US" dirty="0" smtClean="0"/>
              <a:t>设置原子变量的值为</a:t>
            </a:r>
            <a:r>
              <a:rPr lang="en-US" altLang="zh-CN" dirty="0" err="1" smtClean="0"/>
              <a:t>i</a:t>
            </a:r>
            <a:r>
              <a:rPr lang="en-US" altLang="zh-CN" dirty="0" smtClean="0"/>
              <a:t> */</a:t>
            </a:r>
          </a:p>
          <a:p>
            <a:pPr lvl="2"/>
            <a:r>
              <a:rPr lang="en-US" altLang="zh-CN" dirty="0" err="1" smtClean="0"/>
              <a:t>atomic_t</a:t>
            </a:r>
            <a:r>
              <a:rPr lang="en-US" altLang="zh-CN" dirty="0" smtClean="0"/>
              <a:t> v = ATOMIC_INIT(0); /* </a:t>
            </a:r>
            <a:r>
              <a:rPr lang="zh-CN" altLang="en-US" dirty="0" smtClean="0"/>
              <a:t>定义原子变量</a:t>
            </a:r>
            <a:r>
              <a:rPr lang="en-US" altLang="zh-CN" dirty="0" smtClean="0"/>
              <a:t>v</a:t>
            </a:r>
            <a:r>
              <a:rPr lang="zh-CN" altLang="en-US" dirty="0" smtClean="0"/>
              <a:t>并初始化为</a:t>
            </a:r>
            <a:r>
              <a:rPr lang="en-US" altLang="zh-CN" dirty="0" smtClean="0"/>
              <a:t>0 */</a:t>
            </a:r>
          </a:p>
          <a:p>
            <a:pPr lvl="1"/>
            <a:r>
              <a:rPr lang="zh-CN" altLang="en-US" dirty="0" smtClean="0"/>
              <a:t>获取原子变量的值</a:t>
            </a:r>
            <a:endParaRPr lang="en-US" altLang="zh-CN" dirty="0" smtClean="0"/>
          </a:p>
          <a:p>
            <a:pPr lvl="2"/>
            <a:r>
              <a:rPr lang="en-US" dirty="0" err="1" smtClean="0"/>
              <a:t>atomic_read</a:t>
            </a:r>
            <a:r>
              <a:rPr lang="en-US" dirty="0" smtClean="0"/>
              <a:t>(</a:t>
            </a:r>
            <a:r>
              <a:rPr lang="en-US" dirty="0" err="1" smtClean="0"/>
              <a:t>atomic_t</a:t>
            </a:r>
            <a:r>
              <a:rPr lang="en-US" dirty="0" smtClean="0"/>
              <a:t> *v);  /* </a:t>
            </a:r>
            <a:r>
              <a:rPr lang="zh-CN" altLang="en-US" dirty="0" smtClean="0"/>
              <a:t>返回原子变量的值</a:t>
            </a:r>
            <a:r>
              <a:rPr lang="en-US" dirty="0" smtClean="0"/>
              <a:t>*/</a:t>
            </a:r>
            <a:endParaRPr lang="zh-CN" altLang="en-US" dirty="0" smtClean="0"/>
          </a:p>
          <a:p>
            <a:pPr lvl="1"/>
            <a:r>
              <a:rPr lang="zh-CN" altLang="en-US" dirty="0" smtClean="0"/>
              <a:t>原子变量加</a:t>
            </a:r>
            <a:r>
              <a:rPr lang="en-US" dirty="0" smtClean="0"/>
              <a:t>/</a:t>
            </a:r>
            <a:r>
              <a:rPr lang="zh-CN" altLang="en-US" dirty="0" smtClean="0"/>
              <a:t>减</a:t>
            </a:r>
          </a:p>
          <a:p>
            <a:pPr lvl="2"/>
            <a:r>
              <a:rPr lang="en-US" dirty="0" smtClean="0"/>
              <a:t>void </a:t>
            </a:r>
            <a:r>
              <a:rPr lang="en-US" dirty="0" err="1" smtClean="0"/>
              <a:t>atomic_add</a:t>
            </a:r>
            <a:r>
              <a:rPr lang="en-US" dirty="0" smtClean="0"/>
              <a:t>(</a:t>
            </a:r>
            <a:r>
              <a:rPr lang="en-US" dirty="0" err="1" smtClean="0"/>
              <a:t>int</a:t>
            </a:r>
            <a:r>
              <a:rPr lang="en-US" dirty="0" smtClean="0"/>
              <a:t> </a:t>
            </a:r>
            <a:r>
              <a:rPr lang="en-US" dirty="0" err="1" smtClean="0"/>
              <a:t>i</a:t>
            </a:r>
            <a:r>
              <a:rPr lang="en-US" dirty="0" smtClean="0"/>
              <a:t>, </a:t>
            </a:r>
            <a:r>
              <a:rPr lang="en-US" dirty="0" err="1" smtClean="0"/>
              <a:t>atomic_t</a:t>
            </a:r>
            <a:r>
              <a:rPr lang="en-US" dirty="0" smtClean="0"/>
              <a:t> *v); /* </a:t>
            </a:r>
            <a:r>
              <a:rPr lang="zh-CN" altLang="en-US" dirty="0" smtClean="0"/>
              <a:t>原子变量增加</a:t>
            </a:r>
            <a:r>
              <a:rPr lang="en-US" dirty="0" err="1" smtClean="0"/>
              <a:t>i</a:t>
            </a:r>
            <a:r>
              <a:rPr lang="en-US" dirty="0" smtClean="0"/>
              <a:t> */</a:t>
            </a:r>
            <a:endParaRPr lang="zh-CN" altLang="en-US" dirty="0" smtClean="0"/>
          </a:p>
          <a:p>
            <a:pPr lvl="2"/>
            <a:r>
              <a:rPr lang="en-US" dirty="0" smtClean="0"/>
              <a:t>void </a:t>
            </a:r>
            <a:r>
              <a:rPr lang="en-US" dirty="0" err="1" smtClean="0"/>
              <a:t>atomic_sub</a:t>
            </a:r>
            <a:r>
              <a:rPr lang="en-US" dirty="0" smtClean="0"/>
              <a:t>(</a:t>
            </a:r>
            <a:r>
              <a:rPr lang="en-US" dirty="0" err="1" smtClean="0"/>
              <a:t>int</a:t>
            </a:r>
            <a:r>
              <a:rPr lang="en-US" dirty="0" smtClean="0"/>
              <a:t> </a:t>
            </a:r>
            <a:r>
              <a:rPr lang="en-US" dirty="0" err="1" smtClean="0"/>
              <a:t>i</a:t>
            </a:r>
            <a:r>
              <a:rPr lang="en-US" dirty="0" smtClean="0"/>
              <a:t>, </a:t>
            </a:r>
            <a:r>
              <a:rPr lang="en-US" dirty="0" err="1" smtClean="0"/>
              <a:t>atomic_t</a:t>
            </a:r>
            <a:r>
              <a:rPr lang="en-US" dirty="0" smtClean="0"/>
              <a:t> *v); /* </a:t>
            </a:r>
            <a:r>
              <a:rPr lang="zh-CN" altLang="en-US" dirty="0" smtClean="0"/>
              <a:t>原子变量减少</a:t>
            </a:r>
            <a:r>
              <a:rPr lang="en-US" dirty="0" err="1" smtClean="0"/>
              <a:t>i</a:t>
            </a:r>
            <a:r>
              <a:rPr lang="en-US" dirty="0" smtClean="0"/>
              <a:t> */</a:t>
            </a:r>
            <a:endParaRPr lang="zh-CN" altLang="en-US" dirty="0" smtClean="0"/>
          </a:p>
          <a:p>
            <a:pPr lvl="1"/>
            <a:r>
              <a:rPr lang="zh-CN" altLang="en-US" dirty="0" smtClean="0"/>
              <a:t>原子变量自增</a:t>
            </a:r>
            <a:r>
              <a:rPr lang="en-US" dirty="0" smtClean="0"/>
              <a:t>/</a:t>
            </a:r>
            <a:r>
              <a:rPr lang="zh-CN" altLang="en-US" dirty="0" smtClean="0"/>
              <a:t>自减</a:t>
            </a:r>
            <a:endParaRPr lang="en-US" altLang="zh-CN" dirty="0" smtClean="0"/>
          </a:p>
          <a:p>
            <a:pPr lvl="2"/>
            <a:r>
              <a:rPr lang="en-US" dirty="0" smtClean="0"/>
              <a:t>void </a:t>
            </a:r>
            <a:r>
              <a:rPr lang="en-US" dirty="0" err="1" smtClean="0"/>
              <a:t>atomic_inc</a:t>
            </a:r>
            <a:r>
              <a:rPr lang="en-US" dirty="0" smtClean="0"/>
              <a:t>(</a:t>
            </a:r>
            <a:r>
              <a:rPr lang="en-US" dirty="0" err="1" smtClean="0"/>
              <a:t>atomic_t</a:t>
            </a:r>
            <a:r>
              <a:rPr lang="en-US" dirty="0" smtClean="0"/>
              <a:t> *v);    /* </a:t>
            </a:r>
            <a:r>
              <a:rPr lang="zh-CN" altLang="en-US" dirty="0" smtClean="0"/>
              <a:t>原子变量增加</a:t>
            </a:r>
            <a:r>
              <a:rPr lang="en-US" dirty="0" smtClean="0"/>
              <a:t>1 */</a:t>
            </a:r>
            <a:endParaRPr lang="zh-CN" altLang="en-US" dirty="0" smtClean="0"/>
          </a:p>
          <a:p>
            <a:pPr lvl="2"/>
            <a:r>
              <a:rPr lang="en-US" dirty="0" smtClean="0"/>
              <a:t>void </a:t>
            </a:r>
            <a:r>
              <a:rPr lang="en-US" dirty="0" err="1" smtClean="0"/>
              <a:t>atomic_dec</a:t>
            </a:r>
            <a:r>
              <a:rPr lang="en-US" dirty="0" smtClean="0"/>
              <a:t>(</a:t>
            </a:r>
            <a:r>
              <a:rPr lang="en-US" dirty="0" err="1" smtClean="0"/>
              <a:t>atomic_t</a:t>
            </a:r>
            <a:r>
              <a:rPr lang="en-US" dirty="0" smtClean="0"/>
              <a:t> *v);    /* </a:t>
            </a:r>
            <a:r>
              <a:rPr lang="zh-CN" altLang="en-US" dirty="0" smtClean="0"/>
              <a:t>原子变量减少</a:t>
            </a:r>
            <a:r>
              <a:rPr lang="en-US" dirty="0" smtClean="0"/>
              <a:t>1 */</a:t>
            </a:r>
            <a:endParaRPr lang="zh-CN" altLang="en-US" dirty="0" smtClean="0"/>
          </a:p>
          <a:p>
            <a:pPr lvl="2"/>
            <a:endParaRPr lang="zh-CN"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原子操作</a:t>
            </a:r>
            <a:r>
              <a:rPr lang="en-US" altLang="zh-CN" dirty="0" smtClean="0"/>
              <a:t>(cont.)</a:t>
            </a:r>
            <a:endParaRPr lang="zh-CN" altLang="en-US" dirty="0"/>
          </a:p>
        </p:txBody>
      </p:sp>
      <p:sp>
        <p:nvSpPr>
          <p:cNvPr id="3" name="内容占位符 2"/>
          <p:cNvSpPr>
            <a:spLocks noGrp="1"/>
          </p:cNvSpPr>
          <p:nvPr>
            <p:ph idx="1"/>
          </p:nvPr>
        </p:nvSpPr>
        <p:spPr/>
        <p:txBody>
          <a:bodyPr/>
          <a:lstStyle/>
          <a:p>
            <a:pPr lvl="1"/>
            <a:r>
              <a:rPr lang="zh-CN" altLang="en-US" dirty="0" smtClean="0"/>
              <a:t>操作并测试</a:t>
            </a:r>
            <a:endParaRPr lang="en-US" altLang="zh-CN" dirty="0" smtClean="0"/>
          </a:p>
          <a:p>
            <a:pPr lvl="2"/>
            <a:r>
              <a:rPr lang="en-US" dirty="0" err="1" smtClean="0"/>
              <a:t>int</a:t>
            </a:r>
            <a:r>
              <a:rPr lang="en-US" dirty="0" smtClean="0"/>
              <a:t> </a:t>
            </a:r>
            <a:r>
              <a:rPr lang="en-US" dirty="0" err="1" smtClean="0"/>
              <a:t>atomic_inc_and_test</a:t>
            </a:r>
            <a:r>
              <a:rPr lang="en-US" dirty="0" smtClean="0"/>
              <a:t>(</a:t>
            </a:r>
            <a:r>
              <a:rPr lang="en-US" dirty="0" err="1" smtClean="0"/>
              <a:t>atomic_t</a:t>
            </a:r>
            <a:r>
              <a:rPr lang="en-US" dirty="0" smtClean="0"/>
              <a:t> *v);</a:t>
            </a:r>
            <a:endParaRPr lang="zh-CN" altLang="en-US" dirty="0" smtClean="0"/>
          </a:p>
          <a:p>
            <a:pPr lvl="2"/>
            <a:r>
              <a:rPr lang="en-US" dirty="0" err="1" smtClean="0"/>
              <a:t>int</a:t>
            </a:r>
            <a:r>
              <a:rPr lang="en-US" dirty="0" smtClean="0"/>
              <a:t> </a:t>
            </a:r>
            <a:r>
              <a:rPr lang="en-US" dirty="0" err="1" smtClean="0"/>
              <a:t>atomic_dec_and_test</a:t>
            </a:r>
            <a:r>
              <a:rPr lang="en-US" dirty="0" smtClean="0"/>
              <a:t>(</a:t>
            </a:r>
            <a:r>
              <a:rPr lang="en-US" dirty="0" err="1" smtClean="0"/>
              <a:t>atomic_t</a:t>
            </a:r>
            <a:r>
              <a:rPr lang="en-US" dirty="0" smtClean="0"/>
              <a:t> *v);</a:t>
            </a:r>
            <a:endParaRPr lang="zh-CN" altLang="en-US" dirty="0" smtClean="0"/>
          </a:p>
          <a:p>
            <a:pPr lvl="2"/>
            <a:r>
              <a:rPr lang="en-US" dirty="0" err="1" smtClean="0"/>
              <a:t>int</a:t>
            </a:r>
            <a:r>
              <a:rPr lang="en-US" dirty="0" smtClean="0"/>
              <a:t> </a:t>
            </a:r>
            <a:r>
              <a:rPr lang="en-US" dirty="0" err="1" smtClean="0"/>
              <a:t>atomic_sub_and_test</a:t>
            </a:r>
            <a:r>
              <a:rPr lang="en-US" dirty="0" smtClean="0"/>
              <a:t>(</a:t>
            </a:r>
            <a:r>
              <a:rPr lang="en-US" dirty="0" err="1" smtClean="0"/>
              <a:t>int</a:t>
            </a:r>
            <a:r>
              <a:rPr lang="en-US" dirty="0" smtClean="0"/>
              <a:t> </a:t>
            </a:r>
            <a:r>
              <a:rPr lang="en-US" dirty="0" err="1" smtClean="0"/>
              <a:t>i</a:t>
            </a:r>
            <a:r>
              <a:rPr lang="en-US" dirty="0" smtClean="0"/>
              <a:t>, </a:t>
            </a:r>
            <a:r>
              <a:rPr lang="en-US" dirty="0" err="1" smtClean="0"/>
              <a:t>atomic_t</a:t>
            </a:r>
            <a:r>
              <a:rPr lang="en-US" dirty="0" smtClean="0"/>
              <a:t> *v);</a:t>
            </a:r>
          </a:p>
          <a:p>
            <a:pPr lvl="2"/>
            <a:r>
              <a:rPr lang="zh-CN" altLang="en-US" dirty="0" smtClean="0"/>
              <a:t>上述操作对原子变量执行自增、自减和减操作后（注意没有加）测试其是否为</a:t>
            </a:r>
            <a:r>
              <a:rPr lang="en-US" dirty="0" smtClean="0"/>
              <a:t>0</a:t>
            </a:r>
            <a:r>
              <a:rPr lang="zh-CN" altLang="en-US" dirty="0" smtClean="0"/>
              <a:t>，为</a:t>
            </a:r>
            <a:r>
              <a:rPr lang="en-US" dirty="0" smtClean="0"/>
              <a:t>0</a:t>
            </a:r>
            <a:r>
              <a:rPr lang="zh-CN" altLang="en-US" dirty="0" smtClean="0"/>
              <a:t>返回</a:t>
            </a:r>
            <a:r>
              <a:rPr lang="en-US" dirty="0" smtClean="0"/>
              <a:t>true</a:t>
            </a:r>
            <a:r>
              <a:rPr lang="zh-CN" altLang="en-US" dirty="0" smtClean="0"/>
              <a:t>，否则返回</a:t>
            </a:r>
            <a:r>
              <a:rPr lang="en-US" dirty="0" smtClean="0"/>
              <a:t>false</a:t>
            </a:r>
            <a:r>
              <a:rPr lang="zh-CN" altLang="en-US" dirty="0" smtClean="0"/>
              <a:t>。</a:t>
            </a:r>
          </a:p>
          <a:p>
            <a:pPr lvl="1"/>
            <a:r>
              <a:rPr lang="zh-CN" altLang="en-US" dirty="0" smtClean="0"/>
              <a:t>操作并返回</a:t>
            </a:r>
            <a:endParaRPr lang="en-US" altLang="zh-CN" dirty="0" smtClean="0"/>
          </a:p>
          <a:p>
            <a:pPr lvl="2"/>
            <a:r>
              <a:rPr lang="en-US" dirty="0" err="1" smtClean="0"/>
              <a:t>int</a:t>
            </a:r>
            <a:r>
              <a:rPr lang="en-US" dirty="0" smtClean="0"/>
              <a:t> </a:t>
            </a:r>
            <a:r>
              <a:rPr lang="en-US" dirty="0" err="1" smtClean="0"/>
              <a:t>atomic_add_return</a:t>
            </a:r>
            <a:r>
              <a:rPr lang="en-US" dirty="0" smtClean="0"/>
              <a:t>(</a:t>
            </a:r>
            <a:r>
              <a:rPr lang="en-US" dirty="0" err="1" smtClean="0"/>
              <a:t>int</a:t>
            </a:r>
            <a:r>
              <a:rPr lang="en-US" dirty="0" smtClean="0"/>
              <a:t> </a:t>
            </a:r>
            <a:r>
              <a:rPr lang="en-US" dirty="0" err="1" smtClean="0"/>
              <a:t>i</a:t>
            </a:r>
            <a:r>
              <a:rPr lang="en-US" dirty="0" smtClean="0"/>
              <a:t>, </a:t>
            </a:r>
            <a:r>
              <a:rPr lang="en-US" dirty="0" err="1" smtClean="0"/>
              <a:t>atomic_t</a:t>
            </a:r>
            <a:r>
              <a:rPr lang="en-US" dirty="0" smtClean="0"/>
              <a:t> *v);</a:t>
            </a:r>
            <a:endParaRPr lang="zh-CN" altLang="en-US" dirty="0" smtClean="0"/>
          </a:p>
          <a:p>
            <a:pPr lvl="2"/>
            <a:r>
              <a:rPr lang="en-US" dirty="0" err="1" smtClean="0"/>
              <a:t>int</a:t>
            </a:r>
            <a:r>
              <a:rPr lang="en-US" dirty="0" smtClean="0"/>
              <a:t> </a:t>
            </a:r>
            <a:r>
              <a:rPr lang="en-US" dirty="0" err="1" smtClean="0"/>
              <a:t>atomic_sub_return</a:t>
            </a:r>
            <a:r>
              <a:rPr lang="en-US" dirty="0" smtClean="0"/>
              <a:t>(</a:t>
            </a:r>
            <a:r>
              <a:rPr lang="en-US" dirty="0" err="1" smtClean="0"/>
              <a:t>int</a:t>
            </a:r>
            <a:r>
              <a:rPr lang="en-US" dirty="0" smtClean="0"/>
              <a:t> </a:t>
            </a:r>
            <a:r>
              <a:rPr lang="en-US" dirty="0" err="1" smtClean="0"/>
              <a:t>i</a:t>
            </a:r>
            <a:r>
              <a:rPr lang="en-US" dirty="0" smtClean="0"/>
              <a:t>, </a:t>
            </a:r>
            <a:r>
              <a:rPr lang="en-US" dirty="0" err="1" smtClean="0"/>
              <a:t>atomic_t</a:t>
            </a:r>
            <a:r>
              <a:rPr lang="en-US" dirty="0" smtClean="0"/>
              <a:t> *v);</a:t>
            </a:r>
            <a:endParaRPr lang="zh-CN" altLang="en-US" dirty="0" smtClean="0"/>
          </a:p>
          <a:p>
            <a:pPr lvl="2"/>
            <a:r>
              <a:rPr lang="en-US" dirty="0" err="1" smtClean="0"/>
              <a:t>int</a:t>
            </a:r>
            <a:r>
              <a:rPr lang="en-US" dirty="0" smtClean="0"/>
              <a:t> </a:t>
            </a:r>
            <a:r>
              <a:rPr lang="en-US" dirty="0" err="1" smtClean="0"/>
              <a:t>atomic_inc_return</a:t>
            </a:r>
            <a:r>
              <a:rPr lang="en-US" dirty="0" smtClean="0"/>
              <a:t>(</a:t>
            </a:r>
            <a:r>
              <a:rPr lang="en-US" dirty="0" err="1" smtClean="0"/>
              <a:t>atomic_t</a:t>
            </a:r>
            <a:r>
              <a:rPr lang="en-US" dirty="0" smtClean="0"/>
              <a:t> *v);</a:t>
            </a:r>
            <a:endParaRPr lang="zh-CN" altLang="en-US" dirty="0" smtClean="0"/>
          </a:p>
          <a:p>
            <a:pPr lvl="2"/>
            <a:r>
              <a:rPr lang="en-US" dirty="0" err="1" smtClean="0"/>
              <a:t>int</a:t>
            </a:r>
            <a:r>
              <a:rPr lang="en-US" dirty="0" smtClean="0"/>
              <a:t> </a:t>
            </a:r>
            <a:r>
              <a:rPr lang="en-US" dirty="0" err="1" smtClean="0"/>
              <a:t>atomic_dec_return</a:t>
            </a:r>
            <a:r>
              <a:rPr lang="en-US" dirty="0" smtClean="0"/>
              <a:t>(</a:t>
            </a:r>
            <a:r>
              <a:rPr lang="en-US" dirty="0" err="1" smtClean="0"/>
              <a:t>atomic_t</a:t>
            </a:r>
            <a:r>
              <a:rPr lang="en-US" dirty="0" smtClean="0"/>
              <a:t> *v);</a:t>
            </a:r>
            <a:endParaRPr lang="zh-CN" altLang="en-US" dirty="0" smtClean="0"/>
          </a:p>
          <a:p>
            <a:pPr lvl="2"/>
            <a:r>
              <a:rPr lang="zh-CN" altLang="en-US" dirty="0" smtClean="0"/>
              <a:t>上述操作对原子变量进行加</a:t>
            </a:r>
            <a:r>
              <a:rPr lang="en-US" dirty="0" smtClean="0"/>
              <a:t>/</a:t>
            </a:r>
            <a:r>
              <a:rPr lang="zh-CN" altLang="en-US" dirty="0" smtClean="0"/>
              <a:t>减和自增</a:t>
            </a:r>
            <a:r>
              <a:rPr lang="en-US" dirty="0" smtClean="0"/>
              <a:t>/</a:t>
            </a:r>
            <a:r>
              <a:rPr lang="zh-CN" altLang="en-US" dirty="0" smtClean="0"/>
              <a:t>自减操作，并返回新的值。</a:t>
            </a:r>
          </a:p>
          <a:p>
            <a:pPr lvl="2"/>
            <a:endParaRPr lang="zh-CN" altLang="en-US" dirty="0" smtClean="0"/>
          </a:p>
          <a:p>
            <a:pPr lvl="2"/>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原子操作</a:t>
            </a:r>
            <a:r>
              <a:rPr lang="en-US" altLang="zh-CN" dirty="0" smtClean="0"/>
              <a:t>(cont.)</a:t>
            </a:r>
            <a:endParaRPr lang="zh-CN" altLang="en-US" dirty="0"/>
          </a:p>
        </p:txBody>
      </p:sp>
      <p:sp>
        <p:nvSpPr>
          <p:cNvPr id="3" name="内容占位符 2"/>
          <p:cNvSpPr>
            <a:spLocks noGrp="1"/>
          </p:cNvSpPr>
          <p:nvPr>
            <p:ph idx="1"/>
          </p:nvPr>
        </p:nvSpPr>
        <p:spPr/>
        <p:txBody>
          <a:bodyPr/>
          <a:lstStyle/>
          <a:p>
            <a:pPr lvl="1"/>
            <a:r>
              <a:rPr lang="zh-CN" altLang="en-US" dirty="0" smtClean="0"/>
              <a:t>设置位</a:t>
            </a:r>
            <a:endParaRPr lang="en-US" altLang="zh-CN" dirty="0" smtClean="0"/>
          </a:p>
          <a:p>
            <a:pPr lvl="2"/>
            <a:r>
              <a:rPr lang="en-US" dirty="0" smtClean="0"/>
              <a:t>void </a:t>
            </a:r>
            <a:r>
              <a:rPr lang="en-US" dirty="0" err="1" smtClean="0"/>
              <a:t>set_bit</a:t>
            </a:r>
            <a:r>
              <a:rPr lang="en-US" dirty="0" smtClean="0"/>
              <a:t>(nr, void *</a:t>
            </a:r>
            <a:r>
              <a:rPr lang="en-US" dirty="0" err="1" smtClean="0"/>
              <a:t>addr</a:t>
            </a:r>
            <a:r>
              <a:rPr lang="en-US" dirty="0" smtClean="0"/>
              <a:t>);</a:t>
            </a:r>
            <a:endParaRPr lang="zh-CN" altLang="en-US" dirty="0" smtClean="0"/>
          </a:p>
          <a:p>
            <a:pPr lvl="2"/>
            <a:r>
              <a:rPr lang="zh-CN" altLang="en-US" dirty="0" smtClean="0"/>
              <a:t>上述操作设置</a:t>
            </a:r>
            <a:r>
              <a:rPr lang="en-US" dirty="0" err="1" smtClean="0"/>
              <a:t>addr</a:t>
            </a:r>
            <a:r>
              <a:rPr lang="zh-CN" altLang="en-US" dirty="0" smtClean="0"/>
              <a:t>地址的第</a:t>
            </a:r>
            <a:r>
              <a:rPr lang="en-US" dirty="0" smtClean="0"/>
              <a:t>nr</a:t>
            </a:r>
            <a:r>
              <a:rPr lang="zh-CN" altLang="en-US" dirty="0" smtClean="0"/>
              <a:t>位，所谓设置位即是将位写为</a:t>
            </a:r>
            <a:r>
              <a:rPr lang="en-US" dirty="0" smtClean="0"/>
              <a:t>1</a:t>
            </a:r>
            <a:r>
              <a:rPr lang="zh-CN" altLang="en-US" dirty="0" smtClean="0"/>
              <a:t>。</a:t>
            </a:r>
          </a:p>
          <a:p>
            <a:pPr lvl="1"/>
            <a:r>
              <a:rPr lang="zh-CN" altLang="en-US" dirty="0" smtClean="0"/>
              <a:t>清除位</a:t>
            </a:r>
            <a:endParaRPr lang="en-US" altLang="zh-CN" dirty="0" smtClean="0"/>
          </a:p>
          <a:p>
            <a:pPr lvl="2"/>
            <a:r>
              <a:rPr lang="en-US" dirty="0" smtClean="0"/>
              <a:t>void </a:t>
            </a:r>
            <a:r>
              <a:rPr lang="en-US" dirty="0" err="1" smtClean="0"/>
              <a:t>clear_bit</a:t>
            </a:r>
            <a:r>
              <a:rPr lang="en-US" dirty="0" smtClean="0"/>
              <a:t>(nr, void *</a:t>
            </a:r>
            <a:r>
              <a:rPr lang="en-US" dirty="0" err="1" smtClean="0"/>
              <a:t>addr</a:t>
            </a:r>
            <a:r>
              <a:rPr lang="en-US" dirty="0" smtClean="0"/>
              <a:t>);</a:t>
            </a:r>
            <a:endParaRPr lang="zh-CN" altLang="en-US" dirty="0" smtClean="0"/>
          </a:p>
          <a:p>
            <a:pPr lvl="2"/>
            <a:r>
              <a:rPr lang="zh-CN" altLang="en-US" dirty="0" smtClean="0"/>
              <a:t>上述操作清除</a:t>
            </a:r>
            <a:r>
              <a:rPr lang="en-US" dirty="0" err="1" smtClean="0"/>
              <a:t>addr</a:t>
            </a:r>
            <a:r>
              <a:rPr lang="zh-CN" altLang="en-US" dirty="0" smtClean="0"/>
              <a:t>地址的第</a:t>
            </a:r>
            <a:r>
              <a:rPr lang="en-US" dirty="0" smtClean="0"/>
              <a:t>nr</a:t>
            </a:r>
            <a:r>
              <a:rPr lang="zh-CN" altLang="en-US" dirty="0" smtClean="0"/>
              <a:t>位，所谓清除位即是将位写为</a:t>
            </a:r>
            <a:r>
              <a:rPr lang="en-US" dirty="0" smtClean="0"/>
              <a:t>0</a:t>
            </a:r>
            <a:r>
              <a:rPr lang="zh-CN" altLang="en-US" dirty="0" smtClean="0"/>
              <a:t>。</a:t>
            </a:r>
            <a:endParaRPr lang="en-US" altLang="zh-CN" dirty="0" smtClean="0"/>
          </a:p>
          <a:p>
            <a:pPr lvl="1"/>
            <a:r>
              <a:rPr lang="zh-CN" altLang="en-US" dirty="0" smtClean="0"/>
              <a:t>改变位</a:t>
            </a:r>
            <a:endParaRPr lang="en-US" altLang="zh-CN" dirty="0" smtClean="0"/>
          </a:p>
          <a:p>
            <a:pPr lvl="2"/>
            <a:r>
              <a:rPr lang="en-US" altLang="zh-CN" dirty="0" smtClean="0"/>
              <a:t>void </a:t>
            </a:r>
            <a:r>
              <a:rPr lang="en-US" altLang="zh-CN" dirty="0" err="1" smtClean="0"/>
              <a:t>change_bit</a:t>
            </a:r>
            <a:r>
              <a:rPr lang="en-US" altLang="zh-CN" dirty="0" smtClean="0"/>
              <a:t>(nr, void *</a:t>
            </a:r>
            <a:r>
              <a:rPr lang="en-US" altLang="zh-CN" dirty="0" err="1" smtClean="0"/>
              <a:t>addr</a:t>
            </a:r>
            <a:r>
              <a:rPr lang="en-US" altLang="zh-CN" dirty="0" smtClean="0"/>
              <a:t>);</a:t>
            </a:r>
          </a:p>
          <a:p>
            <a:pPr lvl="2"/>
            <a:r>
              <a:rPr lang="zh-CN" altLang="en-US" dirty="0" smtClean="0"/>
              <a:t>上述操作对</a:t>
            </a:r>
            <a:r>
              <a:rPr lang="en-US" altLang="zh-CN" dirty="0" err="1" smtClean="0"/>
              <a:t>addr</a:t>
            </a:r>
            <a:r>
              <a:rPr lang="zh-CN" altLang="en-US" dirty="0" smtClean="0"/>
              <a:t>地址的第</a:t>
            </a:r>
            <a:r>
              <a:rPr lang="en-US" altLang="zh-CN" dirty="0" smtClean="0"/>
              <a:t>nr</a:t>
            </a:r>
            <a:r>
              <a:rPr lang="zh-CN" altLang="en-US" dirty="0" smtClean="0"/>
              <a:t>位进行反置。</a:t>
            </a:r>
          </a:p>
          <a:p>
            <a:pPr lvl="1"/>
            <a:r>
              <a:rPr lang="zh-CN" altLang="en-US" dirty="0" smtClean="0"/>
              <a:t>测试位</a:t>
            </a:r>
            <a:endParaRPr lang="en-US" altLang="zh-CN" dirty="0" smtClean="0"/>
          </a:p>
          <a:p>
            <a:pPr lvl="2"/>
            <a:r>
              <a:rPr lang="en-US" altLang="zh-CN" dirty="0" err="1" smtClean="0"/>
              <a:t>test_bit</a:t>
            </a:r>
            <a:r>
              <a:rPr lang="en-US" altLang="zh-CN" dirty="0" smtClean="0"/>
              <a:t>(nr, void *</a:t>
            </a:r>
            <a:r>
              <a:rPr lang="en-US" altLang="zh-CN" dirty="0" err="1" smtClean="0"/>
              <a:t>addr</a:t>
            </a:r>
            <a:r>
              <a:rPr lang="en-US" altLang="zh-CN" dirty="0" smtClean="0"/>
              <a:t>);</a:t>
            </a:r>
          </a:p>
          <a:p>
            <a:pPr lvl="2"/>
            <a:r>
              <a:rPr lang="zh-CN" altLang="en-US" dirty="0" smtClean="0"/>
              <a:t>上述操作返回</a:t>
            </a:r>
            <a:r>
              <a:rPr lang="en-US" altLang="zh-CN" dirty="0" err="1" smtClean="0"/>
              <a:t>addr</a:t>
            </a:r>
            <a:r>
              <a:rPr lang="zh-CN" altLang="en-US" dirty="0" smtClean="0"/>
              <a:t>地址的第</a:t>
            </a:r>
            <a:r>
              <a:rPr lang="en-US" altLang="zh-CN" dirty="0" smtClean="0"/>
              <a:t>nr</a:t>
            </a:r>
            <a:r>
              <a:rPr lang="zh-CN" altLang="en-US" dirty="0" smtClean="0"/>
              <a:t>位。</a:t>
            </a:r>
          </a:p>
          <a:p>
            <a:pPr lvl="2"/>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原子操作</a:t>
            </a:r>
            <a:r>
              <a:rPr lang="en-US" altLang="zh-CN" dirty="0" smtClean="0"/>
              <a:t>(cont.)</a:t>
            </a:r>
            <a:endParaRPr lang="zh-CN" altLang="en-US" dirty="0"/>
          </a:p>
        </p:txBody>
      </p:sp>
      <p:sp>
        <p:nvSpPr>
          <p:cNvPr id="3" name="内容占位符 2"/>
          <p:cNvSpPr>
            <a:spLocks noGrp="1"/>
          </p:cNvSpPr>
          <p:nvPr>
            <p:ph idx="1"/>
          </p:nvPr>
        </p:nvSpPr>
        <p:spPr/>
        <p:txBody>
          <a:bodyPr/>
          <a:lstStyle/>
          <a:p>
            <a:r>
              <a:rPr lang="zh-CN" altLang="en-US" dirty="0" smtClean="0"/>
              <a:t>测试并操作位</a:t>
            </a:r>
            <a:endParaRPr lang="en-US" altLang="zh-CN" dirty="0" smtClean="0"/>
          </a:p>
          <a:p>
            <a:pPr lvl="1">
              <a:lnSpc>
                <a:spcPct val="150000"/>
              </a:lnSpc>
            </a:pPr>
            <a:r>
              <a:rPr lang="en-US" altLang="zh-CN" dirty="0" err="1" smtClean="0"/>
              <a:t>int</a:t>
            </a:r>
            <a:r>
              <a:rPr lang="en-US" altLang="zh-CN" dirty="0" smtClean="0"/>
              <a:t> </a:t>
            </a:r>
            <a:r>
              <a:rPr lang="en-US" altLang="zh-CN" dirty="0" err="1" smtClean="0"/>
              <a:t>test_and_set_bit</a:t>
            </a:r>
            <a:r>
              <a:rPr lang="en-US" altLang="zh-CN" dirty="0" smtClean="0"/>
              <a:t>(nr, void *</a:t>
            </a:r>
            <a:r>
              <a:rPr lang="en-US" altLang="zh-CN" dirty="0" err="1" smtClean="0"/>
              <a:t>addr</a:t>
            </a:r>
            <a:r>
              <a:rPr lang="en-US" altLang="zh-CN" dirty="0" smtClean="0"/>
              <a:t>);</a:t>
            </a:r>
          </a:p>
          <a:p>
            <a:pPr lvl="1">
              <a:lnSpc>
                <a:spcPct val="150000"/>
              </a:lnSpc>
            </a:pPr>
            <a:r>
              <a:rPr lang="en-US" altLang="zh-CN" dirty="0" err="1" smtClean="0"/>
              <a:t>int</a:t>
            </a:r>
            <a:r>
              <a:rPr lang="en-US" altLang="zh-CN" dirty="0" smtClean="0"/>
              <a:t> </a:t>
            </a:r>
            <a:r>
              <a:rPr lang="en-US" altLang="zh-CN" dirty="0" err="1" smtClean="0"/>
              <a:t>test_and_clear_bit</a:t>
            </a:r>
            <a:r>
              <a:rPr lang="en-US" altLang="zh-CN" dirty="0" smtClean="0"/>
              <a:t>(nr, void *</a:t>
            </a:r>
            <a:r>
              <a:rPr lang="en-US" altLang="zh-CN" dirty="0" err="1" smtClean="0"/>
              <a:t>addr</a:t>
            </a:r>
            <a:r>
              <a:rPr lang="en-US" altLang="zh-CN" dirty="0" smtClean="0"/>
              <a:t>);</a:t>
            </a:r>
          </a:p>
          <a:p>
            <a:pPr lvl="1">
              <a:lnSpc>
                <a:spcPct val="150000"/>
              </a:lnSpc>
            </a:pPr>
            <a:r>
              <a:rPr lang="en-US" altLang="zh-CN" dirty="0" err="1" smtClean="0"/>
              <a:t>int</a:t>
            </a:r>
            <a:r>
              <a:rPr lang="en-US" altLang="zh-CN" dirty="0" smtClean="0"/>
              <a:t> </a:t>
            </a:r>
            <a:r>
              <a:rPr lang="en-US" altLang="zh-CN" dirty="0" err="1" smtClean="0"/>
              <a:t>test_and_change_bit</a:t>
            </a:r>
            <a:r>
              <a:rPr lang="en-US" altLang="zh-CN" dirty="0" smtClean="0"/>
              <a:t>(nr, void *</a:t>
            </a:r>
            <a:r>
              <a:rPr lang="en-US" altLang="zh-CN" dirty="0" err="1" smtClean="0"/>
              <a:t>addr</a:t>
            </a:r>
            <a:r>
              <a:rPr lang="en-US" altLang="zh-CN" dirty="0" smtClean="0"/>
              <a:t>);</a:t>
            </a:r>
          </a:p>
          <a:p>
            <a:pPr lvl="1">
              <a:lnSpc>
                <a:spcPct val="150000"/>
              </a:lnSpc>
            </a:pPr>
            <a:r>
              <a:rPr lang="zh-CN" altLang="en-US" dirty="0" smtClean="0"/>
              <a:t>上述</a:t>
            </a:r>
            <a:r>
              <a:rPr lang="en-US" altLang="zh-CN" dirty="0" err="1" smtClean="0"/>
              <a:t>test_and_xxx_bit</a:t>
            </a:r>
            <a:r>
              <a:rPr lang="en-US" altLang="zh-CN" dirty="0" smtClean="0"/>
              <a:t>(nr, void *</a:t>
            </a:r>
            <a:r>
              <a:rPr lang="en-US" altLang="zh-CN" dirty="0" err="1" smtClean="0"/>
              <a:t>addr</a:t>
            </a:r>
            <a:r>
              <a:rPr lang="en-US" altLang="zh-CN" dirty="0" smtClean="0"/>
              <a:t>)</a:t>
            </a:r>
            <a:r>
              <a:rPr lang="zh-CN" altLang="en-US" dirty="0" smtClean="0"/>
              <a:t>操作等同于执行</a:t>
            </a:r>
            <a:r>
              <a:rPr lang="en-US" altLang="zh-CN" dirty="0" err="1" smtClean="0"/>
              <a:t>test_bit</a:t>
            </a:r>
            <a:r>
              <a:rPr lang="en-US" altLang="zh-CN" dirty="0" smtClean="0"/>
              <a:t>(nr, void *</a:t>
            </a:r>
            <a:r>
              <a:rPr lang="en-US" altLang="zh-CN" dirty="0" err="1" smtClean="0"/>
              <a:t>addr</a:t>
            </a:r>
            <a:r>
              <a:rPr lang="en-US" altLang="zh-CN" dirty="0" smtClean="0"/>
              <a:t>)</a:t>
            </a:r>
            <a:r>
              <a:rPr lang="zh-CN" altLang="en-US" dirty="0" smtClean="0"/>
              <a:t>后再执行</a:t>
            </a:r>
            <a:r>
              <a:rPr lang="en-US" altLang="zh-CN" dirty="0" err="1" smtClean="0"/>
              <a:t>xxx_bit</a:t>
            </a:r>
            <a:r>
              <a:rPr lang="en-US" altLang="zh-CN" dirty="0" smtClean="0"/>
              <a:t>(nr, void *</a:t>
            </a:r>
            <a:r>
              <a:rPr lang="en-US" altLang="zh-CN" dirty="0" err="1" smtClean="0"/>
              <a:t>addr</a:t>
            </a:r>
            <a:r>
              <a:rPr lang="en-US" altLang="zh-CN" dirty="0" smtClean="0"/>
              <a:t>)</a:t>
            </a:r>
            <a:r>
              <a:rPr lang="zh-CN" altLang="en-US" dirty="0" smtClean="0"/>
              <a:t>。</a:t>
            </a:r>
          </a:p>
          <a:p>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使用原子变量实现设备只能被一个进程打开</a:t>
            </a:r>
            <a:endParaRPr lang="zh-CN" altLang="en-US" dirty="0"/>
          </a:p>
        </p:txBody>
      </p:sp>
      <p:sp>
        <p:nvSpPr>
          <p:cNvPr id="4" name="页脚占位符 3"/>
          <p:cNvSpPr>
            <a:spLocks noGrp="1"/>
          </p:cNvSpPr>
          <p:nvPr>
            <p:ph type="ftr" idx="10"/>
          </p:nvPr>
        </p:nvSpPr>
        <p:spPr/>
        <p:txBody>
          <a:bodyPr/>
          <a:lstStyle/>
          <a:p>
            <a:pPr>
              <a:defRPr/>
            </a:pPr>
            <a:endParaRPr 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
        <p:nvSpPr>
          <p:cNvPr id="6" name="TextBox 5"/>
          <p:cNvSpPr txBox="1"/>
          <p:nvPr/>
        </p:nvSpPr>
        <p:spPr>
          <a:xfrm>
            <a:off x="571472" y="1285860"/>
            <a:ext cx="8215370" cy="535531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solidFill>
                  <a:schemeClr val="tx1"/>
                </a:solidFill>
              </a:rPr>
              <a:t>1 static </a:t>
            </a:r>
            <a:r>
              <a:rPr lang="en-US" dirty="0" err="1" smtClean="0">
                <a:solidFill>
                  <a:schemeClr val="tx1"/>
                </a:solidFill>
              </a:rPr>
              <a:t>atomic_t</a:t>
            </a:r>
            <a:r>
              <a:rPr lang="en-US" dirty="0" smtClean="0">
                <a:solidFill>
                  <a:schemeClr val="tx1"/>
                </a:solidFill>
              </a:rPr>
              <a:t> </a:t>
            </a:r>
            <a:r>
              <a:rPr lang="en-US" dirty="0" err="1" smtClean="0">
                <a:solidFill>
                  <a:schemeClr val="tx1"/>
                </a:solidFill>
              </a:rPr>
              <a:t>xxx_available</a:t>
            </a:r>
            <a:r>
              <a:rPr lang="en-US" dirty="0" smtClean="0">
                <a:solidFill>
                  <a:schemeClr val="tx1"/>
                </a:solidFill>
              </a:rPr>
              <a:t> = ATOMIC_INIT(1); /*</a:t>
            </a:r>
            <a:r>
              <a:rPr lang="zh-CN" altLang="en-US" dirty="0" smtClean="0">
                <a:solidFill>
                  <a:schemeClr val="tx1"/>
                </a:solidFill>
              </a:rPr>
              <a:t>定义原子变量</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2      </a:t>
            </a:r>
            <a:endParaRPr lang="zh-CN" altLang="en-US" dirty="0" smtClean="0">
              <a:solidFill>
                <a:schemeClr val="tx1"/>
              </a:solidFill>
            </a:endParaRPr>
          </a:p>
          <a:p>
            <a:r>
              <a:rPr lang="en-US" dirty="0" smtClean="0">
                <a:solidFill>
                  <a:schemeClr val="tx1"/>
                </a:solidFill>
              </a:rPr>
              <a:t>3  static </a:t>
            </a:r>
            <a:r>
              <a:rPr lang="en-US" dirty="0" err="1" smtClean="0">
                <a:solidFill>
                  <a:schemeClr val="tx1"/>
                </a:solidFill>
              </a:rPr>
              <a:t>int</a:t>
            </a:r>
            <a:r>
              <a:rPr lang="en-US" dirty="0" smtClean="0">
                <a:solidFill>
                  <a:schemeClr val="tx1"/>
                </a:solidFill>
              </a:rPr>
              <a:t> </a:t>
            </a:r>
            <a:r>
              <a:rPr lang="en-US" dirty="0" err="1" smtClean="0">
                <a:solidFill>
                  <a:schemeClr val="tx1"/>
                </a:solidFill>
              </a:rPr>
              <a:t>xxx_open</a:t>
            </a:r>
            <a:r>
              <a:rPr lang="en-US" dirty="0" smtClean="0">
                <a:solidFill>
                  <a:schemeClr val="tx1"/>
                </a:solidFill>
              </a:rPr>
              <a:t>(</a:t>
            </a:r>
            <a:r>
              <a:rPr lang="en-US" dirty="0" err="1" smtClean="0">
                <a:solidFill>
                  <a:schemeClr val="tx1"/>
                </a:solidFill>
              </a:rPr>
              <a:t>struct</a:t>
            </a:r>
            <a:r>
              <a:rPr lang="en-US" dirty="0" smtClean="0">
                <a:solidFill>
                  <a:schemeClr val="tx1"/>
                </a:solidFill>
              </a:rPr>
              <a:t> </a:t>
            </a:r>
            <a:r>
              <a:rPr lang="en-US" dirty="0" err="1" smtClean="0">
                <a:solidFill>
                  <a:schemeClr val="tx1"/>
                </a:solidFill>
              </a:rPr>
              <a:t>inode</a:t>
            </a:r>
            <a:r>
              <a:rPr lang="en-US" dirty="0" smtClean="0">
                <a:solidFill>
                  <a:schemeClr val="tx1"/>
                </a:solidFill>
              </a:rPr>
              <a:t> *</a:t>
            </a:r>
            <a:r>
              <a:rPr lang="en-US" dirty="0" err="1" smtClean="0">
                <a:solidFill>
                  <a:schemeClr val="tx1"/>
                </a:solidFill>
              </a:rPr>
              <a:t>inode</a:t>
            </a:r>
            <a:r>
              <a:rPr lang="en-US" dirty="0" smtClean="0">
                <a:solidFill>
                  <a:schemeClr val="tx1"/>
                </a:solidFill>
              </a:rPr>
              <a:t>, </a:t>
            </a:r>
            <a:r>
              <a:rPr lang="en-US" dirty="0" err="1" smtClean="0">
                <a:solidFill>
                  <a:schemeClr val="tx1"/>
                </a:solidFill>
              </a:rPr>
              <a:t>struct</a:t>
            </a:r>
            <a:r>
              <a:rPr lang="en-US" dirty="0" smtClean="0">
                <a:solidFill>
                  <a:schemeClr val="tx1"/>
                </a:solidFill>
              </a:rPr>
              <a:t> file *</a:t>
            </a:r>
            <a:r>
              <a:rPr lang="en-US" dirty="0" err="1" smtClean="0">
                <a:solidFill>
                  <a:schemeClr val="tx1"/>
                </a:solidFill>
              </a:rPr>
              <a:t>filp</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4  {</a:t>
            </a:r>
            <a:endParaRPr lang="zh-CN" altLang="en-US" dirty="0" smtClean="0">
              <a:solidFill>
                <a:schemeClr val="tx1"/>
              </a:solidFill>
            </a:endParaRPr>
          </a:p>
          <a:p>
            <a:r>
              <a:rPr lang="en-US" dirty="0" smtClean="0">
                <a:solidFill>
                  <a:schemeClr val="tx1"/>
                </a:solidFill>
              </a:rPr>
              <a:t>5     ...</a:t>
            </a:r>
            <a:endParaRPr lang="zh-CN" altLang="en-US" dirty="0" smtClean="0">
              <a:solidFill>
                <a:schemeClr val="tx1"/>
              </a:solidFill>
            </a:endParaRPr>
          </a:p>
          <a:p>
            <a:r>
              <a:rPr lang="en-US" dirty="0" smtClean="0">
                <a:solidFill>
                  <a:schemeClr val="tx1"/>
                </a:solidFill>
              </a:rPr>
              <a:t>6     if (!</a:t>
            </a:r>
            <a:r>
              <a:rPr lang="en-US" dirty="0" err="1" smtClean="0">
                <a:solidFill>
                  <a:schemeClr val="tx1"/>
                </a:solidFill>
              </a:rPr>
              <a:t>atomic_dec_and_test</a:t>
            </a:r>
            <a:r>
              <a:rPr lang="en-US" dirty="0" smtClean="0">
                <a:solidFill>
                  <a:schemeClr val="tx1"/>
                </a:solidFill>
              </a:rPr>
              <a:t>(&amp;</a:t>
            </a:r>
            <a:r>
              <a:rPr lang="en-US" dirty="0" err="1" smtClean="0">
                <a:solidFill>
                  <a:schemeClr val="tx1"/>
                </a:solidFill>
              </a:rPr>
              <a:t>xxx_available</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7         </a:t>
            </a:r>
            <a:r>
              <a:rPr lang="en-US" dirty="0" err="1" smtClean="0">
                <a:solidFill>
                  <a:schemeClr val="tx1"/>
                </a:solidFill>
              </a:rPr>
              <a:t>atomic_inc</a:t>
            </a:r>
            <a:r>
              <a:rPr lang="en-US" dirty="0" smtClean="0">
                <a:solidFill>
                  <a:schemeClr val="tx1"/>
                </a:solidFill>
              </a:rPr>
              <a:t>(&amp;</a:t>
            </a:r>
            <a:r>
              <a:rPr lang="en-US" dirty="0" err="1" smtClean="0">
                <a:solidFill>
                  <a:schemeClr val="tx1"/>
                </a:solidFill>
              </a:rPr>
              <a:t>xxx_available</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8         return  - EBUSY; /*</a:t>
            </a:r>
            <a:r>
              <a:rPr lang="zh-CN" altLang="en-US" dirty="0" smtClean="0">
                <a:solidFill>
                  <a:schemeClr val="tx1"/>
                </a:solidFill>
              </a:rPr>
              <a:t>已经打开</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9     }</a:t>
            </a:r>
            <a:endParaRPr lang="zh-CN" altLang="en-US" dirty="0" smtClean="0">
              <a:solidFill>
                <a:schemeClr val="tx1"/>
              </a:solidFill>
            </a:endParaRPr>
          </a:p>
          <a:p>
            <a:r>
              <a:rPr lang="en-US" dirty="0" smtClean="0">
                <a:solidFill>
                  <a:schemeClr val="tx1"/>
                </a:solidFill>
              </a:rPr>
              <a:t>10    ...  </a:t>
            </a:r>
            <a:endParaRPr lang="zh-CN" altLang="en-US" dirty="0" smtClean="0">
              <a:solidFill>
                <a:schemeClr val="tx1"/>
              </a:solidFill>
            </a:endParaRPr>
          </a:p>
          <a:p>
            <a:r>
              <a:rPr lang="en-US" dirty="0" smtClean="0">
                <a:solidFill>
                  <a:schemeClr val="tx1"/>
                </a:solidFill>
              </a:rPr>
              <a:t>11    return 0; /* </a:t>
            </a:r>
            <a:r>
              <a:rPr lang="zh-CN" altLang="en-US" dirty="0" smtClean="0">
                <a:solidFill>
                  <a:schemeClr val="tx1"/>
                </a:solidFill>
              </a:rPr>
              <a:t>成功 </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12 }</a:t>
            </a:r>
            <a:endParaRPr lang="zh-CN" altLang="en-US" dirty="0" smtClean="0">
              <a:solidFill>
                <a:schemeClr val="tx1"/>
              </a:solidFill>
            </a:endParaRPr>
          </a:p>
          <a:p>
            <a:r>
              <a:rPr lang="en-US" dirty="0" smtClean="0">
                <a:solidFill>
                  <a:schemeClr val="tx1"/>
                </a:solidFill>
              </a:rPr>
              <a:t>13 </a:t>
            </a:r>
            <a:endParaRPr lang="zh-CN" altLang="en-US" dirty="0" smtClean="0">
              <a:solidFill>
                <a:schemeClr val="tx1"/>
              </a:solidFill>
            </a:endParaRPr>
          </a:p>
          <a:p>
            <a:r>
              <a:rPr lang="en-US" dirty="0" smtClean="0">
                <a:solidFill>
                  <a:schemeClr val="tx1"/>
                </a:solidFill>
              </a:rPr>
              <a:t>14 static </a:t>
            </a:r>
            <a:r>
              <a:rPr lang="en-US" dirty="0" err="1" smtClean="0">
                <a:solidFill>
                  <a:schemeClr val="tx1"/>
                </a:solidFill>
              </a:rPr>
              <a:t>int</a:t>
            </a:r>
            <a:r>
              <a:rPr lang="en-US" dirty="0" smtClean="0">
                <a:solidFill>
                  <a:schemeClr val="tx1"/>
                </a:solidFill>
              </a:rPr>
              <a:t> </a:t>
            </a:r>
            <a:r>
              <a:rPr lang="en-US" dirty="0" err="1" smtClean="0">
                <a:solidFill>
                  <a:schemeClr val="tx1"/>
                </a:solidFill>
              </a:rPr>
              <a:t>xxx_release</a:t>
            </a:r>
            <a:r>
              <a:rPr lang="en-US" dirty="0" smtClean="0">
                <a:solidFill>
                  <a:schemeClr val="tx1"/>
                </a:solidFill>
              </a:rPr>
              <a:t>(</a:t>
            </a:r>
            <a:r>
              <a:rPr lang="en-US" dirty="0" err="1" smtClean="0">
                <a:solidFill>
                  <a:schemeClr val="tx1"/>
                </a:solidFill>
              </a:rPr>
              <a:t>struct</a:t>
            </a:r>
            <a:r>
              <a:rPr lang="en-US" dirty="0" smtClean="0">
                <a:solidFill>
                  <a:schemeClr val="tx1"/>
                </a:solidFill>
              </a:rPr>
              <a:t> </a:t>
            </a:r>
            <a:r>
              <a:rPr lang="en-US" dirty="0" err="1" smtClean="0">
                <a:solidFill>
                  <a:schemeClr val="tx1"/>
                </a:solidFill>
              </a:rPr>
              <a:t>inode</a:t>
            </a:r>
            <a:r>
              <a:rPr lang="en-US" dirty="0" smtClean="0">
                <a:solidFill>
                  <a:schemeClr val="tx1"/>
                </a:solidFill>
              </a:rPr>
              <a:t> *</a:t>
            </a:r>
            <a:r>
              <a:rPr lang="en-US" dirty="0" err="1" smtClean="0">
                <a:solidFill>
                  <a:schemeClr val="tx1"/>
                </a:solidFill>
              </a:rPr>
              <a:t>inode</a:t>
            </a:r>
            <a:r>
              <a:rPr lang="en-US" dirty="0" smtClean="0">
                <a:solidFill>
                  <a:schemeClr val="tx1"/>
                </a:solidFill>
              </a:rPr>
              <a:t>, </a:t>
            </a:r>
            <a:r>
              <a:rPr lang="en-US" dirty="0" err="1" smtClean="0">
                <a:solidFill>
                  <a:schemeClr val="tx1"/>
                </a:solidFill>
              </a:rPr>
              <a:t>struct</a:t>
            </a:r>
            <a:r>
              <a:rPr lang="en-US" dirty="0" smtClean="0">
                <a:solidFill>
                  <a:schemeClr val="tx1"/>
                </a:solidFill>
              </a:rPr>
              <a:t> file *</a:t>
            </a:r>
            <a:r>
              <a:rPr lang="en-US" dirty="0" err="1" smtClean="0">
                <a:solidFill>
                  <a:schemeClr val="tx1"/>
                </a:solidFill>
              </a:rPr>
              <a:t>filp</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15 {</a:t>
            </a:r>
            <a:endParaRPr lang="zh-CN" altLang="en-US" dirty="0" smtClean="0">
              <a:solidFill>
                <a:schemeClr val="tx1"/>
              </a:solidFill>
            </a:endParaRPr>
          </a:p>
          <a:p>
            <a:r>
              <a:rPr lang="en-US" dirty="0" smtClean="0">
                <a:solidFill>
                  <a:schemeClr val="tx1"/>
                </a:solidFill>
              </a:rPr>
              <a:t>16    </a:t>
            </a:r>
            <a:r>
              <a:rPr lang="en-US" dirty="0" err="1" smtClean="0">
                <a:solidFill>
                  <a:schemeClr val="tx1"/>
                </a:solidFill>
              </a:rPr>
              <a:t>atomic_inc</a:t>
            </a:r>
            <a:r>
              <a:rPr lang="en-US" dirty="0" smtClean="0">
                <a:solidFill>
                  <a:schemeClr val="tx1"/>
                </a:solidFill>
              </a:rPr>
              <a:t>(&amp;</a:t>
            </a:r>
            <a:r>
              <a:rPr lang="en-US" dirty="0" err="1" smtClean="0">
                <a:solidFill>
                  <a:schemeClr val="tx1"/>
                </a:solidFill>
              </a:rPr>
              <a:t>xxx_available</a:t>
            </a:r>
            <a:r>
              <a:rPr lang="en-US" dirty="0" smtClean="0">
                <a:solidFill>
                  <a:schemeClr val="tx1"/>
                </a:solidFill>
              </a:rPr>
              <a:t>); /* </a:t>
            </a:r>
            <a:r>
              <a:rPr lang="zh-CN" altLang="en-US" dirty="0" smtClean="0">
                <a:solidFill>
                  <a:schemeClr val="tx1"/>
                </a:solidFill>
              </a:rPr>
              <a:t>释放设备 </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17    return 0;</a:t>
            </a:r>
            <a:endParaRPr lang="zh-CN" altLang="en-US" dirty="0" smtClean="0">
              <a:solidFill>
                <a:schemeClr val="tx1"/>
              </a:solidFill>
            </a:endParaRPr>
          </a:p>
          <a:p>
            <a:r>
              <a:rPr lang="en-US" dirty="0" smtClean="0">
                <a:solidFill>
                  <a:schemeClr val="tx1"/>
                </a:solidFill>
              </a:rPr>
              <a:t>18 }</a:t>
            </a:r>
            <a:endParaRPr lang="zh-CN" altLang="en-US" dirty="0" smtClean="0">
              <a:solidFill>
                <a:schemeClr val="tx1"/>
              </a:solidFill>
            </a:endParaRPr>
          </a:p>
          <a:p>
            <a:endParaRPr lang="zh-CN" alt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自旋锁</a:t>
            </a:r>
            <a:endParaRPr lang="zh-CN" altLang="en-US" dirty="0"/>
          </a:p>
        </p:txBody>
      </p:sp>
      <p:sp>
        <p:nvSpPr>
          <p:cNvPr id="3" name="内容占位符 2"/>
          <p:cNvSpPr>
            <a:spLocks noGrp="1"/>
          </p:cNvSpPr>
          <p:nvPr>
            <p:ph idx="1"/>
          </p:nvPr>
        </p:nvSpPr>
        <p:spPr/>
        <p:txBody>
          <a:bodyPr/>
          <a:lstStyle/>
          <a:p>
            <a:r>
              <a:rPr lang="zh-CN" altLang="en-US" dirty="0" smtClean="0"/>
              <a:t>定义自旋锁</a:t>
            </a:r>
            <a:endParaRPr lang="en-US" altLang="zh-CN" dirty="0" smtClean="0"/>
          </a:p>
          <a:p>
            <a:pPr lvl="1"/>
            <a:r>
              <a:rPr lang="en-US" dirty="0" err="1" smtClean="0"/>
              <a:t>spinlock_t</a:t>
            </a:r>
            <a:r>
              <a:rPr lang="en-US" dirty="0" smtClean="0"/>
              <a:t>  lock;</a:t>
            </a:r>
            <a:endParaRPr lang="zh-CN" altLang="en-US" dirty="0" smtClean="0"/>
          </a:p>
          <a:p>
            <a:r>
              <a:rPr lang="zh-CN" altLang="en-US" dirty="0" smtClean="0"/>
              <a:t>初始化自旋锁</a:t>
            </a:r>
            <a:endParaRPr lang="en-US" altLang="zh-CN" dirty="0" smtClean="0"/>
          </a:p>
          <a:p>
            <a:pPr lvl="1"/>
            <a:r>
              <a:rPr lang="en-US" dirty="0" err="1" smtClean="0"/>
              <a:t>spin_lock_init</a:t>
            </a:r>
            <a:r>
              <a:rPr lang="en-US" dirty="0" smtClean="0"/>
              <a:t>(&amp;lock)</a:t>
            </a:r>
            <a:endParaRPr lang="zh-CN" altLang="en-US" dirty="0" smtClean="0"/>
          </a:p>
          <a:p>
            <a:r>
              <a:rPr lang="zh-CN" altLang="en-US" dirty="0" smtClean="0"/>
              <a:t>获得自旋锁</a:t>
            </a:r>
            <a:endParaRPr lang="en-US" altLang="zh-CN" dirty="0" smtClean="0"/>
          </a:p>
          <a:p>
            <a:pPr lvl="1"/>
            <a:r>
              <a:rPr lang="en-US" dirty="0" err="1" smtClean="0"/>
              <a:t>spin_lock</a:t>
            </a:r>
            <a:r>
              <a:rPr lang="en-US" dirty="0" smtClean="0"/>
              <a:t>(&amp;lock)</a:t>
            </a:r>
          </a:p>
          <a:p>
            <a:pPr lvl="2"/>
            <a:r>
              <a:rPr lang="zh-CN" altLang="en-US" dirty="0" smtClean="0"/>
              <a:t>如果能够立即获得锁，它就马上返回，否则，它将自旋在那里</a:t>
            </a:r>
          </a:p>
          <a:p>
            <a:pPr lvl="1"/>
            <a:r>
              <a:rPr lang="en-US" dirty="0" err="1" smtClean="0"/>
              <a:t>spin_trylock</a:t>
            </a:r>
            <a:r>
              <a:rPr lang="en-US" dirty="0" smtClean="0"/>
              <a:t>(&amp;lock)</a:t>
            </a:r>
          </a:p>
          <a:p>
            <a:pPr lvl="2"/>
            <a:r>
              <a:rPr lang="zh-CN" altLang="en-US" dirty="0" smtClean="0"/>
              <a:t>该宏尝试获得自旋锁</a:t>
            </a:r>
            <a:r>
              <a:rPr lang="en-US" dirty="0" smtClean="0"/>
              <a:t>lock</a:t>
            </a:r>
            <a:r>
              <a:rPr lang="zh-CN" altLang="en-US" dirty="0" smtClean="0"/>
              <a:t>，如果能立即获得锁，它获得锁并返回真，否则立即返回假</a:t>
            </a:r>
          </a:p>
          <a:p>
            <a:r>
              <a:rPr lang="zh-CN" altLang="en-US" dirty="0" smtClean="0"/>
              <a:t>释放自旋锁</a:t>
            </a:r>
            <a:endParaRPr lang="en-US" altLang="zh-CN" dirty="0" smtClean="0"/>
          </a:p>
          <a:p>
            <a:pPr lvl="1"/>
            <a:r>
              <a:rPr lang="en-US" dirty="0" err="1" smtClean="0"/>
              <a:t>spin_unlock</a:t>
            </a:r>
            <a:r>
              <a:rPr lang="en-US" dirty="0" smtClean="0"/>
              <a:t>(&amp;lock)</a:t>
            </a:r>
            <a:endParaRPr lang="zh-CN" altLang="en-US" dirty="0" smtClean="0"/>
          </a:p>
          <a:p>
            <a:pPr lvl="1"/>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自旋锁</a:t>
            </a:r>
            <a:r>
              <a:rPr lang="en-US" altLang="zh-CN" dirty="0" smtClean="0"/>
              <a:t>(cont.)</a:t>
            </a:r>
            <a:endParaRPr lang="zh-CN" altLang="en-US" dirty="0"/>
          </a:p>
        </p:txBody>
      </p:sp>
      <p:sp>
        <p:nvSpPr>
          <p:cNvPr id="3" name="内容占位符 2"/>
          <p:cNvSpPr>
            <a:spLocks noGrp="1"/>
          </p:cNvSpPr>
          <p:nvPr>
            <p:ph idx="1"/>
          </p:nvPr>
        </p:nvSpPr>
        <p:spPr/>
        <p:txBody>
          <a:bodyPr/>
          <a:lstStyle/>
          <a:p>
            <a:r>
              <a:rPr lang="zh-CN" altLang="en-US" dirty="0" smtClean="0"/>
              <a:t>防止中断和底半部的影响</a:t>
            </a:r>
            <a:endParaRPr lang="en-US" altLang="zh-CN" dirty="0" smtClean="0"/>
          </a:p>
          <a:p>
            <a:pPr lvl="1"/>
            <a:r>
              <a:rPr lang="en-US" b="1" dirty="0" err="1" smtClean="0">
                <a:solidFill>
                  <a:schemeClr val="accent6"/>
                </a:solidFill>
              </a:rPr>
              <a:t>spin_lock_irq</a:t>
            </a:r>
            <a:r>
              <a:rPr lang="en-US" b="1" dirty="0" smtClean="0">
                <a:solidFill>
                  <a:schemeClr val="accent6"/>
                </a:solidFill>
              </a:rPr>
              <a:t>()</a:t>
            </a:r>
            <a:r>
              <a:rPr lang="en-US" dirty="0" smtClean="0"/>
              <a:t> = </a:t>
            </a:r>
            <a:r>
              <a:rPr lang="en-US" dirty="0" err="1" smtClean="0"/>
              <a:t>spin_lock</a:t>
            </a:r>
            <a:r>
              <a:rPr lang="en-US" dirty="0" smtClean="0"/>
              <a:t>() + </a:t>
            </a:r>
            <a:r>
              <a:rPr lang="en-US" dirty="0" err="1" smtClean="0"/>
              <a:t>local_irq_disable</a:t>
            </a:r>
            <a:r>
              <a:rPr lang="en-US" dirty="0" smtClean="0"/>
              <a:t>() </a:t>
            </a:r>
            <a:endParaRPr lang="zh-CN" altLang="en-US" dirty="0" smtClean="0"/>
          </a:p>
          <a:p>
            <a:pPr lvl="1"/>
            <a:r>
              <a:rPr lang="en-US" b="1" dirty="0" err="1" smtClean="0">
                <a:solidFill>
                  <a:schemeClr val="accent6"/>
                </a:solidFill>
              </a:rPr>
              <a:t>spin_unlock_irq</a:t>
            </a:r>
            <a:r>
              <a:rPr lang="en-US" b="1" dirty="0" smtClean="0">
                <a:solidFill>
                  <a:schemeClr val="accent6"/>
                </a:solidFill>
              </a:rPr>
              <a:t>() </a:t>
            </a:r>
            <a:r>
              <a:rPr lang="en-US" dirty="0" smtClean="0"/>
              <a:t>= </a:t>
            </a:r>
            <a:r>
              <a:rPr lang="en-US" dirty="0" err="1" smtClean="0"/>
              <a:t>spin_unlock</a:t>
            </a:r>
            <a:r>
              <a:rPr lang="en-US" dirty="0" smtClean="0"/>
              <a:t>() + </a:t>
            </a:r>
            <a:r>
              <a:rPr lang="en-US" dirty="0" err="1" smtClean="0"/>
              <a:t>local_irq_enable</a:t>
            </a:r>
            <a:r>
              <a:rPr lang="en-US" dirty="0" smtClean="0"/>
              <a:t>()</a:t>
            </a:r>
            <a:endParaRPr lang="zh-CN" altLang="en-US" dirty="0" smtClean="0"/>
          </a:p>
          <a:p>
            <a:pPr lvl="1"/>
            <a:r>
              <a:rPr lang="en-US" b="1" dirty="0" err="1" smtClean="0">
                <a:solidFill>
                  <a:schemeClr val="accent6"/>
                </a:solidFill>
              </a:rPr>
              <a:t>spin_lock_irqsave</a:t>
            </a:r>
            <a:r>
              <a:rPr lang="en-US" b="1" dirty="0" smtClean="0">
                <a:solidFill>
                  <a:schemeClr val="accent6"/>
                </a:solidFill>
              </a:rPr>
              <a:t>()</a:t>
            </a:r>
            <a:r>
              <a:rPr lang="en-US" dirty="0" smtClean="0"/>
              <a:t> = </a:t>
            </a:r>
            <a:r>
              <a:rPr lang="en-US" dirty="0" err="1" smtClean="0"/>
              <a:t>spin_lock</a:t>
            </a:r>
            <a:r>
              <a:rPr lang="en-US" dirty="0" smtClean="0"/>
              <a:t>() + </a:t>
            </a:r>
            <a:r>
              <a:rPr lang="en-US" dirty="0" err="1" smtClean="0"/>
              <a:t>local_irq_save</a:t>
            </a:r>
            <a:r>
              <a:rPr lang="en-US" dirty="0" smtClean="0"/>
              <a:t>()  </a:t>
            </a:r>
            <a:endParaRPr lang="zh-CN" altLang="en-US" dirty="0" smtClean="0"/>
          </a:p>
          <a:p>
            <a:pPr lvl="1"/>
            <a:r>
              <a:rPr lang="en-US" b="1" dirty="0" err="1" smtClean="0">
                <a:solidFill>
                  <a:schemeClr val="accent6"/>
                </a:solidFill>
              </a:rPr>
              <a:t>spin_unlock_irqrestore</a:t>
            </a:r>
            <a:r>
              <a:rPr lang="en-US" b="1" dirty="0" smtClean="0">
                <a:solidFill>
                  <a:schemeClr val="accent6"/>
                </a:solidFill>
              </a:rPr>
              <a:t>() </a:t>
            </a:r>
            <a:r>
              <a:rPr lang="en-US" dirty="0" smtClean="0"/>
              <a:t>= </a:t>
            </a:r>
            <a:r>
              <a:rPr lang="en-US" dirty="0" err="1" smtClean="0"/>
              <a:t>spin_unlock</a:t>
            </a:r>
            <a:r>
              <a:rPr lang="en-US" dirty="0" smtClean="0"/>
              <a:t>() + </a:t>
            </a:r>
            <a:r>
              <a:rPr lang="en-US" dirty="0" err="1" smtClean="0"/>
              <a:t>local_irq_restore</a:t>
            </a:r>
            <a:r>
              <a:rPr lang="en-US" dirty="0" smtClean="0"/>
              <a:t>() </a:t>
            </a:r>
            <a:endParaRPr lang="zh-CN" altLang="en-US" dirty="0" smtClean="0"/>
          </a:p>
          <a:p>
            <a:pPr lvl="1"/>
            <a:r>
              <a:rPr lang="en-US" b="1" dirty="0" err="1" smtClean="0">
                <a:solidFill>
                  <a:schemeClr val="accent6"/>
                </a:solidFill>
              </a:rPr>
              <a:t>spin_lock_bh</a:t>
            </a:r>
            <a:r>
              <a:rPr lang="en-US" b="1" dirty="0" smtClean="0">
                <a:solidFill>
                  <a:schemeClr val="accent6"/>
                </a:solidFill>
              </a:rPr>
              <a:t>() </a:t>
            </a:r>
            <a:r>
              <a:rPr lang="en-US" dirty="0" smtClean="0"/>
              <a:t>= </a:t>
            </a:r>
            <a:r>
              <a:rPr lang="en-US" dirty="0" err="1" smtClean="0"/>
              <a:t>spin_lock</a:t>
            </a:r>
            <a:r>
              <a:rPr lang="en-US" dirty="0" smtClean="0"/>
              <a:t>() + </a:t>
            </a:r>
            <a:r>
              <a:rPr lang="en-US" dirty="0" err="1" smtClean="0"/>
              <a:t>local_bh_disable</a:t>
            </a:r>
            <a:r>
              <a:rPr lang="en-US" dirty="0" smtClean="0"/>
              <a:t>() </a:t>
            </a:r>
            <a:endParaRPr lang="zh-CN" altLang="en-US" dirty="0" smtClean="0"/>
          </a:p>
          <a:p>
            <a:pPr lvl="1"/>
            <a:r>
              <a:rPr lang="en-US" b="1" dirty="0" err="1" smtClean="0">
                <a:solidFill>
                  <a:schemeClr val="accent6"/>
                </a:solidFill>
              </a:rPr>
              <a:t>spin_unlock_bh</a:t>
            </a:r>
            <a:r>
              <a:rPr lang="en-US" b="1" dirty="0" smtClean="0">
                <a:solidFill>
                  <a:schemeClr val="accent6"/>
                </a:solidFill>
              </a:rPr>
              <a:t>() </a:t>
            </a:r>
            <a:r>
              <a:rPr lang="en-US" dirty="0" smtClean="0"/>
              <a:t>= </a:t>
            </a:r>
            <a:r>
              <a:rPr lang="en-US" dirty="0" err="1" smtClean="0"/>
              <a:t>spin_unlock</a:t>
            </a:r>
            <a:r>
              <a:rPr lang="en-US" dirty="0" smtClean="0"/>
              <a:t>() + </a:t>
            </a:r>
            <a:r>
              <a:rPr lang="en-US" dirty="0" err="1" smtClean="0"/>
              <a:t>local_bh_enable</a:t>
            </a:r>
            <a:r>
              <a:rPr lang="en-US" dirty="0" smtClean="0"/>
              <a:t>() </a:t>
            </a:r>
            <a:endParaRPr lang="zh-CN" altLang="en-US" dirty="0" smtClean="0"/>
          </a:p>
          <a:p>
            <a:pPr lvl="1"/>
            <a:endParaRPr lang="zh-CN" alt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自旋锁使用注意事项</a:t>
            </a:r>
            <a:endParaRPr lang="zh-CN" altLang="en-US" dirty="0"/>
          </a:p>
        </p:txBody>
      </p:sp>
      <p:sp>
        <p:nvSpPr>
          <p:cNvPr id="3" name="内容占位符 2"/>
          <p:cNvSpPr>
            <a:spLocks noGrp="1"/>
          </p:cNvSpPr>
          <p:nvPr>
            <p:ph idx="1"/>
          </p:nvPr>
        </p:nvSpPr>
        <p:spPr/>
        <p:txBody>
          <a:bodyPr/>
          <a:lstStyle/>
          <a:p>
            <a:r>
              <a:rPr lang="zh-CN" altLang="en-US" dirty="0" smtClean="0"/>
              <a:t>自旋锁实际上是忙等锁</a:t>
            </a:r>
            <a:endParaRPr lang="en-US" altLang="zh-CN" dirty="0" smtClean="0"/>
          </a:p>
          <a:p>
            <a:endParaRPr lang="en-US" altLang="zh-CN" dirty="0" smtClean="0"/>
          </a:p>
          <a:p>
            <a:r>
              <a:rPr lang="zh-CN" altLang="en-US" dirty="0" smtClean="0"/>
              <a:t>自旋锁可能导致系统死锁</a:t>
            </a:r>
            <a:endParaRPr lang="en-US" altLang="zh-CN" dirty="0" smtClean="0"/>
          </a:p>
          <a:p>
            <a:endParaRPr lang="en-US" altLang="zh-CN" dirty="0" smtClean="0"/>
          </a:p>
          <a:p>
            <a:r>
              <a:rPr lang="zh-CN" altLang="en-US" dirty="0" smtClean="0"/>
              <a:t>自旋锁锁定期间不能调用可能引起进程调度的函数</a:t>
            </a:r>
            <a:endParaRPr lang="zh-CN" alt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使用自旋锁实现设备只能被一个进程打开</a:t>
            </a:r>
            <a:endParaRPr lang="zh-CN" altLang="en-US" dirty="0"/>
          </a:p>
        </p:txBody>
      </p:sp>
      <p:sp>
        <p:nvSpPr>
          <p:cNvPr id="4" name="页脚占位符 3"/>
          <p:cNvSpPr>
            <a:spLocks noGrp="1"/>
          </p:cNvSpPr>
          <p:nvPr>
            <p:ph type="ftr" idx="10"/>
          </p:nvPr>
        </p:nvSpPr>
        <p:spPr/>
        <p:txBody>
          <a:bodyPr/>
          <a:lstStyle/>
          <a:p>
            <a:pPr>
              <a:defRPr/>
            </a:pPr>
            <a:endParaRPr 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
        <p:nvSpPr>
          <p:cNvPr id="6" name="TextBox 5"/>
          <p:cNvSpPr txBox="1"/>
          <p:nvPr/>
        </p:nvSpPr>
        <p:spPr>
          <a:xfrm>
            <a:off x="571472" y="1031164"/>
            <a:ext cx="8143932" cy="575542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400" dirty="0" smtClean="0">
                <a:solidFill>
                  <a:schemeClr val="tx1"/>
                </a:solidFill>
              </a:rPr>
              <a:t>1  </a:t>
            </a:r>
            <a:r>
              <a:rPr lang="en-US" sz="1400" dirty="0" err="1" smtClean="0">
                <a:solidFill>
                  <a:schemeClr val="tx1"/>
                </a:solidFill>
              </a:rPr>
              <a:t>int</a:t>
            </a:r>
            <a:r>
              <a:rPr lang="en-US" sz="1400" dirty="0" smtClean="0">
                <a:solidFill>
                  <a:schemeClr val="tx1"/>
                </a:solidFill>
              </a:rPr>
              <a:t> </a:t>
            </a:r>
            <a:r>
              <a:rPr lang="en-US" sz="1400" dirty="0" err="1" smtClean="0">
                <a:solidFill>
                  <a:schemeClr val="tx1"/>
                </a:solidFill>
              </a:rPr>
              <a:t>xxx_count</a:t>
            </a:r>
            <a:r>
              <a:rPr lang="en-US" sz="1400" dirty="0" smtClean="0">
                <a:solidFill>
                  <a:schemeClr val="tx1"/>
                </a:solidFill>
              </a:rPr>
              <a:t> = 0;/*</a:t>
            </a:r>
            <a:r>
              <a:rPr lang="zh-CN" altLang="en-US" sz="1400" dirty="0" smtClean="0">
                <a:solidFill>
                  <a:schemeClr val="tx1"/>
                </a:solidFill>
              </a:rPr>
              <a:t>定义文件打开次数计数</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2      </a:t>
            </a:r>
            <a:endParaRPr lang="zh-CN" altLang="en-US" sz="1400" dirty="0" smtClean="0">
              <a:solidFill>
                <a:schemeClr val="tx1"/>
              </a:solidFill>
            </a:endParaRPr>
          </a:p>
          <a:p>
            <a:r>
              <a:rPr lang="en-US" sz="1400" dirty="0" smtClean="0">
                <a:solidFill>
                  <a:schemeClr val="tx1"/>
                </a:solidFill>
              </a:rPr>
              <a:t>3  static </a:t>
            </a:r>
            <a:r>
              <a:rPr lang="en-US" sz="1400" dirty="0" err="1" smtClean="0">
                <a:solidFill>
                  <a:schemeClr val="tx1"/>
                </a:solidFill>
              </a:rPr>
              <a:t>int</a:t>
            </a:r>
            <a:r>
              <a:rPr lang="en-US" sz="1400" dirty="0" smtClean="0">
                <a:solidFill>
                  <a:schemeClr val="tx1"/>
                </a:solidFill>
              </a:rPr>
              <a:t> </a:t>
            </a:r>
            <a:r>
              <a:rPr lang="en-US" sz="1400" dirty="0" err="1" smtClean="0">
                <a:solidFill>
                  <a:schemeClr val="tx1"/>
                </a:solidFill>
              </a:rPr>
              <a:t>xxx_open</a:t>
            </a:r>
            <a:r>
              <a:rPr lang="en-US" sz="1400" dirty="0" smtClean="0">
                <a:solidFill>
                  <a:schemeClr val="tx1"/>
                </a:solidFill>
              </a:rPr>
              <a:t>(</a:t>
            </a:r>
            <a:r>
              <a:rPr lang="en-US" sz="1400" dirty="0" err="1" smtClean="0">
                <a:solidFill>
                  <a:schemeClr val="tx1"/>
                </a:solidFill>
              </a:rPr>
              <a:t>struct</a:t>
            </a:r>
            <a:r>
              <a:rPr lang="en-US" sz="1400" dirty="0" smtClean="0">
                <a:solidFill>
                  <a:schemeClr val="tx1"/>
                </a:solidFill>
              </a:rPr>
              <a:t> </a:t>
            </a:r>
            <a:r>
              <a:rPr lang="en-US" sz="1400" dirty="0" err="1" smtClean="0">
                <a:solidFill>
                  <a:schemeClr val="tx1"/>
                </a:solidFill>
              </a:rPr>
              <a:t>inode</a:t>
            </a:r>
            <a:r>
              <a:rPr lang="en-US" sz="1400" dirty="0" smtClean="0">
                <a:solidFill>
                  <a:schemeClr val="tx1"/>
                </a:solidFill>
              </a:rPr>
              <a:t> *</a:t>
            </a:r>
            <a:r>
              <a:rPr lang="en-US" sz="1400" dirty="0" err="1" smtClean="0">
                <a:solidFill>
                  <a:schemeClr val="tx1"/>
                </a:solidFill>
              </a:rPr>
              <a:t>inode</a:t>
            </a:r>
            <a:r>
              <a:rPr lang="en-US" sz="1400" dirty="0" smtClean="0">
                <a:solidFill>
                  <a:schemeClr val="tx1"/>
                </a:solidFill>
              </a:rPr>
              <a:t>, </a:t>
            </a:r>
            <a:r>
              <a:rPr lang="en-US" sz="1400" dirty="0" err="1" smtClean="0">
                <a:solidFill>
                  <a:schemeClr val="tx1"/>
                </a:solidFill>
              </a:rPr>
              <a:t>struct</a:t>
            </a:r>
            <a:r>
              <a:rPr lang="en-US" sz="1400" dirty="0" smtClean="0">
                <a:solidFill>
                  <a:schemeClr val="tx1"/>
                </a:solidFill>
              </a:rPr>
              <a:t> file *</a:t>
            </a:r>
            <a:r>
              <a:rPr lang="en-US" sz="1400" dirty="0" err="1" smtClean="0">
                <a:solidFill>
                  <a:schemeClr val="tx1"/>
                </a:solidFill>
              </a:rPr>
              <a:t>filp</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4  {</a:t>
            </a:r>
            <a:endParaRPr lang="zh-CN" altLang="en-US" sz="1400" dirty="0" smtClean="0">
              <a:solidFill>
                <a:schemeClr val="tx1"/>
              </a:solidFill>
            </a:endParaRPr>
          </a:p>
          <a:p>
            <a:r>
              <a:rPr lang="en-US" sz="1400" dirty="0" smtClean="0">
                <a:solidFill>
                  <a:schemeClr val="tx1"/>
                </a:solidFill>
              </a:rPr>
              <a:t>5     ...</a:t>
            </a:r>
            <a:endParaRPr lang="zh-CN" altLang="en-US" sz="1400" dirty="0" smtClean="0">
              <a:solidFill>
                <a:schemeClr val="tx1"/>
              </a:solidFill>
            </a:endParaRPr>
          </a:p>
          <a:p>
            <a:r>
              <a:rPr lang="en-US" sz="1400" dirty="0" smtClean="0">
                <a:solidFill>
                  <a:schemeClr val="tx1"/>
                </a:solidFill>
              </a:rPr>
              <a:t>6     </a:t>
            </a:r>
            <a:r>
              <a:rPr lang="en-US" sz="1400" dirty="0" err="1" smtClean="0">
                <a:solidFill>
                  <a:schemeClr val="tx1"/>
                </a:solidFill>
              </a:rPr>
              <a:t>spin_lock</a:t>
            </a:r>
            <a:r>
              <a:rPr lang="en-US" sz="1400" dirty="0" smtClean="0">
                <a:solidFill>
                  <a:schemeClr val="tx1"/>
                </a:solidFill>
              </a:rPr>
              <a:t>(&amp;</a:t>
            </a:r>
            <a:r>
              <a:rPr lang="en-US" sz="1400" dirty="0" err="1" smtClean="0">
                <a:solidFill>
                  <a:schemeClr val="tx1"/>
                </a:solidFill>
              </a:rPr>
              <a:t>xxx_lock</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7     if (</a:t>
            </a:r>
            <a:r>
              <a:rPr lang="en-US" sz="1400" dirty="0" err="1" smtClean="0">
                <a:solidFill>
                  <a:schemeClr val="tx1"/>
                </a:solidFill>
              </a:rPr>
              <a:t>xxx_count</a:t>
            </a:r>
            <a:r>
              <a:rPr lang="en-US" sz="1400" dirty="0" smtClean="0">
                <a:solidFill>
                  <a:schemeClr val="tx1"/>
                </a:solidFill>
              </a:rPr>
              <a:t>) { /*</a:t>
            </a:r>
            <a:r>
              <a:rPr lang="zh-CN" altLang="en-US" sz="1400" dirty="0" smtClean="0">
                <a:solidFill>
                  <a:schemeClr val="tx1"/>
                </a:solidFill>
              </a:rPr>
              <a:t>已经打开</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8         </a:t>
            </a:r>
            <a:r>
              <a:rPr lang="en-US" sz="1400" dirty="0" err="1" smtClean="0">
                <a:solidFill>
                  <a:schemeClr val="tx1"/>
                </a:solidFill>
              </a:rPr>
              <a:t>spin_unlock</a:t>
            </a:r>
            <a:r>
              <a:rPr lang="en-US" sz="1400" dirty="0" smtClean="0">
                <a:solidFill>
                  <a:schemeClr val="tx1"/>
                </a:solidFill>
              </a:rPr>
              <a:t>(&amp;</a:t>
            </a:r>
            <a:r>
              <a:rPr lang="en-US" sz="1400" dirty="0" err="1" smtClean="0">
                <a:solidFill>
                  <a:schemeClr val="tx1"/>
                </a:solidFill>
              </a:rPr>
              <a:t>xxx_lock</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9         return  - EBUSY; </a:t>
            </a:r>
            <a:endParaRPr lang="zh-CN" altLang="en-US" sz="1400" dirty="0" smtClean="0">
              <a:solidFill>
                <a:schemeClr val="tx1"/>
              </a:solidFill>
            </a:endParaRPr>
          </a:p>
          <a:p>
            <a:r>
              <a:rPr lang="en-US" sz="1400" dirty="0" smtClean="0">
                <a:solidFill>
                  <a:schemeClr val="tx1"/>
                </a:solidFill>
              </a:rPr>
              <a:t>10    }</a:t>
            </a:r>
            <a:endParaRPr lang="zh-CN" altLang="en-US" sz="1400" dirty="0" smtClean="0">
              <a:solidFill>
                <a:schemeClr val="tx1"/>
              </a:solidFill>
            </a:endParaRPr>
          </a:p>
          <a:p>
            <a:r>
              <a:rPr lang="en-US" sz="1400" dirty="0" smtClean="0">
                <a:solidFill>
                  <a:schemeClr val="tx1"/>
                </a:solidFill>
              </a:rPr>
              <a:t>11    </a:t>
            </a:r>
            <a:r>
              <a:rPr lang="en-US" sz="1400" dirty="0" err="1" smtClean="0">
                <a:solidFill>
                  <a:schemeClr val="tx1"/>
                </a:solidFill>
              </a:rPr>
              <a:t>xxx_count</a:t>
            </a:r>
            <a:r>
              <a:rPr lang="en-US" sz="1400" dirty="0" smtClean="0">
                <a:solidFill>
                  <a:schemeClr val="tx1"/>
                </a:solidFill>
              </a:rPr>
              <a:t>++;/*</a:t>
            </a:r>
            <a:r>
              <a:rPr lang="zh-CN" altLang="en-US" sz="1400" dirty="0" smtClean="0">
                <a:solidFill>
                  <a:schemeClr val="tx1"/>
                </a:solidFill>
              </a:rPr>
              <a:t>增加使用计数</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12    </a:t>
            </a:r>
            <a:r>
              <a:rPr lang="en-US" sz="1400" dirty="0" err="1" smtClean="0">
                <a:solidFill>
                  <a:schemeClr val="tx1"/>
                </a:solidFill>
              </a:rPr>
              <a:t>spin_unlock</a:t>
            </a:r>
            <a:r>
              <a:rPr lang="en-US" sz="1400" dirty="0" smtClean="0">
                <a:solidFill>
                  <a:schemeClr val="tx1"/>
                </a:solidFill>
              </a:rPr>
              <a:t>(&amp;</a:t>
            </a:r>
            <a:r>
              <a:rPr lang="en-US" sz="1400" dirty="0" err="1" smtClean="0">
                <a:solidFill>
                  <a:schemeClr val="tx1"/>
                </a:solidFill>
              </a:rPr>
              <a:t>xxx_lock</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13    ...  </a:t>
            </a:r>
            <a:endParaRPr lang="zh-CN" altLang="en-US" sz="1400" dirty="0" smtClean="0">
              <a:solidFill>
                <a:schemeClr val="tx1"/>
              </a:solidFill>
            </a:endParaRPr>
          </a:p>
          <a:p>
            <a:r>
              <a:rPr lang="en-US" sz="1400" dirty="0" smtClean="0">
                <a:solidFill>
                  <a:schemeClr val="tx1"/>
                </a:solidFill>
              </a:rPr>
              <a:t>14    return 0; /* </a:t>
            </a:r>
            <a:r>
              <a:rPr lang="zh-CN" altLang="en-US" sz="1400" dirty="0" smtClean="0">
                <a:solidFill>
                  <a:schemeClr val="tx1"/>
                </a:solidFill>
              </a:rPr>
              <a:t>成功 </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15 }</a:t>
            </a:r>
            <a:endParaRPr lang="zh-CN" altLang="en-US" sz="1400" dirty="0" smtClean="0">
              <a:solidFill>
                <a:schemeClr val="tx1"/>
              </a:solidFill>
            </a:endParaRPr>
          </a:p>
          <a:p>
            <a:r>
              <a:rPr lang="en-US" sz="1400" dirty="0" smtClean="0">
                <a:solidFill>
                  <a:schemeClr val="tx1"/>
                </a:solidFill>
              </a:rPr>
              <a:t>16 </a:t>
            </a:r>
            <a:endParaRPr lang="zh-CN" altLang="en-US" sz="1400" dirty="0" smtClean="0">
              <a:solidFill>
                <a:schemeClr val="tx1"/>
              </a:solidFill>
            </a:endParaRPr>
          </a:p>
          <a:p>
            <a:r>
              <a:rPr lang="en-US" sz="1400" dirty="0" smtClean="0">
                <a:solidFill>
                  <a:schemeClr val="tx1"/>
                </a:solidFill>
              </a:rPr>
              <a:t>17 static </a:t>
            </a:r>
            <a:r>
              <a:rPr lang="en-US" sz="1400" dirty="0" err="1" smtClean="0">
                <a:solidFill>
                  <a:schemeClr val="tx1"/>
                </a:solidFill>
              </a:rPr>
              <a:t>int</a:t>
            </a:r>
            <a:r>
              <a:rPr lang="en-US" sz="1400" dirty="0" smtClean="0">
                <a:solidFill>
                  <a:schemeClr val="tx1"/>
                </a:solidFill>
              </a:rPr>
              <a:t> </a:t>
            </a:r>
            <a:r>
              <a:rPr lang="en-US" sz="1400" dirty="0" err="1" smtClean="0">
                <a:solidFill>
                  <a:schemeClr val="tx1"/>
                </a:solidFill>
              </a:rPr>
              <a:t>xxx_release</a:t>
            </a:r>
            <a:r>
              <a:rPr lang="en-US" sz="1400" dirty="0" smtClean="0">
                <a:solidFill>
                  <a:schemeClr val="tx1"/>
                </a:solidFill>
              </a:rPr>
              <a:t>(</a:t>
            </a:r>
            <a:r>
              <a:rPr lang="en-US" sz="1400" dirty="0" err="1" smtClean="0">
                <a:solidFill>
                  <a:schemeClr val="tx1"/>
                </a:solidFill>
              </a:rPr>
              <a:t>struct</a:t>
            </a:r>
            <a:r>
              <a:rPr lang="en-US" sz="1400" dirty="0" smtClean="0">
                <a:solidFill>
                  <a:schemeClr val="tx1"/>
                </a:solidFill>
              </a:rPr>
              <a:t> </a:t>
            </a:r>
            <a:r>
              <a:rPr lang="en-US" sz="1400" dirty="0" err="1" smtClean="0">
                <a:solidFill>
                  <a:schemeClr val="tx1"/>
                </a:solidFill>
              </a:rPr>
              <a:t>inode</a:t>
            </a:r>
            <a:r>
              <a:rPr lang="en-US" sz="1400" dirty="0" smtClean="0">
                <a:solidFill>
                  <a:schemeClr val="tx1"/>
                </a:solidFill>
              </a:rPr>
              <a:t> *</a:t>
            </a:r>
            <a:r>
              <a:rPr lang="en-US" sz="1400" dirty="0" err="1" smtClean="0">
                <a:solidFill>
                  <a:schemeClr val="tx1"/>
                </a:solidFill>
              </a:rPr>
              <a:t>inode</a:t>
            </a:r>
            <a:r>
              <a:rPr lang="en-US" sz="1400" dirty="0" smtClean="0">
                <a:solidFill>
                  <a:schemeClr val="tx1"/>
                </a:solidFill>
              </a:rPr>
              <a:t>, </a:t>
            </a:r>
            <a:r>
              <a:rPr lang="en-US" sz="1400" dirty="0" err="1" smtClean="0">
                <a:solidFill>
                  <a:schemeClr val="tx1"/>
                </a:solidFill>
              </a:rPr>
              <a:t>struct</a:t>
            </a:r>
            <a:r>
              <a:rPr lang="en-US" sz="1400" dirty="0" smtClean="0">
                <a:solidFill>
                  <a:schemeClr val="tx1"/>
                </a:solidFill>
              </a:rPr>
              <a:t> file *</a:t>
            </a:r>
            <a:r>
              <a:rPr lang="en-US" sz="1400" dirty="0" err="1" smtClean="0">
                <a:solidFill>
                  <a:schemeClr val="tx1"/>
                </a:solidFill>
              </a:rPr>
              <a:t>filp</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18 {</a:t>
            </a:r>
            <a:endParaRPr lang="zh-CN" altLang="en-US" sz="1400" dirty="0" smtClean="0">
              <a:solidFill>
                <a:schemeClr val="tx1"/>
              </a:solidFill>
            </a:endParaRPr>
          </a:p>
          <a:p>
            <a:r>
              <a:rPr lang="en-US" sz="1400" dirty="0" smtClean="0">
                <a:solidFill>
                  <a:schemeClr val="tx1"/>
                </a:solidFill>
              </a:rPr>
              <a:t>19    ...</a:t>
            </a:r>
            <a:endParaRPr lang="zh-CN" altLang="en-US" sz="1400" dirty="0" smtClean="0">
              <a:solidFill>
                <a:schemeClr val="tx1"/>
              </a:solidFill>
            </a:endParaRPr>
          </a:p>
          <a:p>
            <a:r>
              <a:rPr lang="en-US" sz="1400" dirty="0" smtClean="0">
                <a:solidFill>
                  <a:schemeClr val="tx1"/>
                </a:solidFill>
              </a:rPr>
              <a:t>20    </a:t>
            </a:r>
            <a:r>
              <a:rPr lang="en-US" sz="1400" dirty="0" err="1" smtClean="0">
                <a:solidFill>
                  <a:schemeClr val="tx1"/>
                </a:solidFill>
              </a:rPr>
              <a:t>spin_lock</a:t>
            </a:r>
            <a:r>
              <a:rPr lang="en-US" sz="1400" dirty="0" smtClean="0">
                <a:solidFill>
                  <a:schemeClr val="tx1"/>
                </a:solidFill>
              </a:rPr>
              <a:t>(&amp;</a:t>
            </a:r>
            <a:r>
              <a:rPr lang="en-US" sz="1400" dirty="0" err="1" smtClean="0">
                <a:solidFill>
                  <a:schemeClr val="tx1"/>
                </a:solidFill>
              </a:rPr>
              <a:t>xxx_lock</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21    </a:t>
            </a:r>
            <a:r>
              <a:rPr lang="en-US" sz="1400" dirty="0" err="1" smtClean="0">
                <a:solidFill>
                  <a:schemeClr val="tx1"/>
                </a:solidFill>
              </a:rPr>
              <a:t>xxx_count</a:t>
            </a:r>
            <a:r>
              <a:rPr lang="en-US" sz="1400" dirty="0" smtClean="0">
                <a:solidFill>
                  <a:schemeClr val="tx1"/>
                </a:solidFill>
              </a:rPr>
              <a:t>--; /*</a:t>
            </a:r>
            <a:r>
              <a:rPr lang="zh-CN" altLang="en-US" sz="1400" dirty="0" smtClean="0">
                <a:solidFill>
                  <a:schemeClr val="tx1"/>
                </a:solidFill>
              </a:rPr>
              <a:t>减少使用计数</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22    </a:t>
            </a:r>
            <a:r>
              <a:rPr lang="en-US" sz="1400" dirty="0" err="1" smtClean="0">
                <a:solidFill>
                  <a:schemeClr val="tx1"/>
                </a:solidFill>
              </a:rPr>
              <a:t>spin_unlock</a:t>
            </a:r>
            <a:r>
              <a:rPr lang="en-US" sz="1400" dirty="0" smtClean="0">
                <a:solidFill>
                  <a:schemeClr val="tx1"/>
                </a:solidFill>
              </a:rPr>
              <a:t>(&amp;</a:t>
            </a:r>
            <a:r>
              <a:rPr lang="en-US" sz="1400" dirty="0" err="1" smtClean="0">
                <a:solidFill>
                  <a:schemeClr val="tx1"/>
                </a:solidFill>
              </a:rPr>
              <a:t>xxx_lock</a:t>
            </a:r>
            <a:r>
              <a:rPr lang="en-US" sz="1400" dirty="0" smtClean="0">
                <a:solidFill>
                  <a:schemeClr val="tx1"/>
                </a:solidFill>
              </a:rPr>
              <a:t>);</a:t>
            </a:r>
            <a:endParaRPr lang="zh-CN" altLang="en-US" sz="1400" dirty="0" smtClean="0">
              <a:solidFill>
                <a:schemeClr val="tx1"/>
              </a:solidFill>
            </a:endParaRPr>
          </a:p>
          <a:p>
            <a:r>
              <a:rPr lang="en-US" sz="1400" dirty="0" smtClean="0">
                <a:solidFill>
                  <a:schemeClr val="tx1"/>
                </a:solidFill>
              </a:rPr>
              <a:t>23</a:t>
            </a:r>
            <a:endParaRPr lang="zh-CN" altLang="en-US" sz="1400" dirty="0" smtClean="0">
              <a:solidFill>
                <a:schemeClr val="tx1"/>
              </a:solidFill>
            </a:endParaRPr>
          </a:p>
          <a:p>
            <a:r>
              <a:rPr lang="en-US" sz="1400" dirty="0" smtClean="0">
                <a:solidFill>
                  <a:schemeClr val="tx1"/>
                </a:solidFill>
              </a:rPr>
              <a:t>24    return 0;</a:t>
            </a:r>
            <a:endParaRPr lang="zh-CN" altLang="en-US" sz="1400" dirty="0" smtClean="0">
              <a:solidFill>
                <a:schemeClr val="tx1"/>
              </a:solidFill>
            </a:endParaRPr>
          </a:p>
          <a:p>
            <a:r>
              <a:rPr lang="en-US" sz="1400" dirty="0" smtClean="0">
                <a:solidFill>
                  <a:schemeClr val="tx1"/>
                </a:solidFill>
              </a:rPr>
              <a:t>25 }</a:t>
            </a:r>
            <a:endParaRPr lang="zh-CN" altLang="en-US" sz="1400" dirty="0" smtClean="0">
              <a:solidFill>
                <a:schemeClr val="tx1"/>
              </a:solidFill>
            </a:endParaRPr>
          </a:p>
          <a:p>
            <a:endParaRPr lang="zh-CN"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读写自旋锁</a:t>
            </a:r>
            <a:endParaRPr lang="zh-CN" altLang="en-US" dirty="0"/>
          </a:p>
        </p:txBody>
      </p:sp>
      <p:sp>
        <p:nvSpPr>
          <p:cNvPr id="3" name="内容占位符 2"/>
          <p:cNvSpPr>
            <a:spLocks noGrp="1"/>
          </p:cNvSpPr>
          <p:nvPr>
            <p:ph idx="1"/>
          </p:nvPr>
        </p:nvSpPr>
        <p:spPr/>
        <p:txBody>
          <a:bodyPr/>
          <a:lstStyle/>
          <a:p>
            <a:r>
              <a:rPr lang="zh-CN" altLang="en-US" dirty="0" smtClean="0"/>
              <a:t>定义和初始化读写自旋锁</a:t>
            </a:r>
            <a:endParaRPr lang="en-US" altLang="zh-CN" dirty="0" smtClean="0"/>
          </a:p>
          <a:p>
            <a:pPr lvl="1"/>
            <a:r>
              <a:rPr lang="en-US" dirty="0" err="1" smtClean="0"/>
              <a:t>rwlock_t</a:t>
            </a:r>
            <a:r>
              <a:rPr lang="en-US" dirty="0" smtClean="0"/>
              <a:t> </a:t>
            </a:r>
            <a:r>
              <a:rPr lang="en-US" dirty="0" err="1" smtClean="0"/>
              <a:t>my_rwlock</a:t>
            </a:r>
            <a:r>
              <a:rPr lang="en-US" dirty="0" smtClean="0"/>
              <a:t> = RW_LOCK_UNLOCKED; /* </a:t>
            </a:r>
            <a:r>
              <a:rPr lang="zh-CN" altLang="en-US" dirty="0" smtClean="0"/>
              <a:t>静态初始化 </a:t>
            </a:r>
            <a:r>
              <a:rPr lang="en-US" dirty="0" smtClean="0"/>
              <a:t>*/ </a:t>
            </a:r>
            <a:endParaRPr lang="zh-CN" altLang="en-US" dirty="0" smtClean="0"/>
          </a:p>
          <a:p>
            <a:pPr lvl="1"/>
            <a:r>
              <a:rPr lang="en-US" dirty="0" err="1" smtClean="0"/>
              <a:t>rwlock_t</a:t>
            </a:r>
            <a:r>
              <a:rPr lang="en-US" dirty="0" smtClean="0"/>
              <a:t> </a:t>
            </a:r>
            <a:r>
              <a:rPr lang="en-US" dirty="0" err="1" smtClean="0"/>
              <a:t>my_rwlock</a:t>
            </a:r>
            <a:r>
              <a:rPr lang="en-US" dirty="0" smtClean="0"/>
              <a:t>;</a:t>
            </a:r>
            <a:endParaRPr lang="zh-CN" altLang="en-US" dirty="0" smtClean="0"/>
          </a:p>
          <a:p>
            <a:pPr lvl="1"/>
            <a:r>
              <a:rPr lang="en-US" dirty="0" err="1" smtClean="0"/>
              <a:t>rwlock_init</a:t>
            </a:r>
            <a:r>
              <a:rPr lang="en-US" dirty="0" smtClean="0"/>
              <a:t>(&amp;</a:t>
            </a:r>
            <a:r>
              <a:rPr lang="en-US" dirty="0" err="1" smtClean="0"/>
              <a:t>my_rwlock</a:t>
            </a:r>
            <a:r>
              <a:rPr lang="en-US" dirty="0" smtClean="0"/>
              <a:t>); /* </a:t>
            </a:r>
            <a:r>
              <a:rPr lang="zh-CN" altLang="en-US" dirty="0" smtClean="0"/>
              <a:t>动态初始化 </a:t>
            </a:r>
            <a:r>
              <a:rPr lang="en-US" dirty="0" smtClean="0"/>
              <a:t>*/</a:t>
            </a:r>
            <a:endParaRPr lang="zh-CN" altLang="en-US" dirty="0" smtClean="0"/>
          </a:p>
          <a:p>
            <a:r>
              <a:rPr lang="zh-CN" altLang="en-US" dirty="0" smtClean="0"/>
              <a:t>读锁定</a:t>
            </a:r>
            <a:endParaRPr lang="en-US" altLang="zh-CN" dirty="0" smtClean="0"/>
          </a:p>
          <a:p>
            <a:pPr lvl="1"/>
            <a:r>
              <a:rPr lang="en-US" dirty="0" smtClean="0"/>
              <a:t>void </a:t>
            </a:r>
            <a:r>
              <a:rPr lang="en-US" dirty="0" err="1" smtClean="0"/>
              <a:t>read_lock</a:t>
            </a:r>
            <a:r>
              <a:rPr lang="en-US" dirty="0" smtClean="0"/>
              <a:t>(</a:t>
            </a:r>
            <a:r>
              <a:rPr lang="en-US" dirty="0" err="1" smtClean="0"/>
              <a:t>rwlock_t</a:t>
            </a:r>
            <a:r>
              <a:rPr lang="en-US" dirty="0" smtClean="0"/>
              <a:t> *lock);</a:t>
            </a:r>
            <a:endParaRPr lang="zh-CN" altLang="en-US" dirty="0" smtClean="0"/>
          </a:p>
          <a:p>
            <a:pPr lvl="1"/>
            <a:r>
              <a:rPr lang="en-US" dirty="0" smtClean="0"/>
              <a:t>void </a:t>
            </a:r>
            <a:r>
              <a:rPr lang="en-US" dirty="0" err="1" smtClean="0"/>
              <a:t>read_lock_irqsave</a:t>
            </a:r>
            <a:r>
              <a:rPr lang="en-US" dirty="0" smtClean="0"/>
              <a:t>(</a:t>
            </a:r>
            <a:r>
              <a:rPr lang="en-US" dirty="0" err="1" smtClean="0"/>
              <a:t>rwlock_t</a:t>
            </a:r>
            <a:r>
              <a:rPr lang="en-US" dirty="0" smtClean="0"/>
              <a:t> *lock, unsigned long flags);</a:t>
            </a:r>
            <a:endParaRPr lang="zh-CN" altLang="en-US" dirty="0" smtClean="0"/>
          </a:p>
          <a:p>
            <a:pPr lvl="1"/>
            <a:r>
              <a:rPr lang="en-US" dirty="0" smtClean="0"/>
              <a:t>void </a:t>
            </a:r>
            <a:r>
              <a:rPr lang="en-US" dirty="0" err="1" smtClean="0"/>
              <a:t>read_lock_irq</a:t>
            </a:r>
            <a:r>
              <a:rPr lang="en-US" dirty="0" smtClean="0"/>
              <a:t>(</a:t>
            </a:r>
            <a:r>
              <a:rPr lang="en-US" dirty="0" err="1" smtClean="0"/>
              <a:t>rwlock_t</a:t>
            </a:r>
            <a:r>
              <a:rPr lang="en-US" dirty="0" smtClean="0"/>
              <a:t> *lock);</a:t>
            </a:r>
            <a:endParaRPr lang="zh-CN" altLang="en-US" dirty="0" smtClean="0"/>
          </a:p>
          <a:p>
            <a:pPr lvl="1"/>
            <a:r>
              <a:rPr lang="en-US" dirty="0" smtClean="0"/>
              <a:t>void </a:t>
            </a:r>
            <a:r>
              <a:rPr lang="en-US" dirty="0" err="1" smtClean="0"/>
              <a:t>read_lock_bh</a:t>
            </a:r>
            <a:r>
              <a:rPr lang="en-US" dirty="0" smtClean="0"/>
              <a:t>(</a:t>
            </a:r>
            <a:r>
              <a:rPr lang="en-US" dirty="0" err="1" smtClean="0"/>
              <a:t>rwlock_t</a:t>
            </a:r>
            <a:r>
              <a:rPr lang="en-US" dirty="0" smtClean="0"/>
              <a:t> *lock);</a:t>
            </a:r>
            <a:endParaRPr lang="zh-CN" altLang="en-US" dirty="0" smtClean="0"/>
          </a:p>
          <a:p>
            <a:pPr lvl="1"/>
            <a:endParaRPr lang="zh-CN" alt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读写自旋锁（</a:t>
            </a:r>
            <a:r>
              <a:rPr lang="en-US" altLang="zh-CN" dirty="0" smtClean="0"/>
              <a:t>cont.</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读解锁</a:t>
            </a:r>
            <a:endParaRPr lang="en-US" dirty="0" smtClean="0"/>
          </a:p>
          <a:p>
            <a:pPr lvl="1"/>
            <a:r>
              <a:rPr lang="en-US" sz="2000" dirty="0" smtClean="0"/>
              <a:t>void </a:t>
            </a:r>
            <a:r>
              <a:rPr lang="en-US" sz="2000" dirty="0" err="1" smtClean="0"/>
              <a:t>read_unlock</a:t>
            </a:r>
            <a:r>
              <a:rPr lang="en-US" sz="2000" dirty="0" smtClean="0"/>
              <a:t>(</a:t>
            </a:r>
            <a:r>
              <a:rPr lang="en-US" sz="2000" dirty="0" err="1" smtClean="0"/>
              <a:t>rwlock_t</a:t>
            </a:r>
            <a:r>
              <a:rPr lang="en-US" sz="2000" dirty="0" smtClean="0"/>
              <a:t> *lock);</a:t>
            </a:r>
            <a:endParaRPr lang="zh-CN" altLang="en-US" sz="2000" dirty="0" smtClean="0"/>
          </a:p>
          <a:p>
            <a:pPr lvl="1"/>
            <a:r>
              <a:rPr lang="en-US" sz="2000" dirty="0" smtClean="0"/>
              <a:t>void </a:t>
            </a:r>
            <a:r>
              <a:rPr lang="en-US" sz="2000" dirty="0" err="1" smtClean="0"/>
              <a:t>read_unlock_irqrestore</a:t>
            </a:r>
            <a:r>
              <a:rPr lang="en-US" sz="2000" dirty="0" smtClean="0"/>
              <a:t>(</a:t>
            </a:r>
            <a:r>
              <a:rPr lang="en-US" sz="2000" dirty="0" err="1" smtClean="0"/>
              <a:t>rwlock_t</a:t>
            </a:r>
            <a:r>
              <a:rPr lang="en-US" sz="2000" dirty="0" smtClean="0"/>
              <a:t> *lock, unsigned long flags);</a:t>
            </a:r>
            <a:endParaRPr lang="zh-CN" altLang="en-US" sz="2000" dirty="0" smtClean="0"/>
          </a:p>
          <a:p>
            <a:pPr lvl="1"/>
            <a:r>
              <a:rPr lang="en-US" sz="2000" dirty="0" smtClean="0"/>
              <a:t>void </a:t>
            </a:r>
            <a:r>
              <a:rPr lang="en-US" sz="2000" dirty="0" err="1" smtClean="0"/>
              <a:t>read_unlock_irq</a:t>
            </a:r>
            <a:r>
              <a:rPr lang="en-US" sz="2000" dirty="0" smtClean="0"/>
              <a:t>(</a:t>
            </a:r>
            <a:r>
              <a:rPr lang="en-US" sz="2000" dirty="0" err="1" smtClean="0"/>
              <a:t>rwlock_t</a:t>
            </a:r>
            <a:r>
              <a:rPr lang="en-US" sz="2000" dirty="0" smtClean="0"/>
              <a:t> *lock);</a:t>
            </a:r>
            <a:endParaRPr lang="zh-CN" altLang="en-US" sz="2000" dirty="0" smtClean="0"/>
          </a:p>
          <a:p>
            <a:pPr lvl="1"/>
            <a:r>
              <a:rPr lang="en-US" sz="2000" dirty="0" smtClean="0"/>
              <a:t>void </a:t>
            </a:r>
            <a:r>
              <a:rPr lang="en-US" sz="2000" dirty="0" err="1" smtClean="0"/>
              <a:t>read_unlock_bh</a:t>
            </a:r>
            <a:r>
              <a:rPr lang="en-US" sz="2000" dirty="0" smtClean="0"/>
              <a:t>(</a:t>
            </a:r>
            <a:r>
              <a:rPr lang="en-US" sz="2000" dirty="0" err="1" smtClean="0"/>
              <a:t>rwlock_t</a:t>
            </a:r>
            <a:r>
              <a:rPr lang="en-US" sz="2000" dirty="0" smtClean="0"/>
              <a:t> *lock);</a:t>
            </a:r>
            <a:endParaRPr lang="zh-CN" altLang="en-US" sz="2000" dirty="0" smtClean="0"/>
          </a:p>
          <a:p>
            <a:r>
              <a:rPr lang="zh-CN" altLang="en-US" dirty="0" smtClean="0"/>
              <a:t>写锁定</a:t>
            </a:r>
            <a:endParaRPr lang="en-US" altLang="zh-CN" dirty="0" smtClean="0"/>
          </a:p>
          <a:p>
            <a:pPr lvl="1"/>
            <a:r>
              <a:rPr lang="en-US" sz="2000" dirty="0" smtClean="0"/>
              <a:t>void </a:t>
            </a:r>
            <a:r>
              <a:rPr lang="en-US" sz="2000" dirty="0" err="1" smtClean="0"/>
              <a:t>write_lock</a:t>
            </a:r>
            <a:r>
              <a:rPr lang="en-US" sz="2000" dirty="0" smtClean="0"/>
              <a:t>(</a:t>
            </a:r>
            <a:r>
              <a:rPr lang="en-US" sz="2000" dirty="0" err="1" smtClean="0"/>
              <a:t>rwlock_t</a:t>
            </a:r>
            <a:r>
              <a:rPr lang="en-US" sz="2000" dirty="0" smtClean="0"/>
              <a:t> *lock);</a:t>
            </a:r>
            <a:endParaRPr lang="zh-CN" altLang="en-US" sz="2000" dirty="0" smtClean="0"/>
          </a:p>
          <a:p>
            <a:pPr lvl="1"/>
            <a:r>
              <a:rPr lang="en-US" sz="2000" dirty="0" smtClean="0"/>
              <a:t>void </a:t>
            </a:r>
            <a:r>
              <a:rPr lang="en-US" sz="2000" dirty="0" err="1" smtClean="0"/>
              <a:t>write_lock_irqsave</a:t>
            </a:r>
            <a:r>
              <a:rPr lang="en-US" sz="2000" dirty="0" smtClean="0"/>
              <a:t>(</a:t>
            </a:r>
            <a:r>
              <a:rPr lang="en-US" sz="2000" dirty="0" err="1" smtClean="0"/>
              <a:t>rwlock_t</a:t>
            </a:r>
            <a:r>
              <a:rPr lang="en-US" sz="2000" dirty="0" smtClean="0"/>
              <a:t> *lock, unsigned long flags);</a:t>
            </a:r>
            <a:endParaRPr lang="zh-CN" altLang="en-US" sz="2000" dirty="0" smtClean="0"/>
          </a:p>
          <a:p>
            <a:pPr lvl="1"/>
            <a:r>
              <a:rPr lang="en-US" sz="2000" dirty="0" smtClean="0"/>
              <a:t>void </a:t>
            </a:r>
            <a:r>
              <a:rPr lang="en-US" sz="2000" dirty="0" err="1" smtClean="0"/>
              <a:t>write_lock_irq</a:t>
            </a:r>
            <a:r>
              <a:rPr lang="en-US" sz="2000" dirty="0" smtClean="0"/>
              <a:t>(</a:t>
            </a:r>
            <a:r>
              <a:rPr lang="en-US" sz="2000" dirty="0" err="1" smtClean="0"/>
              <a:t>rwlock_t</a:t>
            </a:r>
            <a:r>
              <a:rPr lang="en-US" sz="2000" dirty="0" smtClean="0"/>
              <a:t> *lock);</a:t>
            </a:r>
            <a:endParaRPr lang="zh-CN" altLang="en-US" sz="2000" dirty="0" smtClean="0"/>
          </a:p>
          <a:p>
            <a:pPr lvl="1"/>
            <a:r>
              <a:rPr lang="en-US" sz="2000" dirty="0" smtClean="0"/>
              <a:t>void </a:t>
            </a:r>
            <a:r>
              <a:rPr lang="en-US" sz="2000" dirty="0" err="1" smtClean="0"/>
              <a:t>write_lock_bh</a:t>
            </a:r>
            <a:r>
              <a:rPr lang="en-US" sz="2000" dirty="0" smtClean="0"/>
              <a:t>(</a:t>
            </a:r>
            <a:r>
              <a:rPr lang="en-US" sz="2000" dirty="0" err="1" smtClean="0"/>
              <a:t>rwlock_t</a:t>
            </a:r>
            <a:r>
              <a:rPr lang="en-US" sz="2000" dirty="0" smtClean="0"/>
              <a:t> *lock);</a:t>
            </a:r>
            <a:endParaRPr lang="zh-CN" altLang="en-US" sz="2000" dirty="0" smtClean="0"/>
          </a:p>
          <a:p>
            <a:pPr lvl="1"/>
            <a:r>
              <a:rPr lang="en-US" sz="2000" dirty="0" err="1" smtClean="0"/>
              <a:t>int</a:t>
            </a:r>
            <a:r>
              <a:rPr lang="en-US" sz="2000" dirty="0" smtClean="0"/>
              <a:t> </a:t>
            </a:r>
            <a:r>
              <a:rPr lang="en-US" sz="2000" dirty="0" err="1" smtClean="0"/>
              <a:t>write_trylock</a:t>
            </a:r>
            <a:r>
              <a:rPr lang="en-US" sz="2000" dirty="0" smtClean="0"/>
              <a:t>(</a:t>
            </a:r>
            <a:r>
              <a:rPr lang="en-US" sz="2000" dirty="0" err="1" smtClean="0"/>
              <a:t>rwlock_t</a:t>
            </a:r>
            <a:r>
              <a:rPr lang="en-US" sz="2000" dirty="0" smtClean="0"/>
              <a:t> *lock);</a:t>
            </a:r>
            <a:endParaRPr lang="zh-CN" altLang="en-US" sz="2000" dirty="0" smtClean="0"/>
          </a:p>
          <a:p>
            <a:pPr lvl="1"/>
            <a:endParaRPr lang="zh-CN" alt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读写自旋锁（</a:t>
            </a:r>
            <a:r>
              <a:rPr lang="en-US" altLang="zh-CN" dirty="0" smtClean="0"/>
              <a:t>cont.</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写解锁</a:t>
            </a:r>
            <a:endParaRPr lang="en-US" altLang="zh-CN" dirty="0" smtClean="0"/>
          </a:p>
          <a:p>
            <a:pPr lvl="1">
              <a:lnSpc>
                <a:spcPct val="150000"/>
              </a:lnSpc>
            </a:pPr>
            <a:r>
              <a:rPr lang="en-US" dirty="0" smtClean="0"/>
              <a:t>void </a:t>
            </a:r>
            <a:r>
              <a:rPr lang="en-US" dirty="0" err="1" smtClean="0"/>
              <a:t>write_unlock</a:t>
            </a:r>
            <a:r>
              <a:rPr lang="en-US" dirty="0" smtClean="0"/>
              <a:t>(</a:t>
            </a:r>
            <a:r>
              <a:rPr lang="en-US" dirty="0" err="1" smtClean="0"/>
              <a:t>rwlock_t</a:t>
            </a:r>
            <a:r>
              <a:rPr lang="en-US" dirty="0" smtClean="0"/>
              <a:t> *lock);</a:t>
            </a:r>
            <a:endParaRPr lang="zh-CN" altLang="en-US" dirty="0" smtClean="0"/>
          </a:p>
          <a:p>
            <a:pPr lvl="1">
              <a:lnSpc>
                <a:spcPct val="150000"/>
              </a:lnSpc>
            </a:pPr>
            <a:r>
              <a:rPr lang="en-US" dirty="0" smtClean="0"/>
              <a:t>void </a:t>
            </a:r>
            <a:r>
              <a:rPr lang="en-US" dirty="0" err="1" smtClean="0"/>
              <a:t>write_unlock_irqrestore</a:t>
            </a:r>
            <a:r>
              <a:rPr lang="en-US" dirty="0" smtClean="0"/>
              <a:t>(</a:t>
            </a:r>
            <a:r>
              <a:rPr lang="en-US" dirty="0" err="1" smtClean="0"/>
              <a:t>rwlock_t</a:t>
            </a:r>
            <a:r>
              <a:rPr lang="en-US" dirty="0" smtClean="0"/>
              <a:t> *lock, unsigned long flags);</a:t>
            </a:r>
            <a:endParaRPr lang="zh-CN" altLang="en-US" dirty="0" smtClean="0"/>
          </a:p>
          <a:p>
            <a:pPr lvl="1">
              <a:lnSpc>
                <a:spcPct val="150000"/>
              </a:lnSpc>
            </a:pPr>
            <a:r>
              <a:rPr lang="en-US" dirty="0" smtClean="0"/>
              <a:t>void </a:t>
            </a:r>
            <a:r>
              <a:rPr lang="en-US" dirty="0" err="1" smtClean="0"/>
              <a:t>write_unlock_irq</a:t>
            </a:r>
            <a:r>
              <a:rPr lang="en-US" dirty="0" smtClean="0"/>
              <a:t>(</a:t>
            </a:r>
            <a:r>
              <a:rPr lang="en-US" dirty="0" err="1" smtClean="0"/>
              <a:t>rwlock_t</a:t>
            </a:r>
            <a:r>
              <a:rPr lang="en-US" dirty="0" smtClean="0"/>
              <a:t> *lock);</a:t>
            </a:r>
            <a:endParaRPr lang="zh-CN" altLang="en-US" dirty="0" smtClean="0"/>
          </a:p>
          <a:p>
            <a:pPr lvl="1">
              <a:lnSpc>
                <a:spcPct val="150000"/>
              </a:lnSpc>
            </a:pPr>
            <a:r>
              <a:rPr lang="en-US" dirty="0" smtClean="0"/>
              <a:t>void </a:t>
            </a:r>
            <a:r>
              <a:rPr lang="en-US" dirty="0" err="1" smtClean="0"/>
              <a:t>write_unlock_bh</a:t>
            </a:r>
            <a:r>
              <a:rPr lang="en-US" dirty="0" smtClean="0"/>
              <a:t>(</a:t>
            </a:r>
            <a:r>
              <a:rPr lang="en-US" dirty="0" err="1" smtClean="0"/>
              <a:t>rwlock_t</a:t>
            </a:r>
            <a:r>
              <a:rPr lang="en-US" dirty="0" smtClean="0"/>
              <a:t> *lock);</a:t>
            </a:r>
            <a:endParaRPr lang="zh-CN" altLang="en-US" dirty="0" smtClean="0"/>
          </a:p>
          <a:p>
            <a:pPr lvl="1"/>
            <a:endParaRPr lang="zh-CN" alt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读写自旋锁使用</a:t>
            </a:r>
            <a:endParaRPr lang="zh-CN" altLang="en-US" dirty="0"/>
          </a:p>
        </p:txBody>
      </p:sp>
      <p:sp>
        <p:nvSpPr>
          <p:cNvPr id="6" name="TextBox 5"/>
          <p:cNvSpPr txBox="1"/>
          <p:nvPr/>
        </p:nvSpPr>
        <p:spPr>
          <a:xfrm>
            <a:off x="1214414" y="1500174"/>
            <a:ext cx="6643734" cy="34163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err="1" smtClean="0">
                <a:solidFill>
                  <a:schemeClr val="tx1"/>
                </a:solidFill>
              </a:rPr>
              <a:t>rwlock_t</a:t>
            </a:r>
            <a:r>
              <a:rPr lang="en-US" dirty="0" smtClean="0">
                <a:solidFill>
                  <a:schemeClr val="tx1"/>
                </a:solidFill>
              </a:rPr>
              <a:t> lock;   /* </a:t>
            </a:r>
            <a:r>
              <a:rPr lang="zh-CN" altLang="en-US" dirty="0" smtClean="0">
                <a:solidFill>
                  <a:schemeClr val="tx1"/>
                </a:solidFill>
              </a:rPr>
              <a:t>定义</a:t>
            </a:r>
            <a:r>
              <a:rPr lang="en-US" dirty="0" err="1" smtClean="0">
                <a:solidFill>
                  <a:schemeClr val="tx1"/>
                </a:solidFill>
              </a:rPr>
              <a:t>rwlock</a:t>
            </a:r>
            <a:r>
              <a:rPr lang="en-US" dirty="0" smtClean="0">
                <a:solidFill>
                  <a:schemeClr val="tx1"/>
                </a:solidFill>
              </a:rPr>
              <a:t> */</a:t>
            </a:r>
            <a:endParaRPr lang="zh-CN" altLang="en-US" dirty="0" smtClean="0">
              <a:solidFill>
                <a:schemeClr val="tx1"/>
              </a:solidFill>
            </a:endParaRPr>
          </a:p>
          <a:p>
            <a:r>
              <a:rPr lang="en-US" dirty="0" err="1" smtClean="0">
                <a:solidFill>
                  <a:schemeClr val="tx1"/>
                </a:solidFill>
              </a:rPr>
              <a:t>rwlock_init</a:t>
            </a:r>
            <a:r>
              <a:rPr lang="en-US" dirty="0" smtClean="0">
                <a:solidFill>
                  <a:schemeClr val="tx1"/>
                </a:solidFill>
              </a:rPr>
              <a:t>(&amp;lock); /* </a:t>
            </a:r>
            <a:r>
              <a:rPr lang="zh-CN" altLang="en-US" dirty="0" smtClean="0">
                <a:solidFill>
                  <a:schemeClr val="tx1"/>
                </a:solidFill>
              </a:rPr>
              <a:t>初始化</a:t>
            </a:r>
            <a:r>
              <a:rPr lang="en-US" dirty="0" err="1" smtClean="0">
                <a:solidFill>
                  <a:schemeClr val="tx1"/>
                </a:solidFill>
              </a:rPr>
              <a:t>rwlock</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r>
              <a:rPr lang="zh-CN" altLang="en-US" dirty="0" smtClean="0">
                <a:solidFill>
                  <a:schemeClr val="tx1"/>
                </a:solidFill>
              </a:rPr>
              <a:t>读时获取锁</a:t>
            </a:r>
            <a:r>
              <a:rPr lang="en-US" dirty="0" smtClean="0">
                <a:solidFill>
                  <a:schemeClr val="tx1"/>
                </a:solidFill>
              </a:rPr>
              <a:t>*/</a:t>
            </a:r>
            <a:endParaRPr lang="zh-CN" altLang="en-US" dirty="0" smtClean="0">
              <a:solidFill>
                <a:schemeClr val="tx1"/>
              </a:solidFill>
            </a:endParaRPr>
          </a:p>
          <a:p>
            <a:r>
              <a:rPr lang="en-US" dirty="0" err="1" smtClean="0">
                <a:solidFill>
                  <a:schemeClr val="tx1"/>
                </a:solidFill>
              </a:rPr>
              <a:t>read_lock</a:t>
            </a:r>
            <a:r>
              <a:rPr lang="en-US" dirty="0" smtClean="0">
                <a:solidFill>
                  <a:schemeClr val="tx1"/>
                </a:solidFill>
              </a:rPr>
              <a:t>(&amp;lock);</a:t>
            </a:r>
            <a:endParaRPr lang="zh-CN" altLang="en-US" dirty="0" smtClean="0">
              <a:solidFill>
                <a:schemeClr val="tx1"/>
              </a:solidFill>
            </a:endParaRPr>
          </a:p>
          <a:p>
            <a:r>
              <a:rPr lang="en-US" dirty="0" smtClean="0">
                <a:solidFill>
                  <a:schemeClr val="tx1"/>
                </a:solidFill>
              </a:rPr>
              <a:t>...  /* </a:t>
            </a:r>
            <a:r>
              <a:rPr lang="zh-CN" altLang="en-US" dirty="0" smtClean="0">
                <a:solidFill>
                  <a:schemeClr val="tx1"/>
                </a:solidFill>
              </a:rPr>
              <a:t>临界资源 </a:t>
            </a:r>
            <a:r>
              <a:rPr lang="en-US" dirty="0" smtClean="0">
                <a:solidFill>
                  <a:schemeClr val="tx1"/>
                </a:solidFill>
              </a:rPr>
              <a:t>*/</a:t>
            </a:r>
            <a:endParaRPr lang="zh-CN" altLang="en-US" dirty="0" smtClean="0">
              <a:solidFill>
                <a:schemeClr val="tx1"/>
              </a:solidFill>
            </a:endParaRPr>
          </a:p>
          <a:p>
            <a:r>
              <a:rPr lang="en-US" dirty="0" err="1" smtClean="0">
                <a:solidFill>
                  <a:schemeClr val="tx1"/>
                </a:solidFill>
              </a:rPr>
              <a:t>read_unlock</a:t>
            </a:r>
            <a:r>
              <a:rPr lang="en-US" dirty="0" smtClean="0">
                <a:solidFill>
                  <a:schemeClr val="tx1"/>
                </a:solidFill>
              </a:rPr>
              <a:t>(&amp;lock);</a:t>
            </a:r>
            <a:endParaRPr lang="zh-CN" altLang="en-US" dirty="0" smtClean="0">
              <a:solidFill>
                <a:schemeClr val="tx1"/>
              </a:solidFill>
            </a:endParaRPr>
          </a:p>
          <a:p>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r>
              <a:rPr lang="zh-CN" altLang="en-US" dirty="0" smtClean="0">
                <a:solidFill>
                  <a:schemeClr val="tx1"/>
                </a:solidFill>
              </a:rPr>
              <a:t>写时获取锁</a:t>
            </a:r>
            <a:r>
              <a:rPr lang="en-US" dirty="0" smtClean="0">
                <a:solidFill>
                  <a:schemeClr val="tx1"/>
                </a:solidFill>
              </a:rPr>
              <a:t>*/</a:t>
            </a:r>
            <a:endParaRPr lang="zh-CN" altLang="en-US" dirty="0" smtClean="0">
              <a:solidFill>
                <a:schemeClr val="tx1"/>
              </a:solidFill>
            </a:endParaRPr>
          </a:p>
          <a:p>
            <a:r>
              <a:rPr lang="en-US" dirty="0" err="1" smtClean="0">
                <a:solidFill>
                  <a:schemeClr val="tx1"/>
                </a:solidFill>
              </a:rPr>
              <a:t>write_lock_irqsave</a:t>
            </a:r>
            <a:r>
              <a:rPr lang="en-US" dirty="0" smtClean="0">
                <a:solidFill>
                  <a:schemeClr val="tx1"/>
                </a:solidFill>
              </a:rPr>
              <a:t>(&amp;lock, flags);</a:t>
            </a:r>
            <a:endParaRPr lang="zh-CN" altLang="en-US" dirty="0" smtClean="0">
              <a:solidFill>
                <a:schemeClr val="tx1"/>
              </a:solidFill>
            </a:endParaRPr>
          </a:p>
          <a:p>
            <a:r>
              <a:rPr lang="en-US" dirty="0" smtClean="0">
                <a:solidFill>
                  <a:schemeClr val="tx1"/>
                </a:solidFill>
              </a:rPr>
              <a:t>... /* </a:t>
            </a:r>
            <a:r>
              <a:rPr lang="zh-CN" altLang="en-US" dirty="0" smtClean="0">
                <a:solidFill>
                  <a:schemeClr val="tx1"/>
                </a:solidFill>
              </a:rPr>
              <a:t>临界资源 </a:t>
            </a:r>
            <a:r>
              <a:rPr lang="en-US" dirty="0" smtClean="0">
                <a:solidFill>
                  <a:schemeClr val="tx1"/>
                </a:solidFill>
              </a:rPr>
              <a:t>*/</a:t>
            </a:r>
            <a:endParaRPr lang="zh-CN" altLang="en-US" dirty="0" smtClean="0">
              <a:solidFill>
                <a:schemeClr val="tx1"/>
              </a:solidFill>
            </a:endParaRPr>
          </a:p>
          <a:p>
            <a:r>
              <a:rPr lang="en-US" dirty="0" err="1" smtClean="0">
                <a:solidFill>
                  <a:schemeClr val="tx1"/>
                </a:solidFill>
              </a:rPr>
              <a:t>write_unlock_irqrestore</a:t>
            </a:r>
            <a:r>
              <a:rPr lang="en-US" dirty="0" smtClean="0">
                <a:solidFill>
                  <a:schemeClr val="tx1"/>
                </a:solidFill>
              </a:rPr>
              <a:t>(&amp;lock, flags); </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顺序锁</a:t>
            </a:r>
            <a:endParaRPr lang="zh-CN" altLang="en-US" dirty="0"/>
          </a:p>
        </p:txBody>
      </p:sp>
      <p:sp>
        <p:nvSpPr>
          <p:cNvPr id="3" name="内容占位符 2"/>
          <p:cNvSpPr>
            <a:spLocks noGrp="1"/>
          </p:cNvSpPr>
          <p:nvPr>
            <p:ph idx="1"/>
          </p:nvPr>
        </p:nvSpPr>
        <p:spPr/>
        <p:txBody>
          <a:bodyPr/>
          <a:lstStyle/>
          <a:p>
            <a:r>
              <a:rPr lang="zh-CN" altLang="en-US" dirty="0" smtClean="0"/>
              <a:t>写顺序锁操作</a:t>
            </a:r>
            <a:endParaRPr lang="en-US" altLang="zh-CN" dirty="0" smtClean="0"/>
          </a:p>
          <a:p>
            <a:pPr lvl="1"/>
            <a:r>
              <a:rPr lang="zh-CN" altLang="en-US" dirty="0" smtClean="0"/>
              <a:t>获得顺序锁</a:t>
            </a:r>
            <a:endParaRPr lang="en-US" altLang="zh-CN" dirty="0" smtClean="0"/>
          </a:p>
          <a:p>
            <a:pPr lvl="2"/>
            <a:r>
              <a:rPr lang="en-US" dirty="0" smtClean="0"/>
              <a:t>void </a:t>
            </a:r>
            <a:r>
              <a:rPr lang="en-US" dirty="0" err="1" smtClean="0"/>
              <a:t>write_seqlock</a:t>
            </a:r>
            <a:r>
              <a:rPr lang="en-US" dirty="0" smtClean="0"/>
              <a:t>(</a:t>
            </a:r>
            <a:r>
              <a:rPr lang="en-US" dirty="0" err="1" smtClean="0"/>
              <a:t>seqlock_t</a:t>
            </a:r>
            <a:r>
              <a:rPr lang="en-US" dirty="0" smtClean="0"/>
              <a:t> *</a:t>
            </a:r>
            <a:r>
              <a:rPr lang="en-US" dirty="0" err="1" smtClean="0"/>
              <a:t>sl</a:t>
            </a:r>
            <a:r>
              <a:rPr lang="en-US" dirty="0" smtClean="0"/>
              <a:t>);</a:t>
            </a:r>
            <a:endParaRPr lang="zh-CN" altLang="en-US" dirty="0" smtClean="0"/>
          </a:p>
          <a:p>
            <a:pPr lvl="2"/>
            <a:r>
              <a:rPr lang="en-US" dirty="0" err="1" smtClean="0"/>
              <a:t>int</a:t>
            </a:r>
            <a:r>
              <a:rPr lang="en-US" dirty="0" smtClean="0"/>
              <a:t> </a:t>
            </a:r>
            <a:r>
              <a:rPr lang="en-US" dirty="0" err="1" smtClean="0"/>
              <a:t>write_tryseqlock</a:t>
            </a:r>
            <a:r>
              <a:rPr lang="en-US" dirty="0" smtClean="0"/>
              <a:t>(</a:t>
            </a:r>
            <a:r>
              <a:rPr lang="en-US" dirty="0" err="1" smtClean="0"/>
              <a:t>seqlock_t</a:t>
            </a:r>
            <a:r>
              <a:rPr lang="en-US" dirty="0" smtClean="0"/>
              <a:t> *</a:t>
            </a:r>
            <a:r>
              <a:rPr lang="en-US" dirty="0" err="1" smtClean="0"/>
              <a:t>sl</a:t>
            </a:r>
            <a:r>
              <a:rPr lang="en-US" dirty="0" smtClean="0"/>
              <a:t>);</a:t>
            </a:r>
            <a:endParaRPr lang="zh-CN" altLang="en-US" dirty="0" smtClean="0"/>
          </a:p>
          <a:p>
            <a:pPr lvl="2"/>
            <a:r>
              <a:rPr lang="en-US" dirty="0" err="1" smtClean="0"/>
              <a:t>write_seqlock_irqsave</a:t>
            </a:r>
            <a:r>
              <a:rPr lang="en-US" dirty="0" smtClean="0"/>
              <a:t>(lock, flags)</a:t>
            </a:r>
            <a:endParaRPr lang="zh-CN" altLang="en-US" dirty="0" smtClean="0"/>
          </a:p>
          <a:p>
            <a:pPr lvl="2"/>
            <a:r>
              <a:rPr lang="en-US" dirty="0" err="1" smtClean="0"/>
              <a:t>write_seqlock_irq</a:t>
            </a:r>
            <a:r>
              <a:rPr lang="en-US" dirty="0" smtClean="0"/>
              <a:t>(lock)</a:t>
            </a:r>
            <a:endParaRPr lang="zh-CN" altLang="en-US" dirty="0" smtClean="0"/>
          </a:p>
          <a:p>
            <a:pPr lvl="2"/>
            <a:r>
              <a:rPr lang="en-US" dirty="0" err="1" smtClean="0"/>
              <a:t>write_seqlock_bh</a:t>
            </a:r>
            <a:r>
              <a:rPr lang="en-US" dirty="0" smtClean="0"/>
              <a:t>(lock)</a:t>
            </a:r>
            <a:endParaRPr lang="zh-CN" altLang="en-US" dirty="0" smtClean="0"/>
          </a:p>
          <a:p>
            <a:pPr lvl="1"/>
            <a:r>
              <a:rPr lang="zh-CN" altLang="en-US" dirty="0" smtClean="0"/>
              <a:t>释放顺序锁</a:t>
            </a:r>
            <a:endParaRPr lang="en-US" altLang="zh-CN" dirty="0" smtClean="0"/>
          </a:p>
          <a:p>
            <a:pPr lvl="2"/>
            <a:r>
              <a:rPr lang="en-US" dirty="0" smtClean="0"/>
              <a:t>void </a:t>
            </a:r>
            <a:r>
              <a:rPr lang="en-US" dirty="0" err="1" smtClean="0"/>
              <a:t>write_sequnlock</a:t>
            </a:r>
            <a:r>
              <a:rPr lang="en-US" dirty="0" smtClean="0"/>
              <a:t>(</a:t>
            </a:r>
            <a:r>
              <a:rPr lang="en-US" dirty="0" err="1" smtClean="0"/>
              <a:t>seqlock_t</a:t>
            </a:r>
            <a:r>
              <a:rPr lang="en-US" dirty="0" smtClean="0"/>
              <a:t> *</a:t>
            </a:r>
            <a:r>
              <a:rPr lang="en-US" dirty="0" err="1" smtClean="0"/>
              <a:t>sl</a:t>
            </a:r>
            <a:r>
              <a:rPr lang="en-US" dirty="0" smtClean="0"/>
              <a:t>);</a:t>
            </a:r>
            <a:endParaRPr lang="zh-CN" altLang="en-US" dirty="0" smtClean="0"/>
          </a:p>
          <a:p>
            <a:pPr lvl="2"/>
            <a:r>
              <a:rPr lang="en-US" dirty="0" err="1" smtClean="0"/>
              <a:t>write_sequnlock_irqrestore</a:t>
            </a:r>
            <a:r>
              <a:rPr lang="en-US" dirty="0" smtClean="0"/>
              <a:t>(lock, flags)	</a:t>
            </a:r>
            <a:endParaRPr lang="zh-CN" altLang="en-US" dirty="0" smtClean="0"/>
          </a:p>
          <a:p>
            <a:pPr lvl="2"/>
            <a:r>
              <a:rPr lang="en-US" dirty="0" err="1" smtClean="0"/>
              <a:t>write_sequnlock_irq</a:t>
            </a:r>
            <a:r>
              <a:rPr lang="en-US" dirty="0" smtClean="0"/>
              <a:t>(lock)	</a:t>
            </a:r>
            <a:endParaRPr lang="zh-CN" altLang="en-US" dirty="0" smtClean="0"/>
          </a:p>
          <a:p>
            <a:pPr lvl="2"/>
            <a:r>
              <a:rPr lang="en-US" dirty="0" err="1" smtClean="0"/>
              <a:t>write_sequnlock_bh</a:t>
            </a:r>
            <a:r>
              <a:rPr lang="en-US" dirty="0" smtClean="0"/>
              <a:t>(lock)	</a:t>
            </a:r>
            <a:endParaRPr lang="zh-CN" altLang="en-US" dirty="0" smtClean="0"/>
          </a:p>
          <a:p>
            <a:pPr lvl="2"/>
            <a:endParaRPr lang="zh-CN" alt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顺序锁（</a:t>
            </a:r>
            <a:r>
              <a:rPr lang="en-US" altLang="zh-CN" dirty="0" smtClean="0"/>
              <a:t>cont.</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读顺序锁操作</a:t>
            </a:r>
            <a:endParaRPr lang="en-US" altLang="zh-CN" dirty="0" smtClean="0"/>
          </a:p>
          <a:p>
            <a:pPr lvl="1"/>
            <a:r>
              <a:rPr lang="zh-CN" altLang="en-US" dirty="0" smtClean="0"/>
              <a:t>读开始</a:t>
            </a:r>
            <a:endParaRPr lang="en-US" altLang="zh-CN" dirty="0" smtClean="0"/>
          </a:p>
          <a:p>
            <a:pPr lvl="2"/>
            <a:r>
              <a:rPr lang="en-US" dirty="0" smtClean="0"/>
              <a:t>unsigned </a:t>
            </a:r>
            <a:r>
              <a:rPr lang="en-US" dirty="0" err="1" smtClean="0"/>
              <a:t>read_seqbegin</a:t>
            </a:r>
            <a:r>
              <a:rPr lang="en-US" dirty="0" smtClean="0"/>
              <a:t>(const </a:t>
            </a:r>
            <a:r>
              <a:rPr lang="en-US" dirty="0" err="1" smtClean="0"/>
              <a:t>seqlock_t</a:t>
            </a:r>
            <a:r>
              <a:rPr lang="en-US" dirty="0" smtClean="0"/>
              <a:t> *</a:t>
            </a:r>
            <a:r>
              <a:rPr lang="en-US" dirty="0" err="1" smtClean="0"/>
              <a:t>sl</a:t>
            </a:r>
            <a:r>
              <a:rPr lang="en-US" dirty="0" smtClean="0"/>
              <a:t>);</a:t>
            </a:r>
            <a:endParaRPr lang="zh-CN" altLang="en-US" dirty="0" smtClean="0"/>
          </a:p>
          <a:p>
            <a:pPr lvl="2"/>
            <a:r>
              <a:rPr lang="en-US" dirty="0" err="1" smtClean="0"/>
              <a:t>read_seqbegin_irqsave</a:t>
            </a:r>
            <a:r>
              <a:rPr lang="en-US" dirty="0" smtClean="0"/>
              <a:t>(lock, flags)	</a:t>
            </a:r>
          </a:p>
          <a:p>
            <a:pPr lvl="2"/>
            <a:endParaRPr lang="en-US" dirty="0" smtClean="0"/>
          </a:p>
          <a:p>
            <a:pPr lvl="1"/>
            <a:r>
              <a:rPr lang="zh-CN" altLang="en-US" dirty="0" smtClean="0"/>
              <a:t>判断是否需要重读</a:t>
            </a:r>
            <a:endParaRPr lang="en-US" altLang="zh-CN" dirty="0" smtClean="0"/>
          </a:p>
          <a:p>
            <a:pPr lvl="2"/>
            <a:r>
              <a:rPr lang="en-US" dirty="0" err="1" smtClean="0"/>
              <a:t>int</a:t>
            </a:r>
            <a:r>
              <a:rPr lang="en-US" dirty="0" smtClean="0"/>
              <a:t> </a:t>
            </a:r>
            <a:r>
              <a:rPr lang="en-US" dirty="0" err="1" smtClean="0"/>
              <a:t>read_seqretry</a:t>
            </a:r>
            <a:r>
              <a:rPr lang="en-US" dirty="0" smtClean="0"/>
              <a:t>(const </a:t>
            </a:r>
            <a:r>
              <a:rPr lang="en-US" dirty="0" err="1" smtClean="0"/>
              <a:t>seqlock_t</a:t>
            </a:r>
            <a:r>
              <a:rPr lang="en-US" dirty="0" smtClean="0"/>
              <a:t> *</a:t>
            </a:r>
            <a:r>
              <a:rPr lang="en-US" dirty="0" err="1" smtClean="0"/>
              <a:t>sl</a:t>
            </a:r>
            <a:r>
              <a:rPr lang="en-US" dirty="0" smtClean="0"/>
              <a:t>, unsigned iv);</a:t>
            </a:r>
            <a:endParaRPr lang="zh-CN" altLang="en-US" dirty="0" smtClean="0"/>
          </a:p>
          <a:p>
            <a:pPr lvl="2"/>
            <a:r>
              <a:rPr lang="en-US" dirty="0" err="1" smtClean="0"/>
              <a:t>read_seqretry_irqrestore</a:t>
            </a:r>
            <a:r>
              <a:rPr lang="en-US" dirty="0" smtClean="0"/>
              <a:t>(lock, iv, flags)</a:t>
            </a:r>
            <a:endParaRPr lang="zh-CN" altLang="en-US" dirty="0" smtClean="0"/>
          </a:p>
          <a:p>
            <a:pPr lvl="2"/>
            <a:endParaRPr lang="zh-CN" alt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信号量</a:t>
            </a:r>
            <a:endParaRPr lang="zh-CN" altLang="en-US" dirty="0"/>
          </a:p>
        </p:txBody>
      </p:sp>
      <p:sp>
        <p:nvSpPr>
          <p:cNvPr id="3" name="内容占位符 2"/>
          <p:cNvSpPr>
            <a:spLocks noGrp="1"/>
          </p:cNvSpPr>
          <p:nvPr>
            <p:ph idx="1"/>
          </p:nvPr>
        </p:nvSpPr>
        <p:spPr/>
        <p:txBody>
          <a:bodyPr/>
          <a:lstStyle/>
          <a:p>
            <a:r>
              <a:rPr lang="zh-CN" altLang="en-US" dirty="0" smtClean="0"/>
              <a:t>信号量是内核中用来保护临界资源的一种</a:t>
            </a:r>
            <a:endParaRPr lang="en-US" altLang="zh-CN" dirty="0" smtClean="0"/>
          </a:p>
          <a:p>
            <a:pPr>
              <a:buNone/>
            </a:pPr>
            <a:r>
              <a:rPr lang="zh-CN" altLang="en-US" dirty="0" smtClean="0"/>
              <a:t>    互斥机制</a:t>
            </a:r>
            <a:endParaRPr lang="en-US" altLang="zh-CN" dirty="0" smtClean="0"/>
          </a:p>
          <a:p>
            <a:endParaRPr lang="en-US" altLang="zh-CN" dirty="0" smtClean="0"/>
          </a:p>
          <a:p>
            <a:r>
              <a:rPr lang="zh-CN" altLang="en-US" dirty="0" smtClean="0"/>
              <a:t>相关头文件 </a:t>
            </a:r>
            <a:r>
              <a:rPr lang="en-US" altLang="zh-CN" dirty="0" smtClean="0"/>
              <a:t>&lt;</a:t>
            </a:r>
            <a:r>
              <a:rPr lang="en-US" altLang="zh-CN" dirty="0" err="1" smtClean="0"/>
              <a:t>linux</a:t>
            </a:r>
            <a:r>
              <a:rPr lang="en-US" altLang="zh-CN" dirty="0" smtClean="0"/>
              <a:t>/</a:t>
            </a:r>
            <a:r>
              <a:rPr lang="en-US" altLang="zh-CN" dirty="0" err="1" smtClean="0"/>
              <a:t>semaphore.h</a:t>
            </a:r>
            <a:r>
              <a:rPr lang="en-US" altLang="zh-CN" dirty="0" smtClean="0"/>
              <a:t>&gt;</a:t>
            </a:r>
          </a:p>
          <a:p>
            <a:endParaRPr lang="en-US" altLang="zh-CN" dirty="0" smtClean="0"/>
          </a:p>
          <a:p>
            <a:r>
              <a:rPr lang="zh-CN" altLang="en-US" dirty="0" smtClean="0"/>
              <a:t>定义信号量</a:t>
            </a:r>
            <a:endParaRPr lang="en-US" altLang="zh-CN" dirty="0" smtClean="0"/>
          </a:p>
          <a:p>
            <a:pPr lvl="1"/>
            <a:r>
              <a:rPr lang="en-US" dirty="0" err="1" smtClean="0"/>
              <a:t>struct</a:t>
            </a:r>
            <a:r>
              <a:rPr lang="en-US" dirty="0" smtClean="0"/>
              <a:t> semaphore </a:t>
            </a:r>
            <a:r>
              <a:rPr lang="en-US" dirty="0" err="1" smtClean="0"/>
              <a:t>sem</a:t>
            </a:r>
            <a:r>
              <a:rPr lang="en-US" dirty="0" smtClean="0"/>
              <a:t>;</a:t>
            </a:r>
          </a:p>
          <a:p>
            <a:pPr lvl="1"/>
            <a:endParaRPr lang="en-US" dirty="0" smtClean="0"/>
          </a:p>
          <a:p>
            <a:r>
              <a:rPr lang="zh-CN" altLang="en-US" dirty="0" smtClean="0"/>
              <a:t>初始化信号量</a:t>
            </a:r>
            <a:endParaRPr lang="en-US" altLang="zh-CN" dirty="0" smtClean="0"/>
          </a:p>
          <a:p>
            <a:pPr lvl="1"/>
            <a:r>
              <a:rPr lang="en-US" dirty="0" smtClean="0"/>
              <a:t>void  </a:t>
            </a:r>
            <a:r>
              <a:rPr lang="en-US" dirty="0" err="1" smtClean="0"/>
              <a:t>sema_init</a:t>
            </a:r>
            <a:r>
              <a:rPr lang="en-US" dirty="0" smtClean="0"/>
              <a:t>(</a:t>
            </a:r>
            <a:r>
              <a:rPr lang="en-US" dirty="0" err="1" smtClean="0"/>
              <a:t>struct</a:t>
            </a:r>
            <a:r>
              <a:rPr lang="en-US" dirty="0" smtClean="0"/>
              <a:t> semaphore *</a:t>
            </a:r>
            <a:r>
              <a:rPr lang="en-US" dirty="0" err="1" smtClean="0"/>
              <a:t>sem</a:t>
            </a:r>
            <a:r>
              <a:rPr lang="en-US" dirty="0" smtClean="0"/>
              <a:t>, </a:t>
            </a:r>
            <a:r>
              <a:rPr lang="en-US" dirty="0" err="1" smtClean="0"/>
              <a:t>int</a:t>
            </a:r>
            <a:r>
              <a:rPr lang="en-US" dirty="0" smtClean="0"/>
              <a:t> </a:t>
            </a:r>
            <a:r>
              <a:rPr lang="en-US" dirty="0" err="1" smtClean="0"/>
              <a:t>val</a:t>
            </a:r>
            <a:r>
              <a:rPr lang="en-US" dirty="0" smtClean="0"/>
              <a:t>);</a:t>
            </a:r>
          </a:p>
          <a:p>
            <a:endParaRPr lang="en-US" dirty="0" smtClean="0"/>
          </a:p>
          <a:p>
            <a:endParaRPr lang="zh-CN" alt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信号量（</a:t>
            </a:r>
            <a:r>
              <a:rPr lang="en-US" altLang="zh-CN" dirty="0" smtClean="0"/>
              <a:t>cont.</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信号量的获取</a:t>
            </a:r>
            <a:endParaRPr lang="en-US" dirty="0" smtClean="0"/>
          </a:p>
          <a:p>
            <a:pPr lvl="1">
              <a:lnSpc>
                <a:spcPct val="150000"/>
              </a:lnSpc>
            </a:pPr>
            <a:r>
              <a:rPr lang="en-US" dirty="0" smtClean="0"/>
              <a:t>void  down(</a:t>
            </a:r>
            <a:r>
              <a:rPr lang="en-US" dirty="0" err="1" smtClean="0"/>
              <a:t>struct</a:t>
            </a:r>
            <a:r>
              <a:rPr lang="en-US" dirty="0" smtClean="0"/>
              <a:t> semaphore * </a:t>
            </a:r>
            <a:r>
              <a:rPr lang="en-US" dirty="0" err="1" smtClean="0"/>
              <a:t>sem</a:t>
            </a:r>
            <a:r>
              <a:rPr lang="en-US" dirty="0" smtClean="0"/>
              <a:t>);</a:t>
            </a:r>
            <a:endParaRPr lang="zh-CN" altLang="en-US" dirty="0" smtClean="0"/>
          </a:p>
          <a:p>
            <a:pPr lvl="1">
              <a:lnSpc>
                <a:spcPct val="150000"/>
              </a:lnSpc>
            </a:pPr>
            <a:r>
              <a:rPr lang="en-US" dirty="0" err="1" smtClean="0"/>
              <a:t>int</a:t>
            </a:r>
            <a:r>
              <a:rPr lang="en-US" dirty="0" smtClean="0"/>
              <a:t>  </a:t>
            </a:r>
            <a:r>
              <a:rPr lang="en-US" dirty="0" err="1" smtClean="0"/>
              <a:t>down_interruptible</a:t>
            </a:r>
            <a:r>
              <a:rPr lang="en-US" dirty="0" smtClean="0"/>
              <a:t>(</a:t>
            </a:r>
            <a:r>
              <a:rPr lang="en-US" dirty="0" err="1" smtClean="0"/>
              <a:t>struct</a:t>
            </a:r>
            <a:r>
              <a:rPr lang="en-US" dirty="0" smtClean="0"/>
              <a:t> semaphore * </a:t>
            </a:r>
            <a:r>
              <a:rPr lang="en-US" dirty="0" err="1" smtClean="0"/>
              <a:t>sem</a:t>
            </a:r>
            <a:r>
              <a:rPr lang="en-US" dirty="0" smtClean="0"/>
              <a:t>); </a:t>
            </a:r>
            <a:endParaRPr lang="zh-CN" altLang="en-US" dirty="0" smtClean="0"/>
          </a:p>
          <a:p>
            <a:pPr lvl="1">
              <a:lnSpc>
                <a:spcPct val="150000"/>
              </a:lnSpc>
            </a:pPr>
            <a:r>
              <a:rPr lang="en-US" dirty="0" err="1" smtClean="0"/>
              <a:t>int</a:t>
            </a:r>
            <a:r>
              <a:rPr lang="en-US" dirty="0" smtClean="0"/>
              <a:t>  </a:t>
            </a:r>
            <a:r>
              <a:rPr lang="en-US" dirty="0" err="1" smtClean="0"/>
              <a:t>down_trylock</a:t>
            </a:r>
            <a:r>
              <a:rPr lang="en-US" dirty="0" smtClean="0"/>
              <a:t>(</a:t>
            </a:r>
            <a:r>
              <a:rPr lang="en-US" dirty="0" err="1" smtClean="0"/>
              <a:t>struct</a:t>
            </a:r>
            <a:r>
              <a:rPr lang="en-US" dirty="0" smtClean="0"/>
              <a:t> semaphore * </a:t>
            </a:r>
            <a:r>
              <a:rPr lang="en-US" dirty="0" err="1" smtClean="0"/>
              <a:t>sem</a:t>
            </a:r>
            <a:r>
              <a:rPr lang="en-US" dirty="0" smtClean="0"/>
              <a:t>);</a:t>
            </a:r>
          </a:p>
          <a:p>
            <a:pPr lvl="1"/>
            <a:endParaRPr lang="zh-CN" altLang="en-US" dirty="0" smtClean="0"/>
          </a:p>
          <a:p>
            <a:r>
              <a:rPr lang="zh-CN" altLang="en-US" dirty="0" smtClean="0"/>
              <a:t>信号量的释放</a:t>
            </a:r>
            <a:endParaRPr lang="en-US" altLang="zh-CN" dirty="0" smtClean="0"/>
          </a:p>
          <a:p>
            <a:pPr lvl="1"/>
            <a:r>
              <a:rPr lang="en-US" dirty="0" smtClean="0"/>
              <a:t>void up(</a:t>
            </a:r>
            <a:r>
              <a:rPr lang="en-US" dirty="0" err="1" smtClean="0"/>
              <a:t>struct</a:t>
            </a:r>
            <a:r>
              <a:rPr lang="en-US" dirty="0" smtClean="0"/>
              <a:t> semaphore * </a:t>
            </a:r>
            <a:r>
              <a:rPr lang="en-US" dirty="0" err="1" smtClean="0"/>
              <a:t>sem</a:t>
            </a:r>
            <a:r>
              <a:rPr lang="en-US" dirty="0" smtClean="0"/>
              <a:t>);</a:t>
            </a:r>
            <a:endParaRPr lang="zh-CN" altLang="en-US" dirty="0" smtClean="0"/>
          </a:p>
          <a:p>
            <a:pPr lvl="1"/>
            <a:endParaRPr lang="zh-CN" alt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使用信号量实现设备只能被一个进程打开</a:t>
            </a:r>
            <a:endParaRPr lang="zh-CN" altLang="en-US" dirty="0"/>
          </a:p>
        </p:txBody>
      </p:sp>
      <p:sp>
        <p:nvSpPr>
          <p:cNvPr id="6" name="TextBox 5"/>
          <p:cNvSpPr txBox="1"/>
          <p:nvPr/>
        </p:nvSpPr>
        <p:spPr>
          <a:xfrm>
            <a:off x="500034" y="1428736"/>
            <a:ext cx="8143932" cy="452431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solidFill>
                  <a:schemeClr val="tx1"/>
                </a:solidFill>
              </a:rPr>
              <a:t>2 </a:t>
            </a:r>
            <a:endParaRPr lang="zh-CN" altLang="en-US" dirty="0" smtClean="0">
              <a:solidFill>
                <a:schemeClr val="tx1"/>
              </a:solidFill>
            </a:endParaRPr>
          </a:p>
          <a:p>
            <a:r>
              <a:rPr lang="en-US" dirty="0" smtClean="0">
                <a:solidFill>
                  <a:schemeClr val="tx1"/>
                </a:solidFill>
              </a:rPr>
              <a:t>3  static </a:t>
            </a:r>
            <a:r>
              <a:rPr lang="en-US" dirty="0" err="1" smtClean="0">
                <a:solidFill>
                  <a:schemeClr val="tx1"/>
                </a:solidFill>
              </a:rPr>
              <a:t>int</a:t>
            </a:r>
            <a:r>
              <a:rPr lang="en-US" dirty="0" smtClean="0">
                <a:solidFill>
                  <a:schemeClr val="tx1"/>
                </a:solidFill>
              </a:rPr>
              <a:t> </a:t>
            </a:r>
            <a:r>
              <a:rPr lang="en-US" dirty="0" err="1" smtClean="0">
                <a:solidFill>
                  <a:schemeClr val="tx1"/>
                </a:solidFill>
              </a:rPr>
              <a:t>xxx_open</a:t>
            </a:r>
            <a:r>
              <a:rPr lang="en-US" dirty="0" smtClean="0">
                <a:solidFill>
                  <a:schemeClr val="tx1"/>
                </a:solidFill>
              </a:rPr>
              <a:t>(</a:t>
            </a:r>
            <a:r>
              <a:rPr lang="en-US" dirty="0" err="1" smtClean="0">
                <a:solidFill>
                  <a:schemeClr val="tx1"/>
                </a:solidFill>
              </a:rPr>
              <a:t>struct</a:t>
            </a:r>
            <a:r>
              <a:rPr lang="en-US" dirty="0" smtClean="0">
                <a:solidFill>
                  <a:schemeClr val="tx1"/>
                </a:solidFill>
              </a:rPr>
              <a:t> </a:t>
            </a:r>
            <a:r>
              <a:rPr lang="en-US" dirty="0" err="1" smtClean="0">
                <a:solidFill>
                  <a:schemeClr val="tx1"/>
                </a:solidFill>
              </a:rPr>
              <a:t>inode</a:t>
            </a:r>
            <a:r>
              <a:rPr lang="en-US" dirty="0" smtClean="0">
                <a:solidFill>
                  <a:schemeClr val="tx1"/>
                </a:solidFill>
              </a:rPr>
              <a:t> *</a:t>
            </a:r>
            <a:r>
              <a:rPr lang="en-US" dirty="0" err="1" smtClean="0">
                <a:solidFill>
                  <a:schemeClr val="tx1"/>
                </a:solidFill>
              </a:rPr>
              <a:t>inode</a:t>
            </a:r>
            <a:r>
              <a:rPr lang="en-US" dirty="0" smtClean="0">
                <a:solidFill>
                  <a:schemeClr val="tx1"/>
                </a:solidFill>
              </a:rPr>
              <a:t>, </a:t>
            </a:r>
            <a:r>
              <a:rPr lang="en-US" dirty="0" err="1" smtClean="0">
                <a:solidFill>
                  <a:schemeClr val="tx1"/>
                </a:solidFill>
              </a:rPr>
              <a:t>struct</a:t>
            </a:r>
            <a:r>
              <a:rPr lang="en-US" dirty="0" smtClean="0">
                <a:solidFill>
                  <a:schemeClr val="tx1"/>
                </a:solidFill>
              </a:rPr>
              <a:t> file *</a:t>
            </a:r>
            <a:r>
              <a:rPr lang="en-US" dirty="0" err="1" smtClean="0">
                <a:solidFill>
                  <a:schemeClr val="tx1"/>
                </a:solidFill>
              </a:rPr>
              <a:t>filp</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4  {</a:t>
            </a:r>
            <a:endParaRPr lang="zh-CN" altLang="en-US" dirty="0" smtClean="0">
              <a:solidFill>
                <a:schemeClr val="tx1"/>
              </a:solidFill>
            </a:endParaRPr>
          </a:p>
          <a:p>
            <a:r>
              <a:rPr lang="en-US" dirty="0" smtClean="0">
                <a:solidFill>
                  <a:schemeClr val="tx1"/>
                </a:solidFill>
              </a:rPr>
              <a:t>5      ...</a:t>
            </a:r>
            <a:endParaRPr lang="zh-CN" altLang="en-US" dirty="0" smtClean="0">
              <a:solidFill>
                <a:schemeClr val="tx1"/>
              </a:solidFill>
            </a:endParaRPr>
          </a:p>
          <a:p>
            <a:r>
              <a:rPr lang="en-US" dirty="0" smtClean="0">
                <a:solidFill>
                  <a:schemeClr val="tx1"/>
                </a:solidFill>
              </a:rPr>
              <a:t>6      </a:t>
            </a:r>
            <a:r>
              <a:rPr lang="en-US" b="1" dirty="0" smtClean="0">
                <a:solidFill>
                  <a:schemeClr val="tx1"/>
                </a:solidFill>
              </a:rPr>
              <a:t>if (</a:t>
            </a:r>
            <a:r>
              <a:rPr lang="en-US" b="1" dirty="0" err="1" smtClean="0">
                <a:solidFill>
                  <a:schemeClr val="tx1"/>
                </a:solidFill>
              </a:rPr>
              <a:t>down_trylock</a:t>
            </a:r>
            <a:r>
              <a:rPr lang="en-US" b="1" dirty="0" smtClean="0">
                <a:solidFill>
                  <a:schemeClr val="tx1"/>
                </a:solidFill>
              </a:rPr>
              <a:t>(&amp;</a:t>
            </a:r>
            <a:r>
              <a:rPr lang="en-US" b="1" dirty="0" err="1" smtClean="0">
                <a:solidFill>
                  <a:schemeClr val="tx1"/>
                </a:solidFill>
              </a:rPr>
              <a:t>xxx_lock</a:t>
            </a:r>
            <a:r>
              <a:rPr lang="en-US" b="1" dirty="0" smtClean="0">
                <a:solidFill>
                  <a:schemeClr val="tx1"/>
                </a:solidFill>
              </a:rPr>
              <a:t>))  /* </a:t>
            </a:r>
            <a:r>
              <a:rPr lang="zh-CN" altLang="en-US" dirty="0" smtClean="0">
                <a:solidFill>
                  <a:schemeClr val="tx1"/>
                </a:solidFill>
              </a:rPr>
              <a:t>获得打开锁</a:t>
            </a:r>
          </a:p>
          <a:p>
            <a:r>
              <a:rPr lang="en-US" dirty="0" smtClean="0">
                <a:solidFill>
                  <a:schemeClr val="tx1"/>
                </a:solidFill>
              </a:rPr>
              <a:t>7        return  - EBUSY;  /* </a:t>
            </a:r>
            <a:r>
              <a:rPr lang="zh-CN" altLang="en-US" dirty="0" smtClean="0">
                <a:solidFill>
                  <a:schemeClr val="tx1"/>
                </a:solidFill>
              </a:rPr>
              <a:t>设备忙</a:t>
            </a:r>
          </a:p>
          <a:p>
            <a:r>
              <a:rPr lang="en-US" dirty="0" smtClean="0">
                <a:solidFill>
                  <a:schemeClr val="tx1"/>
                </a:solidFill>
              </a:rPr>
              <a:t>8      ...  </a:t>
            </a:r>
            <a:endParaRPr lang="zh-CN" altLang="en-US" dirty="0" smtClean="0">
              <a:solidFill>
                <a:schemeClr val="tx1"/>
              </a:solidFill>
            </a:endParaRPr>
          </a:p>
          <a:p>
            <a:r>
              <a:rPr lang="en-US" dirty="0" smtClean="0">
                <a:solidFill>
                  <a:schemeClr val="tx1"/>
                </a:solidFill>
              </a:rPr>
              <a:t>9      return 0; /* </a:t>
            </a:r>
            <a:r>
              <a:rPr lang="zh-CN" altLang="en-US" dirty="0" smtClean="0">
                <a:solidFill>
                  <a:schemeClr val="tx1"/>
                </a:solidFill>
              </a:rPr>
              <a:t>成功 </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10 }</a:t>
            </a:r>
            <a:endParaRPr lang="zh-CN" altLang="en-US" dirty="0" smtClean="0">
              <a:solidFill>
                <a:schemeClr val="tx1"/>
              </a:solidFill>
            </a:endParaRPr>
          </a:p>
          <a:p>
            <a:r>
              <a:rPr lang="en-US" dirty="0" smtClean="0">
                <a:solidFill>
                  <a:schemeClr val="tx1"/>
                </a:solidFill>
              </a:rPr>
              <a:t>11 </a:t>
            </a:r>
            <a:endParaRPr lang="zh-CN" altLang="en-US" dirty="0" smtClean="0">
              <a:solidFill>
                <a:schemeClr val="tx1"/>
              </a:solidFill>
            </a:endParaRPr>
          </a:p>
          <a:p>
            <a:r>
              <a:rPr lang="en-US" dirty="0" smtClean="0">
                <a:solidFill>
                  <a:schemeClr val="tx1"/>
                </a:solidFill>
              </a:rPr>
              <a:t>12 static </a:t>
            </a:r>
            <a:r>
              <a:rPr lang="en-US" dirty="0" err="1" smtClean="0">
                <a:solidFill>
                  <a:schemeClr val="tx1"/>
                </a:solidFill>
              </a:rPr>
              <a:t>int</a:t>
            </a:r>
            <a:r>
              <a:rPr lang="en-US" dirty="0" smtClean="0">
                <a:solidFill>
                  <a:schemeClr val="tx1"/>
                </a:solidFill>
              </a:rPr>
              <a:t> </a:t>
            </a:r>
            <a:r>
              <a:rPr lang="en-US" dirty="0" err="1" smtClean="0">
                <a:solidFill>
                  <a:schemeClr val="tx1"/>
                </a:solidFill>
              </a:rPr>
              <a:t>xxx_release</a:t>
            </a:r>
            <a:r>
              <a:rPr lang="en-US" dirty="0" smtClean="0">
                <a:solidFill>
                  <a:schemeClr val="tx1"/>
                </a:solidFill>
              </a:rPr>
              <a:t>(</a:t>
            </a:r>
            <a:r>
              <a:rPr lang="en-US" dirty="0" err="1" smtClean="0">
                <a:solidFill>
                  <a:schemeClr val="tx1"/>
                </a:solidFill>
              </a:rPr>
              <a:t>struct</a:t>
            </a:r>
            <a:r>
              <a:rPr lang="en-US" dirty="0" smtClean="0">
                <a:solidFill>
                  <a:schemeClr val="tx1"/>
                </a:solidFill>
              </a:rPr>
              <a:t> </a:t>
            </a:r>
            <a:r>
              <a:rPr lang="en-US" dirty="0" err="1" smtClean="0">
                <a:solidFill>
                  <a:schemeClr val="tx1"/>
                </a:solidFill>
              </a:rPr>
              <a:t>inode</a:t>
            </a:r>
            <a:r>
              <a:rPr lang="en-US" dirty="0" smtClean="0">
                <a:solidFill>
                  <a:schemeClr val="tx1"/>
                </a:solidFill>
              </a:rPr>
              <a:t> *</a:t>
            </a:r>
            <a:r>
              <a:rPr lang="en-US" dirty="0" err="1" smtClean="0">
                <a:solidFill>
                  <a:schemeClr val="tx1"/>
                </a:solidFill>
              </a:rPr>
              <a:t>inode</a:t>
            </a:r>
            <a:r>
              <a:rPr lang="en-US" dirty="0" smtClean="0">
                <a:solidFill>
                  <a:schemeClr val="tx1"/>
                </a:solidFill>
              </a:rPr>
              <a:t>, </a:t>
            </a:r>
            <a:r>
              <a:rPr lang="en-US" dirty="0" err="1" smtClean="0">
                <a:solidFill>
                  <a:schemeClr val="tx1"/>
                </a:solidFill>
              </a:rPr>
              <a:t>struct</a:t>
            </a:r>
            <a:r>
              <a:rPr lang="en-US" dirty="0" smtClean="0">
                <a:solidFill>
                  <a:schemeClr val="tx1"/>
                </a:solidFill>
              </a:rPr>
              <a:t> file *</a:t>
            </a:r>
            <a:r>
              <a:rPr lang="en-US" dirty="0" err="1" smtClean="0">
                <a:solidFill>
                  <a:schemeClr val="tx1"/>
                </a:solidFill>
              </a:rPr>
              <a:t>filp</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13 {</a:t>
            </a:r>
            <a:endParaRPr lang="zh-CN" altLang="en-US" dirty="0" smtClean="0">
              <a:solidFill>
                <a:schemeClr val="tx1"/>
              </a:solidFill>
            </a:endParaRPr>
          </a:p>
          <a:p>
            <a:r>
              <a:rPr lang="en-US" dirty="0" smtClean="0">
                <a:solidFill>
                  <a:schemeClr val="tx1"/>
                </a:solidFill>
              </a:rPr>
              <a:t>14     </a:t>
            </a:r>
            <a:r>
              <a:rPr lang="en-US" b="1" dirty="0" smtClean="0">
                <a:solidFill>
                  <a:schemeClr val="tx1"/>
                </a:solidFill>
              </a:rPr>
              <a:t>up(&amp;</a:t>
            </a:r>
            <a:r>
              <a:rPr lang="en-US" b="1" dirty="0" err="1" smtClean="0">
                <a:solidFill>
                  <a:schemeClr val="tx1"/>
                </a:solidFill>
              </a:rPr>
              <a:t>xxx_lock</a:t>
            </a:r>
            <a:r>
              <a:rPr lang="en-US" b="1" dirty="0" smtClean="0">
                <a:solidFill>
                  <a:schemeClr val="tx1"/>
                </a:solidFill>
              </a:rPr>
              <a:t>);  /* </a:t>
            </a:r>
            <a:r>
              <a:rPr lang="zh-CN" altLang="en-US" dirty="0" smtClean="0">
                <a:solidFill>
                  <a:schemeClr val="tx1"/>
                </a:solidFill>
              </a:rPr>
              <a:t>释放打开锁</a:t>
            </a:r>
          </a:p>
          <a:p>
            <a:r>
              <a:rPr lang="en-US" dirty="0" smtClean="0">
                <a:solidFill>
                  <a:schemeClr val="tx1"/>
                </a:solidFill>
              </a:rPr>
              <a:t>15     return 0;</a:t>
            </a:r>
            <a:endParaRPr lang="zh-CN" altLang="en-US" dirty="0" smtClean="0">
              <a:solidFill>
                <a:schemeClr val="tx1"/>
              </a:solidFill>
            </a:endParaRPr>
          </a:p>
          <a:p>
            <a:r>
              <a:rPr lang="en-US" dirty="0" smtClean="0">
                <a:solidFill>
                  <a:schemeClr val="tx1"/>
                </a:solidFill>
              </a:rPr>
              <a:t>16 }</a:t>
            </a:r>
            <a:endParaRPr lang="zh-CN" altLang="en-US" dirty="0" smtClean="0">
              <a:solidFill>
                <a:schemeClr val="tx1"/>
              </a:solidFill>
            </a:endParaRPr>
          </a:p>
          <a:p>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读写信号量</a:t>
            </a:r>
            <a:endParaRPr lang="zh-CN" altLang="en-US" dirty="0"/>
          </a:p>
        </p:txBody>
      </p:sp>
      <p:sp>
        <p:nvSpPr>
          <p:cNvPr id="3" name="内容占位符 2"/>
          <p:cNvSpPr>
            <a:spLocks noGrp="1"/>
          </p:cNvSpPr>
          <p:nvPr>
            <p:ph idx="1"/>
          </p:nvPr>
        </p:nvSpPr>
        <p:spPr/>
        <p:txBody>
          <a:bodyPr/>
          <a:lstStyle/>
          <a:p>
            <a:r>
              <a:rPr lang="zh-CN" altLang="en-US" dirty="0" smtClean="0"/>
              <a:t>定义和初始化读写信号量</a:t>
            </a:r>
            <a:endParaRPr lang="en-US" altLang="zh-CN" dirty="0" smtClean="0"/>
          </a:p>
          <a:p>
            <a:pPr lvl="1"/>
            <a:r>
              <a:rPr lang="en-US" dirty="0" err="1" smtClean="0"/>
              <a:t>struct</a:t>
            </a:r>
            <a:r>
              <a:rPr lang="en-US" dirty="0" smtClean="0"/>
              <a:t> </a:t>
            </a:r>
            <a:r>
              <a:rPr lang="en-US" dirty="0" err="1" smtClean="0"/>
              <a:t>rw_semaphore</a:t>
            </a:r>
            <a:r>
              <a:rPr lang="en-US" dirty="0" smtClean="0"/>
              <a:t> </a:t>
            </a:r>
            <a:r>
              <a:rPr lang="en-US" dirty="0" err="1" smtClean="0"/>
              <a:t>my_rws</a:t>
            </a:r>
            <a:r>
              <a:rPr lang="en-US" dirty="0" smtClean="0"/>
              <a:t>;  /*</a:t>
            </a:r>
            <a:r>
              <a:rPr lang="zh-CN" altLang="en-US" dirty="0" smtClean="0"/>
              <a:t>定义读写信号量</a:t>
            </a:r>
            <a:r>
              <a:rPr lang="en-US" dirty="0" smtClean="0"/>
              <a:t>*/</a:t>
            </a:r>
            <a:endParaRPr lang="zh-CN" altLang="en-US" dirty="0" smtClean="0"/>
          </a:p>
          <a:p>
            <a:pPr lvl="1"/>
            <a:r>
              <a:rPr lang="en-US" dirty="0" smtClean="0"/>
              <a:t>void </a:t>
            </a:r>
            <a:r>
              <a:rPr lang="en-US" dirty="0" err="1" smtClean="0"/>
              <a:t>init_rwsem</a:t>
            </a:r>
            <a:r>
              <a:rPr lang="en-US" dirty="0" smtClean="0"/>
              <a:t>(</a:t>
            </a:r>
            <a:r>
              <a:rPr lang="en-US" dirty="0" err="1" smtClean="0"/>
              <a:t>struct</a:t>
            </a:r>
            <a:r>
              <a:rPr lang="en-US" dirty="0" smtClean="0"/>
              <a:t> </a:t>
            </a:r>
            <a:r>
              <a:rPr lang="en-US" dirty="0" err="1" smtClean="0"/>
              <a:t>rw_semaphore</a:t>
            </a:r>
            <a:r>
              <a:rPr lang="en-US" dirty="0" smtClean="0"/>
              <a:t> *</a:t>
            </a:r>
            <a:r>
              <a:rPr lang="en-US" dirty="0" err="1" smtClean="0"/>
              <a:t>sem</a:t>
            </a:r>
            <a:r>
              <a:rPr lang="en-US" dirty="0" smtClean="0"/>
              <a:t>);  /*</a:t>
            </a:r>
            <a:r>
              <a:rPr lang="zh-CN" altLang="en-US" dirty="0" smtClean="0"/>
              <a:t>初始化读写信号量</a:t>
            </a:r>
            <a:r>
              <a:rPr lang="en-US" dirty="0" smtClean="0"/>
              <a:t>*/</a:t>
            </a:r>
            <a:endParaRPr lang="zh-CN" altLang="en-US" dirty="0" smtClean="0"/>
          </a:p>
          <a:p>
            <a:r>
              <a:rPr lang="zh-CN" altLang="en-US" dirty="0" smtClean="0"/>
              <a:t>读信号量获取</a:t>
            </a:r>
            <a:endParaRPr lang="en-US" altLang="zh-CN" dirty="0" smtClean="0"/>
          </a:p>
          <a:p>
            <a:pPr lvl="1"/>
            <a:r>
              <a:rPr lang="en-US" dirty="0" smtClean="0"/>
              <a:t>void </a:t>
            </a:r>
            <a:r>
              <a:rPr lang="en-US" dirty="0" err="1" smtClean="0"/>
              <a:t>down_read</a:t>
            </a:r>
            <a:r>
              <a:rPr lang="en-US" dirty="0" smtClean="0"/>
              <a:t>(</a:t>
            </a:r>
            <a:r>
              <a:rPr lang="en-US" dirty="0" err="1" smtClean="0"/>
              <a:t>struct</a:t>
            </a:r>
            <a:r>
              <a:rPr lang="en-US" dirty="0" smtClean="0"/>
              <a:t> </a:t>
            </a:r>
            <a:r>
              <a:rPr lang="en-US" dirty="0" err="1" smtClean="0"/>
              <a:t>rw_semaphore</a:t>
            </a:r>
            <a:r>
              <a:rPr lang="en-US" dirty="0" smtClean="0"/>
              <a:t> *</a:t>
            </a:r>
            <a:r>
              <a:rPr lang="en-US" dirty="0" err="1" smtClean="0"/>
              <a:t>sem</a:t>
            </a:r>
            <a:r>
              <a:rPr lang="en-US" dirty="0" smtClean="0"/>
              <a:t>);</a:t>
            </a:r>
            <a:endParaRPr lang="zh-CN" altLang="en-US" dirty="0" smtClean="0"/>
          </a:p>
          <a:p>
            <a:pPr lvl="1"/>
            <a:r>
              <a:rPr lang="en-US" dirty="0" err="1" smtClean="0"/>
              <a:t>int</a:t>
            </a:r>
            <a:r>
              <a:rPr lang="en-US" dirty="0" smtClean="0"/>
              <a:t> </a:t>
            </a:r>
            <a:r>
              <a:rPr lang="en-US" dirty="0" err="1" smtClean="0"/>
              <a:t>down_read_trylock</a:t>
            </a:r>
            <a:r>
              <a:rPr lang="en-US" dirty="0" smtClean="0"/>
              <a:t>(</a:t>
            </a:r>
            <a:r>
              <a:rPr lang="en-US" dirty="0" err="1" smtClean="0"/>
              <a:t>struct</a:t>
            </a:r>
            <a:r>
              <a:rPr lang="en-US" dirty="0" smtClean="0"/>
              <a:t> </a:t>
            </a:r>
            <a:r>
              <a:rPr lang="en-US" dirty="0" err="1" smtClean="0"/>
              <a:t>rw_semaphore</a:t>
            </a:r>
            <a:r>
              <a:rPr lang="en-US" dirty="0" smtClean="0"/>
              <a:t> *</a:t>
            </a:r>
            <a:r>
              <a:rPr lang="en-US" dirty="0" err="1" smtClean="0"/>
              <a:t>sem</a:t>
            </a:r>
            <a:r>
              <a:rPr lang="en-US" dirty="0" smtClean="0"/>
              <a:t>);</a:t>
            </a:r>
            <a:endParaRPr lang="zh-CN" altLang="en-US" dirty="0" smtClean="0"/>
          </a:p>
          <a:p>
            <a:r>
              <a:rPr lang="zh-CN" altLang="en-US" dirty="0" smtClean="0"/>
              <a:t>读信号量释放</a:t>
            </a:r>
            <a:endParaRPr lang="en-US" altLang="zh-CN" dirty="0" smtClean="0"/>
          </a:p>
          <a:p>
            <a:pPr lvl="1"/>
            <a:r>
              <a:rPr lang="en-US" dirty="0" smtClean="0"/>
              <a:t>void </a:t>
            </a:r>
            <a:r>
              <a:rPr lang="en-US" dirty="0" err="1" smtClean="0"/>
              <a:t>up_read</a:t>
            </a:r>
            <a:r>
              <a:rPr lang="en-US" dirty="0" smtClean="0"/>
              <a:t>(</a:t>
            </a:r>
            <a:r>
              <a:rPr lang="en-US" dirty="0" err="1" smtClean="0"/>
              <a:t>struct</a:t>
            </a:r>
            <a:r>
              <a:rPr lang="en-US" dirty="0" smtClean="0"/>
              <a:t> </a:t>
            </a:r>
            <a:r>
              <a:rPr lang="en-US" dirty="0" err="1" smtClean="0"/>
              <a:t>rw_semaphore</a:t>
            </a:r>
            <a:r>
              <a:rPr lang="en-US" dirty="0" smtClean="0"/>
              <a:t> *</a:t>
            </a:r>
            <a:r>
              <a:rPr lang="en-US" dirty="0" err="1" smtClean="0"/>
              <a:t>sem</a:t>
            </a:r>
            <a:r>
              <a:rPr lang="en-US" dirty="0" smtClean="0"/>
              <a:t>);</a:t>
            </a:r>
            <a:endParaRPr lang="zh-CN" alt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读写信号量</a:t>
            </a:r>
            <a:r>
              <a:rPr lang="en-US" altLang="zh-CN" dirty="0" smtClean="0"/>
              <a:t>(cont.)</a:t>
            </a:r>
            <a:endParaRPr lang="zh-CN" altLang="en-US" dirty="0"/>
          </a:p>
        </p:txBody>
      </p:sp>
      <p:sp>
        <p:nvSpPr>
          <p:cNvPr id="3" name="内容占位符 2"/>
          <p:cNvSpPr>
            <a:spLocks noGrp="1"/>
          </p:cNvSpPr>
          <p:nvPr>
            <p:ph idx="1"/>
          </p:nvPr>
        </p:nvSpPr>
        <p:spPr/>
        <p:txBody>
          <a:bodyPr/>
          <a:lstStyle/>
          <a:p>
            <a:r>
              <a:rPr lang="zh-CN" altLang="en-US" dirty="0" smtClean="0"/>
              <a:t>写信号量获取</a:t>
            </a:r>
            <a:endParaRPr lang="en-US" altLang="zh-CN" dirty="0" smtClean="0"/>
          </a:p>
          <a:p>
            <a:pPr lvl="1"/>
            <a:r>
              <a:rPr lang="en-US" dirty="0" smtClean="0"/>
              <a:t>void </a:t>
            </a:r>
            <a:r>
              <a:rPr lang="en-US" dirty="0" err="1" smtClean="0"/>
              <a:t>down_write</a:t>
            </a:r>
            <a:r>
              <a:rPr lang="en-US" dirty="0" smtClean="0"/>
              <a:t>(</a:t>
            </a:r>
            <a:r>
              <a:rPr lang="en-US" dirty="0" err="1" smtClean="0"/>
              <a:t>struct</a:t>
            </a:r>
            <a:r>
              <a:rPr lang="en-US" dirty="0" smtClean="0"/>
              <a:t> </a:t>
            </a:r>
            <a:r>
              <a:rPr lang="en-US" dirty="0" err="1" smtClean="0"/>
              <a:t>rw_semaphore</a:t>
            </a:r>
            <a:r>
              <a:rPr lang="en-US" dirty="0" smtClean="0"/>
              <a:t> *</a:t>
            </a:r>
            <a:r>
              <a:rPr lang="en-US" dirty="0" err="1" smtClean="0"/>
              <a:t>sem</a:t>
            </a:r>
            <a:r>
              <a:rPr lang="en-US" dirty="0" smtClean="0"/>
              <a:t>);</a:t>
            </a:r>
            <a:endParaRPr lang="zh-CN" altLang="en-US" dirty="0" smtClean="0"/>
          </a:p>
          <a:p>
            <a:pPr lvl="1"/>
            <a:r>
              <a:rPr lang="en-US" dirty="0" err="1" smtClean="0"/>
              <a:t>int</a:t>
            </a:r>
            <a:r>
              <a:rPr lang="en-US" dirty="0" smtClean="0"/>
              <a:t> </a:t>
            </a:r>
            <a:r>
              <a:rPr lang="en-US" dirty="0" err="1" smtClean="0"/>
              <a:t>down_write_trylock</a:t>
            </a:r>
            <a:r>
              <a:rPr lang="en-US" dirty="0" smtClean="0"/>
              <a:t>(</a:t>
            </a:r>
            <a:r>
              <a:rPr lang="en-US" dirty="0" err="1" smtClean="0"/>
              <a:t>struct</a:t>
            </a:r>
            <a:r>
              <a:rPr lang="en-US" dirty="0" smtClean="0"/>
              <a:t> </a:t>
            </a:r>
            <a:r>
              <a:rPr lang="en-US" dirty="0" err="1" smtClean="0"/>
              <a:t>rw_semaphore</a:t>
            </a:r>
            <a:r>
              <a:rPr lang="en-US" dirty="0" smtClean="0"/>
              <a:t> *</a:t>
            </a:r>
            <a:r>
              <a:rPr lang="en-US" dirty="0" err="1" smtClean="0"/>
              <a:t>sem</a:t>
            </a:r>
            <a:r>
              <a:rPr lang="en-US" dirty="0" smtClean="0"/>
              <a:t>);</a:t>
            </a:r>
          </a:p>
          <a:p>
            <a:r>
              <a:rPr lang="zh-CN" altLang="en-US" dirty="0" smtClean="0"/>
              <a:t>写信号量释放</a:t>
            </a:r>
            <a:endParaRPr lang="en-US" altLang="zh-CN" dirty="0" smtClean="0"/>
          </a:p>
          <a:p>
            <a:pPr lvl="1"/>
            <a:r>
              <a:rPr lang="en-US" dirty="0" smtClean="0"/>
              <a:t>void </a:t>
            </a:r>
            <a:r>
              <a:rPr lang="en-US" dirty="0" err="1" smtClean="0"/>
              <a:t>up_write</a:t>
            </a:r>
            <a:r>
              <a:rPr lang="en-US" dirty="0" smtClean="0"/>
              <a:t>(</a:t>
            </a:r>
            <a:r>
              <a:rPr lang="en-US" dirty="0" err="1" smtClean="0"/>
              <a:t>struct</a:t>
            </a:r>
            <a:r>
              <a:rPr lang="en-US" dirty="0" smtClean="0"/>
              <a:t> </a:t>
            </a:r>
            <a:r>
              <a:rPr lang="en-US" dirty="0" err="1" smtClean="0"/>
              <a:t>rw_semaphore</a:t>
            </a:r>
            <a:r>
              <a:rPr lang="en-US" dirty="0" smtClean="0"/>
              <a:t> *</a:t>
            </a:r>
            <a:r>
              <a:rPr lang="en-US" dirty="0" err="1" smtClean="0"/>
              <a:t>sem</a:t>
            </a:r>
            <a:r>
              <a:rPr lang="en-US" dirty="0" smtClean="0"/>
              <a:t>);</a:t>
            </a:r>
            <a:endParaRPr lang="zh-CN" altLang="en-US" dirty="0" smtClean="0"/>
          </a:p>
          <a:p>
            <a:pPr lvl="1"/>
            <a:endParaRPr lang="zh-CN" alt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读写信号量的用法</a:t>
            </a:r>
            <a:endParaRPr lang="zh-CN" altLang="en-US" dirty="0"/>
          </a:p>
        </p:txBody>
      </p:sp>
      <p:sp>
        <p:nvSpPr>
          <p:cNvPr id="6" name="TextBox 5"/>
          <p:cNvSpPr txBox="1"/>
          <p:nvPr/>
        </p:nvSpPr>
        <p:spPr>
          <a:xfrm>
            <a:off x="571472" y="1428736"/>
            <a:ext cx="7929618" cy="369331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err="1" smtClean="0">
                <a:solidFill>
                  <a:schemeClr val="tx1"/>
                </a:solidFill>
              </a:rPr>
              <a:t>rw_semaphore</a:t>
            </a:r>
            <a:r>
              <a:rPr lang="en-US" dirty="0" smtClean="0">
                <a:solidFill>
                  <a:schemeClr val="tx1"/>
                </a:solidFill>
              </a:rPr>
              <a:t> </a:t>
            </a:r>
            <a:r>
              <a:rPr lang="en-US" dirty="0" err="1" smtClean="0">
                <a:solidFill>
                  <a:schemeClr val="tx1"/>
                </a:solidFill>
              </a:rPr>
              <a:t>rw_sem</a:t>
            </a:r>
            <a:r>
              <a:rPr lang="en-US" dirty="0" smtClean="0">
                <a:solidFill>
                  <a:schemeClr val="tx1"/>
                </a:solidFill>
              </a:rPr>
              <a:t>;   /* </a:t>
            </a:r>
            <a:r>
              <a:rPr lang="zh-CN" altLang="en-US" dirty="0" smtClean="0">
                <a:solidFill>
                  <a:schemeClr val="tx1"/>
                </a:solidFill>
              </a:rPr>
              <a:t>定义读写信号量 </a:t>
            </a:r>
            <a:r>
              <a:rPr lang="en-US" dirty="0" smtClean="0">
                <a:solidFill>
                  <a:schemeClr val="tx1"/>
                </a:solidFill>
              </a:rPr>
              <a:t>*/</a:t>
            </a:r>
            <a:endParaRPr lang="zh-CN" altLang="en-US" dirty="0" smtClean="0">
              <a:solidFill>
                <a:schemeClr val="tx1"/>
              </a:solidFill>
            </a:endParaRPr>
          </a:p>
          <a:p>
            <a:r>
              <a:rPr lang="en-US" dirty="0" err="1" smtClean="0">
                <a:solidFill>
                  <a:schemeClr val="tx1"/>
                </a:solidFill>
              </a:rPr>
              <a:t>init_rwsem</a:t>
            </a:r>
            <a:r>
              <a:rPr lang="en-US" dirty="0" smtClean="0">
                <a:solidFill>
                  <a:schemeClr val="tx1"/>
                </a:solidFill>
              </a:rPr>
              <a:t>(&amp;</a:t>
            </a:r>
            <a:r>
              <a:rPr lang="en-US" dirty="0" err="1" smtClean="0">
                <a:solidFill>
                  <a:schemeClr val="tx1"/>
                </a:solidFill>
              </a:rPr>
              <a:t>rw_sem</a:t>
            </a:r>
            <a:r>
              <a:rPr lang="en-US" dirty="0" smtClean="0">
                <a:solidFill>
                  <a:schemeClr val="tx1"/>
                </a:solidFill>
              </a:rPr>
              <a:t>); /* </a:t>
            </a:r>
            <a:r>
              <a:rPr lang="zh-CN" altLang="en-US" dirty="0" smtClean="0">
                <a:solidFill>
                  <a:schemeClr val="tx1"/>
                </a:solidFill>
              </a:rPr>
              <a:t>初始化读写信号量 </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r>
              <a:rPr lang="zh-CN" altLang="en-US" dirty="0" smtClean="0">
                <a:solidFill>
                  <a:schemeClr val="tx1"/>
                </a:solidFill>
              </a:rPr>
              <a:t>读时获取信号量 </a:t>
            </a:r>
            <a:r>
              <a:rPr lang="en-US" dirty="0" smtClean="0">
                <a:solidFill>
                  <a:schemeClr val="tx1"/>
                </a:solidFill>
              </a:rPr>
              <a:t>*/</a:t>
            </a:r>
            <a:endParaRPr lang="zh-CN" altLang="en-US" dirty="0" smtClean="0">
              <a:solidFill>
                <a:schemeClr val="tx1"/>
              </a:solidFill>
            </a:endParaRPr>
          </a:p>
          <a:p>
            <a:r>
              <a:rPr lang="en-US" dirty="0" err="1" smtClean="0">
                <a:solidFill>
                  <a:schemeClr val="tx1"/>
                </a:solidFill>
              </a:rPr>
              <a:t>down_read</a:t>
            </a:r>
            <a:r>
              <a:rPr lang="en-US" dirty="0" smtClean="0">
                <a:solidFill>
                  <a:schemeClr val="tx1"/>
                </a:solidFill>
              </a:rPr>
              <a:t>(&amp;</a:t>
            </a:r>
            <a:r>
              <a:rPr lang="en-US" dirty="0" err="1" smtClean="0">
                <a:solidFill>
                  <a:schemeClr val="tx1"/>
                </a:solidFill>
              </a:rPr>
              <a:t>rw_sem</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  /* </a:t>
            </a:r>
            <a:r>
              <a:rPr lang="zh-CN" altLang="en-US" dirty="0" smtClean="0">
                <a:solidFill>
                  <a:schemeClr val="tx1"/>
                </a:solidFill>
              </a:rPr>
              <a:t>临界资源</a:t>
            </a:r>
            <a:r>
              <a:rPr lang="en-US" dirty="0" smtClean="0">
                <a:solidFill>
                  <a:schemeClr val="tx1"/>
                </a:solidFill>
              </a:rPr>
              <a:t>*/</a:t>
            </a:r>
            <a:endParaRPr lang="zh-CN" altLang="en-US" dirty="0" smtClean="0">
              <a:solidFill>
                <a:schemeClr val="tx1"/>
              </a:solidFill>
            </a:endParaRPr>
          </a:p>
          <a:p>
            <a:r>
              <a:rPr lang="en-US" dirty="0" err="1" smtClean="0">
                <a:solidFill>
                  <a:schemeClr val="tx1"/>
                </a:solidFill>
              </a:rPr>
              <a:t>up_read</a:t>
            </a:r>
            <a:r>
              <a:rPr lang="en-US" dirty="0" smtClean="0">
                <a:solidFill>
                  <a:schemeClr val="tx1"/>
                </a:solidFill>
              </a:rPr>
              <a:t>(&amp;</a:t>
            </a:r>
            <a:r>
              <a:rPr lang="en-US" dirty="0" err="1" smtClean="0">
                <a:solidFill>
                  <a:schemeClr val="tx1"/>
                </a:solidFill>
              </a:rPr>
              <a:t>rw_sem</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r>
              <a:rPr lang="zh-CN" altLang="en-US" dirty="0" smtClean="0">
                <a:solidFill>
                  <a:schemeClr val="tx1"/>
                </a:solidFill>
              </a:rPr>
              <a:t>写时获取信号量 </a:t>
            </a:r>
            <a:r>
              <a:rPr lang="en-US" dirty="0" smtClean="0">
                <a:solidFill>
                  <a:schemeClr val="tx1"/>
                </a:solidFill>
              </a:rPr>
              <a:t>*/</a:t>
            </a:r>
            <a:endParaRPr lang="zh-CN" altLang="en-US" dirty="0" smtClean="0">
              <a:solidFill>
                <a:schemeClr val="tx1"/>
              </a:solidFill>
            </a:endParaRPr>
          </a:p>
          <a:p>
            <a:r>
              <a:rPr lang="en-US" dirty="0" err="1" smtClean="0">
                <a:solidFill>
                  <a:schemeClr val="tx1"/>
                </a:solidFill>
              </a:rPr>
              <a:t>down_write</a:t>
            </a:r>
            <a:r>
              <a:rPr lang="en-US" dirty="0" smtClean="0">
                <a:solidFill>
                  <a:schemeClr val="tx1"/>
                </a:solidFill>
              </a:rPr>
              <a:t>(&amp;</a:t>
            </a:r>
            <a:r>
              <a:rPr lang="en-US" dirty="0" err="1" smtClean="0">
                <a:solidFill>
                  <a:schemeClr val="tx1"/>
                </a:solidFill>
              </a:rPr>
              <a:t>rw_sem</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 /* </a:t>
            </a:r>
            <a:r>
              <a:rPr lang="zh-CN" altLang="en-US" dirty="0" smtClean="0">
                <a:solidFill>
                  <a:schemeClr val="tx1"/>
                </a:solidFill>
              </a:rPr>
              <a:t>临界资源 </a:t>
            </a:r>
            <a:r>
              <a:rPr lang="en-US" dirty="0" smtClean="0">
                <a:solidFill>
                  <a:schemeClr val="tx1"/>
                </a:solidFill>
              </a:rPr>
              <a:t>*/</a:t>
            </a:r>
            <a:endParaRPr lang="zh-CN" altLang="en-US" dirty="0" smtClean="0">
              <a:solidFill>
                <a:schemeClr val="tx1"/>
              </a:solidFill>
            </a:endParaRPr>
          </a:p>
          <a:p>
            <a:r>
              <a:rPr lang="en-US" dirty="0" err="1" smtClean="0">
                <a:solidFill>
                  <a:schemeClr val="tx1"/>
                </a:solidFill>
              </a:rPr>
              <a:t>up_write</a:t>
            </a:r>
            <a:r>
              <a:rPr lang="en-US" dirty="0" smtClean="0">
                <a:solidFill>
                  <a:schemeClr val="tx1"/>
                </a:solidFill>
              </a:rPr>
              <a:t>(&amp;</a:t>
            </a:r>
            <a:r>
              <a:rPr lang="en-US" dirty="0" err="1" smtClean="0">
                <a:solidFill>
                  <a:schemeClr val="tx1"/>
                </a:solidFill>
              </a:rPr>
              <a:t>rw_sem</a:t>
            </a:r>
            <a:r>
              <a:rPr lang="en-US" dirty="0" smtClean="0">
                <a:solidFill>
                  <a:schemeClr val="tx1"/>
                </a:solidFill>
              </a:rPr>
              <a:t>);</a:t>
            </a:r>
            <a:endParaRPr lang="zh-CN" altLang="en-US" dirty="0" smtClean="0">
              <a:solidFill>
                <a:schemeClr val="tx1"/>
              </a:solidFill>
            </a:endParaRPr>
          </a:p>
          <a:p>
            <a:endParaRPr lang="zh-CN" alt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互斥体</a:t>
            </a:r>
            <a:endParaRPr lang="zh-CN" altLang="en-US" dirty="0"/>
          </a:p>
        </p:txBody>
      </p:sp>
      <p:sp>
        <p:nvSpPr>
          <p:cNvPr id="3" name="内容占位符 2"/>
          <p:cNvSpPr>
            <a:spLocks noGrp="1"/>
          </p:cNvSpPr>
          <p:nvPr>
            <p:ph idx="1"/>
          </p:nvPr>
        </p:nvSpPr>
        <p:spPr/>
        <p:txBody>
          <a:bodyPr/>
          <a:lstStyle/>
          <a:p>
            <a:r>
              <a:rPr lang="zh-CN" altLang="en-US" dirty="0" smtClean="0"/>
              <a:t>使用方法及场合和信号量一致</a:t>
            </a:r>
            <a:endParaRPr lang="en-US" altLang="zh-CN" dirty="0" smtClean="0"/>
          </a:p>
          <a:p>
            <a:r>
              <a:rPr lang="zh-CN" altLang="en-US" dirty="0" smtClean="0"/>
              <a:t>初始化</a:t>
            </a:r>
            <a:endParaRPr lang="en-US" altLang="zh-CN" dirty="0" smtClean="0"/>
          </a:p>
          <a:p>
            <a:pPr lvl="1"/>
            <a:r>
              <a:rPr lang="en-US" dirty="0" err="1" smtClean="0"/>
              <a:t>struct</a:t>
            </a:r>
            <a:r>
              <a:rPr lang="en-US" dirty="0" smtClean="0"/>
              <a:t> </a:t>
            </a:r>
            <a:r>
              <a:rPr lang="en-US" dirty="0" err="1" smtClean="0"/>
              <a:t>mutex</a:t>
            </a:r>
            <a:r>
              <a:rPr lang="en-US" dirty="0" smtClean="0"/>
              <a:t> </a:t>
            </a:r>
            <a:r>
              <a:rPr lang="en-US" dirty="0" err="1" smtClean="0"/>
              <a:t>my_mutex</a:t>
            </a:r>
            <a:r>
              <a:rPr lang="en-US" dirty="0" smtClean="0"/>
              <a:t>;</a:t>
            </a:r>
            <a:endParaRPr lang="zh-CN" altLang="en-US" dirty="0" smtClean="0"/>
          </a:p>
          <a:p>
            <a:pPr lvl="1"/>
            <a:r>
              <a:rPr lang="en-US" dirty="0" err="1" smtClean="0"/>
              <a:t>mutex_init</a:t>
            </a:r>
            <a:r>
              <a:rPr lang="en-US" dirty="0" smtClean="0"/>
              <a:t>(&amp;</a:t>
            </a:r>
            <a:r>
              <a:rPr lang="en-US" dirty="0" err="1" smtClean="0"/>
              <a:t>my_mutex</a:t>
            </a:r>
            <a:r>
              <a:rPr lang="en-US" dirty="0" smtClean="0"/>
              <a:t>);</a:t>
            </a:r>
          </a:p>
          <a:p>
            <a:r>
              <a:rPr lang="zh-CN" altLang="en-US" dirty="0" smtClean="0"/>
              <a:t>获取互斥体</a:t>
            </a:r>
            <a:endParaRPr lang="en-US" altLang="zh-CN" dirty="0" smtClean="0"/>
          </a:p>
          <a:p>
            <a:pPr lvl="1"/>
            <a:r>
              <a:rPr lang="en-US" dirty="0" smtClean="0"/>
              <a:t>void inline _ _</a:t>
            </a:r>
            <a:r>
              <a:rPr lang="en-US" dirty="0" err="1" smtClean="0"/>
              <a:t>sched</a:t>
            </a:r>
            <a:r>
              <a:rPr lang="en-US" dirty="0" smtClean="0"/>
              <a:t> </a:t>
            </a:r>
            <a:r>
              <a:rPr lang="en-US" dirty="0" err="1" smtClean="0"/>
              <a:t>mutex_lock</a:t>
            </a:r>
            <a:r>
              <a:rPr lang="en-US" dirty="0" smtClean="0"/>
              <a:t>(</a:t>
            </a:r>
            <a:r>
              <a:rPr lang="en-US" dirty="0" err="1" smtClean="0"/>
              <a:t>struct</a:t>
            </a:r>
            <a:r>
              <a:rPr lang="en-US" dirty="0" smtClean="0"/>
              <a:t> </a:t>
            </a:r>
            <a:r>
              <a:rPr lang="en-US" dirty="0" err="1" smtClean="0"/>
              <a:t>mutex</a:t>
            </a:r>
            <a:r>
              <a:rPr lang="en-US" dirty="0" smtClean="0"/>
              <a:t> *lock);</a:t>
            </a:r>
            <a:endParaRPr lang="zh-CN" altLang="en-US" dirty="0" smtClean="0"/>
          </a:p>
          <a:p>
            <a:r>
              <a:rPr lang="zh-CN" altLang="en-US" dirty="0" smtClean="0"/>
              <a:t>释放互斥体</a:t>
            </a:r>
            <a:endParaRPr lang="en-US" altLang="zh-CN" dirty="0" smtClean="0"/>
          </a:p>
          <a:p>
            <a:pPr lvl="1"/>
            <a:r>
              <a:rPr lang="en-US" dirty="0" smtClean="0"/>
              <a:t>void __</a:t>
            </a:r>
            <a:r>
              <a:rPr lang="en-US" dirty="0" err="1" smtClean="0"/>
              <a:t>sched</a:t>
            </a:r>
            <a:r>
              <a:rPr lang="en-US" dirty="0" smtClean="0"/>
              <a:t> </a:t>
            </a:r>
            <a:r>
              <a:rPr lang="en-US" dirty="0" err="1" smtClean="0"/>
              <a:t>mutex_unlock</a:t>
            </a:r>
            <a:r>
              <a:rPr lang="en-US" dirty="0" smtClean="0"/>
              <a:t>(</a:t>
            </a:r>
            <a:r>
              <a:rPr lang="en-US" dirty="0" err="1" smtClean="0"/>
              <a:t>struct</a:t>
            </a:r>
            <a:r>
              <a:rPr lang="en-US" dirty="0" smtClean="0"/>
              <a:t> </a:t>
            </a:r>
            <a:r>
              <a:rPr lang="en-US" dirty="0" err="1" smtClean="0"/>
              <a:t>mutex</a:t>
            </a:r>
            <a:r>
              <a:rPr lang="en-US" dirty="0" smtClean="0"/>
              <a:t> *lock);</a:t>
            </a:r>
            <a:endParaRPr lang="zh-CN" altLang="en-US" dirty="0" smtClean="0"/>
          </a:p>
          <a:p>
            <a:pPr lvl="1"/>
            <a:endParaRPr lang="en-US" altLang="zh-CN" dirty="0" smtClean="0"/>
          </a:p>
          <a:p>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互斥体</a:t>
            </a:r>
            <a:r>
              <a:rPr lang="en-US" altLang="zh-CN" dirty="0" smtClean="0"/>
              <a:t>(cont.)</a:t>
            </a:r>
            <a:endParaRPr lang="zh-CN" altLang="en-US" dirty="0"/>
          </a:p>
        </p:txBody>
      </p:sp>
      <p:sp>
        <p:nvSpPr>
          <p:cNvPr id="3" name="内容占位符 2"/>
          <p:cNvSpPr>
            <a:spLocks noGrp="1"/>
          </p:cNvSpPr>
          <p:nvPr>
            <p:ph idx="1"/>
          </p:nvPr>
        </p:nvSpPr>
        <p:spPr>
          <a:xfrm>
            <a:off x="457200" y="1219200"/>
            <a:ext cx="8221663" cy="566726"/>
          </a:xfrm>
        </p:spPr>
        <p:txBody>
          <a:bodyPr/>
          <a:lstStyle/>
          <a:p>
            <a:r>
              <a:rPr lang="en-US" dirty="0" err="1" smtClean="0"/>
              <a:t>mutex</a:t>
            </a:r>
            <a:r>
              <a:rPr lang="zh-CN" altLang="en-US" dirty="0" smtClean="0"/>
              <a:t>的使用方法</a:t>
            </a:r>
            <a:endParaRPr lang="zh-CN" altLang="en-US" dirty="0"/>
          </a:p>
        </p:txBody>
      </p:sp>
      <p:sp>
        <p:nvSpPr>
          <p:cNvPr id="6" name="TextBox 5"/>
          <p:cNvSpPr txBox="1"/>
          <p:nvPr/>
        </p:nvSpPr>
        <p:spPr>
          <a:xfrm>
            <a:off x="642910" y="2357430"/>
            <a:ext cx="7500990" cy="203132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err="1" smtClean="0">
                <a:solidFill>
                  <a:schemeClr val="tx1"/>
                </a:solidFill>
              </a:rPr>
              <a:t>struct</a:t>
            </a:r>
            <a:r>
              <a:rPr lang="en-US" dirty="0" smtClean="0">
                <a:solidFill>
                  <a:schemeClr val="tx1"/>
                </a:solidFill>
              </a:rPr>
              <a:t> </a:t>
            </a:r>
            <a:r>
              <a:rPr lang="en-US" dirty="0" err="1" smtClean="0">
                <a:solidFill>
                  <a:schemeClr val="tx1"/>
                </a:solidFill>
              </a:rPr>
              <a:t>mutex</a:t>
            </a:r>
            <a:r>
              <a:rPr lang="en-US" dirty="0" smtClean="0">
                <a:solidFill>
                  <a:schemeClr val="tx1"/>
                </a:solidFill>
              </a:rPr>
              <a:t> </a:t>
            </a:r>
            <a:r>
              <a:rPr lang="en-US" dirty="0" err="1" smtClean="0">
                <a:solidFill>
                  <a:schemeClr val="tx1"/>
                </a:solidFill>
              </a:rPr>
              <a:t>my_mutex</a:t>
            </a:r>
            <a:r>
              <a:rPr lang="en-US" dirty="0" smtClean="0">
                <a:solidFill>
                  <a:schemeClr val="tx1"/>
                </a:solidFill>
              </a:rPr>
              <a:t>;  /* </a:t>
            </a:r>
            <a:r>
              <a:rPr lang="zh-CN" altLang="en-US" dirty="0" smtClean="0">
                <a:solidFill>
                  <a:schemeClr val="tx1"/>
                </a:solidFill>
              </a:rPr>
              <a:t>定义</a:t>
            </a:r>
            <a:r>
              <a:rPr lang="en-US" dirty="0" err="1" smtClean="0">
                <a:solidFill>
                  <a:schemeClr val="tx1"/>
                </a:solidFill>
              </a:rPr>
              <a:t>mutex</a:t>
            </a:r>
            <a:r>
              <a:rPr lang="en-US" dirty="0" smtClean="0">
                <a:solidFill>
                  <a:schemeClr val="tx1"/>
                </a:solidFill>
              </a:rPr>
              <a:t> */</a:t>
            </a:r>
            <a:endParaRPr lang="zh-CN" altLang="en-US" dirty="0" smtClean="0">
              <a:solidFill>
                <a:schemeClr val="tx1"/>
              </a:solidFill>
            </a:endParaRPr>
          </a:p>
          <a:p>
            <a:r>
              <a:rPr lang="en-US" dirty="0" err="1" smtClean="0">
                <a:solidFill>
                  <a:schemeClr val="tx1"/>
                </a:solidFill>
              </a:rPr>
              <a:t>mutex_init</a:t>
            </a:r>
            <a:r>
              <a:rPr lang="en-US" dirty="0" smtClean="0">
                <a:solidFill>
                  <a:schemeClr val="tx1"/>
                </a:solidFill>
              </a:rPr>
              <a:t>(&amp;</a:t>
            </a:r>
            <a:r>
              <a:rPr lang="en-US" dirty="0" err="1" smtClean="0">
                <a:solidFill>
                  <a:schemeClr val="tx1"/>
                </a:solidFill>
              </a:rPr>
              <a:t>my_mutex</a:t>
            </a:r>
            <a:r>
              <a:rPr lang="en-US" dirty="0" smtClean="0">
                <a:solidFill>
                  <a:schemeClr val="tx1"/>
                </a:solidFill>
              </a:rPr>
              <a:t>);  /* </a:t>
            </a:r>
            <a:r>
              <a:rPr lang="zh-CN" altLang="en-US" dirty="0" smtClean="0">
                <a:solidFill>
                  <a:schemeClr val="tx1"/>
                </a:solidFill>
              </a:rPr>
              <a:t>初始化</a:t>
            </a:r>
            <a:r>
              <a:rPr lang="en-US" dirty="0" err="1" smtClean="0">
                <a:solidFill>
                  <a:schemeClr val="tx1"/>
                </a:solidFill>
              </a:rPr>
              <a:t>mutex</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endParaRPr lang="zh-CN" altLang="en-US" dirty="0" smtClean="0">
              <a:solidFill>
                <a:schemeClr val="tx1"/>
              </a:solidFill>
            </a:endParaRPr>
          </a:p>
          <a:p>
            <a:r>
              <a:rPr lang="en-US" dirty="0" err="1" smtClean="0">
                <a:solidFill>
                  <a:schemeClr val="tx1"/>
                </a:solidFill>
              </a:rPr>
              <a:t>mutex_lock</a:t>
            </a:r>
            <a:r>
              <a:rPr lang="en-US" dirty="0" smtClean="0">
                <a:solidFill>
                  <a:schemeClr val="tx1"/>
                </a:solidFill>
              </a:rPr>
              <a:t>(&amp;</a:t>
            </a:r>
            <a:r>
              <a:rPr lang="en-US" dirty="0" err="1" smtClean="0">
                <a:solidFill>
                  <a:schemeClr val="tx1"/>
                </a:solidFill>
              </a:rPr>
              <a:t>my_mutex</a:t>
            </a:r>
            <a:r>
              <a:rPr lang="en-US" dirty="0" smtClean="0">
                <a:solidFill>
                  <a:schemeClr val="tx1"/>
                </a:solidFill>
              </a:rPr>
              <a:t>);  /* </a:t>
            </a:r>
            <a:r>
              <a:rPr lang="zh-CN" altLang="en-US" dirty="0" smtClean="0">
                <a:solidFill>
                  <a:schemeClr val="tx1"/>
                </a:solidFill>
              </a:rPr>
              <a:t>获取</a:t>
            </a:r>
            <a:r>
              <a:rPr lang="en-US" dirty="0" err="1" smtClean="0">
                <a:solidFill>
                  <a:schemeClr val="tx1"/>
                </a:solidFill>
              </a:rPr>
              <a:t>mutex</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r>
              <a:rPr lang="zh-CN" altLang="en-US" dirty="0" smtClean="0">
                <a:solidFill>
                  <a:schemeClr val="tx1"/>
                </a:solidFill>
              </a:rPr>
              <a:t>临界资源</a:t>
            </a:r>
            <a:r>
              <a:rPr lang="en-US" dirty="0" smtClean="0">
                <a:solidFill>
                  <a:schemeClr val="tx1"/>
                </a:solidFill>
              </a:rPr>
              <a:t>*/</a:t>
            </a:r>
            <a:endParaRPr lang="zh-CN" altLang="en-US" dirty="0" smtClean="0">
              <a:solidFill>
                <a:schemeClr val="tx1"/>
              </a:solidFill>
            </a:endParaRPr>
          </a:p>
          <a:p>
            <a:r>
              <a:rPr lang="en-US" dirty="0" err="1" smtClean="0">
                <a:solidFill>
                  <a:schemeClr val="tx1"/>
                </a:solidFill>
              </a:rPr>
              <a:t>mutex_unlock</a:t>
            </a:r>
            <a:r>
              <a:rPr lang="en-US" dirty="0" smtClean="0">
                <a:solidFill>
                  <a:schemeClr val="tx1"/>
                </a:solidFill>
              </a:rPr>
              <a:t>(&amp;</a:t>
            </a:r>
            <a:r>
              <a:rPr lang="en-US" dirty="0" err="1" smtClean="0">
                <a:solidFill>
                  <a:schemeClr val="tx1"/>
                </a:solidFill>
              </a:rPr>
              <a:t>my_mutex</a:t>
            </a:r>
            <a:r>
              <a:rPr lang="en-US" dirty="0" smtClean="0">
                <a:solidFill>
                  <a:schemeClr val="tx1"/>
                </a:solidFill>
              </a:rPr>
              <a:t>); /* </a:t>
            </a:r>
            <a:r>
              <a:rPr lang="zh-CN" altLang="en-US" dirty="0" smtClean="0">
                <a:solidFill>
                  <a:schemeClr val="tx1"/>
                </a:solidFill>
              </a:rPr>
              <a:t>释放</a:t>
            </a:r>
            <a:r>
              <a:rPr lang="en-US" dirty="0" err="1" smtClean="0">
                <a:solidFill>
                  <a:schemeClr val="tx1"/>
                </a:solidFill>
              </a:rPr>
              <a:t>mutex</a:t>
            </a:r>
            <a:r>
              <a:rPr lang="en-US" dirty="0" smtClean="0">
                <a:solidFill>
                  <a:schemeClr val="tx1"/>
                </a:solidFill>
              </a:rPr>
              <a:t> */</a:t>
            </a:r>
            <a:endParaRPr lang="zh-CN" altLang="en-US" dirty="0" smtClean="0">
              <a:solidFill>
                <a:schemeClr val="tx1"/>
              </a:solidFill>
            </a:endParaRPr>
          </a:p>
          <a:p>
            <a:endParaRPr lang="zh-CN" alt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1"/>
          <p:cNvSpPr txBox="1">
            <a:spLocks noChangeArrowheads="1"/>
          </p:cNvSpPr>
          <p:nvPr/>
        </p:nvSpPr>
        <p:spPr bwMode="auto">
          <a:xfrm>
            <a:off x="857224" y="3071810"/>
            <a:ext cx="7358114" cy="1282700"/>
          </a:xfrm>
          <a:prstGeom prst="rect">
            <a:avLst/>
          </a:prstGeom>
          <a:noFill/>
          <a:ln w="9525">
            <a:noFill/>
            <a:round/>
            <a:headEnd/>
            <a:tailEnd/>
          </a:ln>
          <a:effectLst/>
        </p:spPr>
        <p:txBody>
          <a:bodyPr anchor="b"/>
          <a:lstStyle/>
          <a:p>
            <a:pPr algn="ctr">
              <a:buClr>
                <a:srgbClr val="000000"/>
              </a:buClr>
              <a:buSzPct val="100000"/>
              <a:buFont typeface="微软雅黑" pitchFamily="34" charset="-12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zh-CN" sz="3200" dirty="0" smtClean="0">
                <a:solidFill>
                  <a:schemeClr val="tx1"/>
                </a:solidFill>
                <a:effectLst>
                  <a:outerShdw blurRad="38100" dist="38100" dir="2700000" algn="tl">
                    <a:srgbClr val="C0C0C0"/>
                  </a:outerShdw>
                </a:effectLst>
                <a:latin typeface="微软雅黑" pitchFamily="34" charset="-122"/>
              </a:rPr>
              <a:t>Linux</a:t>
            </a:r>
            <a:r>
              <a:rPr lang="zh-CN" altLang="en-US" sz="3200" dirty="0" smtClean="0">
                <a:solidFill>
                  <a:schemeClr val="tx1"/>
                </a:solidFill>
                <a:effectLst>
                  <a:outerShdw blurRad="38100" dist="38100" dir="2700000" algn="tl">
                    <a:srgbClr val="C0C0C0"/>
                  </a:outerShdw>
                </a:effectLst>
                <a:latin typeface="微软雅黑" pitchFamily="34" charset="-122"/>
              </a:rPr>
              <a:t>设备驱动中的阻塞与非阻塞</a:t>
            </a:r>
            <a:r>
              <a:rPr lang="en-US" altLang="zh-CN" sz="3200" dirty="0" smtClean="0">
                <a:solidFill>
                  <a:schemeClr val="tx1"/>
                </a:solidFill>
                <a:effectLst>
                  <a:outerShdw blurRad="38100" dist="38100" dir="2700000" algn="tl">
                    <a:srgbClr val="C0C0C0"/>
                  </a:outerShdw>
                </a:effectLst>
                <a:latin typeface="微软雅黑" pitchFamily="34" charset="-122"/>
              </a:rPr>
              <a:t>I/O</a:t>
            </a:r>
            <a:endParaRPr lang="en-US" sz="3200" dirty="0">
              <a:solidFill>
                <a:schemeClr val="tx1"/>
              </a:solidFill>
              <a:effectLst>
                <a:outerShdw blurRad="38100" dist="38100" dir="2700000" algn="tl">
                  <a:srgbClr val="C0C0C0"/>
                </a:outerShdw>
              </a:effectLst>
              <a:latin typeface="微软雅黑" pitchFamily="34" charset="-122"/>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页脚占位符 3"/>
          <p:cNvSpPr>
            <a:spLocks noGrp="1"/>
          </p:cNvSpPr>
          <p:nvPr>
            <p:ph type="ftr" sz="quarter" idx="10"/>
          </p:nvPr>
        </p:nvSpPr>
        <p:spPr>
          <a:noFill/>
        </p:spPr>
        <p:txBody>
          <a:bodyPr/>
          <a:lstStyle/>
          <a:p>
            <a:r>
              <a:rPr lang="en-US" altLang="zh-CN" dirty="0"/>
              <a:t>www.embedu.org</a:t>
            </a:r>
          </a:p>
        </p:txBody>
      </p:sp>
      <p:sp>
        <p:nvSpPr>
          <p:cNvPr id="347140" name="Rectangle 2"/>
          <p:cNvSpPr>
            <a:spLocks noGrp="1" noChangeArrowheads="1"/>
          </p:cNvSpPr>
          <p:nvPr>
            <p:ph type="title"/>
          </p:nvPr>
        </p:nvSpPr>
        <p:spPr/>
        <p:txBody>
          <a:bodyPr/>
          <a:lstStyle/>
          <a:p>
            <a:r>
              <a:rPr lang="zh-CN" altLang="pt-BR" smtClean="0"/>
              <a:t>阻塞与非阻塞</a:t>
            </a:r>
            <a:r>
              <a:rPr lang="pt-BR" altLang="zh-CN" smtClean="0"/>
              <a:t>I/O</a:t>
            </a:r>
            <a:endParaRPr lang="en-US" altLang="zh-CN" smtClean="0"/>
          </a:p>
        </p:txBody>
      </p:sp>
      <p:sp>
        <p:nvSpPr>
          <p:cNvPr id="347141" name="Rectangle 3"/>
          <p:cNvSpPr>
            <a:spLocks noGrp="1" noChangeArrowheads="1"/>
          </p:cNvSpPr>
          <p:nvPr>
            <p:ph type="body" idx="1"/>
          </p:nvPr>
        </p:nvSpPr>
        <p:spPr/>
        <p:txBody>
          <a:bodyPr/>
          <a:lstStyle/>
          <a:p>
            <a:pPr>
              <a:lnSpc>
                <a:spcPct val="150000"/>
              </a:lnSpc>
            </a:pPr>
            <a:r>
              <a:rPr lang="zh-CN" altLang="en-US" b="1" dirty="0" smtClean="0"/>
              <a:t>阻塞操作</a:t>
            </a:r>
            <a:r>
              <a:rPr lang="zh-CN" altLang="en-US" dirty="0" smtClean="0"/>
              <a:t>   指在执行设备操作时，若不能获得资源则进程睡眠。当满足可操作的条件后，内核唤醒进程继续执行。</a:t>
            </a:r>
            <a:endParaRPr lang="en-US" altLang="zh-CN" dirty="0" smtClean="0"/>
          </a:p>
          <a:p>
            <a:endParaRPr lang="zh-CN" altLang="en-US" dirty="0" smtClean="0"/>
          </a:p>
          <a:p>
            <a:pPr>
              <a:lnSpc>
                <a:spcPct val="150000"/>
              </a:lnSpc>
            </a:pPr>
            <a:r>
              <a:rPr lang="zh-CN" altLang="en-US" b="1" dirty="0" smtClean="0"/>
              <a:t>非阻塞操作</a:t>
            </a:r>
            <a:r>
              <a:rPr lang="zh-CN" altLang="en-US" dirty="0" smtClean="0"/>
              <a:t>  指进程在不能进行设备操作时并不睡眠而是立刻返回结果。</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页脚占位符 3"/>
          <p:cNvSpPr>
            <a:spLocks noGrp="1"/>
          </p:cNvSpPr>
          <p:nvPr>
            <p:ph type="ftr" sz="quarter" idx="10"/>
          </p:nvPr>
        </p:nvSpPr>
        <p:spPr>
          <a:noFill/>
        </p:spPr>
        <p:txBody>
          <a:bodyPr/>
          <a:lstStyle/>
          <a:p>
            <a:r>
              <a:rPr lang="en-US" altLang="zh-CN"/>
              <a:t>www.embedu.org</a:t>
            </a:r>
          </a:p>
        </p:txBody>
      </p:sp>
      <p:sp>
        <p:nvSpPr>
          <p:cNvPr id="348164" name="Rectangle 2"/>
          <p:cNvSpPr>
            <a:spLocks noGrp="1" noChangeArrowheads="1"/>
          </p:cNvSpPr>
          <p:nvPr>
            <p:ph type="title"/>
          </p:nvPr>
        </p:nvSpPr>
        <p:spPr/>
        <p:txBody>
          <a:bodyPr/>
          <a:lstStyle/>
          <a:p>
            <a:r>
              <a:rPr lang="zh-CN" altLang="en-US" smtClean="0"/>
              <a:t>阻塞地读取串口一个字符</a:t>
            </a:r>
          </a:p>
        </p:txBody>
      </p:sp>
      <p:sp>
        <p:nvSpPr>
          <p:cNvPr id="348165" name="Rectangle 3"/>
          <p:cNvSpPr>
            <a:spLocks noGrp="1" noChangeArrowheads="1"/>
          </p:cNvSpPr>
          <p:nvPr>
            <p:ph type="body" idx="1"/>
          </p:nvPr>
        </p:nvSpPr>
        <p:spPr/>
        <p:txBody>
          <a:bodyPr/>
          <a:lstStyle/>
          <a:p>
            <a:pPr>
              <a:buFont typeface="Wingdings 3" pitchFamily="18" charset="2"/>
              <a:buNone/>
            </a:pPr>
            <a:r>
              <a:rPr lang="en-US" altLang="zh-CN" sz="2000" smtClean="0"/>
              <a:t>char buf;</a:t>
            </a:r>
          </a:p>
          <a:p>
            <a:pPr>
              <a:buFont typeface="Wingdings 3" pitchFamily="18" charset="2"/>
              <a:buNone/>
            </a:pPr>
            <a:r>
              <a:rPr lang="en-US" altLang="zh-CN" sz="2000" smtClean="0"/>
              <a:t>fd = open("/dev/ttyS1", O_RDWR); </a:t>
            </a:r>
          </a:p>
          <a:p>
            <a:pPr>
              <a:buFont typeface="Wingdings 3" pitchFamily="18" charset="2"/>
              <a:buNone/>
            </a:pPr>
            <a:r>
              <a:rPr lang="en-US" altLang="zh-CN" sz="2000" smtClean="0"/>
              <a:t>...</a:t>
            </a:r>
          </a:p>
          <a:p>
            <a:pPr>
              <a:buFont typeface="Wingdings 3" pitchFamily="18" charset="2"/>
              <a:buNone/>
            </a:pPr>
            <a:r>
              <a:rPr lang="en-US" altLang="zh-CN" sz="2000" smtClean="0"/>
              <a:t>res = read(fd,&amp;buf,1); //</a:t>
            </a:r>
            <a:r>
              <a:rPr lang="zh-CN" altLang="en-US" sz="2000" smtClean="0"/>
              <a:t>当串口上有输入时才返回</a:t>
            </a:r>
          </a:p>
          <a:p>
            <a:pPr>
              <a:buFont typeface="Wingdings 3" pitchFamily="18" charset="2"/>
              <a:buNone/>
            </a:pPr>
            <a:r>
              <a:rPr lang="en-US" altLang="zh-CN" sz="2000" smtClean="0"/>
              <a:t>if(res==1)</a:t>
            </a:r>
          </a:p>
          <a:p>
            <a:pPr>
              <a:buFont typeface="Wingdings 3" pitchFamily="18" charset="2"/>
              <a:buNone/>
            </a:pPr>
            <a:r>
              <a:rPr lang="en-US" altLang="zh-CN" sz="2000" smtClean="0"/>
              <a:t>         printf("%c\n", buf);</a:t>
            </a:r>
          </a:p>
        </p:txBody>
      </p:sp>
      <p:sp>
        <p:nvSpPr>
          <p:cNvPr id="348166" name="Rectangle 4"/>
          <p:cNvSpPr>
            <a:spLocks noChangeArrowheads="1"/>
          </p:cNvSpPr>
          <p:nvPr/>
        </p:nvSpPr>
        <p:spPr bwMode="auto">
          <a:xfrm>
            <a:off x="457200" y="1219200"/>
            <a:ext cx="7924800" cy="2743200"/>
          </a:xfrm>
          <a:prstGeom prst="rect">
            <a:avLst/>
          </a:prstGeom>
          <a:no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页脚占位符 3"/>
          <p:cNvSpPr>
            <a:spLocks noGrp="1"/>
          </p:cNvSpPr>
          <p:nvPr>
            <p:ph type="ftr" sz="quarter" idx="10"/>
          </p:nvPr>
        </p:nvSpPr>
        <p:spPr>
          <a:noFill/>
        </p:spPr>
        <p:txBody>
          <a:bodyPr/>
          <a:lstStyle/>
          <a:p>
            <a:r>
              <a:rPr lang="en-US" altLang="zh-CN"/>
              <a:t>www.embedu.org</a:t>
            </a:r>
          </a:p>
        </p:txBody>
      </p:sp>
      <p:sp>
        <p:nvSpPr>
          <p:cNvPr id="349188" name="Rectangle 2"/>
          <p:cNvSpPr>
            <a:spLocks noGrp="1" noChangeArrowheads="1"/>
          </p:cNvSpPr>
          <p:nvPr>
            <p:ph type="title"/>
          </p:nvPr>
        </p:nvSpPr>
        <p:spPr/>
        <p:txBody>
          <a:bodyPr/>
          <a:lstStyle/>
          <a:p>
            <a:r>
              <a:rPr lang="zh-CN" altLang="en-US" smtClean="0"/>
              <a:t>非阻塞地读取串口一个字符</a:t>
            </a:r>
          </a:p>
        </p:txBody>
      </p:sp>
      <p:sp>
        <p:nvSpPr>
          <p:cNvPr id="349189" name="Rectangle 3"/>
          <p:cNvSpPr>
            <a:spLocks noGrp="1" noChangeArrowheads="1"/>
          </p:cNvSpPr>
          <p:nvPr>
            <p:ph type="body" idx="1"/>
          </p:nvPr>
        </p:nvSpPr>
        <p:spPr/>
        <p:txBody>
          <a:bodyPr/>
          <a:lstStyle/>
          <a:p>
            <a:pPr>
              <a:buFont typeface="Wingdings 3" pitchFamily="18" charset="2"/>
              <a:buNone/>
            </a:pPr>
            <a:r>
              <a:rPr lang="en-US" altLang="zh-CN" sz="2000" smtClean="0"/>
              <a:t>char buf;</a:t>
            </a:r>
          </a:p>
          <a:p>
            <a:pPr>
              <a:buFont typeface="Wingdings 3" pitchFamily="18" charset="2"/>
              <a:buNone/>
            </a:pPr>
            <a:r>
              <a:rPr lang="en-US" altLang="zh-CN" sz="2000" smtClean="0"/>
              <a:t>fd = open("/dev/ttyS1", O_RDWR| O_NONBLOCK); </a:t>
            </a:r>
          </a:p>
          <a:p>
            <a:pPr>
              <a:buFont typeface="Wingdings 3" pitchFamily="18" charset="2"/>
              <a:buNone/>
            </a:pPr>
            <a:r>
              <a:rPr lang="en-US" altLang="zh-CN" sz="2000" smtClean="0"/>
              <a:t>...</a:t>
            </a:r>
          </a:p>
          <a:p>
            <a:pPr>
              <a:buFont typeface="Wingdings 3" pitchFamily="18" charset="2"/>
              <a:buNone/>
            </a:pPr>
            <a:r>
              <a:rPr lang="en-US" altLang="zh-CN" sz="2000" smtClean="0"/>
              <a:t>while(read(fd,&amp;buf,1)!=1); //</a:t>
            </a:r>
            <a:r>
              <a:rPr lang="zh-CN" altLang="en-US" sz="2000" smtClean="0"/>
              <a:t>串口上无输入也返回，所以要循环尝试读取串口</a:t>
            </a:r>
          </a:p>
          <a:p>
            <a:pPr>
              <a:buFont typeface="Wingdings 3" pitchFamily="18" charset="2"/>
              <a:buNone/>
            </a:pPr>
            <a:r>
              <a:rPr lang="en-US" altLang="zh-CN" sz="2000" smtClean="0"/>
              <a:t>printf("%c\n", buf);</a:t>
            </a:r>
          </a:p>
        </p:txBody>
      </p:sp>
      <p:sp>
        <p:nvSpPr>
          <p:cNvPr id="349190" name="Rectangle 4"/>
          <p:cNvSpPr>
            <a:spLocks noChangeArrowheads="1"/>
          </p:cNvSpPr>
          <p:nvPr/>
        </p:nvSpPr>
        <p:spPr bwMode="auto">
          <a:xfrm>
            <a:off x="457200" y="1219200"/>
            <a:ext cx="8229600" cy="2895600"/>
          </a:xfrm>
          <a:prstGeom prst="rect">
            <a:avLst/>
          </a:prstGeom>
          <a:noFill/>
          <a:ln w="9525" algn="ctr">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页脚占位符 3"/>
          <p:cNvSpPr>
            <a:spLocks noGrp="1"/>
          </p:cNvSpPr>
          <p:nvPr>
            <p:ph type="ftr" sz="quarter" idx="10"/>
          </p:nvPr>
        </p:nvSpPr>
        <p:spPr>
          <a:noFill/>
        </p:spPr>
        <p:txBody>
          <a:bodyPr/>
          <a:lstStyle/>
          <a:p>
            <a:r>
              <a:rPr lang="en-US" altLang="zh-CN"/>
              <a:t>www.embedu.org</a:t>
            </a:r>
          </a:p>
        </p:txBody>
      </p:sp>
      <p:sp>
        <p:nvSpPr>
          <p:cNvPr id="350212" name="Rectangle 2"/>
          <p:cNvSpPr>
            <a:spLocks noGrp="1" noChangeArrowheads="1"/>
          </p:cNvSpPr>
          <p:nvPr>
            <p:ph type="title"/>
          </p:nvPr>
        </p:nvSpPr>
        <p:spPr/>
        <p:txBody>
          <a:bodyPr/>
          <a:lstStyle/>
          <a:p>
            <a:r>
              <a:rPr lang="zh-CN" altLang="en-US" smtClean="0"/>
              <a:t>等待队列</a:t>
            </a:r>
          </a:p>
        </p:txBody>
      </p:sp>
      <p:sp>
        <p:nvSpPr>
          <p:cNvPr id="350213" name="Rectangle 3"/>
          <p:cNvSpPr>
            <a:spLocks noGrp="1" noChangeArrowheads="1"/>
          </p:cNvSpPr>
          <p:nvPr>
            <p:ph type="body" idx="1"/>
          </p:nvPr>
        </p:nvSpPr>
        <p:spPr/>
        <p:txBody>
          <a:bodyPr/>
          <a:lstStyle/>
          <a:p>
            <a:pPr>
              <a:lnSpc>
                <a:spcPct val="150000"/>
              </a:lnSpc>
            </a:pPr>
            <a:r>
              <a:rPr lang="zh-CN" altLang="en-US" b="1" dirty="0" smtClean="0"/>
              <a:t>等待队列</a:t>
            </a:r>
            <a:r>
              <a:rPr lang="zh-CN" altLang="en-US" dirty="0" smtClean="0"/>
              <a:t>  以队列为基础数据结构，与进程调度机制紧密结合，能够用于实现内核中的异步事件通知机制，也可以用来同步对系统资源的访问（如信号量）</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页脚占位符 3"/>
          <p:cNvSpPr>
            <a:spLocks noGrp="1"/>
          </p:cNvSpPr>
          <p:nvPr>
            <p:ph type="ftr" sz="quarter" idx="10"/>
          </p:nvPr>
        </p:nvSpPr>
        <p:spPr>
          <a:noFill/>
        </p:spPr>
        <p:txBody>
          <a:bodyPr/>
          <a:lstStyle/>
          <a:p>
            <a:r>
              <a:rPr lang="en-US" altLang="zh-CN"/>
              <a:t>www.embedu.org</a:t>
            </a:r>
          </a:p>
        </p:txBody>
      </p:sp>
      <p:sp>
        <p:nvSpPr>
          <p:cNvPr id="351236" name="Rectangle 2"/>
          <p:cNvSpPr>
            <a:spLocks noGrp="1" noChangeArrowheads="1"/>
          </p:cNvSpPr>
          <p:nvPr>
            <p:ph type="title"/>
          </p:nvPr>
        </p:nvSpPr>
        <p:spPr/>
        <p:txBody>
          <a:bodyPr/>
          <a:lstStyle/>
          <a:p>
            <a:r>
              <a:rPr lang="zh-CN" altLang="en-US" smtClean="0"/>
              <a:t>等待队列的操作（</a:t>
            </a:r>
            <a:r>
              <a:rPr lang="en-US" altLang="zh-CN" smtClean="0"/>
              <a:t>1</a:t>
            </a:r>
            <a:r>
              <a:rPr lang="zh-CN" altLang="en-US" smtClean="0"/>
              <a:t>）</a:t>
            </a:r>
          </a:p>
        </p:txBody>
      </p:sp>
      <p:sp>
        <p:nvSpPr>
          <p:cNvPr id="351237" name="Rectangle 3"/>
          <p:cNvSpPr>
            <a:spLocks noGrp="1" noChangeArrowheads="1"/>
          </p:cNvSpPr>
          <p:nvPr>
            <p:ph type="body" idx="1"/>
          </p:nvPr>
        </p:nvSpPr>
        <p:spPr/>
        <p:txBody>
          <a:bodyPr/>
          <a:lstStyle/>
          <a:p>
            <a:r>
              <a:rPr lang="zh-CN" altLang="en-US" dirty="0" smtClean="0"/>
              <a:t>定义“等待队列头”</a:t>
            </a:r>
          </a:p>
          <a:p>
            <a:pPr lvl="1"/>
            <a:r>
              <a:rPr lang="en-US" altLang="zh-CN" dirty="0" err="1" smtClean="0"/>
              <a:t>wait_queue_head_t</a:t>
            </a:r>
            <a:r>
              <a:rPr lang="en-US" altLang="zh-CN" dirty="0" smtClean="0"/>
              <a:t>  </a:t>
            </a:r>
            <a:r>
              <a:rPr lang="en-US" altLang="zh-CN" dirty="0" err="1" smtClean="0"/>
              <a:t>my_queue</a:t>
            </a:r>
            <a:r>
              <a:rPr lang="en-US" altLang="zh-CN" dirty="0" smtClean="0"/>
              <a:t>;</a:t>
            </a:r>
          </a:p>
          <a:p>
            <a:r>
              <a:rPr lang="zh-CN" altLang="en-US" dirty="0" smtClean="0"/>
              <a:t>初始化“等待队列头”</a:t>
            </a:r>
          </a:p>
          <a:p>
            <a:pPr lvl="1"/>
            <a:r>
              <a:rPr lang="en-US" altLang="zh-CN" dirty="0" err="1" smtClean="0"/>
              <a:t>init_waitqueue_head</a:t>
            </a:r>
            <a:r>
              <a:rPr lang="en-US" altLang="zh-CN" dirty="0" smtClean="0"/>
              <a:t>(&amp;</a:t>
            </a:r>
            <a:r>
              <a:rPr lang="en-US" altLang="zh-CN" dirty="0" err="1" smtClean="0"/>
              <a:t>my_queue</a:t>
            </a:r>
            <a:r>
              <a:rPr lang="en-US" altLang="zh-CN" dirty="0" smtClean="0"/>
              <a:t>);</a:t>
            </a:r>
          </a:p>
          <a:p>
            <a:r>
              <a:rPr lang="zh-CN" altLang="en-US" dirty="0" smtClean="0"/>
              <a:t>定义等待队列</a:t>
            </a:r>
          </a:p>
          <a:p>
            <a:pPr lvl="1"/>
            <a:r>
              <a:rPr lang="en-US" altLang="zh-CN" dirty="0" smtClean="0"/>
              <a:t>DECLARE_WAITQUEUE(name, </a:t>
            </a:r>
            <a:r>
              <a:rPr lang="en-US" altLang="zh-CN" dirty="0" err="1" smtClean="0"/>
              <a:t>tsk</a:t>
            </a:r>
            <a:r>
              <a:rPr lang="en-US" altLang="zh-CN" dirty="0" smtClean="0"/>
              <a:t>)</a:t>
            </a:r>
          </a:p>
          <a:p>
            <a:r>
              <a:rPr lang="zh-CN" altLang="en-US" dirty="0" smtClean="0"/>
              <a:t>添加</a:t>
            </a:r>
            <a:r>
              <a:rPr lang="en-US" altLang="zh-CN" dirty="0" smtClean="0"/>
              <a:t>/</a:t>
            </a:r>
            <a:r>
              <a:rPr lang="zh-CN" altLang="en-US" dirty="0" smtClean="0"/>
              <a:t>移除等待队列</a:t>
            </a:r>
          </a:p>
          <a:p>
            <a:pPr lvl="1"/>
            <a:r>
              <a:rPr lang="en-US" altLang="zh-CN" dirty="0" smtClean="0"/>
              <a:t>void  </a:t>
            </a:r>
            <a:r>
              <a:rPr lang="en-US" altLang="zh-CN" dirty="0" err="1" smtClean="0"/>
              <a:t>fastcall</a:t>
            </a:r>
            <a:r>
              <a:rPr lang="en-US" altLang="zh-CN" dirty="0" smtClean="0"/>
              <a:t>  </a:t>
            </a:r>
            <a:r>
              <a:rPr lang="en-US" altLang="zh-CN" dirty="0" err="1" smtClean="0"/>
              <a:t>add_wait_queue</a:t>
            </a:r>
            <a:r>
              <a:rPr lang="en-US" altLang="zh-CN" dirty="0" smtClean="0"/>
              <a:t>(</a:t>
            </a:r>
            <a:r>
              <a:rPr lang="en-US" altLang="zh-CN" dirty="0" err="1" smtClean="0"/>
              <a:t>wait_queue_head_t</a:t>
            </a:r>
            <a:r>
              <a:rPr lang="en-US" altLang="zh-CN" dirty="0" smtClean="0"/>
              <a:t> *q, </a:t>
            </a:r>
            <a:r>
              <a:rPr lang="en-US" altLang="zh-CN" dirty="0" err="1" smtClean="0"/>
              <a:t>wait_queue_t</a:t>
            </a:r>
            <a:r>
              <a:rPr lang="en-US" altLang="zh-CN" dirty="0" smtClean="0"/>
              <a:t> *wait);</a:t>
            </a:r>
          </a:p>
          <a:p>
            <a:pPr lvl="1"/>
            <a:r>
              <a:rPr lang="en-US" altLang="zh-CN" dirty="0" smtClean="0"/>
              <a:t>void  </a:t>
            </a:r>
            <a:r>
              <a:rPr lang="en-US" altLang="zh-CN" dirty="0" err="1" smtClean="0"/>
              <a:t>fastcall</a:t>
            </a:r>
            <a:r>
              <a:rPr lang="en-US" altLang="zh-CN" dirty="0" smtClean="0"/>
              <a:t>  </a:t>
            </a:r>
            <a:r>
              <a:rPr lang="en-US" altLang="zh-CN" dirty="0" err="1" smtClean="0"/>
              <a:t>remove_wait_queue</a:t>
            </a:r>
            <a:r>
              <a:rPr lang="en-US" altLang="zh-CN" dirty="0" smtClean="0"/>
              <a:t>(</a:t>
            </a:r>
            <a:r>
              <a:rPr lang="en-US" altLang="zh-CN" dirty="0" err="1" smtClean="0"/>
              <a:t>wait_queue_head_t</a:t>
            </a:r>
            <a:r>
              <a:rPr lang="en-US" altLang="zh-CN" dirty="0" smtClean="0"/>
              <a:t> *q, </a:t>
            </a:r>
            <a:r>
              <a:rPr lang="en-US" altLang="zh-CN" dirty="0" err="1" smtClean="0"/>
              <a:t>wait_queue_t</a:t>
            </a:r>
            <a:r>
              <a:rPr lang="en-US" altLang="zh-CN" dirty="0" smtClean="0"/>
              <a:t> *wait);</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页脚占位符 3"/>
          <p:cNvSpPr>
            <a:spLocks noGrp="1"/>
          </p:cNvSpPr>
          <p:nvPr>
            <p:ph type="ftr" sz="quarter" idx="10"/>
          </p:nvPr>
        </p:nvSpPr>
        <p:spPr>
          <a:noFill/>
        </p:spPr>
        <p:txBody>
          <a:bodyPr/>
          <a:lstStyle/>
          <a:p>
            <a:r>
              <a:rPr lang="en-US" altLang="zh-CN"/>
              <a:t>www.embedu.org</a:t>
            </a:r>
          </a:p>
        </p:txBody>
      </p:sp>
      <p:sp>
        <p:nvSpPr>
          <p:cNvPr id="352260" name="Rectangle 2"/>
          <p:cNvSpPr>
            <a:spLocks noGrp="1" noChangeArrowheads="1"/>
          </p:cNvSpPr>
          <p:nvPr>
            <p:ph type="title"/>
          </p:nvPr>
        </p:nvSpPr>
        <p:spPr/>
        <p:txBody>
          <a:bodyPr/>
          <a:lstStyle/>
          <a:p>
            <a:r>
              <a:rPr lang="zh-CN" altLang="en-US" smtClean="0"/>
              <a:t>等待队列的操作（</a:t>
            </a:r>
            <a:r>
              <a:rPr lang="en-US" altLang="zh-CN" smtClean="0"/>
              <a:t>2</a:t>
            </a:r>
            <a:r>
              <a:rPr lang="zh-CN" altLang="en-US" smtClean="0"/>
              <a:t>）</a:t>
            </a:r>
          </a:p>
        </p:txBody>
      </p:sp>
      <p:sp>
        <p:nvSpPr>
          <p:cNvPr id="352261" name="Rectangle 3"/>
          <p:cNvSpPr>
            <a:spLocks noGrp="1" noChangeArrowheads="1"/>
          </p:cNvSpPr>
          <p:nvPr>
            <p:ph type="body" idx="1"/>
          </p:nvPr>
        </p:nvSpPr>
        <p:spPr/>
        <p:txBody>
          <a:bodyPr/>
          <a:lstStyle/>
          <a:p>
            <a:r>
              <a:rPr lang="zh-CN" altLang="en-US" dirty="0" smtClean="0"/>
              <a:t>等待事件</a:t>
            </a:r>
          </a:p>
          <a:p>
            <a:pPr lvl="1"/>
            <a:r>
              <a:rPr lang="fr-FR" altLang="zh-CN" dirty="0" smtClean="0"/>
              <a:t>wait_event(queue, condition)</a:t>
            </a:r>
          </a:p>
          <a:p>
            <a:pPr lvl="1"/>
            <a:r>
              <a:rPr lang="fr-FR" altLang="zh-CN" dirty="0" smtClean="0"/>
              <a:t>wait_event_interruptible(queue, condition)</a:t>
            </a:r>
          </a:p>
          <a:p>
            <a:pPr lvl="1"/>
            <a:r>
              <a:rPr lang="fr-FR" altLang="zh-CN" dirty="0" smtClean="0"/>
              <a:t>wait_event_timeout(queue, condition, timeout)</a:t>
            </a:r>
          </a:p>
          <a:p>
            <a:pPr lvl="1"/>
            <a:r>
              <a:rPr lang="fr-FR" altLang="zh-CN" dirty="0" smtClean="0"/>
              <a:t>wait_event_interruptible_timeout(queue, condition, timeout)</a:t>
            </a:r>
          </a:p>
          <a:p>
            <a:pPr lvl="1"/>
            <a:endParaRPr lang="en-US" altLang="zh-CN" dirty="0" smtClean="0"/>
          </a:p>
          <a:p>
            <a:r>
              <a:rPr lang="zh-CN" altLang="en-US" dirty="0" smtClean="0"/>
              <a:t>唤醒队列</a:t>
            </a:r>
          </a:p>
          <a:p>
            <a:pPr lvl="1"/>
            <a:r>
              <a:rPr lang="en-US" altLang="zh-CN" dirty="0" smtClean="0"/>
              <a:t>void </a:t>
            </a:r>
            <a:r>
              <a:rPr lang="en-US" altLang="zh-CN" dirty="0" err="1" smtClean="0"/>
              <a:t>wake_up</a:t>
            </a:r>
            <a:r>
              <a:rPr lang="en-US" altLang="zh-CN" dirty="0" smtClean="0"/>
              <a:t>(</a:t>
            </a:r>
            <a:r>
              <a:rPr lang="en-US" altLang="zh-CN" dirty="0" err="1" smtClean="0"/>
              <a:t>wait_queue_head_t</a:t>
            </a:r>
            <a:r>
              <a:rPr lang="en-US" altLang="zh-CN" dirty="0" smtClean="0"/>
              <a:t> *queue);</a:t>
            </a:r>
          </a:p>
          <a:p>
            <a:pPr lvl="1"/>
            <a:r>
              <a:rPr lang="en-US" altLang="zh-CN" dirty="0" smtClean="0"/>
              <a:t>void </a:t>
            </a:r>
            <a:r>
              <a:rPr lang="en-US" altLang="zh-CN" dirty="0" err="1" smtClean="0"/>
              <a:t>wake_up_interruptible</a:t>
            </a:r>
            <a:r>
              <a:rPr lang="en-US" altLang="zh-CN" dirty="0" smtClean="0"/>
              <a:t>(</a:t>
            </a:r>
            <a:r>
              <a:rPr lang="en-US" altLang="zh-CN" dirty="0" err="1" smtClean="0"/>
              <a:t>wait_queue_head_t</a:t>
            </a:r>
            <a:r>
              <a:rPr lang="en-US" altLang="zh-CN" dirty="0" smtClean="0"/>
              <a:t> *queue);</a:t>
            </a:r>
          </a:p>
          <a:p>
            <a:endParaRPr lang="zh-CN" altLang="en-US" dirty="0" smtClean="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页脚占位符 3"/>
          <p:cNvSpPr>
            <a:spLocks noGrp="1"/>
          </p:cNvSpPr>
          <p:nvPr>
            <p:ph type="ftr" sz="quarter" idx="10"/>
          </p:nvPr>
        </p:nvSpPr>
        <p:spPr>
          <a:noFill/>
        </p:spPr>
        <p:txBody>
          <a:bodyPr/>
          <a:lstStyle/>
          <a:p>
            <a:r>
              <a:rPr lang="en-US" altLang="zh-CN"/>
              <a:t>www.embedu.org</a:t>
            </a:r>
          </a:p>
        </p:txBody>
      </p:sp>
      <p:sp>
        <p:nvSpPr>
          <p:cNvPr id="353284" name="Rectangle 2"/>
          <p:cNvSpPr>
            <a:spLocks noGrp="1" noChangeArrowheads="1"/>
          </p:cNvSpPr>
          <p:nvPr>
            <p:ph type="title"/>
          </p:nvPr>
        </p:nvSpPr>
        <p:spPr/>
        <p:txBody>
          <a:bodyPr/>
          <a:lstStyle/>
          <a:p>
            <a:r>
              <a:rPr lang="zh-CN" altLang="en-US" smtClean="0"/>
              <a:t>等待队列的操作（</a:t>
            </a:r>
            <a:r>
              <a:rPr lang="en-US" altLang="zh-CN" smtClean="0"/>
              <a:t>3</a:t>
            </a:r>
            <a:r>
              <a:rPr lang="zh-CN" altLang="en-US" smtClean="0"/>
              <a:t>）</a:t>
            </a:r>
          </a:p>
        </p:txBody>
      </p:sp>
      <p:sp>
        <p:nvSpPr>
          <p:cNvPr id="353285" name="Rectangle 3"/>
          <p:cNvSpPr>
            <a:spLocks noGrp="1" noChangeArrowheads="1"/>
          </p:cNvSpPr>
          <p:nvPr>
            <p:ph type="body" idx="1"/>
          </p:nvPr>
        </p:nvSpPr>
        <p:spPr/>
        <p:txBody>
          <a:bodyPr/>
          <a:lstStyle/>
          <a:p>
            <a:r>
              <a:rPr lang="zh-CN" altLang="en-US" dirty="0" smtClean="0"/>
              <a:t>在等待队列上睡眠</a:t>
            </a:r>
          </a:p>
          <a:p>
            <a:pPr lvl="1">
              <a:lnSpc>
                <a:spcPct val="200000"/>
              </a:lnSpc>
            </a:pPr>
            <a:r>
              <a:rPr lang="en-US" altLang="zh-CN" dirty="0" err="1" smtClean="0"/>
              <a:t>sleep_on</a:t>
            </a:r>
            <a:r>
              <a:rPr lang="en-US" altLang="zh-CN" dirty="0" smtClean="0"/>
              <a:t>(</a:t>
            </a:r>
            <a:r>
              <a:rPr lang="en-US" altLang="zh-CN" dirty="0" err="1" smtClean="0"/>
              <a:t>wait_queue_head_t</a:t>
            </a:r>
            <a:r>
              <a:rPr lang="en-US" altLang="zh-CN" dirty="0" smtClean="0"/>
              <a:t> *q );</a:t>
            </a:r>
          </a:p>
          <a:p>
            <a:pPr lvl="1">
              <a:lnSpc>
                <a:spcPct val="200000"/>
              </a:lnSpc>
            </a:pPr>
            <a:r>
              <a:rPr lang="en-US" altLang="zh-CN" dirty="0" err="1" smtClean="0"/>
              <a:t>interruptible_sleep_on</a:t>
            </a:r>
            <a:r>
              <a:rPr lang="en-US" altLang="zh-CN" dirty="0" smtClean="0"/>
              <a:t>(</a:t>
            </a:r>
            <a:r>
              <a:rPr lang="en-US" altLang="zh-CN" dirty="0" err="1" smtClean="0"/>
              <a:t>wait_queue_head_t</a:t>
            </a:r>
            <a:r>
              <a:rPr lang="en-US" altLang="zh-CN" dirty="0" smtClean="0"/>
              <a:t> *q );</a:t>
            </a:r>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zh-CN" altLang="en-US" dirty="0" smtClean="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页脚占位符 1"/>
          <p:cNvSpPr>
            <a:spLocks noGrp="1"/>
          </p:cNvSpPr>
          <p:nvPr>
            <p:ph type="ftr" sz="quarter" idx="10"/>
          </p:nvPr>
        </p:nvSpPr>
        <p:spPr>
          <a:noFill/>
        </p:spPr>
        <p:txBody>
          <a:bodyPr/>
          <a:lstStyle/>
          <a:p>
            <a:r>
              <a:rPr lang="en-US" altLang="zh-CN"/>
              <a:t>www.embedu.org</a:t>
            </a:r>
          </a:p>
        </p:txBody>
      </p:sp>
      <p:sp>
        <p:nvSpPr>
          <p:cNvPr id="355332" name="Rectangle 2"/>
          <p:cNvSpPr>
            <a:spLocks noGrp="1" noChangeArrowheads="1"/>
          </p:cNvSpPr>
          <p:nvPr>
            <p:ph type="title" idx="4294967295"/>
          </p:nvPr>
        </p:nvSpPr>
        <p:spPr/>
        <p:txBody>
          <a:bodyPr lIns="92075" tIns="46038" rIns="92075" bIns="46038" anchor="ctr"/>
          <a:lstStyle/>
          <a:p>
            <a:r>
              <a:rPr lang="en-US" altLang="zh-CN" dirty="0" smtClean="0"/>
              <a:t>poll</a:t>
            </a:r>
            <a:r>
              <a:rPr lang="zh-CN" altLang="en-US" dirty="0" smtClean="0"/>
              <a:t>和</a:t>
            </a:r>
            <a:r>
              <a:rPr lang="en-US" altLang="zh-CN" dirty="0" smtClean="0"/>
              <a:t>select</a:t>
            </a:r>
            <a:r>
              <a:rPr lang="zh-CN" altLang="en-US" dirty="0" smtClean="0"/>
              <a:t>操作</a:t>
            </a:r>
          </a:p>
        </p:txBody>
      </p:sp>
      <p:sp>
        <p:nvSpPr>
          <p:cNvPr id="355333" name="Rectangle 3"/>
          <p:cNvSpPr>
            <a:spLocks noGrp="1" noChangeArrowheads="1"/>
          </p:cNvSpPr>
          <p:nvPr>
            <p:ph type="body" idx="4294967295"/>
          </p:nvPr>
        </p:nvSpPr>
        <p:spPr/>
        <p:txBody>
          <a:bodyPr lIns="92075" tIns="46038" rIns="92075" bIns="46038"/>
          <a:lstStyle/>
          <a:p>
            <a:r>
              <a:rPr lang="zh-CN" altLang="en-US" sz="2400" dirty="0" smtClean="0"/>
              <a:t>进程中调用</a:t>
            </a:r>
            <a:r>
              <a:rPr lang="en-US" altLang="zh-CN" sz="2400" dirty="0" smtClean="0"/>
              <a:t>poll</a:t>
            </a:r>
            <a:r>
              <a:rPr lang="zh-CN" altLang="en-US" sz="2400" dirty="0" smtClean="0"/>
              <a:t>和</a:t>
            </a:r>
            <a:r>
              <a:rPr lang="en-US" altLang="zh-CN" sz="2400" dirty="0" smtClean="0"/>
              <a:t>select</a:t>
            </a:r>
            <a:r>
              <a:rPr lang="zh-CN" altLang="en-US" sz="2400" dirty="0" smtClean="0"/>
              <a:t>操来查询打开的</a:t>
            </a:r>
            <a:r>
              <a:rPr lang="en-US" altLang="zh-CN" sz="2400" dirty="0" smtClean="0"/>
              <a:t>I/O</a:t>
            </a:r>
            <a:r>
              <a:rPr lang="zh-CN" altLang="en-US" sz="2400" dirty="0" smtClean="0"/>
              <a:t>设备文件是否就绪</a:t>
            </a:r>
            <a:r>
              <a:rPr lang="en-US" altLang="zh-CN" sz="2400" dirty="0" smtClean="0"/>
              <a:t>(</a:t>
            </a:r>
            <a:r>
              <a:rPr lang="zh-CN" altLang="en-US" sz="2400" dirty="0" smtClean="0"/>
              <a:t>有资源</a:t>
            </a:r>
            <a:r>
              <a:rPr lang="en-US" altLang="zh-CN" sz="2400" dirty="0" smtClean="0"/>
              <a:t>)</a:t>
            </a:r>
          </a:p>
          <a:p>
            <a:endParaRPr lang="zh-CN" altLang="en-US" sz="2400" dirty="0" smtClean="0"/>
          </a:p>
          <a:p>
            <a:r>
              <a:rPr lang="zh-CN" altLang="en-US" sz="2400" dirty="0" smtClean="0"/>
              <a:t>设备驱动操作集合中的 </a:t>
            </a:r>
            <a:r>
              <a:rPr lang="en-US" altLang="zh-CN" sz="2400" dirty="0" smtClean="0"/>
              <a:t>unsigned  </a:t>
            </a:r>
            <a:r>
              <a:rPr lang="en-US" altLang="zh-CN" sz="2400" dirty="0" err="1" smtClean="0"/>
              <a:t>int</a:t>
            </a:r>
            <a:r>
              <a:rPr lang="en-US" altLang="zh-CN" sz="2400" dirty="0" smtClean="0"/>
              <a:t> (*poll) (</a:t>
            </a:r>
            <a:r>
              <a:rPr lang="en-US" altLang="zh-CN" sz="2400" dirty="0" err="1" smtClean="0"/>
              <a:t>struct</a:t>
            </a:r>
            <a:r>
              <a:rPr lang="en-US" altLang="zh-CN" sz="2400" dirty="0" smtClean="0"/>
              <a:t> file *, </a:t>
            </a:r>
            <a:r>
              <a:rPr lang="en-US" altLang="zh-CN" sz="2400" dirty="0" err="1" smtClean="0"/>
              <a:t>poll_table</a:t>
            </a:r>
            <a:r>
              <a:rPr lang="en-US" altLang="zh-CN" sz="2400" dirty="0" smtClean="0"/>
              <a:t> *)</a:t>
            </a:r>
            <a:r>
              <a:rPr lang="zh-CN" altLang="en-US" sz="2400" dirty="0" smtClean="0"/>
              <a:t>被调用</a:t>
            </a:r>
            <a:endParaRPr lang="en-US" altLang="zh-CN" sz="2400" dirty="0" smtClean="0"/>
          </a:p>
          <a:p>
            <a:endParaRPr lang="zh-CN" altLang="en-US" sz="2400" dirty="0" smtClean="0"/>
          </a:p>
          <a:p>
            <a:r>
              <a:rPr lang="zh-CN" altLang="en-US" sz="2400" dirty="0" smtClean="0"/>
              <a:t>通过</a:t>
            </a:r>
            <a:r>
              <a:rPr lang="en-US" altLang="zh-CN" sz="2400" dirty="0" err="1" smtClean="0"/>
              <a:t>poll_wait</a:t>
            </a:r>
            <a:r>
              <a:rPr lang="zh-CN" altLang="en-US" sz="2400" dirty="0" smtClean="0"/>
              <a:t>可以向驱动向</a:t>
            </a:r>
            <a:r>
              <a:rPr lang="en-US" altLang="zh-CN" sz="2400" dirty="0" err="1" smtClean="0"/>
              <a:t>poll_table</a:t>
            </a:r>
            <a:r>
              <a:rPr lang="zh-CN" altLang="en-US" sz="2400" dirty="0" smtClean="0"/>
              <a:t>结构添加一个等待队列</a:t>
            </a:r>
            <a:endParaRPr lang="en-US" altLang="zh-CN" sz="2400" dirty="0" smtClean="0"/>
          </a:p>
          <a:p>
            <a:endParaRPr lang="zh-CN" altLang="en-US" sz="2400" dirty="0" smtClean="0"/>
          </a:p>
          <a:p>
            <a:r>
              <a:rPr lang="zh-CN" altLang="en-US" sz="2400" dirty="0" smtClean="0"/>
              <a:t>驱动的</a:t>
            </a:r>
            <a:r>
              <a:rPr lang="en-US" altLang="zh-CN" sz="2400" dirty="0" smtClean="0"/>
              <a:t>poll</a:t>
            </a:r>
            <a:r>
              <a:rPr lang="zh-CN" altLang="en-US" sz="2400" dirty="0" smtClean="0"/>
              <a:t>函数应该返回设备的当前状态</a:t>
            </a:r>
          </a:p>
          <a:p>
            <a:pPr lvl="1"/>
            <a:r>
              <a:rPr lang="en-US" altLang="zh-CN" sz="2000" dirty="0" smtClean="0"/>
              <a:t>POLLIN</a:t>
            </a:r>
            <a:r>
              <a:rPr lang="zh-CN" altLang="en-US" sz="2000" dirty="0" smtClean="0"/>
              <a:t>，</a:t>
            </a:r>
            <a:r>
              <a:rPr lang="en-US" altLang="zh-CN" sz="2000" dirty="0" smtClean="0"/>
              <a:t>POLLOUT</a:t>
            </a:r>
            <a:r>
              <a:rPr lang="zh-CN" altLang="en-US" sz="2000" dirty="0" smtClean="0"/>
              <a:t>，</a:t>
            </a:r>
            <a:r>
              <a:rPr lang="en-US" altLang="zh-CN" sz="2000" dirty="0" smtClean="0"/>
              <a:t>POLLRDNORM</a:t>
            </a:r>
            <a:r>
              <a:rPr lang="zh-CN" altLang="en-US" sz="2000" dirty="0" smtClean="0"/>
              <a:t>，</a:t>
            </a:r>
            <a:r>
              <a:rPr lang="en-US" altLang="zh-CN" sz="2000" dirty="0" smtClean="0"/>
              <a:t>POLLERR</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页脚占位符 3"/>
          <p:cNvSpPr>
            <a:spLocks noGrp="1"/>
          </p:cNvSpPr>
          <p:nvPr>
            <p:ph type="ftr" sz="quarter" idx="10"/>
          </p:nvPr>
        </p:nvSpPr>
        <p:spPr>
          <a:noFill/>
        </p:spPr>
        <p:txBody>
          <a:bodyPr/>
          <a:lstStyle/>
          <a:p>
            <a:r>
              <a:rPr lang="en-US" altLang="zh-CN"/>
              <a:t>www.embedu.org</a:t>
            </a:r>
          </a:p>
        </p:txBody>
      </p:sp>
      <p:sp>
        <p:nvSpPr>
          <p:cNvPr id="356356" name="Rectangle 2"/>
          <p:cNvSpPr>
            <a:spLocks noGrp="1" noChangeArrowheads="1"/>
          </p:cNvSpPr>
          <p:nvPr>
            <p:ph type="title"/>
          </p:nvPr>
        </p:nvSpPr>
        <p:spPr/>
        <p:txBody>
          <a:bodyPr/>
          <a:lstStyle/>
          <a:p>
            <a:r>
              <a:rPr lang="zh-CN" altLang="en-US" smtClean="0"/>
              <a:t>应用程序中的轮询编程</a:t>
            </a:r>
          </a:p>
        </p:txBody>
      </p:sp>
      <p:sp>
        <p:nvSpPr>
          <p:cNvPr id="356357" name="Rectangle 3"/>
          <p:cNvSpPr>
            <a:spLocks noGrp="1" noChangeArrowheads="1"/>
          </p:cNvSpPr>
          <p:nvPr>
            <p:ph type="body" idx="1"/>
          </p:nvPr>
        </p:nvSpPr>
        <p:spPr/>
        <p:txBody>
          <a:bodyPr/>
          <a:lstStyle/>
          <a:p>
            <a:r>
              <a:rPr lang="en-US" altLang="zh-CN" dirty="0" err="1" smtClean="0"/>
              <a:t>int</a:t>
            </a:r>
            <a:r>
              <a:rPr lang="en-US" altLang="zh-CN" dirty="0" smtClean="0"/>
              <a:t> select(</a:t>
            </a:r>
            <a:r>
              <a:rPr lang="en-US" altLang="zh-CN" dirty="0" err="1" smtClean="0"/>
              <a:t>int</a:t>
            </a:r>
            <a:r>
              <a:rPr lang="en-US" altLang="zh-CN" dirty="0" smtClean="0"/>
              <a:t> </a:t>
            </a:r>
            <a:r>
              <a:rPr lang="en-US" altLang="zh-CN" dirty="0" err="1" smtClean="0"/>
              <a:t>numfds</a:t>
            </a:r>
            <a:r>
              <a:rPr lang="en-US" altLang="zh-CN" dirty="0" smtClean="0"/>
              <a:t>, </a:t>
            </a:r>
            <a:r>
              <a:rPr lang="en-US" altLang="zh-CN" dirty="0" err="1" smtClean="0"/>
              <a:t>fd_set</a:t>
            </a:r>
            <a:r>
              <a:rPr lang="en-US" altLang="zh-CN" dirty="0" smtClean="0"/>
              <a:t> *</a:t>
            </a:r>
            <a:r>
              <a:rPr lang="en-US" altLang="zh-CN" dirty="0" err="1" smtClean="0"/>
              <a:t>readfds</a:t>
            </a:r>
            <a:r>
              <a:rPr lang="en-US" altLang="zh-CN" dirty="0" smtClean="0"/>
              <a:t>, </a:t>
            </a:r>
            <a:r>
              <a:rPr lang="en-US" altLang="zh-CN" dirty="0" err="1" smtClean="0"/>
              <a:t>fd_set</a:t>
            </a:r>
            <a:r>
              <a:rPr lang="en-US" altLang="zh-CN" dirty="0" smtClean="0"/>
              <a:t> *</a:t>
            </a:r>
            <a:r>
              <a:rPr lang="en-US" altLang="zh-CN" dirty="0" err="1" smtClean="0"/>
              <a:t>writefds</a:t>
            </a:r>
            <a:r>
              <a:rPr lang="en-US" altLang="zh-CN" dirty="0" smtClean="0"/>
              <a:t>, </a:t>
            </a:r>
            <a:r>
              <a:rPr lang="en-US" altLang="zh-CN" dirty="0" err="1" smtClean="0"/>
              <a:t>fd_set</a:t>
            </a:r>
            <a:r>
              <a:rPr lang="en-US" altLang="zh-CN" dirty="0" smtClean="0"/>
              <a:t> *</a:t>
            </a:r>
            <a:r>
              <a:rPr lang="en-US" altLang="zh-CN" dirty="0" err="1" smtClean="0"/>
              <a:t>exceptfds</a:t>
            </a:r>
            <a:r>
              <a:rPr lang="en-US" altLang="zh-CN" dirty="0" smtClean="0"/>
              <a:t>, </a:t>
            </a:r>
            <a:r>
              <a:rPr lang="en-US" altLang="zh-CN" dirty="0" err="1" smtClean="0"/>
              <a:t>struct</a:t>
            </a:r>
            <a:r>
              <a:rPr lang="en-US" altLang="zh-CN" dirty="0" smtClean="0"/>
              <a:t> </a:t>
            </a:r>
            <a:r>
              <a:rPr lang="en-US" altLang="zh-CN" dirty="0" err="1" smtClean="0"/>
              <a:t>timeval</a:t>
            </a:r>
            <a:r>
              <a:rPr lang="en-US" altLang="zh-CN" dirty="0" smtClean="0"/>
              <a:t> *timeout);</a:t>
            </a:r>
          </a:p>
          <a:p>
            <a:pPr lvl="1">
              <a:lnSpc>
                <a:spcPct val="150000"/>
              </a:lnSpc>
            </a:pPr>
            <a:r>
              <a:rPr lang="zh-CN" altLang="en-US" dirty="0" smtClean="0"/>
              <a:t>其中</a:t>
            </a:r>
            <a:r>
              <a:rPr lang="en-US" altLang="zh-CN" dirty="0" err="1" smtClean="0"/>
              <a:t>readfds</a:t>
            </a:r>
            <a:r>
              <a:rPr lang="zh-CN" altLang="en-US" dirty="0" smtClean="0"/>
              <a:t>、</a:t>
            </a:r>
            <a:r>
              <a:rPr lang="en-US" altLang="zh-CN" dirty="0" err="1" smtClean="0"/>
              <a:t>writefds</a:t>
            </a:r>
            <a:r>
              <a:rPr lang="zh-CN" altLang="en-US" dirty="0" smtClean="0"/>
              <a:t>、</a:t>
            </a:r>
            <a:r>
              <a:rPr lang="en-US" altLang="zh-CN" dirty="0" err="1" smtClean="0"/>
              <a:t>exceptfds</a:t>
            </a:r>
            <a:r>
              <a:rPr lang="zh-CN" altLang="en-US" dirty="0" smtClean="0"/>
              <a:t>分别是被</a:t>
            </a:r>
            <a:r>
              <a:rPr lang="en-US" altLang="zh-CN" dirty="0" smtClean="0"/>
              <a:t>select()</a:t>
            </a:r>
            <a:r>
              <a:rPr lang="zh-CN" altLang="en-US" dirty="0" smtClean="0"/>
              <a:t>监视的读、写和异常处理的文件描述符集合，</a:t>
            </a:r>
            <a:r>
              <a:rPr lang="en-US" altLang="zh-CN" dirty="0" err="1" smtClean="0"/>
              <a:t>numfds</a:t>
            </a:r>
            <a:r>
              <a:rPr lang="zh-CN" altLang="en-US" dirty="0" smtClean="0"/>
              <a:t>的值是需要检查的号码最高的文件描述符加</a:t>
            </a:r>
            <a:r>
              <a:rPr lang="en-US" altLang="zh-CN" dirty="0" smtClean="0"/>
              <a:t>1</a:t>
            </a:r>
            <a:r>
              <a:rPr lang="zh-CN" altLang="en-US" dirty="0" smtClean="0"/>
              <a:t>。</a:t>
            </a:r>
            <a:r>
              <a:rPr lang="en-US" altLang="zh-CN" dirty="0" smtClean="0"/>
              <a:t>timeout</a:t>
            </a:r>
            <a:r>
              <a:rPr lang="zh-CN" altLang="en-US" dirty="0" smtClean="0"/>
              <a:t>参数是一个指向</a:t>
            </a:r>
            <a:r>
              <a:rPr lang="en-US" altLang="zh-CN" dirty="0" err="1" smtClean="0"/>
              <a:t>struct</a:t>
            </a:r>
            <a:r>
              <a:rPr lang="en-US" altLang="zh-CN" dirty="0" smtClean="0"/>
              <a:t> </a:t>
            </a:r>
            <a:r>
              <a:rPr lang="en-US" altLang="zh-CN" dirty="0" err="1" smtClean="0"/>
              <a:t>timeval</a:t>
            </a:r>
            <a:r>
              <a:rPr lang="zh-CN" altLang="en-US" dirty="0" smtClean="0"/>
              <a:t>类型的指针，它可以使</a:t>
            </a:r>
            <a:r>
              <a:rPr lang="en-US" altLang="zh-CN" dirty="0" smtClean="0"/>
              <a:t>select()</a:t>
            </a:r>
            <a:r>
              <a:rPr lang="zh-CN" altLang="en-US" dirty="0" smtClean="0"/>
              <a:t>在等待</a:t>
            </a:r>
            <a:r>
              <a:rPr lang="en-US" altLang="zh-CN" dirty="0" smtClean="0"/>
              <a:t>timeout</a:t>
            </a:r>
            <a:r>
              <a:rPr lang="zh-CN" altLang="en-US" dirty="0" smtClean="0"/>
              <a:t>时间后若没有文件描述符准备好则返回。</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页脚占位符 3"/>
          <p:cNvSpPr>
            <a:spLocks noGrp="1"/>
          </p:cNvSpPr>
          <p:nvPr>
            <p:ph type="ftr" sz="quarter" idx="10"/>
          </p:nvPr>
        </p:nvSpPr>
        <p:spPr>
          <a:noFill/>
        </p:spPr>
        <p:txBody>
          <a:bodyPr/>
          <a:lstStyle/>
          <a:p>
            <a:r>
              <a:rPr lang="en-US" altLang="zh-CN"/>
              <a:t>www.embedu.org</a:t>
            </a:r>
          </a:p>
        </p:txBody>
      </p:sp>
      <p:sp>
        <p:nvSpPr>
          <p:cNvPr id="357380" name="Rectangle 2"/>
          <p:cNvSpPr>
            <a:spLocks noGrp="1" noChangeArrowheads="1"/>
          </p:cNvSpPr>
          <p:nvPr>
            <p:ph type="title"/>
          </p:nvPr>
        </p:nvSpPr>
        <p:spPr/>
        <p:txBody>
          <a:bodyPr/>
          <a:lstStyle/>
          <a:p>
            <a:r>
              <a:rPr lang="en-US" altLang="zh-CN" smtClean="0"/>
              <a:t>poll()</a:t>
            </a:r>
            <a:r>
              <a:rPr lang="zh-CN" altLang="en-US" smtClean="0"/>
              <a:t>函数典型模板</a:t>
            </a:r>
          </a:p>
        </p:txBody>
      </p:sp>
      <p:sp>
        <p:nvSpPr>
          <p:cNvPr id="357381" name="Rectangle 3"/>
          <p:cNvSpPr>
            <a:spLocks noGrp="1" noChangeArrowheads="1"/>
          </p:cNvSpPr>
          <p:nvPr>
            <p:ph type="body" idx="1"/>
          </p:nvPr>
        </p:nvSpPr>
        <p:spPr/>
        <p:txBody>
          <a:bodyPr/>
          <a:lstStyle/>
          <a:p>
            <a:pPr>
              <a:lnSpc>
                <a:spcPct val="80000"/>
              </a:lnSpc>
              <a:buFont typeface="Wingdings 3" pitchFamily="18" charset="2"/>
              <a:buNone/>
            </a:pPr>
            <a:r>
              <a:rPr lang="zh-CN" altLang="en-US" sz="1600" dirty="0" smtClean="0"/>
              <a:t> </a:t>
            </a:r>
            <a:r>
              <a:rPr lang="en-US" altLang="zh-CN" sz="1600" dirty="0" smtClean="0"/>
              <a:t>static unsigned </a:t>
            </a:r>
            <a:r>
              <a:rPr lang="en-US" altLang="zh-CN" sz="1600" dirty="0" err="1" smtClean="0"/>
              <a:t>int</a:t>
            </a:r>
            <a:r>
              <a:rPr lang="en-US" altLang="zh-CN" sz="1600" dirty="0" smtClean="0"/>
              <a:t> </a:t>
            </a:r>
            <a:r>
              <a:rPr lang="en-US" altLang="zh-CN" sz="1600" dirty="0" err="1" smtClean="0"/>
              <a:t>xxx_poll</a:t>
            </a:r>
            <a:r>
              <a:rPr lang="en-US" altLang="zh-CN" sz="1600" dirty="0" smtClean="0"/>
              <a:t>(</a:t>
            </a:r>
            <a:r>
              <a:rPr lang="en-US" altLang="zh-CN" sz="1600" dirty="0" err="1" smtClean="0"/>
              <a:t>struct</a:t>
            </a:r>
            <a:r>
              <a:rPr lang="en-US" altLang="zh-CN" sz="1600" dirty="0" smtClean="0"/>
              <a:t> file *</a:t>
            </a:r>
            <a:r>
              <a:rPr lang="en-US" altLang="zh-CN" sz="1600" dirty="0" err="1" smtClean="0"/>
              <a:t>filp</a:t>
            </a:r>
            <a:r>
              <a:rPr lang="en-US" altLang="zh-CN" sz="1600" dirty="0" smtClean="0"/>
              <a:t>, </a:t>
            </a:r>
            <a:r>
              <a:rPr lang="en-US" altLang="zh-CN" sz="1600" dirty="0" err="1" smtClean="0"/>
              <a:t>poll_table</a:t>
            </a:r>
            <a:r>
              <a:rPr lang="en-US" altLang="zh-CN" sz="1600" dirty="0" smtClean="0"/>
              <a:t> *wait)</a:t>
            </a:r>
          </a:p>
          <a:p>
            <a:pPr>
              <a:lnSpc>
                <a:spcPct val="80000"/>
              </a:lnSpc>
              <a:buFont typeface="Wingdings 3" pitchFamily="18" charset="2"/>
              <a:buNone/>
            </a:pPr>
            <a:r>
              <a:rPr lang="en-US" altLang="zh-CN" sz="1600" dirty="0" smtClean="0"/>
              <a:t> {</a:t>
            </a:r>
          </a:p>
          <a:p>
            <a:pPr>
              <a:lnSpc>
                <a:spcPct val="80000"/>
              </a:lnSpc>
              <a:buFont typeface="Wingdings 3" pitchFamily="18" charset="2"/>
              <a:buNone/>
            </a:pPr>
            <a:r>
              <a:rPr lang="en-US" altLang="zh-CN" sz="1600" dirty="0" smtClean="0"/>
              <a:t>	  unsigned </a:t>
            </a:r>
            <a:r>
              <a:rPr lang="en-US" altLang="zh-CN" sz="1600" dirty="0" err="1" smtClean="0"/>
              <a:t>int</a:t>
            </a:r>
            <a:r>
              <a:rPr lang="en-US" altLang="zh-CN" sz="1600" dirty="0" smtClean="0"/>
              <a:t> mask = 0;</a:t>
            </a:r>
          </a:p>
          <a:p>
            <a:pPr>
              <a:lnSpc>
                <a:spcPct val="80000"/>
              </a:lnSpc>
              <a:buFont typeface="Wingdings 3" pitchFamily="18" charset="2"/>
              <a:buNone/>
            </a:pPr>
            <a:r>
              <a:rPr lang="en-US" altLang="zh-CN" sz="1600" dirty="0" smtClean="0"/>
              <a:t>	  </a:t>
            </a:r>
            <a:r>
              <a:rPr lang="en-US" altLang="zh-CN" sz="1600" dirty="0" err="1" smtClean="0"/>
              <a:t>struct</a:t>
            </a:r>
            <a:r>
              <a:rPr lang="en-US" altLang="zh-CN" sz="1600" dirty="0" smtClean="0"/>
              <a:t> </a:t>
            </a:r>
            <a:r>
              <a:rPr lang="en-US" altLang="zh-CN" sz="1600" dirty="0" err="1" smtClean="0"/>
              <a:t>xxx_dev</a:t>
            </a:r>
            <a:r>
              <a:rPr lang="en-US" altLang="zh-CN" sz="1600" dirty="0" smtClean="0"/>
              <a:t> *dev = </a:t>
            </a:r>
            <a:r>
              <a:rPr lang="en-US" altLang="zh-CN" sz="1600" dirty="0" err="1" smtClean="0"/>
              <a:t>filp</a:t>
            </a:r>
            <a:r>
              <a:rPr lang="en-US" altLang="zh-CN" sz="1600" dirty="0" smtClean="0"/>
              <a:t>-&gt;</a:t>
            </a:r>
            <a:r>
              <a:rPr lang="en-US" altLang="zh-CN" sz="1600" dirty="0" err="1" smtClean="0"/>
              <a:t>private_data</a:t>
            </a:r>
            <a:r>
              <a:rPr lang="en-US" altLang="zh-CN" sz="1600" dirty="0" smtClean="0"/>
              <a:t>; /*</a:t>
            </a:r>
            <a:r>
              <a:rPr lang="zh-CN" altLang="en-US" sz="1600" dirty="0" smtClean="0"/>
              <a:t>获得设备结构体指针*</a:t>
            </a:r>
            <a:r>
              <a:rPr lang="en-US" altLang="zh-CN" sz="1600" dirty="0" smtClean="0"/>
              <a:t>/</a:t>
            </a:r>
          </a:p>
          <a:p>
            <a:pPr>
              <a:lnSpc>
                <a:spcPct val="80000"/>
              </a:lnSpc>
              <a:buFont typeface="Wingdings 3" pitchFamily="18" charset="2"/>
              <a:buNone/>
            </a:pPr>
            <a:r>
              <a:rPr lang="en-US" altLang="zh-CN" sz="1600" dirty="0" smtClean="0"/>
              <a:t>	   ...  </a:t>
            </a:r>
          </a:p>
          <a:p>
            <a:pPr>
              <a:lnSpc>
                <a:spcPct val="80000"/>
              </a:lnSpc>
              <a:buFont typeface="Wingdings 3" pitchFamily="18" charset="2"/>
              <a:buNone/>
            </a:pPr>
            <a:r>
              <a:rPr lang="en-US" altLang="zh-CN" sz="1600" dirty="0" smtClean="0"/>
              <a:t>	  </a:t>
            </a:r>
            <a:r>
              <a:rPr lang="en-US" altLang="zh-CN" sz="1600" dirty="0" err="1" smtClean="0"/>
              <a:t>poll_wait</a:t>
            </a:r>
            <a:r>
              <a:rPr lang="en-US" altLang="zh-CN" sz="1600" dirty="0" smtClean="0"/>
              <a:t>(</a:t>
            </a:r>
            <a:r>
              <a:rPr lang="en-US" altLang="zh-CN" sz="1600" dirty="0" err="1" smtClean="0"/>
              <a:t>filp</a:t>
            </a:r>
            <a:r>
              <a:rPr lang="en-US" altLang="zh-CN" sz="1600" dirty="0" smtClean="0"/>
              <a:t>, &amp;dev-&gt;</a:t>
            </a:r>
            <a:r>
              <a:rPr lang="en-US" altLang="zh-CN" sz="1600" dirty="0" err="1" smtClean="0"/>
              <a:t>r_wait</a:t>
            </a:r>
            <a:r>
              <a:rPr lang="en-US" altLang="zh-CN" sz="1600" dirty="0" smtClean="0"/>
              <a:t>, wait);//</a:t>
            </a:r>
            <a:r>
              <a:rPr lang="zh-CN" altLang="en-US" sz="1600" dirty="0" smtClean="0"/>
              <a:t>加读等待队列头</a:t>
            </a:r>
          </a:p>
          <a:p>
            <a:pPr>
              <a:lnSpc>
                <a:spcPct val="80000"/>
              </a:lnSpc>
              <a:buFont typeface="Wingdings 3" pitchFamily="18" charset="2"/>
              <a:buNone/>
            </a:pPr>
            <a:r>
              <a:rPr lang="zh-CN" altLang="en-US" sz="1600" dirty="0" smtClean="0"/>
              <a:t>	  </a:t>
            </a:r>
            <a:r>
              <a:rPr lang="en-US" altLang="zh-CN" sz="1600" dirty="0" err="1" smtClean="0"/>
              <a:t>poll_wait</a:t>
            </a:r>
            <a:r>
              <a:rPr lang="en-US" altLang="zh-CN" sz="1600" dirty="0" smtClean="0"/>
              <a:t>(</a:t>
            </a:r>
            <a:r>
              <a:rPr lang="en-US" altLang="zh-CN" sz="1600" dirty="0" err="1" smtClean="0"/>
              <a:t>filp</a:t>
            </a:r>
            <a:r>
              <a:rPr lang="en-US" altLang="zh-CN" sz="1600" dirty="0" smtClean="0"/>
              <a:t>, &amp;dev-&gt;</a:t>
            </a:r>
            <a:r>
              <a:rPr lang="en-US" altLang="zh-CN" sz="1600" dirty="0" err="1" smtClean="0"/>
              <a:t>w_wait</a:t>
            </a:r>
            <a:r>
              <a:rPr lang="en-US" altLang="zh-CN" sz="1600" dirty="0" smtClean="0"/>
              <a:t>, wait);//</a:t>
            </a:r>
            <a:r>
              <a:rPr lang="zh-CN" altLang="en-US" sz="1600" dirty="0" smtClean="0"/>
              <a:t>加写等待队列头 </a:t>
            </a:r>
          </a:p>
          <a:p>
            <a:pPr>
              <a:lnSpc>
                <a:spcPct val="80000"/>
              </a:lnSpc>
              <a:buFont typeface="Wingdings 3" pitchFamily="18" charset="2"/>
              <a:buNone/>
            </a:pPr>
            <a:r>
              <a:rPr lang="zh-CN" altLang="en-US" sz="1600" dirty="0" smtClean="0"/>
              <a:t>	  </a:t>
            </a:r>
            <a:r>
              <a:rPr lang="en-US" altLang="zh-CN" sz="1600" dirty="0" smtClean="0"/>
              <a:t>if (...)//</a:t>
            </a:r>
            <a:r>
              <a:rPr lang="zh-CN" altLang="en-US" sz="1600" dirty="0" smtClean="0"/>
              <a:t>可读</a:t>
            </a:r>
          </a:p>
          <a:p>
            <a:pPr>
              <a:lnSpc>
                <a:spcPct val="80000"/>
              </a:lnSpc>
              <a:buFont typeface="Wingdings 3" pitchFamily="18" charset="2"/>
              <a:buNone/>
            </a:pPr>
            <a:r>
              <a:rPr lang="zh-CN" altLang="en-US" sz="1600" dirty="0" smtClean="0"/>
              <a:t>	  </a:t>
            </a:r>
            <a:r>
              <a:rPr lang="en-US" altLang="zh-CN" sz="1600" dirty="0" smtClean="0"/>
              <a:t>{</a:t>
            </a:r>
          </a:p>
          <a:p>
            <a:pPr>
              <a:lnSpc>
                <a:spcPct val="80000"/>
              </a:lnSpc>
              <a:buFont typeface="Wingdings 3" pitchFamily="18" charset="2"/>
              <a:buNone/>
            </a:pPr>
            <a:r>
              <a:rPr lang="en-US" altLang="zh-CN" sz="1600" dirty="0" smtClean="0"/>
              <a:t>            mask |= POLLIN | POLLRDNORM; /*</a:t>
            </a:r>
            <a:r>
              <a:rPr lang="zh-CN" altLang="en-US" sz="1600" dirty="0" smtClean="0"/>
              <a:t>标示数据可获得*</a:t>
            </a:r>
            <a:r>
              <a:rPr lang="en-US" altLang="zh-CN" sz="1600" dirty="0" smtClean="0"/>
              <a:t>/</a:t>
            </a:r>
          </a:p>
          <a:p>
            <a:pPr>
              <a:lnSpc>
                <a:spcPct val="80000"/>
              </a:lnSpc>
              <a:buFont typeface="Wingdings 3" pitchFamily="18" charset="2"/>
              <a:buNone/>
            </a:pPr>
            <a:r>
              <a:rPr lang="en-US" altLang="zh-CN" sz="1600" dirty="0" smtClean="0"/>
              <a:t>	  }   </a:t>
            </a:r>
          </a:p>
          <a:p>
            <a:pPr>
              <a:lnSpc>
                <a:spcPct val="80000"/>
              </a:lnSpc>
              <a:buFont typeface="Wingdings 3" pitchFamily="18" charset="2"/>
              <a:buNone/>
            </a:pPr>
            <a:r>
              <a:rPr lang="en-US" altLang="zh-CN" sz="1600" dirty="0" smtClean="0"/>
              <a:t>	  if (...)//</a:t>
            </a:r>
            <a:r>
              <a:rPr lang="zh-CN" altLang="en-US" sz="1600" dirty="0" smtClean="0"/>
              <a:t>可写</a:t>
            </a:r>
          </a:p>
          <a:p>
            <a:pPr>
              <a:lnSpc>
                <a:spcPct val="80000"/>
              </a:lnSpc>
              <a:buFont typeface="Wingdings 3" pitchFamily="18" charset="2"/>
              <a:buNone/>
            </a:pPr>
            <a:r>
              <a:rPr lang="zh-CN" altLang="en-US" sz="1600" dirty="0" smtClean="0"/>
              <a:t>	  </a:t>
            </a:r>
            <a:r>
              <a:rPr lang="en-US" altLang="zh-CN" sz="1600" dirty="0" smtClean="0"/>
              <a:t>{</a:t>
            </a:r>
          </a:p>
          <a:p>
            <a:pPr>
              <a:lnSpc>
                <a:spcPct val="80000"/>
              </a:lnSpc>
              <a:buFont typeface="Wingdings 3" pitchFamily="18" charset="2"/>
              <a:buNone/>
            </a:pPr>
            <a:r>
              <a:rPr lang="en-US" altLang="zh-CN" sz="1600" dirty="0" smtClean="0"/>
              <a:t>	        mask |= POLLOUT | POLLWRNORM; /*</a:t>
            </a:r>
            <a:r>
              <a:rPr lang="zh-CN" altLang="en-US" sz="1600" dirty="0" smtClean="0"/>
              <a:t>标示数据可写入*</a:t>
            </a:r>
            <a:r>
              <a:rPr lang="en-US" altLang="zh-CN" sz="1600" dirty="0" smtClean="0"/>
              <a:t>/</a:t>
            </a:r>
          </a:p>
          <a:p>
            <a:pPr>
              <a:lnSpc>
                <a:spcPct val="80000"/>
              </a:lnSpc>
              <a:buFont typeface="Wingdings 3" pitchFamily="18" charset="2"/>
              <a:buNone/>
            </a:pPr>
            <a:r>
              <a:rPr lang="en-US" altLang="zh-CN" sz="1600" dirty="0" smtClean="0"/>
              <a:t>        }</a:t>
            </a:r>
          </a:p>
          <a:p>
            <a:pPr>
              <a:lnSpc>
                <a:spcPct val="80000"/>
              </a:lnSpc>
              <a:buFont typeface="Wingdings 3" pitchFamily="18" charset="2"/>
              <a:buNone/>
            </a:pPr>
            <a:r>
              <a:rPr lang="en-US" altLang="zh-CN" sz="1600" dirty="0" smtClean="0"/>
              <a:t>        ...</a:t>
            </a:r>
          </a:p>
          <a:p>
            <a:pPr>
              <a:lnSpc>
                <a:spcPct val="80000"/>
              </a:lnSpc>
              <a:buFont typeface="Wingdings 3" pitchFamily="18" charset="2"/>
              <a:buNone/>
            </a:pPr>
            <a:r>
              <a:rPr lang="en-US" altLang="zh-CN" sz="1600" dirty="0" smtClean="0"/>
              <a:t>        return mask;</a:t>
            </a:r>
          </a:p>
          <a:p>
            <a:pPr>
              <a:lnSpc>
                <a:spcPct val="80000"/>
              </a:lnSpc>
              <a:buFont typeface="Wingdings 3" pitchFamily="18" charset="2"/>
              <a:buNone/>
            </a:pPr>
            <a:r>
              <a:rPr lang="en-US" altLang="zh-CN" sz="1600" dirty="0" smtClean="0"/>
              <a:t>}</a:t>
            </a:r>
          </a:p>
        </p:txBody>
      </p:sp>
      <p:sp>
        <p:nvSpPr>
          <p:cNvPr id="357382" name="Rectangle 4"/>
          <p:cNvSpPr>
            <a:spLocks noChangeArrowheads="1"/>
          </p:cNvSpPr>
          <p:nvPr/>
        </p:nvSpPr>
        <p:spPr bwMode="auto">
          <a:xfrm>
            <a:off x="381000" y="1219200"/>
            <a:ext cx="7924800" cy="5029200"/>
          </a:xfrm>
          <a:prstGeom prst="rect">
            <a:avLst/>
          </a:prstGeom>
          <a:noFill/>
          <a:ln w="9525" algn="ctr">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页脚占位符 3"/>
          <p:cNvSpPr>
            <a:spLocks noGrp="1"/>
          </p:cNvSpPr>
          <p:nvPr>
            <p:ph type="ftr" sz="quarter" idx="10"/>
          </p:nvPr>
        </p:nvSpPr>
        <p:spPr>
          <a:noFill/>
        </p:spPr>
        <p:txBody>
          <a:bodyPr/>
          <a:lstStyle/>
          <a:p>
            <a:r>
              <a:rPr lang="en-US" altLang="zh-CN"/>
              <a:t>www.embedu.org</a:t>
            </a:r>
          </a:p>
        </p:txBody>
      </p:sp>
      <p:sp>
        <p:nvSpPr>
          <p:cNvPr id="359428" name="Rectangle 2"/>
          <p:cNvSpPr>
            <a:spLocks noGrp="1" noChangeArrowheads="1"/>
          </p:cNvSpPr>
          <p:nvPr>
            <p:ph type="title"/>
          </p:nvPr>
        </p:nvSpPr>
        <p:spPr/>
        <p:txBody>
          <a:bodyPr/>
          <a:lstStyle/>
          <a:p>
            <a:r>
              <a:rPr lang="zh-CN" altLang="en-US" smtClean="0"/>
              <a:t>异步通知的概念与作用</a:t>
            </a:r>
          </a:p>
        </p:txBody>
      </p:sp>
      <p:sp>
        <p:nvSpPr>
          <p:cNvPr id="359429" name="Rectangle 3"/>
          <p:cNvSpPr>
            <a:spLocks noGrp="1" noChangeArrowheads="1"/>
          </p:cNvSpPr>
          <p:nvPr>
            <p:ph type="body" idx="1"/>
          </p:nvPr>
        </p:nvSpPr>
        <p:spPr/>
        <p:txBody>
          <a:bodyPr/>
          <a:lstStyle/>
          <a:p>
            <a:pPr>
              <a:lnSpc>
                <a:spcPct val="150000"/>
              </a:lnSpc>
            </a:pPr>
            <a:r>
              <a:rPr lang="zh-CN" altLang="en-US" dirty="0" smtClean="0"/>
              <a:t>异步通知的意思是：一旦设备就绪，则主动通知应用程序，这样应用程序根本就不需要查询设备状态，这一点非常类似于硬件上“中断”的概念，比较准确的称谓是“信号驱动的异步</a:t>
            </a:r>
            <a:r>
              <a:rPr lang="en-US" altLang="zh-CN" dirty="0" smtClean="0"/>
              <a:t>I/O”</a:t>
            </a:r>
            <a:r>
              <a:rPr lang="zh-CN" altLang="en-US" dirty="0" smtClean="0"/>
              <a:t>。</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页脚占位符 4"/>
          <p:cNvSpPr>
            <a:spLocks noGrp="1"/>
          </p:cNvSpPr>
          <p:nvPr>
            <p:ph type="ftr" sz="quarter" idx="10"/>
          </p:nvPr>
        </p:nvSpPr>
        <p:spPr>
          <a:noFill/>
        </p:spPr>
        <p:txBody>
          <a:bodyPr/>
          <a:lstStyle/>
          <a:p>
            <a:r>
              <a:rPr lang="en-US" altLang="zh-CN"/>
              <a:t>www.embedu.org</a:t>
            </a:r>
          </a:p>
        </p:txBody>
      </p:sp>
      <p:sp>
        <p:nvSpPr>
          <p:cNvPr id="360452" name="Rectangle 2"/>
          <p:cNvSpPr>
            <a:spLocks noGrp="1" noChangeArrowheads="1"/>
          </p:cNvSpPr>
          <p:nvPr>
            <p:ph type="title"/>
          </p:nvPr>
        </p:nvSpPr>
        <p:spPr/>
        <p:txBody>
          <a:bodyPr/>
          <a:lstStyle/>
          <a:p>
            <a:r>
              <a:rPr lang="en-US" altLang="zh-CN" smtClean="0"/>
              <a:t>Linux</a:t>
            </a:r>
            <a:r>
              <a:rPr lang="zh-CN" altLang="en-US" smtClean="0"/>
              <a:t>信号 </a:t>
            </a:r>
          </a:p>
        </p:txBody>
      </p:sp>
      <p:sp>
        <p:nvSpPr>
          <p:cNvPr id="360453" name="Rectangle 3"/>
          <p:cNvSpPr>
            <a:spLocks noGrp="1" noChangeArrowheads="1"/>
          </p:cNvSpPr>
          <p:nvPr>
            <p:ph type="body" sz="half" idx="1"/>
          </p:nvPr>
        </p:nvSpPr>
        <p:spPr>
          <a:xfrm>
            <a:off x="457200" y="1219200"/>
            <a:ext cx="7840663" cy="2662238"/>
          </a:xfrm>
        </p:spPr>
        <p:txBody>
          <a:bodyPr/>
          <a:lstStyle/>
          <a:p>
            <a:pPr marL="342900" indent="-342900">
              <a:lnSpc>
                <a:spcPct val="90000"/>
              </a:lnSpc>
              <a:spcBef>
                <a:spcPct val="20000"/>
              </a:spcBef>
              <a:buClr>
                <a:srgbClr val="000000"/>
              </a:buClr>
              <a:buSzPct val="100000"/>
              <a:buFont typeface="Times New Roman" pitchFamily="18" charset="0"/>
              <a:buChar char="•"/>
            </a:pPr>
            <a:r>
              <a:rPr lang="zh-CN" altLang="en-US" sz="2400" smtClean="0"/>
              <a:t>使用信号进行进程间通信（</a:t>
            </a:r>
            <a:r>
              <a:rPr lang="en-US" altLang="zh-CN" sz="2400" smtClean="0"/>
              <a:t>IPC</a:t>
            </a:r>
            <a:r>
              <a:rPr lang="zh-CN" altLang="en-US" sz="2400" smtClean="0"/>
              <a:t>）是</a:t>
            </a:r>
            <a:r>
              <a:rPr lang="en-US" altLang="zh-CN" sz="2400" smtClean="0"/>
              <a:t>UNIX</a:t>
            </a:r>
            <a:r>
              <a:rPr lang="zh-CN" altLang="en-US" sz="2400" smtClean="0"/>
              <a:t>系统中的一种传统机制，</a:t>
            </a:r>
            <a:r>
              <a:rPr lang="en-US" altLang="zh-CN" sz="2400" smtClean="0"/>
              <a:t>Linux</a:t>
            </a:r>
            <a:r>
              <a:rPr lang="zh-CN" altLang="en-US" sz="2400" smtClean="0"/>
              <a:t>系统也支持这种机制。在</a:t>
            </a:r>
            <a:r>
              <a:rPr lang="en-US" altLang="zh-CN" sz="2400" smtClean="0"/>
              <a:t>Linux</a:t>
            </a:r>
            <a:r>
              <a:rPr lang="zh-CN" altLang="en-US" sz="2400" smtClean="0"/>
              <a:t>系统中，异步通知使用信号来实现。除了</a:t>
            </a:r>
            <a:r>
              <a:rPr lang="en-US" altLang="zh-CN" sz="2400" smtClean="0"/>
              <a:t>SIGSTOP</a:t>
            </a:r>
            <a:r>
              <a:rPr lang="zh-CN" altLang="en-US" sz="2400" smtClean="0"/>
              <a:t>和</a:t>
            </a:r>
            <a:r>
              <a:rPr lang="en-US" altLang="zh-CN" sz="2400" smtClean="0"/>
              <a:t>SIGKILL</a:t>
            </a:r>
            <a:r>
              <a:rPr lang="zh-CN" altLang="en-US" sz="2400" smtClean="0"/>
              <a:t>两个信号外，进程能够忽略或捕获其他的全部信号。</a:t>
            </a:r>
          </a:p>
          <a:p>
            <a:pPr marL="342900" indent="-342900">
              <a:lnSpc>
                <a:spcPct val="90000"/>
              </a:lnSpc>
              <a:spcBef>
                <a:spcPct val="20000"/>
              </a:spcBef>
              <a:buClr>
                <a:srgbClr val="000000"/>
              </a:buClr>
              <a:buSzPct val="100000"/>
              <a:buFont typeface="Times New Roman" pitchFamily="18" charset="0"/>
              <a:buChar char="•"/>
            </a:pPr>
            <a:r>
              <a:rPr lang="zh-CN" altLang="en-US" sz="2400" smtClean="0"/>
              <a:t>例如：在进程执行时，按下［</a:t>
            </a:r>
            <a:r>
              <a:rPr lang="en-US" altLang="zh-CN" sz="2400" smtClean="0"/>
              <a:t>Ctrl+c</a:t>
            </a:r>
            <a:r>
              <a:rPr lang="zh-CN" altLang="en-US" sz="2400" smtClean="0"/>
              <a:t>］组合键将向其发出</a:t>
            </a:r>
            <a:r>
              <a:rPr lang="en-US" altLang="zh-CN" sz="2400" smtClean="0"/>
              <a:t>SIGINT</a:t>
            </a:r>
            <a:r>
              <a:rPr lang="zh-CN" altLang="en-US" sz="2400" smtClean="0"/>
              <a:t>信号，</a:t>
            </a:r>
            <a:r>
              <a:rPr lang="en-US" altLang="zh-CN" sz="2400" smtClean="0"/>
              <a:t>kill</a:t>
            </a:r>
            <a:r>
              <a:rPr lang="zh-CN" altLang="en-US" sz="2400" smtClean="0"/>
              <a:t>正在运行的进程将向其发出</a:t>
            </a:r>
            <a:r>
              <a:rPr lang="en-US" altLang="zh-CN" sz="2400" smtClean="0"/>
              <a:t>SIGTERM</a:t>
            </a:r>
            <a:r>
              <a:rPr lang="zh-CN" altLang="en-US" sz="2400" smtClean="0"/>
              <a:t>信号</a:t>
            </a:r>
          </a:p>
        </p:txBody>
      </p:sp>
      <p:graphicFrame>
        <p:nvGraphicFramePr>
          <p:cNvPr id="750596" name="Group 4"/>
          <p:cNvGraphicFramePr>
            <a:graphicFrameLocks noGrp="1"/>
          </p:cNvGraphicFramePr>
          <p:nvPr>
            <p:ph sz="half" idx="2"/>
          </p:nvPr>
        </p:nvGraphicFramePr>
        <p:xfrm>
          <a:off x="2049463" y="4287838"/>
          <a:ext cx="4795837" cy="1463040"/>
        </p:xfrm>
        <a:graphic>
          <a:graphicData uri="http://schemas.openxmlformats.org/drawingml/2006/table">
            <a:tbl>
              <a:tblPr/>
              <a:tblGrid>
                <a:gridCol w="1598612"/>
                <a:gridCol w="1598613"/>
                <a:gridCol w="1598612"/>
              </a:tblGrid>
              <a:tr h="231775">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rPr>
                        <a:t>SIGHUP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zh-CN" altLang="en-US" sz="1800" b="0" i="0" u="none" strike="noStrike" cap="none" normalizeH="0" baseline="0" smtClean="0">
                          <a:ln>
                            <a:noFill/>
                          </a:ln>
                          <a:solidFill>
                            <a:srgbClr val="000000"/>
                          </a:solidFill>
                          <a:effectLst/>
                          <a:latin typeface="Times New Roman" pitchFamily="18" charset="0"/>
                          <a:ea typeface="宋体" pitchFamily="2" charset="-122"/>
                        </a:rPr>
                        <a:t>挂起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1775">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rPr>
                        <a:t>SIGINT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zh-CN" altLang="en-US" sz="1800" b="0" i="0" u="none" strike="noStrike" cap="none" normalizeH="0" baseline="0" smtClean="0">
                          <a:ln>
                            <a:noFill/>
                          </a:ln>
                          <a:solidFill>
                            <a:srgbClr val="000000"/>
                          </a:solidFill>
                          <a:effectLst/>
                          <a:latin typeface="Times New Roman" pitchFamily="18" charset="0"/>
                          <a:ea typeface="宋体" pitchFamily="2" charset="-122"/>
                        </a:rPr>
                        <a:t>终端中断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1775">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rPr>
                        <a:t>SIGQUIT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zh-CN" altLang="en-US" sz="1800" b="0" i="0" u="none" strike="noStrike" cap="none" normalizeH="0" baseline="0" smtClean="0">
                          <a:ln>
                            <a:noFill/>
                          </a:ln>
                          <a:solidFill>
                            <a:srgbClr val="000000"/>
                          </a:solidFill>
                          <a:effectLst/>
                          <a:latin typeface="Times New Roman" pitchFamily="18" charset="0"/>
                          <a:ea typeface="宋体" pitchFamily="2" charset="-122"/>
                        </a:rPr>
                        <a:t>终端退出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600"/>
                        </a:spcBef>
                        <a:spcAft>
                          <a:spcPct val="0"/>
                        </a:spcAft>
                        <a:buClr>
                          <a:srgbClr val="727CA3"/>
                        </a:buClr>
                        <a:buSzPct val="76000"/>
                        <a:buFont typeface="Wingdings 3" pitchFamily="18" charset="2"/>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页脚占位符 3"/>
          <p:cNvSpPr>
            <a:spLocks noGrp="1"/>
          </p:cNvSpPr>
          <p:nvPr>
            <p:ph type="ftr" sz="quarter" idx="10"/>
          </p:nvPr>
        </p:nvSpPr>
        <p:spPr>
          <a:noFill/>
        </p:spPr>
        <p:txBody>
          <a:bodyPr/>
          <a:lstStyle/>
          <a:p>
            <a:r>
              <a:rPr lang="en-US" altLang="zh-CN"/>
              <a:t>www.embedu.org</a:t>
            </a:r>
          </a:p>
        </p:txBody>
      </p:sp>
      <p:sp>
        <p:nvSpPr>
          <p:cNvPr id="361476" name="Rectangle 2"/>
          <p:cNvSpPr>
            <a:spLocks noGrp="1" noChangeArrowheads="1"/>
          </p:cNvSpPr>
          <p:nvPr>
            <p:ph type="title"/>
          </p:nvPr>
        </p:nvSpPr>
        <p:spPr/>
        <p:txBody>
          <a:bodyPr/>
          <a:lstStyle/>
          <a:p>
            <a:r>
              <a:rPr lang="zh-CN" altLang="en-US" smtClean="0"/>
              <a:t>信号的接收</a:t>
            </a:r>
          </a:p>
        </p:txBody>
      </p:sp>
      <p:sp>
        <p:nvSpPr>
          <p:cNvPr id="361477" name="Rectangle 3"/>
          <p:cNvSpPr>
            <a:spLocks noGrp="1" noChangeArrowheads="1"/>
          </p:cNvSpPr>
          <p:nvPr>
            <p:ph type="body" idx="1"/>
          </p:nvPr>
        </p:nvSpPr>
        <p:spPr/>
        <p:txBody>
          <a:bodyPr/>
          <a:lstStyle/>
          <a:p>
            <a:r>
              <a:rPr lang="zh-CN" altLang="en-US" dirty="0" smtClean="0"/>
              <a:t>在用户程序中，为了捕获信号，可以使用</a:t>
            </a:r>
            <a:r>
              <a:rPr lang="en-US" altLang="zh-CN" dirty="0" smtClean="0"/>
              <a:t>signal()</a:t>
            </a:r>
            <a:r>
              <a:rPr lang="zh-CN" altLang="en-US" dirty="0" smtClean="0"/>
              <a:t>函数来设置对应信号的处理函数，如下所示：</a:t>
            </a:r>
            <a:endParaRPr lang="en-US" altLang="zh-CN" dirty="0" smtClean="0"/>
          </a:p>
          <a:p>
            <a:endParaRPr lang="zh-CN" altLang="en-US" dirty="0" smtClean="0"/>
          </a:p>
          <a:p>
            <a:pPr lvl="1"/>
            <a:r>
              <a:rPr lang="en-US" altLang="zh-CN" dirty="0" smtClean="0"/>
              <a:t>void (*signal(</a:t>
            </a:r>
            <a:r>
              <a:rPr lang="en-US" altLang="zh-CN" dirty="0" err="1" smtClean="0"/>
              <a:t>int</a:t>
            </a:r>
            <a:r>
              <a:rPr lang="en-US" altLang="zh-CN" dirty="0" smtClean="0"/>
              <a:t> </a:t>
            </a:r>
            <a:r>
              <a:rPr lang="en-US" altLang="zh-CN" dirty="0" err="1" smtClean="0"/>
              <a:t>signum</a:t>
            </a:r>
            <a:r>
              <a:rPr lang="en-US" altLang="zh-CN" dirty="0" smtClean="0"/>
              <a:t>, void (*handler)(</a:t>
            </a:r>
            <a:r>
              <a:rPr lang="en-US" altLang="zh-CN" dirty="0" err="1" smtClean="0"/>
              <a:t>int</a:t>
            </a:r>
            <a:r>
              <a:rPr lang="en-US" altLang="zh-CN" dirty="0" smtClean="0"/>
              <a:t>)) (</a:t>
            </a:r>
            <a:r>
              <a:rPr lang="en-US" altLang="zh-CN" dirty="0" err="1" smtClean="0"/>
              <a:t>int</a:t>
            </a:r>
            <a:r>
              <a:rPr lang="en-US" altLang="zh-CN" dirty="0" smtClean="0"/>
              <a:t>) </a:t>
            </a:r>
            <a:r>
              <a:rPr lang="zh-CN" altLang="en-US" dirty="0" smtClean="0"/>
              <a:t>；</a:t>
            </a:r>
          </a:p>
          <a:p>
            <a:pPr lvl="1">
              <a:buFont typeface="Wingdings 3" pitchFamily="18" charset="2"/>
              <a:buNone/>
            </a:pPr>
            <a:r>
              <a:rPr lang="zh-CN" altLang="en-US" dirty="0" smtClean="0"/>
              <a:t>	</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页脚占位符 3"/>
          <p:cNvSpPr>
            <a:spLocks noGrp="1"/>
          </p:cNvSpPr>
          <p:nvPr>
            <p:ph type="ftr" sz="quarter" idx="10"/>
          </p:nvPr>
        </p:nvSpPr>
        <p:spPr>
          <a:noFill/>
        </p:spPr>
        <p:txBody>
          <a:bodyPr/>
          <a:lstStyle/>
          <a:p>
            <a:r>
              <a:rPr lang="en-US" altLang="zh-CN"/>
              <a:t>www.embedu.org</a:t>
            </a:r>
          </a:p>
        </p:txBody>
      </p:sp>
      <p:sp>
        <p:nvSpPr>
          <p:cNvPr id="362500" name="Rectangle 2"/>
          <p:cNvSpPr>
            <a:spLocks noGrp="1" noChangeArrowheads="1"/>
          </p:cNvSpPr>
          <p:nvPr>
            <p:ph type="title"/>
          </p:nvPr>
        </p:nvSpPr>
        <p:spPr/>
        <p:txBody>
          <a:bodyPr/>
          <a:lstStyle/>
          <a:p>
            <a:r>
              <a:rPr lang="en-US" altLang="zh-CN" smtClean="0"/>
              <a:t>signal()</a:t>
            </a:r>
            <a:r>
              <a:rPr lang="zh-CN" altLang="en-US" smtClean="0"/>
              <a:t>捕获信号范例 </a:t>
            </a:r>
          </a:p>
        </p:txBody>
      </p:sp>
      <p:sp>
        <p:nvSpPr>
          <p:cNvPr id="362501" name="Rectangle 3"/>
          <p:cNvSpPr>
            <a:spLocks noGrp="1" noChangeArrowheads="1"/>
          </p:cNvSpPr>
          <p:nvPr>
            <p:ph type="body" idx="1"/>
          </p:nvPr>
        </p:nvSpPr>
        <p:spPr/>
        <p:txBody>
          <a:bodyPr/>
          <a:lstStyle/>
          <a:p>
            <a:pPr>
              <a:lnSpc>
                <a:spcPct val="90000"/>
              </a:lnSpc>
              <a:buFont typeface="Wingdings 3" pitchFamily="18" charset="2"/>
              <a:buNone/>
            </a:pPr>
            <a:r>
              <a:rPr lang="en-US" altLang="zh-CN" sz="2000" smtClean="0"/>
              <a:t>void sigterm_handler(int signo)</a:t>
            </a:r>
          </a:p>
          <a:p>
            <a:pPr>
              <a:lnSpc>
                <a:spcPct val="90000"/>
              </a:lnSpc>
              <a:buFont typeface="Wingdings 3" pitchFamily="18" charset="2"/>
              <a:buNone/>
            </a:pPr>
            <a:r>
              <a:rPr lang="en-US" altLang="zh-CN" sz="2000" smtClean="0"/>
              <a:t> {</a:t>
            </a:r>
          </a:p>
          <a:p>
            <a:pPr>
              <a:lnSpc>
                <a:spcPct val="90000"/>
              </a:lnSpc>
              <a:buFont typeface="Wingdings 3" pitchFamily="18" charset="2"/>
              <a:buNone/>
            </a:pPr>
            <a:r>
              <a:rPr lang="en-US" altLang="zh-CN" sz="2000" smtClean="0"/>
              <a:t>    printf("Have caught sig N.O. %d\n", signo);</a:t>
            </a:r>
          </a:p>
          <a:p>
            <a:pPr>
              <a:lnSpc>
                <a:spcPct val="90000"/>
              </a:lnSpc>
              <a:buFont typeface="Wingdings 3" pitchFamily="18" charset="2"/>
              <a:buNone/>
            </a:pPr>
            <a:r>
              <a:rPr lang="en-US" altLang="zh-CN" sz="2000" smtClean="0"/>
              <a:t>    exit(0);</a:t>
            </a:r>
          </a:p>
          <a:p>
            <a:pPr>
              <a:lnSpc>
                <a:spcPct val="90000"/>
              </a:lnSpc>
              <a:buFont typeface="Wingdings 3" pitchFamily="18" charset="2"/>
              <a:buNone/>
            </a:pPr>
            <a:r>
              <a:rPr lang="en-US" altLang="zh-CN" sz="2000" smtClean="0"/>
              <a:t>  }</a:t>
            </a:r>
          </a:p>
          <a:p>
            <a:pPr>
              <a:lnSpc>
                <a:spcPct val="90000"/>
              </a:lnSpc>
              <a:buFont typeface="Wingdings 3" pitchFamily="18" charset="2"/>
              <a:buNone/>
            </a:pPr>
            <a:r>
              <a:rPr lang="en-US" altLang="zh-CN" sz="2000" smtClean="0"/>
              <a:t>  int main(void)</a:t>
            </a:r>
          </a:p>
          <a:p>
            <a:pPr>
              <a:lnSpc>
                <a:spcPct val="90000"/>
              </a:lnSpc>
              <a:buFont typeface="Wingdings 3" pitchFamily="18" charset="2"/>
              <a:buNone/>
            </a:pPr>
            <a:r>
              <a:rPr lang="en-US" altLang="zh-CN" sz="2000" smtClean="0"/>
              <a:t>  {</a:t>
            </a:r>
          </a:p>
          <a:p>
            <a:pPr>
              <a:lnSpc>
                <a:spcPct val="90000"/>
              </a:lnSpc>
              <a:buFont typeface="Wingdings 3" pitchFamily="18" charset="2"/>
              <a:buNone/>
            </a:pPr>
            <a:r>
              <a:rPr lang="en-US" altLang="zh-CN" sz="2000" smtClean="0"/>
              <a:t>     signal(SIGINT, sigterm_handler);</a:t>
            </a:r>
          </a:p>
          <a:p>
            <a:pPr>
              <a:lnSpc>
                <a:spcPct val="90000"/>
              </a:lnSpc>
              <a:buFont typeface="Wingdings 3" pitchFamily="18" charset="2"/>
              <a:buNone/>
            </a:pPr>
            <a:r>
              <a:rPr lang="en-US" altLang="zh-CN" sz="2000" smtClean="0"/>
              <a:t>     signal(SIGTERM, sigterm_handler);</a:t>
            </a:r>
          </a:p>
          <a:p>
            <a:pPr>
              <a:lnSpc>
                <a:spcPct val="90000"/>
              </a:lnSpc>
              <a:buFont typeface="Wingdings 3" pitchFamily="18" charset="2"/>
              <a:buNone/>
            </a:pPr>
            <a:r>
              <a:rPr lang="en-US" altLang="zh-CN" sz="2000" smtClean="0"/>
              <a:t>     while(1);</a:t>
            </a:r>
          </a:p>
          <a:p>
            <a:pPr>
              <a:lnSpc>
                <a:spcPct val="90000"/>
              </a:lnSpc>
              <a:buFont typeface="Wingdings 3" pitchFamily="18" charset="2"/>
              <a:buNone/>
            </a:pPr>
            <a:r>
              <a:rPr lang="en-US" altLang="zh-CN" sz="2000" smtClean="0"/>
              <a:t>     return 0;</a:t>
            </a:r>
          </a:p>
          <a:p>
            <a:pPr>
              <a:lnSpc>
                <a:spcPct val="90000"/>
              </a:lnSpc>
              <a:buFont typeface="Wingdings 3" pitchFamily="18" charset="2"/>
              <a:buNone/>
            </a:pPr>
            <a:r>
              <a:rPr lang="en-US" altLang="zh-CN" sz="2000" smtClean="0"/>
              <a:t>  } </a:t>
            </a:r>
          </a:p>
        </p:txBody>
      </p:sp>
      <p:sp>
        <p:nvSpPr>
          <p:cNvPr id="362502" name="Rectangle 4"/>
          <p:cNvSpPr>
            <a:spLocks noChangeArrowheads="1"/>
          </p:cNvSpPr>
          <p:nvPr/>
        </p:nvSpPr>
        <p:spPr bwMode="auto">
          <a:xfrm>
            <a:off x="457200" y="1219200"/>
            <a:ext cx="7696200" cy="4648200"/>
          </a:xfrm>
          <a:prstGeom prst="rect">
            <a:avLst/>
          </a:prstGeom>
          <a:noFill/>
          <a:ln w="9525" algn="ctr">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页脚占位符 3"/>
          <p:cNvSpPr>
            <a:spLocks noGrp="1"/>
          </p:cNvSpPr>
          <p:nvPr>
            <p:ph type="ftr" sz="quarter" idx="10"/>
          </p:nvPr>
        </p:nvSpPr>
        <p:spPr>
          <a:noFill/>
        </p:spPr>
        <p:txBody>
          <a:bodyPr/>
          <a:lstStyle/>
          <a:p>
            <a:r>
              <a:rPr lang="en-US" altLang="zh-CN"/>
              <a:t>www.embedu.org</a:t>
            </a:r>
          </a:p>
        </p:txBody>
      </p:sp>
      <p:sp>
        <p:nvSpPr>
          <p:cNvPr id="363524" name="Rectangle 2"/>
          <p:cNvSpPr>
            <a:spLocks noGrp="1" noChangeArrowheads="1"/>
          </p:cNvSpPr>
          <p:nvPr>
            <p:ph type="title"/>
          </p:nvPr>
        </p:nvSpPr>
        <p:spPr/>
        <p:txBody>
          <a:bodyPr/>
          <a:lstStyle/>
          <a:p>
            <a:r>
              <a:rPr lang="zh-CN" altLang="en-US" smtClean="0"/>
              <a:t>异步通知的应用程序 </a:t>
            </a:r>
          </a:p>
        </p:txBody>
      </p:sp>
      <p:sp>
        <p:nvSpPr>
          <p:cNvPr id="363525" name="Rectangle 3"/>
          <p:cNvSpPr>
            <a:spLocks noGrp="1" noChangeArrowheads="1"/>
          </p:cNvSpPr>
          <p:nvPr>
            <p:ph type="body" idx="1"/>
          </p:nvPr>
        </p:nvSpPr>
        <p:spPr/>
        <p:txBody>
          <a:bodyPr/>
          <a:lstStyle/>
          <a:p>
            <a:pPr marL="265113" lvl="1" indent="-265113">
              <a:spcBef>
                <a:spcPts val="600"/>
              </a:spcBef>
              <a:buClr>
                <a:srgbClr val="727CA3"/>
              </a:buClr>
            </a:pPr>
            <a:r>
              <a:rPr lang="zh-CN" altLang="en-US" dirty="0" smtClean="0"/>
              <a:t>应用程序要捕捉</a:t>
            </a:r>
            <a:r>
              <a:rPr lang="en-US" altLang="zh-CN" dirty="0" smtClean="0"/>
              <a:t>SIGIO</a:t>
            </a:r>
            <a:r>
              <a:rPr lang="zh-CN" altLang="en-US" dirty="0" smtClean="0"/>
              <a:t>信号</a:t>
            </a:r>
            <a:endParaRPr lang="en-US" altLang="zh-CN" dirty="0" smtClean="0"/>
          </a:p>
          <a:p>
            <a:pPr marL="265113" lvl="1" indent="-265113">
              <a:spcBef>
                <a:spcPts val="600"/>
              </a:spcBef>
              <a:buClr>
                <a:srgbClr val="727CA3"/>
              </a:buClr>
              <a:buNone/>
            </a:pPr>
            <a:r>
              <a:rPr lang="en-US" altLang="zh-CN" dirty="0" smtClean="0"/>
              <a:t>    signal(SIGIO, handler);</a:t>
            </a:r>
          </a:p>
          <a:p>
            <a:endParaRPr lang="en-US" altLang="zh-CN" dirty="0" smtClean="0"/>
          </a:p>
          <a:p>
            <a:r>
              <a:rPr lang="zh-CN" altLang="en-US" dirty="0" smtClean="0"/>
              <a:t>应用程序要指定进程为文件的属主</a:t>
            </a:r>
            <a:endParaRPr lang="en-US" altLang="zh-CN" dirty="0" smtClean="0"/>
          </a:p>
          <a:p>
            <a:pPr marL="265113" lvl="1" indent="-265113">
              <a:spcBef>
                <a:spcPts val="600"/>
              </a:spcBef>
              <a:buClr>
                <a:srgbClr val="727CA3"/>
              </a:buClr>
              <a:buNone/>
            </a:pPr>
            <a:r>
              <a:rPr lang="en-US" altLang="zh-CN" dirty="0" smtClean="0"/>
              <a:t>    </a:t>
            </a:r>
            <a:r>
              <a:rPr lang="en-US" altLang="zh-CN" dirty="0" err="1" smtClean="0"/>
              <a:t>fcntl</a:t>
            </a:r>
            <a:r>
              <a:rPr lang="en-US" altLang="zh-CN" dirty="0" smtClean="0"/>
              <a:t>(STDIN_FILENO, F_SETOWN, </a:t>
            </a:r>
            <a:r>
              <a:rPr lang="en-US" altLang="zh-CN" dirty="0" err="1" smtClean="0"/>
              <a:t>getpid</a:t>
            </a:r>
            <a:r>
              <a:rPr lang="en-US" altLang="zh-CN" dirty="0" smtClean="0"/>
              <a:t>());</a:t>
            </a:r>
          </a:p>
          <a:p>
            <a:endParaRPr lang="en-US" altLang="zh-CN" dirty="0" smtClean="0"/>
          </a:p>
          <a:p>
            <a:r>
              <a:rPr lang="zh-CN" altLang="en-US" dirty="0" smtClean="0"/>
              <a:t>应用程序通过</a:t>
            </a:r>
            <a:r>
              <a:rPr lang="en-US" altLang="zh-CN" dirty="0" err="1" smtClean="0"/>
              <a:t>fcntl</a:t>
            </a:r>
            <a:r>
              <a:rPr lang="zh-CN" altLang="en-US" dirty="0" smtClean="0"/>
              <a:t>函数在设备中设置</a:t>
            </a:r>
            <a:r>
              <a:rPr lang="en-US" altLang="zh-CN" dirty="0" smtClean="0"/>
              <a:t>FASYNC</a:t>
            </a:r>
            <a:r>
              <a:rPr lang="zh-CN" altLang="en-US" dirty="0" smtClean="0"/>
              <a:t>标志</a:t>
            </a:r>
          </a:p>
          <a:p>
            <a:pPr lvl="1">
              <a:buNone/>
            </a:pPr>
            <a:r>
              <a:rPr lang="en-US" altLang="zh-CN" dirty="0" smtClean="0"/>
              <a:t> </a:t>
            </a:r>
            <a:r>
              <a:rPr lang="en-US" altLang="zh-CN" dirty="0" err="1" smtClean="0"/>
              <a:t>oflags</a:t>
            </a:r>
            <a:r>
              <a:rPr lang="en-US" altLang="zh-CN" dirty="0" smtClean="0"/>
              <a:t> = </a:t>
            </a:r>
            <a:r>
              <a:rPr lang="en-US" altLang="zh-CN" dirty="0" err="1" smtClean="0"/>
              <a:t>fcntl</a:t>
            </a:r>
            <a:r>
              <a:rPr lang="en-US" altLang="zh-CN" dirty="0" smtClean="0"/>
              <a:t>(</a:t>
            </a:r>
            <a:r>
              <a:rPr lang="en-US" altLang="zh-CN" dirty="0" err="1" smtClean="0"/>
              <a:t>fd</a:t>
            </a:r>
            <a:r>
              <a:rPr lang="en-US" altLang="zh-CN" dirty="0" smtClean="0"/>
              <a:t>, F_GETFL); </a:t>
            </a:r>
          </a:p>
          <a:p>
            <a:pPr lvl="1">
              <a:buNone/>
            </a:pPr>
            <a:r>
              <a:rPr lang="en-US" altLang="zh-CN" dirty="0" smtClean="0"/>
              <a:t> </a:t>
            </a:r>
            <a:r>
              <a:rPr lang="en-US" altLang="zh-CN" dirty="0" err="1" smtClean="0"/>
              <a:t>fcntl</a:t>
            </a:r>
            <a:r>
              <a:rPr lang="en-US" altLang="zh-CN" dirty="0" smtClean="0"/>
              <a:t>(</a:t>
            </a:r>
            <a:r>
              <a:rPr lang="en-US" altLang="zh-CN" dirty="0" err="1" smtClean="0"/>
              <a:t>fd</a:t>
            </a:r>
            <a:r>
              <a:rPr lang="en-US" altLang="zh-CN" dirty="0" smtClean="0"/>
              <a:t>, F_SETFL, </a:t>
            </a:r>
            <a:r>
              <a:rPr lang="en-US" altLang="zh-CN" dirty="0" err="1" smtClean="0"/>
              <a:t>oflags</a:t>
            </a:r>
            <a:r>
              <a:rPr lang="en-US" altLang="zh-CN" dirty="0" smtClean="0"/>
              <a:t> | FASYNC);</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页脚占位符 3"/>
          <p:cNvSpPr>
            <a:spLocks noGrp="1"/>
          </p:cNvSpPr>
          <p:nvPr>
            <p:ph type="ftr" sz="quarter" idx="10"/>
          </p:nvPr>
        </p:nvSpPr>
        <p:spPr>
          <a:noFill/>
        </p:spPr>
        <p:txBody>
          <a:bodyPr/>
          <a:lstStyle/>
          <a:p>
            <a:r>
              <a:rPr lang="en-US" altLang="zh-CN"/>
              <a:t>www.embedu.org</a:t>
            </a:r>
          </a:p>
        </p:txBody>
      </p:sp>
      <p:sp>
        <p:nvSpPr>
          <p:cNvPr id="364547" name="日期占位符 5"/>
          <p:cNvSpPr>
            <a:spLocks noGrp="1"/>
          </p:cNvSpPr>
          <p:nvPr>
            <p:ph type="dt" sz="quarter" idx="12"/>
          </p:nvPr>
        </p:nvSpPr>
        <p:spPr>
          <a:noFill/>
        </p:spPr>
        <p:txBody>
          <a:bodyPr/>
          <a:lstStyle/>
          <a:p>
            <a:r>
              <a:rPr lang="en-US" altLang="zh-CN"/>
              <a:t>2010-07</a:t>
            </a:r>
          </a:p>
        </p:txBody>
      </p:sp>
      <p:sp>
        <p:nvSpPr>
          <p:cNvPr id="364548" name="Rectangle 2"/>
          <p:cNvSpPr>
            <a:spLocks noGrp="1" noChangeArrowheads="1"/>
          </p:cNvSpPr>
          <p:nvPr>
            <p:ph type="title"/>
          </p:nvPr>
        </p:nvSpPr>
        <p:spPr/>
        <p:txBody>
          <a:bodyPr/>
          <a:lstStyle/>
          <a:p>
            <a:r>
              <a:rPr lang="zh-CN" altLang="en-US" smtClean="0"/>
              <a:t>异步通知的内核程序</a:t>
            </a:r>
          </a:p>
        </p:txBody>
      </p:sp>
      <p:sp>
        <p:nvSpPr>
          <p:cNvPr id="364549" name="Rectangle 3"/>
          <p:cNvSpPr>
            <a:spLocks noGrp="1" noChangeArrowheads="1"/>
          </p:cNvSpPr>
          <p:nvPr>
            <p:ph type="body" idx="1"/>
          </p:nvPr>
        </p:nvSpPr>
        <p:spPr/>
        <p:txBody>
          <a:bodyPr/>
          <a:lstStyle/>
          <a:p>
            <a:r>
              <a:rPr lang="zh-CN" altLang="en-US" dirty="0" smtClean="0"/>
              <a:t>为了使设备支持异步通知机制，驱动程序中涉及以下</a:t>
            </a:r>
            <a:r>
              <a:rPr lang="en-US" altLang="zh-CN" dirty="0" smtClean="0"/>
              <a:t>3</a:t>
            </a:r>
            <a:r>
              <a:rPr lang="zh-CN" altLang="en-US" dirty="0" smtClean="0"/>
              <a:t>项工作。</a:t>
            </a:r>
            <a:endParaRPr lang="zh-CN" altLang="en-US" dirty="0" smtClean="0">
              <a:sym typeface="Wingdings" pitchFamily="2" charset="2"/>
            </a:endParaRPr>
          </a:p>
          <a:p>
            <a:pPr lvl="1"/>
            <a:r>
              <a:rPr lang="zh-CN" altLang="en-US" dirty="0" smtClean="0"/>
              <a:t>支持</a:t>
            </a:r>
            <a:r>
              <a:rPr lang="en-US" altLang="zh-CN" dirty="0" smtClean="0"/>
              <a:t>F_SETOWN</a:t>
            </a:r>
            <a:r>
              <a:rPr lang="zh-CN" altLang="en-US" dirty="0" smtClean="0"/>
              <a:t>命令，能在这个控制命令处理中设置</a:t>
            </a:r>
            <a:r>
              <a:rPr lang="en-US" altLang="zh-CN" dirty="0" err="1" smtClean="0"/>
              <a:t>filp</a:t>
            </a:r>
            <a:r>
              <a:rPr lang="en-US" altLang="zh-CN" dirty="0" smtClean="0"/>
              <a:t>-&gt;</a:t>
            </a:r>
            <a:r>
              <a:rPr lang="en-US" altLang="zh-CN" dirty="0" err="1" smtClean="0"/>
              <a:t>f_owner</a:t>
            </a:r>
            <a:r>
              <a:rPr lang="zh-CN" altLang="en-US" dirty="0" smtClean="0"/>
              <a:t>为对应进程</a:t>
            </a:r>
            <a:r>
              <a:rPr lang="en-US" altLang="zh-CN" dirty="0" smtClean="0"/>
              <a:t>ID</a:t>
            </a:r>
            <a:r>
              <a:rPr lang="zh-CN" altLang="en-US" dirty="0" smtClean="0"/>
              <a:t>。不过此项工作已由内核完成，设备驱动无须处理。</a:t>
            </a:r>
            <a:endParaRPr lang="en-US" altLang="zh-CN" dirty="0" smtClean="0"/>
          </a:p>
          <a:p>
            <a:pPr lvl="1"/>
            <a:endParaRPr lang="zh-CN" altLang="en-US" dirty="0" smtClean="0">
              <a:sym typeface="Wingdings" pitchFamily="2" charset="2"/>
            </a:endParaRPr>
          </a:p>
          <a:p>
            <a:pPr lvl="1"/>
            <a:r>
              <a:rPr lang="zh-CN" altLang="en-US" dirty="0" smtClean="0"/>
              <a:t>支持</a:t>
            </a:r>
            <a:r>
              <a:rPr lang="en-US" altLang="zh-CN" dirty="0" smtClean="0"/>
              <a:t>F_SETFL</a:t>
            </a:r>
            <a:r>
              <a:rPr lang="zh-CN" altLang="en-US" dirty="0" smtClean="0"/>
              <a:t>命令的处理，每当</a:t>
            </a:r>
            <a:r>
              <a:rPr lang="en-US" altLang="zh-CN" dirty="0" smtClean="0"/>
              <a:t>FASYNC</a:t>
            </a:r>
            <a:r>
              <a:rPr lang="zh-CN" altLang="en-US" dirty="0" smtClean="0"/>
              <a:t>标志改变时，驱动程序中的</a:t>
            </a:r>
            <a:r>
              <a:rPr lang="en-US" altLang="zh-CN" dirty="0" err="1" smtClean="0"/>
              <a:t>fasync</a:t>
            </a:r>
            <a:r>
              <a:rPr lang="en-US" altLang="zh-CN" dirty="0" smtClean="0"/>
              <a:t>()</a:t>
            </a:r>
            <a:r>
              <a:rPr lang="zh-CN" altLang="en-US" dirty="0" smtClean="0"/>
              <a:t>函数将得以执行。因此，驱动中应该实现</a:t>
            </a:r>
            <a:r>
              <a:rPr lang="en-US" altLang="zh-CN" dirty="0" err="1" smtClean="0"/>
              <a:t>fasync</a:t>
            </a:r>
            <a:r>
              <a:rPr lang="en-US" altLang="zh-CN" dirty="0" smtClean="0"/>
              <a:t>()</a:t>
            </a:r>
            <a:r>
              <a:rPr lang="zh-CN" altLang="en-US" dirty="0" smtClean="0"/>
              <a:t>函数。</a:t>
            </a:r>
            <a:endParaRPr lang="en-US" altLang="zh-CN" dirty="0" smtClean="0"/>
          </a:p>
          <a:p>
            <a:pPr lvl="1"/>
            <a:endParaRPr lang="zh-CN" altLang="en-US" dirty="0" smtClean="0">
              <a:sym typeface="Wingdings" pitchFamily="2" charset="2"/>
            </a:endParaRPr>
          </a:p>
          <a:p>
            <a:pPr lvl="1"/>
            <a:r>
              <a:rPr lang="zh-CN" altLang="en-US" dirty="0" smtClean="0"/>
              <a:t>在设备资源可获得时，调用</a:t>
            </a:r>
            <a:r>
              <a:rPr lang="en-US" altLang="zh-CN" dirty="0" err="1" smtClean="0"/>
              <a:t>kill_fasync</a:t>
            </a:r>
            <a:r>
              <a:rPr lang="en-US" altLang="zh-CN" dirty="0" smtClean="0"/>
              <a:t>()</a:t>
            </a:r>
            <a:r>
              <a:rPr lang="zh-CN" altLang="en-US" dirty="0" smtClean="0"/>
              <a:t>函数激发相应的信号。</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页脚占位符 3"/>
          <p:cNvSpPr>
            <a:spLocks noGrp="1"/>
          </p:cNvSpPr>
          <p:nvPr>
            <p:ph type="ftr" sz="quarter" idx="10"/>
          </p:nvPr>
        </p:nvSpPr>
        <p:spPr>
          <a:noFill/>
        </p:spPr>
        <p:txBody>
          <a:bodyPr/>
          <a:lstStyle/>
          <a:p>
            <a:r>
              <a:rPr lang="en-US" altLang="zh-CN"/>
              <a:t>www.embedu.org</a:t>
            </a:r>
          </a:p>
        </p:txBody>
      </p:sp>
      <p:sp>
        <p:nvSpPr>
          <p:cNvPr id="365571" name="日期占位符 5"/>
          <p:cNvSpPr>
            <a:spLocks noGrp="1"/>
          </p:cNvSpPr>
          <p:nvPr>
            <p:ph type="dt" sz="quarter" idx="12"/>
          </p:nvPr>
        </p:nvSpPr>
        <p:spPr>
          <a:noFill/>
        </p:spPr>
        <p:txBody>
          <a:bodyPr/>
          <a:lstStyle/>
          <a:p>
            <a:r>
              <a:rPr lang="en-US" altLang="zh-CN"/>
              <a:t>2010-07</a:t>
            </a:r>
          </a:p>
        </p:txBody>
      </p:sp>
      <p:sp>
        <p:nvSpPr>
          <p:cNvPr id="365572" name="Rectangle 2"/>
          <p:cNvSpPr>
            <a:spLocks noGrp="1" noChangeArrowheads="1"/>
          </p:cNvSpPr>
          <p:nvPr>
            <p:ph type="title"/>
          </p:nvPr>
        </p:nvSpPr>
        <p:spPr/>
        <p:txBody>
          <a:bodyPr/>
          <a:lstStyle/>
          <a:p>
            <a:r>
              <a:rPr lang="zh-CN" altLang="en-US" smtClean="0"/>
              <a:t>实现图例</a:t>
            </a:r>
          </a:p>
        </p:txBody>
      </p:sp>
      <p:sp>
        <p:nvSpPr>
          <p:cNvPr id="365573" name="Rectangle 3"/>
          <p:cNvSpPr>
            <a:spLocks noGrp="1" noChangeArrowheads="1"/>
          </p:cNvSpPr>
          <p:nvPr>
            <p:ph type="body" idx="1"/>
          </p:nvPr>
        </p:nvSpPr>
        <p:spPr/>
        <p:txBody>
          <a:bodyPr/>
          <a:lstStyle/>
          <a:p>
            <a:r>
              <a:rPr lang="zh-CN" altLang="en-US" smtClean="0"/>
              <a:t> </a:t>
            </a:r>
          </a:p>
        </p:txBody>
      </p:sp>
      <p:sp>
        <p:nvSpPr>
          <p:cNvPr id="365574"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pic>
        <p:nvPicPr>
          <p:cNvPr id="322563" name="Picture 3"/>
          <p:cNvPicPr>
            <a:picLocks noChangeAspect="1" noChangeArrowheads="1"/>
          </p:cNvPicPr>
          <p:nvPr/>
        </p:nvPicPr>
        <p:blipFill>
          <a:blip r:embed="rId2" cstate="print"/>
          <a:srcRect/>
          <a:stretch>
            <a:fillRect/>
          </a:stretch>
        </p:blipFill>
        <p:spPr bwMode="auto">
          <a:xfrm>
            <a:off x="1133475" y="1905000"/>
            <a:ext cx="6877050" cy="304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页脚占位符 3"/>
          <p:cNvSpPr>
            <a:spLocks noGrp="1"/>
          </p:cNvSpPr>
          <p:nvPr>
            <p:ph type="ftr" sz="quarter" idx="10"/>
          </p:nvPr>
        </p:nvSpPr>
        <p:spPr>
          <a:noFill/>
        </p:spPr>
        <p:txBody>
          <a:bodyPr/>
          <a:lstStyle/>
          <a:p>
            <a:r>
              <a:rPr lang="en-US" altLang="zh-CN"/>
              <a:t>www.embedu.org</a:t>
            </a:r>
          </a:p>
        </p:txBody>
      </p:sp>
      <p:sp>
        <p:nvSpPr>
          <p:cNvPr id="9220" name="日期占位符 5"/>
          <p:cNvSpPr>
            <a:spLocks noGrp="1"/>
          </p:cNvSpPr>
          <p:nvPr>
            <p:ph type="dt" sz="quarter" idx="12"/>
          </p:nvPr>
        </p:nvSpPr>
        <p:spPr>
          <a:noFill/>
        </p:spPr>
        <p:txBody>
          <a:bodyPr/>
          <a:lstStyle/>
          <a:p>
            <a:r>
              <a:rPr lang="en-US" altLang="zh-CN"/>
              <a:t>2010-07</a:t>
            </a:r>
          </a:p>
        </p:txBody>
      </p:sp>
      <p:sp>
        <p:nvSpPr>
          <p:cNvPr id="9221" name="Rectangle 2"/>
          <p:cNvSpPr>
            <a:spLocks noGrp="1" noChangeArrowheads="1"/>
          </p:cNvSpPr>
          <p:nvPr>
            <p:ph type="title"/>
          </p:nvPr>
        </p:nvSpPr>
        <p:spPr>
          <a:xfrm>
            <a:off x="395288" y="188913"/>
            <a:ext cx="8229600" cy="990600"/>
          </a:xfrm>
        </p:spPr>
        <p:txBody>
          <a:bodyPr/>
          <a:lstStyle/>
          <a:p>
            <a:r>
              <a:rPr lang="zh-CN" altLang="en-US" smtClean="0"/>
              <a:t>阻塞</a:t>
            </a:r>
            <a:r>
              <a:rPr lang="en-US" altLang="zh-CN" smtClean="0"/>
              <a:t>I/O</a:t>
            </a:r>
            <a:r>
              <a:rPr lang="zh-CN" altLang="en-US" smtClean="0"/>
              <a:t>，</a:t>
            </a:r>
            <a:r>
              <a:rPr lang="en-US" altLang="zh-CN" smtClean="0"/>
              <a:t>poll()</a:t>
            </a:r>
            <a:r>
              <a:rPr lang="zh-CN" altLang="en-US" smtClean="0"/>
              <a:t>非阻塞</a:t>
            </a:r>
            <a:r>
              <a:rPr lang="en-US" altLang="zh-CN" smtClean="0"/>
              <a:t>I/O</a:t>
            </a:r>
            <a:r>
              <a:rPr lang="zh-CN" altLang="en-US" smtClean="0"/>
              <a:t>、异步通知 </a:t>
            </a:r>
          </a:p>
        </p:txBody>
      </p:sp>
      <p:sp>
        <p:nvSpPr>
          <p:cNvPr id="9222" name="Rectangle 3"/>
          <p:cNvSpPr>
            <a:spLocks noGrp="1" noChangeArrowheads="1"/>
          </p:cNvSpPr>
          <p:nvPr>
            <p:ph type="body" idx="1"/>
          </p:nvPr>
        </p:nvSpPr>
        <p:spPr/>
        <p:txBody>
          <a:bodyPr/>
          <a:lstStyle/>
          <a:p>
            <a:pPr>
              <a:lnSpc>
                <a:spcPct val="90000"/>
              </a:lnSpc>
            </a:pPr>
            <a:endParaRPr lang="zh-CN" altLang="en-US" smtClean="0"/>
          </a:p>
          <a:p>
            <a:pPr>
              <a:lnSpc>
                <a:spcPct val="90000"/>
              </a:lnSpc>
            </a:pPr>
            <a:endParaRPr lang="zh-CN" altLang="en-US" smtClean="0"/>
          </a:p>
          <a:p>
            <a:pPr>
              <a:lnSpc>
                <a:spcPct val="90000"/>
              </a:lnSpc>
            </a:pPr>
            <a:endParaRPr lang="zh-CN" altLang="en-US" smtClean="0"/>
          </a:p>
          <a:p>
            <a:pPr>
              <a:lnSpc>
                <a:spcPct val="90000"/>
              </a:lnSpc>
            </a:pPr>
            <a:endParaRPr lang="zh-CN" altLang="en-US" smtClean="0"/>
          </a:p>
          <a:p>
            <a:pPr>
              <a:lnSpc>
                <a:spcPct val="90000"/>
              </a:lnSpc>
            </a:pPr>
            <a:endParaRPr lang="zh-CN" altLang="en-US" smtClean="0"/>
          </a:p>
          <a:p>
            <a:pPr>
              <a:lnSpc>
                <a:spcPct val="90000"/>
              </a:lnSpc>
            </a:pPr>
            <a:endParaRPr lang="zh-CN" altLang="en-US" smtClean="0"/>
          </a:p>
          <a:p>
            <a:pPr>
              <a:lnSpc>
                <a:spcPct val="90000"/>
              </a:lnSpc>
            </a:pPr>
            <a:endParaRPr lang="zh-CN" altLang="en-US" smtClean="0"/>
          </a:p>
          <a:p>
            <a:pPr>
              <a:lnSpc>
                <a:spcPct val="90000"/>
              </a:lnSpc>
            </a:pPr>
            <a:endParaRPr lang="zh-CN" altLang="en-US" smtClean="0"/>
          </a:p>
          <a:p>
            <a:pPr>
              <a:lnSpc>
                <a:spcPct val="90000"/>
              </a:lnSpc>
            </a:pPr>
            <a:endParaRPr lang="zh-CN" altLang="en-US" smtClean="0"/>
          </a:p>
          <a:p>
            <a:pPr>
              <a:lnSpc>
                <a:spcPct val="90000"/>
              </a:lnSpc>
            </a:pPr>
            <a:endParaRPr lang="zh-CN" altLang="en-US" smtClean="0"/>
          </a:p>
        </p:txBody>
      </p:sp>
      <p:sp>
        <p:nvSpPr>
          <p:cNvPr id="9223" name="Rectangle 4"/>
          <p:cNvSpPr>
            <a:spLocks noChangeArrowheads="1"/>
          </p:cNvSpPr>
          <p:nvPr/>
        </p:nvSpPr>
        <p:spPr bwMode="auto">
          <a:xfrm>
            <a:off x="0" y="246697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9218" name="Object 5"/>
          <p:cNvGraphicFramePr>
            <a:graphicFrameLocks noChangeAspect="1"/>
          </p:cNvGraphicFramePr>
          <p:nvPr/>
        </p:nvGraphicFramePr>
        <p:xfrm>
          <a:off x="533400" y="1524000"/>
          <a:ext cx="8001000" cy="3489325"/>
        </p:xfrm>
        <a:graphic>
          <a:graphicData uri="http://schemas.openxmlformats.org/presentationml/2006/ole">
            <mc:AlternateContent xmlns:mc="http://schemas.openxmlformats.org/markup-compatibility/2006">
              <mc:Choice xmlns:v="urn:schemas-microsoft-com:vml" Requires="v">
                <p:oleObj spid="_x0000_s321614" r:id="rId3" imgW="7516749" imgH="2710815" progId="">
                  <p:embed/>
                </p:oleObj>
              </mc:Choice>
              <mc:Fallback>
                <p:oleObj r:id="rId3" imgW="7516749" imgH="2710815" progId="">
                  <p:embed/>
                  <p:pic>
                    <p:nvPicPr>
                      <p:cNvPr id="0" name="Picture 63"/>
                      <p:cNvPicPr>
                        <a:picLocks noChangeAspect="1" noChangeArrowheads="1"/>
                      </p:cNvPicPr>
                      <p:nvPr/>
                    </p:nvPicPr>
                    <p:blipFill>
                      <a:blip r:embed="rId4">
                        <a:extLst>
                          <a:ext uri="{28A0092B-C50C-407E-A947-70E740481C1C}">
                            <a14:useLocalDpi xmlns:a14="http://schemas.microsoft.com/office/drawing/2010/main" val="0"/>
                          </a:ext>
                        </a:extLst>
                      </a:blip>
                      <a:srcRect r="2411"/>
                      <a:stretch>
                        <a:fillRect/>
                      </a:stretch>
                    </p:blipFill>
                    <p:spPr bwMode="auto">
                      <a:xfrm>
                        <a:off x="533400" y="1524000"/>
                        <a:ext cx="8001000" cy="348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1"/>
          <p:cNvSpPr txBox="1">
            <a:spLocks noChangeArrowheads="1"/>
          </p:cNvSpPr>
          <p:nvPr/>
        </p:nvSpPr>
        <p:spPr bwMode="auto">
          <a:xfrm>
            <a:off x="857224" y="3644900"/>
            <a:ext cx="7358114" cy="1282700"/>
          </a:xfrm>
          <a:prstGeom prst="rect">
            <a:avLst/>
          </a:prstGeom>
          <a:noFill/>
          <a:ln w="9525">
            <a:noFill/>
            <a:round/>
            <a:headEnd/>
            <a:tailEnd/>
          </a:ln>
          <a:effectLst/>
        </p:spPr>
        <p:txBody>
          <a:bodyPr anchor="b"/>
          <a:lstStyle/>
          <a:p>
            <a:pPr algn="ctr">
              <a:buClr>
                <a:srgbClr val="000000"/>
              </a:buClr>
              <a:buSzPct val="100000"/>
              <a:buFont typeface="微软雅黑" pitchFamily="34" charset="-12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zh-CN" sz="3200" dirty="0" smtClean="0">
                <a:solidFill>
                  <a:srgbClr val="000000"/>
                </a:solidFill>
                <a:effectLst>
                  <a:outerShdw blurRad="38100" dist="38100" dir="2700000" algn="tl">
                    <a:srgbClr val="C0C0C0"/>
                  </a:outerShdw>
                </a:effectLst>
                <a:latin typeface="微软雅黑" pitchFamily="34" charset="-122"/>
              </a:rPr>
              <a:t>Linux</a:t>
            </a:r>
            <a:r>
              <a:rPr lang="zh-CN" altLang="en-US" sz="3200" dirty="0" smtClean="0">
                <a:solidFill>
                  <a:srgbClr val="000000"/>
                </a:solidFill>
                <a:effectLst>
                  <a:outerShdw blurRad="38100" dist="38100" dir="2700000" algn="tl">
                    <a:srgbClr val="C0C0C0"/>
                  </a:outerShdw>
                </a:effectLst>
                <a:latin typeface="微软雅黑" pitchFamily="34" charset="-122"/>
              </a:rPr>
              <a:t>中断机制</a:t>
            </a:r>
            <a:endParaRPr lang="en-US" sz="3200" dirty="0">
              <a:solidFill>
                <a:srgbClr val="000000"/>
              </a:solidFill>
              <a:effectLst>
                <a:outerShdw blurRad="38100" dist="38100" dir="2700000" algn="tl">
                  <a:srgbClr val="C0C0C0"/>
                </a:outerShdw>
              </a:effectLst>
              <a:latin typeface="微软雅黑" pitchFamily="34" charset="-122"/>
            </a:endParaRPr>
          </a:p>
        </p:txBody>
      </p:sp>
    </p:spTree>
    <p:extLst>
      <p:ext uri="{BB962C8B-B14F-4D97-AF65-F5344CB8AC3E}">
        <p14:creationId xmlns:p14="http://schemas.microsoft.com/office/powerpoint/2010/main" val="322362074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idx="4294967295"/>
          </p:nvPr>
        </p:nvSpPr>
        <p:spPr>
          <a:xfrm>
            <a:off x="642910" y="357166"/>
            <a:ext cx="8221663" cy="982662"/>
          </a:xfrm>
        </p:spPr>
        <p:txBody>
          <a:bodyPr lIns="92075" tIns="46038" rIns="92075" bIns="46038" anchor="ctr"/>
          <a:lstStyle/>
          <a:p>
            <a:pPr>
              <a:defRPr/>
            </a:pPr>
            <a:r>
              <a:rPr lang="en-US" altLang="zh-CN" dirty="0" smtClean="0"/>
              <a:t>Linux</a:t>
            </a:r>
            <a:r>
              <a:rPr lang="zh-CN" altLang="en-US" dirty="0" smtClean="0"/>
              <a:t>内核中断子系统</a:t>
            </a:r>
          </a:p>
        </p:txBody>
      </p:sp>
      <p:sp>
        <p:nvSpPr>
          <p:cNvPr id="367621" name="Rectangle 3"/>
          <p:cNvSpPr>
            <a:spLocks noGrp="1" noChangeArrowheads="1"/>
          </p:cNvSpPr>
          <p:nvPr>
            <p:ph type="body" idx="4294967295"/>
          </p:nvPr>
        </p:nvSpPr>
        <p:spPr>
          <a:xfrm>
            <a:off x="914400" y="1412875"/>
            <a:ext cx="8229600" cy="4910138"/>
          </a:xfrm>
        </p:spPr>
        <p:txBody>
          <a:bodyPr lIns="92075" tIns="46038" rIns="92075" bIns="46038"/>
          <a:lstStyle/>
          <a:p>
            <a:r>
              <a:rPr lang="zh-CN" altLang="en-US" dirty="0" smtClean="0"/>
              <a:t>体系结构对中断支持</a:t>
            </a:r>
          </a:p>
          <a:p>
            <a:pPr lvl="1"/>
            <a:r>
              <a:rPr lang="en-US" altLang="zh-CN" dirty="0" smtClean="0"/>
              <a:t>ARM</a:t>
            </a:r>
            <a:r>
              <a:rPr lang="zh-CN" altLang="en-US" dirty="0" smtClean="0"/>
              <a:t>处理器异常处理与中断系统</a:t>
            </a:r>
            <a:endParaRPr lang="en-US" altLang="zh-CN" dirty="0" smtClean="0"/>
          </a:p>
          <a:p>
            <a:pPr lvl="1"/>
            <a:endParaRPr lang="zh-CN" altLang="en-US" dirty="0" smtClean="0"/>
          </a:p>
          <a:p>
            <a:r>
              <a:rPr lang="zh-CN" altLang="en-US" dirty="0" smtClean="0"/>
              <a:t>内核的中断系统结构</a:t>
            </a:r>
          </a:p>
          <a:p>
            <a:pPr lvl="1"/>
            <a:r>
              <a:rPr lang="zh-CN" altLang="en-US" dirty="0" smtClean="0"/>
              <a:t>中断服务程序注册与编写</a:t>
            </a:r>
          </a:p>
          <a:p>
            <a:endParaRPr lang="zh-CN" altLang="en-US" dirty="0" smtClean="0"/>
          </a:p>
        </p:txBody>
      </p:sp>
    </p:spTree>
    <p:extLst>
      <p:ext uri="{BB962C8B-B14F-4D97-AF65-F5344CB8AC3E}">
        <p14:creationId xmlns:p14="http://schemas.microsoft.com/office/powerpoint/2010/main" val="249210120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3" name="日期占位符 3"/>
          <p:cNvSpPr>
            <a:spLocks noGrp="1"/>
          </p:cNvSpPr>
          <p:nvPr>
            <p:ph type="dt" idx="12"/>
          </p:nvPr>
        </p:nvSpPr>
        <p:spPr>
          <a:noFill/>
        </p:spPr>
        <p:txBody>
          <a:bodyPr/>
          <a:lstStyle/>
          <a:p>
            <a:endParaRPr lang="en-US" altLang="zh-CN" dirty="0" smtClean="0"/>
          </a:p>
        </p:txBody>
      </p:sp>
      <p:sp>
        <p:nvSpPr>
          <p:cNvPr id="344066" name="Rectangle 2"/>
          <p:cNvSpPr>
            <a:spLocks noGrp="1" noChangeArrowheads="1"/>
          </p:cNvSpPr>
          <p:nvPr>
            <p:ph type="title" idx="4294967295"/>
          </p:nvPr>
        </p:nvSpPr>
        <p:spPr>
          <a:xfrm>
            <a:off x="571472" y="357166"/>
            <a:ext cx="8221663" cy="982662"/>
          </a:xfrm>
        </p:spPr>
        <p:txBody>
          <a:bodyPr lIns="92075" tIns="46038" rIns="92075" bIns="46038" anchor="ctr"/>
          <a:lstStyle/>
          <a:p>
            <a:pPr>
              <a:defRPr/>
            </a:pPr>
            <a:r>
              <a:rPr lang="zh-CN" altLang="en-US" dirty="0" smtClean="0"/>
              <a:t>中断处理</a:t>
            </a:r>
          </a:p>
        </p:txBody>
      </p:sp>
      <p:sp>
        <p:nvSpPr>
          <p:cNvPr id="368645" name="Rectangle 3"/>
          <p:cNvSpPr>
            <a:spLocks noGrp="1" noChangeArrowheads="1"/>
          </p:cNvSpPr>
          <p:nvPr>
            <p:ph type="body" idx="4294967295"/>
          </p:nvPr>
        </p:nvSpPr>
        <p:spPr>
          <a:xfrm>
            <a:off x="571472" y="1285860"/>
            <a:ext cx="8229600" cy="4910137"/>
          </a:xfrm>
        </p:spPr>
        <p:txBody>
          <a:bodyPr lIns="92075" tIns="46038" rIns="92075" bIns="46038"/>
          <a:lstStyle/>
          <a:p>
            <a:pPr>
              <a:lnSpc>
                <a:spcPct val="150000"/>
              </a:lnSpc>
            </a:pPr>
            <a:r>
              <a:rPr lang="zh-CN" altLang="en-US" sz="2400" dirty="0" smtClean="0"/>
              <a:t>中断机制提供了硬件和软件之间异步传递信息的方式</a:t>
            </a:r>
            <a:endParaRPr lang="en-US" altLang="zh-CN" sz="2400" dirty="0" smtClean="0"/>
          </a:p>
          <a:p>
            <a:pPr>
              <a:lnSpc>
                <a:spcPct val="150000"/>
              </a:lnSpc>
            </a:pPr>
            <a:endParaRPr lang="zh-CN" altLang="en-US" sz="2400" dirty="0" smtClean="0"/>
          </a:p>
          <a:p>
            <a:pPr>
              <a:lnSpc>
                <a:spcPct val="150000"/>
              </a:lnSpc>
            </a:pPr>
            <a:r>
              <a:rPr lang="zh-CN" altLang="en-US" sz="2400" dirty="0" smtClean="0"/>
              <a:t>硬件设备在发生某个事件时通过中断通知软件进行处理</a:t>
            </a:r>
            <a:endParaRPr lang="en-US" altLang="zh-CN" sz="2400" dirty="0" smtClean="0"/>
          </a:p>
          <a:p>
            <a:pPr>
              <a:lnSpc>
                <a:spcPct val="150000"/>
              </a:lnSpc>
            </a:pPr>
            <a:endParaRPr lang="zh-CN" altLang="en-US" sz="2400" dirty="0" smtClean="0"/>
          </a:p>
          <a:p>
            <a:pPr>
              <a:lnSpc>
                <a:spcPct val="150000"/>
              </a:lnSpc>
            </a:pPr>
            <a:r>
              <a:rPr lang="zh-CN" altLang="en-US" sz="2400" dirty="0" smtClean="0"/>
              <a:t>中断实现了硬件设备按需获得处理器关注的机制，与查询方式相比可以大大节省</a:t>
            </a:r>
            <a:r>
              <a:rPr lang="en-US" altLang="zh-CN" sz="2400" dirty="0" smtClean="0"/>
              <a:t>CPU</a:t>
            </a:r>
            <a:r>
              <a:rPr lang="zh-CN" altLang="en-US" sz="2400" dirty="0" smtClean="0"/>
              <a:t>时间</a:t>
            </a:r>
          </a:p>
        </p:txBody>
      </p:sp>
    </p:spTree>
    <p:extLst>
      <p:ext uri="{BB962C8B-B14F-4D97-AF65-F5344CB8AC3E}">
        <p14:creationId xmlns:p14="http://schemas.microsoft.com/office/powerpoint/2010/main" val="40810381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idx="4294967295"/>
          </p:nvPr>
        </p:nvSpPr>
        <p:spPr>
          <a:xfrm>
            <a:off x="428596" y="285728"/>
            <a:ext cx="8221663" cy="982662"/>
          </a:xfrm>
        </p:spPr>
        <p:txBody>
          <a:bodyPr lIns="92075" tIns="46038" rIns="92075" bIns="46038" anchor="ctr"/>
          <a:lstStyle/>
          <a:p>
            <a:pPr>
              <a:defRPr/>
            </a:pPr>
            <a:r>
              <a:rPr lang="en-US" altLang="zh-CN" dirty="0" smtClean="0"/>
              <a:t>Linux</a:t>
            </a:r>
            <a:r>
              <a:rPr lang="zh-CN" altLang="en-US" dirty="0" smtClean="0"/>
              <a:t>中断处理子系统</a:t>
            </a:r>
          </a:p>
        </p:txBody>
      </p:sp>
      <p:sp>
        <p:nvSpPr>
          <p:cNvPr id="369669" name="Rectangle 3"/>
          <p:cNvSpPr>
            <a:spLocks noGrp="1" noChangeArrowheads="1"/>
          </p:cNvSpPr>
          <p:nvPr>
            <p:ph type="body" idx="4294967295"/>
          </p:nvPr>
        </p:nvSpPr>
        <p:spPr>
          <a:xfrm>
            <a:off x="428596" y="1214422"/>
            <a:ext cx="8221663" cy="4902200"/>
          </a:xfrm>
        </p:spPr>
        <p:txBody>
          <a:bodyPr lIns="92075" tIns="46038" rIns="92075" bIns="46038"/>
          <a:lstStyle/>
          <a:p>
            <a:r>
              <a:rPr lang="zh-CN" altLang="en-US" sz="2000" dirty="0" smtClean="0"/>
              <a:t>根据中断号找到正确的中断处理代码</a:t>
            </a:r>
          </a:p>
          <a:p>
            <a:r>
              <a:rPr lang="en-US" sz="2000" dirty="0" smtClean="0"/>
              <a:t>Linux</a:t>
            </a:r>
            <a:r>
              <a:rPr lang="zh-CN" altLang="en-US" sz="2000" dirty="0" smtClean="0"/>
              <a:t>定义了名字为</a:t>
            </a:r>
            <a:r>
              <a:rPr lang="en-US" sz="2000" dirty="0" err="1" smtClean="0"/>
              <a:t>irq_desc</a:t>
            </a:r>
            <a:r>
              <a:rPr lang="zh-CN" altLang="en-US" sz="2000" dirty="0" smtClean="0"/>
              <a:t>的中断例程描述符表</a:t>
            </a:r>
            <a:r>
              <a:rPr lang="en-US" altLang="zh-CN" sz="2000" dirty="0" smtClean="0"/>
              <a:t>:</a:t>
            </a:r>
            <a:r>
              <a:rPr lang="en-US" sz="2000" dirty="0" smtClean="0"/>
              <a:t> (include/</a:t>
            </a:r>
            <a:r>
              <a:rPr lang="en-US" sz="2000" dirty="0" err="1" smtClean="0"/>
              <a:t>linux</a:t>
            </a:r>
            <a:r>
              <a:rPr lang="en-US" sz="2000" dirty="0" smtClean="0"/>
              <a:t>/</a:t>
            </a:r>
            <a:r>
              <a:rPr lang="en-US" sz="2000" dirty="0" err="1" smtClean="0"/>
              <a:t>irq.h</a:t>
            </a:r>
            <a:r>
              <a:rPr lang="en-US" sz="2000" dirty="0" smtClean="0"/>
              <a:t>)</a:t>
            </a:r>
            <a:endParaRPr lang="en-US" altLang="zh-CN" sz="2000" dirty="0" smtClean="0"/>
          </a:p>
          <a:p>
            <a:pPr>
              <a:buNone/>
            </a:pPr>
            <a:r>
              <a:rPr lang="zh-CN" altLang="en-US" sz="2000" dirty="0" smtClean="0"/>
              <a:t>    该表</a:t>
            </a:r>
            <a:r>
              <a:rPr lang="en-US" sz="2000" dirty="0" err="1" smtClean="0"/>
              <a:t>struct</a:t>
            </a:r>
            <a:r>
              <a:rPr lang="en-US" sz="2000" dirty="0" smtClean="0"/>
              <a:t> </a:t>
            </a:r>
            <a:r>
              <a:rPr lang="en-US" sz="2000" dirty="0" err="1" smtClean="0"/>
              <a:t>irqdesc</a:t>
            </a:r>
            <a:r>
              <a:rPr lang="en-US" sz="2000" dirty="0" smtClean="0"/>
              <a:t> </a:t>
            </a:r>
            <a:r>
              <a:rPr lang="zh-CN" altLang="en-US" sz="2000" dirty="0" smtClean="0"/>
              <a:t>结构组成</a:t>
            </a:r>
            <a:endParaRPr lang="en-US" altLang="zh-CN" sz="2000" dirty="0" smtClean="0"/>
          </a:p>
          <a:p>
            <a:pPr>
              <a:buNone/>
            </a:pPr>
            <a:r>
              <a:rPr lang="en-US" altLang="zh-CN" sz="2000" dirty="0" smtClean="0"/>
              <a:t>	</a:t>
            </a:r>
            <a:r>
              <a:rPr lang="en-US" sz="2000" dirty="0" smtClean="0"/>
              <a:t> </a:t>
            </a:r>
            <a:r>
              <a:rPr lang="en-US" sz="2000" dirty="0" err="1" smtClean="0"/>
              <a:t>struct</a:t>
            </a:r>
            <a:r>
              <a:rPr lang="en-US" sz="2000" dirty="0" smtClean="0"/>
              <a:t> </a:t>
            </a:r>
            <a:r>
              <a:rPr lang="en-US" sz="2000" dirty="0" err="1" smtClean="0"/>
              <a:t>irq_desc</a:t>
            </a:r>
            <a:r>
              <a:rPr lang="en-US" sz="2000" dirty="0" smtClean="0"/>
              <a:t> </a:t>
            </a:r>
            <a:r>
              <a:rPr lang="en-US" sz="2000" dirty="0" err="1" smtClean="0"/>
              <a:t>irq_desc</a:t>
            </a:r>
            <a:r>
              <a:rPr lang="en-US" sz="2000" dirty="0" smtClean="0"/>
              <a:t>[NR_IRQS];// NR_IRQS</a:t>
            </a:r>
            <a:r>
              <a:rPr lang="zh-CN" altLang="en-US" sz="2000" dirty="0" smtClean="0"/>
              <a:t>表示中断源的数目</a:t>
            </a:r>
            <a:endParaRPr lang="en-US" altLang="zh-CN" sz="2000" dirty="0" smtClean="0"/>
          </a:p>
          <a:p>
            <a:r>
              <a:rPr lang="en-US" sz="2000" dirty="0" err="1"/>
              <a:t>i</a:t>
            </a:r>
            <a:r>
              <a:rPr lang="en-US" sz="2000" dirty="0" err="1" smtClean="0"/>
              <a:t>rq_desc</a:t>
            </a:r>
            <a:r>
              <a:rPr lang="zh-CN" altLang="en-US" sz="2000" dirty="0" smtClean="0"/>
              <a:t>结构体中的成员</a:t>
            </a:r>
            <a:r>
              <a:rPr lang="en-US" sz="2000" dirty="0" smtClean="0"/>
              <a:t>action</a:t>
            </a:r>
            <a:r>
              <a:rPr lang="zh-CN" altLang="en-US" sz="2000" dirty="0" smtClean="0"/>
              <a:t>指向该中断号对应的</a:t>
            </a:r>
            <a:r>
              <a:rPr lang="en-US" sz="2000" dirty="0" err="1" smtClean="0"/>
              <a:t>irqaction</a:t>
            </a:r>
            <a:r>
              <a:rPr lang="zh-CN" altLang="en-US" sz="2000" dirty="0" smtClean="0"/>
              <a:t>结构体链表。</a:t>
            </a:r>
            <a:r>
              <a:rPr lang="en-US" altLang="zh-CN" sz="2000" dirty="0" err="1"/>
              <a:t>i</a:t>
            </a:r>
            <a:r>
              <a:rPr lang="en-US" sz="2000" dirty="0" err="1" smtClean="0"/>
              <a:t>rqaction</a:t>
            </a:r>
            <a:r>
              <a:rPr lang="zh-CN" altLang="en-US" sz="2000" dirty="0" smtClean="0"/>
              <a:t>结构体定义如下： </a:t>
            </a:r>
          </a:p>
        </p:txBody>
      </p:sp>
      <p:graphicFrame>
        <p:nvGraphicFramePr>
          <p:cNvPr id="8" name="表格 7"/>
          <p:cNvGraphicFramePr>
            <a:graphicFrameLocks noGrp="1"/>
          </p:cNvGraphicFramePr>
          <p:nvPr/>
        </p:nvGraphicFramePr>
        <p:xfrm>
          <a:off x="1214414" y="3429000"/>
          <a:ext cx="7072362" cy="3017520"/>
        </p:xfrm>
        <a:graphic>
          <a:graphicData uri="http://schemas.openxmlformats.org/drawingml/2006/table">
            <a:tbl>
              <a:tblPr/>
              <a:tblGrid>
                <a:gridCol w="7072362"/>
              </a:tblGrid>
              <a:tr h="0">
                <a:tc>
                  <a:txBody>
                    <a:bodyPr/>
                    <a:lstStyle/>
                    <a:p>
                      <a:pPr latinLnBrk="1"/>
                      <a:r>
                        <a:rPr lang="en-US" sz="1800" dirty="0">
                          <a:solidFill>
                            <a:srgbClr val="00CCFF"/>
                          </a:solidFill>
                          <a:latin typeface="Arial"/>
                        </a:rPr>
                        <a:t>// include/</a:t>
                      </a:r>
                      <a:r>
                        <a:rPr lang="en-US" sz="1800" dirty="0" err="1">
                          <a:solidFill>
                            <a:srgbClr val="00CCFF"/>
                          </a:solidFill>
                          <a:latin typeface="Arial"/>
                        </a:rPr>
                        <a:t>linux</a:t>
                      </a:r>
                      <a:r>
                        <a:rPr lang="en-US" sz="1800" dirty="0">
                          <a:solidFill>
                            <a:srgbClr val="00CCFF"/>
                          </a:solidFill>
                          <a:latin typeface="Arial"/>
                        </a:rPr>
                        <a:t>/</a:t>
                      </a:r>
                      <a:r>
                        <a:rPr lang="en-US" sz="1800" dirty="0" err="1">
                          <a:solidFill>
                            <a:srgbClr val="00CCFF"/>
                          </a:solidFill>
                          <a:latin typeface="Arial"/>
                        </a:rPr>
                        <a:t>interrupt.h</a:t>
                      </a:r>
                      <a:r>
                        <a:rPr lang="en-US" dirty="0">
                          <a:solidFill>
                            <a:srgbClr val="000000"/>
                          </a:solidFill>
                          <a:latin typeface="Arial"/>
                        </a:rPr>
                        <a:t/>
                      </a:r>
                      <a:br>
                        <a:rPr lang="en-US" dirty="0">
                          <a:solidFill>
                            <a:srgbClr val="000000"/>
                          </a:solidFill>
                          <a:latin typeface="Arial"/>
                        </a:rPr>
                      </a:br>
                      <a:r>
                        <a:rPr lang="en-US" dirty="0" err="1">
                          <a:solidFill>
                            <a:srgbClr val="0000FF"/>
                          </a:solidFill>
                          <a:latin typeface="Arial"/>
                        </a:rPr>
                        <a:t>struct</a:t>
                      </a:r>
                      <a:r>
                        <a:rPr lang="en-US" dirty="0">
                          <a:solidFill>
                            <a:srgbClr val="000000"/>
                          </a:solidFill>
                          <a:latin typeface="Arial"/>
                        </a:rPr>
                        <a:t> </a:t>
                      </a:r>
                      <a:r>
                        <a:rPr lang="en-US" dirty="0" err="1">
                          <a:solidFill>
                            <a:srgbClr val="000000"/>
                          </a:solidFill>
                          <a:latin typeface="Arial"/>
                        </a:rPr>
                        <a:t>irqaction</a:t>
                      </a:r>
                      <a:r>
                        <a:rPr lang="en-US" dirty="0">
                          <a:solidFill>
                            <a:srgbClr val="000000"/>
                          </a:solidFill>
                          <a:latin typeface="Arial"/>
                        </a:rPr>
                        <a:t> </a:t>
                      </a:r>
                      <a:r>
                        <a:rPr lang="en-US" dirty="0">
                          <a:solidFill>
                            <a:srgbClr val="0000CC"/>
                          </a:solidFill>
                          <a:latin typeface="Arial"/>
                        </a:rPr>
                        <a:t>{</a:t>
                      </a:r>
                      <a:r>
                        <a:rPr lang="en-US" dirty="0">
                          <a:solidFill>
                            <a:srgbClr val="000000"/>
                          </a:solidFill>
                          <a:latin typeface="Arial"/>
                        </a:rPr>
                        <a:t/>
                      </a:r>
                      <a:br>
                        <a:rPr lang="en-US" dirty="0">
                          <a:solidFill>
                            <a:srgbClr val="000000"/>
                          </a:solidFill>
                          <a:latin typeface="Arial"/>
                        </a:rPr>
                      </a:br>
                      <a:r>
                        <a:rPr lang="en-US" dirty="0">
                          <a:solidFill>
                            <a:srgbClr val="000000"/>
                          </a:solidFill>
                          <a:latin typeface="Arial"/>
                        </a:rPr>
                        <a:t> </a:t>
                      </a:r>
                      <a:r>
                        <a:rPr lang="en-US" sz="1800" kern="1200" dirty="0" err="1">
                          <a:solidFill>
                            <a:srgbClr val="0000FF"/>
                          </a:solidFill>
                          <a:latin typeface="Arial"/>
                          <a:ea typeface="+mn-ea"/>
                          <a:cs typeface="+mn-cs"/>
                        </a:rPr>
                        <a:t>irq_handler_t</a:t>
                      </a:r>
                      <a:r>
                        <a:rPr lang="en-US" dirty="0">
                          <a:solidFill>
                            <a:srgbClr val="000000"/>
                          </a:solidFill>
                          <a:latin typeface="Arial"/>
                        </a:rPr>
                        <a:t> handler</a:t>
                      </a:r>
                      <a:r>
                        <a:rPr lang="en-US" dirty="0">
                          <a:solidFill>
                            <a:srgbClr val="0000CC"/>
                          </a:solidFill>
                          <a:latin typeface="Arial"/>
                        </a:rPr>
                        <a:t>;</a:t>
                      </a:r>
                      <a:r>
                        <a:rPr lang="en-US" sz="1800" kern="1200" dirty="0">
                          <a:solidFill>
                            <a:srgbClr val="00CCFF"/>
                          </a:solidFill>
                          <a:latin typeface="Arial"/>
                          <a:ea typeface="+mn-ea"/>
                          <a:cs typeface="+mn-cs"/>
                        </a:rPr>
                        <a:t> // </a:t>
                      </a:r>
                      <a:r>
                        <a:rPr lang="zh-CN" altLang="en-US" sz="1800" kern="1200" dirty="0">
                          <a:solidFill>
                            <a:srgbClr val="00CCFF"/>
                          </a:solidFill>
                          <a:latin typeface="Arial"/>
                          <a:ea typeface="+mn-ea"/>
                          <a:cs typeface="+mn-cs"/>
                        </a:rPr>
                        <a:t>指向中断服务程序</a:t>
                      </a:r>
                      <a:r>
                        <a:rPr lang="zh-CN" altLang="en-US" dirty="0">
                          <a:solidFill>
                            <a:srgbClr val="000000"/>
                          </a:solidFill>
                          <a:latin typeface="Arial"/>
                        </a:rPr>
                        <a:t> </a:t>
                      </a:r>
                      <a:br>
                        <a:rPr lang="zh-CN" altLang="en-US" dirty="0">
                          <a:solidFill>
                            <a:srgbClr val="000000"/>
                          </a:solidFill>
                          <a:latin typeface="Arial"/>
                        </a:rPr>
                      </a:br>
                      <a:r>
                        <a:rPr lang="zh-CN" altLang="en-US" dirty="0">
                          <a:solidFill>
                            <a:srgbClr val="000000"/>
                          </a:solidFill>
                          <a:latin typeface="Arial"/>
                        </a:rPr>
                        <a:t> </a:t>
                      </a:r>
                      <a:r>
                        <a:rPr lang="en-US" dirty="0">
                          <a:solidFill>
                            <a:srgbClr val="0000FF"/>
                          </a:solidFill>
                          <a:latin typeface="Arial"/>
                        </a:rPr>
                        <a:t>unsigned</a:t>
                      </a:r>
                      <a:r>
                        <a:rPr lang="en-US" dirty="0">
                          <a:solidFill>
                            <a:srgbClr val="000000"/>
                          </a:solidFill>
                          <a:latin typeface="Arial"/>
                        </a:rPr>
                        <a:t> </a:t>
                      </a:r>
                      <a:r>
                        <a:rPr lang="en-US" dirty="0">
                          <a:solidFill>
                            <a:srgbClr val="0000FF"/>
                          </a:solidFill>
                          <a:latin typeface="Arial"/>
                        </a:rPr>
                        <a:t>long</a:t>
                      </a:r>
                      <a:r>
                        <a:rPr lang="en-US" dirty="0">
                          <a:solidFill>
                            <a:srgbClr val="000000"/>
                          </a:solidFill>
                          <a:latin typeface="Arial"/>
                        </a:rPr>
                        <a:t> flags</a:t>
                      </a:r>
                      <a:r>
                        <a:rPr lang="en-US" dirty="0">
                          <a:solidFill>
                            <a:srgbClr val="0000CC"/>
                          </a:solidFill>
                          <a:latin typeface="Arial"/>
                        </a:rPr>
                        <a:t>;</a:t>
                      </a:r>
                      <a:r>
                        <a:rPr lang="en-US" sz="1800" kern="1200" dirty="0">
                          <a:solidFill>
                            <a:srgbClr val="00CCFF"/>
                          </a:solidFill>
                          <a:latin typeface="Arial"/>
                          <a:ea typeface="+mn-ea"/>
                          <a:cs typeface="+mn-cs"/>
                        </a:rPr>
                        <a:t> // </a:t>
                      </a:r>
                      <a:r>
                        <a:rPr lang="zh-CN" altLang="en-US" sz="1800" kern="1200" dirty="0">
                          <a:solidFill>
                            <a:srgbClr val="00CCFF"/>
                          </a:solidFill>
                          <a:latin typeface="Arial"/>
                          <a:ea typeface="+mn-ea"/>
                          <a:cs typeface="+mn-cs"/>
                        </a:rPr>
                        <a:t>中断标志</a:t>
                      </a:r>
                      <a:r>
                        <a:rPr lang="zh-CN" altLang="en-US" dirty="0">
                          <a:solidFill>
                            <a:srgbClr val="000000"/>
                          </a:solidFill>
                          <a:latin typeface="Arial"/>
                        </a:rPr>
                        <a:t> </a:t>
                      </a:r>
                      <a:br>
                        <a:rPr lang="zh-CN" altLang="en-US" dirty="0">
                          <a:solidFill>
                            <a:srgbClr val="000000"/>
                          </a:solidFill>
                          <a:latin typeface="Arial"/>
                        </a:rPr>
                      </a:br>
                      <a:r>
                        <a:rPr lang="zh-CN" altLang="en-US" dirty="0">
                          <a:solidFill>
                            <a:srgbClr val="000000"/>
                          </a:solidFill>
                          <a:latin typeface="Arial"/>
                        </a:rPr>
                        <a:t> </a:t>
                      </a:r>
                      <a:r>
                        <a:rPr lang="en-US" dirty="0">
                          <a:solidFill>
                            <a:srgbClr val="0000FF"/>
                          </a:solidFill>
                          <a:latin typeface="Arial"/>
                        </a:rPr>
                        <a:t>unsigned</a:t>
                      </a:r>
                      <a:r>
                        <a:rPr lang="en-US" dirty="0">
                          <a:solidFill>
                            <a:srgbClr val="000000"/>
                          </a:solidFill>
                          <a:latin typeface="Arial"/>
                        </a:rPr>
                        <a:t> </a:t>
                      </a:r>
                      <a:r>
                        <a:rPr lang="en-US" dirty="0">
                          <a:solidFill>
                            <a:srgbClr val="0000FF"/>
                          </a:solidFill>
                          <a:latin typeface="Arial"/>
                        </a:rPr>
                        <a:t>long</a:t>
                      </a:r>
                      <a:r>
                        <a:rPr lang="en-US" dirty="0">
                          <a:solidFill>
                            <a:srgbClr val="000000"/>
                          </a:solidFill>
                          <a:latin typeface="Arial"/>
                        </a:rPr>
                        <a:t> mask</a:t>
                      </a:r>
                      <a:r>
                        <a:rPr lang="en-US" dirty="0">
                          <a:solidFill>
                            <a:srgbClr val="0000CC"/>
                          </a:solidFill>
                          <a:latin typeface="Arial"/>
                        </a:rPr>
                        <a:t>;</a:t>
                      </a:r>
                      <a:r>
                        <a:rPr lang="en-US" sz="1800" kern="1200" dirty="0">
                          <a:solidFill>
                            <a:srgbClr val="00CCFF"/>
                          </a:solidFill>
                          <a:latin typeface="Arial"/>
                          <a:ea typeface="+mn-ea"/>
                          <a:cs typeface="+mn-cs"/>
                        </a:rPr>
                        <a:t> // </a:t>
                      </a:r>
                      <a:r>
                        <a:rPr lang="zh-CN" altLang="en-US" sz="1800" kern="1200" dirty="0">
                          <a:solidFill>
                            <a:srgbClr val="00CCFF"/>
                          </a:solidFill>
                          <a:latin typeface="Arial"/>
                          <a:ea typeface="+mn-ea"/>
                          <a:cs typeface="+mn-cs"/>
                        </a:rPr>
                        <a:t>中断掩码</a:t>
                      </a:r>
                      <a:r>
                        <a:rPr lang="zh-CN" altLang="en-US" dirty="0">
                          <a:solidFill>
                            <a:srgbClr val="000000"/>
                          </a:solidFill>
                          <a:latin typeface="Arial"/>
                        </a:rPr>
                        <a:t> </a:t>
                      </a:r>
                      <a:br>
                        <a:rPr lang="zh-CN" altLang="en-US" dirty="0">
                          <a:solidFill>
                            <a:srgbClr val="000000"/>
                          </a:solidFill>
                          <a:latin typeface="Arial"/>
                        </a:rPr>
                      </a:br>
                      <a:r>
                        <a:rPr lang="zh-CN" altLang="en-US" dirty="0">
                          <a:solidFill>
                            <a:srgbClr val="000000"/>
                          </a:solidFill>
                          <a:latin typeface="Arial"/>
                        </a:rPr>
                        <a:t> </a:t>
                      </a:r>
                      <a:r>
                        <a:rPr lang="en-US" dirty="0">
                          <a:solidFill>
                            <a:srgbClr val="0000FF"/>
                          </a:solidFill>
                          <a:latin typeface="Arial"/>
                        </a:rPr>
                        <a:t>const</a:t>
                      </a:r>
                      <a:r>
                        <a:rPr lang="en-US" dirty="0">
                          <a:solidFill>
                            <a:srgbClr val="000000"/>
                          </a:solidFill>
                          <a:latin typeface="Arial"/>
                        </a:rPr>
                        <a:t> </a:t>
                      </a:r>
                      <a:r>
                        <a:rPr lang="en-US" dirty="0">
                          <a:solidFill>
                            <a:srgbClr val="0000FF"/>
                          </a:solidFill>
                          <a:latin typeface="Arial"/>
                        </a:rPr>
                        <a:t>char</a:t>
                      </a:r>
                      <a:r>
                        <a:rPr lang="en-US" dirty="0">
                          <a:solidFill>
                            <a:srgbClr val="000000"/>
                          </a:solidFill>
                          <a:latin typeface="Arial"/>
                        </a:rPr>
                        <a:t> </a:t>
                      </a:r>
                      <a:r>
                        <a:rPr lang="en-US" dirty="0">
                          <a:solidFill>
                            <a:srgbClr val="0000CC"/>
                          </a:solidFill>
                          <a:latin typeface="Arial"/>
                        </a:rPr>
                        <a:t>*</a:t>
                      </a:r>
                      <a:r>
                        <a:rPr lang="en-US" dirty="0">
                          <a:solidFill>
                            <a:srgbClr val="000000"/>
                          </a:solidFill>
                          <a:latin typeface="Arial"/>
                        </a:rPr>
                        <a:t>name</a:t>
                      </a:r>
                      <a:r>
                        <a:rPr lang="en-US" dirty="0">
                          <a:solidFill>
                            <a:srgbClr val="0000CC"/>
                          </a:solidFill>
                          <a:latin typeface="Arial"/>
                        </a:rPr>
                        <a:t>;</a:t>
                      </a:r>
                      <a:r>
                        <a:rPr lang="en-US" dirty="0">
                          <a:solidFill>
                            <a:srgbClr val="000000"/>
                          </a:solidFill>
                          <a:latin typeface="Arial"/>
                        </a:rPr>
                        <a:t> </a:t>
                      </a:r>
                      <a:r>
                        <a:rPr lang="en-US" sz="1800" kern="1200" dirty="0">
                          <a:solidFill>
                            <a:srgbClr val="00CCFF"/>
                          </a:solidFill>
                          <a:latin typeface="Arial"/>
                          <a:ea typeface="+mn-ea"/>
                          <a:cs typeface="+mn-cs"/>
                        </a:rPr>
                        <a:t>// I/O</a:t>
                      </a:r>
                      <a:r>
                        <a:rPr lang="zh-CN" altLang="en-US" sz="1800" kern="1200" dirty="0">
                          <a:solidFill>
                            <a:srgbClr val="00CCFF"/>
                          </a:solidFill>
                          <a:latin typeface="Arial"/>
                          <a:ea typeface="+mn-ea"/>
                          <a:cs typeface="+mn-cs"/>
                        </a:rPr>
                        <a:t>设备名</a:t>
                      </a:r>
                    </a:p>
                    <a:p>
                      <a:pPr latinLnBrk="1"/>
                      <a:r>
                        <a:rPr lang="zh-CN" altLang="en-US" sz="900" dirty="0">
                          <a:solidFill>
                            <a:srgbClr val="0070C0"/>
                          </a:solidFill>
                          <a:latin typeface="Arial"/>
                        </a:rPr>
                        <a:t> </a:t>
                      </a:r>
                      <a:r>
                        <a:rPr lang="en-US" sz="1800" kern="1200" dirty="0">
                          <a:solidFill>
                            <a:srgbClr val="0000FF"/>
                          </a:solidFill>
                          <a:latin typeface="Arial"/>
                          <a:ea typeface="+mn-ea"/>
                          <a:cs typeface="+mn-cs"/>
                        </a:rPr>
                        <a:t>void *</a:t>
                      </a:r>
                      <a:r>
                        <a:rPr lang="en-US" sz="1800" kern="1200" dirty="0" err="1">
                          <a:solidFill>
                            <a:srgbClr val="000000"/>
                          </a:solidFill>
                          <a:latin typeface="Arial"/>
                          <a:ea typeface="+mn-ea"/>
                          <a:cs typeface="+mn-cs"/>
                        </a:rPr>
                        <a:t>dev_id</a:t>
                      </a:r>
                      <a:r>
                        <a:rPr lang="en-US" sz="1800" kern="1200" dirty="0">
                          <a:solidFill>
                            <a:srgbClr val="000000"/>
                          </a:solidFill>
                          <a:latin typeface="Arial"/>
                          <a:ea typeface="+mn-ea"/>
                          <a:cs typeface="+mn-cs"/>
                        </a:rPr>
                        <a:t>;</a:t>
                      </a:r>
                      <a:r>
                        <a:rPr lang="en-US" altLang="en-US" sz="1800" kern="1200" dirty="0">
                          <a:solidFill>
                            <a:srgbClr val="000000"/>
                          </a:solidFill>
                          <a:latin typeface="Arial"/>
                          <a:ea typeface="+mn-ea"/>
                          <a:cs typeface="+mn-cs"/>
                        </a:rPr>
                        <a:t> </a:t>
                      </a:r>
                      <a:r>
                        <a:rPr lang="en-US" altLang="en-US" sz="1800" kern="1200" dirty="0">
                          <a:solidFill>
                            <a:srgbClr val="00CCFF"/>
                          </a:solidFill>
                          <a:latin typeface="Arial"/>
                          <a:ea typeface="+mn-ea"/>
                          <a:cs typeface="+mn-cs"/>
                        </a:rPr>
                        <a:t>// </a:t>
                      </a:r>
                      <a:r>
                        <a:rPr lang="zh-CN" altLang="en-US" sz="1800" kern="1200" dirty="0">
                          <a:solidFill>
                            <a:srgbClr val="00CCFF"/>
                          </a:solidFill>
                          <a:latin typeface="Arial"/>
                          <a:ea typeface="+mn-ea"/>
                          <a:cs typeface="+mn-cs"/>
                        </a:rPr>
                        <a:t>设备标识</a:t>
                      </a:r>
                      <a:r>
                        <a:rPr lang="zh-CN" altLang="en-US" dirty="0">
                          <a:solidFill>
                            <a:srgbClr val="000000"/>
                          </a:solidFill>
                          <a:latin typeface="Arial"/>
                        </a:rPr>
                        <a:t/>
                      </a:r>
                      <a:br>
                        <a:rPr lang="zh-CN" altLang="en-US" dirty="0">
                          <a:solidFill>
                            <a:srgbClr val="000000"/>
                          </a:solidFill>
                          <a:latin typeface="Arial"/>
                        </a:rPr>
                      </a:br>
                      <a:r>
                        <a:rPr lang="zh-CN" altLang="en-US" dirty="0">
                          <a:solidFill>
                            <a:srgbClr val="000000"/>
                          </a:solidFill>
                          <a:latin typeface="Arial"/>
                        </a:rPr>
                        <a:t> </a:t>
                      </a:r>
                      <a:r>
                        <a:rPr lang="en-US" dirty="0" err="1">
                          <a:solidFill>
                            <a:srgbClr val="0000FF"/>
                          </a:solidFill>
                          <a:latin typeface="Arial"/>
                        </a:rPr>
                        <a:t>struct</a:t>
                      </a:r>
                      <a:r>
                        <a:rPr lang="en-US" dirty="0">
                          <a:solidFill>
                            <a:srgbClr val="000000"/>
                          </a:solidFill>
                          <a:latin typeface="Arial"/>
                        </a:rPr>
                        <a:t> </a:t>
                      </a:r>
                      <a:r>
                        <a:rPr lang="en-US" sz="1800" kern="1200" dirty="0" err="1">
                          <a:solidFill>
                            <a:srgbClr val="0000FF"/>
                          </a:solidFill>
                          <a:latin typeface="Arial"/>
                          <a:ea typeface="+mn-ea"/>
                          <a:cs typeface="+mn-cs"/>
                        </a:rPr>
                        <a:t>irqaction</a:t>
                      </a:r>
                      <a:r>
                        <a:rPr lang="en-US" altLang="en-US" sz="1800" kern="1200" dirty="0">
                          <a:solidFill>
                            <a:srgbClr val="0000FF"/>
                          </a:solidFill>
                          <a:latin typeface="Arial"/>
                          <a:ea typeface="+mn-ea"/>
                          <a:cs typeface="+mn-cs"/>
                        </a:rPr>
                        <a:t> *</a:t>
                      </a:r>
                      <a:r>
                        <a:rPr lang="en-US" altLang="en-US" sz="1800" kern="1200" dirty="0">
                          <a:solidFill>
                            <a:srgbClr val="000000"/>
                          </a:solidFill>
                          <a:latin typeface="Arial"/>
                          <a:ea typeface="+mn-ea"/>
                          <a:cs typeface="+mn-cs"/>
                        </a:rPr>
                        <a:t>next;</a:t>
                      </a:r>
                      <a:r>
                        <a:rPr lang="en-US" altLang="en-US" sz="1800" kern="1200" dirty="0">
                          <a:solidFill>
                            <a:srgbClr val="00CCFF"/>
                          </a:solidFill>
                          <a:latin typeface="Arial"/>
                          <a:ea typeface="+mn-ea"/>
                          <a:cs typeface="+mn-cs"/>
                        </a:rPr>
                        <a:t> // </a:t>
                      </a:r>
                      <a:r>
                        <a:rPr lang="zh-CN" altLang="en-US" sz="1800" kern="1200" dirty="0">
                          <a:solidFill>
                            <a:srgbClr val="00CCFF"/>
                          </a:solidFill>
                          <a:latin typeface="Arial"/>
                          <a:ea typeface="+mn-ea"/>
                          <a:cs typeface="+mn-cs"/>
                        </a:rPr>
                        <a:t>指向下一个描述符</a:t>
                      </a:r>
                    </a:p>
                    <a:p>
                      <a:pPr latinLnBrk="1"/>
                      <a:r>
                        <a:rPr lang="zh-CN" altLang="en-US" dirty="0">
                          <a:solidFill>
                            <a:srgbClr val="000000"/>
                          </a:solidFill>
                          <a:latin typeface="Arial"/>
                        </a:rPr>
                        <a:t> </a:t>
                      </a:r>
                      <a:r>
                        <a:rPr lang="en-US" dirty="0" err="1">
                          <a:solidFill>
                            <a:srgbClr val="0000FF"/>
                          </a:solidFill>
                          <a:latin typeface="Arial"/>
                        </a:rPr>
                        <a:t>int</a:t>
                      </a:r>
                      <a:r>
                        <a:rPr lang="en-US" dirty="0">
                          <a:solidFill>
                            <a:srgbClr val="000000"/>
                          </a:solidFill>
                          <a:latin typeface="Arial"/>
                        </a:rPr>
                        <a:t> </a:t>
                      </a:r>
                      <a:r>
                        <a:rPr lang="en-US" dirty="0" err="1">
                          <a:solidFill>
                            <a:srgbClr val="000000"/>
                          </a:solidFill>
                          <a:latin typeface="Arial"/>
                        </a:rPr>
                        <a:t>irq</a:t>
                      </a:r>
                      <a:r>
                        <a:rPr lang="en-US" dirty="0">
                          <a:solidFill>
                            <a:srgbClr val="0000CC"/>
                          </a:solidFill>
                          <a:latin typeface="Arial"/>
                        </a:rPr>
                        <a:t>;</a:t>
                      </a:r>
                      <a:r>
                        <a:rPr lang="en-US" sz="1800" kern="1200" dirty="0">
                          <a:solidFill>
                            <a:srgbClr val="00CCFF"/>
                          </a:solidFill>
                          <a:latin typeface="Arial"/>
                          <a:ea typeface="+mn-ea"/>
                          <a:cs typeface="+mn-cs"/>
                        </a:rPr>
                        <a:t> // IRQ</a:t>
                      </a:r>
                      <a:r>
                        <a:rPr lang="zh-CN" altLang="en-US" sz="1800" kern="1200" dirty="0">
                          <a:solidFill>
                            <a:srgbClr val="00CCFF"/>
                          </a:solidFill>
                          <a:latin typeface="Arial"/>
                          <a:ea typeface="+mn-ea"/>
                          <a:cs typeface="+mn-cs"/>
                        </a:rPr>
                        <a:t>线</a:t>
                      </a:r>
                      <a:r>
                        <a:rPr lang="zh-CN" altLang="en-US" dirty="0">
                          <a:solidFill>
                            <a:srgbClr val="000000"/>
                          </a:solidFill>
                          <a:latin typeface="Arial"/>
                        </a:rPr>
                        <a:t> </a:t>
                      </a:r>
                      <a:br>
                        <a:rPr lang="zh-CN" altLang="en-US" dirty="0">
                          <a:solidFill>
                            <a:srgbClr val="000000"/>
                          </a:solidFill>
                          <a:latin typeface="Arial"/>
                        </a:rPr>
                      </a:br>
                      <a:r>
                        <a:rPr lang="zh-CN" altLang="en-US" dirty="0">
                          <a:solidFill>
                            <a:srgbClr val="000000"/>
                          </a:solidFill>
                          <a:latin typeface="Arial"/>
                        </a:rPr>
                        <a:t> </a:t>
                      </a:r>
                      <a:r>
                        <a:rPr lang="en-US" dirty="0" err="1">
                          <a:solidFill>
                            <a:srgbClr val="0000FF"/>
                          </a:solidFill>
                          <a:latin typeface="Arial"/>
                        </a:rPr>
                        <a:t>struct</a:t>
                      </a:r>
                      <a:r>
                        <a:rPr lang="en-US" sz="1800" kern="1200" dirty="0">
                          <a:solidFill>
                            <a:srgbClr val="0000FF"/>
                          </a:solidFill>
                          <a:latin typeface="Arial"/>
                          <a:ea typeface="+mn-ea"/>
                          <a:cs typeface="+mn-cs"/>
                        </a:rPr>
                        <a:t> </a:t>
                      </a:r>
                      <a:r>
                        <a:rPr lang="en-US" sz="1800" kern="1200" dirty="0" err="1">
                          <a:solidFill>
                            <a:srgbClr val="0000FF"/>
                          </a:solidFill>
                          <a:latin typeface="Arial"/>
                          <a:ea typeface="+mn-ea"/>
                          <a:cs typeface="+mn-cs"/>
                        </a:rPr>
                        <a:t>proc_dir_entry</a:t>
                      </a:r>
                      <a:r>
                        <a:rPr lang="en-US" dirty="0">
                          <a:solidFill>
                            <a:srgbClr val="000000"/>
                          </a:solidFill>
                          <a:latin typeface="Arial"/>
                        </a:rPr>
                        <a:t> </a:t>
                      </a:r>
                      <a:r>
                        <a:rPr lang="en-US" dirty="0">
                          <a:solidFill>
                            <a:srgbClr val="0000CC"/>
                          </a:solidFill>
                          <a:latin typeface="Arial"/>
                        </a:rPr>
                        <a:t>*</a:t>
                      </a:r>
                      <a:r>
                        <a:rPr lang="en-US" altLang="en-US" sz="1800" kern="1200" dirty="0">
                          <a:solidFill>
                            <a:srgbClr val="000000"/>
                          </a:solidFill>
                          <a:latin typeface="Arial"/>
                          <a:ea typeface="+mn-ea"/>
                          <a:cs typeface="+mn-cs"/>
                        </a:rPr>
                        <a:t>dir;</a:t>
                      </a:r>
                      <a:r>
                        <a:rPr lang="en-US" altLang="en-US" sz="1800" kern="1200" dirty="0">
                          <a:solidFill>
                            <a:srgbClr val="00CCFF"/>
                          </a:solidFill>
                          <a:latin typeface="Arial"/>
                          <a:ea typeface="+mn-ea"/>
                          <a:cs typeface="+mn-cs"/>
                        </a:rPr>
                        <a:t> // </a:t>
                      </a:r>
                      <a:r>
                        <a:rPr lang="zh-CN" altLang="en-US" sz="1800" kern="1200" dirty="0">
                          <a:solidFill>
                            <a:srgbClr val="00CCFF"/>
                          </a:solidFill>
                          <a:latin typeface="Arial"/>
                          <a:ea typeface="+mn-ea"/>
                          <a:cs typeface="+mn-cs"/>
                        </a:rPr>
                        <a:t>指向</a:t>
                      </a:r>
                      <a:r>
                        <a:rPr lang="en-US" altLang="en-US" sz="1800" kern="1200" dirty="0" err="1">
                          <a:solidFill>
                            <a:srgbClr val="00CCFF"/>
                          </a:solidFill>
                          <a:latin typeface="Arial"/>
                          <a:ea typeface="+mn-ea"/>
                          <a:cs typeface="+mn-cs"/>
                        </a:rPr>
                        <a:t>IRQn</a:t>
                      </a:r>
                      <a:r>
                        <a:rPr lang="zh-CN" altLang="en-US" sz="1800" kern="1200" dirty="0">
                          <a:solidFill>
                            <a:srgbClr val="00CCFF"/>
                          </a:solidFill>
                          <a:latin typeface="Arial"/>
                          <a:ea typeface="+mn-ea"/>
                          <a:cs typeface="+mn-cs"/>
                        </a:rPr>
                        <a:t>相关的</a:t>
                      </a:r>
                      <a:r>
                        <a:rPr lang="en-US" altLang="zh-CN" sz="1800" kern="1200" dirty="0">
                          <a:solidFill>
                            <a:srgbClr val="00CCFF"/>
                          </a:solidFill>
                          <a:latin typeface="Arial"/>
                          <a:ea typeface="+mn-ea"/>
                          <a:cs typeface="+mn-cs"/>
                        </a:rPr>
                        <a:t>/</a:t>
                      </a:r>
                      <a:r>
                        <a:rPr lang="en-US" altLang="en-US" sz="1800" kern="1200" dirty="0">
                          <a:solidFill>
                            <a:srgbClr val="00CCFF"/>
                          </a:solidFill>
                          <a:latin typeface="Arial"/>
                          <a:ea typeface="+mn-ea"/>
                          <a:cs typeface="+mn-cs"/>
                        </a:rPr>
                        <a:t>proc/</a:t>
                      </a:r>
                      <a:r>
                        <a:rPr lang="en-US" altLang="en-US" sz="1800" kern="1200" dirty="0" err="1">
                          <a:solidFill>
                            <a:srgbClr val="00CCFF"/>
                          </a:solidFill>
                          <a:latin typeface="Arial"/>
                          <a:ea typeface="+mn-ea"/>
                          <a:cs typeface="+mn-cs"/>
                        </a:rPr>
                        <a:t>irq</a:t>
                      </a:r>
                      <a:r>
                        <a:rPr lang="en-US" altLang="en-US" sz="1800" kern="1200" dirty="0">
                          <a:solidFill>
                            <a:srgbClr val="00CCFF"/>
                          </a:solidFill>
                          <a:latin typeface="Arial"/>
                          <a:ea typeface="+mn-ea"/>
                          <a:cs typeface="+mn-cs"/>
                        </a:rPr>
                        <a:t>/n</a:t>
                      </a:r>
                      <a:r>
                        <a:rPr lang="zh-CN" altLang="en-US" sz="1800" kern="1200" dirty="0">
                          <a:solidFill>
                            <a:srgbClr val="00CCFF"/>
                          </a:solidFill>
                          <a:latin typeface="Arial"/>
                          <a:ea typeface="+mn-ea"/>
                          <a:cs typeface="+mn-cs"/>
                        </a:rPr>
                        <a:t>目录的描述符</a:t>
                      </a:r>
                      <a:r>
                        <a:rPr lang="zh-CN" altLang="en-US" dirty="0">
                          <a:solidFill>
                            <a:srgbClr val="000000"/>
                          </a:solidFill>
                          <a:latin typeface="Arial"/>
                        </a:rPr>
                        <a:t/>
                      </a:r>
                      <a:br>
                        <a:rPr lang="zh-CN" altLang="en-US" dirty="0">
                          <a:solidFill>
                            <a:srgbClr val="000000"/>
                          </a:solidFill>
                          <a:latin typeface="Arial"/>
                        </a:rPr>
                      </a:br>
                      <a:r>
                        <a:rPr lang="en-US" altLang="zh-CN" dirty="0">
                          <a:solidFill>
                            <a:srgbClr val="0000CC"/>
                          </a:solidFill>
                          <a:latin typeface="Arial"/>
                        </a:rPr>
                        <a:t>}</a:t>
                      </a:r>
                      <a:endParaRPr lang="zh-CN" altLang="en-US" dirty="0">
                        <a:latin typeface="Arial"/>
                      </a:endParaRPr>
                    </a:p>
                  </a:txBody>
                  <a:tcPr marL="0" marR="0" marT="0" marB="0" anchor="ctr">
                    <a:lnL>
                      <a:noFill/>
                    </a:lnL>
                    <a:lnR>
                      <a:noFill/>
                    </a:lnR>
                    <a:lnT>
                      <a:noFill/>
                    </a:lnT>
                    <a:lnB>
                      <a:noFill/>
                    </a:lnB>
                    <a:solidFill>
                      <a:srgbClr val="F1F1F1"/>
                    </a:solidFill>
                  </a:tcPr>
                </a:tc>
              </a:tr>
            </a:tbl>
          </a:graphicData>
        </a:graphic>
      </p:graphicFrame>
      <p:sp>
        <p:nvSpPr>
          <p:cNvPr id="2078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defTabSz="914400"/>
            <a:endParaRPr lang="zh-CN" altLang="zh-CN" smtClean="0">
              <a:solidFill>
                <a:srgbClr val="000000"/>
              </a:solidFill>
            </a:endParaRPr>
          </a:p>
        </p:txBody>
      </p:sp>
    </p:spTree>
    <p:extLst>
      <p:ext uri="{BB962C8B-B14F-4D97-AF65-F5344CB8AC3E}">
        <p14:creationId xmlns:p14="http://schemas.microsoft.com/office/powerpoint/2010/main" val="149242268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a:spLocks noGrp="1"/>
          </p:cNvSpPr>
          <p:nvPr>
            <p:ph type="dt" idx="12"/>
          </p:nvPr>
        </p:nvSpPr>
        <p:spPr/>
        <p:txBody>
          <a:bodyPr/>
          <a:lstStyle/>
          <a:p>
            <a:pPr>
              <a:defRPr/>
            </a:pP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1428728" y="2000240"/>
            <a:ext cx="6057900" cy="3505200"/>
          </a:xfrm>
          <a:prstGeom prst="rect">
            <a:avLst/>
          </a:prstGeom>
          <a:noFill/>
          <a:ln w="9525">
            <a:noFill/>
            <a:miter lim="800000"/>
            <a:headEnd/>
            <a:tailEnd/>
          </a:ln>
          <a:effectLst/>
        </p:spPr>
      </p:pic>
      <p:sp>
        <p:nvSpPr>
          <p:cNvPr id="5" name="Rectangle 2"/>
          <p:cNvSpPr txBox="1">
            <a:spLocks noChangeArrowheads="1"/>
          </p:cNvSpPr>
          <p:nvPr/>
        </p:nvSpPr>
        <p:spPr bwMode="auto">
          <a:xfrm>
            <a:off x="428596" y="285728"/>
            <a:ext cx="8221663" cy="982662"/>
          </a:xfrm>
          <a:prstGeom prst="rect">
            <a:avLst/>
          </a:prstGeom>
          <a:noFill/>
          <a:ln w="9525">
            <a:noFill/>
            <a:round/>
            <a:headEnd/>
            <a:tailEnd/>
          </a:ln>
        </p:spPr>
        <p:txBody>
          <a:bodyPr vert="horz" wrap="square" lIns="92075" tIns="46038" rIns="92075" bIns="46038" numCol="1" anchor="ctr" anchorCtr="0" compatLnSpc="1">
            <a:prstTxWarp prst="textNoShape">
              <a:avLst/>
            </a:prstTxWarp>
          </a:bodyPr>
          <a:lstStyle/>
          <a:p>
            <a:pPr eaLnBrk="0" hangingPunct="0">
              <a:buClr>
                <a:srgbClr val="464653"/>
              </a:buClr>
              <a:buSzPct val="100000"/>
              <a:buFont typeface="Arial" pitchFamily="34" charset="0"/>
              <a:buNone/>
              <a:defRPr/>
            </a:pPr>
            <a:r>
              <a:rPr lang="en-US" altLang="zh-CN" sz="3200" kern="0" dirty="0" smtClean="0">
                <a:solidFill>
                  <a:srgbClr val="464653"/>
                </a:solidFill>
                <a:latin typeface="Arial"/>
                <a:ea typeface="宋体"/>
              </a:rPr>
              <a:t>Linux</a:t>
            </a:r>
            <a:r>
              <a:rPr lang="zh-CN" altLang="en-US" sz="3200" kern="0" dirty="0" smtClean="0">
                <a:solidFill>
                  <a:srgbClr val="464653"/>
                </a:solidFill>
                <a:latin typeface="Arial"/>
                <a:ea typeface="宋体"/>
              </a:rPr>
              <a:t>中断处理子系统</a:t>
            </a:r>
            <a:r>
              <a:rPr lang="en-US" altLang="zh-CN" sz="3200" kern="0" dirty="0" smtClean="0">
                <a:solidFill>
                  <a:srgbClr val="464653"/>
                </a:solidFill>
                <a:latin typeface="Arial"/>
                <a:ea typeface="宋体"/>
              </a:rPr>
              <a:t>(cont.)</a:t>
            </a:r>
            <a:endParaRPr lang="zh-CN" altLang="en-US" sz="3200" kern="0" dirty="0" smtClean="0">
              <a:solidFill>
                <a:srgbClr val="464653"/>
              </a:solidFill>
              <a:latin typeface="Arial"/>
              <a:ea typeface="宋体"/>
            </a:endParaRPr>
          </a:p>
        </p:txBody>
      </p:sp>
    </p:spTree>
    <p:extLst>
      <p:ext uri="{BB962C8B-B14F-4D97-AF65-F5344CB8AC3E}">
        <p14:creationId xmlns:p14="http://schemas.microsoft.com/office/powerpoint/2010/main" val="172025284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idx="4294967295"/>
          </p:nvPr>
        </p:nvSpPr>
        <p:spPr>
          <a:xfrm>
            <a:off x="357158" y="214290"/>
            <a:ext cx="8221663" cy="982662"/>
          </a:xfrm>
        </p:spPr>
        <p:txBody>
          <a:bodyPr lIns="92075" tIns="46038" rIns="92075" bIns="46038" anchor="ctr"/>
          <a:lstStyle/>
          <a:p>
            <a:pPr>
              <a:defRPr/>
            </a:pPr>
            <a:r>
              <a:rPr lang="zh-CN" altLang="en-US" dirty="0" smtClean="0"/>
              <a:t>全局中断控制</a:t>
            </a:r>
          </a:p>
        </p:txBody>
      </p:sp>
      <p:sp>
        <p:nvSpPr>
          <p:cNvPr id="370693" name="Rectangle 3"/>
          <p:cNvSpPr>
            <a:spLocks noGrp="1" noChangeArrowheads="1"/>
          </p:cNvSpPr>
          <p:nvPr>
            <p:ph type="body" idx="4294967295"/>
          </p:nvPr>
        </p:nvSpPr>
        <p:spPr>
          <a:xfrm>
            <a:off x="428596" y="1285860"/>
            <a:ext cx="8221663" cy="4902200"/>
          </a:xfrm>
        </p:spPr>
        <p:txBody>
          <a:bodyPr lIns="92075" tIns="46038" rIns="92075" bIns="46038"/>
          <a:lstStyle/>
          <a:p>
            <a:r>
              <a:rPr lang="zh-CN" altLang="en-US" sz="2400" dirty="0" smtClean="0"/>
              <a:t>全局中断控制包括启用和禁用中断</a:t>
            </a:r>
            <a:r>
              <a:rPr lang="en-US" altLang="zh-CN" sz="2400" dirty="0" smtClean="0"/>
              <a:t>(ARM)</a:t>
            </a:r>
            <a:endParaRPr lang="zh-CN" altLang="en-US" sz="2400" dirty="0" smtClean="0"/>
          </a:p>
          <a:p>
            <a:pPr lvl="1"/>
            <a:r>
              <a:rPr lang="en-US" altLang="zh-CN" dirty="0" err="1" smtClean="0"/>
              <a:t>raw_local_irq_save</a:t>
            </a:r>
            <a:r>
              <a:rPr lang="en-US" altLang="zh-CN" dirty="0" smtClean="0"/>
              <a:t>(x)	</a:t>
            </a:r>
            <a:r>
              <a:rPr lang="zh-CN" altLang="en-US" dirty="0" smtClean="0"/>
              <a:t>用来禁用所有的中断</a:t>
            </a:r>
          </a:p>
          <a:p>
            <a:pPr lvl="1"/>
            <a:r>
              <a:rPr lang="en-US" altLang="zh-CN" dirty="0" err="1" smtClean="0"/>
              <a:t>raw_local_irq_enable</a:t>
            </a:r>
            <a:r>
              <a:rPr lang="en-US" altLang="zh-CN" dirty="0" smtClean="0"/>
              <a:t>     </a:t>
            </a:r>
            <a:r>
              <a:rPr lang="zh-CN" altLang="en-US" dirty="0" smtClean="0"/>
              <a:t>用来取消中断禁用</a:t>
            </a:r>
          </a:p>
          <a:p>
            <a:pPr lvl="1"/>
            <a:r>
              <a:rPr lang="zh-CN" altLang="en-US" dirty="0" smtClean="0"/>
              <a:t>尽量不要对全局中断进行操作</a:t>
            </a:r>
          </a:p>
        </p:txBody>
      </p:sp>
      <p:sp>
        <p:nvSpPr>
          <p:cNvPr id="5" name="TextBox 4"/>
          <p:cNvSpPr txBox="1"/>
          <p:nvPr/>
        </p:nvSpPr>
        <p:spPr>
          <a:xfrm>
            <a:off x="857224" y="3214686"/>
            <a:ext cx="7429520" cy="286232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lvl="1"/>
            <a:r>
              <a:rPr lang="en-US" i="1" dirty="0" smtClean="0">
                <a:solidFill>
                  <a:srgbClr val="000000"/>
                </a:solidFill>
              </a:rPr>
              <a:t>static inline </a:t>
            </a:r>
            <a:r>
              <a:rPr lang="en-US" i="1" dirty="0" err="1" smtClean="0">
                <a:solidFill>
                  <a:srgbClr val="000000"/>
                </a:solidFill>
              </a:rPr>
              <a:t>int</a:t>
            </a:r>
            <a:r>
              <a:rPr lang="en-US" i="1" dirty="0" smtClean="0">
                <a:solidFill>
                  <a:srgbClr val="000000"/>
                </a:solidFill>
              </a:rPr>
              <a:t> </a:t>
            </a:r>
            <a:r>
              <a:rPr lang="en-US" i="1" dirty="0" err="1" smtClean="0">
                <a:solidFill>
                  <a:srgbClr val="000000"/>
                </a:solidFill>
              </a:rPr>
              <a:t>atomic_sub_return</a:t>
            </a:r>
            <a:r>
              <a:rPr lang="en-US" i="1" dirty="0" smtClean="0">
                <a:solidFill>
                  <a:srgbClr val="000000"/>
                </a:solidFill>
              </a:rPr>
              <a:t>(</a:t>
            </a:r>
            <a:r>
              <a:rPr lang="en-US" i="1" dirty="0" err="1" smtClean="0">
                <a:solidFill>
                  <a:srgbClr val="000000"/>
                </a:solidFill>
              </a:rPr>
              <a:t>int</a:t>
            </a:r>
            <a:r>
              <a:rPr lang="en-US" i="1" dirty="0" smtClean="0">
                <a:solidFill>
                  <a:srgbClr val="000000"/>
                </a:solidFill>
              </a:rPr>
              <a:t> </a:t>
            </a:r>
            <a:r>
              <a:rPr lang="en-US" i="1" dirty="0" err="1" smtClean="0">
                <a:solidFill>
                  <a:srgbClr val="000000"/>
                </a:solidFill>
              </a:rPr>
              <a:t>i</a:t>
            </a:r>
            <a:r>
              <a:rPr lang="en-US" i="1" dirty="0" smtClean="0">
                <a:solidFill>
                  <a:srgbClr val="000000"/>
                </a:solidFill>
              </a:rPr>
              <a:t>, </a:t>
            </a:r>
            <a:r>
              <a:rPr lang="en-US" i="1" dirty="0" err="1" smtClean="0">
                <a:solidFill>
                  <a:srgbClr val="000000"/>
                </a:solidFill>
              </a:rPr>
              <a:t>atomic_t</a:t>
            </a:r>
            <a:r>
              <a:rPr lang="en-US" i="1" dirty="0" smtClean="0">
                <a:solidFill>
                  <a:srgbClr val="000000"/>
                </a:solidFill>
              </a:rPr>
              <a:t> *v)</a:t>
            </a:r>
          </a:p>
          <a:p>
            <a:pPr lvl="1"/>
            <a:r>
              <a:rPr lang="en-US" i="1" dirty="0" smtClean="0">
                <a:solidFill>
                  <a:srgbClr val="000000"/>
                </a:solidFill>
              </a:rPr>
              <a:t>{</a:t>
            </a:r>
          </a:p>
          <a:p>
            <a:pPr lvl="1"/>
            <a:r>
              <a:rPr lang="en-US" i="1" dirty="0" smtClean="0">
                <a:solidFill>
                  <a:srgbClr val="000000"/>
                </a:solidFill>
              </a:rPr>
              <a:t>	unsigned long flags;</a:t>
            </a:r>
          </a:p>
          <a:p>
            <a:pPr lvl="1"/>
            <a:r>
              <a:rPr lang="en-US" i="1" dirty="0" smtClean="0">
                <a:solidFill>
                  <a:srgbClr val="000000"/>
                </a:solidFill>
              </a:rPr>
              <a:t>	</a:t>
            </a:r>
            <a:r>
              <a:rPr lang="en-US" i="1" dirty="0" err="1" smtClean="0">
                <a:solidFill>
                  <a:srgbClr val="000000"/>
                </a:solidFill>
              </a:rPr>
              <a:t>int</a:t>
            </a:r>
            <a:r>
              <a:rPr lang="en-US" i="1" dirty="0" smtClean="0">
                <a:solidFill>
                  <a:srgbClr val="000000"/>
                </a:solidFill>
              </a:rPr>
              <a:t> </a:t>
            </a:r>
            <a:r>
              <a:rPr lang="en-US" i="1" dirty="0" err="1" smtClean="0">
                <a:solidFill>
                  <a:srgbClr val="000000"/>
                </a:solidFill>
              </a:rPr>
              <a:t>val</a:t>
            </a:r>
            <a:r>
              <a:rPr lang="en-US" i="1" dirty="0" smtClean="0">
                <a:solidFill>
                  <a:srgbClr val="000000"/>
                </a:solidFill>
              </a:rPr>
              <a:t>;</a:t>
            </a:r>
          </a:p>
          <a:p>
            <a:pPr lvl="1"/>
            <a:r>
              <a:rPr lang="en-US" i="1" dirty="0" smtClean="0">
                <a:solidFill>
                  <a:srgbClr val="000000"/>
                </a:solidFill>
              </a:rPr>
              <a:t>	</a:t>
            </a:r>
            <a:r>
              <a:rPr lang="en-US" i="1" dirty="0" err="1" smtClean="0">
                <a:solidFill>
                  <a:srgbClr val="000000"/>
                </a:solidFill>
              </a:rPr>
              <a:t>raw_local_irq_save</a:t>
            </a:r>
            <a:r>
              <a:rPr lang="en-US" i="1" dirty="0" smtClean="0">
                <a:solidFill>
                  <a:srgbClr val="000000"/>
                </a:solidFill>
              </a:rPr>
              <a:t>(flags);</a:t>
            </a:r>
          </a:p>
          <a:p>
            <a:pPr lvl="1"/>
            <a:r>
              <a:rPr lang="en-US" i="1" dirty="0" smtClean="0">
                <a:solidFill>
                  <a:srgbClr val="000000"/>
                </a:solidFill>
              </a:rPr>
              <a:t>	</a:t>
            </a:r>
            <a:r>
              <a:rPr lang="en-US" i="1" dirty="0" err="1" smtClean="0">
                <a:solidFill>
                  <a:srgbClr val="000000"/>
                </a:solidFill>
              </a:rPr>
              <a:t>val</a:t>
            </a:r>
            <a:r>
              <a:rPr lang="en-US" i="1" dirty="0" smtClean="0">
                <a:solidFill>
                  <a:srgbClr val="000000"/>
                </a:solidFill>
              </a:rPr>
              <a:t> = v-&gt;counter;</a:t>
            </a:r>
          </a:p>
          <a:p>
            <a:pPr lvl="1"/>
            <a:r>
              <a:rPr lang="en-US" i="1" dirty="0" smtClean="0">
                <a:solidFill>
                  <a:srgbClr val="000000"/>
                </a:solidFill>
              </a:rPr>
              <a:t>	v-&gt;counter = </a:t>
            </a:r>
            <a:r>
              <a:rPr lang="en-US" i="1" dirty="0" err="1" smtClean="0">
                <a:solidFill>
                  <a:srgbClr val="000000"/>
                </a:solidFill>
              </a:rPr>
              <a:t>val</a:t>
            </a:r>
            <a:r>
              <a:rPr lang="en-US" i="1" dirty="0" smtClean="0">
                <a:solidFill>
                  <a:srgbClr val="000000"/>
                </a:solidFill>
              </a:rPr>
              <a:t> -= </a:t>
            </a:r>
            <a:r>
              <a:rPr lang="en-US" i="1" dirty="0" err="1" smtClean="0">
                <a:solidFill>
                  <a:srgbClr val="000000"/>
                </a:solidFill>
              </a:rPr>
              <a:t>i</a:t>
            </a:r>
            <a:r>
              <a:rPr lang="en-US" i="1" dirty="0" smtClean="0">
                <a:solidFill>
                  <a:srgbClr val="000000"/>
                </a:solidFill>
              </a:rPr>
              <a:t>;</a:t>
            </a:r>
          </a:p>
          <a:p>
            <a:pPr lvl="1"/>
            <a:r>
              <a:rPr lang="en-US" i="1" dirty="0" smtClean="0">
                <a:solidFill>
                  <a:srgbClr val="000000"/>
                </a:solidFill>
              </a:rPr>
              <a:t>	</a:t>
            </a:r>
            <a:r>
              <a:rPr lang="en-US" i="1" dirty="0" err="1" smtClean="0">
                <a:solidFill>
                  <a:srgbClr val="000000"/>
                </a:solidFill>
              </a:rPr>
              <a:t>raw_local_irq_restore</a:t>
            </a:r>
            <a:r>
              <a:rPr lang="en-US" i="1" dirty="0" smtClean="0">
                <a:solidFill>
                  <a:srgbClr val="000000"/>
                </a:solidFill>
              </a:rPr>
              <a:t>(flags);</a:t>
            </a:r>
          </a:p>
          <a:p>
            <a:pPr lvl="1"/>
            <a:r>
              <a:rPr lang="en-US" i="1" dirty="0" smtClean="0">
                <a:solidFill>
                  <a:srgbClr val="000000"/>
                </a:solidFill>
              </a:rPr>
              <a:t>	return </a:t>
            </a:r>
            <a:r>
              <a:rPr lang="en-US" i="1" dirty="0" err="1" smtClean="0">
                <a:solidFill>
                  <a:srgbClr val="000000"/>
                </a:solidFill>
              </a:rPr>
              <a:t>val</a:t>
            </a:r>
            <a:r>
              <a:rPr lang="en-US" i="1" dirty="0" smtClean="0">
                <a:solidFill>
                  <a:srgbClr val="000000"/>
                </a:solidFill>
              </a:rPr>
              <a:t>;</a:t>
            </a:r>
          </a:p>
          <a:p>
            <a:pPr lvl="1"/>
            <a:r>
              <a:rPr lang="en-US" i="1" dirty="0" smtClean="0">
                <a:solidFill>
                  <a:srgbClr val="000000"/>
                </a:solidFill>
              </a:rPr>
              <a:t>}</a:t>
            </a:r>
            <a:endParaRPr lang="zh-CN" altLang="en-US" dirty="0">
              <a:solidFill>
                <a:srgbClr val="000000"/>
              </a:solidFill>
            </a:endParaRPr>
          </a:p>
        </p:txBody>
      </p:sp>
    </p:spTree>
    <p:extLst>
      <p:ext uri="{BB962C8B-B14F-4D97-AF65-F5344CB8AC3E}">
        <p14:creationId xmlns:p14="http://schemas.microsoft.com/office/powerpoint/2010/main" val="155148914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idx="4294967295"/>
          </p:nvPr>
        </p:nvSpPr>
        <p:spPr>
          <a:xfrm>
            <a:off x="428596" y="357166"/>
            <a:ext cx="8221663" cy="982662"/>
          </a:xfrm>
        </p:spPr>
        <p:txBody>
          <a:bodyPr lIns="92075" tIns="46038" rIns="92075" bIns="46038" anchor="ctr"/>
          <a:lstStyle/>
          <a:p>
            <a:pPr>
              <a:defRPr/>
            </a:pPr>
            <a:r>
              <a:rPr lang="zh-CN" altLang="en-US" dirty="0" smtClean="0"/>
              <a:t>中断处理程序编写</a:t>
            </a:r>
          </a:p>
        </p:txBody>
      </p:sp>
      <p:sp>
        <p:nvSpPr>
          <p:cNvPr id="372741" name="Rectangle 3"/>
          <p:cNvSpPr>
            <a:spLocks noGrp="1" noChangeArrowheads="1"/>
          </p:cNvSpPr>
          <p:nvPr>
            <p:ph type="body" idx="4294967295"/>
          </p:nvPr>
        </p:nvSpPr>
        <p:spPr>
          <a:xfrm>
            <a:off x="914400" y="1341438"/>
            <a:ext cx="8229600" cy="4910137"/>
          </a:xfrm>
        </p:spPr>
        <p:txBody>
          <a:bodyPr lIns="92075" tIns="46038" rIns="92075" bIns="46038"/>
          <a:lstStyle/>
          <a:p>
            <a:pPr>
              <a:lnSpc>
                <a:spcPct val="150000"/>
              </a:lnSpc>
            </a:pPr>
            <a:r>
              <a:rPr lang="zh-CN" altLang="en-US" dirty="0" smtClean="0"/>
              <a:t>注册中断处理程序</a:t>
            </a:r>
          </a:p>
          <a:p>
            <a:pPr>
              <a:lnSpc>
                <a:spcPct val="150000"/>
              </a:lnSpc>
            </a:pPr>
            <a:r>
              <a:rPr lang="en-US" altLang="zh-CN" dirty="0" smtClean="0"/>
              <a:t>Linux</a:t>
            </a:r>
            <a:r>
              <a:rPr lang="zh-CN" altLang="en-US" dirty="0" smtClean="0"/>
              <a:t>中断处理子系统原理</a:t>
            </a:r>
          </a:p>
          <a:p>
            <a:pPr>
              <a:lnSpc>
                <a:spcPct val="150000"/>
              </a:lnSpc>
            </a:pPr>
            <a:r>
              <a:rPr lang="zh-CN" altLang="en-US" dirty="0" smtClean="0"/>
              <a:t>中断处理程序的实现</a:t>
            </a:r>
          </a:p>
          <a:p>
            <a:endParaRPr lang="zh-CN" altLang="en-US" dirty="0" smtClean="0"/>
          </a:p>
        </p:txBody>
      </p:sp>
    </p:spTree>
    <p:extLst>
      <p:ext uri="{BB962C8B-B14F-4D97-AF65-F5344CB8AC3E}">
        <p14:creationId xmlns:p14="http://schemas.microsoft.com/office/powerpoint/2010/main" val="320179617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idx="4294967295"/>
          </p:nvPr>
        </p:nvSpPr>
        <p:spPr>
          <a:xfrm>
            <a:off x="500034" y="285728"/>
            <a:ext cx="8221663" cy="982662"/>
          </a:xfrm>
        </p:spPr>
        <p:txBody>
          <a:bodyPr lIns="92075" tIns="46038" rIns="92075" bIns="46038" anchor="ctr"/>
          <a:lstStyle/>
          <a:p>
            <a:pPr>
              <a:defRPr/>
            </a:pPr>
            <a:r>
              <a:rPr lang="zh-CN" altLang="en-US" dirty="0" smtClean="0"/>
              <a:t>申请</a:t>
            </a:r>
            <a:r>
              <a:rPr lang="en-US" altLang="zh-CN" dirty="0" smtClean="0"/>
              <a:t>IRQ </a:t>
            </a:r>
          </a:p>
        </p:txBody>
      </p:sp>
      <p:sp>
        <p:nvSpPr>
          <p:cNvPr id="373765" name="Rectangle 3"/>
          <p:cNvSpPr>
            <a:spLocks noGrp="1" noChangeArrowheads="1"/>
          </p:cNvSpPr>
          <p:nvPr>
            <p:ph type="body" idx="4294967295"/>
          </p:nvPr>
        </p:nvSpPr>
        <p:spPr>
          <a:xfrm>
            <a:off x="357158" y="1476375"/>
            <a:ext cx="7777163" cy="4738707"/>
          </a:xfrm>
        </p:spPr>
        <p:txBody>
          <a:bodyPr lIns="92075" tIns="46038" rIns="92075" bIns="46038"/>
          <a:lstStyle/>
          <a:p>
            <a:r>
              <a:rPr lang="zh-CN" altLang="en-US" sz="2400" dirty="0" smtClean="0"/>
              <a:t>中断处理程序注册的两个功能：注册中断号和注册中断处理函数</a:t>
            </a:r>
          </a:p>
          <a:p>
            <a:pPr lvl="1"/>
            <a:r>
              <a:rPr lang="en-US" altLang="zh-CN" sz="2000" dirty="0" err="1"/>
              <a:t>typedef</a:t>
            </a:r>
            <a:r>
              <a:rPr lang="en-US" altLang="zh-CN" sz="2000" dirty="0"/>
              <a:t> </a:t>
            </a:r>
            <a:r>
              <a:rPr lang="en-US" altLang="zh-CN" sz="2000" dirty="0" err="1"/>
              <a:t>irqreturn_t</a:t>
            </a:r>
            <a:r>
              <a:rPr lang="en-US" altLang="zh-CN" sz="2000" dirty="0"/>
              <a:t> (*</a:t>
            </a:r>
            <a:r>
              <a:rPr lang="en-US" altLang="zh-CN" sz="2000" dirty="0" err="1"/>
              <a:t>irq_handler_t</a:t>
            </a:r>
            <a:r>
              <a:rPr lang="en-US" altLang="zh-CN" sz="2000" dirty="0"/>
              <a:t>)(</a:t>
            </a:r>
            <a:r>
              <a:rPr lang="en-US" altLang="zh-CN" sz="2000" dirty="0" err="1"/>
              <a:t>int</a:t>
            </a:r>
            <a:r>
              <a:rPr lang="en-US" altLang="zh-CN" sz="2000" dirty="0"/>
              <a:t>, void </a:t>
            </a:r>
            <a:r>
              <a:rPr lang="en-US" altLang="zh-CN" sz="2000" dirty="0" smtClean="0"/>
              <a:t>*);</a:t>
            </a:r>
          </a:p>
          <a:p>
            <a:pPr lvl="1"/>
            <a:r>
              <a:rPr lang="en-US" altLang="zh-CN" sz="2000" dirty="0" err="1" smtClean="0"/>
              <a:t>int</a:t>
            </a:r>
            <a:r>
              <a:rPr lang="en-US" altLang="zh-CN" sz="2000" dirty="0" smtClean="0"/>
              <a:t> </a:t>
            </a:r>
            <a:r>
              <a:rPr lang="en-US" altLang="zh-CN" sz="2000" dirty="0" err="1" smtClean="0"/>
              <a:t>request_irq</a:t>
            </a:r>
            <a:r>
              <a:rPr lang="en-US" altLang="zh-CN" sz="2000" dirty="0" smtClean="0"/>
              <a:t>(</a:t>
            </a:r>
          </a:p>
          <a:p>
            <a:pPr marL="271462" lvl="1" indent="0">
              <a:buNone/>
            </a:pPr>
            <a:r>
              <a:rPr lang="en-US" altLang="zh-CN" sz="2000" dirty="0" smtClean="0"/>
              <a:t>			unsigned </a:t>
            </a:r>
            <a:r>
              <a:rPr lang="en-US" altLang="zh-CN" sz="2000" dirty="0" err="1"/>
              <a:t>int</a:t>
            </a:r>
            <a:r>
              <a:rPr lang="en-US" altLang="zh-CN" sz="2000" dirty="0"/>
              <a:t> </a:t>
            </a:r>
            <a:r>
              <a:rPr lang="en-US" altLang="zh-CN" sz="2000" dirty="0" err="1"/>
              <a:t>irq</a:t>
            </a:r>
            <a:r>
              <a:rPr lang="en-US" altLang="zh-CN" sz="2000" dirty="0"/>
              <a:t>, </a:t>
            </a:r>
            <a:endParaRPr lang="en-US" altLang="zh-CN" sz="2000" dirty="0" smtClean="0"/>
          </a:p>
          <a:p>
            <a:pPr marL="271462" lvl="1" indent="0">
              <a:buNone/>
            </a:pPr>
            <a:r>
              <a:rPr lang="en-US" altLang="zh-CN" sz="2000" dirty="0"/>
              <a:t>	</a:t>
            </a:r>
            <a:r>
              <a:rPr lang="en-US" altLang="zh-CN" sz="2000" dirty="0" smtClean="0"/>
              <a:t>		irq_handler_t </a:t>
            </a:r>
            <a:r>
              <a:rPr lang="en-US" altLang="zh-CN" sz="2000" dirty="0"/>
              <a:t>handler, </a:t>
            </a:r>
            <a:endParaRPr lang="en-US" altLang="zh-CN" sz="2000" dirty="0" smtClean="0"/>
          </a:p>
          <a:p>
            <a:pPr marL="271462" lvl="1" indent="0">
              <a:buNone/>
            </a:pPr>
            <a:r>
              <a:rPr lang="en-US" altLang="zh-CN" sz="2000" dirty="0"/>
              <a:t>	</a:t>
            </a:r>
            <a:r>
              <a:rPr lang="en-US" altLang="zh-CN" sz="2000" dirty="0" smtClean="0"/>
              <a:t>		unsigned </a:t>
            </a:r>
            <a:r>
              <a:rPr lang="en-US" altLang="zh-CN" sz="2000" dirty="0"/>
              <a:t>long flags,</a:t>
            </a:r>
          </a:p>
          <a:p>
            <a:pPr marL="271462" lvl="1" indent="0">
              <a:buNone/>
            </a:pPr>
            <a:r>
              <a:rPr lang="en-US" altLang="zh-CN" sz="2000" dirty="0"/>
              <a:t>	    </a:t>
            </a:r>
            <a:r>
              <a:rPr lang="en-US" altLang="zh-CN" sz="2000" dirty="0" smtClean="0"/>
              <a:t>		</a:t>
            </a:r>
            <a:r>
              <a:rPr lang="en-US" altLang="zh-CN" sz="2000" dirty="0" err="1" smtClean="0"/>
              <a:t>const</a:t>
            </a:r>
            <a:r>
              <a:rPr lang="en-US" altLang="zh-CN" sz="2000" dirty="0" smtClean="0"/>
              <a:t> </a:t>
            </a:r>
            <a:r>
              <a:rPr lang="en-US" altLang="zh-CN" sz="2000" dirty="0"/>
              <a:t>char *name, </a:t>
            </a:r>
            <a:endParaRPr lang="en-US" altLang="zh-CN" sz="2000" dirty="0" smtClean="0"/>
          </a:p>
          <a:p>
            <a:pPr marL="271462" lvl="1" indent="0">
              <a:buNone/>
            </a:pPr>
            <a:r>
              <a:rPr lang="en-US" altLang="zh-CN" sz="2000" dirty="0"/>
              <a:t>	</a:t>
            </a:r>
            <a:r>
              <a:rPr lang="en-US" altLang="zh-CN" sz="2000" dirty="0" smtClean="0"/>
              <a:t>		void </a:t>
            </a:r>
            <a:r>
              <a:rPr lang="en-US" altLang="zh-CN" sz="2000" dirty="0"/>
              <a:t>*</a:t>
            </a:r>
            <a:r>
              <a:rPr lang="en-US" altLang="zh-CN" sz="2000" dirty="0" err="1" smtClean="0"/>
              <a:t>dev_id</a:t>
            </a:r>
            <a:r>
              <a:rPr lang="en-US" altLang="zh-CN" sz="2000" dirty="0" smtClean="0"/>
              <a:t>)</a:t>
            </a:r>
            <a:r>
              <a:rPr lang="zh-CN" altLang="en-US" sz="2000" dirty="0" smtClean="0"/>
              <a:t>；</a:t>
            </a:r>
            <a:endParaRPr lang="en-US" altLang="zh-CN" sz="1800" dirty="0" smtClean="0"/>
          </a:p>
          <a:p>
            <a:r>
              <a:rPr lang="zh-CN" altLang="en-US" sz="2400" dirty="0" smtClean="0"/>
              <a:t>驱动程序可以选择在初始化的时候安装中断处理程序，也可以在用户打开设备时再安装</a:t>
            </a:r>
          </a:p>
          <a:p>
            <a:pPr lvl="1">
              <a:lnSpc>
                <a:spcPct val="80000"/>
              </a:lnSpc>
              <a:buFont typeface="Wingdings 3" pitchFamily="18" charset="2"/>
              <a:buNone/>
            </a:pPr>
            <a:endParaRPr lang="zh-CN" altLang="en-US" sz="1800" dirty="0" smtClean="0"/>
          </a:p>
        </p:txBody>
      </p:sp>
    </p:spTree>
    <p:extLst>
      <p:ext uri="{BB962C8B-B14F-4D97-AF65-F5344CB8AC3E}">
        <p14:creationId xmlns:p14="http://schemas.microsoft.com/office/powerpoint/2010/main" val="408751986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申请</a:t>
            </a:r>
            <a:r>
              <a:rPr lang="en-US" altLang="zh-CN" dirty="0" smtClean="0"/>
              <a:t>IRQ </a:t>
            </a:r>
            <a:r>
              <a:rPr lang="zh-CN" altLang="en-US" dirty="0" smtClean="0"/>
              <a:t>（</a:t>
            </a:r>
            <a:r>
              <a:rPr lang="en-US" altLang="zh-CN" dirty="0" smtClean="0"/>
              <a:t>cont.</a:t>
            </a:r>
            <a:r>
              <a:rPr lang="zh-CN" altLang="en-US" dirty="0" smtClean="0"/>
              <a:t>）</a:t>
            </a:r>
            <a:endParaRPr lang="zh-CN" altLang="en-US" dirty="0"/>
          </a:p>
        </p:txBody>
      </p:sp>
      <p:sp>
        <p:nvSpPr>
          <p:cNvPr id="3" name="内容占位符 2"/>
          <p:cNvSpPr>
            <a:spLocks noGrp="1"/>
          </p:cNvSpPr>
          <p:nvPr>
            <p:ph idx="1"/>
          </p:nvPr>
        </p:nvSpPr>
        <p:spPr/>
        <p:txBody>
          <a:bodyPr/>
          <a:lstStyle/>
          <a:p>
            <a:r>
              <a:rPr lang="en-US" sz="2000" b="1" dirty="0" err="1" smtClean="0"/>
              <a:t>irq</a:t>
            </a:r>
            <a:r>
              <a:rPr lang="zh-CN" altLang="en-US" sz="2000" dirty="0" smtClean="0"/>
              <a:t>是要申请的中断号。</a:t>
            </a:r>
            <a:endParaRPr lang="en-US" altLang="zh-CN" sz="2000" dirty="0" smtClean="0"/>
          </a:p>
          <a:p>
            <a:endParaRPr lang="zh-CN" altLang="en-US" sz="2000" dirty="0" smtClean="0"/>
          </a:p>
          <a:p>
            <a:r>
              <a:rPr lang="en-US" sz="2000" b="1" dirty="0" smtClean="0"/>
              <a:t>handler</a:t>
            </a:r>
            <a:r>
              <a:rPr lang="zh-CN" altLang="en-US" sz="2000" dirty="0" smtClean="0"/>
              <a:t>是向系统注册的中断处理函数，是一个回调函数，中断发生时，系统调用这个函数，</a:t>
            </a:r>
            <a:r>
              <a:rPr lang="en-US" sz="2000" dirty="0" err="1" smtClean="0"/>
              <a:t>dev</a:t>
            </a:r>
            <a:r>
              <a:rPr lang="zh-CN" altLang="en-US" sz="2000" dirty="0" smtClean="0"/>
              <a:t>参数将被传递给它。</a:t>
            </a:r>
            <a:endParaRPr lang="en-US" altLang="zh-CN" sz="2000" dirty="0" smtClean="0"/>
          </a:p>
          <a:p>
            <a:endParaRPr lang="zh-CN" altLang="en-US" sz="2000" dirty="0" smtClean="0"/>
          </a:p>
          <a:p>
            <a:r>
              <a:rPr lang="en-US" sz="2000" b="1" dirty="0" smtClean="0"/>
              <a:t>flags</a:t>
            </a:r>
            <a:r>
              <a:rPr lang="zh-CN" altLang="en-US" sz="2000" dirty="0" smtClean="0"/>
              <a:t>是中断标志位。若设置了</a:t>
            </a:r>
            <a:r>
              <a:rPr lang="en-US" sz="2000" dirty="0" smtClean="0"/>
              <a:t>IRQF_DISABLED </a:t>
            </a:r>
            <a:r>
              <a:rPr lang="zh-CN" altLang="en-US" sz="2000" dirty="0" smtClean="0"/>
              <a:t>，则表示中断处理程序被调用时屏蔽所有中断；若设置了</a:t>
            </a:r>
            <a:r>
              <a:rPr lang="en-US" sz="2000" dirty="0" smtClean="0"/>
              <a:t>IRQF_SHARED </a:t>
            </a:r>
            <a:r>
              <a:rPr lang="zh-CN" altLang="en-US" sz="2000" dirty="0" smtClean="0"/>
              <a:t>，则表示多个设备共享中断；</a:t>
            </a:r>
            <a:endParaRPr lang="en-US" altLang="zh-CN" sz="2000" dirty="0" smtClean="0"/>
          </a:p>
          <a:p>
            <a:endParaRPr lang="zh-CN" altLang="en-US" sz="2000" dirty="0" smtClean="0"/>
          </a:p>
          <a:p>
            <a:r>
              <a:rPr lang="en-US" sz="2000" b="1" dirty="0" err="1" smtClean="0"/>
              <a:t>dev_id</a:t>
            </a:r>
            <a:r>
              <a:rPr lang="zh-CN" altLang="en-US" sz="2000" dirty="0" smtClean="0"/>
              <a:t>在中断共享时会用到，一般设置为这个设备的设备结构体或者</a:t>
            </a:r>
            <a:r>
              <a:rPr lang="en-US" sz="2000" dirty="0" smtClean="0"/>
              <a:t>NULL</a:t>
            </a:r>
            <a:r>
              <a:rPr lang="zh-CN" altLang="en-US" sz="2000" dirty="0" smtClean="0"/>
              <a:t>。</a:t>
            </a:r>
            <a:endParaRPr lang="en-US" altLang="zh-CN" sz="2000" dirty="0" smtClean="0"/>
          </a:p>
          <a:p>
            <a:endParaRPr lang="zh-CN" altLang="en-US" sz="2000" dirty="0" smtClean="0"/>
          </a:p>
          <a:p>
            <a:r>
              <a:rPr lang="en-US" sz="2000" b="1" dirty="0" smtClean="0"/>
              <a:t>name</a:t>
            </a:r>
            <a:r>
              <a:rPr lang="zh-CN" altLang="en-US" sz="2000" dirty="0" smtClean="0"/>
              <a:t>设置中断名称，在</a:t>
            </a:r>
            <a:r>
              <a:rPr lang="en-US" sz="2000" dirty="0" smtClean="0"/>
              <a:t>cat /proc/interrupts</a:t>
            </a:r>
            <a:r>
              <a:rPr lang="zh-CN" altLang="en-US" sz="2000" dirty="0" smtClean="0"/>
              <a:t>中可以看到此名称。</a:t>
            </a:r>
          </a:p>
          <a:p>
            <a:endParaRPr lang="zh-CN" altLang="en-US" dirty="0"/>
          </a:p>
        </p:txBody>
      </p:sp>
      <p:sp>
        <p:nvSpPr>
          <p:cNvPr id="5" name="日期占位符 4"/>
          <p:cNvSpPr>
            <a:spLocks noGrp="1"/>
          </p:cNvSpPr>
          <p:nvPr>
            <p:ph type="dt" idx="12"/>
          </p:nvPr>
        </p:nvSpPr>
        <p:spPr/>
        <p:txBody>
          <a:bodyPr/>
          <a:lstStyle/>
          <a:p>
            <a:pPr>
              <a:defRPr/>
            </a:pPr>
            <a:r>
              <a:rPr lang="en-US" dirty="0" smtClean="0"/>
              <a:t>2010-12</a:t>
            </a:r>
            <a:endParaRPr lang="en-US" dirty="0"/>
          </a:p>
        </p:txBody>
      </p:sp>
    </p:spTree>
    <p:extLst>
      <p:ext uri="{BB962C8B-B14F-4D97-AF65-F5344CB8AC3E}">
        <p14:creationId xmlns:p14="http://schemas.microsoft.com/office/powerpoint/2010/main" val="286701915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8" name="Rectangle 2"/>
          <p:cNvSpPr>
            <a:spLocks noGrp="1" noChangeArrowheads="1"/>
          </p:cNvSpPr>
          <p:nvPr>
            <p:ph type="title"/>
          </p:nvPr>
        </p:nvSpPr>
        <p:spPr/>
        <p:txBody>
          <a:bodyPr/>
          <a:lstStyle/>
          <a:p>
            <a:r>
              <a:rPr lang="zh-CN" altLang="en-US" smtClean="0"/>
              <a:t>释放</a:t>
            </a:r>
            <a:r>
              <a:rPr lang="en-US" altLang="zh-CN" smtClean="0"/>
              <a:t>IRQ </a:t>
            </a:r>
          </a:p>
        </p:txBody>
      </p:sp>
      <p:sp>
        <p:nvSpPr>
          <p:cNvPr id="374789" name="Rectangle 3"/>
          <p:cNvSpPr>
            <a:spLocks noGrp="1" noChangeArrowheads="1"/>
          </p:cNvSpPr>
          <p:nvPr>
            <p:ph idx="1"/>
          </p:nvPr>
        </p:nvSpPr>
        <p:spPr/>
        <p:txBody>
          <a:bodyPr/>
          <a:lstStyle/>
          <a:p>
            <a:r>
              <a:rPr lang="zh-CN" altLang="en-US" dirty="0" smtClean="0"/>
              <a:t>与</a:t>
            </a:r>
            <a:r>
              <a:rPr lang="en-US" altLang="zh-CN" dirty="0" err="1" smtClean="0"/>
              <a:t>request_irq</a:t>
            </a:r>
            <a:r>
              <a:rPr lang="en-US" altLang="zh-CN" dirty="0" smtClean="0"/>
              <a:t>()</a:t>
            </a:r>
            <a:r>
              <a:rPr lang="zh-CN" altLang="en-US" dirty="0" smtClean="0"/>
              <a:t>向对应的函数为</a:t>
            </a:r>
            <a:r>
              <a:rPr lang="en-US" altLang="zh-CN" dirty="0" err="1" smtClean="0"/>
              <a:t>free_irq</a:t>
            </a:r>
            <a:r>
              <a:rPr lang="en-US" altLang="zh-CN" dirty="0" smtClean="0"/>
              <a:t>()</a:t>
            </a:r>
            <a:r>
              <a:rPr lang="zh-CN" altLang="en-US" dirty="0" smtClean="0"/>
              <a:t>，</a:t>
            </a:r>
            <a:r>
              <a:rPr lang="en-US" altLang="zh-CN" dirty="0" err="1" smtClean="0"/>
              <a:t>free_irq</a:t>
            </a:r>
            <a:r>
              <a:rPr lang="en-US" altLang="zh-CN" dirty="0" smtClean="0"/>
              <a:t>()</a:t>
            </a:r>
            <a:r>
              <a:rPr lang="zh-CN" altLang="en-US" dirty="0" smtClean="0"/>
              <a:t>的原型如下：</a:t>
            </a:r>
          </a:p>
          <a:p>
            <a:pPr lvl="1"/>
            <a:r>
              <a:rPr lang="en-US" altLang="zh-CN" dirty="0" smtClean="0"/>
              <a:t>void </a:t>
            </a:r>
            <a:r>
              <a:rPr lang="en-US" altLang="zh-CN" dirty="0" err="1" smtClean="0"/>
              <a:t>free_irq</a:t>
            </a:r>
            <a:r>
              <a:rPr lang="en-US" altLang="zh-CN" dirty="0" smtClean="0"/>
              <a:t>(unsigned </a:t>
            </a:r>
            <a:r>
              <a:rPr lang="en-US" altLang="zh-CN" dirty="0" err="1" smtClean="0"/>
              <a:t>int</a:t>
            </a:r>
            <a:r>
              <a:rPr lang="en-US" altLang="zh-CN" dirty="0" smtClean="0"/>
              <a:t> </a:t>
            </a:r>
            <a:r>
              <a:rPr lang="en-US" altLang="zh-CN" dirty="0" err="1" smtClean="0"/>
              <a:t>irq,void</a:t>
            </a:r>
            <a:r>
              <a:rPr lang="en-US" altLang="zh-CN" dirty="0" smtClean="0"/>
              <a:t> *</a:t>
            </a:r>
            <a:r>
              <a:rPr lang="en-US" altLang="zh-CN" dirty="0" err="1" smtClean="0"/>
              <a:t>dev_id</a:t>
            </a:r>
            <a:r>
              <a:rPr lang="en-US" altLang="zh-CN" dirty="0" smtClean="0"/>
              <a:t>);</a:t>
            </a:r>
          </a:p>
          <a:p>
            <a:pPr lvl="1"/>
            <a:endParaRPr lang="en-US" altLang="zh-CN" sz="2400" dirty="0" smtClean="0"/>
          </a:p>
          <a:p>
            <a:pPr lvl="1"/>
            <a:r>
              <a:rPr lang="en-US" altLang="zh-CN" sz="2400" dirty="0" err="1" smtClean="0"/>
              <a:t>free_irq</a:t>
            </a:r>
            <a:r>
              <a:rPr lang="en-US" altLang="zh-CN" sz="2400" dirty="0" smtClean="0"/>
              <a:t>()</a:t>
            </a:r>
            <a:r>
              <a:rPr lang="zh-CN" altLang="en-US" sz="2400" dirty="0" smtClean="0"/>
              <a:t>中第二个参数应当与</a:t>
            </a:r>
            <a:r>
              <a:rPr lang="en-US" altLang="zh-CN" sz="2400" dirty="0" err="1" smtClean="0"/>
              <a:t>request_irq</a:t>
            </a:r>
            <a:r>
              <a:rPr lang="en-US" altLang="zh-CN" sz="2400" dirty="0" smtClean="0"/>
              <a:t>()</a:t>
            </a:r>
            <a:r>
              <a:rPr lang="zh-CN" altLang="en-US" sz="2400" dirty="0" smtClean="0"/>
              <a:t>中最后一个参数相同。 </a:t>
            </a:r>
          </a:p>
        </p:txBody>
      </p:sp>
    </p:spTree>
    <p:extLst>
      <p:ext uri="{BB962C8B-B14F-4D97-AF65-F5344CB8AC3E}">
        <p14:creationId xmlns:p14="http://schemas.microsoft.com/office/powerpoint/2010/main" val="29293187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2" name="Rectangle 2"/>
          <p:cNvSpPr>
            <a:spLocks noGrp="1" noChangeArrowheads="1"/>
          </p:cNvSpPr>
          <p:nvPr>
            <p:ph type="title"/>
          </p:nvPr>
        </p:nvSpPr>
        <p:spPr/>
        <p:txBody>
          <a:bodyPr/>
          <a:lstStyle/>
          <a:p>
            <a:r>
              <a:rPr lang="zh-CN" altLang="en-US" smtClean="0"/>
              <a:t>使能和屏蔽中断 </a:t>
            </a:r>
          </a:p>
        </p:txBody>
      </p:sp>
      <p:sp>
        <p:nvSpPr>
          <p:cNvPr id="375813" name="Rectangle 3"/>
          <p:cNvSpPr>
            <a:spLocks noGrp="1" noChangeArrowheads="1"/>
          </p:cNvSpPr>
          <p:nvPr>
            <p:ph idx="1"/>
          </p:nvPr>
        </p:nvSpPr>
        <p:spPr/>
        <p:txBody>
          <a:bodyPr/>
          <a:lstStyle/>
          <a:p>
            <a:r>
              <a:rPr lang="zh-CN" altLang="en-US" dirty="0" smtClean="0"/>
              <a:t>下列</a:t>
            </a:r>
            <a:r>
              <a:rPr lang="en-US" altLang="zh-CN" dirty="0" smtClean="0"/>
              <a:t>3</a:t>
            </a:r>
            <a:r>
              <a:rPr lang="zh-CN" altLang="en-US" dirty="0" smtClean="0"/>
              <a:t>个函数用于屏蔽和使能一个中断源。</a:t>
            </a:r>
          </a:p>
          <a:p>
            <a:pPr lvl="1">
              <a:lnSpc>
                <a:spcPct val="150000"/>
              </a:lnSpc>
            </a:pPr>
            <a:r>
              <a:rPr lang="en-US" altLang="zh-CN" dirty="0" smtClean="0"/>
              <a:t>void </a:t>
            </a:r>
            <a:r>
              <a:rPr lang="en-US" altLang="zh-CN" dirty="0" err="1" smtClean="0"/>
              <a:t>disable_irq</a:t>
            </a:r>
            <a:r>
              <a:rPr lang="en-US" altLang="zh-CN" dirty="0" smtClean="0"/>
              <a:t>(</a:t>
            </a:r>
            <a:r>
              <a:rPr lang="en-US" altLang="zh-CN" dirty="0" err="1" smtClean="0"/>
              <a:t>int</a:t>
            </a:r>
            <a:r>
              <a:rPr lang="en-US" altLang="zh-CN" dirty="0" smtClean="0"/>
              <a:t> </a:t>
            </a:r>
            <a:r>
              <a:rPr lang="en-US" altLang="zh-CN" dirty="0" err="1" smtClean="0"/>
              <a:t>irq</a:t>
            </a:r>
            <a:r>
              <a:rPr lang="en-US" altLang="zh-CN" dirty="0" smtClean="0"/>
              <a:t>);</a:t>
            </a:r>
          </a:p>
          <a:p>
            <a:pPr lvl="1">
              <a:lnSpc>
                <a:spcPct val="150000"/>
              </a:lnSpc>
            </a:pPr>
            <a:r>
              <a:rPr lang="en-US" altLang="zh-CN" dirty="0" smtClean="0"/>
              <a:t>void </a:t>
            </a:r>
            <a:r>
              <a:rPr lang="en-US" altLang="zh-CN" dirty="0" err="1" smtClean="0"/>
              <a:t>disable_irq_nosync</a:t>
            </a:r>
            <a:r>
              <a:rPr lang="en-US" altLang="zh-CN" dirty="0" smtClean="0"/>
              <a:t>(</a:t>
            </a:r>
            <a:r>
              <a:rPr lang="en-US" altLang="zh-CN" dirty="0" err="1" smtClean="0"/>
              <a:t>int</a:t>
            </a:r>
            <a:r>
              <a:rPr lang="en-US" altLang="zh-CN" dirty="0" smtClean="0"/>
              <a:t> </a:t>
            </a:r>
            <a:r>
              <a:rPr lang="en-US" altLang="zh-CN" dirty="0" err="1" smtClean="0"/>
              <a:t>irq</a:t>
            </a:r>
            <a:r>
              <a:rPr lang="en-US" altLang="zh-CN" dirty="0" smtClean="0"/>
              <a:t>);</a:t>
            </a:r>
          </a:p>
          <a:p>
            <a:pPr lvl="1">
              <a:lnSpc>
                <a:spcPct val="150000"/>
              </a:lnSpc>
            </a:pPr>
            <a:r>
              <a:rPr lang="en-US" altLang="zh-CN" dirty="0" smtClean="0"/>
              <a:t>void </a:t>
            </a:r>
            <a:r>
              <a:rPr lang="en-US" altLang="zh-CN" dirty="0" err="1" smtClean="0"/>
              <a:t>enable_irq</a:t>
            </a:r>
            <a:r>
              <a:rPr lang="en-US" altLang="zh-CN" dirty="0" smtClean="0"/>
              <a:t>(</a:t>
            </a:r>
            <a:r>
              <a:rPr lang="en-US" altLang="zh-CN" dirty="0" err="1" smtClean="0"/>
              <a:t>int</a:t>
            </a:r>
            <a:r>
              <a:rPr lang="en-US" altLang="zh-CN" dirty="0" smtClean="0"/>
              <a:t> </a:t>
            </a:r>
            <a:r>
              <a:rPr lang="en-US" altLang="zh-CN" dirty="0" err="1" smtClean="0"/>
              <a:t>irq</a:t>
            </a:r>
            <a:r>
              <a:rPr lang="en-US" altLang="zh-CN" dirty="0" smtClean="0"/>
              <a:t>);</a:t>
            </a:r>
          </a:p>
          <a:p>
            <a:pPr lvl="1"/>
            <a:endParaRPr lang="en-US" altLang="zh-CN" dirty="0" smtClean="0"/>
          </a:p>
          <a:p>
            <a:pPr lvl="2">
              <a:lnSpc>
                <a:spcPct val="150000"/>
              </a:lnSpc>
            </a:pPr>
            <a:r>
              <a:rPr lang="en-US" altLang="zh-CN" dirty="0" err="1" smtClean="0"/>
              <a:t>disable_irq_nosync</a:t>
            </a:r>
            <a:r>
              <a:rPr lang="en-US" altLang="zh-CN" dirty="0" smtClean="0"/>
              <a:t>()</a:t>
            </a:r>
            <a:r>
              <a:rPr lang="zh-CN" altLang="en-US" dirty="0" smtClean="0"/>
              <a:t>与</a:t>
            </a:r>
            <a:r>
              <a:rPr lang="en-US" altLang="zh-CN" dirty="0" err="1" smtClean="0"/>
              <a:t>disable_irq</a:t>
            </a:r>
            <a:r>
              <a:rPr lang="en-US" altLang="zh-CN" dirty="0" smtClean="0"/>
              <a:t>()</a:t>
            </a:r>
            <a:r>
              <a:rPr lang="zh-CN" altLang="en-US" dirty="0" smtClean="0"/>
              <a:t>的区别在于前者立即返回，而后者等待目前的中断处理完成。注意，这</a:t>
            </a:r>
            <a:r>
              <a:rPr lang="en-US" altLang="zh-CN" dirty="0" smtClean="0"/>
              <a:t>3</a:t>
            </a:r>
            <a:r>
              <a:rPr lang="zh-CN" altLang="en-US" dirty="0" smtClean="0"/>
              <a:t>个函数作用于可编程中断控制器，因此，对系统内的所有</a:t>
            </a:r>
            <a:r>
              <a:rPr lang="en-US" altLang="zh-CN" dirty="0" smtClean="0"/>
              <a:t>CPU</a:t>
            </a:r>
            <a:r>
              <a:rPr lang="zh-CN" altLang="en-US" dirty="0" smtClean="0"/>
              <a:t>都生效。 </a:t>
            </a:r>
          </a:p>
        </p:txBody>
      </p:sp>
      <p:sp>
        <p:nvSpPr>
          <p:cNvPr id="375811" name="日期占位符 5"/>
          <p:cNvSpPr>
            <a:spLocks noGrp="1"/>
          </p:cNvSpPr>
          <p:nvPr>
            <p:ph type="dt" idx="12"/>
          </p:nvPr>
        </p:nvSpPr>
        <p:spPr>
          <a:noFill/>
        </p:spPr>
        <p:txBody>
          <a:bodyPr/>
          <a:lstStyle/>
          <a:p>
            <a:endParaRPr lang="en-US" altLang="zh-CN" dirty="0" smtClean="0"/>
          </a:p>
        </p:txBody>
      </p:sp>
    </p:spTree>
    <p:extLst>
      <p:ext uri="{BB962C8B-B14F-4D97-AF65-F5344CB8AC3E}">
        <p14:creationId xmlns:p14="http://schemas.microsoft.com/office/powerpoint/2010/main" val="423158397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6" name="Rectangle 2"/>
          <p:cNvSpPr>
            <a:spLocks noGrp="1" noChangeArrowheads="1"/>
          </p:cNvSpPr>
          <p:nvPr>
            <p:ph type="title"/>
          </p:nvPr>
        </p:nvSpPr>
        <p:spPr/>
        <p:txBody>
          <a:bodyPr/>
          <a:lstStyle/>
          <a:p>
            <a:r>
              <a:rPr lang="zh-CN" altLang="en-US" smtClean="0"/>
              <a:t>中断共享 </a:t>
            </a:r>
          </a:p>
        </p:txBody>
      </p:sp>
      <p:sp>
        <p:nvSpPr>
          <p:cNvPr id="376837" name="Rectangle 3"/>
          <p:cNvSpPr>
            <a:spLocks noGrp="1" noChangeArrowheads="1"/>
          </p:cNvSpPr>
          <p:nvPr>
            <p:ph idx="1"/>
          </p:nvPr>
        </p:nvSpPr>
        <p:spPr/>
        <p:txBody>
          <a:bodyPr/>
          <a:lstStyle/>
          <a:p>
            <a:r>
              <a:rPr lang="zh-CN" altLang="en-US" dirty="0" smtClean="0"/>
              <a:t>多个设备共享一根硬件中断线的情况在实际的硬件系统中广泛存在 </a:t>
            </a:r>
            <a:endParaRPr lang="en-US" altLang="zh-CN" dirty="0" smtClean="0"/>
          </a:p>
          <a:p>
            <a:endParaRPr lang="zh-CN" altLang="en-US" dirty="0" smtClean="0"/>
          </a:p>
          <a:p>
            <a:r>
              <a:rPr lang="zh-CN" altLang="en-US" dirty="0" smtClean="0"/>
              <a:t>申请共享中断 </a:t>
            </a:r>
          </a:p>
          <a:p>
            <a:pPr lvl="1"/>
            <a:r>
              <a:rPr lang="en-US" altLang="zh-CN" dirty="0" smtClean="0"/>
              <a:t>result = </a:t>
            </a:r>
            <a:r>
              <a:rPr lang="en-US" altLang="zh-CN" dirty="0" err="1" smtClean="0"/>
              <a:t>request_irq</a:t>
            </a:r>
            <a:r>
              <a:rPr lang="en-US" altLang="zh-CN" dirty="0" smtClean="0"/>
              <a:t>(</a:t>
            </a:r>
            <a:r>
              <a:rPr lang="en-US" altLang="zh-CN" dirty="0" err="1" smtClean="0"/>
              <a:t>sh_irq</a:t>
            </a:r>
            <a:r>
              <a:rPr lang="en-US" altLang="zh-CN" dirty="0" smtClean="0"/>
              <a:t>, </a:t>
            </a:r>
            <a:r>
              <a:rPr lang="en-US" altLang="zh-CN" dirty="0" err="1" smtClean="0"/>
              <a:t>xxx_interrupt</a:t>
            </a:r>
            <a:r>
              <a:rPr lang="en-US" altLang="zh-CN" dirty="0" smtClean="0"/>
              <a:t>,	IRQF_SHARED, "xxx", </a:t>
            </a:r>
            <a:r>
              <a:rPr lang="en-US" altLang="zh-CN" b="1" dirty="0" err="1" smtClean="0"/>
              <a:t>xxx_dev</a:t>
            </a:r>
            <a:r>
              <a:rPr lang="en-US" altLang="zh-CN" dirty="0" smtClean="0"/>
              <a:t>); </a:t>
            </a:r>
          </a:p>
          <a:p>
            <a:endParaRPr lang="en-US" altLang="zh-CN" dirty="0" smtClean="0"/>
          </a:p>
          <a:p>
            <a:endParaRPr lang="zh-CN" altLang="en-US" dirty="0" smtClean="0"/>
          </a:p>
        </p:txBody>
      </p:sp>
    </p:spTree>
    <p:extLst>
      <p:ext uri="{BB962C8B-B14F-4D97-AF65-F5344CB8AC3E}">
        <p14:creationId xmlns:p14="http://schemas.microsoft.com/office/powerpoint/2010/main" val="269465478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60" name="Rectangle 2"/>
          <p:cNvSpPr>
            <a:spLocks noGrp="1" noChangeArrowheads="1"/>
          </p:cNvSpPr>
          <p:nvPr>
            <p:ph type="title"/>
          </p:nvPr>
        </p:nvSpPr>
        <p:spPr/>
        <p:txBody>
          <a:bodyPr/>
          <a:lstStyle/>
          <a:p>
            <a:r>
              <a:rPr lang="zh-CN" altLang="en-US" smtClean="0"/>
              <a:t>中断共享处理</a:t>
            </a:r>
          </a:p>
        </p:txBody>
      </p:sp>
      <p:sp>
        <p:nvSpPr>
          <p:cNvPr id="377861" name="Rectangle 3"/>
          <p:cNvSpPr>
            <a:spLocks noGrp="1" noChangeArrowheads="1"/>
          </p:cNvSpPr>
          <p:nvPr>
            <p:ph idx="1"/>
          </p:nvPr>
        </p:nvSpPr>
        <p:spPr>
          <a:xfrm>
            <a:off x="1000100" y="1500174"/>
            <a:ext cx="7186634" cy="4210064"/>
          </a:xfrm>
        </p:spPr>
        <p:style>
          <a:lnRef idx="1">
            <a:schemeClr val="dk1"/>
          </a:lnRef>
          <a:fillRef idx="2">
            <a:schemeClr val="dk1"/>
          </a:fillRef>
          <a:effectRef idx="1">
            <a:schemeClr val="dk1"/>
          </a:effectRef>
          <a:fontRef idx="minor">
            <a:schemeClr val="dk1"/>
          </a:fontRef>
        </p:style>
        <p:txBody>
          <a:bodyPr/>
          <a:lstStyle/>
          <a:p>
            <a:pPr>
              <a:lnSpc>
                <a:spcPct val="90000"/>
              </a:lnSpc>
              <a:buFont typeface="Wingdings 3" pitchFamily="18" charset="2"/>
              <a:buNone/>
            </a:pPr>
            <a:r>
              <a:rPr lang="en-US" altLang="zh-CN" sz="2000" dirty="0" err="1" smtClean="0"/>
              <a:t>irqreturn_t</a:t>
            </a:r>
            <a:r>
              <a:rPr lang="en-US" altLang="zh-CN" sz="2000" dirty="0" smtClean="0"/>
              <a:t>  </a:t>
            </a:r>
            <a:r>
              <a:rPr lang="en-US" altLang="zh-CN" sz="2000" dirty="0" err="1" smtClean="0"/>
              <a:t>xxx_interrupt</a:t>
            </a:r>
            <a:r>
              <a:rPr lang="en-US" altLang="zh-CN" sz="2000" dirty="0" smtClean="0"/>
              <a:t>(</a:t>
            </a:r>
            <a:r>
              <a:rPr lang="en-US" altLang="zh-CN" sz="2000" dirty="0" err="1" smtClean="0"/>
              <a:t>int</a:t>
            </a:r>
            <a:r>
              <a:rPr lang="en-US" altLang="zh-CN" sz="2000" dirty="0" smtClean="0"/>
              <a:t> </a:t>
            </a:r>
            <a:r>
              <a:rPr lang="en-US" altLang="zh-CN" sz="2000" dirty="0" err="1" smtClean="0"/>
              <a:t>irq</a:t>
            </a:r>
            <a:r>
              <a:rPr lang="en-US" altLang="zh-CN" sz="2000" dirty="0" smtClean="0"/>
              <a:t>, void *</a:t>
            </a:r>
            <a:r>
              <a:rPr lang="en-US" altLang="zh-CN" sz="2000" dirty="0" err="1" smtClean="0"/>
              <a:t>dev_id</a:t>
            </a:r>
            <a:r>
              <a:rPr lang="en-US" altLang="zh-CN" sz="2000" dirty="0" smtClean="0"/>
              <a:t>)</a:t>
            </a:r>
          </a:p>
          <a:p>
            <a:pPr>
              <a:lnSpc>
                <a:spcPct val="90000"/>
              </a:lnSpc>
              <a:buFont typeface="Wingdings 3" pitchFamily="18" charset="2"/>
              <a:buNone/>
            </a:pPr>
            <a:r>
              <a:rPr lang="en-US" altLang="zh-CN" sz="2000" dirty="0" smtClean="0"/>
              <a:t> {</a:t>
            </a:r>
          </a:p>
          <a:p>
            <a:pPr>
              <a:lnSpc>
                <a:spcPct val="90000"/>
              </a:lnSpc>
              <a:buFont typeface="Wingdings 3" pitchFamily="18" charset="2"/>
              <a:buNone/>
            </a:pPr>
            <a:r>
              <a:rPr lang="en-US" altLang="zh-CN" sz="2000" dirty="0" smtClean="0"/>
              <a:t>		...</a:t>
            </a:r>
          </a:p>
          <a:p>
            <a:pPr>
              <a:lnSpc>
                <a:spcPct val="90000"/>
              </a:lnSpc>
              <a:buFont typeface="Wingdings 3" pitchFamily="18" charset="2"/>
              <a:buNone/>
            </a:pPr>
            <a:r>
              <a:rPr lang="en-US" altLang="zh-CN" sz="2000" dirty="0" smtClean="0"/>
              <a:t>		</a:t>
            </a:r>
            <a:r>
              <a:rPr lang="en-US" altLang="zh-CN" sz="2000" dirty="0" err="1" smtClean="0"/>
              <a:t>int</a:t>
            </a:r>
            <a:r>
              <a:rPr lang="en-US" altLang="zh-CN" sz="2000" dirty="0" smtClean="0"/>
              <a:t> status = </a:t>
            </a:r>
            <a:r>
              <a:rPr lang="en-US" altLang="zh-CN" sz="2000" dirty="0" err="1" smtClean="0"/>
              <a:t>read_int_status</a:t>
            </a:r>
            <a:r>
              <a:rPr lang="en-US" altLang="zh-CN" sz="2000" dirty="0" smtClean="0"/>
              <a:t>();/*</a:t>
            </a:r>
            <a:r>
              <a:rPr lang="zh-CN" altLang="en-US" sz="2000" dirty="0" smtClean="0"/>
              <a:t>获知中断源*</a:t>
            </a:r>
            <a:r>
              <a:rPr lang="en-US" altLang="zh-CN" sz="2000" dirty="0" smtClean="0"/>
              <a:t>/</a:t>
            </a:r>
            <a:endParaRPr lang="en-US" altLang="zh-CN" sz="2000" b="1" dirty="0" smtClean="0"/>
          </a:p>
          <a:p>
            <a:pPr>
              <a:lnSpc>
                <a:spcPct val="90000"/>
              </a:lnSpc>
              <a:buFont typeface="Wingdings 3" pitchFamily="18" charset="2"/>
              <a:buNone/>
            </a:pPr>
            <a:r>
              <a:rPr lang="en-US" altLang="zh-CN" sz="2000" b="1" dirty="0" smtClean="0"/>
              <a:t>		if(!</a:t>
            </a:r>
            <a:r>
              <a:rPr lang="en-US" altLang="zh-CN" sz="2000" b="1" dirty="0" err="1" smtClean="0"/>
              <a:t>is_myint</a:t>
            </a:r>
            <a:r>
              <a:rPr lang="en-US" altLang="zh-CN" sz="2000" b="1" dirty="0" smtClean="0"/>
              <a:t>(</a:t>
            </a:r>
            <a:r>
              <a:rPr lang="en-US" altLang="zh-CN" sz="2000" b="1" dirty="0" err="1" smtClean="0"/>
              <a:t>dev_id,status</a:t>
            </a:r>
            <a:r>
              <a:rPr lang="en-US" altLang="zh-CN" sz="2000" b="1" dirty="0" smtClean="0"/>
              <a:t>))/*</a:t>
            </a:r>
            <a:r>
              <a:rPr lang="zh-CN" altLang="en-US" sz="2000" dirty="0" smtClean="0"/>
              <a:t>判断是否是本设备中断</a:t>
            </a:r>
            <a:r>
              <a:rPr lang="zh-CN" altLang="en-US" sz="2000" b="1" dirty="0" smtClean="0"/>
              <a:t>*</a:t>
            </a:r>
            <a:r>
              <a:rPr lang="en-US" altLang="zh-CN" sz="2000" b="1" dirty="0" smtClean="0"/>
              <a:t>/</a:t>
            </a:r>
          </a:p>
          <a:p>
            <a:pPr>
              <a:lnSpc>
                <a:spcPct val="90000"/>
              </a:lnSpc>
              <a:buFont typeface="Wingdings 3" pitchFamily="18" charset="2"/>
              <a:buNone/>
            </a:pPr>
            <a:r>
              <a:rPr lang="en-US" altLang="zh-CN" sz="2000" b="1" dirty="0" smtClean="0"/>
              <a:t>		{</a:t>
            </a:r>
          </a:p>
          <a:p>
            <a:pPr>
              <a:lnSpc>
                <a:spcPct val="90000"/>
              </a:lnSpc>
              <a:buFont typeface="Wingdings 3" pitchFamily="18" charset="2"/>
              <a:buNone/>
            </a:pPr>
            <a:r>
              <a:rPr lang="en-US" altLang="zh-CN" sz="2000" b="1" dirty="0" smtClean="0"/>
              <a:t>			return IRQ_NONE;  /*</a:t>
            </a:r>
            <a:r>
              <a:rPr lang="zh-CN" altLang="en-US" sz="2000" dirty="0" smtClean="0"/>
              <a:t>立即返回</a:t>
            </a:r>
            <a:r>
              <a:rPr lang="zh-CN" altLang="en-US" sz="2000" b="1" dirty="0" smtClean="0"/>
              <a:t>*</a:t>
            </a:r>
            <a:r>
              <a:rPr lang="en-US" altLang="zh-CN" sz="2000" b="1" dirty="0" smtClean="0"/>
              <a:t>/</a:t>
            </a:r>
          </a:p>
          <a:p>
            <a:pPr>
              <a:lnSpc>
                <a:spcPct val="90000"/>
              </a:lnSpc>
              <a:buFont typeface="Wingdings 3" pitchFamily="18" charset="2"/>
              <a:buNone/>
            </a:pPr>
            <a:r>
              <a:rPr lang="en-US" altLang="zh-CN" sz="2000" b="1" dirty="0" smtClean="0"/>
              <a:t>		 }</a:t>
            </a:r>
            <a:endParaRPr lang="en-US" altLang="zh-CN" sz="2000" dirty="0" smtClean="0"/>
          </a:p>
          <a:p>
            <a:pPr>
              <a:lnSpc>
                <a:spcPct val="90000"/>
              </a:lnSpc>
              <a:buFont typeface="Wingdings 3" pitchFamily="18" charset="2"/>
              <a:buNone/>
            </a:pPr>
            <a:r>
              <a:rPr lang="en-US" altLang="zh-CN" sz="2000" dirty="0" smtClean="0"/>
              <a:t>		...</a:t>
            </a:r>
          </a:p>
          <a:p>
            <a:pPr>
              <a:lnSpc>
                <a:spcPct val="90000"/>
              </a:lnSpc>
              <a:buFont typeface="Wingdings 3" pitchFamily="18" charset="2"/>
              <a:buNone/>
            </a:pPr>
            <a:r>
              <a:rPr lang="en-US" altLang="zh-CN" sz="2000" dirty="0" smtClean="0"/>
              <a:t>		return IRQ_HANDLED;			</a:t>
            </a:r>
          </a:p>
          <a:p>
            <a:pPr>
              <a:lnSpc>
                <a:spcPct val="90000"/>
              </a:lnSpc>
              <a:buFont typeface="Wingdings 3" pitchFamily="18" charset="2"/>
              <a:buNone/>
            </a:pPr>
            <a:r>
              <a:rPr lang="en-US" altLang="zh-CN" sz="2000" dirty="0" smtClean="0"/>
              <a:t>} </a:t>
            </a:r>
          </a:p>
        </p:txBody>
      </p:sp>
    </p:spTree>
    <p:extLst>
      <p:ext uri="{BB962C8B-B14F-4D97-AF65-F5344CB8AC3E}">
        <p14:creationId xmlns:p14="http://schemas.microsoft.com/office/powerpoint/2010/main" val="135944455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8" name="Rectangle 2"/>
          <p:cNvSpPr>
            <a:spLocks noGrp="1" noChangeArrowheads="1"/>
          </p:cNvSpPr>
          <p:nvPr>
            <p:ph type="title" idx="4294967295"/>
          </p:nvPr>
        </p:nvSpPr>
        <p:spPr>
          <a:xfrm>
            <a:off x="500034" y="428604"/>
            <a:ext cx="8221663" cy="982662"/>
          </a:xfrm>
        </p:spPr>
        <p:txBody>
          <a:bodyPr lIns="92075" tIns="46038" rIns="92075" bIns="46038" anchor="ctr"/>
          <a:lstStyle/>
          <a:p>
            <a:r>
              <a:rPr lang="zh-CN" altLang="en-US" dirty="0" smtClean="0"/>
              <a:t>中断处理程序的实现</a:t>
            </a:r>
          </a:p>
        </p:txBody>
      </p:sp>
      <p:sp>
        <p:nvSpPr>
          <p:cNvPr id="379909" name="Rectangle 3"/>
          <p:cNvSpPr>
            <a:spLocks noGrp="1" noChangeArrowheads="1"/>
          </p:cNvSpPr>
          <p:nvPr>
            <p:ph type="body" idx="4294967295"/>
          </p:nvPr>
        </p:nvSpPr>
        <p:spPr>
          <a:xfrm>
            <a:off x="642910" y="1285860"/>
            <a:ext cx="8229600" cy="4418012"/>
          </a:xfrm>
        </p:spPr>
        <p:txBody>
          <a:bodyPr lIns="92075" tIns="46038" rIns="92075" bIns="46038"/>
          <a:lstStyle/>
          <a:p>
            <a:pPr>
              <a:lnSpc>
                <a:spcPct val="150000"/>
              </a:lnSpc>
            </a:pPr>
            <a:r>
              <a:rPr lang="zh-CN" altLang="en-US" sz="2400" dirty="0" smtClean="0"/>
              <a:t>中断处理程序</a:t>
            </a:r>
            <a:r>
              <a:rPr lang="en-US" altLang="zh-CN" sz="2400" dirty="0" smtClean="0"/>
              <a:t>ISR</a:t>
            </a:r>
            <a:r>
              <a:rPr lang="zh-CN" altLang="en-US" sz="2400" dirty="0" smtClean="0"/>
              <a:t>是在中断发生时被调用的用来处理中断的函数</a:t>
            </a:r>
          </a:p>
          <a:p>
            <a:pPr>
              <a:lnSpc>
                <a:spcPct val="150000"/>
              </a:lnSpc>
            </a:pPr>
            <a:r>
              <a:rPr lang="zh-CN" altLang="en-US" sz="2400" dirty="0" smtClean="0"/>
              <a:t>在中断期间运行，不能执行有可能睡眠的操作，不能同用户空间交换数据，不能调用</a:t>
            </a:r>
            <a:r>
              <a:rPr lang="en-US" altLang="zh-CN" sz="2400" dirty="0" smtClean="0"/>
              <a:t>schedule</a:t>
            </a:r>
            <a:r>
              <a:rPr lang="zh-CN" altLang="en-US" sz="2400" dirty="0" smtClean="0"/>
              <a:t>函数放弃调度</a:t>
            </a:r>
          </a:p>
          <a:p>
            <a:pPr>
              <a:lnSpc>
                <a:spcPct val="150000"/>
              </a:lnSpc>
            </a:pPr>
            <a:r>
              <a:rPr lang="zh-CN" altLang="en-US" sz="2400" dirty="0" smtClean="0"/>
              <a:t>实现中断处理有一个原则，就是尽可能快地处理并返回。冗长计算处理工作应该交给</a:t>
            </a:r>
            <a:r>
              <a:rPr lang="en-US" altLang="zh-CN" sz="2400" dirty="0" err="1" smtClean="0"/>
              <a:t>tasklet</a:t>
            </a:r>
            <a:r>
              <a:rPr lang="zh-CN" altLang="en-US" sz="2400" dirty="0" smtClean="0"/>
              <a:t>或任务队列在安全的时间内进行</a:t>
            </a:r>
          </a:p>
          <a:p>
            <a:pPr>
              <a:buFont typeface="Wingdings 3" pitchFamily="18" charset="2"/>
              <a:buNone/>
            </a:pPr>
            <a:endParaRPr lang="zh-CN" altLang="en-US" sz="2400" dirty="0" smtClean="0"/>
          </a:p>
        </p:txBody>
      </p:sp>
    </p:spTree>
    <p:extLst>
      <p:ext uri="{BB962C8B-B14F-4D97-AF65-F5344CB8AC3E}">
        <p14:creationId xmlns:p14="http://schemas.microsoft.com/office/powerpoint/2010/main" val="262333345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dirty="0" smtClean="0"/>
              <a:t>Linux</a:t>
            </a:r>
            <a:r>
              <a:rPr lang="zh-CN" altLang="en-US" dirty="0" smtClean="0"/>
              <a:t>中断底半部机制</a:t>
            </a:r>
            <a:endParaRPr lang="zh-CN" altLang="en-US" dirty="0"/>
          </a:p>
        </p:txBody>
      </p:sp>
      <p:sp>
        <p:nvSpPr>
          <p:cNvPr id="3" name="内容占位符 2"/>
          <p:cNvSpPr>
            <a:spLocks noGrp="1"/>
          </p:cNvSpPr>
          <p:nvPr>
            <p:ph idx="1"/>
          </p:nvPr>
        </p:nvSpPr>
        <p:spPr/>
        <p:txBody>
          <a:bodyPr/>
          <a:lstStyle/>
          <a:p>
            <a:r>
              <a:rPr lang="zh-CN" altLang="en-US" dirty="0" smtClean="0"/>
              <a:t>两个半部的理念：</a:t>
            </a:r>
            <a:endParaRPr lang="en-US" altLang="zh-CN" dirty="0" smtClean="0"/>
          </a:p>
          <a:p>
            <a:pPr lvl="1"/>
            <a:r>
              <a:rPr lang="zh-CN" altLang="en-US" dirty="0" smtClean="0"/>
              <a:t>解决既要中断执行快，又要做的事情多的矛盾。</a:t>
            </a:r>
            <a:endParaRPr lang="en-US" altLang="zh-CN" dirty="0" smtClean="0"/>
          </a:p>
          <a:p>
            <a:pPr lvl="1"/>
            <a:endParaRPr lang="zh-CN" altLang="en-US" dirty="0" smtClean="0"/>
          </a:p>
          <a:p>
            <a:r>
              <a:rPr lang="zh-CN" altLang="en-US" dirty="0" smtClean="0"/>
              <a:t>下半部机制</a:t>
            </a:r>
            <a:endParaRPr lang="en-US" altLang="zh-CN" dirty="0" smtClean="0"/>
          </a:p>
          <a:p>
            <a:pPr lvl="1"/>
            <a:r>
              <a:rPr lang="zh-CN" altLang="en-US" dirty="0" smtClean="0"/>
              <a:t>软中断</a:t>
            </a:r>
            <a:endParaRPr lang="en-US" altLang="zh-CN" dirty="0" smtClean="0"/>
          </a:p>
          <a:p>
            <a:pPr lvl="1"/>
            <a:r>
              <a:rPr lang="en-US" altLang="zh-CN" dirty="0" err="1" smtClean="0"/>
              <a:t>Tasklet</a:t>
            </a:r>
            <a:endParaRPr lang="en-US" altLang="zh-CN" dirty="0" smtClean="0"/>
          </a:p>
          <a:p>
            <a:pPr lvl="1"/>
            <a:r>
              <a:rPr lang="zh-CN" altLang="en-US" dirty="0" smtClean="0"/>
              <a:t>工作队列</a:t>
            </a:r>
            <a:endParaRPr lang="en-US" altLang="zh-CN" dirty="0" smtClean="0"/>
          </a:p>
          <a:p>
            <a:endParaRPr lang="en-US" altLang="zh-CN" dirty="0" smtClean="0"/>
          </a:p>
          <a:p>
            <a:endParaRPr lang="zh-CN" altLang="en-US" dirty="0" smtClean="0"/>
          </a:p>
          <a:p>
            <a:endParaRPr lang="zh-CN" altLang="en-US" dirty="0"/>
          </a:p>
        </p:txBody>
      </p:sp>
      <p:pic>
        <p:nvPicPr>
          <p:cNvPr id="6" name="Picture 8"/>
          <p:cNvPicPr>
            <a:picLocks noChangeAspect="1" noChangeArrowheads="1"/>
          </p:cNvPicPr>
          <p:nvPr/>
        </p:nvPicPr>
        <p:blipFill>
          <a:blip r:embed="rId2" cstate="print"/>
          <a:srcRect/>
          <a:stretch>
            <a:fillRect/>
          </a:stretch>
        </p:blipFill>
        <p:spPr bwMode="auto">
          <a:xfrm>
            <a:off x="5214942" y="2428868"/>
            <a:ext cx="3648075" cy="1584325"/>
          </a:xfrm>
          <a:prstGeom prst="rect">
            <a:avLst/>
          </a:prstGeom>
          <a:noFill/>
          <a:ln w="9525">
            <a:noFill/>
            <a:round/>
            <a:headEnd/>
            <a:tailEnd/>
          </a:ln>
          <a:effectLst/>
        </p:spPr>
      </p:pic>
      <p:pic>
        <p:nvPicPr>
          <p:cNvPr id="7" name="Picture 9"/>
          <p:cNvPicPr>
            <a:picLocks noChangeAspect="1" noChangeArrowheads="1"/>
          </p:cNvPicPr>
          <p:nvPr/>
        </p:nvPicPr>
        <p:blipFill>
          <a:blip r:embed="rId3" cstate="print"/>
          <a:srcRect/>
          <a:stretch>
            <a:fillRect/>
          </a:stretch>
        </p:blipFill>
        <p:spPr bwMode="auto">
          <a:xfrm>
            <a:off x="500034" y="4643446"/>
            <a:ext cx="6781800" cy="1162050"/>
          </a:xfrm>
          <a:prstGeom prst="rect">
            <a:avLst/>
          </a:prstGeom>
          <a:noFill/>
          <a:ln w="9525">
            <a:noFill/>
            <a:round/>
            <a:headEnd/>
            <a:tailEnd/>
          </a:ln>
          <a:effectLst/>
        </p:spPr>
      </p:pic>
    </p:spTree>
    <p:extLst>
      <p:ext uri="{BB962C8B-B14F-4D97-AF65-F5344CB8AC3E}">
        <p14:creationId xmlns:p14="http://schemas.microsoft.com/office/powerpoint/2010/main" val="405925402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en-US" altLang="zh-CN" dirty="0" smtClean="0"/>
              <a:t>Linux</a:t>
            </a:r>
            <a:r>
              <a:rPr lang="zh-CN" altLang="en-US" dirty="0" smtClean="0"/>
              <a:t>软中断机制</a:t>
            </a:r>
            <a:endParaRPr lang="zh-CN" altLang="en-US" dirty="0"/>
          </a:p>
        </p:txBody>
      </p:sp>
      <p:sp>
        <p:nvSpPr>
          <p:cNvPr id="3" name="内容占位符 2"/>
          <p:cNvSpPr>
            <a:spLocks noGrp="1"/>
          </p:cNvSpPr>
          <p:nvPr>
            <p:ph idx="1"/>
          </p:nvPr>
        </p:nvSpPr>
        <p:spPr/>
        <p:txBody>
          <a:bodyPr/>
          <a:lstStyle/>
          <a:p>
            <a:r>
              <a:rPr lang="zh-CN" altLang="en-US" dirty="0" smtClean="0"/>
              <a:t>软中断是利用硬件中断的概念，用软件方式进行模拟，实现宏观上的异步执行效果。硬中断是外部设备对</a:t>
            </a:r>
            <a:r>
              <a:rPr lang="en-US" altLang="zh-CN" dirty="0" smtClean="0"/>
              <a:t>CPU</a:t>
            </a:r>
            <a:r>
              <a:rPr lang="zh-CN" altLang="en-US" dirty="0" smtClean="0"/>
              <a:t>的中断，软中断通常是硬中断服务程序对内核的中断</a:t>
            </a:r>
            <a:endParaRPr lang="en-US" altLang="zh-CN" dirty="0" smtClean="0"/>
          </a:p>
          <a:p>
            <a:endParaRPr lang="en-US" altLang="zh-CN" dirty="0" smtClean="0"/>
          </a:p>
          <a:p>
            <a:r>
              <a:rPr lang="zh-CN" altLang="en-US" dirty="0" smtClean="0"/>
              <a:t>软中断的一种典型应用就是所谓的</a:t>
            </a:r>
            <a:r>
              <a:rPr lang="en-US" altLang="zh-CN" dirty="0" smtClean="0"/>
              <a:t>"</a:t>
            </a:r>
            <a:r>
              <a:rPr lang="zh-CN" altLang="en-US" dirty="0" smtClean="0"/>
              <a:t>下半部</a:t>
            </a:r>
            <a:r>
              <a:rPr lang="en-US" altLang="zh-CN" dirty="0" smtClean="0"/>
              <a:t>"</a:t>
            </a:r>
            <a:r>
              <a:rPr lang="zh-CN" altLang="en-US" dirty="0" smtClean="0"/>
              <a:t>（</a:t>
            </a:r>
            <a:r>
              <a:rPr lang="en-US" dirty="0" smtClean="0"/>
              <a:t>bottom half）</a:t>
            </a:r>
            <a:endParaRPr lang="zh-CN" altLang="en-US" dirty="0"/>
          </a:p>
        </p:txBody>
      </p:sp>
    </p:spTree>
    <p:extLst>
      <p:ext uri="{BB962C8B-B14F-4D97-AF65-F5344CB8AC3E}">
        <p14:creationId xmlns:p14="http://schemas.microsoft.com/office/powerpoint/2010/main" val="289052200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6" name="Rectangle 2"/>
          <p:cNvSpPr>
            <a:spLocks noGrp="1" noChangeArrowheads="1"/>
          </p:cNvSpPr>
          <p:nvPr>
            <p:ph type="title" idx="4294967295"/>
          </p:nvPr>
        </p:nvSpPr>
        <p:spPr>
          <a:xfrm>
            <a:off x="484188" y="620713"/>
            <a:ext cx="8659812" cy="533400"/>
          </a:xfrm>
        </p:spPr>
        <p:txBody>
          <a:bodyPr lIns="92075" tIns="46038" rIns="92075" bIns="46038" anchor="ctr"/>
          <a:lstStyle/>
          <a:p>
            <a:r>
              <a:rPr lang="zh-CN" altLang="en-US" dirty="0" smtClean="0"/>
              <a:t>驱动程序延缓执行机制</a:t>
            </a:r>
          </a:p>
        </p:txBody>
      </p:sp>
      <p:sp>
        <p:nvSpPr>
          <p:cNvPr id="381957" name="Rectangle 3"/>
          <p:cNvSpPr>
            <a:spLocks noGrp="1" noChangeArrowheads="1"/>
          </p:cNvSpPr>
          <p:nvPr>
            <p:ph type="body" idx="4294967295"/>
          </p:nvPr>
        </p:nvSpPr>
        <p:spPr>
          <a:xfrm>
            <a:off x="500034" y="1285860"/>
            <a:ext cx="8229600" cy="4910138"/>
          </a:xfrm>
        </p:spPr>
        <p:txBody>
          <a:bodyPr lIns="92075" tIns="46038" rIns="92075" bIns="46038"/>
          <a:lstStyle/>
          <a:p>
            <a:pPr>
              <a:lnSpc>
                <a:spcPct val="150000"/>
              </a:lnSpc>
            </a:pPr>
            <a:r>
              <a:rPr lang="en-US" altLang="zh-CN" dirty="0" err="1" smtClean="0"/>
              <a:t>Tasklet</a:t>
            </a:r>
            <a:r>
              <a:rPr lang="zh-CN" altLang="en-US" dirty="0" smtClean="0"/>
              <a:t>和下半部处理</a:t>
            </a:r>
          </a:p>
          <a:p>
            <a:pPr>
              <a:lnSpc>
                <a:spcPct val="150000"/>
              </a:lnSpc>
            </a:pPr>
            <a:r>
              <a:rPr lang="en-US" altLang="zh-CN" dirty="0" err="1" smtClean="0"/>
              <a:t>workqueue</a:t>
            </a:r>
            <a:r>
              <a:rPr lang="zh-CN" altLang="en-US" dirty="0" smtClean="0"/>
              <a:t>和下半部处理</a:t>
            </a:r>
          </a:p>
          <a:p>
            <a:pPr>
              <a:lnSpc>
                <a:spcPct val="150000"/>
              </a:lnSpc>
            </a:pPr>
            <a:r>
              <a:rPr lang="zh-CN" altLang="en-US" dirty="0" smtClean="0"/>
              <a:t>内核定时器</a:t>
            </a:r>
            <a:endParaRPr lang="en-US" altLang="zh-CN" dirty="0" smtClean="0"/>
          </a:p>
        </p:txBody>
      </p:sp>
    </p:spTree>
    <p:extLst>
      <p:ext uri="{BB962C8B-B14F-4D97-AF65-F5344CB8AC3E}">
        <p14:creationId xmlns:p14="http://schemas.microsoft.com/office/powerpoint/2010/main" val="418085414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4" name="Rectangle 2"/>
          <p:cNvSpPr>
            <a:spLocks noGrp="1" noChangeArrowheads="1"/>
          </p:cNvSpPr>
          <p:nvPr>
            <p:ph type="title" idx="4294967295"/>
          </p:nvPr>
        </p:nvSpPr>
        <p:spPr>
          <a:xfrm>
            <a:off x="428596" y="285728"/>
            <a:ext cx="8221663" cy="982662"/>
          </a:xfrm>
        </p:spPr>
        <p:txBody>
          <a:bodyPr lIns="92075" tIns="46038" rIns="92075" bIns="46038" anchor="ctr"/>
          <a:lstStyle/>
          <a:p>
            <a:r>
              <a:rPr lang="en-US" altLang="zh-CN" dirty="0" err="1" smtClean="0"/>
              <a:t>tasklet</a:t>
            </a:r>
            <a:r>
              <a:rPr lang="zh-CN" altLang="en-US" dirty="0" smtClean="0"/>
              <a:t>和下半部处理</a:t>
            </a:r>
          </a:p>
        </p:txBody>
      </p:sp>
      <p:sp>
        <p:nvSpPr>
          <p:cNvPr id="384005" name="Rectangle 3"/>
          <p:cNvSpPr>
            <a:spLocks noGrp="1" noChangeArrowheads="1"/>
          </p:cNvSpPr>
          <p:nvPr>
            <p:ph type="body" idx="4294967295"/>
          </p:nvPr>
        </p:nvSpPr>
        <p:spPr>
          <a:xfrm>
            <a:off x="500034" y="1214422"/>
            <a:ext cx="8229600" cy="4910138"/>
          </a:xfrm>
        </p:spPr>
        <p:txBody>
          <a:bodyPr lIns="92075" tIns="46038" rIns="92075" bIns="46038"/>
          <a:lstStyle/>
          <a:p>
            <a:pPr>
              <a:lnSpc>
                <a:spcPct val="150000"/>
              </a:lnSpc>
            </a:pPr>
            <a:r>
              <a:rPr lang="zh-CN" altLang="en-US" sz="2400" dirty="0" smtClean="0"/>
              <a:t>常用</a:t>
            </a:r>
            <a:r>
              <a:rPr lang="en-US" altLang="zh-CN" sz="2400" dirty="0" err="1" smtClean="0"/>
              <a:t>tasklet</a:t>
            </a:r>
            <a:r>
              <a:rPr lang="zh-CN" altLang="en-US" sz="2400" dirty="0" smtClean="0"/>
              <a:t>和</a:t>
            </a:r>
            <a:r>
              <a:rPr lang="en-US" altLang="zh-CN" sz="2400" dirty="0" err="1" smtClean="0"/>
              <a:t>workqueue</a:t>
            </a:r>
            <a:r>
              <a:rPr lang="zh-CN" altLang="en-US" sz="2400" dirty="0" smtClean="0"/>
              <a:t>两种机制实现下半部</a:t>
            </a:r>
          </a:p>
          <a:p>
            <a:pPr>
              <a:lnSpc>
                <a:spcPct val="150000"/>
              </a:lnSpc>
            </a:pPr>
            <a:r>
              <a:rPr lang="en-US" altLang="zh-CN" sz="2400" dirty="0" err="1" smtClean="0"/>
              <a:t>tasklet</a:t>
            </a:r>
            <a:r>
              <a:rPr lang="zh-CN" altLang="en-US" sz="2400" dirty="0" smtClean="0"/>
              <a:t>机制：</a:t>
            </a:r>
          </a:p>
          <a:p>
            <a:pPr lvl="1">
              <a:lnSpc>
                <a:spcPct val="150000"/>
              </a:lnSpc>
            </a:pPr>
            <a:r>
              <a:rPr lang="en-US" altLang="zh-CN" sz="2000" dirty="0" err="1" smtClean="0"/>
              <a:t>tasklet</a:t>
            </a:r>
            <a:r>
              <a:rPr lang="zh-CN" altLang="en-US" sz="2000" dirty="0" smtClean="0"/>
              <a:t>和任务队列都把任务延迟到安全时间执行的一种方式，都在中断期间运行</a:t>
            </a:r>
          </a:p>
          <a:p>
            <a:pPr lvl="1">
              <a:lnSpc>
                <a:spcPct val="150000"/>
              </a:lnSpc>
            </a:pPr>
            <a:r>
              <a:rPr lang="zh-CN" altLang="en-US" sz="2000" dirty="0" smtClean="0"/>
              <a:t>每个</a:t>
            </a:r>
            <a:r>
              <a:rPr lang="en-US" altLang="zh-CN" sz="2000" dirty="0" err="1" smtClean="0"/>
              <a:t>tasklet</a:t>
            </a:r>
            <a:r>
              <a:rPr lang="zh-CN" altLang="en-US" sz="2000" dirty="0" smtClean="0"/>
              <a:t>都和一个函数相关联。当</a:t>
            </a:r>
            <a:r>
              <a:rPr lang="en-US" altLang="zh-CN" sz="2000" dirty="0" err="1" smtClean="0"/>
              <a:t>tasklet</a:t>
            </a:r>
            <a:r>
              <a:rPr lang="zh-CN" altLang="en-US" sz="2000" dirty="0" smtClean="0"/>
              <a:t>被运行时，该函数就被调用，并且</a:t>
            </a:r>
            <a:r>
              <a:rPr lang="en-US" altLang="zh-CN" sz="2000" dirty="0" err="1" smtClean="0"/>
              <a:t>tasklet</a:t>
            </a:r>
            <a:r>
              <a:rPr lang="zh-CN" altLang="en-US" sz="2000" dirty="0" smtClean="0"/>
              <a:t>可以调度自己</a:t>
            </a:r>
          </a:p>
        </p:txBody>
      </p:sp>
    </p:spTree>
    <p:extLst>
      <p:ext uri="{BB962C8B-B14F-4D97-AF65-F5344CB8AC3E}">
        <p14:creationId xmlns:p14="http://schemas.microsoft.com/office/powerpoint/2010/main" val="384040232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8" name="Rectangle 2"/>
          <p:cNvSpPr>
            <a:spLocks noGrp="1" noChangeArrowheads="1"/>
          </p:cNvSpPr>
          <p:nvPr>
            <p:ph type="title"/>
          </p:nvPr>
        </p:nvSpPr>
        <p:spPr>
          <a:xfrm>
            <a:off x="468313" y="549275"/>
            <a:ext cx="8229600" cy="609600"/>
          </a:xfrm>
        </p:spPr>
        <p:txBody>
          <a:bodyPr/>
          <a:lstStyle/>
          <a:p>
            <a:r>
              <a:rPr lang="en-US" altLang="zh-CN" smtClean="0"/>
              <a:t>Tasklet</a:t>
            </a:r>
            <a:r>
              <a:rPr lang="zh-CN" altLang="en-US" smtClean="0"/>
              <a:t>的实现</a:t>
            </a:r>
          </a:p>
        </p:txBody>
      </p:sp>
      <p:sp>
        <p:nvSpPr>
          <p:cNvPr id="385029" name="Rectangle 3"/>
          <p:cNvSpPr>
            <a:spLocks noGrp="1" noChangeArrowheads="1"/>
          </p:cNvSpPr>
          <p:nvPr>
            <p:ph idx="1"/>
          </p:nvPr>
        </p:nvSpPr>
        <p:spPr/>
        <p:txBody>
          <a:bodyPr/>
          <a:lstStyle/>
          <a:p>
            <a:pPr>
              <a:lnSpc>
                <a:spcPct val="150000"/>
              </a:lnSpc>
            </a:pPr>
            <a:r>
              <a:rPr lang="zh-CN" altLang="en-US" dirty="0" smtClean="0"/>
              <a:t>定义一个处理函数 </a:t>
            </a:r>
          </a:p>
          <a:p>
            <a:pPr lvl="1">
              <a:lnSpc>
                <a:spcPct val="150000"/>
              </a:lnSpc>
            </a:pPr>
            <a:r>
              <a:rPr lang="en-US" altLang="zh-CN" dirty="0" smtClean="0"/>
              <a:t>void </a:t>
            </a:r>
            <a:r>
              <a:rPr lang="en-US" altLang="zh-CN" dirty="0" err="1" smtClean="0"/>
              <a:t>my_tasklet_func</a:t>
            </a:r>
            <a:r>
              <a:rPr lang="en-US" altLang="zh-CN" dirty="0" smtClean="0"/>
              <a:t>(unsigned  long);</a:t>
            </a:r>
            <a:r>
              <a:rPr lang="en-US" altLang="zh-CN" sz="2800" dirty="0" smtClean="0"/>
              <a:t> </a:t>
            </a:r>
          </a:p>
          <a:p>
            <a:pPr>
              <a:lnSpc>
                <a:spcPct val="150000"/>
              </a:lnSpc>
            </a:pPr>
            <a:r>
              <a:rPr lang="zh-CN" altLang="en-US" dirty="0" smtClean="0"/>
              <a:t>定义一个</a:t>
            </a:r>
            <a:r>
              <a:rPr lang="en-US" altLang="zh-CN" dirty="0" err="1" smtClean="0"/>
              <a:t>tasklet</a:t>
            </a:r>
            <a:r>
              <a:rPr lang="zh-CN" altLang="en-US" dirty="0" smtClean="0"/>
              <a:t>结构</a:t>
            </a:r>
            <a:r>
              <a:rPr lang="en-US" altLang="zh-CN" dirty="0" err="1" smtClean="0"/>
              <a:t>my_tasklet</a:t>
            </a:r>
            <a:r>
              <a:rPr lang="zh-CN" altLang="en-US" dirty="0" smtClean="0"/>
              <a:t>，与</a:t>
            </a:r>
            <a:r>
              <a:rPr lang="en-US" altLang="zh-CN" dirty="0" err="1" smtClean="0"/>
              <a:t>my_tasklet_func</a:t>
            </a:r>
            <a:r>
              <a:rPr lang="en-US" altLang="zh-CN" dirty="0" smtClean="0"/>
              <a:t>(data)</a:t>
            </a:r>
            <a:r>
              <a:rPr lang="zh-CN" altLang="en-US" dirty="0" smtClean="0"/>
              <a:t>函数相关联 </a:t>
            </a:r>
          </a:p>
          <a:p>
            <a:pPr lvl="1">
              <a:lnSpc>
                <a:spcPct val="150000"/>
              </a:lnSpc>
            </a:pPr>
            <a:r>
              <a:rPr lang="en-US" altLang="zh-CN" dirty="0" smtClean="0"/>
              <a:t>DECLARE_TASKLET(</a:t>
            </a:r>
            <a:r>
              <a:rPr lang="en-US" altLang="zh-CN" dirty="0" err="1" smtClean="0"/>
              <a:t>my_tasklet</a:t>
            </a:r>
            <a:r>
              <a:rPr lang="en-US" altLang="zh-CN" dirty="0" smtClean="0"/>
              <a:t>, </a:t>
            </a:r>
            <a:r>
              <a:rPr lang="en-US" altLang="zh-CN" dirty="0" err="1" smtClean="0"/>
              <a:t>my_tasklet_func</a:t>
            </a:r>
            <a:r>
              <a:rPr lang="en-US" altLang="zh-CN" dirty="0" smtClean="0"/>
              <a:t>, data);</a:t>
            </a:r>
          </a:p>
          <a:p>
            <a:pPr>
              <a:lnSpc>
                <a:spcPct val="150000"/>
              </a:lnSpc>
            </a:pPr>
            <a:r>
              <a:rPr lang="zh-CN" altLang="en-US" dirty="0" smtClean="0"/>
              <a:t>调度</a:t>
            </a:r>
            <a:r>
              <a:rPr lang="en-US" altLang="zh-CN" dirty="0" err="1" smtClean="0"/>
              <a:t>tasklet</a:t>
            </a:r>
            <a:r>
              <a:rPr lang="en-US" altLang="zh-CN" dirty="0" smtClean="0"/>
              <a:t> </a:t>
            </a:r>
          </a:p>
          <a:p>
            <a:pPr lvl="1">
              <a:lnSpc>
                <a:spcPct val="150000"/>
              </a:lnSpc>
            </a:pPr>
            <a:r>
              <a:rPr lang="en-US" altLang="zh-CN" dirty="0" err="1" smtClean="0"/>
              <a:t>tasklet_schedule</a:t>
            </a:r>
            <a:r>
              <a:rPr lang="en-US" altLang="zh-CN" dirty="0" smtClean="0"/>
              <a:t>(&amp;</a:t>
            </a:r>
            <a:r>
              <a:rPr lang="en-US" altLang="zh-CN" dirty="0" err="1" smtClean="0"/>
              <a:t>my_tasklet</a:t>
            </a:r>
            <a:r>
              <a:rPr lang="en-US" altLang="zh-CN" dirty="0" smtClean="0"/>
              <a:t>);</a:t>
            </a:r>
            <a:r>
              <a:rPr lang="en-US" altLang="zh-CN" sz="2800" dirty="0" smtClean="0"/>
              <a:t> </a:t>
            </a:r>
            <a:endParaRPr lang="en-US" altLang="zh-CN" dirty="0" smtClean="0"/>
          </a:p>
          <a:p>
            <a:endParaRPr lang="zh-CN" altLang="en-US" dirty="0" smtClean="0"/>
          </a:p>
        </p:txBody>
      </p:sp>
    </p:spTree>
    <p:extLst>
      <p:ext uri="{BB962C8B-B14F-4D97-AF65-F5344CB8AC3E}">
        <p14:creationId xmlns:p14="http://schemas.microsoft.com/office/powerpoint/2010/main" val="360759297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2" name="Rectangle 2"/>
          <p:cNvSpPr>
            <a:spLocks noGrp="1" noChangeArrowheads="1"/>
          </p:cNvSpPr>
          <p:nvPr>
            <p:ph type="title" idx="4294967295"/>
          </p:nvPr>
        </p:nvSpPr>
        <p:spPr>
          <a:xfrm>
            <a:off x="214282" y="285728"/>
            <a:ext cx="8221663" cy="911224"/>
          </a:xfrm>
        </p:spPr>
        <p:txBody>
          <a:bodyPr lIns="92075" tIns="46038" rIns="92075" bIns="46038" anchor="ctr"/>
          <a:lstStyle/>
          <a:p>
            <a:r>
              <a:rPr lang="zh-CN" altLang="en-US" dirty="0" smtClean="0"/>
              <a:t>工作队列和下半部处理</a:t>
            </a:r>
          </a:p>
        </p:txBody>
      </p:sp>
      <p:sp>
        <p:nvSpPr>
          <p:cNvPr id="386053" name="Rectangle 3"/>
          <p:cNvSpPr>
            <a:spLocks noGrp="1" noChangeArrowheads="1"/>
          </p:cNvSpPr>
          <p:nvPr>
            <p:ph type="body" idx="4294967295"/>
          </p:nvPr>
        </p:nvSpPr>
        <p:spPr>
          <a:xfrm>
            <a:off x="357158" y="1214422"/>
            <a:ext cx="8229600" cy="4910137"/>
          </a:xfrm>
        </p:spPr>
        <p:txBody>
          <a:bodyPr lIns="92075" tIns="46038" rIns="92075" bIns="46038"/>
          <a:lstStyle/>
          <a:p>
            <a:pPr>
              <a:lnSpc>
                <a:spcPct val="150000"/>
              </a:lnSpc>
            </a:pPr>
            <a:r>
              <a:rPr lang="zh-CN" altLang="en-US" dirty="0" smtClean="0"/>
              <a:t>工作队列的使用方法和</a:t>
            </a:r>
            <a:r>
              <a:rPr lang="en-US" altLang="zh-CN" dirty="0" err="1" smtClean="0"/>
              <a:t>tasklet</a:t>
            </a:r>
            <a:r>
              <a:rPr lang="zh-CN" altLang="en-US" dirty="0" smtClean="0"/>
              <a:t>非常相似 </a:t>
            </a:r>
          </a:p>
          <a:p>
            <a:pPr>
              <a:lnSpc>
                <a:spcPct val="150000"/>
              </a:lnSpc>
            </a:pPr>
            <a:r>
              <a:rPr lang="en-US" altLang="zh-CN" dirty="0" err="1" smtClean="0"/>
              <a:t>tasklet</a:t>
            </a:r>
            <a:r>
              <a:rPr lang="zh-CN" altLang="en-US" dirty="0" smtClean="0"/>
              <a:t>运行于中断上下文 </a:t>
            </a:r>
          </a:p>
          <a:p>
            <a:pPr>
              <a:lnSpc>
                <a:spcPct val="150000"/>
              </a:lnSpc>
            </a:pPr>
            <a:r>
              <a:rPr lang="zh-CN" altLang="en-US" dirty="0" smtClean="0"/>
              <a:t>工作队列运行于进程上下文 </a:t>
            </a:r>
            <a:endParaRPr lang="zh-CN" altLang="en-US" sz="2000" dirty="0" smtClean="0"/>
          </a:p>
          <a:p>
            <a:pPr>
              <a:lnSpc>
                <a:spcPct val="150000"/>
              </a:lnSpc>
            </a:pPr>
            <a:r>
              <a:rPr lang="en-US" altLang="zh-CN" dirty="0" err="1" smtClean="0"/>
              <a:t>tasklet</a:t>
            </a:r>
            <a:r>
              <a:rPr lang="zh-CN" altLang="en-US" dirty="0" smtClean="0"/>
              <a:t>处理函数中不能睡眠，而工作队列处理函数中允许睡眠 </a:t>
            </a:r>
            <a:endParaRPr lang="zh-CN" altLang="en-US" sz="2000" dirty="0" smtClean="0"/>
          </a:p>
        </p:txBody>
      </p:sp>
    </p:spTree>
    <p:extLst>
      <p:ext uri="{BB962C8B-B14F-4D97-AF65-F5344CB8AC3E}">
        <p14:creationId xmlns:p14="http://schemas.microsoft.com/office/powerpoint/2010/main" val="350979331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6" name="Rectangle 2"/>
          <p:cNvSpPr>
            <a:spLocks noGrp="1" noChangeArrowheads="1"/>
          </p:cNvSpPr>
          <p:nvPr>
            <p:ph type="title"/>
          </p:nvPr>
        </p:nvSpPr>
        <p:spPr>
          <a:xfrm>
            <a:off x="457200" y="377825"/>
            <a:ext cx="8221663" cy="679450"/>
          </a:xfrm>
        </p:spPr>
        <p:txBody>
          <a:bodyPr/>
          <a:lstStyle/>
          <a:p>
            <a:r>
              <a:rPr lang="zh-CN" altLang="en-US" smtClean="0"/>
              <a:t>工作队列的实现</a:t>
            </a:r>
          </a:p>
        </p:txBody>
      </p:sp>
      <p:sp>
        <p:nvSpPr>
          <p:cNvPr id="387077" name="Rectangle 3"/>
          <p:cNvSpPr>
            <a:spLocks noGrp="1" noChangeArrowheads="1"/>
          </p:cNvSpPr>
          <p:nvPr>
            <p:ph idx="1"/>
          </p:nvPr>
        </p:nvSpPr>
        <p:spPr/>
        <p:txBody>
          <a:bodyPr/>
          <a:lstStyle/>
          <a:p>
            <a:r>
              <a:rPr lang="zh-CN" altLang="en-US" dirty="0" smtClean="0"/>
              <a:t>定义一个工作队列 </a:t>
            </a:r>
          </a:p>
          <a:p>
            <a:pPr lvl="1"/>
            <a:r>
              <a:rPr lang="en-US" altLang="zh-CN" dirty="0" err="1" smtClean="0"/>
              <a:t>struct</a:t>
            </a:r>
            <a:r>
              <a:rPr lang="en-US" altLang="zh-CN" dirty="0" smtClean="0"/>
              <a:t> </a:t>
            </a:r>
            <a:r>
              <a:rPr lang="en-US" altLang="zh-CN" dirty="0" err="1" smtClean="0"/>
              <a:t>work_struct</a:t>
            </a:r>
            <a:r>
              <a:rPr lang="en-US" altLang="zh-CN" dirty="0" smtClean="0"/>
              <a:t> </a:t>
            </a:r>
            <a:r>
              <a:rPr lang="en-US" altLang="zh-CN" dirty="0" err="1" smtClean="0"/>
              <a:t>my_wq</a:t>
            </a:r>
            <a:r>
              <a:rPr lang="en-US" altLang="zh-CN" dirty="0" smtClean="0"/>
              <a:t>; </a:t>
            </a:r>
          </a:p>
          <a:p>
            <a:pPr lvl="1"/>
            <a:endParaRPr lang="en-US" altLang="zh-CN" dirty="0" smtClean="0"/>
          </a:p>
          <a:p>
            <a:r>
              <a:rPr lang="zh-CN" altLang="en-US" dirty="0" smtClean="0"/>
              <a:t>定义一个处理函数 </a:t>
            </a:r>
          </a:p>
          <a:p>
            <a:pPr lvl="1"/>
            <a:r>
              <a:rPr lang="en-US" altLang="zh-CN" dirty="0" smtClean="0"/>
              <a:t>void </a:t>
            </a:r>
            <a:r>
              <a:rPr lang="en-US" altLang="zh-CN" dirty="0" err="1" smtClean="0"/>
              <a:t>my_wq_func</a:t>
            </a:r>
            <a:r>
              <a:rPr lang="en-US" altLang="zh-CN" dirty="0" smtClean="0"/>
              <a:t>(unsigned long) </a:t>
            </a:r>
            <a:r>
              <a:rPr lang="zh-CN" altLang="en-US" dirty="0" smtClean="0"/>
              <a:t>；</a:t>
            </a:r>
            <a:endParaRPr lang="en-US" altLang="zh-CN" dirty="0" smtClean="0"/>
          </a:p>
          <a:p>
            <a:pPr lvl="1"/>
            <a:endParaRPr lang="zh-CN" altLang="en-US" dirty="0" smtClean="0"/>
          </a:p>
          <a:p>
            <a:r>
              <a:rPr lang="zh-CN" altLang="en-US" dirty="0" smtClean="0"/>
              <a:t>初始化工作队列并将其与处理函数绑定 </a:t>
            </a:r>
          </a:p>
          <a:p>
            <a:pPr lvl="1"/>
            <a:r>
              <a:rPr lang="en-US" altLang="zh-CN" dirty="0" smtClean="0"/>
              <a:t>INIT_WORK(&amp;</a:t>
            </a:r>
            <a:r>
              <a:rPr lang="en-US" altLang="zh-CN" dirty="0" err="1" smtClean="0"/>
              <a:t>my_wq</a:t>
            </a:r>
            <a:r>
              <a:rPr lang="en-US" altLang="zh-CN" dirty="0" smtClean="0"/>
              <a:t>, </a:t>
            </a:r>
            <a:r>
              <a:rPr lang="en-US" altLang="zh-CN" dirty="0" err="1" smtClean="0"/>
              <a:t>my_wq_func</a:t>
            </a:r>
            <a:r>
              <a:rPr lang="en-US" altLang="zh-CN" dirty="0" smtClean="0"/>
              <a:t>); </a:t>
            </a:r>
          </a:p>
          <a:p>
            <a:pPr lvl="1"/>
            <a:endParaRPr lang="en-US" altLang="zh-CN" dirty="0" smtClean="0"/>
          </a:p>
          <a:p>
            <a:r>
              <a:rPr lang="zh-CN" altLang="en-US" dirty="0" smtClean="0"/>
              <a:t>调度工作队列执行 </a:t>
            </a:r>
          </a:p>
          <a:p>
            <a:pPr lvl="1"/>
            <a:r>
              <a:rPr lang="en-US" altLang="zh-CN" dirty="0" err="1" smtClean="0"/>
              <a:t>schedule_work</a:t>
            </a:r>
            <a:r>
              <a:rPr lang="en-US" altLang="zh-CN" dirty="0" smtClean="0"/>
              <a:t>(&amp;</a:t>
            </a:r>
            <a:r>
              <a:rPr lang="en-US" altLang="zh-CN" dirty="0" err="1" smtClean="0"/>
              <a:t>my_wq</a:t>
            </a:r>
            <a:r>
              <a:rPr lang="en-US" altLang="zh-CN" dirty="0" smtClean="0"/>
              <a:t>); </a:t>
            </a:r>
          </a:p>
          <a:p>
            <a:endParaRPr lang="zh-CN" altLang="en-US" dirty="0" smtClean="0"/>
          </a:p>
        </p:txBody>
      </p:sp>
    </p:spTree>
    <p:extLst>
      <p:ext uri="{BB962C8B-B14F-4D97-AF65-F5344CB8AC3E}">
        <p14:creationId xmlns:p14="http://schemas.microsoft.com/office/powerpoint/2010/main" val="191355211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8" name="Rectangle 2"/>
          <p:cNvSpPr>
            <a:spLocks noGrp="1" noChangeArrowheads="1"/>
          </p:cNvSpPr>
          <p:nvPr>
            <p:ph type="title" idx="4294967295"/>
          </p:nvPr>
        </p:nvSpPr>
        <p:spPr>
          <a:xfrm>
            <a:off x="357158" y="357166"/>
            <a:ext cx="8221663" cy="982662"/>
          </a:xfrm>
        </p:spPr>
        <p:txBody>
          <a:bodyPr lIns="92075" tIns="46038" rIns="92075" bIns="46038" anchor="ctr"/>
          <a:lstStyle/>
          <a:p>
            <a:r>
              <a:rPr lang="zh-CN" altLang="en-US" dirty="0" smtClean="0"/>
              <a:t>内核中的时间流</a:t>
            </a:r>
          </a:p>
        </p:txBody>
      </p:sp>
      <p:sp>
        <p:nvSpPr>
          <p:cNvPr id="390149" name="Rectangle 3"/>
          <p:cNvSpPr>
            <a:spLocks noGrp="1" noChangeArrowheads="1"/>
          </p:cNvSpPr>
          <p:nvPr>
            <p:ph type="body" idx="4294967295"/>
          </p:nvPr>
        </p:nvSpPr>
        <p:spPr>
          <a:xfrm>
            <a:off x="571472" y="1357298"/>
            <a:ext cx="8229600" cy="4910137"/>
          </a:xfrm>
        </p:spPr>
        <p:txBody>
          <a:bodyPr lIns="92075" tIns="46038" rIns="92075" bIns="46038"/>
          <a:lstStyle/>
          <a:p>
            <a:pPr>
              <a:lnSpc>
                <a:spcPct val="150000"/>
              </a:lnSpc>
            </a:pPr>
            <a:r>
              <a:rPr lang="zh-CN" altLang="en-US" dirty="0" smtClean="0"/>
              <a:t>设备驱动程序需要获得时间信息以及定时服务，包括获取高低分辨率的时间</a:t>
            </a:r>
          </a:p>
          <a:p>
            <a:pPr>
              <a:lnSpc>
                <a:spcPct val="150000"/>
              </a:lnSpc>
            </a:pPr>
            <a:r>
              <a:rPr lang="zh-CN" altLang="en-US" dirty="0" smtClean="0"/>
              <a:t>内核中关于时间的一个重要概念</a:t>
            </a:r>
            <a:r>
              <a:rPr lang="en-US" altLang="zh-CN" dirty="0" smtClean="0"/>
              <a:t>jiffies</a:t>
            </a:r>
          </a:p>
          <a:p>
            <a:pPr lvl="1">
              <a:lnSpc>
                <a:spcPct val="150000"/>
              </a:lnSpc>
            </a:pPr>
            <a:r>
              <a:rPr lang="en-US" altLang="zh-CN" dirty="0" smtClean="0"/>
              <a:t>jiffies</a:t>
            </a:r>
            <a:r>
              <a:rPr lang="zh-CN" altLang="en-US" dirty="0" smtClean="0"/>
              <a:t>每隔一个固定时间就会增加</a:t>
            </a:r>
            <a:r>
              <a:rPr lang="en-US" altLang="zh-CN" dirty="0" smtClean="0"/>
              <a:t>1</a:t>
            </a:r>
            <a:r>
              <a:rPr lang="zh-CN" altLang="en-US" dirty="0" smtClean="0"/>
              <a:t>，这个固定间隔由定时器中断来实现</a:t>
            </a:r>
          </a:p>
          <a:p>
            <a:pPr lvl="1">
              <a:lnSpc>
                <a:spcPct val="150000"/>
              </a:lnSpc>
            </a:pPr>
            <a:r>
              <a:rPr lang="zh-CN" altLang="en-US" dirty="0" smtClean="0"/>
              <a:t>每秒钟产生多少个定时器中断，由在</a:t>
            </a:r>
            <a:r>
              <a:rPr lang="en-US" altLang="zh-CN" dirty="0" smtClean="0"/>
              <a:t>&lt;</a:t>
            </a:r>
            <a:r>
              <a:rPr lang="en-US" altLang="zh-CN" dirty="0" err="1" smtClean="0"/>
              <a:t>linux</a:t>
            </a:r>
            <a:r>
              <a:rPr lang="en-US" altLang="zh-CN" dirty="0" smtClean="0"/>
              <a:t>/</a:t>
            </a:r>
            <a:r>
              <a:rPr lang="en-US" altLang="zh-CN" dirty="0" err="1" smtClean="0"/>
              <a:t>param.h</a:t>
            </a:r>
            <a:r>
              <a:rPr lang="en-US" altLang="zh-CN" dirty="0" smtClean="0"/>
              <a:t>&gt;</a:t>
            </a:r>
            <a:r>
              <a:rPr lang="zh-CN" altLang="en-US" dirty="0" smtClean="0"/>
              <a:t>中定义的宏</a:t>
            </a:r>
            <a:r>
              <a:rPr lang="en-US" altLang="zh-CN" dirty="0" smtClean="0"/>
              <a:t>HZ</a:t>
            </a:r>
            <a:r>
              <a:rPr lang="zh-CN" altLang="en-US" dirty="0" smtClean="0"/>
              <a:t>确定</a:t>
            </a:r>
          </a:p>
        </p:txBody>
      </p:sp>
    </p:spTree>
    <p:extLst>
      <p:ext uri="{BB962C8B-B14F-4D97-AF65-F5344CB8AC3E}">
        <p14:creationId xmlns:p14="http://schemas.microsoft.com/office/powerpoint/2010/main" val="51876563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2" name="Rectangle 2"/>
          <p:cNvSpPr>
            <a:spLocks noGrp="1" noChangeArrowheads="1"/>
          </p:cNvSpPr>
          <p:nvPr>
            <p:ph type="title" idx="4294967295"/>
          </p:nvPr>
        </p:nvSpPr>
        <p:spPr>
          <a:xfrm>
            <a:off x="357158" y="357166"/>
            <a:ext cx="8221663" cy="982662"/>
          </a:xfrm>
        </p:spPr>
        <p:txBody>
          <a:bodyPr lIns="92075" tIns="46038" rIns="92075" bIns="46038" anchor="ctr"/>
          <a:lstStyle/>
          <a:p>
            <a:r>
              <a:rPr lang="zh-CN" altLang="en-US" dirty="0" smtClean="0"/>
              <a:t>获取当前时间</a:t>
            </a:r>
          </a:p>
        </p:txBody>
      </p:sp>
      <p:sp>
        <p:nvSpPr>
          <p:cNvPr id="391173" name="Rectangle 3"/>
          <p:cNvSpPr>
            <a:spLocks noGrp="1" noChangeArrowheads="1"/>
          </p:cNvSpPr>
          <p:nvPr>
            <p:ph type="body" idx="4294967295"/>
          </p:nvPr>
        </p:nvSpPr>
        <p:spPr>
          <a:xfrm>
            <a:off x="428596" y="1357298"/>
            <a:ext cx="8221663" cy="4902200"/>
          </a:xfrm>
        </p:spPr>
        <p:txBody>
          <a:bodyPr lIns="92075" tIns="46038" rIns="92075" bIns="46038"/>
          <a:lstStyle/>
          <a:p>
            <a:pPr>
              <a:lnSpc>
                <a:spcPct val="150000"/>
              </a:lnSpc>
            </a:pPr>
            <a:r>
              <a:rPr lang="zh-CN" altLang="en-US" sz="2400" dirty="0" smtClean="0"/>
              <a:t>获取当前时间一般通过</a:t>
            </a:r>
            <a:r>
              <a:rPr lang="en-US" altLang="zh-CN" sz="2400" dirty="0" smtClean="0"/>
              <a:t>jiffies</a:t>
            </a:r>
            <a:r>
              <a:rPr lang="zh-CN" altLang="en-US" sz="2400" dirty="0" smtClean="0"/>
              <a:t>，通常用来测量不同事件之间的时间间隔</a:t>
            </a:r>
            <a:endParaRPr lang="en-US" altLang="zh-CN" sz="2400" dirty="0" smtClean="0"/>
          </a:p>
          <a:p>
            <a:pPr>
              <a:lnSpc>
                <a:spcPct val="150000"/>
              </a:lnSpc>
            </a:pPr>
            <a:endParaRPr lang="zh-CN" altLang="en-US" sz="2400" dirty="0" smtClean="0"/>
          </a:p>
          <a:p>
            <a:pPr>
              <a:lnSpc>
                <a:spcPct val="150000"/>
              </a:lnSpc>
            </a:pPr>
            <a:r>
              <a:rPr lang="zh-CN" altLang="en-US" sz="2400" dirty="0" smtClean="0"/>
              <a:t>如果要获取当前时间，可以使用</a:t>
            </a:r>
            <a:r>
              <a:rPr lang="en-US" altLang="zh-CN" sz="2400" dirty="0" err="1" smtClean="0"/>
              <a:t>do_gettimeofday</a:t>
            </a:r>
            <a:r>
              <a:rPr lang="zh-CN" altLang="en-US" sz="2400" dirty="0" smtClean="0"/>
              <a:t>函数，该函数填充一个</a:t>
            </a:r>
            <a:r>
              <a:rPr lang="en-US" altLang="zh-CN" sz="2400" dirty="0" err="1" smtClean="0"/>
              <a:t>struct</a:t>
            </a:r>
            <a:r>
              <a:rPr lang="en-US" altLang="zh-CN" sz="2400" dirty="0" smtClean="0"/>
              <a:t> </a:t>
            </a:r>
            <a:r>
              <a:rPr lang="en-US" altLang="zh-CN" sz="2400" dirty="0" err="1" smtClean="0"/>
              <a:t>timeval</a:t>
            </a:r>
            <a:r>
              <a:rPr lang="zh-CN" altLang="en-US" sz="2400" dirty="0" smtClean="0"/>
              <a:t>结构，接近微秒的分辨率</a:t>
            </a:r>
          </a:p>
        </p:txBody>
      </p:sp>
    </p:spTree>
    <p:extLst>
      <p:ext uri="{BB962C8B-B14F-4D97-AF65-F5344CB8AC3E}">
        <p14:creationId xmlns:p14="http://schemas.microsoft.com/office/powerpoint/2010/main" val="73500035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5" name="日期占位符 3"/>
          <p:cNvSpPr>
            <a:spLocks noGrp="1"/>
          </p:cNvSpPr>
          <p:nvPr>
            <p:ph type="dt" idx="12"/>
          </p:nvPr>
        </p:nvSpPr>
        <p:spPr>
          <a:noFill/>
        </p:spPr>
        <p:txBody>
          <a:bodyPr/>
          <a:lstStyle/>
          <a:p>
            <a:endParaRPr lang="en-US" altLang="zh-CN" dirty="0" smtClean="0"/>
          </a:p>
        </p:txBody>
      </p:sp>
      <p:sp>
        <p:nvSpPr>
          <p:cNvPr id="365570" name="Rectangle 2"/>
          <p:cNvSpPr>
            <a:spLocks noGrp="1" noChangeArrowheads="1"/>
          </p:cNvSpPr>
          <p:nvPr>
            <p:ph type="title" idx="4294967295"/>
          </p:nvPr>
        </p:nvSpPr>
        <p:spPr>
          <a:xfrm>
            <a:off x="571472" y="428604"/>
            <a:ext cx="8221663" cy="982662"/>
          </a:xfrm>
        </p:spPr>
        <p:txBody>
          <a:bodyPr lIns="92075" tIns="46038" rIns="92075" bIns="46038" anchor="ctr"/>
          <a:lstStyle/>
          <a:p>
            <a:pPr>
              <a:defRPr/>
            </a:pPr>
            <a:r>
              <a:rPr lang="zh-CN" altLang="en-US" dirty="0" smtClean="0"/>
              <a:t>延迟执行</a:t>
            </a:r>
          </a:p>
        </p:txBody>
      </p:sp>
      <p:sp>
        <p:nvSpPr>
          <p:cNvPr id="392197" name="Rectangle 3"/>
          <p:cNvSpPr>
            <a:spLocks noGrp="1" noChangeArrowheads="1"/>
          </p:cNvSpPr>
          <p:nvPr>
            <p:ph type="body" idx="4294967295"/>
          </p:nvPr>
        </p:nvSpPr>
        <p:spPr>
          <a:xfrm>
            <a:off x="428596" y="1285860"/>
            <a:ext cx="7615238" cy="4643470"/>
          </a:xfrm>
        </p:spPr>
        <p:txBody>
          <a:bodyPr lIns="92075" tIns="46038" rIns="92075" bIns="46038"/>
          <a:lstStyle/>
          <a:p>
            <a:r>
              <a:rPr lang="zh-CN" altLang="en-US" sz="2400" dirty="0" smtClean="0"/>
              <a:t>驱动程序为了让硬件有足够的事件完成一些任务，常常需要将特定的代码延后一段时间来执行</a:t>
            </a:r>
          </a:p>
          <a:p>
            <a:pPr lvl="1"/>
            <a:r>
              <a:rPr lang="zh-CN" altLang="en-US" dirty="0" smtClean="0"/>
              <a:t>长延迟定义为：延迟时间多于若干个</a:t>
            </a:r>
            <a:r>
              <a:rPr lang="en-US" altLang="zh-CN" dirty="0" smtClean="0"/>
              <a:t>jiffy</a:t>
            </a:r>
            <a:r>
              <a:rPr lang="zh-CN" altLang="en-US" dirty="0" smtClean="0"/>
              <a:t>，实现长延迟可以用查询</a:t>
            </a:r>
            <a:r>
              <a:rPr lang="en-US" altLang="zh-CN" dirty="0" smtClean="0"/>
              <a:t>jiffies</a:t>
            </a:r>
            <a:r>
              <a:rPr lang="zh-CN" altLang="en-US" dirty="0" smtClean="0"/>
              <a:t>的方法：</a:t>
            </a:r>
            <a:r>
              <a:rPr lang="en-US" altLang="zh-CN" dirty="0" err="1" smtClean="0"/>
              <a:t>time_before</a:t>
            </a:r>
            <a:r>
              <a:rPr lang="en-US" altLang="zh-CN" dirty="0" smtClean="0"/>
              <a:t>(jiffies, </a:t>
            </a:r>
            <a:r>
              <a:rPr lang="en-US" altLang="zh-CN" dirty="0" err="1" smtClean="0"/>
              <a:t>new_jiffies</a:t>
            </a:r>
            <a:r>
              <a:rPr lang="en-US" altLang="zh-CN" dirty="0" smtClean="0"/>
              <a:t>);  </a:t>
            </a:r>
            <a:r>
              <a:rPr lang="en-US" altLang="zh-CN" dirty="0" err="1" smtClean="0"/>
              <a:t>time_after</a:t>
            </a:r>
            <a:r>
              <a:rPr lang="en-US" altLang="zh-CN" dirty="0" smtClean="0"/>
              <a:t>(</a:t>
            </a:r>
            <a:r>
              <a:rPr lang="en-US" altLang="zh-CN" dirty="0" err="1" smtClean="0"/>
              <a:t>new_jiffies</a:t>
            </a:r>
            <a:r>
              <a:rPr lang="en-US" altLang="zh-CN" dirty="0" smtClean="0"/>
              <a:t>, jiffies);</a:t>
            </a:r>
          </a:p>
          <a:p>
            <a:pPr lvl="1">
              <a:lnSpc>
                <a:spcPct val="90000"/>
              </a:lnSpc>
            </a:pPr>
            <a:endParaRPr lang="en-US" altLang="zh-CN" sz="2000" dirty="0" smtClean="0"/>
          </a:p>
          <a:p>
            <a:pPr>
              <a:lnSpc>
                <a:spcPct val="90000"/>
              </a:lnSpc>
            </a:pPr>
            <a:r>
              <a:rPr lang="zh-CN" altLang="en-US" sz="2400" dirty="0" smtClean="0"/>
              <a:t>短延迟定义为：延迟时间接近或短于一个</a:t>
            </a:r>
            <a:r>
              <a:rPr lang="en-US" altLang="zh-CN" sz="2400" dirty="0" smtClean="0"/>
              <a:t>jiffy</a:t>
            </a:r>
          </a:p>
          <a:p>
            <a:pPr lvl="1">
              <a:lnSpc>
                <a:spcPct val="90000"/>
              </a:lnSpc>
            </a:pPr>
            <a:r>
              <a:rPr lang="zh-CN" altLang="en-US" dirty="0" smtClean="0"/>
              <a:t>调用</a:t>
            </a:r>
            <a:r>
              <a:rPr lang="en-US" altLang="zh-CN" dirty="0" err="1" smtClean="0"/>
              <a:t>udelay</a:t>
            </a:r>
            <a:r>
              <a:rPr lang="zh-CN" altLang="en-US" dirty="0" smtClean="0"/>
              <a:t>和</a:t>
            </a:r>
            <a:r>
              <a:rPr lang="en-US" altLang="zh-CN" dirty="0" err="1" smtClean="0"/>
              <a:t>mdelay</a:t>
            </a:r>
            <a:r>
              <a:rPr lang="zh-CN" altLang="en-US" dirty="0" smtClean="0"/>
              <a:t>，忙等待函数，大量消耗</a:t>
            </a:r>
            <a:r>
              <a:rPr lang="en-US" altLang="zh-CN" dirty="0" smtClean="0"/>
              <a:t>CPU</a:t>
            </a:r>
            <a:r>
              <a:rPr lang="zh-CN" altLang="en-US" dirty="0" smtClean="0"/>
              <a:t>时间</a:t>
            </a:r>
          </a:p>
          <a:p>
            <a:pPr lvl="1">
              <a:lnSpc>
                <a:spcPct val="90000"/>
              </a:lnSpc>
            </a:pPr>
            <a:r>
              <a:rPr lang="zh-CN" altLang="en-US" dirty="0" smtClean="0"/>
              <a:t>函数</a:t>
            </a:r>
            <a:r>
              <a:rPr lang="en-US" altLang="zh-CN" dirty="0" err="1" smtClean="0"/>
              <a:t>udelay</a:t>
            </a:r>
            <a:r>
              <a:rPr lang="zh-CN" altLang="en-US" dirty="0" smtClean="0"/>
              <a:t>使用软件循环来延迟指定数目的微秒数</a:t>
            </a:r>
          </a:p>
          <a:p>
            <a:pPr lvl="1">
              <a:lnSpc>
                <a:spcPct val="90000"/>
              </a:lnSpc>
            </a:pPr>
            <a:r>
              <a:rPr lang="zh-CN" altLang="en-US" dirty="0" smtClean="0"/>
              <a:t>函数</a:t>
            </a:r>
            <a:r>
              <a:rPr lang="en-US" altLang="zh-CN" dirty="0" err="1" smtClean="0"/>
              <a:t>mdelay</a:t>
            </a:r>
            <a:r>
              <a:rPr lang="zh-CN" altLang="en-US" dirty="0" smtClean="0"/>
              <a:t>使用</a:t>
            </a:r>
            <a:r>
              <a:rPr lang="en-US" altLang="zh-CN" dirty="0" err="1" smtClean="0"/>
              <a:t>udelay</a:t>
            </a:r>
            <a:r>
              <a:rPr lang="zh-CN" altLang="en-US" dirty="0" smtClean="0"/>
              <a:t>嵌套来实现更长的毫秒级延迟</a:t>
            </a:r>
          </a:p>
        </p:txBody>
      </p:sp>
    </p:spTree>
    <p:extLst>
      <p:ext uri="{BB962C8B-B14F-4D97-AF65-F5344CB8AC3E}">
        <p14:creationId xmlns:p14="http://schemas.microsoft.com/office/powerpoint/2010/main" val="226914839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9" name="日期占位符 3"/>
          <p:cNvSpPr>
            <a:spLocks noGrp="1"/>
          </p:cNvSpPr>
          <p:nvPr>
            <p:ph type="dt" idx="12"/>
          </p:nvPr>
        </p:nvSpPr>
        <p:spPr>
          <a:noFill/>
        </p:spPr>
        <p:txBody>
          <a:bodyPr/>
          <a:lstStyle/>
          <a:p>
            <a:endParaRPr lang="en-US" altLang="zh-CN" dirty="0" smtClean="0"/>
          </a:p>
        </p:txBody>
      </p:sp>
      <p:sp>
        <p:nvSpPr>
          <p:cNvPr id="374786" name="Rectangle 2"/>
          <p:cNvSpPr>
            <a:spLocks noGrp="1" noChangeArrowheads="1"/>
          </p:cNvSpPr>
          <p:nvPr>
            <p:ph type="title" idx="4294967295"/>
          </p:nvPr>
        </p:nvSpPr>
        <p:spPr>
          <a:xfrm>
            <a:off x="285720" y="285728"/>
            <a:ext cx="8221663" cy="982662"/>
          </a:xfrm>
        </p:spPr>
        <p:txBody>
          <a:bodyPr lIns="92075" tIns="46038" rIns="92075" bIns="46038" anchor="ctr"/>
          <a:lstStyle/>
          <a:p>
            <a:pPr>
              <a:defRPr/>
            </a:pPr>
            <a:r>
              <a:rPr lang="zh-CN" altLang="en-US" dirty="0" smtClean="0"/>
              <a:t>内核定时器</a:t>
            </a:r>
          </a:p>
        </p:txBody>
      </p:sp>
      <p:sp>
        <p:nvSpPr>
          <p:cNvPr id="393221" name="Rectangle 3"/>
          <p:cNvSpPr>
            <a:spLocks noGrp="1" noChangeArrowheads="1"/>
          </p:cNvSpPr>
          <p:nvPr>
            <p:ph type="body" idx="4294967295"/>
          </p:nvPr>
        </p:nvSpPr>
        <p:spPr>
          <a:xfrm>
            <a:off x="428596" y="1357298"/>
            <a:ext cx="8221663" cy="4902200"/>
          </a:xfrm>
        </p:spPr>
        <p:txBody>
          <a:bodyPr lIns="92075" tIns="46038" rIns="92075" bIns="46038"/>
          <a:lstStyle/>
          <a:p>
            <a:pPr>
              <a:lnSpc>
                <a:spcPct val="150000"/>
              </a:lnSpc>
            </a:pPr>
            <a:r>
              <a:rPr lang="zh-CN" altLang="en-US" sz="2400" dirty="0" smtClean="0"/>
              <a:t>驱动程序可以注册一个内核定时器，来指定一个函数在未来某个时间执行</a:t>
            </a:r>
          </a:p>
          <a:p>
            <a:pPr>
              <a:lnSpc>
                <a:spcPct val="150000"/>
              </a:lnSpc>
            </a:pPr>
            <a:r>
              <a:rPr lang="zh-CN" altLang="en-US" sz="2400" dirty="0" smtClean="0"/>
              <a:t>定时器只执行一次，当超时后就会被内核调用一次</a:t>
            </a:r>
          </a:p>
          <a:p>
            <a:pPr>
              <a:lnSpc>
                <a:spcPct val="150000"/>
              </a:lnSpc>
            </a:pPr>
            <a:r>
              <a:rPr lang="zh-CN" altLang="en-US" sz="2400" dirty="0" smtClean="0"/>
              <a:t>超时值是一个</a:t>
            </a:r>
            <a:r>
              <a:rPr lang="en-US" altLang="zh-CN" sz="2400" dirty="0" smtClean="0"/>
              <a:t>jiffies</a:t>
            </a:r>
            <a:r>
              <a:rPr lang="zh-CN" altLang="en-US" sz="2400" dirty="0" smtClean="0"/>
              <a:t>值，当</a:t>
            </a:r>
            <a:r>
              <a:rPr lang="en-US" altLang="zh-CN" sz="2400" dirty="0" smtClean="0"/>
              <a:t>jiffies</a:t>
            </a:r>
            <a:r>
              <a:rPr lang="zh-CN" altLang="en-US" sz="2400" dirty="0" smtClean="0"/>
              <a:t>值大于超时值</a:t>
            </a:r>
            <a:r>
              <a:rPr lang="en-US" altLang="zh-CN" sz="2400" dirty="0" smtClean="0"/>
              <a:t>timer-&gt;expires</a:t>
            </a:r>
            <a:r>
              <a:rPr lang="zh-CN" altLang="en-US" sz="2400" dirty="0" smtClean="0"/>
              <a:t>时，</a:t>
            </a:r>
            <a:r>
              <a:rPr lang="en-US" altLang="zh-CN" sz="2400" dirty="0" smtClean="0"/>
              <a:t>timer-&gt;function</a:t>
            </a:r>
            <a:r>
              <a:rPr lang="zh-CN" altLang="en-US" sz="2400" dirty="0" smtClean="0"/>
              <a:t>函数就会被运行</a:t>
            </a:r>
          </a:p>
        </p:txBody>
      </p:sp>
    </p:spTree>
    <p:extLst>
      <p:ext uri="{BB962C8B-B14F-4D97-AF65-F5344CB8AC3E}">
        <p14:creationId xmlns:p14="http://schemas.microsoft.com/office/powerpoint/2010/main" val="402188219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Rectangle 2"/>
          <p:cNvSpPr>
            <a:spLocks noGrp="1" noChangeArrowheads="1"/>
          </p:cNvSpPr>
          <p:nvPr>
            <p:ph type="title"/>
          </p:nvPr>
        </p:nvSpPr>
        <p:spPr/>
        <p:txBody>
          <a:bodyPr/>
          <a:lstStyle/>
          <a:p>
            <a:pPr>
              <a:defRPr/>
            </a:pPr>
            <a:r>
              <a:rPr lang="zh-CN" altLang="en-US" dirty="0" smtClean="0"/>
              <a:t>内核定时器的使用</a:t>
            </a:r>
          </a:p>
        </p:txBody>
      </p:sp>
      <p:sp>
        <p:nvSpPr>
          <p:cNvPr id="394245" name="Rectangle 3"/>
          <p:cNvSpPr>
            <a:spLocks noGrp="1" noChangeArrowheads="1"/>
          </p:cNvSpPr>
          <p:nvPr>
            <p:ph idx="1"/>
          </p:nvPr>
        </p:nvSpPr>
        <p:spPr/>
        <p:txBody>
          <a:bodyPr/>
          <a:lstStyle/>
          <a:p>
            <a:pPr>
              <a:lnSpc>
                <a:spcPct val="80000"/>
              </a:lnSpc>
            </a:pPr>
            <a:r>
              <a:rPr lang="zh-CN" altLang="en-US" sz="2400" dirty="0" smtClean="0"/>
              <a:t>定义一个名为</a:t>
            </a:r>
            <a:r>
              <a:rPr lang="en-US" altLang="zh-CN" sz="2400" dirty="0" err="1" smtClean="0"/>
              <a:t>my_timer</a:t>
            </a:r>
            <a:r>
              <a:rPr lang="zh-CN" altLang="en-US" sz="2400" dirty="0" smtClean="0"/>
              <a:t>的定时器</a:t>
            </a:r>
            <a:endParaRPr lang="en-US" altLang="zh-CN" sz="2400" dirty="0" smtClean="0"/>
          </a:p>
          <a:p>
            <a:pPr lvl="1">
              <a:lnSpc>
                <a:spcPct val="80000"/>
              </a:lnSpc>
            </a:pPr>
            <a:r>
              <a:rPr lang="en-US" altLang="zh-CN" dirty="0" err="1" smtClean="0"/>
              <a:t>struct</a:t>
            </a:r>
            <a:r>
              <a:rPr lang="en-US" altLang="zh-CN" dirty="0" smtClean="0"/>
              <a:t> </a:t>
            </a:r>
            <a:r>
              <a:rPr lang="en-US" altLang="zh-CN" dirty="0" err="1" smtClean="0"/>
              <a:t>timer_list</a:t>
            </a:r>
            <a:r>
              <a:rPr lang="en-US" altLang="zh-CN" dirty="0" smtClean="0"/>
              <a:t>  </a:t>
            </a:r>
            <a:r>
              <a:rPr lang="en-US" altLang="zh-CN" dirty="0" err="1" smtClean="0"/>
              <a:t>my_timer</a:t>
            </a:r>
            <a:r>
              <a:rPr lang="en-US" altLang="zh-CN" dirty="0" smtClean="0"/>
              <a:t>; </a:t>
            </a:r>
          </a:p>
          <a:p>
            <a:pPr lvl="1">
              <a:lnSpc>
                <a:spcPct val="80000"/>
              </a:lnSpc>
            </a:pPr>
            <a:endParaRPr lang="en-US" altLang="zh-CN" sz="1800" dirty="0" smtClean="0"/>
          </a:p>
          <a:p>
            <a:pPr>
              <a:lnSpc>
                <a:spcPct val="80000"/>
              </a:lnSpc>
            </a:pPr>
            <a:r>
              <a:rPr lang="zh-CN" altLang="en-US" sz="2400" dirty="0" smtClean="0"/>
              <a:t>初始化定时器</a:t>
            </a:r>
            <a:r>
              <a:rPr lang="zh-CN" altLang="en-US" sz="2000" dirty="0" smtClean="0"/>
              <a:t> </a:t>
            </a:r>
          </a:p>
          <a:p>
            <a:pPr lvl="1">
              <a:lnSpc>
                <a:spcPct val="80000"/>
              </a:lnSpc>
            </a:pPr>
            <a:r>
              <a:rPr lang="en-US" altLang="zh-CN" dirty="0" smtClean="0"/>
              <a:t>void  </a:t>
            </a:r>
            <a:r>
              <a:rPr lang="en-US" altLang="zh-CN" dirty="0" err="1" smtClean="0"/>
              <a:t>init_timer</a:t>
            </a:r>
            <a:r>
              <a:rPr lang="en-US" altLang="zh-CN" dirty="0" smtClean="0"/>
              <a:t>(</a:t>
            </a:r>
            <a:r>
              <a:rPr lang="en-US" altLang="zh-CN" dirty="0" err="1" smtClean="0"/>
              <a:t>struct</a:t>
            </a:r>
            <a:r>
              <a:rPr lang="en-US" altLang="zh-CN" dirty="0" smtClean="0"/>
              <a:t> </a:t>
            </a:r>
            <a:r>
              <a:rPr lang="en-US" altLang="zh-CN" dirty="0" err="1" smtClean="0"/>
              <a:t>timer_list</a:t>
            </a:r>
            <a:r>
              <a:rPr lang="en-US" altLang="zh-CN" dirty="0" smtClean="0"/>
              <a:t> * timer);</a:t>
            </a:r>
          </a:p>
          <a:p>
            <a:pPr lvl="1">
              <a:lnSpc>
                <a:spcPct val="80000"/>
              </a:lnSpc>
            </a:pPr>
            <a:r>
              <a:rPr lang="en-US" altLang="zh-CN" dirty="0" err="1" smtClean="0"/>
              <a:t>mytimer.function</a:t>
            </a:r>
            <a:r>
              <a:rPr lang="en-US" altLang="zh-CN" dirty="0" smtClean="0"/>
              <a:t> = </a:t>
            </a:r>
            <a:r>
              <a:rPr lang="en-US" altLang="zh-CN" dirty="0" err="1" smtClean="0"/>
              <a:t>my_function</a:t>
            </a:r>
            <a:r>
              <a:rPr lang="en-US" altLang="zh-CN" dirty="0" smtClean="0"/>
              <a:t>;</a:t>
            </a:r>
          </a:p>
          <a:p>
            <a:pPr lvl="1">
              <a:lnSpc>
                <a:spcPct val="80000"/>
              </a:lnSpc>
            </a:pPr>
            <a:r>
              <a:rPr lang="en-US" altLang="zh-CN" dirty="0" err="1" smtClean="0"/>
              <a:t>mytimer.expires</a:t>
            </a:r>
            <a:r>
              <a:rPr lang="en-US" altLang="zh-CN" dirty="0" smtClean="0"/>
              <a:t> =  jiffies +</a:t>
            </a:r>
            <a:r>
              <a:rPr lang="zh-CN" altLang="en-US" dirty="0" smtClean="0"/>
              <a:t> </a:t>
            </a:r>
            <a:r>
              <a:rPr lang="en-US" altLang="zh-CN" dirty="0" smtClean="0"/>
              <a:t>HZ;</a:t>
            </a:r>
          </a:p>
          <a:p>
            <a:pPr lvl="1">
              <a:lnSpc>
                <a:spcPct val="80000"/>
              </a:lnSpc>
            </a:pPr>
            <a:endParaRPr lang="en-US" altLang="zh-CN" sz="1800" dirty="0" smtClean="0"/>
          </a:p>
          <a:p>
            <a:pPr>
              <a:lnSpc>
                <a:spcPct val="80000"/>
              </a:lnSpc>
            </a:pPr>
            <a:r>
              <a:rPr lang="zh-CN" altLang="en-US" sz="2400" dirty="0" smtClean="0"/>
              <a:t>增加定时器</a:t>
            </a:r>
          </a:p>
          <a:p>
            <a:pPr lvl="1">
              <a:lnSpc>
                <a:spcPct val="80000"/>
              </a:lnSpc>
            </a:pPr>
            <a:r>
              <a:rPr lang="en-US" altLang="zh-CN" dirty="0" smtClean="0"/>
              <a:t>void  </a:t>
            </a:r>
            <a:r>
              <a:rPr lang="en-US" altLang="zh-CN" dirty="0" err="1" smtClean="0"/>
              <a:t>add_timer</a:t>
            </a:r>
            <a:r>
              <a:rPr lang="en-US" altLang="zh-CN" dirty="0" smtClean="0"/>
              <a:t>(</a:t>
            </a:r>
            <a:r>
              <a:rPr lang="en-US" altLang="zh-CN" dirty="0" err="1" smtClean="0"/>
              <a:t>struct</a:t>
            </a:r>
            <a:r>
              <a:rPr lang="en-US" altLang="zh-CN" dirty="0" smtClean="0"/>
              <a:t> </a:t>
            </a:r>
            <a:r>
              <a:rPr lang="en-US" altLang="zh-CN" dirty="0" err="1" smtClean="0"/>
              <a:t>timer_list</a:t>
            </a:r>
            <a:r>
              <a:rPr lang="en-US" altLang="zh-CN" dirty="0" smtClean="0"/>
              <a:t> * timer);</a:t>
            </a:r>
            <a:endParaRPr lang="en-US" altLang="zh-CN" sz="2000" dirty="0" smtClean="0"/>
          </a:p>
          <a:p>
            <a:pPr lvl="1">
              <a:lnSpc>
                <a:spcPct val="80000"/>
              </a:lnSpc>
            </a:pPr>
            <a:endParaRPr lang="en-US" altLang="zh-CN" sz="1800" dirty="0" smtClean="0"/>
          </a:p>
          <a:p>
            <a:pPr>
              <a:lnSpc>
                <a:spcPct val="80000"/>
              </a:lnSpc>
            </a:pPr>
            <a:r>
              <a:rPr lang="zh-CN" altLang="en-US" sz="2400" dirty="0" smtClean="0"/>
              <a:t>删除定时器 </a:t>
            </a:r>
          </a:p>
          <a:p>
            <a:pPr lvl="1">
              <a:lnSpc>
                <a:spcPct val="80000"/>
              </a:lnSpc>
            </a:pPr>
            <a:r>
              <a:rPr lang="en-US" altLang="zh-CN" dirty="0" err="1" smtClean="0"/>
              <a:t>int</a:t>
            </a:r>
            <a:r>
              <a:rPr lang="en-US" altLang="zh-CN" dirty="0" smtClean="0"/>
              <a:t>  </a:t>
            </a:r>
            <a:r>
              <a:rPr lang="en-US" altLang="zh-CN" dirty="0" err="1" smtClean="0"/>
              <a:t>del_timer</a:t>
            </a:r>
            <a:r>
              <a:rPr lang="en-US" altLang="zh-CN" dirty="0" smtClean="0"/>
              <a:t>(</a:t>
            </a:r>
            <a:r>
              <a:rPr lang="en-US" altLang="zh-CN" dirty="0" err="1" smtClean="0"/>
              <a:t>struct</a:t>
            </a:r>
            <a:r>
              <a:rPr lang="en-US" altLang="zh-CN" dirty="0" smtClean="0"/>
              <a:t> </a:t>
            </a:r>
            <a:r>
              <a:rPr lang="en-US" altLang="zh-CN" dirty="0" err="1" smtClean="0"/>
              <a:t>timer_list</a:t>
            </a:r>
            <a:r>
              <a:rPr lang="en-US" altLang="zh-CN" dirty="0" smtClean="0"/>
              <a:t> * timer);   </a:t>
            </a:r>
            <a:r>
              <a:rPr lang="en-US" altLang="zh-CN" sz="2000" dirty="0" smtClean="0"/>
              <a:t>	</a:t>
            </a:r>
          </a:p>
        </p:txBody>
      </p:sp>
      <p:sp>
        <p:nvSpPr>
          <p:cNvPr id="394243" name="日期占位符 5"/>
          <p:cNvSpPr>
            <a:spLocks noGrp="1"/>
          </p:cNvSpPr>
          <p:nvPr>
            <p:ph type="dt" idx="12"/>
          </p:nvPr>
        </p:nvSpPr>
        <p:spPr>
          <a:noFill/>
        </p:spPr>
        <p:txBody>
          <a:bodyPr/>
          <a:lstStyle/>
          <a:p>
            <a:endParaRPr lang="en-US" altLang="zh-CN" dirty="0" smtClean="0"/>
          </a:p>
        </p:txBody>
      </p:sp>
    </p:spTree>
    <p:extLst>
      <p:ext uri="{BB962C8B-B14F-4D97-AF65-F5344CB8AC3E}">
        <p14:creationId xmlns:p14="http://schemas.microsoft.com/office/powerpoint/2010/main" val="112418471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1"/>
          <p:cNvSpPr txBox="1">
            <a:spLocks noChangeArrowheads="1"/>
          </p:cNvSpPr>
          <p:nvPr/>
        </p:nvSpPr>
        <p:spPr bwMode="auto">
          <a:xfrm>
            <a:off x="857224" y="3644900"/>
            <a:ext cx="7358114" cy="1282700"/>
          </a:xfrm>
          <a:prstGeom prst="rect">
            <a:avLst/>
          </a:prstGeom>
          <a:noFill/>
          <a:ln w="9525">
            <a:noFill/>
            <a:round/>
            <a:headEnd/>
            <a:tailEnd/>
          </a:ln>
          <a:effectLst/>
        </p:spPr>
        <p:txBody>
          <a:bodyPr anchor="b"/>
          <a:lstStyle/>
          <a:p>
            <a:pPr algn="ctr">
              <a:buClr>
                <a:srgbClr val="000000"/>
              </a:buClr>
              <a:buSzPct val="100000"/>
              <a:buFont typeface="微软雅黑" pitchFamily="34" charset="-12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zh-CN" sz="3200" dirty="0" smtClean="0">
                <a:solidFill>
                  <a:srgbClr val="000000"/>
                </a:solidFill>
                <a:effectLst>
                  <a:outerShdw blurRad="38100" dist="38100" dir="2700000" algn="tl">
                    <a:srgbClr val="C0C0C0"/>
                  </a:outerShdw>
                </a:effectLst>
                <a:latin typeface="微软雅黑" pitchFamily="34" charset="-122"/>
              </a:rPr>
              <a:t>Linux</a:t>
            </a:r>
            <a:r>
              <a:rPr lang="zh-CN" altLang="en-US" sz="3200" dirty="0" smtClean="0">
                <a:solidFill>
                  <a:srgbClr val="000000"/>
                </a:solidFill>
                <a:effectLst>
                  <a:outerShdw blurRad="38100" dist="38100" dir="2700000" algn="tl">
                    <a:srgbClr val="C0C0C0"/>
                  </a:outerShdw>
                </a:effectLst>
                <a:latin typeface="微软雅黑" pitchFamily="34" charset="-122"/>
              </a:rPr>
              <a:t>内核中内存的使用</a:t>
            </a:r>
            <a:endParaRPr lang="en-US" sz="3200" dirty="0">
              <a:solidFill>
                <a:srgbClr val="000000"/>
              </a:solidFill>
              <a:effectLst>
                <a:outerShdw blurRad="38100" dist="38100" dir="2700000" algn="tl">
                  <a:srgbClr val="C0C0C0"/>
                </a:outerShdw>
              </a:effectLst>
              <a:latin typeface="微软雅黑" pitchFamily="34" charset="-122"/>
            </a:endParaRPr>
          </a:p>
        </p:txBody>
      </p:sp>
    </p:spTree>
    <p:extLst>
      <p:ext uri="{BB962C8B-B14F-4D97-AF65-F5344CB8AC3E}">
        <p14:creationId xmlns:p14="http://schemas.microsoft.com/office/powerpoint/2010/main" val="322362074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idx="4294967295"/>
          </p:nvPr>
        </p:nvSpPr>
        <p:spPr>
          <a:xfrm>
            <a:off x="457200" y="428603"/>
            <a:ext cx="8221663" cy="704871"/>
          </a:xfrm>
        </p:spPr>
        <p:txBody>
          <a:bodyPr lIns="92075" tIns="46038" rIns="92075" bIns="46038" anchor="ctr"/>
          <a:lstStyle/>
          <a:p>
            <a:r>
              <a:rPr lang="en-US" altLang="zh-CN" dirty="0" smtClean="0"/>
              <a:t>Linux</a:t>
            </a:r>
            <a:r>
              <a:rPr lang="zh-CN" altLang="en-US" dirty="0" smtClean="0"/>
              <a:t>用户空间内存分配</a:t>
            </a:r>
            <a:endParaRPr lang="zh-CN" altLang="en-US" dirty="0"/>
          </a:p>
        </p:txBody>
      </p:sp>
      <p:sp>
        <p:nvSpPr>
          <p:cNvPr id="1587203" name="Rectangle 3"/>
          <p:cNvSpPr>
            <a:spLocks noGrp="1" noChangeArrowheads="1"/>
          </p:cNvSpPr>
          <p:nvPr>
            <p:ph type="body" idx="4294967295"/>
          </p:nvPr>
        </p:nvSpPr>
        <p:spPr/>
        <p:txBody>
          <a:bodyPr lIns="92075" tIns="46038" rIns="92075" bIns="46038"/>
          <a:lstStyle/>
          <a:p>
            <a:pPr>
              <a:buFont typeface="Wingdings" pitchFamily="2" charset="2"/>
              <a:buChar char="Ø"/>
            </a:pPr>
            <a:r>
              <a:rPr lang="en-US" altLang="zh-CN" sz="2400" dirty="0"/>
              <a:t>void *</a:t>
            </a:r>
            <a:r>
              <a:rPr lang="en-US" altLang="zh-CN" sz="2400" dirty="0" err="1"/>
              <a:t>malloc</a:t>
            </a:r>
            <a:r>
              <a:rPr lang="en-US" altLang="zh-CN" sz="2400" dirty="0"/>
              <a:t>(</a:t>
            </a:r>
            <a:r>
              <a:rPr lang="en-US" altLang="zh-CN" sz="2400" dirty="0" err="1"/>
              <a:t>size_t</a:t>
            </a:r>
            <a:r>
              <a:rPr lang="en-US" altLang="zh-CN" sz="2400" dirty="0"/>
              <a:t> </a:t>
            </a:r>
            <a:r>
              <a:rPr lang="en-US" altLang="zh-CN" sz="2400" dirty="0" err="1"/>
              <a:t>nbytes</a:t>
            </a:r>
            <a:r>
              <a:rPr lang="en-US" altLang="zh-CN" sz="2400" dirty="0"/>
              <a:t>)</a:t>
            </a:r>
          </a:p>
          <a:p>
            <a:pPr lvl="1">
              <a:buClr>
                <a:schemeClr val="tx1"/>
              </a:buClr>
            </a:pPr>
            <a:r>
              <a:rPr lang="zh-CN" altLang="en-US" sz="2000" dirty="0"/>
              <a:t>返回指向</a:t>
            </a:r>
            <a:r>
              <a:rPr lang="en-US" altLang="zh-CN" sz="2000" dirty="0" err="1" smtClean="0"/>
              <a:t>nbytes</a:t>
            </a:r>
            <a:r>
              <a:rPr lang="zh-CN" altLang="en-US" sz="2000" dirty="0" smtClean="0"/>
              <a:t>个字节内存的</a:t>
            </a:r>
            <a:r>
              <a:rPr lang="zh-CN" altLang="en-US" sz="2000" dirty="0"/>
              <a:t>指</a:t>
            </a:r>
            <a:r>
              <a:rPr lang="zh-CN" altLang="en-US" sz="2000" dirty="0" smtClean="0"/>
              <a:t>针</a:t>
            </a:r>
            <a:endParaRPr lang="en-US" altLang="zh-CN" sz="2000" dirty="0" smtClean="0"/>
          </a:p>
          <a:p>
            <a:pPr lvl="1">
              <a:buClr>
                <a:schemeClr val="tx1"/>
              </a:buClr>
            </a:pPr>
            <a:endParaRPr lang="zh-CN" altLang="en-US" sz="2000" dirty="0"/>
          </a:p>
          <a:p>
            <a:pPr>
              <a:buFont typeface="Wingdings" pitchFamily="2" charset="2"/>
              <a:buChar char="Ø"/>
            </a:pPr>
            <a:r>
              <a:rPr lang="en-US" altLang="zh-CN" sz="2400" dirty="0" err="1"/>
              <a:t>viod</a:t>
            </a:r>
            <a:r>
              <a:rPr lang="en-US" altLang="zh-CN" sz="2400" dirty="0"/>
              <a:t> </a:t>
            </a:r>
            <a:r>
              <a:rPr lang="en-US" altLang="zh-CN" sz="2400" dirty="0" smtClean="0"/>
              <a:t>*</a:t>
            </a:r>
            <a:r>
              <a:rPr lang="en-US" altLang="zh-CN" sz="2400" dirty="0" err="1" smtClean="0"/>
              <a:t>calloc</a:t>
            </a:r>
            <a:r>
              <a:rPr lang="en-US" altLang="zh-CN" sz="2400" dirty="0" smtClean="0"/>
              <a:t>(</a:t>
            </a:r>
            <a:r>
              <a:rPr lang="en-US" altLang="zh-CN" sz="2400" dirty="0" err="1" smtClean="0"/>
              <a:t>size_t</a:t>
            </a:r>
            <a:r>
              <a:rPr lang="en-US" altLang="zh-CN" sz="2400" dirty="0" smtClean="0"/>
              <a:t> </a:t>
            </a:r>
            <a:r>
              <a:rPr lang="en-US" altLang="zh-CN" sz="2400" dirty="0" err="1"/>
              <a:t>cnt</a:t>
            </a:r>
            <a:r>
              <a:rPr lang="en-US" altLang="zh-CN" sz="2400" dirty="0"/>
              <a:t>, </a:t>
            </a:r>
            <a:r>
              <a:rPr lang="en-US" altLang="zh-CN" sz="2400" dirty="0" err="1"/>
              <a:t>size_t</a:t>
            </a:r>
            <a:r>
              <a:rPr lang="en-US" altLang="zh-CN" sz="2400" dirty="0"/>
              <a:t> </a:t>
            </a:r>
            <a:r>
              <a:rPr lang="en-US" altLang="zh-CN" sz="2400" dirty="0" err="1"/>
              <a:t>nbytes</a:t>
            </a:r>
            <a:r>
              <a:rPr lang="en-US" altLang="zh-CN" sz="2400" dirty="0"/>
              <a:t>)</a:t>
            </a:r>
          </a:p>
          <a:p>
            <a:pPr lvl="1">
              <a:buClr>
                <a:schemeClr val="tx1"/>
              </a:buClr>
            </a:pPr>
            <a:r>
              <a:rPr lang="zh-CN" altLang="en-US" sz="2000" dirty="0"/>
              <a:t>返回指向</a:t>
            </a:r>
            <a:r>
              <a:rPr lang="en-US" altLang="zh-CN" sz="2000" dirty="0" err="1"/>
              <a:t>cnt</a:t>
            </a:r>
            <a:r>
              <a:rPr lang="en-US" altLang="zh-CN" sz="2000" dirty="0"/>
              <a:t>* </a:t>
            </a:r>
            <a:r>
              <a:rPr lang="en-US" altLang="zh-CN" sz="2000" dirty="0" err="1"/>
              <a:t>nbytes</a:t>
            </a:r>
            <a:r>
              <a:rPr lang="zh-CN" altLang="en-US" sz="2000" dirty="0"/>
              <a:t>的空间</a:t>
            </a:r>
            <a:r>
              <a:rPr lang="en-US" altLang="zh-CN" sz="2000" dirty="0"/>
              <a:t>(</a:t>
            </a:r>
            <a:r>
              <a:rPr lang="zh-CN" altLang="en-US" sz="2000" dirty="0"/>
              <a:t>内容为</a:t>
            </a:r>
            <a:r>
              <a:rPr lang="en-US" altLang="zh-CN" sz="2000" dirty="0"/>
              <a:t>0)</a:t>
            </a:r>
            <a:r>
              <a:rPr lang="zh-CN" altLang="en-US" sz="2000" dirty="0"/>
              <a:t>的指</a:t>
            </a:r>
            <a:r>
              <a:rPr lang="zh-CN" altLang="en-US" sz="2000" dirty="0" smtClean="0"/>
              <a:t>针</a:t>
            </a:r>
            <a:endParaRPr lang="en-US" altLang="zh-CN" sz="2000" dirty="0" smtClean="0"/>
          </a:p>
          <a:p>
            <a:pPr lvl="1">
              <a:buClr>
                <a:schemeClr val="tx1"/>
              </a:buClr>
            </a:pPr>
            <a:endParaRPr lang="zh-CN" altLang="en-US" sz="2000" dirty="0"/>
          </a:p>
          <a:p>
            <a:pPr>
              <a:buFont typeface="Wingdings" pitchFamily="2" charset="2"/>
              <a:buChar char="Ø"/>
            </a:pPr>
            <a:r>
              <a:rPr lang="en-US" altLang="zh-CN" sz="2400" dirty="0"/>
              <a:t>void *</a:t>
            </a:r>
            <a:r>
              <a:rPr lang="en-US" altLang="zh-CN" sz="2400" dirty="0" err="1"/>
              <a:t>realloc</a:t>
            </a:r>
            <a:r>
              <a:rPr lang="en-US" altLang="zh-CN" sz="2400" dirty="0"/>
              <a:t>(void *</a:t>
            </a:r>
            <a:r>
              <a:rPr lang="en-US" altLang="zh-CN" sz="2400" dirty="0" err="1"/>
              <a:t>ptr</a:t>
            </a:r>
            <a:r>
              <a:rPr lang="en-US" altLang="zh-CN" sz="2400" dirty="0"/>
              <a:t>, </a:t>
            </a:r>
            <a:r>
              <a:rPr lang="en-US" altLang="zh-CN" sz="2400" dirty="0" err="1"/>
              <a:t>size_t</a:t>
            </a:r>
            <a:r>
              <a:rPr lang="en-US" altLang="zh-CN" sz="2400" dirty="0"/>
              <a:t> size)</a:t>
            </a:r>
          </a:p>
          <a:p>
            <a:pPr lvl="1">
              <a:buClr>
                <a:schemeClr val="tx1"/>
              </a:buClr>
            </a:pPr>
            <a:r>
              <a:rPr lang="zh-CN" altLang="en-US" sz="2000" dirty="0"/>
              <a:t>改变前面分配的空间大</a:t>
            </a:r>
            <a:r>
              <a:rPr lang="zh-CN" altLang="en-US" sz="2000" dirty="0" smtClean="0"/>
              <a:t>小</a:t>
            </a:r>
            <a:endParaRPr lang="en-US" altLang="zh-CN" sz="2000" dirty="0" smtClean="0"/>
          </a:p>
          <a:p>
            <a:pPr lvl="1">
              <a:buClr>
                <a:schemeClr val="tx1"/>
              </a:buClr>
            </a:pPr>
            <a:endParaRPr lang="zh-CN" altLang="en-US" sz="2000" dirty="0"/>
          </a:p>
          <a:p>
            <a:pPr>
              <a:buFont typeface="Wingdings" pitchFamily="2" charset="2"/>
              <a:buChar char="Ø"/>
            </a:pPr>
            <a:r>
              <a:rPr lang="en-US" altLang="zh-CN" sz="2400" dirty="0"/>
              <a:t>void  free(void *</a:t>
            </a:r>
            <a:r>
              <a:rPr lang="en-US" altLang="zh-CN" sz="2400" dirty="0" err="1"/>
              <a:t>ptr</a:t>
            </a:r>
            <a:r>
              <a:rPr lang="en-US" altLang="zh-CN" sz="2400" dirty="0"/>
              <a:t>)</a:t>
            </a:r>
          </a:p>
          <a:p>
            <a:pPr lvl="1">
              <a:buClr>
                <a:schemeClr val="tx1"/>
              </a:buClr>
            </a:pPr>
            <a:r>
              <a:rPr lang="zh-CN" altLang="en-US" sz="2000" dirty="0" smtClean="0"/>
              <a:t>释放动态分配的内存空</a:t>
            </a:r>
            <a:r>
              <a:rPr lang="zh-CN" altLang="en-US" sz="2000" dirty="0"/>
              <a:t>间</a:t>
            </a:r>
          </a:p>
        </p:txBody>
      </p:sp>
    </p:spTree>
    <p:extLst>
      <p:ext uri="{BB962C8B-B14F-4D97-AF65-F5344CB8AC3E}">
        <p14:creationId xmlns:p14="http://schemas.microsoft.com/office/powerpoint/2010/main" val="2262605774"/>
      </p:ext>
    </p:extLst>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内核空间内存分配</a:t>
            </a:r>
            <a:endParaRPr lang="zh-CN" altLang="en-US" dirty="0"/>
          </a:p>
        </p:txBody>
      </p:sp>
      <p:sp>
        <p:nvSpPr>
          <p:cNvPr id="3" name="内容占位符 2"/>
          <p:cNvSpPr>
            <a:spLocks noGrp="1"/>
          </p:cNvSpPr>
          <p:nvPr>
            <p:ph idx="1"/>
          </p:nvPr>
        </p:nvSpPr>
        <p:spPr/>
        <p:txBody>
          <a:bodyPr/>
          <a:lstStyle/>
          <a:p>
            <a:r>
              <a:rPr lang="zh-CN" altLang="en-US" dirty="0" smtClean="0"/>
              <a:t>按页</a:t>
            </a:r>
            <a:r>
              <a:rPr lang="en-US" altLang="zh-CN" dirty="0" smtClean="0"/>
              <a:t>(page)</a:t>
            </a:r>
            <a:r>
              <a:rPr lang="zh-CN" altLang="en-US" dirty="0" smtClean="0"/>
              <a:t>分配 </a:t>
            </a:r>
            <a:r>
              <a:rPr lang="en-US" altLang="zh-CN" dirty="0" smtClean="0"/>
              <a:t>_ _</a:t>
            </a:r>
            <a:r>
              <a:rPr lang="en-US" altLang="zh-CN" dirty="0" err="1" smtClean="0"/>
              <a:t>get_free_pages</a:t>
            </a:r>
            <a:r>
              <a:rPr lang="en-US" altLang="zh-CN" dirty="0" smtClean="0"/>
              <a:t> () </a:t>
            </a:r>
          </a:p>
          <a:p>
            <a:pPr lvl="1"/>
            <a:r>
              <a:rPr lang="zh-CN" altLang="en-US" dirty="0" smtClean="0"/>
              <a:t>调用者指定所需整页的阶数作为参数之一来请求</a:t>
            </a:r>
          </a:p>
          <a:p>
            <a:pPr lvl="1"/>
            <a:r>
              <a:rPr lang="zh-CN" altLang="en-US" dirty="0" smtClean="0"/>
              <a:t>所申请的页将会被加入内核空间</a:t>
            </a:r>
          </a:p>
          <a:p>
            <a:pPr lvl="1"/>
            <a:r>
              <a:rPr lang="zh-CN" altLang="en-US" dirty="0" smtClean="0"/>
              <a:t>所分配的物理</a:t>
            </a:r>
            <a:r>
              <a:rPr lang="en-US" altLang="zh-CN" dirty="0" smtClean="0"/>
              <a:t>RAM</a:t>
            </a:r>
            <a:r>
              <a:rPr lang="zh-CN" altLang="en-US" dirty="0" smtClean="0"/>
              <a:t>空间是连续的</a:t>
            </a:r>
            <a:endParaRPr lang="en-US" altLang="zh-CN" dirty="0" smtClean="0"/>
          </a:p>
          <a:p>
            <a:r>
              <a:rPr lang="en-US" altLang="zh-CN" dirty="0" err="1" smtClean="0"/>
              <a:t>kmalloc</a:t>
            </a:r>
            <a:endParaRPr lang="en-US" altLang="zh-CN" dirty="0" smtClean="0"/>
          </a:p>
          <a:p>
            <a:pPr lvl="1"/>
            <a:r>
              <a:rPr lang="zh-CN" altLang="en-US" dirty="0" smtClean="0"/>
              <a:t>除了是请求精确字节的内存外，与按页分配相同</a:t>
            </a:r>
          </a:p>
          <a:p>
            <a:r>
              <a:rPr lang="en-US" altLang="zh-CN" dirty="0" err="1" smtClean="0"/>
              <a:t>vmalloc</a:t>
            </a:r>
            <a:endParaRPr lang="en-US" altLang="zh-CN" dirty="0" smtClean="0"/>
          </a:p>
          <a:p>
            <a:pPr lvl="1"/>
            <a:r>
              <a:rPr lang="zh-CN" altLang="en-US" dirty="0" smtClean="0"/>
              <a:t>除了物理内存不一定连续外，与</a:t>
            </a:r>
            <a:r>
              <a:rPr lang="en-US" altLang="zh-CN" dirty="0" err="1" smtClean="0"/>
              <a:t>kmalloc</a:t>
            </a:r>
            <a:r>
              <a:rPr lang="zh-CN" altLang="en-US" dirty="0" smtClean="0"/>
              <a:t>同</a:t>
            </a:r>
          </a:p>
          <a:p>
            <a:pPr lvl="1"/>
            <a:endParaRPr lang="zh-CN" altLang="en-US" dirty="0"/>
          </a:p>
        </p:txBody>
      </p:sp>
      <p:sp>
        <p:nvSpPr>
          <p:cNvPr id="5" name="日期占位符 4"/>
          <p:cNvSpPr>
            <a:spLocks noGrp="1"/>
          </p:cNvSpPr>
          <p:nvPr>
            <p:ph type="dt" idx="12"/>
          </p:nvPr>
        </p:nvSpPr>
        <p:spPr/>
        <p:txBody>
          <a:bodyPr/>
          <a:lstStyle/>
          <a:p>
            <a:pPr>
              <a:defRPr/>
            </a:pPr>
            <a:r>
              <a:rPr lang="en-US" dirty="0" smtClean="0"/>
              <a:t>2010-12</a:t>
            </a:r>
            <a:endParaRPr lang="en-US" dirty="0"/>
          </a:p>
        </p:txBody>
      </p:sp>
    </p:spTree>
    <p:extLst>
      <p:ext uri="{BB962C8B-B14F-4D97-AF65-F5344CB8AC3E}">
        <p14:creationId xmlns:p14="http://schemas.microsoft.com/office/powerpoint/2010/main" val="93018969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idx="4294967295"/>
          </p:nvPr>
        </p:nvSpPr>
        <p:spPr>
          <a:xfrm>
            <a:off x="457200" y="357165"/>
            <a:ext cx="8221663" cy="776309"/>
          </a:xfrm>
        </p:spPr>
        <p:txBody>
          <a:bodyPr lIns="92075" tIns="46038" rIns="92075" bIns="46038" anchor="ctr"/>
          <a:lstStyle/>
          <a:p>
            <a:r>
              <a:rPr lang="zh-CN" altLang="en-US" dirty="0"/>
              <a:t>按页分配</a:t>
            </a:r>
          </a:p>
        </p:txBody>
      </p:sp>
      <p:sp>
        <p:nvSpPr>
          <p:cNvPr id="329731" name="Rectangle 3"/>
          <p:cNvSpPr>
            <a:spLocks noGrp="1" noChangeArrowheads="1"/>
          </p:cNvSpPr>
          <p:nvPr>
            <p:ph type="body" idx="4294967295"/>
          </p:nvPr>
        </p:nvSpPr>
        <p:spPr/>
        <p:txBody>
          <a:bodyPr lIns="92075" tIns="46038" rIns="92075" bIns="46038"/>
          <a:lstStyle/>
          <a:p>
            <a:pPr>
              <a:lnSpc>
                <a:spcPct val="120000"/>
              </a:lnSpc>
            </a:pPr>
            <a:r>
              <a:rPr lang="en-US" altLang="zh-CN" sz="2000" dirty="0">
                <a:cs typeface="Times New Roman" pitchFamily="18" charset="0"/>
              </a:rPr>
              <a:t>unsigned long </a:t>
            </a:r>
            <a:r>
              <a:rPr lang="en-US" altLang="zh-CN" sz="2000" dirty="0" smtClean="0">
                <a:cs typeface="Times New Roman" pitchFamily="18" charset="0"/>
              </a:rPr>
              <a:t> __</a:t>
            </a:r>
            <a:r>
              <a:rPr lang="en-US" altLang="zh-CN" sz="2000" dirty="0" err="1">
                <a:cs typeface="Times New Roman" pitchFamily="18" charset="0"/>
              </a:rPr>
              <a:t>get_free_page</a:t>
            </a:r>
            <a:r>
              <a:rPr lang="en-US" altLang="zh-CN" sz="2000" dirty="0">
                <a:cs typeface="Times New Roman" pitchFamily="18" charset="0"/>
              </a:rPr>
              <a:t>(</a:t>
            </a:r>
            <a:r>
              <a:rPr lang="en-US" altLang="zh-CN" sz="2000" dirty="0" err="1">
                <a:cs typeface="Times New Roman" pitchFamily="18" charset="0"/>
              </a:rPr>
              <a:t>int</a:t>
            </a:r>
            <a:r>
              <a:rPr lang="en-US" altLang="zh-CN" sz="2000" dirty="0">
                <a:cs typeface="Times New Roman" pitchFamily="18" charset="0"/>
              </a:rPr>
              <a:t> </a:t>
            </a:r>
            <a:r>
              <a:rPr lang="en-US" altLang="zh-CN" sz="2000" dirty="0" err="1">
                <a:cs typeface="Times New Roman" pitchFamily="18" charset="0"/>
              </a:rPr>
              <a:t>gfp_mask</a:t>
            </a:r>
            <a:r>
              <a:rPr lang="en-US" altLang="zh-CN" sz="2000" dirty="0">
                <a:cs typeface="Times New Roman" pitchFamily="18" charset="0"/>
              </a:rPr>
              <a:t>)</a:t>
            </a:r>
          </a:p>
          <a:p>
            <a:pPr>
              <a:lnSpc>
                <a:spcPct val="120000"/>
              </a:lnSpc>
            </a:pPr>
            <a:r>
              <a:rPr lang="en-US" altLang="zh-CN" sz="2000" dirty="0">
                <a:cs typeface="Times New Roman" pitchFamily="18" charset="0"/>
              </a:rPr>
              <a:t>unsigned long </a:t>
            </a:r>
            <a:r>
              <a:rPr lang="en-US" altLang="zh-CN" sz="2000" dirty="0" smtClean="0">
                <a:cs typeface="Times New Roman" pitchFamily="18" charset="0"/>
              </a:rPr>
              <a:t> __</a:t>
            </a:r>
            <a:r>
              <a:rPr lang="en-US" altLang="zh-CN" sz="2000" dirty="0" err="1">
                <a:cs typeface="Times New Roman" pitchFamily="18" charset="0"/>
              </a:rPr>
              <a:t>get_free_pages</a:t>
            </a:r>
            <a:r>
              <a:rPr lang="en-US" altLang="zh-CN" sz="2000" dirty="0">
                <a:cs typeface="Times New Roman" pitchFamily="18" charset="0"/>
              </a:rPr>
              <a:t>(</a:t>
            </a:r>
            <a:r>
              <a:rPr lang="en-US" altLang="zh-CN" sz="2000" dirty="0" err="1">
                <a:cs typeface="Times New Roman" pitchFamily="18" charset="0"/>
              </a:rPr>
              <a:t>int</a:t>
            </a:r>
            <a:r>
              <a:rPr lang="en-US" altLang="zh-CN" sz="2000" dirty="0">
                <a:cs typeface="Times New Roman" pitchFamily="18" charset="0"/>
              </a:rPr>
              <a:t> </a:t>
            </a:r>
            <a:r>
              <a:rPr lang="en-US" altLang="zh-CN" sz="2000" dirty="0" err="1">
                <a:cs typeface="Times New Roman" pitchFamily="18" charset="0"/>
              </a:rPr>
              <a:t>gfp_mask</a:t>
            </a:r>
            <a:r>
              <a:rPr lang="en-US" altLang="zh-CN" sz="2000" dirty="0">
                <a:cs typeface="Times New Roman" pitchFamily="18" charset="0"/>
              </a:rPr>
              <a:t>, </a:t>
            </a:r>
            <a:r>
              <a:rPr lang="en-US" altLang="zh-CN" sz="2000" dirty="0" err="1">
                <a:cs typeface="Times New Roman" pitchFamily="18" charset="0"/>
              </a:rPr>
              <a:t>unsiged</a:t>
            </a:r>
            <a:r>
              <a:rPr lang="en-US" altLang="zh-CN" sz="2000" dirty="0">
                <a:cs typeface="Times New Roman" pitchFamily="18" charset="0"/>
              </a:rPr>
              <a:t> long order)</a:t>
            </a:r>
          </a:p>
          <a:p>
            <a:pPr lvl="1">
              <a:lnSpc>
                <a:spcPct val="120000"/>
              </a:lnSpc>
            </a:pPr>
            <a:r>
              <a:rPr lang="zh-CN" altLang="en-US" sz="1800" dirty="0">
                <a:cs typeface="Times New Roman" pitchFamily="18" charset="0"/>
              </a:rPr>
              <a:t>所分配的内存在物理上是连续的</a:t>
            </a:r>
          </a:p>
          <a:p>
            <a:pPr lvl="1">
              <a:lnSpc>
                <a:spcPct val="120000"/>
              </a:lnSpc>
            </a:pPr>
            <a:r>
              <a:rPr lang="zh-CN" altLang="en-US" sz="1800" dirty="0">
                <a:latin typeface="Tahoma" pitchFamily="34" charset="0"/>
                <a:cs typeface="Times New Roman" pitchFamily="18" charset="0"/>
              </a:rPr>
              <a:t>“</a:t>
            </a:r>
            <a:r>
              <a:rPr lang="en-US" altLang="zh-CN" sz="1800" dirty="0">
                <a:cs typeface="Times New Roman" pitchFamily="18" charset="0"/>
              </a:rPr>
              <a:t>__ </a:t>
            </a:r>
            <a:r>
              <a:rPr lang="en-US" altLang="zh-CN" sz="1800" dirty="0">
                <a:latin typeface="Tahoma" pitchFamily="34" charset="0"/>
                <a:cs typeface="Times New Roman" pitchFamily="18" charset="0"/>
              </a:rPr>
              <a:t>“</a:t>
            </a:r>
            <a:r>
              <a:rPr lang="zh-CN" altLang="en-US" sz="1800" dirty="0">
                <a:cs typeface="Times New Roman" pitchFamily="18" charset="0"/>
              </a:rPr>
              <a:t>表示在返回页时并不将其清</a:t>
            </a:r>
            <a:r>
              <a:rPr lang="en-US" altLang="zh-CN" sz="1800" dirty="0">
                <a:cs typeface="Times New Roman" pitchFamily="18" charset="0"/>
              </a:rPr>
              <a:t>0</a:t>
            </a:r>
          </a:p>
          <a:p>
            <a:pPr lvl="1">
              <a:lnSpc>
                <a:spcPct val="120000"/>
              </a:lnSpc>
            </a:pPr>
            <a:r>
              <a:rPr lang="zh-CN" altLang="en-US" sz="1800" dirty="0">
                <a:cs typeface="Times New Roman" pitchFamily="18" charset="0"/>
              </a:rPr>
              <a:t>该函数可分配多个页并返回分配内存的首地址，分配的页数为</a:t>
            </a:r>
            <a:r>
              <a:rPr lang="en-US" altLang="zh-CN" sz="1800" dirty="0">
                <a:cs typeface="Times New Roman" pitchFamily="18" charset="0"/>
              </a:rPr>
              <a:t>2order</a:t>
            </a:r>
            <a:r>
              <a:rPr lang="zh-CN" altLang="en-US" sz="1800" dirty="0">
                <a:cs typeface="Times New Roman" pitchFamily="18" charset="0"/>
              </a:rPr>
              <a:t>，分配的页也不清零。</a:t>
            </a:r>
            <a:r>
              <a:rPr lang="en-US" altLang="zh-CN" sz="1800" dirty="0">
                <a:cs typeface="Times New Roman" pitchFamily="18" charset="0"/>
              </a:rPr>
              <a:t>order</a:t>
            </a:r>
            <a:r>
              <a:rPr lang="zh-CN" altLang="en-US" sz="1800" dirty="0">
                <a:cs typeface="Times New Roman" pitchFamily="18" charset="0"/>
              </a:rPr>
              <a:t>允许的最大值是</a:t>
            </a:r>
            <a:r>
              <a:rPr lang="en-US" altLang="zh-CN" sz="1800" dirty="0">
                <a:cs typeface="Times New Roman" pitchFamily="18" charset="0"/>
              </a:rPr>
              <a:t>10</a:t>
            </a:r>
            <a:r>
              <a:rPr lang="zh-CN" altLang="en-US" sz="1800" dirty="0">
                <a:cs typeface="Times New Roman" pitchFamily="18" charset="0"/>
              </a:rPr>
              <a:t>（即</a:t>
            </a:r>
            <a:r>
              <a:rPr lang="en-US" altLang="zh-CN" sz="1800" dirty="0">
                <a:cs typeface="Times New Roman" pitchFamily="18" charset="0"/>
              </a:rPr>
              <a:t>1024</a:t>
            </a:r>
            <a:r>
              <a:rPr lang="zh-CN" altLang="en-US" sz="1800" dirty="0">
                <a:cs typeface="Times New Roman" pitchFamily="18" charset="0"/>
              </a:rPr>
              <a:t>页）或者 </a:t>
            </a:r>
            <a:r>
              <a:rPr lang="en-US" altLang="zh-CN" sz="1800" dirty="0">
                <a:cs typeface="Times New Roman" pitchFamily="18" charset="0"/>
              </a:rPr>
              <a:t>11</a:t>
            </a:r>
            <a:r>
              <a:rPr lang="zh-CN" altLang="en-US" sz="1800" dirty="0">
                <a:cs typeface="Times New Roman" pitchFamily="18" charset="0"/>
              </a:rPr>
              <a:t>（即</a:t>
            </a:r>
            <a:r>
              <a:rPr lang="en-US" altLang="zh-CN" sz="1800" dirty="0">
                <a:cs typeface="Times New Roman" pitchFamily="18" charset="0"/>
              </a:rPr>
              <a:t>2048</a:t>
            </a:r>
            <a:r>
              <a:rPr lang="zh-CN" altLang="en-US" sz="1800" dirty="0">
                <a:cs typeface="Times New Roman" pitchFamily="18" charset="0"/>
              </a:rPr>
              <a:t>页），依赖于具体的硬件平台。</a:t>
            </a:r>
          </a:p>
          <a:p>
            <a:pPr>
              <a:lnSpc>
                <a:spcPct val="120000"/>
              </a:lnSpc>
            </a:pPr>
            <a:r>
              <a:rPr lang="en-US" altLang="zh-CN" sz="2000" dirty="0">
                <a:cs typeface="Times New Roman" pitchFamily="18" charset="0"/>
              </a:rPr>
              <a:t>void </a:t>
            </a:r>
            <a:r>
              <a:rPr lang="en-US" altLang="zh-CN" sz="2000" dirty="0" err="1">
                <a:cs typeface="Times New Roman" pitchFamily="18" charset="0"/>
              </a:rPr>
              <a:t>free_page</a:t>
            </a:r>
            <a:r>
              <a:rPr lang="en-US" altLang="zh-CN" sz="2000" dirty="0">
                <a:cs typeface="Times New Roman" pitchFamily="18" charset="0"/>
              </a:rPr>
              <a:t>(unsigned long </a:t>
            </a:r>
            <a:r>
              <a:rPr lang="en-US" altLang="zh-CN" sz="2000" dirty="0" err="1">
                <a:cs typeface="Times New Roman" pitchFamily="18" charset="0"/>
              </a:rPr>
              <a:t>addr</a:t>
            </a:r>
            <a:r>
              <a:rPr lang="en-US" altLang="zh-CN" sz="2000" dirty="0">
                <a:cs typeface="Times New Roman" pitchFamily="18" charset="0"/>
              </a:rPr>
              <a:t>)</a:t>
            </a:r>
          </a:p>
          <a:p>
            <a:pPr>
              <a:lnSpc>
                <a:spcPct val="120000"/>
              </a:lnSpc>
            </a:pPr>
            <a:r>
              <a:rPr lang="en-US" altLang="zh-CN" sz="2000" dirty="0">
                <a:cs typeface="Times New Roman" pitchFamily="18" charset="0"/>
              </a:rPr>
              <a:t>void </a:t>
            </a:r>
            <a:r>
              <a:rPr lang="en-US" altLang="zh-CN" sz="2000" dirty="0" err="1">
                <a:cs typeface="Times New Roman" pitchFamily="18" charset="0"/>
              </a:rPr>
              <a:t>free_pages</a:t>
            </a:r>
            <a:r>
              <a:rPr lang="en-US" altLang="zh-CN" sz="2000" dirty="0">
                <a:cs typeface="Times New Roman" pitchFamily="18" charset="0"/>
              </a:rPr>
              <a:t>(unsigned long </a:t>
            </a:r>
            <a:r>
              <a:rPr lang="en-US" altLang="zh-CN" sz="2000" dirty="0" err="1">
                <a:cs typeface="Times New Roman" pitchFamily="18" charset="0"/>
              </a:rPr>
              <a:t>addr</a:t>
            </a:r>
            <a:r>
              <a:rPr lang="en-US" altLang="zh-CN" sz="2000" dirty="0">
                <a:cs typeface="Times New Roman" pitchFamily="18" charset="0"/>
              </a:rPr>
              <a:t>, unsigned long order)</a:t>
            </a:r>
          </a:p>
          <a:p>
            <a:pPr lvl="1">
              <a:lnSpc>
                <a:spcPct val="120000"/>
              </a:lnSpc>
            </a:pPr>
            <a:r>
              <a:rPr lang="zh-CN" altLang="en-US" sz="1800" dirty="0">
                <a:cs typeface="Times New Roman" pitchFamily="18" charset="0"/>
              </a:rPr>
              <a:t>必须自己释放内存</a:t>
            </a:r>
          </a:p>
          <a:p>
            <a:pPr lvl="1">
              <a:lnSpc>
                <a:spcPct val="120000"/>
              </a:lnSpc>
            </a:pPr>
            <a:r>
              <a:rPr lang="zh-CN" altLang="en-US" sz="1800" dirty="0">
                <a:effectLst>
                  <a:outerShdw blurRad="38100" dist="38100" dir="2700000" algn="tl">
                    <a:srgbClr val="C0C0C0"/>
                  </a:outerShdw>
                </a:effectLst>
                <a:cs typeface="Times New Roman" pitchFamily="18" charset="0"/>
              </a:rPr>
              <a:t>在模块卸载时内核并不清楚其拥有的页</a:t>
            </a:r>
          </a:p>
        </p:txBody>
      </p:sp>
    </p:spTree>
    <p:extLst>
      <p:ext uri="{BB962C8B-B14F-4D97-AF65-F5344CB8AC3E}">
        <p14:creationId xmlns:p14="http://schemas.microsoft.com/office/powerpoint/2010/main" val="965794502"/>
      </p:ext>
    </p:extLst>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idx="4294967295"/>
          </p:nvPr>
        </p:nvSpPr>
        <p:spPr>
          <a:xfrm>
            <a:off x="457200" y="357165"/>
            <a:ext cx="8221663" cy="776309"/>
          </a:xfrm>
        </p:spPr>
        <p:txBody>
          <a:bodyPr lIns="92075" tIns="46038" rIns="92075" bIns="46038" anchor="ctr"/>
          <a:lstStyle/>
          <a:p>
            <a:r>
              <a:rPr lang="zh-CN" altLang="en-US" dirty="0"/>
              <a:t>内存分配参数</a:t>
            </a:r>
          </a:p>
        </p:txBody>
      </p:sp>
      <p:sp>
        <p:nvSpPr>
          <p:cNvPr id="1590275" name="Rectangle 3"/>
          <p:cNvSpPr>
            <a:spLocks noGrp="1" noChangeArrowheads="1"/>
          </p:cNvSpPr>
          <p:nvPr>
            <p:ph type="body" idx="4294967295"/>
          </p:nvPr>
        </p:nvSpPr>
        <p:spPr/>
        <p:txBody>
          <a:bodyPr lIns="92075" tIns="46038" rIns="92075" bIns="46038"/>
          <a:lstStyle/>
          <a:p>
            <a:r>
              <a:rPr lang="en-US" altLang="zh-CN" sz="2400" dirty="0" err="1"/>
              <a:t>k</a:t>
            </a:r>
            <a:r>
              <a:rPr lang="en-US" altLang="zh-CN" sz="2400" dirty="0" err="1" smtClean="0"/>
              <a:t>malloc</a:t>
            </a:r>
            <a:r>
              <a:rPr lang="zh-CN" altLang="en-US" sz="2400" dirty="0"/>
              <a:t>、</a:t>
            </a:r>
            <a:r>
              <a:rPr lang="en-US" altLang="zh-CN" sz="2400" dirty="0"/>
              <a:t>_ _</a:t>
            </a:r>
            <a:r>
              <a:rPr lang="en-US" altLang="zh-CN" sz="2400" dirty="0" err="1" smtClean="0"/>
              <a:t>get_free_pages</a:t>
            </a:r>
            <a:r>
              <a:rPr lang="zh-CN" altLang="en-US" sz="2400" dirty="0" smtClean="0"/>
              <a:t>  不</a:t>
            </a:r>
            <a:r>
              <a:rPr lang="zh-CN" altLang="en-US" sz="2400" dirty="0"/>
              <a:t>同标</a:t>
            </a:r>
            <a:r>
              <a:rPr lang="zh-CN" altLang="en-US" sz="2400" dirty="0" smtClean="0"/>
              <a:t>志位导致函</a:t>
            </a:r>
            <a:r>
              <a:rPr lang="zh-CN" altLang="en-US" sz="2400" dirty="0"/>
              <a:t>数的不同行</a:t>
            </a:r>
            <a:r>
              <a:rPr lang="zh-CN" altLang="en-US" sz="2400" dirty="0" smtClean="0"/>
              <a:t>为</a:t>
            </a:r>
            <a:endParaRPr lang="en-US" altLang="zh-CN" sz="2400" dirty="0" smtClean="0"/>
          </a:p>
          <a:p>
            <a:pPr lvl="1">
              <a:lnSpc>
                <a:spcPct val="150000"/>
              </a:lnSpc>
            </a:pPr>
            <a:r>
              <a:rPr lang="en-US" altLang="zh-CN" sz="1800" dirty="0" smtClean="0">
                <a:solidFill>
                  <a:schemeClr val="tx1"/>
                </a:solidFill>
              </a:rPr>
              <a:t>#define </a:t>
            </a:r>
            <a:r>
              <a:rPr lang="en-US" altLang="zh-CN" sz="1800" dirty="0" smtClean="0">
                <a:solidFill>
                  <a:srgbClr val="0070C0"/>
                </a:solidFill>
              </a:rPr>
              <a:t>GFP_ATOMIC</a:t>
            </a:r>
            <a:r>
              <a:rPr lang="en-US" altLang="zh-CN" sz="1800" dirty="0" smtClean="0">
                <a:solidFill>
                  <a:schemeClr val="tx1"/>
                </a:solidFill>
              </a:rPr>
              <a:t>	(__GFP_HIGH)</a:t>
            </a:r>
          </a:p>
          <a:p>
            <a:pPr lvl="1">
              <a:lnSpc>
                <a:spcPct val="150000"/>
              </a:lnSpc>
            </a:pPr>
            <a:r>
              <a:rPr lang="en-US" altLang="zh-CN" sz="1800" dirty="0" smtClean="0">
                <a:solidFill>
                  <a:schemeClr val="tx1"/>
                </a:solidFill>
              </a:rPr>
              <a:t>#define GFP_NOIO	(__GFP_WAIT)</a:t>
            </a:r>
          </a:p>
          <a:p>
            <a:pPr lvl="1">
              <a:lnSpc>
                <a:spcPct val="150000"/>
              </a:lnSpc>
            </a:pPr>
            <a:r>
              <a:rPr lang="en-US" altLang="zh-CN" sz="1800" dirty="0" smtClean="0">
                <a:solidFill>
                  <a:schemeClr val="tx1"/>
                </a:solidFill>
              </a:rPr>
              <a:t>#define GFP_NOFS	(__GFP_WAIT | __GFP_IO)</a:t>
            </a:r>
          </a:p>
          <a:p>
            <a:pPr lvl="1">
              <a:lnSpc>
                <a:spcPct val="150000"/>
              </a:lnSpc>
            </a:pPr>
            <a:r>
              <a:rPr lang="en-US" altLang="zh-CN" sz="1800" dirty="0" smtClean="0">
                <a:solidFill>
                  <a:schemeClr val="tx1"/>
                </a:solidFill>
              </a:rPr>
              <a:t>#define </a:t>
            </a:r>
            <a:r>
              <a:rPr lang="en-US" altLang="zh-CN" sz="1800" dirty="0" smtClean="0">
                <a:solidFill>
                  <a:srgbClr val="0070C0"/>
                </a:solidFill>
              </a:rPr>
              <a:t>GFP_KERNEL</a:t>
            </a:r>
            <a:r>
              <a:rPr lang="en-US" altLang="zh-CN" sz="1800" dirty="0" smtClean="0">
                <a:solidFill>
                  <a:schemeClr val="tx1"/>
                </a:solidFill>
              </a:rPr>
              <a:t>	(__GFP_WAIT | __GFP_IO | __GFP_FS)</a:t>
            </a:r>
          </a:p>
          <a:p>
            <a:pPr lvl="1">
              <a:lnSpc>
                <a:spcPct val="150000"/>
              </a:lnSpc>
            </a:pPr>
            <a:r>
              <a:rPr lang="en-US" altLang="zh-CN" sz="1800" dirty="0" smtClean="0">
                <a:solidFill>
                  <a:schemeClr val="tx1"/>
                </a:solidFill>
              </a:rPr>
              <a:t>#define GFP_USER	(__GFP_WAIT | __GFP_IO | __GFP_FS | __GFP_HARDWALL)</a:t>
            </a:r>
          </a:p>
          <a:p>
            <a:pPr lvl="1">
              <a:lnSpc>
                <a:spcPct val="150000"/>
              </a:lnSpc>
            </a:pPr>
            <a:r>
              <a:rPr lang="en-US" altLang="zh-CN" sz="1800" dirty="0" smtClean="0">
                <a:solidFill>
                  <a:schemeClr val="tx1"/>
                </a:solidFill>
              </a:rPr>
              <a:t>__GFP_DMA</a:t>
            </a:r>
            <a:endParaRPr lang="en-US" altLang="zh-CN" sz="1800" dirty="0">
              <a:solidFill>
                <a:schemeClr val="tx1"/>
              </a:solidFill>
            </a:endParaRPr>
          </a:p>
          <a:p>
            <a:pPr lvl="1">
              <a:lnSpc>
                <a:spcPct val="150000"/>
              </a:lnSpc>
            </a:pPr>
            <a:r>
              <a:rPr lang="en-US" altLang="zh-CN" sz="1800" dirty="0">
                <a:solidFill>
                  <a:schemeClr val="tx1"/>
                </a:solidFill>
              </a:rPr>
              <a:t>__GFP_HIGHMEM</a:t>
            </a:r>
          </a:p>
        </p:txBody>
      </p:sp>
    </p:spTree>
    <p:extLst>
      <p:ext uri="{BB962C8B-B14F-4D97-AF65-F5344CB8AC3E}">
        <p14:creationId xmlns:p14="http://schemas.microsoft.com/office/powerpoint/2010/main" val="1485643526"/>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idx="4294967295"/>
          </p:nvPr>
        </p:nvSpPr>
        <p:spPr>
          <a:xfrm>
            <a:off x="457200" y="285727"/>
            <a:ext cx="8221663" cy="847747"/>
          </a:xfrm>
        </p:spPr>
        <p:txBody>
          <a:bodyPr lIns="92075" tIns="46038" rIns="92075" bIns="46038" anchor="ctr"/>
          <a:lstStyle/>
          <a:p>
            <a:r>
              <a:rPr lang="en-US" altLang="zh-CN" dirty="0" err="1"/>
              <a:t>k</a:t>
            </a:r>
            <a:r>
              <a:rPr lang="en-US" altLang="zh-CN" dirty="0" err="1" smtClean="0"/>
              <a:t>malloc</a:t>
            </a:r>
            <a:r>
              <a:rPr lang="zh-CN" altLang="en-US" dirty="0"/>
              <a:t>函数</a:t>
            </a:r>
            <a:r>
              <a:rPr lang="en-US" altLang="zh-CN" dirty="0"/>
              <a:t>size</a:t>
            </a:r>
            <a:r>
              <a:rPr lang="zh-CN" altLang="en-US" dirty="0"/>
              <a:t>参数</a:t>
            </a:r>
          </a:p>
        </p:txBody>
      </p:sp>
      <p:sp>
        <p:nvSpPr>
          <p:cNvPr id="1591299" name="Rectangle 3"/>
          <p:cNvSpPr>
            <a:spLocks noGrp="1" noChangeArrowheads="1"/>
          </p:cNvSpPr>
          <p:nvPr>
            <p:ph type="body" idx="4294967295"/>
          </p:nvPr>
        </p:nvSpPr>
        <p:spPr>
          <a:xfrm>
            <a:off x="457200" y="1219200"/>
            <a:ext cx="8229600" cy="4486275"/>
          </a:xfrm>
        </p:spPr>
        <p:txBody>
          <a:bodyPr lIns="92075" tIns="46038" rIns="92075" bIns="46038"/>
          <a:lstStyle/>
          <a:p>
            <a:pPr>
              <a:lnSpc>
                <a:spcPct val="90000"/>
              </a:lnSpc>
            </a:pPr>
            <a:r>
              <a:rPr lang="zh-CN" altLang="en-US" sz="2400" dirty="0"/>
              <a:t>内核管理物理内存方式在底层是通过页来实现</a:t>
            </a:r>
            <a:r>
              <a:rPr lang="zh-CN" altLang="en-US" sz="2400" dirty="0" smtClean="0"/>
              <a:t>的</a:t>
            </a:r>
            <a:endParaRPr lang="en-US" altLang="zh-CN" sz="2400" dirty="0" smtClean="0"/>
          </a:p>
          <a:p>
            <a:pPr>
              <a:lnSpc>
                <a:spcPct val="90000"/>
              </a:lnSpc>
            </a:pPr>
            <a:endParaRPr lang="zh-CN" altLang="en-US" sz="2400" dirty="0"/>
          </a:p>
          <a:p>
            <a:pPr>
              <a:lnSpc>
                <a:spcPct val="90000"/>
              </a:lnSpc>
            </a:pPr>
            <a:r>
              <a:rPr lang="zh-CN" altLang="en-US" sz="2400" dirty="0"/>
              <a:t>内核为了满足任意数量的内存使用请求，创建了由各种不同固定大小的内存块组成的内存对象</a:t>
            </a:r>
            <a:r>
              <a:rPr lang="zh-CN" altLang="en-US" sz="2400" dirty="0" smtClean="0"/>
              <a:t>池</a:t>
            </a:r>
            <a:endParaRPr lang="en-US" altLang="zh-CN" sz="2400" dirty="0" smtClean="0"/>
          </a:p>
          <a:p>
            <a:pPr>
              <a:lnSpc>
                <a:spcPct val="90000"/>
              </a:lnSpc>
            </a:pPr>
            <a:endParaRPr lang="zh-CN" altLang="en-US" sz="2400" dirty="0"/>
          </a:p>
          <a:p>
            <a:pPr>
              <a:lnSpc>
                <a:spcPct val="90000"/>
              </a:lnSpc>
            </a:pPr>
            <a:r>
              <a:rPr lang="zh-CN" altLang="en-US" sz="2400" dirty="0"/>
              <a:t>当</a:t>
            </a:r>
            <a:r>
              <a:rPr lang="en-US" altLang="zh-CN" sz="2400" dirty="0" err="1"/>
              <a:t>kmalloc</a:t>
            </a:r>
            <a:r>
              <a:rPr lang="zh-CN" altLang="en-US" sz="2400" dirty="0"/>
              <a:t>申请内存空间时，内核就会将一个刚好足够大的空闲内存块分配出</a:t>
            </a:r>
            <a:r>
              <a:rPr lang="zh-CN" altLang="en-US" sz="2400" dirty="0" smtClean="0"/>
              <a:t>来。比</a:t>
            </a:r>
            <a:r>
              <a:rPr lang="zh-CN" altLang="en-US" sz="2400" dirty="0"/>
              <a:t>如要申请</a:t>
            </a:r>
            <a:r>
              <a:rPr lang="en-US" altLang="zh-CN" sz="2400" dirty="0"/>
              <a:t>100</a:t>
            </a:r>
            <a:r>
              <a:rPr lang="zh-CN" altLang="en-US" sz="2400" dirty="0"/>
              <a:t>字节，</a:t>
            </a:r>
            <a:r>
              <a:rPr lang="en-US" altLang="zh-CN" sz="2400" dirty="0" err="1"/>
              <a:t>kmalloc</a:t>
            </a:r>
            <a:r>
              <a:rPr lang="zh-CN" altLang="en-US" sz="2400" dirty="0"/>
              <a:t>就会返回一个</a:t>
            </a:r>
            <a:r>
              <a:rPr lang="en-US" altLang="zh-CN" sz="2400" dirty="0"/>
              <a:t>128</a:t>
            </a:r>
            <a:r>
              <a:rPr lang="zh-CN" altLang="en-US" sz="2400" dirty="0"/>
              <a:t>字节的内存</a:t>
            </a:r>
            <a:r>
              <a:rPr lang="zh-CN" altLang="en-US" sz="2400" dirty="0" smtClean="0"/>
              <a:t>块</a:t>
            </a:r>
            <a:endParaRPr lang="en-US" altLang="zh-CN" sz="2400" dirty="0" smtClean="0"/>
          </a:p>
          <a:p>
            <a:pPr>
              <a:lnSpc>
                <a:spcPct val="90000"/>
              </a:lnSpc>
            </a:pPr>
            <a:endParaRPr lang="zh-CN" altLang="en-US" sz="2400" dirty="0"/>
          </a:p>
          <a:p>
            <a:pPr>
              <a:lnSpc>
                <a:spcPct val="90000"/>
              </a:lnSpc>
            </a:pPr>
            <a:r>
              <a:rPr lang="zh-CN" altLang="en-US" sz="2400" dirty="0"/>
              <a:t>在</a:t>
            </a:r>
            <a:r>
              <a:rPr lang="en-US" altLang="zh-CN" sz="2400" dirty="0"/>
              <a:t>4k</a:t>
            </a:r>
            <a:r>
              <a:rPr lang="zh-CN" altLang="en-US" sz="2400" dirty="0"/>
              <a:t>字节大小页面的系统上，分配的最小内存块是</a:t>
            </a:r>
            <a:r>
              <a:rPr lang="en-US" altLang="zh-CN" sz="2400" dirty="0"/>
              <a:t>32</a:t>
            </a:r>
            <a:r>
              <a:rPr lang="zh-CN" altLang="en-US" sz="2400" dirty="0"/>
              <a:t>字节，最大</a:t>
            </a:r>
            <a:r>
              <a:rPr lang="en-US" altLang="zh-CN" sz="2400" dirty="0"/>
              <a:t>128k</a:t>
            </a:r>
            <a:r>
              <a:rPr lang="zh-CN" altLang="en-US" sz="2400" dirty="0"/>
              <a:t>字节</a:t>
            </a:r>
          </a:p>
        </p:txBody>
      </p:sp>
    </p:spTree>
    <p:extLst>
      <p:ext uri="{BB962C8B-B14F-4D97-AF65-F5344CB8AC3E}">
        <p14:creationId xmlns:p14="http://schemas.microsoft.com/office/powerpoint/2010/main" val="310420672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idx="4294967295"/>
          </p:nvPr>
        </p:nvSpPr>
        <p:spPr/>
        <p:txBody>
          <a:bodyPr lIns="92075" tIns="46038" rIns="92075" bIns="46038" anchor="ctr"/>
          <a:lstStyle/>
          <a:p>
            <a:r>
              <a:rPr lang="en-US" altLang="zh-CN" dirty="0" err="1"/>
              <a:t>vmalloc</a:t>
            </a:r>
            <a:r>
              <a:rPr lang="zh-CN" altLang="en-US" dirty="0"/>
              <a:t>和相关函数</a:t>
            </a:r>
          </a:p>
        </p:txBody>
      </p:sp>
      <p:sp>
        <p:nvSpPr>
          <p:cNvPr id="1593347" name="Rectangle 3"/>
          <p:cNvSpPr>
            <a:spLocks noGrp="1" noChangeArrowheads="1"/>
          </p:cNvSpPr>
          <p:nvPr>
            <p:ph type="body" idx="4294967295"/>
          </p:nvPr>
        </p:nvSpPr>
        <p:spPr/>
        <p:txBody>
          <a:bodyPr lIns="92075" tIns="46038" rIns="92075" bIns="46038"/>
          <a:lstStyle/>
          <a:p>
            <a:pPr>
              <a:lnSpc>
                <a:spcPct val="90000"/>
              </a:lnSpc>
            </a:pPr>
            <a:r>
              <a:rPr lang="en-US" altLang="zh-CN" sz="2400"/>
              <a:t>vmalloc</a:t>
            </a:r>
            <a:r>
              <a:rPr lang="zh-CN" altLang="en-US" sz="2400"/>
              <a:t>函数用来分配虚拟地址空间的连续区域</a:t>
            </a:r>
          </a:p>
          <a:p>
            <a:pPr>
              <a:lnSpc>
                <a:spcPct val="90000"/>
              </a:lnSpc>
            </a:pPr>
            <a:r>
              <a:rPr lang="en-US" altLang="zh-CN" sz="2400"/>
              <a:t>vmalloc</a:t>
            </a:r>
            <a:r>
              <a:rPr lang="zh-CN" altLang="en-US" sz="2400"/>
              <a:t>函数获得的连续虚拟地址空间在物理地址上可能是不连续的</a:t>
            </a:r>
          </a:p>
          <a:p>
            <a:pPr>
              <a:lnSpc>
                <a:spcPct val="90000"/>
              </a:lnSpc>
            </a:pPr>
            <a:r>
              <a:rPr lang="en-US" altLang="zh-CN" sz="2400"/>
              <a:t>vmalloc</a:t>
            </a:r>
            <a:r>
              <a:rPr lang="zh-CN" altLang="en-US" sz="2400"/>
              <a:t>函数获得的地址是平台相关的</a:t>
            </a:r>
          </a:p>
          <a:p>
            <a:pPr>
              <a:lnSpc>
                <a:spcPct val="90000"/>
              </a:lnSpc>
            </a:pPr>
            <a:r>
              <a:rPr lang="zh-CN" altLang="en-US" sz="2400"/>
              <a:t>不能在中断时分配</a:t>
            </a:r>
          </a:p>
          <a:p>
            <a:pPr>
              <a:lnSpc>
                <a:spcPct val="90000"/>
              </a:lnSpc>
            </a:pPr>
            <a:r>
              <a:rPr lang="zh-CN" altLang="en-US" sz="2400"/>
              <a:t>调用接口</a:t>
            </a:r>
          </a:p>
          <a:p>
            <a:pPr lvl="1">
              <a:lnSpc>
                <a:spcPct val="90000"/>
              </a:lnSpc>
            </a:pPr>
            <a:r>
              <a:rPr lang="en-US" altLang="zh-CN" sz="2000"/>
              <a:t>void *vmalloc(unsigned long size)</a:t>
            </a:r>
          </a:p>
          <a:p>
            <a:pPr lvl="1">
              <a:lnSpc>
                <a:spcPct val="90000"/>
              </a:lnSpc>
            </a:pPr>
            <a:r>
              <a:rPr lang="en-US" altLang="zh-CN" sz="2000"/>
              <a:t>void vfree(void *addr)</a:t>
            </a:r>
          </a:p>
        </p:txBody>
      </p:sp>
      <p:pic>
        <p:nvPicPr>
          <p:cNvPr id="265218" name="Picture 2"/>
          <p:cNvPicPr>
            <a:picLocks noChangeAspect="1" noChangeArrowheads="1"/>
          </p:cNvPicPr>
          <p:nvPr/>
        </p:nvPicPr>
        <p:blipFill>
          <a:blip r:embed="rId2" cstate="print"/>
          <a:srcRect/>
          <a:stretch>
            <a:fillRect/>
          </a:stretch>
        </p:blipFill>
        <p:spPr bwMode="auto">
          <a:xfrm>
            <a:off x="857224" y="4429132"/>
            <a:ext cx="6929486" cy="1352552"/>
          </a:xfrm>
          <a:prstGeom prst="rect">
            <a:avLst/>
          </a:prstGeom>
          <a:noFill/>
          <a:ln w="9525">
            <a:noFill/>
            <a:miter lim="800000"/>
            <a:headEnd/>
            <a:tailEnd/>
          </a:ln>
        </p:spPr>
      </p:pic>
    </p:spTree>
    <p:extLst>
      <p:ext uri="{BB962C8B-B14F-4D97-AF65-F5344CB8AC3E}">
        <p14:creationId xmlns:p14="http://schemas.microsoft.com/office/powerpoint/2010/main" val="397572983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idx="4294967295"/>
          </p:nvPr>
        </p:nvSpPr>
        <p:spPr>
          <a:xfrm>
            <a:off x="457200" y="357165"/>
            <a:ext cx="8221663" cy="776309"/>
          </a:xfrm>
        </p:spPr>
        <p:txBody>
          <a:bodyPr lIns="92075" tIns="46038" rIns="92075" bIns="46038" anchor="ctr"/>
          <a:lstStyle/>
          <a:p>
            <a:r>
              <a:rPr lang="zh-CN" altLang="en-US" dirty="0"/>
              <a:t>内核引导时的内存分配</a:t>
            </a:r>
          </a:p>
        </p:txBody>
      </p:sp>
      <p:sp>
        <p:nvSpPr>
          <p:cNvPr id="1595395" name="Rectangle 3"/>
          <p:cNvSpPr>
            <a:spLocks noGrp="1" noChangeArrowheads="1"/>
          </p:cNvSpPr>
          <p:nvPr>
            <p:ph type="body" idx="4294967295"/>
          </p:nvPr>
        </p:nvSpPr>
        <p:spPr/>
        <p:txBody>
          <a:bodyPr lIns="92075" tIns="46038" rIns="92075" bIns="46038"/>
          <a:lstStyle/>
          <a:p>
            <a:pPr>
              <a:lnSpc>
                <a:spcPct val="150000"/>
              </a:lnSpc>
            </a:pPr>
            <a:r>
              <a:rPr lang="zh-CN" altLang="en-US" sz="2400" dirty="0"/>
              <a:t>如果需要连续的大块内存区域，就需要在内核引导时分配</a:t>
            </a:r>
          </a:p>
          <a:p>
            <a:pPr>
              <a:lnSpc>
                <a:spcPct val="150000"/>
              </a:lnSpc>
            </a:pPr>
            <a:endParaRPr lang="en-US" altLang="zh-CN" sz="2400" dirty="0" smtClean="0"/>
          </a:p>
          <a:p>
            <a:pPr>
              <a:lnSpc>
                <a:spcPct val="150000"/>
              </a:lnSpc>
            </a:pPr>
            <a:r>
              <a:rPr lang="zh-CN" altLang="en-US" sz="2400" dirty="0" smtClean="0"/>
              <a:t>在内核引</a:t>
            </a:r>
            <a:r>
              <a:rPr lang="zh-CN" altLang="en-US" sz="2400" dirty="0"/>
              <a:t>导</a:t>
            </a:r>
            <a:r>
              <a:rPr lang="zh-CN" altLang="en-US" sz="2400" dirty="0" smtClean="0"/>
              <a:t>时预留的</a:t>
            </a:r>
            <a:r>
              <a:rPr lang="zh-CN" altLang="en-US" sz="2400" dirty="0"/>
              <a:t>方式跳过了</a:t>
            </a:r>
            <a:r>
              <a:rPr lang="en-US" altLang="zh-CN" sz="2400" dirty="0" err="1"/>
              <a:t>linux</a:t>
            </a:r>
            <a:r>
              <a:rPr lang="zh-CN" altLang="en-US" sz="2400" dirty="0"/>
              <a:t>内存管理，直接保留需要的内存区域</a:t>
            </a:r>
          </a:p>
          <a:p>
            <a:pPr>
              <a:lnSpc>
                <a:spcPct val="150000"/>
              </a:lnSpc>
            </a:pPr>
            <a:endParaRPr lang="en-US" altLang="zh-CN" sz="2400" dirty="0" smtClean="0"/>
          </a:p>
          <a:p>
            <a:pPr>
              <a:lnSpc>
                <a:spcPct val="150000"/>
              </a:lnSpc>
            </a:pPr>
            <a:r>
              <a:rPr lang="zh-CN" altLang="en-US" sz="2400" dirty="0" smtClean="0"/>
              <a:t>在内核空间对物理内存进行映射后访问</a:t>
            </a:r>
            <a:endParaRPr lang="zh-CN" altLang="en-US" sz="2400" dirty="0"/>
          </a:p>
        </p:txBody>
      </p:sp>
    </p:spTree>
    <p:extLst>
      <p:ext uri="{BB962C8B-B14F-4D97-AF65-F5344CB8AC3E}">
        <p14:creationId xmlns:p14="http://schemas.microsoft.com/office/powerpoint/2010/main" val="336281835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idx="4294967295"/>
          </p:nvPr>
        </p:nvSpPr>
        <p:spPr>
          <a:xfrm>
            <a:off x="457200" y="428604"/>
            <a:ext cx="8221663" cy="704870"/>
          </a:xfrm>
        </p:spPr>
        <p:txBody>
          <a:bodyPr lIns="92075" tIns="46038" rIns="92075" bIns="46038" anchor="ctr"/>
          <a:lstStyle/>
          <a:p>
            <a:r>
              <a:rPr lang="zh-CN" altLang="en-US" dirty="0"/>
              <a:t>后备高速缓存</a:t>
            </a:r>
          </a:p>
        </p:txBody>
      </p:sp>
      <p:sp>
        <p:nvSpPr>
          <p:cNvPr id="1594371" name="Rectangle 3"/>
          <p:cNvSpPr>
            <a:spLocks noGrp="1" noChangeArrowheads="1"/>
          </p:cNvSpPr>
          <p:nvPr>
            <p:ph type="body" idx="4294967295"/>
          </p:nvPr>
        </p:nvSpPr>
        <p:spPr/>
        <p:txBody>
          <a:bodyPr lIns="92075" tIns="46038" rIns="92075" bIns="46038"/>
          <a:lstStyle/>
          <a:p>
            <a:pPr>
              <a:lnSpc>
                <a:spcPct val="150000"/>
              </a:lnSpc>
            </a:pPr>
            <a:r>
              <a:rPr lang="zh-CN" altLang="en-US" sz="2400" dirty="0"/>
              <a:t>设备驱动程序如果常常反复使用同样大小的内存块，可以自己创建一个内存</a:t>
            </a:r>
            <a:r>
              <a:rPr lang="zh-CN" altLang="en-US" sz="2400" dirty="0" smtClean="0"/>
              <a:t>池</a:t>
            </a:r>
            <a:endParaRPr lang="en-US" altLang="zh-CN" sz="2400" dirty="0" smtClean="0"/>
          </a:p>
          <a:p>
            <a:pPr>
              <a:lnSpc>
                <a:spcPct val="150000"/>
              </a:lnSpc>
            </a:pPr>
            <a:endParaRPr lang="zh-CN" altLang="en-US" sz="2400" dirty="0"/>
          </a:p>
          <a:p>
            <a:pPr>
              <a:lnSpc>
                <a:spcPct val="150000"/>
              </a:lnSpc>
            </a:pPr>
            <a:r>
              <a:rPr lang="zh-CN" altLang="en-US" sz="2400" dirty="0"/>
              <a:t>在大量使用固定大小内存块，使用后备高速缓存比</a:t>
            </a:r>
            <a:r>
              <a:rPr lang="en-US" altLang="zh-CN" sz="2400" dirty="0" err="1"/>
              <a:t>kmalloc</a:t>
            </a:r>
            <a:r>
              <a:rPr lang="zh-CN" altLang="en-US" sz="2400" dirty="0"/>
              <a:t>更快，同时也节省空</a:t>
            </a:r>
            <a:r>
              <a:rPr lang="zh-CN" altLang="en-US" sz="2400" dirty="0" smtClean="0"/>
              <a:t>间</a:t>
            </a:r>
            <a:endParaRPr lang="en-US" altLang="zh-CN" sz="2400" dirty="0" smtClean="0"/>
          </a:p>
          <a:p>
            <a:pPr>
              <a:lnSpc>
                <a:spcPct val="150000"/>
              </a:lnSpc>
            </a:pPr>
            <a:endParaRPr lang="zh-CN" altLang="en-US" sz="2400" dirty="0"/>
          </a:p>
          <a:p>
            <a:pPr>
              <a:lnSpc>
                <a:spcPct val="150000"/>
              </a:lnSpc>
            </a:pPr>
            <a:r>
              <a:rPr lang="en-US" altLang="zh-CN" sz="2400" dirty="0"/>
              <a:t>/</a:t>
            </a:r>
            <a:r>
              <a:rPr lang="en-US" altLang="zh-CN" sz="2400" dirty="0" err="1"/>
              <a:t>proc</a:t>
            </a:r>
            <a:r>
              <a:rPr lang="en-US" altLang="zh-CN" sz="2400" dirty="0"/>
              <a:t>/</a:t>
            </a:r>
            <a:r>
              <a:rPr lang="en-US" altLang="zh-CN" sz="2400" dirty="0" err="1"/>
              <a:t>slabinfo</a:t>
            </a:r>
            <a:r>
              <a:rPr lang="zh-CN" altLang="en-US" sz="2400" dirty="0"/>
              <a:t>入口提供内存池的状态信息，方便我们跟踪</a:t>
            </a:r>
          </a:p>
        </p:txBody>
      </p:sp>
    </p:spTree>
    <p:extLst>
      <p:ext uri="{BB962C8B-B14F-4D97-AF65-F5344CB8AC3E}">
        <p14:creationId xmlns:p14="http://schemas.microsoft.com/office/powerpoint/2010/main" val="282382925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IO</a:t>
            </a:r>
            <a:r>
              <a:rPr lang="zh-CN" altLang="en-US" dirty="0" smtClean="0"/>
              <a:t>与内存访问</a:t>
            </a:r>
            <a:endParaRPr lang="zh-CN" altLang="en-US" dirty="0"/>
          </a:p>
        </p:txBody>
      </p:sp>
      <p:sp>
        <p:nvSpPr>
          <p:cNvPr id="3" name="内容占位符 2"/>
          <p:cNvSpPr>
            <a:spLocks noGrp="1"/>
          </p:cNvSpPr>
          <p:nvPr>
            <p:ph idx="1"/>
          </p:nvPr>
        </p:nvSpPr>
        <p:spPr/>
        <p:txBody>
          <a:bodyPr/>
          <a:lstStyle/>
          <a:p>
            <a:r>
              <a:rPr lang="en-US" altLang="zh-CN" dirty="0" smtClean="0"/>
              <a:t> </a:t>
            </a:r>
            <a:endParaRPr lang="zh-CN" altLang="en-US" dirty="0"/>
          </a:p>
        </p:txBody>
      </p:sp>
      <p:sp>
        <p:nvSpPr>
          <p:cNvPr id="5" name="日期占位符 4"/>
          <p:cNvSpPr>
            <a:spLocks noGrp="1"/>
          </p:cNvSpPr>
          <p:nvPr>
            <p:ph type="dt" idx="12"/>
          </p:nvPr>
        </p:nvSpPr>
        <p:spPr/>
        <p:txBody>
          <a:bodyPr/>
          <a:lstStyle/>
          <a:p>
            <a:pPr>
              <a:defRPr/>
            </a:pPr>
            <a:r>
              <a:rPr lang="en-US" dirty="0" smtClean="0"/>
              <a:t>2010-12</a:t>
            </a:r>
            <a:endParaRPr lang="en-US" dirty="0"/>
          </a:p>
        </p:txBody>
      </p:sp>
      <p:sp>
        <p:nvSpPr>
          <p:cNvPr id="2662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solidFill>
                <a:srgbClr val="FFFFFF"/>
              </a:solidFill>
            </a:endParaRPr>
          </a:p>
        </p:txBody>
      </p:sp>
      <p:pic>
        <p:nvPicPr>
          <p:cNvPr id="266243" name="Picture 3"/>
          <p:cNvPicPr>
            <a:picLocks noChangeAspect="1" noChangeArrowheads="1"/>
          </p:cNvPicPr>
          <p:nvPr/>
        </p:nvPicPr>
        <p:blipFill>
          <a:blip r:embed="rId2" cstate="print"/>
          <a:srcRect/>
          <a:stretch>
            <a:fillRect/>
          </a:stretch>
        </p:blipFill>
        <p:spPr bwMode="auto">
          <a:xfrm>
            <a:off x="1285852" y="1643050"/>
            <a:ext cx="6596468" cy="3971941"/>
          </a:xfrm>
          <a:prstGeom prst="rect">
            <a:avLst/>
          </a:prstGeom>
          <a:noFill/>
          <a:ln w="9525">
            <a:noFill/>
            <a:miter lim="800000"/>
            <a:headEnd/>
            <a:tailEnd/>
          </a:ln>
          <a:effectLst/>
        </p:spPr>
      </p:pic>
    </p:spTree>
    <p:extLst>
      <p:ext uri="{BB962C8B-B14F-4D97-AF65-F5344CB8AC3E}">
        <p14:creationId xmlns:p14="http://schemas.microsoft.com/office/powerpoint/2010/main" val="846400729"/>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I/O</a:t>
            </a:r>
            <a:r>
              <a:rPr lang="zh-CN" altLang="en-US" dirty="0" smtClean="0"/>
              <a:t>端口访问</a:t>
            </a:r>
            <a:endParaRPr lang="zh-CN" altLang="en-US" dirty="0"/>
          </a:p>
        </p:txBody>
      </p:sp>
      <p:sp>
        <p:nvSpPr>
          <p:cNvPr id="3" name="内容占位符 2"/>
          <p:cNvSpPr>
            <a:spLocks noGrp="1"/>
          </p:cNvSpPr>
          <p:nvPr>
            <p:ph idx="1"/>
          </p:nvPr>
        </p:nvSpPr>
        <p:spPr/>
        <p:txBody>
          <a:bodyPr/>
          <a:lstStyle/>
          <a:p>
            <a:r>
              <a:rPr lang="zh-CN" altLang="en-US" sz="2400" dirty="0" smtClean="0"/>
              <a:t>读写字节端口（</a:t>
            </a:r>
            <a:r>
              <a:rPr lang="en-US" sz="2400" dirty="0" smtClean="0"/>
              <a:t>8</a:t>
            </a:r>
            <a:r>
              <a:rPr lang="zh-CN" altLang="en-US" sz="2400" dirty="0" smtClean="0"/>
              <a:t>位宽）</a:t>
            </a:r>
            <a:endParaRPr lang="en-US" altLang="zh-CN" sz="2400" dirty="0" smtClean="0"/>
          </a:p>
          <a:p>
            <a:pPr lvl="1"/>
            <a:r>
              <a:rPr lang="en-US" dirty="0" smtClean="0"/>
              <a:t>unsigned </a:t>
            </a:r>
            <a:r>
              <a:rPr lang="en-US" dirty="0" err="1" smtClean="0"/>
              <a:t>inb</a:t>
            </a:r>
            <a:r>
              <a:rPr lang="en-US" dirty="0" smtClean="0"/>
              <a:t>(unsigned port); </a:t>
            </a:r>
            <a:endParaRPr lang="zh-CN" altLang="en-US" dirty="0" smtClean="0"/>
          </a:p>
          <a:p>
            <a:pPr lvl="1"/>
            <a:r>
              <a:rPr lang="en-US" dirty="0" smtClean="0"/>
              <a:t>void </a:t>
            </a:r>
            <a:r>
              <a:rPr lang="en-US" dirty="0" err="1" smtClean="0"/>
              <a:t>outb</a:t>
            </a:r>
            <a:r>
              <a:rPr lang="en-US" dirty="0" smtClean="0"/>
              <a:t>(unsigned char byte, unsigned port); </a:t>
            </a:r>
          </a:p>
          <a:p>
            <a:pPr lvl="1"/>
            <a:endParaRPr lang="zh-CN" altLang="en-US" dirty="0" smtClean="0"/>
          </a:p>
          <a:p>
            <a:r>
              <a:rPr lang="zh-CN" altLang="en-US" sz="2400" dirty="0" smtClean="0"/>
              <a:t>读写字端口（</a:t>
            </a:r>
            <a:r>
              <a:rPr lang="en-US" sz="2400" dirty="0" smtClean="0"/>
              <a:t>16</a:t>
            </a:r>
            <a:r>
              <a:rPr lang="zh-CN" altLang="en-US" sz="2400" dirty="0" smtClean="0"/>
              <a:t>位宽）</a:t>
            </a:r>
            <a:endParaRPr lang="en-US" altLang="zh-CN" sz="2400" dirty="0" smtClean="0"/>
          </a:p>
          <a:p>
            <a:pPr lvl="1"/>
            <a:r>
              <a:rPr lang="en-US" dirty="0" smtClean="0"/>
              <a:t>unsigned </a:t>
            </a:r>
            <a:r>
              <a:rPr lang="en-US" dirty="0" err="1" smtClean="0"/>
              <a:t>inw</a:t>
            </a:r>
            <a:r>
              <a:rPr lang="en-US" dirty="0" smtClean="0"/>
              <a:t>(unsigned port); </a:t>
            </a:r>
            <a:endParaRPr lang="zh-CN" altLang="en-US" dirty="0" smtClean="0"/>
          </a:p>
          <a:p>
            <a:pPr lvl="1"/>
            <a:r>
              <a:rPr lang="en-US" dirty="0" smtClean="0"/>
              <a:t>void </a:t>
            </a:r>
            <a:r>
              <a:rPr lang="en-US" dirty="0" err="1" smtClean="0"/>
              <a:t>outw</a:t>
            </a:r>
            <a:r>
              <a:rPr lang="en-US" dirty="0" smtClean="0"/>
              <a:t>(unsigned short word, unsigned port); </a:t>
            </a:r>
          </a:p>
          <a:p>
            <a:pPr lvl="1"/>
            <a:endParaRPr lang="zh-CN" altLang="en-US" dirty="0" smtClean="0"/>
          </a:p>
          <a:p>
            <a:r>
              <a:rPr lang="zh-CN" altLang="en-US" sz="2400" dirty="0" smtClean="0"/>
              <a:t>读写长字端口（</a:t>
            </a:r>
            <a:r>
              <a:rPr lang="en-US" sz="2400" dirty="0" smtClean="0"/>
              <a:t>32</a:t>
            </a:r>
            <a:r>
              <a:rPr lang="zh-CN" altLang="en-US" sz="2400" dirty="0" smtClean="0"/>
              <a:t>位宽）</a:t>
            </a:r>
            <a:endParaRPr lang="en-US" altLang="zh-CN" sz="2400" dirty="0" smtClean="0"/>
          </a:p>
          <a:p>
            <a:pPr lvl="1"/>
            <a:r>
              <a:rPr lang="en-US" dirty="0" smtClean="0"/>
              <a:t>unsigned </a:t>
            </a:r>
            <a:r>
              <a:rPr lang="en-US" dirty="0" err="1" smtClean="0"/>
              <a:t>inl</a:t>
            </a:r>
            <a:r>
              <a:rPr lang="en-US" dirty="0" smtClean="0"/>
              <a:t>(unsigned port); </a:t>
            </a:r>
            <a:endParaRPr lang="zh-CN" altLang="en-US" dirty="0" smtClean="0"/>
          </a:p>
          <a:p>
            <a:pPr lvl="1"/>
            <a:r>
              <a:rPr lang="en-US" dirty="0" smtClean="0"/>
              <a:t>void </a:t>
            </a:r>
            <a:r>
              <a:rPr lang="en-US" dirty="0" err="1" smtClean="0"/>
              <a:t>outl</a:t>
            </a:r>
            <a:r>
              <a:rPr lang="en-US" dirty="0" smtClean="0"/>
              <a:t>(unsigned </a:t>
            </a:r>
            <a:r>
              <a:rPr lang="en-US" dirty="0" err="1" smtClean="0"/>
              <a:t>longword</a:t>
            </a:r>
            <a:r>
              <a:rPr lang="en-US" dirty="0" smtClean="0"/>
              <a:t>, unsigned port); </a:t>
            </a:r>
            <a:endParaRPr lang="zh-CN" altLang="en-US" dirty="0" smtClean="0"/>
          </a:p>
          <a:p>
            <a:pPr lvl="1"/>
            <a:endParaRPr lang="en-US" altLang="zh-CN" dirty="0" smtClean="0"/>
          </a:p>
          <a:p>
            <a:endParaRPr lang="zh-CN" altLang="en-US" dirty="0"/>
          </a:p>
        </p:txBody>
      </p:sp>
      <p:sp>
        <p:nvSpPr>
          <p:cNvPr id="5" name="日期占位符 4"/>
          <p:cNvSpPr>
            <a:spLocks noGrp="1"/>
          </p:cNvSpPr>
          <p:nvPr>
            <p:ph type="dt" idx="12"/>
          </p:nvPr>
        </p:nvSpPr>
        <p:spPr/>
        <p:txBody>
          <a:bodyPr/>
          <a:lstStyle/>
          <a:p>
            <a:pPr>
              <a:defRPr/>
            </a:pPr>
            <a:r>
              <a:rPr lang="en-US" dirty="0" smtClean="0"/>
              <a:t>2010-12</a:t>
            </a:r>
            <a:endParaRPr lang="en-US" dirty="0"/>
          </a:p>
        </p:txBody>
      </p:sp>
    </p:spTree>
    <p:extLst>
      <p:ext uri="{BB962C8B-B14F-4D97-AF65-F5344CB8AC3E}">
        <p14:creationId xmlns:p14="http://schemas.microsoft.com/office/powerpoint/2010/main" val="862306242"/>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I/O</a:t>
            </a:r>
            <a:r>
              <a:rPr lang="zh-CN" altLang="en-US" dirty="0" smtClean="0"/>
              <a:t>端口访问</a:t>
            </a:r>
            <a:r>
              <a:rPr lang="en-US" altLang="zh-CN" dirty="0" smtClean="0"/>
              <a:t>(cont.)</a:t>
            </a:r>
            <a:endParaRPr lang="zh-CN" altLang="en-US" dirty="0"/>
          </a:p>
        </p:txBody>
      </p:sp>
      <p:sp>
        <p:nvSpPr>
          <p:cNvPr id="3" name="内容占位符 2"/>
          <p:cNvSpPr>
            <a:spLocks noGrp="1"/>
          </p:cNvSpPr>
          <p:nvPr>
            <p:ph idx="1"/>
          </p:nvPr>
        </p:nvSpPr>
        <p:spPr/>
        <p:txBody>
          <a:bodyPr/>
          <a:lstStyle/>
          <a:p>
            <a:r>
              <a:rPr lang="zh-CN" altLang="en-US" sz="2400" dirty="0" smtClean="0"/>
              <a:t>连续读写字节</a:t>
            </a:r>
            <a:endParaRPr lang="en-US" altLang="zh-CN" sz="2400" dirty="0" smtClean="0"/>
          </a:p>
          <a:p>
            <a:pPr lvl="1"/>
            <a:r>
              <a:rPr lang="en-US" dirty="0" smtClean="0"/>
              <a:t>void </a:t>
            </a:r>
            <a:r>
              <a:rPr lang="en-US" dirty="0" err="1" smtClean="0"/>
              <a:t>insb</a:t>
            </a:r>
            <a:r>
              <a:rPr lang="en-US" dirty="0" smtClean="0"/>
              <a:t>(unsigned port, void *</a:t>
            </a:r>
            <a:r>
              <a:rPr lang="en-US" dirty="0" err="1" smtClean="0"/>
              <a:t>addr</a:t>
            </a:r>
            <a:r>
              <a:rPr lang="en-US" dirty="0" smtClean="0"/>
              <a:t>, unsigned long count); </a:t>
            </a:r>
            <a:endParaRPr lang="zh-CN" altLang="en-US" dirty="0" smtClean="0"/>
          </a:p>
          <a:p>
            <a:pPr lvl="1"/>
            <a:r>
              <a:rPr lang="en-US" dirty="0" smtClean="0"/>
              <a:t>void </a:t>
            </a:r>
            <a:r>
              <a:rPr lang="en-US" dirty="0" err="1" smtClean="0"/>
              <a:t>outsb</a:t>
            </a:r>
            <a:r>
              <a:rPr lang="en-US" dirty="0" smtClean="0"/>
              <a:t>(unsigned port, void *</a:t>
            </a:r>
            <a:r>
              <a:rPr lang="en-US" dirty="0" err="1" smtClean="0"/>
              <a:t>addr</a:t>
            </a:r>
            <a:r>
              <a:rPr lang="en-US" dirty="0" smtClean="0"/>
              <a:t>, unsigned long count);</a:t>
            </a:r>
          </a:p>
          <a:p>
            <a:pPr lvl="1"/>
            <a:endParaRPr lang="zh-CN" altLang="en-US" dirty="0" smtClean="0"/>
          </a:p>
          <a:p>
            <a:r>
              <a:rPr lang="zh-CN" altLang="en-US" sz="2400" dirty="0" smtClean="0"/>
              <a:t>连续读写字</a:t>
            </a:r>
            <a:endParaRPr lang="en-US" altLang="zh-CN" sz="2400" dirty="0" smtClean="0"/>
          </a:p>
          <a:p>
            <a:pPr lvl="1"/>
            <a:r>
              <a:rPr lang="en-US" dirty="0" smtClean="0"/>
              <a:t>void </a:t>
            </a:r>
            <a:r>
              <a:rPr lang="en-US" dirty="0" err="1" smtClean="0"/>
              <a:t>insw</a:t>
            </a:r>
            <a:r>
              <a:rPr lang="en-US" dirty="0" smtClean="0"/>
              <a:t>(unsigned port, void *</a:t>
            </a:r>
            <a:r>
              <a:rPr lang="en-US" dirty="0" err="1" smtClean="0"/>
              <a:t>addr</a:t>
            </a:r>
            <a:r>
              <a:rPr lang="en-US" dirty="0" smtClean="0"/>
              <a:t>, unsigned long count); </a:t>
            </a:r>
            <a:endParaRPr lang="zh-CN" altLang="en-US" dirty="0" smtClean="0"/>
          </a:p>
          <a:p>
            <a:pPr lvl="1"/>
            <a:r>
              <a:rPr lang="en-US" dirty="0" smtClean="0"/>
              <a:t>void </a:t>
            </a:r>
            <a:r>
              <a:rPr lang="en-US" dirty="0" err="1" smtClean="0"/>
              <a:t>outsw</a:t>
            </a:r>
            <a:r>
              <a:rPr lang="en-US" dirty="0" smtClean="0"/>
              <a:t>(unsigned port, void *</a:t>
            </a:r>
            <a:r>
              <a:rPr lang="en-US" dirty="0" err="1" smtClean="0"/>
              <a:t>addr</a:t>
            </a:r>
            <a:r>
              <a:rPr lang="en-US" dirty="0" smtClean="0"/>
              <a:t>, unsigned long count); </a:t>
            </a:r>
          </a:p>
          <a:p>
            <a:pPr lvl="1"/>
            <a:endParaRPr lang="en-US" altLang="zh-CN" dirty="0" smtClean="0"/>
          </a:p>
          <a:p>
            <a:r>
              <a:rPr lang="zh-CN" altLang="en-US" sz="2400" dirty="0" smtClean="0"/>
              <a:t>连续读写长字</a:t>
            </a:r>
            <a:endParaRPr lang="en-US" altLang="zh-CN" sz="2400" dirty="0" smtClean="0"/>
          </a:p>
          <a:p>
            <a:pPr lvl="1"/>
            <a:r>
              <a:rPr lang="en-US" dirty="0" smtClean="0"/>
              <a:t>void </a:t>
            </a:r>
            <a:r>
              <a:rPr lang="en-US" dirty="0" err="1" smtClean="0"/>
              <a:t>insl</a:t>
            </a:r>
            <a:r>
              <a:rPr lang="en-US" dirty="0" smtClean="0"/>
              <a:t>(unsigned port, void *</a:t>
            </a:r>
            <a:r>
              <a:rPr lang="en-US" dirty="0" err="1" smtClean="0"/>
              <a:t>addr</a:t>
            </a:r>
            <a:r>
              <a:rPr lang="en-US" dirty="0" smtClean="0"/>
              <a:t>, unsigned long count); </a:t>
            </a:r>
            <a:endParaRPr lang="zh-CN" altLang="en-US" dirty="0" smtClean="0"/>
          </a:p>
          <a:p>
            <a:pPr lvl="1"/>
            <a:r>
              <a:rPr lang="en-US" dirty="0" smtClean="0"/>
              <a:t>void </a:t>
            </a:r>
            <a:r>
              <a:rPr lang="en-US" dirty="0" err="1" smtClean="0"/>
              <a:t>outsl</a:t>
            </a:r>
            <a:r>
              <a:rPr lang="en-US" dirty="0" smtClean="0"/>
              <a:t>(unsigned port, void *</a:t>
            </a:r>
            <a:r>
              <a:rPr lang="en-US" dirty="0" err="1" smtClean="0"/>
              <a:t>addr</a:t>
            </a:r>
            <a:r>
              <a:rPr lang="en-US" dirty="0" smtClean="0"/>
              <a:t>, unsigned long count); </a:t>
            </a:r>
            <a:endParaRPr lang="zh-CN" altLang="en-US" dirty="0" smtClean="0"/>
          </a:p>
          <a:p>
            <a:endParaRPr lang="en-US" altLang="zh-CN" dirty="0" smtClean="0"/>
          </a:p>
          <a:p>
            <a:endParaRPr lang="en-US" altLang="zh-CN" dirty="0" smtClean="0"/>
          </a:p>
          <a:p>
            <a:endParaRPr lang="en-US" altLang="zh-CN" dirty="0" smtClean="0"/>
          </a:p>
          <a:p>
            <a:endParaRPr lang="en-US" altLang="zh-CN" dirty="0" smtClean="0"/>
          </a:p>
          <a:p>
            <a:endParaRPr lang="zh-CN" altLang="en-US" dirty="0"/>
          </a:p>
        </p:txBody>
      </p:sp>
      <p:sp>
        <p:nvSpPr>
          <p:cNvPr id="5" name="日期占位符 4"/>
          <p:cNvSpPr>
            <a:spLocks noGrp="1"/>
          </p:cNvSpPr>
          <p:nvPr>
            <p:ph type="dt" idx="12"/>
          </p:nvPr>
        </p:nvSpPr>
        <p:spPr/>
        <p:txBody>
          <a:bodyPr/>
          <a:lstStyle/>
          <a:p>
            <a:pPr>
              <a:defRPr/>
            </a:pPr>
            <a:r>
              <a:rPr lang="en-US" dirty="0" smtClean="0"/>
              <a:t>2010-12</a:t>
            </a:r>
            <a:endParaRPr lang="en-US" dirty="0"/>
          </a:p>
        </p:txBody>
      </p:sp>
    </p:spTree>
    <p:extLst>
      <p:ext uri="{BB962C8B-B14F-4D97-AF65-F5344CB8AC3E}">
        <p14:creationId xmlns:p14="http://schemas.microsoft.com/office/powerpoint/2010/main" val="115788905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I/O</a:t>
            </a:r>
            <a:r>
              <a:rPr lang="zh-CN" altLang="en-US" dirty="0" smtClean="0"/>
              <a:t>内存映射</a:t>
            </a:r>
            <a:endParaRPr lang="zh-CN" altLang="en-US" dirty="0"/>
          </a:p>
        </p:txBody>
      </p:sp>
      <p:sp>
        <p:nvSpPr>
          <p:cNvPr id="3" name="内容占位符 2"/>
          <p:cNvSpPr>
            <a:spLocks noGrp="1"/>
          </p:cNvSpPr>
          <p:nvPr>
            <p:ph idx="1"/>
          </p:nvPr>
        </p:nvSpPr>
        <p:spPr/>
        <p:txBody>
          <a:bodyPr/>
          <a:lstStyle/>
          <a:p>
            <a:r>
              <a:rPr lang="en-US" dirty="0" smtClean="0"/>
              <a:t>I/O</a:t>
            </a:r>
            <a:r>
              <a:rPr lang="zh-CN" altLang="en-US" dirty="0" smtClean="0"/>
              <a:t>内存空间映射</a:t>
            </a:r>
            <a:endParaRPr lang="en-US" dirty="0" smtClean="0"/>
          </a:p>
          <a:p>
            <a:pPr lvl="1">
              <a:lnSpc>
                <a:spcPct val="150000"/>
              </a:lnSpc>
            </a:pPr>
            <a:r>
              <a:rPr lang="en-US" sz="2800" dirty="0" smtClean="0"/>
              <a:t>void *</a:t>
            </a:r>
            <a:r>
              <a:rPr lang="en-US" sz="2800" dirty="0" err="1" smtClean="0"/>
              <a:t>ioremap</a:t>
            </a:r>
            <a:r>
              <a:rPr lang="en-US" sz="2800" dirty="0" smtClean="0"/>
              <a:t>(unsigned long offset, unsigned long size);</a:t>
            </a:r>
          </a:p>
          <a:p>
            <a:pPr lvl="1">
              <a:lnSpc>
                <a:spcPct val="150000"/>
              </a:lnSpc>
            </a:pPr>
            <a:endParaRPr lang="zh-CN" altLang="en-US" dirty="0" smtClean="0"/>
          </a:p>
          <a:p>
            <a:pPr lvl="1">
              <a:lnSpc>
                <a:spcPct val="150000"/>
              </a:lnSpc>
            </a:pPr>
            <a:r>
              <a:rPr lang="en-US" sz="2800" dirty="0" smtClean="0"/>
              <a:t>void </a:t>
            </a:r>
            <a:r>
              <a:rPr lang="en-US" sz="2800" dirty="0" err="1" smtClean="0"/>
              <a:t>iounmap</a:t>
            </a:r>
            <a:r>
              <a:rPr lang="en-US" sz="2800" dirty="0" smtClean="0"/>
              <a:t>(void * </a:t>
            </a:r>
            <a:r>
              <a:rPr lang="en-US" sz="2800" dirty="0" err="1" smtClean="0"/>
              <a:t>addr</a:t>
            </a:r>
            <a:r>
              <a:rPr lang="en-US" sz="2800" dirty="0" smtClean="0"/>
              <a:t>);</a:t>
            </a:r>
            <a:endParaRPr lang="zh-CN" altLang="en-US" sz="2800" dirty="0" smtClean="0"/>
          </a:p>
          <a:p>
            <a:endParaRPr lang="zh-CN" altLang="en-US" dirty="0"/>
          </a:p>
        </p:txBody>
      </p:sp>
      <p:sp>
        <p:nvSpPr>
          <p:cNvPr id="5" name="日期占位符 4"/>
          <p:cNvSpPr>
            <a:spLocks noGrp="1"/>
          </p:cNvSpPr>
          <p:nvPr>
            <p:ph type="dt" idx="12"/>
          </p:nvPr>
        </p:nvSpPr>
        <p:spPr/>
        <p:txBody>
          <a:bodyPr/>
          <a:lstStyle/>
          <a:p>
            <a:pPr>
              <a:defRPr/>
            </a:pPr>
            <a:r>
              <a:rPr lang="en-US" dirty="0" smtClean="0"/>
              <a:t>2010-12</a:t>
            </a:r>
            <a:endParaRPr lang="en-US" dirty="0"/>
          </a:p>
        </p:txBody>
      </p:sp>
    </p:spTree>
    <p:extLst>
      <p:ext uri="{BB962C8B-B14F-4D97-AF65-F5344CB8AC3E}">
        <p14:creationId xmlns:p14="http://schemas.microsoft.com/office/powerpoint/2010/main" val="16777811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I/O</a:t>
            </a:r>
            <a:r>
              <a:rPr lang="zh-CN" altLang="en-US" dirty="0" smtClean="0"/>
              <a:t>内存访问</a:t>
            </a:r>
            <a:endParaRPr lang="zh-CN" altLang="en-US" dirty="0"/>
          </a:p>
        </p:txBody>
      </p:sp>
      <p:sp>
        <p:nvSpPr>
          <p:cNvPr id="3" name="内容占位符 2"/>
          <p:cNvSpPr>
            <a:spLocks noGrp="1"/>
          </p:cNvSpPr>
          <p:nvPr>
            <p:ph idx="1"/>
          </p:nvPr>
        </p:nvSpPr>
        <p:spPr/>
        <p:txBody>
          <a:bodyPr/>
          <a:lstStyle/>
          <a:p>
            <a:r>
              <a:rPr lang="zh-CN" altLang="en-US" dirty="0" smtClean="0"/>
              <a:t>读</a:t>
            </a:r>
            <a:r>
              <a:rPr lang="en-US" dirty="0" smtClean="0"/>
              <a:t>I/O</a:t>
            </a:r>
            <a:r>
              <a:rPr lang="zh-CN" altLang="en-US" dirty="0" smtClean="0"/>
              <a:t>内存</a:t>
            </a:r>
            <a:endParaRPr lang="en-US" altLang="zh-CN" dirty="0" smtClean="0"/>
          </a:p>
          <a:p>
            <a:pPr lvl="1"/>
            <a:r>
              <a:rPr lang="en-US" dirty="0" smtClean="0"/>
              <a:t>unsigned </a:t>
            </a:r>
            <a:r>
              <a:rPr lang="en-US" dirty="0" err="1" smtClean="0"/>
              <a:t>int</a:t>
            </a:r>
            <a:r>
              <a:rPr lang="en-US" dirty="0" smtClean="0"/>
              <a:t> ioread8(void *</a:t>
            </a:r>
            <a:r>
              <a:rPr lang="en-US" dirty="0" err="1" smtClean="0"/>
              <a:t>addr</a:t>
            </a:r>
            <a:r>
              <a:rPr lang="en-US" dirty="0" smtClean="0"/>
              <a:t>);</a:t>
            </a:r>
            <a:endParaRPr lang="zh-CN" altLang="en-US" dirty="0" smtClean="0"/>
          </a:p>
          <a:p>
            <a:pPr lvl="1"/>
            <a:r>
              <a:rPr lang="en-US" dirty="0" smtClean="0"/>
              <a:t>unsigned </a:t>
            </a:r>
            <a:r>
              <a:rPr lang="en-US" dirty="0" err="1" smtClean="0"/>
              <a:t>int</a:t>
            </a:r>
            <a:r>
              <a:rPr lang="en-US" dirty="0" smtClean="0"/>
              <a:t> ioread16(void *</a:t>
            </a:r>
            <a:r>
              <a:rPr lang="en-US" dirty="0" err="1" smtClean="0"/>
              <a:t>addr</a:t>
            </a:r>
            <a:r>
              <a:rPr lang="en-US" dirty="0" smtClean="0"/>
              <a:t>);</a:t>
            </a:r>
            <a:endParaRPr lang="zh-CN" altLang="en-US" dirty="0" smtClean="0"/>
          </a:p>
          <a:p>
            <a:pPr lvl="1"/>
            <a:r>
              <a:rPr lang="en-US" dirty="0" smtClean="0"/>
              <a:t>unsigned </a:t>
            </a:r>
            <a:r>
              <a:rPr lang="en-US" dirty="0" err="1" smtClean="0"/>
              <a:t>int</a:t>
            </a:r>
            <a:r>
              <a:rPr lang="en-US" dirty="0" smtClean="0"/>
              <a:t> ioread32(void *</a:t>
            </a:r>
            <a:r>
              <a:rPr lang="en-US" dirty="0" err="1" smtClean="0"/>
              <a:t>addr</a:t>
            </a:r>
            <a:r>
              <a:rPr lang="en-US" dirty="0" smtClean="0"/>
              <a:t>);</a:t>
            </a:r>
          </a:p>
          <a:p>
            <a:pPr lvl="1"/>
            <a:endParaRPr lang="zh-CN" altLang="en-US" dirty="0" smtClean="0"/>
          </a:p>
          <a:p>
            <a:r>
              <a:rPr lang="zh-CN" altLang="en-US" dirty="0" smtClean="0"/>
              <a:t>写</a:t>
            </a:r>
            <a:r>
              <a:rPr lang="en-US" dirty="0" smtClean="0"/>
              <a:t>I/O</a:t>
            </a:r>
            <a:r>
              <a:rPr lang="zh-CN" altLang="en-US" dirty="0" smtClean="0"/>
              <a:t>内存</a:t>
            </a:r>
            <a:endParaRPr lang="en-US" altLang="zh-CN" dirty="0" smtClean="0"/>
          </a:p>
          <a:p>
            <a:pPr lvl="1"/>
            <a:r>
              <a:rPr lang="en-US" dirty="0" smtClean="0"/>
              <a:t>void iowrite8(u8 value, void *</a:t>
            </a:r>
            <a:r>
              <a:rPr lang="en-US" dirty="0" err="1" smtClean="0"/>
              <a:t>addr</a:t>
            </a:r>
            <a:r>
              <a:rPr lang="en-US" dirty="0" smtClean="0"/>
              <a:t>);</a:t>
            </a:r>
            <a:endParaRPr lang="zh-CN" altLang="en-US" dirty="0" smtClean="0"/>
          </a:p>
          <a:p>
            <a:pPr lvl="1"/>
            <a:r>
              <a:rPr lang="en-US" dirty="0" smtClean="0"/>
              <a:t>void iowrite16(u16 value, void *</a:t>
            </a:r>
            <a:r>
              <a:rPr lang="en-US" dirty="0" err="1" smtClean="0"/>
              <a:t>addr</a:t>
            </a:r>
            <a:r>
              <a:rPr lang="en-US" dirty="0" smtClean="0"/>
              <a:t>);</a:t>
            </a:r>
            <a:endParaRPr lang="zh-CN" altLang="en-US" dirty="0" smtClean="0"/>
          </a:p>
          <a:p>
            <a:pPr lvl="1"/>
            <a:r>
              <a:rPr lang="en-US" dirty="0" smtClean="0"/>
              <a:t>void iowrite32(u32 value, void *</a:t>
            </a:r>
            <a:r>
              <a:rPr lang="en-US" dirty="0" err="1" smtClean="0"/>
              <a:t>addr</a:t>
            </a:r>
            <a:r>
              <a:rPr lang="en-US" dirty="0" smtClean="0"/>
              <a:t>);</a:t>
            </a:r>
            <a:endParaRPr lang="zh-CN" altLang="en-US" dirty="0" smtClean="0"/>
          </a:p>
          <a:p>
            <a:endParaRPr lang="en-US" altLang="zh-CN" dirty="0" smtClean="0"/>
          </a:p>
          <a:p>
            <a:endParaRPr lang="zh-CN" altLang="en-US" dirty="0"/>
          </a:p>
        </p:txBody>
      </p:sp>
      <p:sp>
        <p:nvSpPr>
          <p:cNvPr id="5" name="日期占位符 4"/>
          <p:cNvSpPr>
            <a:spLocks noGrp="1"/>
          </p:cNvSpPr>
          <p:nvPr>
            <p:ph type="dt" idx="12"/>
          </p:nvPr>
        </p:nvSpPr>
        <p:spPr/>
        <p:txBody>
          <a:bodyPr/>
          <a:lstStyle/>
          <a:p>
            <a:pPr>
              <a:defRPr/>
            </a:pPr>
            <a:r>
              <a:rPr lang="en-US" dirty="0" smtClean="0"/>
              <a:t>2010-12</a:t>
            </a:r>
            <a:endParaRPr lang="en-US" dirty="0"/>
          </a:p>
        </p:txBody>
      </p:sp>
    </p:spTree>
    <p:extLst>
      <p:ext uri="{BB962C8B-B14F-4D97-AF65-F5344CB8AC3E}">
        <p14:creationId xmlns:p14="http://schemas.microsoft.com/office/powerpoint/2010/main" val="37490485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I/O</a:t>
            </a:r>
            <a:r>
              <a:rPr lang="zh-CN" altLang="en-US" dirty="0" smtClean="0"/>
              <a:t>内存访问（</a:t>
            </a:r>
            <a:r>
              <a:rPr lang="en-US" altLang="zh-CN" dirty="0" smtClean="0"/>
              <a:t>cont.</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sz="2400" dirty="0" smtClean="0"/>
              <a:t>连续读</a:t>
            </a:r>
            <a:r>
              <a:rPr lang="en-US" sz="2400" dirty="0" smtClean="0"/>
              <a:t>I/O</a:t>
            </a:r>
            <a:r>
              <a:rPr lang="zh-CN" altLang="en-US" sz="2400" dirty="0" smtClean="0"/>
              <a:t>内存</a:t>
            </a:r>
            <a:endParaRPr lang="en-US" altLang="zh-CN" sz="2400" dirty="0" smtClean="0"/>
          </a:p>
          <a:p>
            <a:pPr lvl="1">
              <a:lnSpc>
                <a:spcPct val="150000"/>
              </a:lnSpc>
            </a:pPr>
            <a:r>
              <a:rPr lang="en-US" sz="2000" dirty="0" smtClean="0"/>
              <a:t>void ioread8_rep(void *</a:t>
            </a:r>
            <a:r>
              <a:rPr lang="en-US" sz="2000" dirty="0" err="1" smtClean="0"/>
              <a:t>addr</a:t>
            </a:r>
            <a:r>
              <a:rPr lang="en-US" sz="2000" dirty="0" smtClean="0"/>
              <a:t>, void *</a:t>
            </a:r>
            <a:r>
              <a:rPr lang="en-US" sz="2000" dirty="0" err="1" smtClean="0"/>
              <a:t>buf</a:t>
            </a:r>
            <a:r>
              <a:rPr lang="en-US" sz="2000" dirty="0" smtClean="0"/>
              <a:t>, unsigned long count);</a:t>
            </a:r>
            <a:endParaRPr lang="zh-CN" altLang="en-US" sz="2000" dirty="0" smtClean="0"/>
          </a:p>
          <a:p>
            <a:pPr lvl="1">
              <a:lnSpc>
                <a:spcPct val="150000"/>
              </a:lnSpc>
            </a:pPr>
            <a:r>
              <a:rPr lang="en-US" sz="2000" dirty="0" smtClean="0"/>
              <a:t>void ioread16_rep(void *</a:t>
            </a:r>
            <a:r>
              <a:rPr lang="en-US" sz="2000" dirty="0" err="1" smtClean="0"/>
              <a:t>addr</a:t>
            </a:r>
            <a:r>
              <a:rPr lang="en-US" sz="2000" dirty="0" smtClean="0"/>
              <a:t>, void *</a:t>
            </a:r>
            <a:r>
              <a:rPr lang="en-US" sz="2000" dirty="0" err="1" smtClean="0"/>
              <a:t>buf</a:t>
            </a:r>
            <a:r>
              <a:rPr lang="en-US" sz="2000" dirty="0" smtClean="0"/>
              <a:t>, unsigned long count);</a:t>
            </a:r>
            <a:endParaRPr lang="zh-CN" altLang="en-US" sz="2000" dirty="0" smtClean="0"/>
          </a:p>
          <a:p>
            <a:pPr lvl="1">
              <a:lnSpc>
                <a:spcPct val="150000"/>
              </a:lnSpc>
            </a:pPr>
            <a:r>
              <a:rPr lang="en-US" sz="2000" dirty="0" smtClean="0"/>
              <a:t>void ioread32_rep(void *</a:t>
            </a:r>
            <a:r>
              <a:rPr lang="en-US" sz="2000" dirty="0" err="1" smtClean="0"/>
              <a:t>addr</a:t>
            </a:r>
            <a:r>
              <a:rPr lang="en-US" sz="2000" dirty="0" smtClean="0"/>
              <a:t>, void *</a:t>
            </a:r>
            <a:r>
              <a:rPr lang="en-US" sz="2000" dirty="0" err="1" smtClean="0"/>
              <a:t>buf</a:t>
            </a:r>
            <a:r>
              <a:rPr lang="en-US" sz="2000" dirty="0" smtClean="0"/>
              <a:t>, unsigned long count);</a:t>
            </a:r>
          </a:p>
          <a:p>
            <a:pPr lvl="1">
              <a:lnSpc>
                <a:spcPct val="150000"/>
              </a:lnSpc>
            </a:pPr>
            <a:endParaRPr lang="zh-CN" altLang="en-US" sz="2000" dirty="0" smtClean="0"/>
          </a:p>
          <a:p>
            <a:r>
              <a:rPr lang="zh-CN" altLang="en-US" sz="2400" dirty="0" smtClean="0"/>
              <a:t>连续写</a:t>
            </a:r>
            <a:r>
              <a:rPr lang="en-US" sz="2400" dirty="0" smtClean="0"/>
              <a:t>I/O</a:t>
            </a:r>
            <a:r>
              <a:rPr lang="zh-CN" altLang="en-US" sz="2400" dirty="0" smtClean="0"/>
              <a:t>内存</a:t>
            </a:r>
            <a:endParaRPr lang="en-US" altLang="zh-CN" sz="2400" dirty="0" smtClean="0"/>
          </a:p>
          <a:p>
            <a:pPr lvl="1">
              <a:lnSpc>
                <a:spcPct val="150000"/>
              </a:lnSpc>
            </a:pPr>
            <a:r>
              <a:rPr lang="en-US" sz="2000" dirty="0" smtClean="0"/>
              <a:t>void iowrite8_rep(void *</a:t>
            </a:r>
            <a:r>
              <a:rPr lang="en-US" sz="2000" dirty="0" err="1" smtClean="0"/>
              <a:t>addr</a:t>
            </a:r>
            <a:r>
              <a:rPr lang="en-US" sz="2000" dirty="0" smtClean="0"/>
              <a:t>, const void *</a:t>
            </a:r>
            <a:r>
              <a:rPr lang="en-US" sz="2000" dirty="0" err="1" smtClean="0"/>
              <a:t>buf</a:t>
            </a:r>
            <a:r>
              <a:rPr lang="en-US" sz="2000" dirty="0" smtClean="0"/>
              <a:t>, unsigned long count);</a:t>
            </a:r>
            <a:endParaRPr lang="zh-CN" altLang="en-US" sz="2000" dirty="0" smtClean="0"/>
          </a:p>
          <a:p>
            <a:pPr lvl="1">
              <a:lnSpc>
                <a:spcPct val="150000"/>
              </a:lnSpc>
            </a:pPr>
            <a:r>
              <a:rPr lang="en-US" sz="2000" dirty="0" smtClean="0"/>
              <a:t>void iowrite16_rep(void *</a:t>
            </a:r>
            <a:r>
              <a:rPr lang="en-US" sz="2000" dirty="0" err="1" smtClean="0"/>
              <a:t>addr</a:t>
            </a:r>
            <a:r>
              <a:rPr lang="en-US" sz="2000" dirty="0" smtClean="0"/>
              <a:t>, const void *</a:t>
            </a:r>
            <a:r>
              <a:rPr lang="en-US" sz="2000" dirty="0" err="1" smtClean="0"/>
              <a:t>buf</a:t>
            </a:r>
            <a:r>
              <a:rPr lang="en-US" sz="2000" dirty="0" smtClean="0"/>
              <a:t>, unsigned long count);</a:t>
            </a:r>
            <a:endParaRPr lang="zh-CN" altLang="en-US" sz="2000" dirty="0" smtClean="0"/>
          </a:p>
          <a:p>
            <a:pPr lvl="1">
              <a:lnSpc>
                <a:spcPct val="150000"/>
              </a:lnSpc>
            </a:pPr>
            <a:r>
              <a:rPr lang="en-US" sz="2000" dirty="0" smtClean="0"/>
              <a:t>void iowrite32_rep(void *</a:t>
            </a:r>
            <a:r>
              <a:rPr lang="en-US" sz="2000" dirty="0" err="1" smtClean="0"/>
              <a:t>addr</a:t>
            </a:r>
            <a:r>
              <a:rPr lang="en-US" sz="2000" dirty="0" smtClean="0"/>
              <a:t>, const void *</a:t>
            </a:r>
            <a:r>
              <a:rPr lang="en-US" sz="2000" dirty="0" err="1" smtClean="0"/>
              <a:t>buf</a:t>
            </a:r>
            <a:r>
              <a:rPr lang="en-US" sz="2000" dirty="0" smtClean="0"/>
              <a:t>, unsigned long count);</a:t>
            </a:r>
            <a:endParaRPr lang="zh-CN" altLang="en-US" sz="2000" dirty="0" smtClean="0"/>
          </a:p>
          <a:p>
            <a:endParaRPr lang="zh-CN" altLang="en-US" dirty="0"/>
          </a:p>
        </p:txBody>
      </p:sp>
      <p:sp>
        <p:nvSpPr>
          <p:cNvPr id="5" name="日期占位符 4"/>
          <p:cNvSpPr>
            <a:spLocks noGrp="1"/>
          </p:cNvSpPr>
          <p:nvPr>
            <p:ph type="dt" idx="12"/>
          </p:nvPr>
        </p:nvSpPr>
        <p:spPr/>
        <p:txBody>
          <a:bodyPr/>
          <a:lstStyle/>
          <a:p>
            <a:pPr>
              <a:defRPr/>
            </a:pPr>
            <a:r>
              <a:rPr lang="en-US" dirty="0" smtClean="0"/>
              <a:t>2010-12</a:t>
            </a:r>
            <a:endParaRPr lang="en-US" dirty="0"/>
          </a:p>
        </p:txBody>
      </p:sp>
    </p:spTree>
    <p:extLst>
      <p:ext uri="{BB962C8B-B14F-4D97-AF65-F5344CB8AC3E}">
        <p14:creationId xmlns:p14="http://schemas.microsoft.com/office/powerpoint/2010/main" val="2537654139"/>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I/O</a:t>
            </a:r>
            <a:r>
              <a:rPr lang="zh-CN" altLang="en-US" dirty="0" smtClean="0"/>
              <a:t>端口申请与释放</a:t>
            </a:r>
            <a:endParaRPr lang="zh-CN" altLang="en-US" dirty="0"/>
          </a:p>
        </p:txBody>
      </p:sp>
      <p:sp>
        <p:nvSpPr>
          <p:cNvPr id="3" name="内容占位符 2"/>
          <p:cNvSpPr>
            <a:spLocks noGrp="1"/>
          </p:cNvSpPr>
          <p:nvPr>
            <p:ph idx="1"/>
          </p:nvPr>
        </p:nvSpPr>
        <p:spPr/>
        <p:txBody>
          <a:bodyPr/>
          <a:lstStyle/>
          <a:p>
            <a:r>
              <a:rPr lang="en-US" dirty="0" smtClean="0"/>
              <a:t>I/O</a:t>
            </a:r>
            <a:r>
              <a:rPr lang="zh-CN" altLang="en-US" dirty="0" smtClean="0"/>
              <a:t>端口申请</a:t>
            </a:r>
            <a:endParaRPr lang="en-US" dirty="0" smtClean="0"/>
          </a:p>
          <a:p>
            <a:pPr lvl="1">
              <a:lnSpc>
                <a:spcPct val="150000"/>
              </a:lnSpc>
            </a:pPr>
            <a:r>
              <a:rPr lang="en-US" dirty="0" err="1" smtClean="0"/>
              <a:t>struct</a:t>
            </a:r>
            <a:r>
              <a:rPr lang="en-US" dirty="0" smtClean="0"/>
              <a:t> resource *</a:t>
            </a:r>
            <a:r>
              <a:rPr lang="en-US" dirty="0" err="1" smtClean="0"/>
              <a:t>request_region</a:t>
            </a:r>
            <a:r>
              <a:rPr lang="en-US" dirty="0" smtClean="0"/>
              <a:t>(unsigned long first, unsigned long n, const char *name);</a:t>
            </a:r>
          </a:p>
          <a:p>
            <a:pPr lvl="1">
              <a:lnSpc>
                <a:spcPct val="150000"/>
              </a:lnSpc>
            </a:pPr>
            <a:endParaRPr lang="en-US" dirty="0" smtClean="0"/>
          </a:p>
          <a:p>
            <a:r>
              <a:rPr lang="en-US" dirty="0" smtClean="0"/>
              <a:t>I/O</a:t>
            </a:r>
            <a:r>
              <a:rPr lang="zh-CN" altLang="en-US" dirty="0" smtClean="0"/>
              <a:t>端口释放</a:t>
            </a:r>
            <a:endParaRPr lang="en-US" altLang="zh-CN" dirty="0" smtClean="0"/>
          </a:p>
          <a:p>
            <a:pPr lvl="1">
              <a:lnSpc>
                <a:spcPct val="150000"/>
              </a:lnSpc>
            </a:pPr>
            <a:r>
              <a:rPr lang="en-US" dirty="0" smtClean="0"/>
              <a:t>void  </a:t>
            </a:r>
            <a:r>
              <a:rPr lang="en-US" dirty="0" err="1" smtClean="0"/>
              <a:t>release_region</a:t>
            </a:r>
            <a:r>
              <a:rPr lang="en-US" dirty="0" smtClean="0"/>
              <a:t>(unsigned long start, unsigned long n);</a:t>
            </a:r>
            <a:endParaRPr lang="zh-CN" altLang="en-US" dirty="0"/>
          </a:p>
        </p:txBody>
      </p:sp>
      <p:sp>
        <p:nvSpPr>
          <p:cNvPr id="5" name="日期占位符 4"/>
          <p:cNvSpPr>
            <a:spLocks noGrp="1"/>
          </p:cNvSpPr>
          <p:nvPr>
            <p:ph type="dt" idx="12"/>
          </p:nvPr>
        </p:nvSpPr>
        <p:spPr/>
        <p:txBody>
          <a:bodyPr/>
          <a:lstStyle/>
          <a:p>
            <a:pPr>
              <a:defRPr/>
            </a:pPr>
            <a:r>
              <a:rPr lang="en-US" dirty="0" smtClean="0"/>
              <a:t>2010-12</a:t>
            </a:r>
            <a:endParaRPr lang="en-US" dirty="0"/>
          </a:p>
        </p:txBody>
      </p:sp>
    </p:spTree>
    <p:extLst>
      <p:ext uri="{BB962C8B-B14F-4D97-AF65-F5344CB8AC3E}">
        <p14:creationId xmlns:p14="http://schemas.microsoft.com/office/powerpoint/2010/main" val="114758715"/>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I/O</a:t>
            </a:r>
            <a:r>
              <a:rPr lang="zh-CN" altLang="en-US" dirty="0" smtClean="0"/>
              <a:t>内存申请与释放</a:t>
            </a:r>
            <a:endParaRPr lang="zh-CN" altLang="en-US" dirty="0"/>
          </a:p>
        </p:txBody>
      </p:sp>
      <p:sp>
        <p:nvSpPr>
          <p:cNvPr id="3" name="内容占位符 2"/>
          <p:cNvSpPr>
            <a:spLocks noGrp="1"/>
          </p:cNvSpPr>
          <p:nvPr>
            <p:ph idx="1"/>
          </p:nvPr>
        </p:nvSpPr>
        <p:spPr/>
        <p:txBody>
          <a:bodyPr/>
          <a:lstStyle/>
          <a:p>
            <a:r>
              <a:rPr lang="en-US" dirty="0" smtClean="0"/>
              <a:t>I/O</a:t>
            </a:r>
            <a:r>
              <a:rPr lang="zh-CN" altLang="en-US" dirty="0" smtClean="0"/>
              <a:t>内存申请</a:t>
            </a:r>
            <a:endParaRPr lang="en-US" altLang="zh-CN" dirty="0" smtClean="0"/>
          </a:p>
          <a:p>
            <a:pPr lvl="1">
              <a:lnSpc>
                <a:spcPct val="150000"/>
              </a:lnSpc>
            </a:pPr>
            <a:r>
              <a:rPr lang="en-US" dirty="0" err="1" smtClean="0"/>
              <a:t>struct</a:t>
            </a:r>
            <a:r>
              <a:rPr lang="en-US" dirty="0" smtClean="0"/>
              <a:t> resource *</a:t>
            </a:r>
            <a:r>
              <a:rPr lang="en-US" dirty="0" err="1" smtClean="0"/>
              <a:t>request_mem_region</a:t>
            </a:r>
            <a:r>
              <a:rPr lang="en-US" dirty="0" smtClean="0"/>
              <a:t>(unsigned long start, unsigned long </a:t>
            </a:r>
            <a:r>
              <a:rPr lang="en-US" dirty="0" err="1" smtClean="0"/>
              <a:t>len</a:t>
            </a:r>
            <a:r>
              <a:rPr lang="en-US" dirty="0" smtClean="0"/>
              <a:t>, char *name);</a:t>
            </a:r>
          </a:p>
          <a:p>
            <a:pPr lvl="1">
              <a:lnSpc>
                <a:spcPct val="150000"/>
              </a:lnSpc>
            </a:pPr>
            <a:endParaRPr lang="zh-CN" altLang="en-US" dirty="0" smtClean="0"/>
          </a:p>
          <a:p>
            <a:r>
              <a:rPr lang="en-US" dirty="0" smtClean="0"/>
              <a:t>I/O</a:t>
            </a:r>
            <a:r>
              <a:rPr lang="zh-CN" altLang="en-US" dirty="0" smtClean="0"/>
              <a:t>内存释放</a:t>
            </a:r>
            <a:endParaRPr lang="en-US" altLang="zh-CN" dirty="0" smtClean="0"/>
          </a:p>
          <a:p>
            <a:pPr lvl="1">
              <a:lnSpc>
                <a:spcPct val="150000"/>
              </a:lnSpc>
            </a:pPr>
            <a:r>
              <a:rPr lang="en-US" dirty="0" smtClean="0"/>
              <a:t>void </a:t>
            </a:r>
            <a:r>
              <a:rPr lang="en-US" dirty="0" err="1" smtClean="0"/>
              <a:t>release_mem_region</a:t>
            </a:r>
            <a:r>
              <a:rPr lang="en-US" dirty="0" smtClean="0"/>
              <a:t>(unsigned long start, unsigned long </a:t>
            </a:r>
            <a:r>
              <a:rPr lang="en-US" dirty="0" err="1" smtClean="0"/>
              <a:t>len</a:t>
            </a:r>
            <a:r>
              <a:rPr lang="en-US" dirty="0" smtClean="0"/>
              <a:t>);</a:t>
            </a:r>
            <a:endParaRPr lang="zh-CN" altLang="en-US" dirty="0" smtClean="0"/>
          </a:p>
          <a:p>
            <a:pPr lvl="1"/>
            <a:endParaRPr lang="en-US" altLang="zh-CN" dirty="0" smtClean="0"/>
          </a:p>
        </p:txBody>
      </p:sp>
      <p:sp>
        <p:nvSpPr>
          <p:cNvPr id="5" name="日期占位符 4"/>
          <p:cNvSpPr>
            <a:spLocks noGrp="1"/>
          </p:cNvSpPr>
          <p:nvPr>
            <p:ph type="dt" idx="12"/>
          </p:nvPr>
        </p:nvSpPr>
        <p:spPr/>
        <p:txBody>
          <a:bodyPr/>
          <a:lstStyle/>
          <a:p>
            <a:pPr>
              <a:defRPr/>
            </a:pPr>
            <a:r>
              <a:rPr lang="en-US" dirty="0" smtClean="0"/>
              <a:t>2010-12</a:t>
            </a:r>
            <a:endParaRPr lang="en-US" dirty="0"/>
          </a:p>
        </p:txBody>
      </p:sp>
    </p:spTree>
    <p:extLst>
      <p:ext uri="{BB962C8B-B14F-4D97-AF65-F5344CB8AC3E}">
        <p14:creationId xmlns:p14="http://schemas.microsoft.com/office/powerpoint/2010/main" val="318165204"/>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 I/O</a:t>
            </a:r>
            <a:r>
              <a:rPr lang="zh-CN" altLang="en-US" dirty="0" smtClean="0"/>
              <a:t>内存访问流程</a:t>
            </a:r>
            <a:endParaRPr lang="zh-CN" altLang="en-US" dirty="0"/>
          </a:p>
        </p:txBody>
      </p:sp>
      <p:sp>
        <p:nvSpPr>
          <p:cNvPr id="3" name="内容占位符 2"/>
          <p:cNvSpPr>
            <a:spLocks noGrp="1"/>
          </p:cNvSpPr>
          <p:nvPr>
            <p:ph idx="1"/>
          </p:nvPr>
        </p:nvSpPr>
        <p:spPr/>
        <p:txBody>
          <a:bodyPr/>
          <a:lstStyle/>
          <a:p>
            <a:r>
              <a:rPr lang="en-US" altLang="zh-CN" dirty="0" smtClean="0"/>
              <a:t> </a:t>
            </a:r>
            <a:endParaRPr lang="zh-CN" altLang="en-US" dirty="0"/>
          </a:p>
        </p:txBody>
      </p:sp>
      <p:sp>
        <p:nvSpPr>
          <p:cNvPr id="5" name="日期占位符 4"/>
          <p:cNvSpPr>
            <a:spLocks noGrp="1"/>
          </p:cNvSpPr>
          <p:nvPr>
            <p:ph type="dt" idx="12"/>
          </p:nvPr>
        </p:nvSpPr>
        <p:spPr/>
        <p:txBody>
          <a:bodyPr/>
          <a:lstStyle/>
          <a:p>
            <a:pPr>
              <a:defRPr/>
            </a:pPr>
            <a:r>
              <a:rPr lang="en-US" dirty="0" smtClean="0"/>
              <a:t>2010-12</a:t>
            </a:r>
            <a:endParaRPr lang="en-US" dirty="0"/>
          </a:p>
        </p:txBody>
      </p:sp>
      <p:pic>
        <p:nvPicPr>
          <p:cNvPr id="278530" name="Picture 2" descr="11-09"/>
          <p:cNvPicPr>
            <a:picLocks noChangeAspect="1" noChangeArrowheads="1"/>
          </p:cNvPicPr>
          <p:nvPr/>
        </p:nvPicPr>
        <p:blipFill>
          <a:blip r:embed="rId2" cstate="print"/>
          <a:srcRect/>
          <a:stretch>
            <a:fillRect/>
          </a:stretch>
        </p:blipFill>
        <p:spPr bwMode="auto">
          <a:xfrm>
            <a:off x="2214546" y="1500174"/>
            <a:ext cx="4731347" cy="4071966"/>
          </a:xfrm>
          <a:prstGeom prst="rect">
            <a:avLst/>
          </a:prstGeom>
          <a:noFill/>
          <a:ln w="9525">
            <a:noFill/>
            <a:miter lim="800000"/>
            <a:headEnd/>
            <a:tailEnd/>
          </a:ln>
        </p:spPr>
      </p:pic>
    </p:spTree>
    <p:extLst>
      <p:ext uri="{BB962C8B-B14F-4D97-AF65-F5344CB8AC3E}">
        <p14:creationId xmlns:p14="http://schemas.microsoft.com/office/powerpoint/2010/main" val="1456620779"/>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1"/>
          <p:cNvSpPr txBox="1">
            <a:spLocks noChangeArrowheads="1"/>
          </p:cNvSpPr>
          <p:nvPr/>
        </p:nvSpPr>
        <p:spPr bwMode="auto">
          <a:xfrm>
            <a:off x="857224" y="3644900"/>
            <a:ext cx="7358114" cy="1282700"/>
          </a:xfrm>
          <a:prstGeom prst="rect">
            <a:avLst/>
          </a:prstGeom>
          <a:noFill/>
          <a:ln w="9525">
            <a:noFill/>
            <a:round/>
            <a:headEnd/>
            <a:tailEnd/>
          </a:ln>
          <a:effectLst/>
        </p:spPr>
        <p:txBody>
          <a:bodyPr anchor="b"/>
          <a:lstStyle/>
          <a:p>
            <a:pPr algn="ctr">
              <a:buClr>
                <a:srgbClr val="000000"/>
              </a:buClr>
              <a:buSzPct val="100000"/>
              <a:buFont typeface="微软雅黑" pitchFamily="34" charset="-12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zh-CN" sz="3200" dirty="0" smtClean="0">
                <a:solidFill>
                  <a:schemeClr val="tx1"/>
                </a:solidFill>
                <a:effectLst>
                  <a:outerShdw blurRad="38100" dist="38100" dir="2700000" algn="tl">
                    <a:srgbClr val="C0C0C0"/>
                  </a:outerShdw>
                </a:effectLst>
                <a:latin typeface="微软雅黑" pitchFamily="34" charset="-122"/>
              </a:rPr>
              <a:t>Linux</a:t>
            </a:r>
            <a:r>
              <a:rPr lang="zh-CN" altLang="en-US" sz="3200" dirty="0" smtClean="0">
                <a:solidFill>
                  <a:schemeClr val="tx1"/>
                </a:solidFill>
                <a:effectLst>
                  <a:outerShdw blurRad="38100" dist="38100" dir="2700000" algn="tl">
                    <a:srgbClr val="C0C0C0"/>
                  </a:outerShdw>
                </a:effectLst>
                <a:latin typeface="微软雅黑" pitchFamily="34" charset="-122"/>
              </a:rPr>
              <a:t>设备模型</a:t>
            </a:r>
            <a:endParaRPr lang="en-US" sz="3200" dirty="0">
              <a:solidFill>
                <a:schemeClr val="tx1"/>
              </a:solidFill>
              <a:effectLst>
                <a:outerShdw blurRad="38100" dist="38100" dir="2700000" algn="tl">
                  <a:srgbClr val="C0C0C0"/>
                </a:outerShdw>
              </a:effectLst>
              <a:latin typeface="微软雅黑" pitchFamily="34" charset="-122"/>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页脚占位符 1"/>
          <p:cNvSpPr>
            <a:spLocks noGrp="1"/>
          </p:cNvSpPr>
          <p:nvPr>
            <p:ph type="ftr" sz="quarter" idx="10"/>
          </p:nvPr>
        </p:nvSpPr>
        <p:spPr>
          <a:noFill/>
        </p:spPr>
        <p:txBody>
          <a:bodyPr/>
          <a:lstStyle/>
          <a:p>
            <a:r>
              <a:rPr lang="en-US" altLang="zh-CN"/>
              <a:t>www.embedu.org</a:t>
            </a:r>
          </a:p>
        </p:txBody>
      </p:sp>
      <p:sp>
        <p:nvSpPr>
          <p:cNvPr id="412675" name="日期占位符 3"/>
          <p:cNvSpPr>
            <a:spLocks noGrp="1"/>
          </p:cNvSpPr>
          <p:nvPr>
            <p:ph type="dt" sz="quarter" idx="12"/>
          </p:nvPr>
        </p:nvSpPr>
        <p:spPr>
          <a:noFill/>
        </p:spPr>
        <p:txBody>
          <a:bodyPr/>
          <a:lstStyle/>
          <a:p>
            <a:r>
              <a:rPr lang="en-US" altLang="zh-CN" dirty="0"/>
              <a:t>2010-07</a:t>
            </a:r>
          </a:p>
        </p:txBody>
      </p:sp>
      <p:sp>
        <p:nvSpPr>
          <p:cNvPr id="412676" name="Rectangle 2"/>
          <p:cNvSpPr>
            <a:spLocks noGrp="1" noChangeArrowheads="1"/>
          </p:cNvSpPr>
          <p:nvPr>
            <p:ph type="title" idx="4294967295"/>
          </p:nvPr>
        </p:nvSpPr>
        <p:spPr>
          <a:xfrm>
            <a:off x="468313" y="620713"/>
            <a:ext cx="6711950" cy="533400"/>
          </a:xfrm>
        </p:spPr>
        <p:txBody>
          <a:bodyPr lIns="92075" tIns="46038" rIns="92075" bIns="46038" anchor="ctr"/>
          <a:lstStyle/>
          <a:p>
            <a:r>
              <a:rPr lang="zh-CN" altLang="en-US" smtClean="0">
                <a:latin typeface="微软雅黑" pitchFamily="34" charset="-122"/>
              </a:rPr>
              <a:t>设备驱动模型与</a:t>
            </a:r>
            <a:r>
              <a:rPr lang="en-US" altLang="zh-CN" smtClean="0">
                <a:latin typeface="微软雅黑" pitchFamily="34" charset="-122"/>
              </a:rPr>
              <a:t>sysfs</a:t>
            </a:r>
            <a:r>
              <a:rPr lang="zh-CN" altLang="en-US" smtClean="0">
                <a:latin typeface="微软雅黑" pitchFamily="34" charset="-122"/>
              </a:rPr>
              <a:t>文件系统</a:t>
            </a:r>
          </a:p>
        </p:txBody>
      </p:sp>
      <p:sp>
        <p:nvSpPr>
          <p:cNvPr id="412677" name="Rectangle 3"/>
          <p:cNvSpPr>
            <a:spLocks noGrp="1" noChangeArrowheads="1"/>
          </p:cNvSpPr>
          <p:nvPr>
            <p:ph type="body" idx="4294967295"/>
          </p:nvPr>
        </p:nvSpPr>
        <p:spPr/>
        <p:txBody>
          <a:bodyPr lIns="92075" tIns="46038" rIns="92075" bIns="46038"/>
          <a:lstStyle/>
          <a:p>
            <a:pPr>
              <a:lnSpc>
                <a:spcPct val="90000"/>
              </a:lnSpc>
            </a:pPr>
            <a:r>
              <a:rPr lang="en-US" altLang="zh-CN" sz="2400" smtClean="0"/>
              <a:t>sysfs</a:t>
            </a:r>
            <a:r>
              <a:rPr lang="zh-CN" altLang="en-US" sz="2400" smtClean="0"/>
              <a:t>类似</a:t>
            </a:r>
            <a:r>
              <a:rPr lang="en-US" altLang="zh-CN" sz="2400" smtClean="0"/>
              <a:t>proc</a:t>
            </a:r>
            <a:r>
              <a:rPr lang="zh-CN" altLang="en-US" sz="2400" smtClean="0"/>
              <a:t>文件系统的特殊文件系统</a:t>
            </a:r>
          </a:p>
          <a:p>
            <a:pPr lvl="1">
              <a:lnSpc>
                <a:spcPct val="90000"/>
              </a:lnSpc>
            </a:pPr>
            <a:r>
              <a:rPr lang="zh-CN" altLang="en-US" sz="2000" smtClean="0"/>
              <a:t>用于将系统中的设备组织成层次结构，并向用户模式程序提供详细的内核数据结构信息</a:t>
            </a:r>
          </a:p>
          <a:p>
            <a:pPr>
              <a:lnSpc>
                <a:spcPct val="90000"/>
              </a:lnSpc>
            </a:pPr>
            <a:r>
              <a:rPr lang="en-US" altLang="zh-CN" sz="2400" smtClean="0"/>
              <a:t>sysfs</a:t>
            </a:r>
            <a:r>
              <a:rPr lang="zh-CN" altLang="en-US" sz="2400" smtClean="0"/>
              <a:t>的挂载</a:t>
            </a:r>
          </a:p>
          <a:p>
            <a:pPr lvl="2">
              <a:lnSpc>
                <a:spcPct val="90000"/>
              </a:lnSpc>
              <a:buFont typeface="Wingdings 3" pitchFamily="18" charset="2"/>
              <a:buNone/>
            </a:pPr>
            <a:r>
              <a:rPr lang="en-US" altLang="zh-CN" sz="1800" smtClean="0"/>
              <a:t>mount -t sysfs sysfs /sys</a:t>
            </a:r>
          </a:p>
          <a:p>
            <a:pPr>
              <a:lnSpc>
                <a:spcPct val="90000"/>
              </a:lnSpc>
            </a:pPr>
            <a:r>
              <a:rPr lang="en-US" altLang="zh-CN" sz="2400" smtClean="0"/>
              <a:t>sysfs</a:t>
            </a:r>
            <a:r>
              <a:rPr lang="zh-CN" altLang="en-US" sz="2400" smtClean="0"/>
              <a:t>的信息来源是</a:t>
            </a:r>
            <a:r>
              <a:rPr lang="en-US" altLang="zh-CN" sz="2400" smtClean="0"/>
              <a:t>kobject</a:t>
            </a:r>
            <a:r>
              <a:rPr lang="zh-CN" altLang="en-US" sz="2400" smtClean="0"/>
              <a:t>层次结构</a:t>
            </a:r>
          </a:p>
          <a:p>
            <a:pPr lvl="1">
              <a:lnSpc>
                <a:spcPct val="90000"/>
              </a:lnSpc>
            </a:pPr>
            <a:r>
              <a:rPr lang="zh-CN" altLang="en-US" sz="2000" smtClean="0"/>
              <a:t>读一个</a:t>
            </a:r>
            <a:r>
              <a:rPr lang="en-US" altLang="zh-CN" sz="2000" smtClean="0"/>
              <a:t>sysfs</a:t>
            </a:r>
            <a:r>
              <a:rPr lang="zh-CN" altLang="en-US" sz="2000" smtClean="0"/>
              <a:t>文件，就是动态的从</a:t>
            </a:r>
            <a:r>
              <a:rPr lang="en-US" altLang="zh-CN" sz="2000" smtClean="0"/>
              <a:t>kobject</a:t>
            </a:r>
            <a:r>
              <a:rPr lang="zh-CN" altLang="en-US" sz="2000" smtClean="0"/>
              <a:t>结构提取信息，生成文件</a:t>
            </a:r>
          </a:p>
          <a:p>
            <a:pPr lvl="1">
              <a:lnSpc>
                <a:spcPct val="90000"/>
              </a:lnSpc>
            </a:pPr>
            <a:r>
              <a:rPr lang="en-US" altLang="zh-CN" sz="2000" smtClean="0"/>
              <a:t>kobject</a:t>
            </a:r>
            <a:r>
              <a:rPr lang="zh-CN" altLang="en-US" sz="2000" smtClean="0"/>
              <a:t>层次结构就是</a:t>
            </a:r>
            <a:r>
              <a:rPr lang="en-US" altLang="zh-CN" sz="2000" smtClean="0"/>
              <a:t>linux</a:t>
            </a:r>
            <a:r>
              <a:rPr lang="zh-CN" altLang="en-US" sz="2000" smtClean="0"/>
              <a:t>的设备模型</a:t>
            </a:r>
          </a:p>
        </p:txBody>
      </p:sp>
      <p:graphicFrame>
        <p:nvGraphicFramePr>
          <p:cNvPr id="6" name="表格 5"/>
          <p:cNvGraphicFramePr>
            <a:graphicFrameLocks noGrp="1"/>
          </p:cNvGraphicFramePr>
          <p:nvPr/>
        </p:nvGraphicFramePr>
        <p:xfrm>
          <a:off x="2000232" y="4286256"/>
          <a:ext cx="5500726" cy="1428759"/>
        </p:xfrm>
        <a:graphic>
          <a:graphicData uri="http://schemas.openxmlformats.org/drawingml/2006/table">
            <a:tbl>
              <a:tblPr/>
              <a:tblGrid>
                <a:gridCol w="2166409"/>
                <a:gridCol w="3334317"/>
              </a:tblGrid>
              <a:tr h="422313">
                <a:tc>
                  <a:txBody>
                    <a:bodyPr/>
                    <a:lstStyle/>
                    <a:p>
                      <a:pPr algn="ctr">
                        <a:spcAft>
                          <a:spcPts val="0"/>
                        </a:spcAft>
                      </a:pPr>
                      <a:r>
                        <a:rPr lang="zh-CN" sz="1600" kern="100" dirty="0">
                          <a:latin typeface="Times New Roman"/>
                          <a:ea typeface="宋体"/>
                          <a:cs typeface="Times New Roman"/>
                        </a:rPr>
                        <a:t>内核</a:t>
                      </a: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a:ea typeface="宋体"/>
                          <a:cs typeface="Times New Roman"/>
                        </a:rPr>
                        <a:t>/sysfs</a:t>
                      </a:r>
                      <a:endParaRPr lang="zh-CN" sz="16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5482">
                <a:tc>
                  <a:txBody>
                    <a:bodyPr/>
                    <a:lstStyle/>
                    <a:p>
                      <a:pPr algn="just">
                        <a:spcAft>
                          <a:spcPts val="0"/>
                        </a:spcAft>
                      </a:pPr>
                      <a:r>
                        <a:rPr lang="en-US" sz="1600" kern="100" dirty="0" err="1">
                          <a:latin typeface="Times New Roman"/>
                          <a:ea typeface="宋体"/>
                          <a:cs typeface="Times New Roman"/>
                        </a:rPr>
                        <a:t>Kobject</a:t>
                      </a:r>
                      <a:endParaRPr lang="zh-CN" sz="1600" kern="100" dirty="0">
                        <a:latin typeface="Times New Roman"/>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Times New Roman"/>
                          <a:ea typeface="宋体"/>
                          <a:cs typeface="Times New Roman"/>
                        </a:rPr>
                        <a:t>目录</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5482">
                <a:tc>
                  <a:txBody>
                    <a:bodyPr/>
                    <a:lstStyle/>
                    <a:p>
                      <a:pPr algn="just">
                        <a:spcAft>
                          <a:spcPts val="0"/>
                        </a:spcAft>
                      </a:pPr>
                      <a:r>
                        <a:rPr lang="en-US" sz="1600" kern="100" dirty="0" err="1">
                          <a:latin typeface="Times New Roman"/>
                          <a:ea typeface="宋体"/>
                          <a:cs typeface="Times New Roman"/>
                        </a:rPr>
                        <a:t>Kobject</a:t>
                      </a:r>
                      <a:r>
                        <a:rPr lang="zh-CN" sz="1600" kern="100" dirty="0">
                          <a:latin typeface="Times New Roman"/>
                          <a:ea typeface="宋体"/>
                          <a:cs typeface="宋体"/>
                        </a:rPr>
                        <a:t>属性</a:t>
                      </a:r>
                      <a:endParaRPr lang="zh-CN" sz="1600" kern="100" dirty="0">
                        <a:latin typeface="Times New Roman"/>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Times New Roman"/>
                          <a:ea typeface="宋体"/>
                          <a:cs typeface="Times New Roman"/>
                        </a:rPr>
                        <a:t>普通文件</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5482">
                <a:tc>
                  <a:txBody>
                    <a:bodyPr/>
                    <a:lstStyle/>
                    <a:p>
                      <a:pPr algn="just">
                        <a:spcAft>
                          <a:spcPts val="0"/>
                        </a:spcAft>
                      </a:pPr>
                      <a:r>
                        <a:rPr lang="en-US" sz="1600" kern="100">
                          <a:latin typeface="Times New Roman"/>
                          <a:ea typeface="宋体"/>
                          <a:cs typeface="Times New Roman"/>
                        </a:rPr>
                        <a:t>Kobject</a:t>
                      </a:r>
                      <a:r>
                        <a:rPr lang="zh-CN" sz="1600" kern="100">
                          <a:latin typeface="Times New Roman"/>
                          <a:ea typeface="宋体"/>
                          <a:cs typeface="宋体"/>
                        </a:rPr>
                        <a:t>间相互关系</a:t>
                      </a:r>
                      <a:endParaRPr lang="zh-CN" sz="1600" kern="100">
                        <a:latin typeface="Times New Roman"/>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Times New Roman"/>
                          <a:ea typeface="宋体"/>
                          <a:cs typeface="Times New Roman"/>
                        </a:rPr>
                        <a:t>链接</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页脚占位符 1"/>
          <p:cNvSpPr>
            <a:spLocks noGrp="1"/>
          </p:cNvSpPr>
          <p:nvPr>
            <p:ph type="ftr" sz="quarter" idx="10"/>
          </p:nvPr>
        </p:nvSpPr>
        <p:spPr>
          <a:noFill/>
        </p:spPr>
        <p:txBody>
          <a:bodyPr/>
          <a:lstStyle/>
          <a:p>
            <a:r>
              <a:rPr lang="en-US" altLang="zh-CN"/>
              <a:t>www.embedu.org</a:t>
            </a:r>
          </a:p>
        </p:txBody>
      </p:sp>
      <p:sp>
        <p:nvSpPr>
          <p:cNvPr id="413699" name="日期占位符 3"/>
          <p:cNvSpPr>
            <a:spLocks noGrp="1"/>
          </p:cNvSpPr>
          <p:nvPr>
            <p:ph type="dt" sz="quarter" idx="12"/>
          </p:nvPr>
        </p:nvSpPr>
        <p:spPr>
          <a:noFill/>
        </p:spPr>
        <p:txBody>
          <a:bodyPr/>
          <a:lstStyle/>
          <a:p>
            <a:r>
              <a:rPr lang="en-US" altLang="zh-CN"/>
              <a:t>2010-07</a:t>
            </a:r>
          </a:p>
        </p:txBody>
      </p:sp>
      <p:sp>
        <p:nvSpPr>
          <p:cNvPr id="413700" name="Rectangle 2"/>
          <p:cNvSpPr>
            <a:spLocks noGrp="1" noChangeArrowheads="1"/>
          </p:cNvSpPr>
          <p:nvPr>
            <p:ph type="title" idx="4294967295"/>
          </p:nvPr>
        </p:nvSpPr>
        <p:spPr>
          <a:xfrm>
            <a:off x="457200" y="428603"/>
            <a:ext cx="8221663" cy="704871"/>
          </a:xfrm>
        </p:spPr>
        <p:txBody>
          <a:bodyPr lIns="92075" tIns="46038" rIns="92075" bIns="46038" anchor="ctr"/>
          <a:lstStyle/>
          <a:p>
            <a:r>
              <a:rPr lang="en-US" altLang="zh-CN" dirty="0" err="1" smtClean="0"/>
              <a:t>Kobject</a:t>
            </a:r>
            <a:endParaRPr lang="en-US" altLang="zh-CN" dirty="0" smtClean="0"/>
          </a:p>
        </p:txBody>
      </p:sp>
      <p:sp>
        <p:nvSpPr>
          <p:cNvPr id="413701" name="Rectangle 3"/>
          <p:cNvSpPr>
            <a:spLocks noGrp="1" noChangeArrowheads="1"/>
          </p:cNvSpPr>
          <p:nvPr>
            <p:ph type="body" idx="4294967295"/>
          </p:nvPr>
        </p:nvSpPr>
        <p:spPr>
          <a:xfrm>
            <a:off x="539750" y="1341438"/>
            <a:ext cx="6840538" cy="5181600"/>
          </a:xfrm>
        </p:spPr>
        <p:txBody>
          <a:bodyPr lIns="92075" tIns="46038" rIns="92075" bIns="46038"/>
          <a:lstStyle/>
          <a:p>
            <a:pPr>
              <a:lnSpc>
                <a:spcPct val="90000"/>
              </a:lnSpc>
            </a:pPr>
            <a:r>
              <a:rPr lang="en-US" altLang="zh-CN" sz="2000" dirty="0" err="1" smtClean="0"/>
              <a:t>struct</a:t>
            </a:r>
            <a:r>
              <a:rPr lang="en-US" altLang="zh-CN" sz="2000" dirty="0" smtClean="0"/>
              <a:t> </a:t>
            </a:r>
            <a:r>
              <a:rPr lang="en-US" altLang="zh-CN" sz="2000" dirty="0" err="1" smtClean="0"/>
              <a:t>kobject</a:t>
            </a:r>
            <a:r>
              <a:rPr lang="en-US" altLang="zh-CN" sz="2000" dirty="0" smtClean="0"/>
              <a:t> {</a:t>
            </a:r>
          </a:p>
          <a:p>
            <a:pPr>
              <a:lnSpc>
                <a:spcPct val="90000"/>
              </a:lnSpc>
              <a:buFont typeface="Wingdings 3" pitchFamily="18" charset="2"/>
              <a:buNone/>
            </a:pPr>
            <a:r>
              <a:rPr lang="en-US" altLang="zh-CN" sz="2000" dirty="0" smtClean="0"/>
              <a:t>	char * </a:t>
            </a:r>
            <a:r>
              <a:rPr lang="en-US" altLang="zh-CN" sz="2000" dirty="0" err="1" smtClean="0"/>
              <a:t>kname</a:t>
            </a:r>
            <a:r>
              <a:rPr lang="en-US" altLang="zh-CN" sz="2000" dirty="0" smtClean="0"/>
              <a:t>; </a:t>
            </a:r>
            <a:r>
              <a:rPr lang="zh-CN" altLang="en-US" sz="2000" dirty="0" smtClean="0"/>
              <a:t>指向设备名称的指针</a:t>
            </a:r>
          </a:p>
          <a:p>
            <a:pPr>
              <a:lnSpc>
                <a:spcPct val="90000"/>
              </a:lnSpc>
              <a:buFont typeface="Wingdings 3" pitchFamily="18" charset="2"/>
              <a:buNone/>
            </a:pPr>
            <a:r>
              <a:rPr lang="zh-CN" altLang="en-US" sz="2000" dirty="0" smtClean="0"/>
              <a:t>	</a:t>
            </a:r>
            <a:r>
              <a:rPr lang="en-US" altLang="zh-CN" sz="2000" dirty="0" smtClean="0"/>
              <a:t>char name[KOBJ_NAME_LEN]; </a:t>
            </a:r>
            <a:r>
              <a:rPr lang="zh-CN" altLang="en-US" sz="2000" dirty="0" smtClean="0"/>
              <a:t>设备名称</a:t>
            </a:r>
          </a:p>
          <a:p>
            <a:pPr>
              <a:lnSpc>
                <a:spcPct val="90000"/>
              </a:lnSpc>
              <a:buFont typeface="Wingdings 3" pitchFamily="18" charset="2"/>
              <a:buNone/>
            </a:pPr>
            <a:r>
              <a:rPr lang="zh-CN" altLang="en-US" sz="2000" dirty="0" smtClean="0"/>
              <a:t>	</a:t>
            </a:r>
            <a:r>
              <a:rPr lang="en-US" altLang="zh-CN" sz="2000" dirty="0" err="1" smtClean="0"/>
              <a:t>struct</a:t>
            </a:r>
            <a:r>
              <a:rPr lang="en-US" altLang="zh-CN" sz="2000" dirty="0" smtClean="0"/>
              <a:t> </a:t>
            </a:r>
            <a:r>
              <a:rPr lang="en-US" altLang="zh-CN" sz="2000" dirty="0" err="1" smtClean="0"/>
              <a:t>kref</a:t>
            </a:r>
            <a:r>
              <a:rPr lang="en-US" altLang="zh-CN" sz="2000" dirty="0" smtClean="0"/>
              <a:t> </a:t>
            </a:r>
            <a:r>
              <a:rPr lang="en-US" altLang="zh-CN" sz="2000" dirty="0" err="1" smtClean="0"/>
              <a:t>kref</a:t>
            </a:r>
            <a:r>
              <a:rPr lang="en-US" altLang="zh-CN" sz="2000" dirty="0" smtClean="0"/>
              <a:t>; </a:t>
            </a:r>
            <a:r>
              <a:rPr lang="zh-CN" altLang="en-US" sz="2000" dirty="0" smtClean="0"/>
              <a:t>对象引用计数</a:t>
            </a:r>
          </a:p>
          <a:p>
            <a:pPr>
              <a:lnSpc>
                <a:spcPct val="90000"/>
              </a:lnSpc>
              <a:buFont typeface="Wingdings 3" pitchFamily="18" charset="2"/>
              <a:buNone/>
            </a:pPr>
            <a:r>
              <a:rPr lang="zh-CN" altLang="en-US" sz="2000" dirty="0" smtClean="0"/>
              <a:t>	</a:t>
            </a:r>
            <a:r>
              <a:rPr lang="en-US" altLang="zh-CN" sz="2000" dirty="0" err="1" smtClean="0"/>
              <a:t>struct</a:t>
            </a:r>
            <a:r>
              <a:rPr lang="en-US" altLang="zh-CN" sz="2000" dirty="0" smtClean="0"/>
              <a:t> </a:t>
            </a:r>
            <a:r>
              <a:rPr lang="en-US" altLang="zh-CN" sz="2000" dirty="0" err="1" smtClean="0"/>
              <a:t>list_head</a:t>
            </a:r>
            <a:r>
              <a:rPr lang="en-US" altLang="zh-CN" sz="2000" dirty="0" smtClean="0"/>
              <a:t> entry; </a:t>
            </a:r>
            <a:r>
              <a:rPr lang="zh-CN" altLang="en-US" sz="2000" dirty="0" smtClean="0"/>
              <a:t>挂接到所在</a:t>
            </a:r>
            <a:r>
              <a:rPr lang="en-US" altLang="zh-CN" sz="2000" dirty="0" err="1" smtClean="0"/>
              <a:t>kset</a:t>
            </a:r>
            <a:r>
              <a:rPr lang="zh-CN" altLang="en-US" sz="2000" dirty="0" smtClean="0"/>
              <a:t>中去的单元</a:t>
            </a:r>
          </a:p>
          <a:p>
            <a:pPr>
              <a:lnSpc>
                <a:spcPct val="90000"/>
              </a:lnSpc>
              <a:buFont typeface="Wingdings 3" pitchFamily="18" charset="2"/>
              <a:buNone/>
            </a:pPr>
            <a:r>
              <a:rPr lang="zh-CN" altLang="en-US" sz="2000" dirty="0" smtClean="0"/>
              <a:t>	</a:t>
            </a:r>
            <a:r>
              <a:rPr lang="en-US" altLang="zh-CN" sz="2000" dirty="0" err="1" smtClean="0"/>
              <a:t>struct</a:t>
            </a:r>
            <a:r>
              <a:rPr lang="en-US" altLang="zh-CN" sz="2000" dirty="0" smtClean="0"/>
              <a:t> </a:t>
            </a:r>
            <a:r>
              <a:rPr lang="en-US" altLang="zh-CN" sz="2000" dirty="0" err="1" smtClean="0"/>
              <a:t>kobject</a:t>
            </a:r>
            <a:r>
              <a:rPr lang="en-US" altLang="zh-CN" sz="2000" dirty="0" smtClean="0"/>
              <a:t> * parent; </a:t>
            </a:r>
            <a:r>
              <a:rPr lang="zh-CN" altLang="en-US" sz="2000" dirty="0" smtClean="0"/>
              <a:t>指向父对象的指针</a:t>
            </a:r>
          </a:p>
          <a:p>
            <a:pPr>
              <a:lnSpc>
                <a:spcPct val="90000"/>
              </a:lnSpc>
              <a:buFont typeface="Wingdings 3" pitchFamily="18" charset="2"/>
              <a:buNone/>
            </a:pPr>
            <a:r>
              <a:rPr lang="zh-CN" altLang="en-US" sz="2000" dirty="0" smtClean="0"/>
              <a:t>	</a:t>
            </a:r>
            <a:r>
              <a:rPr lang="en-US" altLang="zh-CN" sz="2000" dirty="0" err="1" smtClean="0"/>
              <a:t>struct</a:t>
            </a:r>
            <a:r>
              <a:rPr lang="en-US" altLang="zh-CN" sz="2000" dirty="0" smtClean="0"/>
              <a:t> </a:t>
            </a:r>
            <a:r>
              <a:rPr lang="en-US" altLang="zh-CN" sz="2000" dirty="0" err="1" smtClean="0"/>
              <a:t>kset</a:t>
            </a:r>
            <a:r>
              <a:rPr lang="en-US" altLang="zh-CN" sz="2000" dirty="0" smtClean="0"/>
              <a:t> * </a:t>
            </a:r>
            <a:r>
              <a:rPr lang="en-US" altLang="zh-CN" sz="2000" dirty="0" err="1" smtClean="0"/>
              <a:t>kset</a:t>
            </a:r>
            <a:r>
              <a:rPr lang="en-US" altLang="zh-CN" sz="2000" dirty="0" smtClean="0"/>
              <a:t>; </a:t>
            </a:r>
            <a:r>
              <a:rPr lang="zh-CN" altLang="en-US" sz="2000" dirty="0" smtClean="0"/>
              <a:t>所属</a:t>
            </a:r>
            <a:r>
              <a:rPr lang="en-US" altLang="zh-CN" sz="2000" dirty="0" err="1" smtClean="0"/>
              <a:t>kset</a:t>
            </a:r>
            <a:r>
              <a:rPr lang="zh-CN" altLang="en-US" sz="2000" dirty="0" smtClean="0"/>
              <a:t>的指针</a:t>
            </a:r>
          </a:p>
          <a:p>
            <a:pPr>
              <a:lnSpc>
                <a:spcPct val="90000"/>
              </a:lnSpc>
              <a:buFont typeface="Wingdings 3" pitchFamily="18" charset="2"/>
              <a:buNone/>
            </a:pPr>
            <a:r>
              <a:rPr lang="zh-CN" altLang="en-US" sz="2000" dirty="0" smtClean="0"/>
              <a:t>	</a:t>
            </a:r>
            <a:r>
              <a:rPr lang="en-US" altLang="zh-CN" sz="2000" dirty="0" err="1" smtClean="0"/>
              <a:t>struct</a:t>
            </a:r>
            <a:r>
              <a:rPr lang="en-US" altLang="zh-CN" sz="2000" dirty="0" smtClean="0"/>
              <a:t> </a:t>
            </a:r>
            <a:r>
              <a:rPr lang="en-US" altLang="zh-CN" sz="2000" dirty="0" err="1" smtClean="0"/>
              <a:t>kobj_type</a:t>
            </a:r>
            <a:r>
              <a:rPr lang="en-US" altLang="zh-CN" sz="2000" dirty="0" smtClean="0"/>
              <a:t> * </a:t>
            </a:r>
            <a:r>
              <a:rPr lang="en-US" altLang="zh-CN" sz="2000" dirty="0" err="1" smtClean="0"/>
              <a:t>ktype</a:t>
            </a:r>
            <a:r>
              <a:rPr lang="en-US" altLang="zh-CN" sz="2000" dirty="0" smtClean="0"/>
              <a:t>; </a:t>
            </a:r>
            <a:r>
              <a:rPr lang="zh-CN" altLang="en-US" sz="2000" dirty="0" smtClean="0"/>
              <a:t>指向其对象类型描述符的指针</a:t>
            </a:r>
          </a:p>
          <a:p>
            <a:pPr>
              <a:lnSpc>
                <a:spcPct val="90000"/>
              </a:lnSpc>
              <a:buFont typeface="Wingdings 3" pitchFamily="18" charset="2"/>
              <a:buNone/>
            </a:pPr>
            <a:r>
              <a:rPr lang="zh-CN" altLang="en-US" sz="2000" dirty="0" smtClean="0"/>
              <a:t>	</a:t>
            </a:r>
            <a:r>
              <a:rPr lang="en-US" altLang="zh-CN" sz="2000" dirty="0" err="1" smtClean="0"/>
              <a:t>struct</a:t>
            </a:r>
            <a:r>
              <a:rPr lang="en-US" altLang="zh-CN" sz="2000" dirty="0" smtClean="0"/>
              <a:t> </a:t>
            </a:r>
            <a:r>
              <a:rPr lang="en-US" altLang="zh-CN" sz="2000" dirty="0" err="1" smtClean="0"/>
              <a:t>dentry</a:t>
            </a:r>
            <a:r>
              <a:rPr lang="en-US" altLang="zh-CN" sz="2000" dirty="0" smtClean="0"/>
              <a:t> * </a:t>
            </a:r>
            <a:r>
              <a:rPr lang="en-US" altLang="zh-CN" sz="2000" dirty="0" err="1" smtClean="0"/>
              <a:t>dentry</a:t>
            </a:r>
            <a:r>
              <a:rPr lang="en-US" altLang="zh-CN" sz="2000" dirty="0" smtClean="0"/>
              <a:t>; </a:t>
            </a:r>
            <a:r>
              <a:rPr lang="en-US" altLang="zh-CN" sz="2000" dirty="0" err="1" smtClean="0"/>
              <a:t>sysfs</a:t>
            </a:r>
            <a:r>
              <a:rPr lang="zh-CN" altLang="en-US" sz="2000" dirty="0" smtClean="0"/>
              <a:t>文件系统中与该对象对应的文件节点路径指针</a:t>
            </a:r>
            <a:endParaRPr lang="en-US" altLang="zh-CN" sz="2000" dirty="0" smtClean="0"/>
          </a:p>
          <a:p>
            <a:pPr>
              <a:lnSpc>
                <a:spcPct val="90000"/>
              </a:lnSpc>
              <a:buNone/>
            </a:pPr>
            <a:r>
              <a:rPr lang="en-US" altLang="zh-CN" sz="2000" dirty="0" smtClean="0"/>
              <a:t>	</a:t>
            </a:r>
            <a:r>
              <a:rPr lang="en-US" altLang="zh-CN" sz="2000" dirty="0" err="1" smtClean="0"/>
              <a:t>wait_queue_head_t</a:t>
            </a:r>
            <a:r>
              <a:rPr lang="en-US" altLang="zh-CN" sz="2000" dirty="0" smtClean="0"/>
              <a:t>	   poll;</a:t>
            </a:r>
            <a:endParaRPr lang="zh-CN" altLang="en-US" sz="2000" dirty="0" smtClean="0"/>
          </a:p>
          <a:p>
            <a:pPr>
              <a:lnSpc>
                <a:spcPct val="90000"/>
              </a:lnSpc>
            </a:pPr>
            <a:r>
              <a:rPr lang="en-US" altLang="zh-CN" sz="2000" dirty="0" smtClean="0"/>
              <a:t>};</a:t>
            </a:r>
          </a:p>
          <a:p>
            <a:pPr>
              <a:lnSpc>
                <a:spcPct val="90000"/>
              </a:lnSpc>
            </a:pPr>
            <a:endParaRPr lang="zh-CN" altLang="en-US" sz="2000" dirty="0" smtClean="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页脚占位符 1"/>
          <p:cNvSpPr>
            <a:spLocks noGrp="1"/>
          </p:cNvSpPr>
          <p:nvPr>
            <p:ph type="ftr" sz="quarter" idx="10"/>
          </p:nvPr>
        </p:nvSpPr>
        <p:spPr>
          <a:noFill/>
        </p:spPr>
        <p:txBody>
          <a:bodyPr/>
          <a:lstStyle/>
          <a:p>
            <a:r>
              <a:rPr lang="en-US" altLang="zh-CN"/>
              <a:t>www.embedu.org</a:t>
            </a:r>
          </a:p>
        </p:txBody>
      </p:sp>
      <p:sp>
        <p:nvSpPr>
          <p:cNvPr id="414723" name="日期占位符 3"/>
          <p:cNvSpPr>
            <a:spLocks noGrp="1"/>
          </p:cNvSpPr>
          <p:nvPr>
            <p:ph type="dt" sz="quarter" idx="12"/>
          </p:nvPr>
        </p:nvSpPr>
        <p:spPr>
          <a:noFill/>
        </p:spPr>
        <p:txBody>
          <a:bodyPr/>
          <a:lstStyle/>
          <a:p>
            <a:r>
              <a:rPr lang="en-US" altLang="zh-CN"/>
              <a:t>2010-07</a:t>
            </a:r>
          </a:p>
        </p:txBody>
      </p:sp>
      <p:sp>
        <p:nvSpPr>
          <p:cNvPr id="414724" name="Rectangle 2"/>
          <p:cNvSpPr>
            <a:spLocks noGrp="1" noChangeArrowheads="1"/>
          </p:cNvSpPr>
          <p:nvPr>
            <p:ph type="title" idx="4294967295"/>
          </p:nvPr>
        </p:nvSpPr>
        <p:spPr>
          <a:xfrm>
            <a:off x="457200" y="500041"/>
            <a:ext cx="8221663" cy="633433"/>
          </a:xfrm>
        </p:spPr>
        <p:txBody>
          <a:bodyPr lIns="92075" tIns="46038" rIns="92075" bIns="46038" anchor="ctr"/>
          <a:lstStyle/>
          <a:p>
            <a:r>
              <a:rPr lang="en-US" altLang="zh-CN" dirty="0" err="1" smtClean="0"/>
              <a:t>Kobject</a:t>
            </a:r>
            <a:r>
              <a:rPr lang="en-US" altLang="zh-CN" dirty="0" smtClean="0"/>
              <a:t>(cont.)</a:t>
            </a:r>
          </a:p>
        </p:txBody>
      </p:sp>
      <p:sp>
        <p:nvSpPr>
          <p:cNvPr id="414725" name="Rectangle 3"/>
          <p:cNvSpPr>
            <a:spLocks noGrp="1" noChangeArrowheads="1"/>
          </p:cNvSpPr>
          <p:nvPr>
            <p:ph type="body" idx="4294967295"/>
          </p:nvPr>
        </p:nvSpPr>
        <p:spPr/>
        <p:txBody>
          <a:bodyPr lIns="92075" tIns="46038" rIns="92075" bIns="46038"/>
          <a:lstStyle/>
          <a:p>
            <a:pPr>
              <a:lnSpc>
                <a:spcPct val="90000"/>
              </a:lnSpc>
            </a:pPr>
            <a:r>
              <a:rPr lang="en-US" altLang="zh-CN" sz="2400" dirty="0" err="1" smtClean="0"/>
              <a:t>Kobject</a:t>
            </a:r>
            <a:r>
              <a:rPr lang="zh-CN" altLang="en-US" sz="2400" dirty="0" smtClean="0"/>
              <a:t>是组成设备模型的基本结构</a:t>
            </a:r>
            <a:r>
              <a:rPr lang="en-US" altLang="zh-CN" sz="2400" dirty="0" smtClean="0"/>
              <a:t>,</a:t>
            </a:r>
            <a:r>
              <a:rPr lang="zh-CN" altLang="en-US" sz="2400" dirty="0" smtClean="0"/>
              <a:t>类似于</a:t>
            </a:r>
            <a:r>
              <a:rPr lang="en-US" altLang="zh-CN" sz="2400" dirty="0" smtClean="0"/>
              <a:t>C++</a:t>
            </a:r>
            <a:r>
              <a:rPr lang="zh-CN" altLang="en-US" sz="2400" dirty="0" smtClean="0"/>
              <a:t>中的基类</a:t>
            </a:r>
          </a:p>
          <a:p>
            <a:pPr>
              <a:lnSpc>
                <a:spcPct val="90000"/>
              </a:lnSpc>
            </a:pPr>
            <a:r>
              <a:rPr lang="zh-CN" altLang="en-US" sz="2400" dirty="0" smtClean="0"/>
              <a:t>它嵌入于更大的对象中</a:t>
            </a:r>
            <a:r>
              <a:rPr lang="en-US" altLang="zh-CN" sz="2400" dirty="0" smtClean="0"/>
              <a:t>--</a:t>
            </a:r>
            <a:r>
              <a:rPr lang="zh-CN" altLang="en-US" sz="2400" dirty="0" smtClean="0"/>
              <a:t>用来描述设备模型的组件，如</a:t>
            </a:r>
            <a:r>
              <a:rPr lang="en-US" altLang="zh-CN" sz="2400" dirty="0" err="1" smtClean="0"/>
              <a:t>bus,devices</a:t>
            </a:r>
            <a:r>
              <a:rPr lang="en-US" altLang="zh-CN" sz="2400" dirty="0" smtClean="0"/>
              <a:t>, drivers </a:t>
            </a:r>
            <a:r>
              <a:rPr lang="zh-CN" altLang="en-US" sz="2400" dirty="0" smtClean="0"/>
              <a:t>都是典型的容器</a:t>
            </a:r>
            <a:endParaRPr lang="en-US" altLang="zh-CN" sz="2400" dirty="0" smtClean="0"/>
          </a:p>
          <a:p>
            <a:pPr>
              <a:lnSpc>
                <a:spcPct val="90000"/>
              </a:lnSpc>
            </a:pPr>
            <a:endParaRPr lang="zh-CN" altLang="en-US" sz="2400" dirty="0" smtClean="0"/>
          </a:p>
          <a:p>
            <a:pPr>
              <a:lnSpc>
                <a:spcPct val="90000"/>
              </a:lnSpc>
            </a:pPr>
            <a:r>
              <a:rPr lang="zh-CN" altLang="en-US" sz="2400" dirty="0" smtClean="0"/>
              <a:t>这些容器就是通过</a:t>
            </a:r>
            <a:r>
              <a:rPr lang="en-US" altLang="zh-CN" sz="2400" dirty="0" err="1" smtClean="0"/>
              <a:t>kobject</a:t>
            </a:r>
            <a:r>
              <a:rPr lang="zh-CN" altLang="en-US" sz="2400" dirty="0" smtClean="0"/>
              <a:t>连接起来了，形成了一个树状结构。这个树状结构就与</a:t>
            </a:r>
            <a:r>
              <a:rPr lang="en-US" altLang="zh-CN" sz="2400" dirty="0" smtClean="0"/>
              <a:t>/sys</a:t>
            </a:r>
            <a:r>
              <a:rPr lang="zh-CN" altLang="en-US" sz="2400" dirty="0" smtClean="0"/>
              <a:t>向对应</a:t>
            </a:r>
            <a:endParaRPr lang="en-US" altLang="zh-CN" sz="2400" dirty="0" smtClean="0"/>
          </a:p>
          <a:p>
            <a:pPr>
              <a:lnSpc>
                <a:spcPct val="90000"/>
              </a:lnSpc>
            </a:pPr>
            <a:endParaRPr lang="zh-CN" altLang="en-US" sz="2400" dirty="0" smtClean="0"/>
          </a:p>
          <a:p>
            <a:pPr>
              <a:lnSpc>
                <a:spcPct val="90000"/>
              </a:lnSpc>
            </a:pPr>
            <a:r>
              <a:rPr lang="zh-CN" altLang="en-US" sz="2400" dirty="0" smtClean="0"/>
              <a:t>每个在内核中注册的</a:t>
            </a:r>
            <a:r>
              <a:rPr lang="en-US" altLang="zh-CN" sz="2400" dirty="0" err="1" smtClean="0"/>
              <a:t>kobject</a:t>
            </a:r>
            <a:r>
              <a:rPr lang="zh-CN" altLang="en-US" sz="2400" dirty="0" smtClean="0"/>
              <a:t>对象都对应于</a:t>
            </a:r>
            <a:r>
              <a:rPr lang="en-US" altLang="zh-CN" sz="2400" dirty="0" err="1" smtClean="0"/>
              <a:t>sysfs</a:t>
            </a:r>
            <a:r>
              <a:rPr lang="zh-CN" altLang="en-US" sz="2400" dirty="0" smtClean="0"/>
              <a:t>文件系统中的一个目录</a:t>
            </a: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Kset</a:t>
            </a:r>
            <a:endParaRPr lang="zh-CN" altLang="en-US" dirty="0"/>
          </a:p>
        </p:txBody>
      </p:sp>
      <p:sp>
        <p:nvSpPr>
          <p:cNvPr id="3" name="内容占位符 2"/>
          <p:cNvSpPr>
            <a:spLocks noGrp="1"/>
          </p:cNvSpPr>
          <p:nvPr>
            <p:ph idx="1"/>
          </p:nvPr>
        </p:nvSpPr>
        <p:spPr/>
        <p:txBody>
          <a:bodyPr/>
          <a:lstStyle/>
          <a:p>
            <a:r>
              <a:rPr lang="nl-NL" dirty="0" smtClean="0"/>
              <a:t>Kset   kobject</a:t>
            </a:r>
            <a:r>
              <a:rPr lang="zh-CN" altLang="en-US" dirty="0" smtClean="0"/>
              <a:t>的集合。</a:t>
            </a:r>
            <a:r>
              <a:rPr lang="nl-NL" dirty="0" smtClean="0"/>
              <a:t>kobject</a:t>
            </a:r>
            <a:r>
              <a:rPr lang="zh-CN" altLang="en-US" dirty="0" smtClean="0"/>
              <a:t>通过</a:t>
            </a:r>
            <a:r>
              <a:rPr lang="nl-NL" dirty="0" smtClean="0"/>
              <a:t>kset</a:t>
            </a:r>
            <a:r>
              <a:rPr lang="zh-CN" altLang="en-US" dirty="0" smtClean="0"/>
              <a:t>组织成层次化的结构，</a:t>
            </a:r>
            <a:r>
              <a:rPr lang="nl-NL" dirty="0" smtClean="0"/>
              <a:t>kset</a:t>
            </a:r>
            <a:r>
              <a:rPr lang="zh-CN" altLang="en-US" dirty="0" smtClean="0"/>
              <a:t>是具有相同类型的</a:t>
            </a:r>
            <a:r>
              <a:rPr lang="nl-NL" dirty="0" smtClean="0"/>
              <a:t>kobject</a:t>
            </a:r>
            <a:r>
              <a:rPr lang="zh-CN" altLang="en-US" dirty="0" smtClean="0"/>
              <a:t>的集合。</a:t>
            </a:r>
            <a:endParaRPr lang="en-US" altLang="zh-CN" dirty="0" smtClean="0"/>
          </a:p>
          <a:p>
            <a:r>
              <a:rPr lang="en-US" sz="2000" dirty="0" err="1" smtClean="0"/>
              <a:t>struct</a:t>
            </a:r>
            <a:r>
              <a:rPr lang="en-US" sz="2000" dirty="0" smtClean="0"/>
              <a:t> </a:t>
            </a:r>
            <a:r>
              <a:rPr lang="en-US" sz="2000" dirty="0" err="1" smtClean="0"/>
              <a:t>kset</a:t>
            </a:r>
            <a:r>
              <a:rPr lang="en-US" sz="2000" dirty="0" smtClean="0"/>
              <a:t> {</a:t>
            </a:r>
            <a:endParaRPr lang="zh-CN" altLang="en-US" sz="2000" dirty="0" smtClean="0"/>
          </a:p>
          <a:p>
            <a:pPr>
              <a:buNone/>
            </a:pPr>
            <a:r>
              <a:rPr lang="en-US" sz="2000" dirty="0" smtClean="0"/>
              <a:t> 		        /* </a:t>
            </a:r>
            <a:r>
              <a:rPr lang="zh-CN" altLang="en-US" sz="2000" dirty="0" smtClean="0"/>
              <a:t>指向该</a:t>
            </a:r>
            <a:r>
              <a:rPr lang="en-US" sz="2000" dirty="0" err="1" smtClean="0"/>
              <a:t>kset</a:t>
            </a:r>
            <a:r>
              <a:rPr lang="zh-CN" altLang="en-US" sz="2000" dirty="0" smtClean="0"/>
              <a:t>对象类型描述符的指针</a:t>
            </a:r>
            <a:r>
              <a:rPr lang="en-US" sz="2000" dirty="0" smtClean="0"/>
              <a:t> */</a:t>
            </a:r>
            <a:endParaRPr lang="zh-CN" altLang="en-US" sz="2000" dirty="0" smtClean="0"/>
          </a:p>
          <a:p>
            <a:pPr>
              <a:buNone/>
            </a:pPr>
            <a:r>
              <a:rPr lang="en-US" sz="2000" dirty="0" smtClean="0"/>
              <a:t>            	</a:t>
            </a:r>
            <a:r>
              <a:rPr lang="en-US" sz="2000" dirty="0" err="1" smtClean="0"/>
              <a:t>struct</a:t>
            </a:r>
            <a:r>
              <a:rPr lang="en-US" sz="2000" dirty="0" smtClean="0"/>
              <a:t> </a:t>
            </a:r>
            <a:r>
              <a:rPr lang="en-US" sz="2000" dirty="0" err="1" smtClean="0"/>
              <a:t>kobj_type</a:t>
            </a:r>
            <a:r>
              <a:rPr lang="en-US" sz="2000" dirty="0" smtClean="0"/>
              <a:t>			* </a:t>
            </a:r>
            <a:r>
              <a:rPr lang="en-US" sz="2000" dirty="0" err="1" smtClean="0"/>
              <a:t>ktype</a:t>
            </a:r>
            <a:r>
              <a:rPr lang="en-US" sz="2000" dirty="0" smtClean="0"/>
              <a:t>;</a:t>
            </a:r>
            <a:endParaRPr lang="zh-CN" altLang="en-US" sz="2000" dirty="0" smtClean="0"/>
          </a:p>
          <a:p>
            <a:pPr>
              <a:buNone/>
            </a:pPr>
            <a:r>
              <a:rPr lang="en-US" sz="2000" dirty="0" smtClean="0"/>
              <a:t>            	 /* </a:t>
            </a:r>
            <a:r>
              <a:rPr lang="zh-CN" altLang="en-US" sz="2000" dirty="0" smtClean="0"/>
              <a:t>用于连接该</a:t>
            </a:r>
            <a:r>
              <a:rPr lang="en-US" sz="2000" dirty="0" err="1" smtClean="0"/>
              <a:t>kset</a:t>
            </a:r>
            <a:r>
              <a:rPr lang="zh-CN" altLang="en-US" sz="2000" dirty="0" smtClean="0"/>
              <a:t>中所有</a:t>
            </a:r>
            <a:r>
              <a:rPr lang="en-US" sz="2000" dirty="0" err="1" smtClean="0"/>
              <a:t>kobject</a:t>
            </a:r>
            <a:r>
              <a:rPr lang="zh-CN" altLang="en-US" sz="2000" dirty="0" smtClean="0"/>
              <a:t>的链表头</a:t>
            </a:r>
            <a:r>
              <a:rPr lang="en-US" sz="2000" dirty="0" smtClean="0"/>
              <a:t> */</a:t>
            </a:r>
            <a:endParaRPr lang="zh-CN" altLang="en-US" sz="2000" dirty="0" smtClean="0"/>
          </a:p>
          <a:p>
            <a:pPr>
              <a:buNone/>
            </a:pPr>
            <a:r>
              <a:rPr lang="en-US" sz="2000" dirty="0" smtClean="0"/>
              <a:t>             	</a:t>
            </a:r>
            <a:r>
              <a:rPr lang="en-US" sz="2000" dirty="0" err="1" smtClean="0"/>
              <a:t>struct</a:t>
            </a:r>
            <a:r>
              <a:rPr lang="en-US" sz="2000" dirty="0" smtClean="0"/>
              <a:t> </a:t>
            </a:r>
            <a:r>
              <a:rPr lang="en-US" sz="2000" dirty="0" err="1" smtClean="0"/>
              <a:t>list_head</a:t>
            </a:r>
            <a:r>
              <a:rPr lang="en-US" sz="2000" dirty="0" smtClean="0"/>
              <a:t>			list;</a:t>
            </a:r>
            <a:endParaRPr lang="zh-CN" altLang="en-US" sz="2000" dirty="0" smtClean="0"/>
          </a:p>
          <a:p>
            <a:pPr>
              <a:buNone/>
            </a:pPr>
            <a:r>
              <a:rPr lang="en-US" sz="2000" dirty="0" smtClean="0"/>
              <a:t>           	 </a:t>
            </a:r>
            <a:r>
              <a:rPr lang="en-US" sz="2000" dirty="0" err="1" smtClean="0"/>
              <a:t>spinlock_t</a:t>
            </a:r>
            <a:r>
              <a:rPr lang="en-US" sz="2000" dirty="0" smtClean="0"/>
              <a:t>				</a:t>
            </a:r>
            <a:r>
              <a:rPr lang="en-US" sz="2000" dirty="0" err="1" smtClean="0"/>
              <a:t>list_lock</a:t>
            </a:r>
            <a:r>
              <a:rPr lang="en-US" sz="2000" dirty="0" smtClean="0"/>
              <a:t>;</a:t>
            </a:r>
            <a:endParaRPr lang="zh-CN" altLang="en-US" sz="2000" dirty="0" smtClean="0"/>
          </a:p>
          <a:p>
            <a:pPr>
              <a:buNone/>
            </a:pPr>
            <a:r>
              <a:rPr lang="en-US" sz="2000" dirty="0" smtClean="0"/>
              <a:t>            	 /* </a:t>
            </a:r>
            <a:r>
              <a:rPr lang="zh-CN" altLang="en-US" sz="2000" dirty="0" smtClean="0"/>
              <a:t>自身的</a:t>
            </a:r>
            <a:r>
              <a:rPr lang="en-US" sz="2000" dirty="0" err="1" smtClean="0"/>
              <a:t>kobject</a:t>
            </a:r>
            <a:r>
              <a:rPr lang="en-US" sz="2000" dirty="0" smtClean="0"/>
              <a:t> */</a:t>
            </a:r>
            <a:endParaRPr lang="zh-CN" altLang="en-US" sz="2000" dirty="0" smtClean="0"/>
          </a:p>
          <a:p>
            <a:pPr>
              <a:buNone/>
            </a:pPr>
            <a:r>
              <a:rPr lang="en-US" sz="2000" dirty="0" smtClean="0"/>
              <a:t>            	</a:t>
            </a:r>
            <a:r>
              <a:rPr lang="en-US" sz="2000" dirty="0" err="1" smtClean="0"/>
              <a:t>struct</a:t>
            </a:r>
            <a:r>
              <a:rPr lang="en-US" sz="2000" dirty="0" smtClean="0"/>
              <a:t> </a:t>
            </a:r>
            <a:r>
              <a:rPr lang="en-US" sz="2000" dirty="0" err="1" smtClean="0"/>
              <a:t>kobject</a:t>
            </a:r>
            <a:r>
              <a:rPr lang="en-US" sz="2000" dirty="0" smtClean="0"/>
              <a:t>			</a:t>
            </a:r>
            <a:r>
              <a:rPr lang="en-US" sz="2000" dirty="0" err="1" smtClean="0"/>
              <a:t>kobj</a:t>
            </a:r>
            <a:r>
              <a:rPr lang="en-US" sz="2000" dirty="0" smtClean="0"/>
              <a:t>;</a:t>
            </a:r>
            <a:endParaRPr lang="zh-CN" altLang="en-US" sz="2000" dirty="0" smtClean="0"/>
          </a:p>
          <a:p>
            <a:pPr>
              <a:buNone/>
            </a:pPr>
            <a:r>
              <a:rPr lang="en-US" sz="2000" dirty="0" smtClean="0"/>
              <a:t>        	</a:t>
            </a:r>
            <a:r>
              <a:rPr lang="en-US" sz="2000" dirty="0" err="1" smtClean="0"/>
              <a:t>struct</a:t>
            </a:r>
            <a:r>
              <a:rPr lang="en-US" sz="2000" dirty="0" smtClean="0"/>
              <a:t> </a:t>
            </a:r>
            <a:r>
              <a:rPr lang="en-US" sz="2000" dirty="0" err="1" smtClean="0"/>
              <a:t>kset_uevent_ops</a:t>
            </a:r>
            <a:r>
              <a:rPr lang="en-US" sz="2000" dirty="0" smtClean="0"/>
              <a:t>	* </a:t>
            </a:r>
            <a:r>
              <a:rPr lang="en-US" sz="2000" dirty="0" err="1" smtClean="0"/>
              <a:t>uevent_ops</a:t>
            </a:r>
            <a:r>
              <a:rPr lang="en-US" sz="2000" dirty="0" smtClean="0"/>
              <a:t>;</a:t>
            </a:r>
            <a:endParaRPr lang="zh-CN" altLang="en-US" sz="2000" dirty="0" smtClean="0"/>
          </a:p>
          <a:p>
            <a:pPr>
              <a:buNone/>
            </a:pPr>
            <a:r>
              <a:rPr lang="en-US" sz="2000" dirty="0" smtClean="0"/>
              <a:t>     };</a:t>
            </a:r>
            <a:endParaRPr lang="zh-CN" altLang="en-US" sz="2000" dirty="0" smtClean="0"/>
          </a:p>
          <a:p>
            <a:endParaRPr lang="zh-CN" altLang="en-US" dirty="0"/>
          </a:p>
        </p:txBody>
      </p:sp>
      <p:sp>
        <p:nvSpPr>
          <p:cNvPr id="4" name="页脚占位符 3"/>
          <p:cNvSpPr>
            <a:spLocks noGrp="1"/>
          </p:cNvSpPr>
          <p:nvPr>
            <p:ph type="ftr" idx="10"/>
          </p:nvPr>
        </p:nvSpPr>
        <p:spPr/>
        <p:txBody>
          <a:bodyPr/>
          <a:lstStyle/>
          <a:p>
            <a:pPr>
              <a:defRPr/>
            </a:pPr>
            <a:endParaRPr 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页脚占位符 1"/>
          <p:cNvSpPr>
            <a:spLocks noGrp="1"/>
          </p:cNvSpPr>
          <p:nvPr>
            <p:ph type="ftr" sz="quarter" idx="10"/>
          </p:nvPr>
        </p:nvSpPr>
        <p:spPr>
          <a:noFill/>
        </p:spPr>
        <p:txBody>
          <a:bodyPr/>
          <a:lstStyle/>
          <a:p>
            <a:r>
              <a:rPr lang="en-US" altLang="zh-CN"/>
              <a:t>www.embedu.org</a:t>
            </a:r>
          </a:p>
        </p:txBody>
      </p:sp>
      <p:sp>
        <p:nvSpPr>
          <p:cNvPr id="417795" name="日期占位符 3"/>
          <p:cNvSpPr>
            <a:spLocks noGrp="1"/>
          </p:cNvSpPr>
          <p:nvPr>
            <p:ph type="dt" sz="quarter" idx="12"/>
          </p:nvPr>
        </p:nvSpPr>
        <p:spPr>
          <a:noFill/>
        </p:spPr>
        <p:txBody>
          <a:bodyPr/>
          <a:lstStyle/>
          <a:p>
            <a:r>
              <a:rPr lang="en-US" altLang="zh-CN"/>
              <a:t>2010-07</a:t>
            </a:r>
          </a:p>
        </p:txBody>
      </p:sp>
      <p:sp>
        <p:nvSpPr>
          <p:cNvPr id="417796" name="Rectangle 2"/>
          <p:cNvSpPr>
            <a:spLocks noGrp="1" noChangeArrowheads="1"/>
          </p:cNvSpPr>
          <p:nvPr>
            <p:ph type="title" idx="4294967295"/>
          </p:nvPr>
        </p:nvSpPr>
        <p:spPr/>
        <p:txBody>
          <a:bodyPr lIns="92075" tIns="46038" rIns="92075" bIns="46038" anchor="ctr"/>
          <a:lstStyle/>
          <a:p>
            <a:r>
              <a:rPr lang="en-US" altLang="zh-CN" smtClean="0"/>
              <a:t>kset</a:t>
            </a:r>
            <a:r>
              <a:rPr lang="zh-CN" altLang="en-US" smtClean="0"/>
              <a:t>与</a:t>
            </a:r>
            <a:r>
              <a:rPr lang="en-US" altLang="zh-CN" smtClean="0"/>
              <a:t>kobject</a:t>
            </a:r>
            <a:r>
              <a:rPr lang="zh-CN" altLang="en-US" smtClean="0"/>
              <a:t>的关系图 </a:t>
            </a:r>
          </a:p>
        </p:txBody>
      </p:sp>
      <p:pic>
        <p:nvPicPr>
          <p:cNvPr id="417797" name="Picture 3" descr="set_obj"/>
          <p:cNvPicPr>
            <a:picLocks noChangeAspect="1" noChangeArrowheads="1"/>
          </p:cNvPicPr>
          <p:nvPr/>
        </p:nvPicPr>
        <p:blipFill>
          <a:blip r:embed="rId2" cstate="print"/>
          <a:srcRect/>
          <a:stretch>
            <a:fillRect/>
          </a:stretch>
        </p:blipFill>
        <p:spPr bwMode="auto">
          <a:xfrm>
            <a:off x="1785938" y="1357313"/>
            <a:ext cx="5616575" cy="4316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子系统</a:t>
            </a:r>
            <a:endParaRPr lang="zh-CN" altLang="en-US" dirty="0"/>
          </a:p>
        </p:txBody>
      </p:sp>
      <p:sp>
        <p:nvSpPr>
          <p:cNvPr id="3" name="内容占位符 2"/>
          <p:cNvSpPr>
            <a:spLocks noGrp="1"/>
          </p:cNvSpPr>
          <p:nvPr>
            <p:ph idx="1"/>
          </p:nvPr>
        </p:nvSpPr>
        <p:spPr>
          <a:xfrm>
            <a:off x="457200" y="1219200"/>
            <a:ext cx="8221663" cy="638164"/>
          </a:xfrm>
        </p:spPr>
        <p:txBody>
          <a:bodyPr/>
          <a:lstStyle/>
          <a:p>
            <a:r>
              <a:rPr lang="zh-CN" altLang="en-US" dirty="0" smtClean="0"/>
              <a:t>在</a:t>
            </a:r>
            <a:r>
              <a:rPr lang="en-US" dirty="0" err="1" smtClean="0"/>
              <a:t>kobject.h</a:t>
            </a:r>
            <a:r>
              <a:rPr lang="zh-CN" altLang="en-US" dirty="0" smtClean="0"/>
              <a:t>里的有个宏，来声明子系统。实际上就是声明一个</a:t>
            </a:r>
            <a:r>
              <a:rPr lang="en-US" dirty="0" err="1" smtClean="0"/>
              <a:t>kset</a:t>
            </a:r>
            <a:r>
              <a:rPr lang="zh-CN" altLang="en-US" dirty="0" smtClean="0"/>
              <a:t>。</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
        <p:nvSpPr>
          <p:cNvPr id="6" name="TextBox 5"/>
          <p:cNvSpPr txBox="1"/>
          <p:nvPr/>
        </p:nvSpPr>
        <p:spPr>
          <a:xfrm>
            <a:off x="714348" y="2357430"/>
            <a:ext cx="7572428" cy="203132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solidFill>
                  <a:schemeClr val="tx1"/>
                </a:solidFill>
              </a:rPr>
              <a:t>#define </a:t>
            </a:r>
            <a:r>
              <a:rPr lang="en-US" dirty="0" err="1" smtClean="0">
                <a:solidFill>
                  <a:schemeClr val="tx1"/>
                </a:solidFill>
              </a:rPr>
              <a:t>decl_subsys</a:t>
            </a:r>
            <a:r>
              <a:rPr lang="en-US" dirty="0" smtClean="0">
                <a:solidFill>
                  <a:schemeClr val="tx1"/>
                </a:solidFill>
              </a:rPr>
              <a:t>(_</a:t>
            </a:r>
            <a:r>
              <a:rPr lang="en-US" dirty="0" err="1" smtClean="0">
                <a:solidFill>
                  <a:schemeClr val="tx1"/>
                </a:solidFill>
              </a:rPr>
              <a:t>name,_type,_uevent_ops</a:t>
            </a:r>
            <a:r>
              <a:rPr lang="en-US" dirty="0" smtClean="0">
                <a:solidFill>
                  <a:schemeClr val="tx1"/>
                </a:solidFill>
              </a:rPr>
              <a:t>) \</a:t>
            </a:r>
            <a:endParaRPr lang="zh-CN" altLang="en-US" dirty="0" smtClean="0">
              <a:solidFill>
                <a:schemeClr val="tx1"/>
              </a:solidFill>
            </a:endParaRPr>
          </a:p>
          <a:p>
            <a:r>
              <a:rPr lang="en-US" dirty="0" err="1" smtClean="0">
                <a:solidFill>
                  <a:schemeClr val="tx1"/>
                </a:solidFill>
              </a:rPr>
              <a:t>struct</a:t>
            </a:r>
            <a:r>
              <a:rPr lang="en-US" dirty="0" smtClean="0">
                <a:solidFill>
                  <a:schemeClr val="tx1"/>
                </a:solidFill>
              </a:rPr>
              <a:t> </a:t>
            </a:r>
            <a:r>
              <a:rPr lang="en-US" dirty="0" err="1" smtClean="0">
                <a:solidFill>
                  <a:schemeClr val="tx1"/>
                </a:solidFill>
              </a:rPr>
              <a:t>kset</a:t>
            </a:r>
            <a:r>
              <a:rPr lang="en-US" dirty="0" smtClean="0">
                <a:solidFill>
                  <a:schemeClr val="tx1"/>
                </a:solidFill>
              </a:rPr>
              <a:t> _name##_</a:t>
            </a:r>
            <a:r>
              <a:rPr lang="en-US" dirty="0" err="1" smtClean="0">
                <a:solidFill>
                  <a:schemeClr val="tx1"/>
                </a:solidFill>
              </a:rPr>
              <a:t>subsys</a:t>
            </a:r>
            <a:r>
              <a:rPr lang="en-US" dirty="0" smtClean="0">
                <a:solidFill>
                  <a:schemeClr val="tx1"/>
                </a:solidFill>
              </a:rPr>
              <a:t> = { \</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kobj</a:t>
            </a:r>
            <a:r>
              <a:rPr lang="en-US" dirty="0" smtClean="0">
                <a:solidFill>
                  <a:schemeClr val="tx1"/>
                </a:solidFill>
              </a:rPr>
              <a:t> = { .name = __</a:t>
            </a:r>
            <a:r>
              <a:rPr lang="en-US" dirty="0" err="1" smtClean="0">
                <a:solidFill>
                  <a:schemeClr val="tx1"/>
                </a:solidFill>
              </a:rPr>
              <a:t>stringify</a:t>
            </a:r>
            <a:r>
              <a:rPr lang="en-US" dirty="0" smtClean="0">
                <a:solidFill>
                  <a:schemeClr val="tx1"/>
                </a:solidFill>
              </a:rPr>
              <a:t>(_name) }, \</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ktype</a:t>
            </a:r>
            <a:r>
              <a:rPr lang="en-US" dirty="0" smtClean="0">
                <a:solidFill>
                  <a:schemeClr val="tx1"/>
                </a:solidFill>
              </a:rPr>
              <a:t> = _type, \</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uevent_ops</a:t>
            </a:r>
            <a:r>
              <a:rPr lang="en-US" dirty="0" smtClean="0">
                <a:solidFill>
                  <a:schemeClr val="tx1"/>
                </a:solidFill>
              </a:rPr>
              <a:t> =_</a:t>
            </a:r>
            <a:r>
              <a:rPr lang="en-US" dirty="0" err="1" smtClean="0">
                <a:solidFill>
                  <a:schemeClr val="tx1"/>
                </a:solidFill>
              </a:rPr>
              <a:t>uevent_ops</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a:t>
            </a:r>
            <a:endParaRPr lang="zh-CN" altLang="en-US" dirty="0" smtClean="0">
              <a:solidFill>
                <a:schemeClr val="tx1"/>
              </a:solidFill>
            </a:endParaRPr>
          </a:p>
          <a:p>
            <a:endParaRPr lang="zh-CN" altLang="en-US" dirty="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子系统（</a:t>
            </a:r>
            <a:r>
              <a:rPr lang="en-US" altLang="zh-CN" dirty="0" smtClean="0"/>
              <a:t>cont.</a:t>
            </a:r>
            <a:r>
              <a:rPr lang="zh-CN" altLang="en-US" dirty="0" smtClean="0"/>
              <a:t>）</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pic>
        <p:nvPicPr>
          <p:cNvPr id="408578" name="图片 132" descr="..\tu\05-02.tif"/>
          <p:cNvPicPr>
            <a:picLocks noChangeAspect="1" noChangeArrowheads="1"/>
          </p:cNvPicPr>
          <p:nvPr/>
        </p:nvPicPr>
        <p:blipFill>
          <a:blip r:embed="rId2" cstate="print"/>
          <a:srcRect/>
          <a:stretch>
            <a:fillRect/>
          </a:stretch>
        </p:blipFill>
        <p:spPr bwMode="auto">
          <a:xfrm>
            <a:off x="571472" y="2571744"/>
            <a:ext cx="8032792" cy="2786082"/>
          </a:xfrm>
          <a:prstGeom prst="rect">
            <a:avLst/>
          </a:prstGeom>
          <a:noFill/>
          <a:ln w="9525">
            <a:noFill/>
            <a:miter lim="800000"/>
            <a:headEnd/>
            <a:tailEnd/>
          </a:ln>
        </p:spPr>
      </p:pic>
      <p:pic>
        <p:nvPicPr>
          <p:cNvPr id="408579" name="Picture 3"/>
          <p:cNvPicPr>
            <a:picLocks noGrp="1" noChangeAspect="1" noChangeArrowheads="1"/>
          </p:cNvPicPr>
          <p:nvPr>
            <p:ph idx="1"/>
          </p:nvPr>
        </p:nvPicPr>
        <p:blipFill>
          <a:blip r:embed="rId3" cstate="print"/>
          <a:srcRect/>
          <a:stretch>
            <a:fillRect/>
          </a:stretch>
        </p:blipFill>
        <p:spPr bwMode="auto">
          <a:xfrm>
            <a:off x="357158" y="1357298"/>
            <a:ext cx="8429684" cy="5646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158" y="142852"/>
            <a:ext cx="8221663" cy="982662"/>
          </a:xfrm>
        </p:spPr>
        <p:txBody>
          <a:bodyPr/>
          <a:lstStyle/>
          <a:p>
            <a:r>
              <a:rPr lang="zh-CN" altLang="en-US" sz="2400" kern="100" dirty="0" smtClean="0">
                <a:latin typeface="+mn-ea"/>
                <a:ea typeface="+mn-ea"/>
                <a:cs typeface="Times New Roman"/>
              </a:rPr>
              <a:t>总线</a:t>
            </a:r>
            <a:r>
              <a:rPr lang="zh-CN" altLang="en-US" sz="2400" kern="100" dirty="0" smtClean="0">
                <a:latin typeface="+mn-ea"/>
                <a:ea typeface="+mn-ea"/>
                <a:cs typeface="宋体"/>
              </a:rPr>
              <a:t>（</a:t>
            </a:r>
            <a:r>
              <a:rPr lang="en-US" sz="2400" kern="100" dirty="0" smtClean="0">
                <a:latin typeface="+mn-ea"/>
                <a:ea typeface="+mn-ea"/>
              </a:rPr>
              <a:t>bus</a:t>
            </a:r>
            <a:r>
              <a:rPr lang="zh-CN" altLang="en-US" sz="2400" kern="100" dirty="0" smtClean="0">
                <a:latin typeface="+mn-ea"/>
                <a:ea typeface="+mn-ea"/>
                <a:cs typeface="宋体"/>
              </a:rPr>
              <a:t>）</a:t>
            </a:r>
            <a:r>
              <a:rPr lang="zh-CN" altLang="en-US" sz="2400" kern="100" dirty="0" smtClean="0">
                <a:latin typeface="+mn-ea"/>
                <a:ea typeface="+mn-ea"/>
                <a:cs typeface="Times New Roman"/>
              </a:rPr>
              <a:t>、设备</a:t>
            </a:r>
            <a:r>
              <a:rPr lang="zh-CN" altLang="en-US" sz="2400" kern="100" dirty="0" smtClean="0">
                <a:latin typeface="+mn-ea"/>
                <a:ea typeface="+mn-ea"/>
                <a:cs typeface="宋体"/>
              </a:rPr>
              <a:t>（</a:t>
            </a:r>
            <a:r>
              <a:rPr lang="en-US" sz="2400" kern="100" dirty="0" smtClean="0">
                <a:latin typeface="+mn-ea"/>
                <a:ea typeface="+mn-ea"/>
              </a:rPr>
              <a:t>device</a:t>
            </a:r>
            <a:r>
              <a:rPr lang="zh-CN" altLang="en-US" sz="2400" kern="100" dirty="0" smtClean="0">
                <a:latin typeface="+mn-ea"/>
                <a:ea typeface="+mn-ea"/>
                <a:cs typeface="宋体"/>
              </a:rPr>
              <a:t>）</a:t>
            </a:r>
            <a:r>
              <a:rPr lang="zh-CN" altLang="en-US" sz="2400" kern="100" dirty="0" smtClean="0">
                <a:latin typeface="+mn-ea"/>
                <a:ea typeface="+mn-ea"/>
                <a:cs typeface="Times New Roman"/>
              </a:rPr>
              <a:t>、驱动</a:t>
            </a:r>
            <a:r>
              <a:rPr lang="zh-CN" altLang="en-US" sz="2400" kern="100" dirty="0" smtClean="0">
                <a:latin typeface="+mn-ea"/>
                <a:ea typeface="+mn-ea"/>
                <a:cs typeface="宋体"/>
              </a:rPr>
              <a:t>（</a:t>
            </a:r>
            <a:r>
              <a:rPr lang="en-US" sz="2400" kern="100" dirty="0" err="1" smtClean="0">
                <a:latin typeface="+mn-ea"/>
                <a:ea typeface="+mn-ea"/>
              </a:rPr>
              <a:t>device_driver</a:t>
            </a:r>
            <a:r>
              <a:rPr lang="zh-CN" altLang="en-US" sz="2400" kern="100" dirty="0" smtClean="0">
                <a:latin typeface="+mn-ea"/>
                <a:ea typeface="+mn-ea"/>
                <a:cs typeface="宋体"/>
              </a:rPr>
              <a:t>）</a:t>
            </a:r>
            <a:endParaRPr lang="zh-CN" altLang="en-US" sz="2400" dirty="0">
              <a:latin typeface="+mn-ea"/>
              <a:ea typeface="+mn-ea"/>
            </a:endParaRPr>
          </a:p>
        </p:txBody>
      </p:sp>
      <p:sp>
        <p:nvSpPr>
          <p:cNvPr id="3" name="内容占位符 2"/>
          <p:cNvSpPr>
            <a:spLocks noGrp="1"/>
          </p:cNvSpPr>
          <p:nvPr>
            <p:ph idx="1"/>
          </p:nvPr>
        </p:nvSpPr>
        <p:spPr/>
        <p:txBody>
          <a:bodyPr/>
          <a:lstStyle/>
          <a:p>
            <a:r>
              <a:rPr lang="zh-CN" altLang="en-US" b="1" dirty="0" smtClean="0">
                <a:solidFill>
                  <a:schemeClr val="accent6"/>
                </a:solidFill>
              </a:rPr>
              <a:t>总线</a:t>
            </a:r>
            <a:r>
              <a:rPr lang="zh-CN" altLang="en-US" dirty="0" smtClean="0"/>
              <a:t>可以是物理存在的，也可以是虚拟的。内核中对应的结构为</a:t>
            </a:r>
            <a:r>
              <a:rPr lang="en-US" dirty="0" err="1" smtClean="0">
                <a:solidFill>
                  <a:srgbClr val="FFC000"/>
                </a:solidFill>
              </a:rPr>
              <a:t>struct</a:t>
            </a:r>
            <a:r>
              <a:rPr lang="en-US" dirty="0" smtClean="0">
                <a:solidFill>
                  <a:srgbClr val="FFC000"/>
                </a:solidFill>
              </a:rPr>
              <a:t> </a:t>
            </a:r>
            <a:r>
              <a:rPr lang="en-US" dirty="0" err="1" smtClean="0">
                <a:solidFill>
                  <a:srgbClr val="FFC000"/>
                </a:solidFill>
              </a:rPr>
              <a:t>bus_type</a:t>
            </a:r>
            <a:r>
              <a:rPr lang="zh-CN" altLang="en-US" dirty="0" smtClean="0"/>
              <a:t>。</a:t>
            </a:r>
            <a:endParaRPr lang="en-US" altLang="zh-CN" dirty="0" smtClean="0"/>
          </a:p>
          <a:p>
            <a:r>
              <a:rPr lang="zh-CN" altLang="en-US" b="1" dirty="0" smtClean="0">
                <a:solidFill>
                  <a:schemeClr val="accent6"/>
                </a:solidFill>
              </a:rPr>
              <a:t>设备</a:t>
            </a:r>
            <a:r>
              <a:rPr lang="zh-CN" altLang="en-US" dirty="0" smtClean="0"/>
              <a:t>是连接到某条物理或者虚拟总线上的对象。可能是真正物理对象，也可能是虚拟对象。内核中对应的结构为</a:t>
            </a:r>
            <a:r>
              <a:rPr lang="en-US" dirty="0" err="1" smtClean="0">
                <a:solidFill>
                  <a:srgbClr val="FFC000"/>
                </a:solidFill>
              </a:rPr>
              <a:t>struct</a:t>
            </a:r>
            <a:r>
              <a:rPr lang="en-US" dirty="0" smtClean="0">
                <a:solidFill>
                  <a:srgbClr val="FFC000"/>
                </a:solidFill>
              </a:rPr>
              <a:t> device</a:t>
            </a:r>
            <a:r>
              <a:rPr lang="zh-CN" altLang="en-US" dirty="0" smtClean="0"/>
              <a:t>。</a:t>
            </a:r>
          </a:p>
          <a:p>
            <a:r>
              <a:rPr lang="zh-CN" altLang="en-US" b="1" dirty="0" smtClean="0">
                <a:solidFill>
                  <a:schemeClr val="accent6"/>
                </a:solidFill>
              </a:rPr>
              <a:t>驱动</a:t>
            </a:r>
            <a:r>
              <a:rPr lang="zh-CN" altLang="en-US" dirty="0" smtClean="0"/>
              <a:t>是用来和设备通信的软件程序。驱动可以从设备中获取数据，也可以把相应数据发给设备进行处理。内核中对应的结构为</a:t>
            </a:r>
            <a:r>
              <a:rPr lang="en-US" dirty="0" err="1" smtClean="0">
                <a:solidFill>
                  <a:srgbClr val="FFC000"/>
                </a:solidFill>
              </a:rPr>
              <a:t>struct</a:t>
            </a:r>
            <a:r>
              <a:rPr lang="en-US" dirty="0" smtClean="0">
                <a:solidFill>
                  <a:srgbClr val="FFC000"/>
                </a:solidFill>
              </a:rPr>
              <a:t> </a:t>
            </a:r>
            <a:r>
              <a:rPr lang="en-US" dirty="0" err="1" smtClean="0">
                <a:solidFill>
                  <a:srgbClr val="FFC000"/>
                </a:solidFill>
              </a:rPr>
              <a:t>devicc_driver</a:t>
            </a:r>
            <a:r>
              <a:rPr lang="zh-CN" altLang="en-US" dirty="0" smtClean="0"/>
              <a:t>。</a:t>
            </a:r>
          </a:p>
          <a:p>
            <a:endParaRPr lang="en-US" altLang="zh-CN" dirty="0" smtClean="0"/>
          </a:p>
          <a:p>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err="1" smtClean="0"/>
              <a:t>platform_driver</a:t>
            </a:r>
            <a:endParaRPr lang="zh-CN" altLang="en-US" dirty="0"/>
          </a:p>
        </p:txBody>
      </p:sp>
      <p:sp>
        <p:nvSpPr>
          <p:cNvPr id="3" name="内容占位符 2"/>
          <p:cNvSpPr>
            <a:spLocks noGrp="1"/>
          </p:cNvSpPr>
          <p:nvPr>
            <p:ph idx="1"/>
          </p:nvPr>
        </p:nvSpPr>
        <p:spPr>
          <a:xfrm>
            <a:off x="457200" y="1219200"/>
            <a:ext cx="8221663" cy="1423982"/>
          </a:xfrm>
        </p:spPr>
        <p:txBody>
          <a:bodyPr/>
          <a:lstStyle/>
          <a:p>
            <a:r>
              <a:rPr lang="en-US" dirty="0" err="1" smtClean="0"/>
              <a:t>device_driver</a:t>
            </a:r>
            <a:r>
              <a:rPr lang="zh-CN" altLang="en-US" dirty="0" smtClean="0"/>
              <a:t>结构很少用来单独代表驱动，而通常将其嵌入一个驱动的高层表示中。例如</a:t>
            </a:r>
            <a:r>
              <a:rPr lang="en-US" dirty="0" smtClean="0"/>
              <a:t>platform</a:t>
            </a:r>
            <a:r>
              <a:rPr lang="zh-CN" altLang="en-US" dirty="0" smtClean="0"/>
              <a:t>驱动在</a:t>
            </a:r>
            <a:r>
              <a:rPr lang="en-US" dirty="0" smtClean="0"/>
              <a:t>include/</a:t>
            </a:r>
            <a:r>
              <a:rPr lang="en-US" dirty="0" err="1" smtClean="0"/>
              <a:t>linux</a:t>
            </a:r>
            <a:r>
              <a:rPr lang="en-US" dirty="0" smtClean="0"/>
              <a:t>/</a:t>
            </a:r>
            <a:r>
              <a:rPr lang="en-US" dirty="0" err="1" smtClean="0"/>
              <a:t>platform_device.h</a:t>
            </a:r>
            <a:r>
              <a:rPr lang="zh-CN" altLang="en-US" dirty="0" smtClean="0"/>
              <a:t>定义为：</a:t>
            </a:r>
          </a:p>
          <a:p>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
        <p:nvSpPr>
          <p:cNvPr id="6" name="TextBox 5"/>
          <p:cNvSpPr txBox="1"/>
          <p:nvPr/>
        </p:nvSpPr>
        <p:spPr>
          <a:xfrm>
            <a:off x="500034" y="2857496"/>
            <a:ext cx="8143932" cy="313932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err="1" smtClean="0">
                <a:solidFill>
                  <a:schemeClr val="tx1"/>
                </a:solidFill>
              </a:rPr>
              <a:t>struct</a:t>
            </a:r>
            <a:r>
              <a:rPr lang="en-US" dirty="0" smtClean="0">
                <a:solidFill>
                  <a:schemeClr val="tx1"/>
                </a:solidFill>
              </a:rPr>
              <a:t> </a:t>
            </a:r>
            <a:r>
              <a:rPr lang="en-US" dirty="0" err="1" smtClean="0">
                <a:solidFill>
                  <a:schemeClr val="tx1"/>
                </a:solidFill>
              </a:rPr>
              <a:t>platform_driver</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int</a:t>
            </a:r>
            <a:r>
              <a:rPr lang="en-US" dirty="0" smtClean="0">
                <a:solidFill>
                  <a:schemeClr val="tx1"/>
                </a:solidFill>
              </a:rPr>
              <a:t> (*probe)(</a:t>
            </a:r>
            <a:r>
              <a:rPr lang="en-US" dirty="0" err="1" smtClean="0">
                <a:solidFill>
                  <a:schemeClr val="tx1"/>
                </a:solidFill>
              </a:rPr>
              <a:t>struct</a:t>
            </a:r>
            <a:r>
              <a:rPr lang="en-US" dirty="0" smtClean="0">
                <a:solidFill>
                  <a:schemeClr val="tx1"/>
                </a:solidFill>
              </a:rPr>
              <a:t> </a:t>
            </a:r>
            <a:r>
              <a:rPr lang="en-US" dirty="0" err="1" smtClean="0">
                <a:solidFill>
                  <a:schemeClr val="tx1"/>
                </a:solidFill>
              </a:rPr>
              <a:t>platform_device</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int</a:t>
            </a:r>
            <a:r>
              <a:rPr lang="en-US" dirty="0" smtClean="0">
                <a:solidFill>
                  <a:schemeClr val="tx1"/>
                </a:solidFill>
              </a:rPr>
              <a:t> (*remove)(</a:t>
            </a:r>
            <a:r>
              <a:rPr lang="en-US" dirty="0" err="1" smtClean="0">
                <a:solidFill>
                  <a:schemeClr val="tx1"/>
                </a:solidFill>
              </a:rPr>
              <a:t>struct</a:t>
            </a:r>
            <a:r>
              <a:rPr lang="en-US" dirty="0" smtClean="0">
                <a:solidFill>
                  <a:schemeClr val="tx1"/>
                </a:solidFill>
              </a:rPr>
              <a:t> </a:t>
            </a:r>
            <a:r>
              <a:rPr lang="en-US" dirty="0" err="1" smtClean="0">
                <a:solidFill>
                  <a:schemeClr val="tx1"/>
                </a:solidFill>
              </a:rPr>
              <a:t>platform_device</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        void (*shutdown)(</a:t>
            </a:r>
            <a:r>
              <a:rPr lang="en-US" dirty="0" err="1" smtClean="0">
                <a:solidFill>
                  <a:schemeClr val="tx1"/>
                </a:solidFill>
              </a:rPr>
              <a:t>struct</a:t>
            </a:r>
            <a:r>
              <a:rPr lang="en-US" dirty="0" smtClean="0">
                <a:solidFill>
                  <a:schemeClr val="tx1"/>
                </a:solidFill>
              </a:rPr>
              <a:t> </a:t>
            </a:r>
            <a:r>
              <a:rPr lang="en-US" dirty="0" err="1" smtClean="0">
                <a:solidFill>
                  <a:schemeClr val="tx1"/>
                </a:solidFill>
              </a:rPr>
              <a:t>platform_device</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int</a:t>
            </a:r>
            <a:r>
              <a:rPr lang="en-US" dirty="0" smtClean="0">
                <a:solidFill>
                  <a:schemeClr val="tx1"/>
                </a:solidFill>
              </a:rPr>
              <a:t> (*suspend)(</a:t>
            </a:r>
            <a:r>
              <a:rPr lang="en-US" dirty="0" err="1" smtClean="0">
                <a:solidFill>
                  <a:schemeClr val="tx1"/>
                </a:solidFill>
              </a:rPr>
              <a:t>struct</a:t>
            </a:r>
            <a:r>
              <a:rPr lang="en-US" dirty="0" smtClean="0">
                <a:solidFill>
                  <a:schemeClr val="tx1"/>
                </a:solidFill>
              </a:rPr>
              <a:t> </a:t>
            </a:r>
            <a:r>
              <a:rPr lang="en-US" dirty="0" err="1" smtClean="0">
                <a:solidFill>
                  <a:schemeClr val="tx1"/>
                </a:solidFill>
              </a:rPr>
              <a:t>platform_device</a:t>
            </a:r>
            <a:r>
              <a:rPr lang="en-US" dirty="0" smtClean="0">
                <a:solidFill>
                  <a:schemeClr val="tx1"/>
                </a:solidFill>
              </a:rPr>
              <a:t> *, </a:t>
            </a:r>
            <a:r>
              <a:rPr lang="en-US" dirty="0" err="1" smtClean="0">
                <a:solidFill>
                  <a:schemeClr val="tx1"/>
                </a:solidFill>
              </a:rPr>
              <a:t>pm_message_t</a:t>
            </a:r>
            <a:r>
              <a:rPr lang="en-US" dirty="0" smtClean="0">
                <a:solidFill>
                  <a:schemeClr val="tx1"/>
                </a:solidFill>
              </a:rPr>
              <a:t> state);</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int</a:t>
            </a:r>
            <a:r>
              <a:rPr lang="en-US" dirty="0" smtClean="0">
                <a:solidFill>
                  <a:schemeClr val="tx1"/>
                </a:solidFill>
              </a:rPr>
              <a:t> (*</a:t>
            </a:r>
            <a:r>
              <a:rPr lang="en-US" dirty="0" err="1" smtClean="0">
                <a:solidFill>
                  <a:schemeClr val="tx1"/>
                </a:solidFill>
              </a:rPr>
              <a:t>suspend_late</a:t>
            </a:r>
            <a:r>
              <a:rPr lang="en-US" dirty="0" smtClean="0">
                <a:solidFill>
                  <a:schemeClr val="tx1"/>
                </a:solidFill>
              </a:rPr>
              <a:t>)(</a:t>
            </a:r>
            <a:r>
              <a:rPr lang="en-US" dirty="0" err="1" smtClean="0">
                <a:solidFill>
                  <a:schemeClr val="tx1"/>
                </a:solidFill>
              </a:rPr>
              <a:t>struct</a:t>
            </a:r>
            <a:r>
              <a:rPr lang="en-US" dirty="0" smtClean="0">
                <a:solidFill>
                  <a:schemeClr val="tx1"/>
                </a:solidFill>
              </a:rPr>
              <a:t> </a:t>
            </a:r>
            <a:r>
              <a:rPr lang="en-US" dirty="0" err="1" smtClean="0">
                <a:solidFill>
                  <a:schemeClr val="tx1"/>
                </a:solidFill>
              </a:rPr>
              <a:t>platform_device</a:t>
            </a:r>
            <a:r>
              <a:rPr lang="en-US" dirty="0" smtClean="0">
                <a:solidFill>
                  <a:schemeClr val="tx1"/>
                </a:solidFill>
              </a:rPr>
              <a:t> *, </a:t>
            </a:r>
            <a:r>
              <a:rPr lang="en-US" dirty="0" err="1" smtClean="0">
                <a:solidFill>
                  <a:schemeClr val="tx1"/>
                </a:solidFill>
              </a:rPr>
              <a:t>pm_message_t</a:t>
            </a:r>
            <a:r>
              <a:rPr lang="en-US" dirty="0" smtClean="0">
                <a:solidFill>
                  <a:schemeClr val="tx1"/>
                </a:solidFill>
              </a:rPr>
              <a:t> state);</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int</a:t>
            </a:r>
            <a:r>
              <a:rPr lang="en-US" dirty="0" smtClean="0">
                <a:solidFill>
                  <a:schemeClr val="tx1"/>
                </a:solidFill>
              </a:rPr>
              <a:t> (*</a:t>
            </a:r>
            <a:r>
              <a:rPr lang="en-US" dirty="0" err="1" smtClean="0">
                <a:solidFill>
                  <a:schemeClr val="tx1"/>
                </a:solidFill>
              </a:rPr>
              <a:t>resume_early</a:t>
            </a:r>
            <a:r>
              <a:rPr lang="en-US" dirty="0" smtClean="0">
                <a:solidFill>
                  <a:schemeClr val="tx1"/>
                </a:solidFill>
              </a:rPr>
              <a:t>)(</a:t>
            </a:r>
            <a:r>
              <a:rPr lang="en-US" dirty="0" err="1" smtClean="0">
                <a:solidFill>
                  <a:schemeClr val="tx1"/>
                </a:solidFill>
              </a:rPr>
              <a:t>struct</a:t>
            </a:r>
            <a:r>
              <a:rPr lang="en-US" dirty="0" smtClean="0">
                <a:solidFill>
                  <a:schemeClr val="tx1"/>
                </a:solidFill>
              </a:rPr>
              <a:t> </a:t>
            </a:r>
            <a:r>
              <a:rPr lang="en-US" dirty="0" err="1" smtClean="0">
                <a:solidFill>
                  <a:schemeClr val="tx1"/>
                </a:solidFill>
              </a:rPr>
              <a:t>platform_device</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int</a:t>
            </a:r>
            <a:r>
              <a:rPr lang="en-US" dirty="0" smtClean="0">
                <a:solidFill>
                  <a:schemeClr val="tx1"/>
                </a:solidFill>
              </a:rPr>
              <a:t> (*resume)(</a:t>
            </a:r>
            <a:r>
              <a:rPr lang="en-US" dirty="0" err="1" smtClean="0">
                <a:solidFill>
                  <a:schemeClr val="tx1"/>
                </a:solidFill>
              </a:rPr>
              <a:t>struct</a:t>
            </a:r>
            <a:r>
              <a:rPr lang="en-US" dirty="0" smtClean="0">
                <a:solidFill>
                  <a:schemeClr val="tx1"/>
                </a:solidFill>
              </a:rPr>
              <a:t> </a:t>
            </a:r>
            <a:r>
              <a:rPr lang="en-US" dirty="0" err="1" smtClean="0">
                <a:solidFill>
                  <a:schemeClr val="tx1"/>
                </a:solidFill>
              </a:rPr>
              <a:t>platform_device</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struct</a:t>
            </a:r>
            <a:r>
              <a:rPr lang="en-US" dirty="0" smtClean="0">
                <a:solidFill>
                  <a:schemeClr val="tx1"/>
                </a:solidFill>
              </a:rPr>
              <a:t> </a:t>
            </a:r>
            <a:r>
              <a:rPr lang="en-US" dirty="0" err="1" smtClean="0">
                <a:solidFill>
                  <a:schemeClr val="tx1"/>
                </a:solidFill>
              </a:rPr>
              <a:t>device_driver</a:t>
            </a:r>
            <a:r>
              <a:rPr lang="en-US" dirty="0" smtClean="0">
                <a:solidFill>
                  <a:schemeClr val="tx1"/>
                </a:solidFill>
              </a:rPr>
              <a:t> driver; //</a:t>
            </a:r>
            <a:r>
              <a:rPr lang="zh-CN" altLang="en-US" dirty="0" smtClean="0">
                <a:solidFill>
                  <a:schemeClr val="tx1"/>
                </a:solidFill>
              </a:rPr>
              <a:t>内嵌的</a:t>
            </a:r>
            <a:r>
              <a:rPr lang="en-US" dirty="0" err="1" smtClean="0">
                <a:solidFill>
                  <a:schemeClr val="tx1"/>
                </a:solidFill>
              </a:rPr>
              <a:t>device_driver</a:t>
            </a:r>
            <a:endParaRPr lang="zh-CN" altLang="en-US" dirty="0" smtClean="0">
              <a:solidFill>
                <a:schemeClr val="tx1"/>
              </a:solidFill>
            </a:endParaRPr>
          </a:p>
          <a:p>
            <a:r>
              <a:rPr lang="en-US" dirty="0" smtClean="0">
                <a:solidFill>
                  <a:schemeClr val="tx1"/>
                </a:solidFill>
              </a:rPr>
              <a:t>};</a:t>
            </a:r>
            <a:endParaRPr lang="zh-CN" altLang="en-US" dirty="0" smtClean="0">
              <a:solidFill>
                <a:schemeClr val="tx1"/>
              </a:solidFill>
            </a:endParaRPr>
          </a:p>
          <a:p>
            <a:endParaRPr lang="zh-CN" altLang="en-US"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err="1" smtClean="0"/>
              <a:t>platform_device</a:t>
            </a:r>
            <a:endParaRPr lang="zh-CN" altLang="en-US" dirty="0"/>
          </a:p>
        </p:txBody>
      </p:sp>
      <p:sp>
        <p:nvSpPr>
          <p:cNvPr id="3" name="内容占位符 2"/>
          <p:cNvSpPr>
            <a:spLocks noGrp="1"/>
          </p:cNvSpPr>
          <p:nvPr>
            <p:ph idx="1"/>
          </p:nvPr>
        </p:nvSpPr>
        <p:spPr>
          <a:xfrm>
            <a:off x="457200" y="1219200"/>
            <a:ext cx="8221663" cy="1352544"/>
          </a:xfrm>
        </p:spPr>
        <p:txBody>
          <a:bodyPr/>
          <a:lstStyle/>
          <a:p>
            <a:r>
              <a:rPr lang="zh-CN" altLang="en-US" dirty="0" smtClean="0"/>
              <a:t>通常</a:t>
            </a:r>
            <a:r>
              <a:rPr lang="en-US" dirty="0" smtClean="0"/>
              <a:t>device</a:t>
            </a:r>
            <a:r>
              <a:rPr lang="zh-CN" altLang="en-US" dirty="0" smtClean="0"/>
              <a:t>结构不单独使用，而是包含在更大的结构中作为一个子结构使用，比如</a:t>
            </a:r>
            <a:r>
              <a:rPr lang="en-US" dirty="0" smtClean="0"/>
              <a:t>platform</a:t>
            </a:r>
            <a:r>
              <a:rPr lang="zh-CN" altLang="en-US" dirty="0" smtClean="0"/>
              <a:t>设备在</a:t>
            </a:r>
            <a:r>
              <a:rPr lang="en-US" dirty="0" smtClean="0"/>
              <a:t>include/</a:t>
            </a:r>
            <a:r>
              <a:rPr lang="en-US" dirty="0" err="1" smtClean="0"/>
              <a:t>linux</a:t>
            </a:r>
            <a:r>
              <a:rPr lang="en-US" dirty="0" smtClean="0"/>
              <a:t>/</a:t>
            </a:r>
            <a:r>
              <a:rPr lang="en-US" dirty="0" err="1" smtClean="0"/>
              <a:t>platform_device.h</a:t>
            </a:r>
            <a:r>
              <a:rPr lang="zh-CN" altLang="en-US" dirty="0" smtClean="0"/>
              <a:t>定义为：</a:t>
            </a:r>
          </a:p>
          <a:p>
            <a:endParaRPr lang="zh-CN" altLang="en-US" dirty="0"/>
          </a:p>
        </p:txBody>
      </p:sp>
      <p:sp>
        <p:nvSpPr>
          <p:cNvPr id="9" name="TextBox 8"/>
          <p:cNvSpPr txBox="1"/>
          <p:nvPr/>
        </p:nvSpPr>
        <p:spPr>
          <a:xfrm>
            <a:off x="785786" y="3280899"/>
            <a:ext cx="3786214" cy="2308324"/>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err="1" smtClean="0">
                <a:solidFill>
                  <a:schemeClr val="tx1"/>
                </a:solidFill>
              </a:rPr>
              <a:t>struct</a:t>
            </a:r>
            <a:r>
              <a:rPr lang="en-US" dirty="0" smtClean="0">
                <a:solidFill>
                  <a:schemeClr val="tx1"/>
                </a:solidFill>
              </a:rPr>
              <a:t> </a:t>
            </a:r>
            <a:r>
              <a:rPr lang="en-US" dirty="0" err="1" smtClean="0">
                <a:solidFill>
                  <a:schemeClr val="tx1"/>
                </a:solidFill>
              </a:rPr>
              <a:t>platform_device</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        const char      * name;</a:t>
            </a:r>
            <a:endParaRPr lang="zh-CN" altLang="en-US" dirty="0" smtClean="0">
              <a:solidFill>
                <a:schemeClr val="tx1"/>
              </a:solidFill>
            </a:endParaRPr>
          </a:p>
          <a:p>
            <a:r>
              <a:rPr lang="en-US" dirty="0" smtClean="0">
                <a:solidFill>
                  <a:schemeClr val="tx1"/>
                </a:solidFill>
              </a:rPr>
              <a:t>        u32             id;</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struct</a:t>
            </a:r>
            <a:r>
              <a:rPr lang="en-US" dirty="0" smtClean="0">
                <a:solidFill>
                  <a:schemeClr val="tx1"/>
                </a:solidFill>
              </a:rPr>
              <a:t> device   dev; </a:t>
            </a:r>
          </a:p>
          <a:p>
            <a:r>
              <a:rPr lang="en-US" dirty="0">
                <a:solidFill>
                  <a:schemeClr val="tx1"/>
                </a:solidFill>
              </a:rPr>
              <a:t>	</a:t>
            </a:r>
            <a:r>
              <a:rPr lang="en-US" dirty="0" smtClean="0">
                <a:solidFill>
                  <a:schemeClr val="tx1"/>
                </a:solidFill>
              </a:rPr>
              <a:t>u32             </a:t>
            </a:r>
            <a:r>
              <a:rPr lang="en-US" dirty="0" err="1" smtClean="0">
                <a:solidFill>
                  <a:schemeClr val="tx1"/>
                </a:solidFill>
              </a:rPr>
              <a:t>num_resources</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        </a:t>
            </a:r>
            <a:r>
              <a:rPr lang="en-US" dirty="0" err="1" smtClean="0">
                <a:solidFill>
                  <a:schemeClr val="tx1"/>
                </a:solidFill>
              </a:rPr>
              <a:t>struct</a:t>
            </a:r>
            <a:r>
              <a:rPr lang="en-US" dirty="0" smtClean="0">
                <a:solidFill>
                  <a:schemeClr val="tx1"/>
                </a:solidFill>
              </a:rPr>
              <a:t> resource * resource;</a:t>
            </a:r>
            <a:endParaRPr lang="zh-CN" altLang="en-US" dirty="0" smtClean="0">
              <a:solidFill>
                <a:schemeClr val="tx1"/>
              </a:solidFill>
            </a:endParaRPr>
          </a:p>
          <a:p>
            <a:r>
              <a:rPr lang="en-US" dirty="0" smtClean="0">
                <a:solidFill>
                  <a:schemeClr val="tx1"/>
                </a:solidFill>
              </a:rPr>
              <a:t>};</a:t>
            </a:r>
            <a:endParaRPr lang="zh-CN" altLang="en-US" dirty="0" smtClean="0">
              <a:solidFill>
                <a:schemeClr val="tx1"/>
              </a:solidFill>
            </a:endParaRPr>
          </a:p>
          <a:p>
            <a:endParaRPr lang="zh-CN" altLang="en-US" dirty="0"/>
          </a:p>
        </p:txBody>
      </p:sp>
      <p:sp>
        <p:nvSpPr>
          <p:cNvPr id="6" name="TextBox 5"/>
          <p:cNvSpPr txBox="1"/>
          <p:nvPr/>
        </p:nvSpPr>
        <p:spPr>
          <a:xfrm>
            <a:off x="4950218" y="3284984"/>
            <a:ext cx="3786214" cy="203132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altLang="zh-CN" dirty="0" smtClean="0"/>
              <a:t>Node {</a:t>
            </a:r>
          </a:p>
          <a:p>
            <a:r>
              <a:rPr lang="en-US" altLang="zh-CN" dirty="0"/>
              <a:t>	</a:t>
            </a:r>
            <a:r>
              <a:rPr lang="en-US" altLang="zh-CN" dirty="0" smtClean="0"/>
              <a:t>compatible </a:t>
            </a:r>
            <a:r>
              <a:rPr lang="en-US" altLang="zh-CN" dirty="0"/>
              <a:t>= </a:t>
            </a:r>
            <a:r>
              <a:rPr lang="en-US" altLang="zh-CN" dirty="0" smtClean="0"/>
              <a:t>“</a:t>
            </a:r>
            <a:r>
              <a:rPr lang="en-US" altLang="zh-CN" dirty="0" err="1" smtClean="0"/>
              <a:t>platform,test</a:t>
            </a:r>
            <a:r>
              <a:rPr lang="en-US" altLang="zh-CN" dirty="0" smtClean="0"/>
              <a:t>";</a:t>
            </a:r>
          </a:p>
          <a:p>
            <a:r>
              <a:rPr lang="en-US" altLang="zh-CN" dirty="0"/>
              <a:t>	</a:t>
            </a:r>
            <a:r>
              <a:rPr lang="en-US" altLang="zh-CN" dirty="0" err="1" smtClean="0"/>
              <a:t>reg</a:t>
            </a:r>
            <a:r>
              <a:rPr lang="en-US" altLang="zh-CN" dirty="0" smtClean="0"/>
              <a:t> = &lt;address  led&gt;;</a:t>
            </a:r>
            <a:endParaRPr lang="en-US" altLang="zh-CN" dirty="0"/>
          </a:p>
          <a:p>
            <a:r>
              <a:rPr lang="en-US" altLang="zh-CN" dirty="0"/>
              <a:t>	</a:t>
            </a:r>
            <a:r>
              <a:rPr lang="en-US" altLang="zh-CN" dirty="0" smtClean="0"/>
              <a:t>interrupt-parent </a:t>
            </a:r>
            <a:r>
              <a:rPr lang="en-US" altLang="zh-CN" dirty="0"/>
              <a:t>= </a:t>
            </a:r>
            <a:r>
              <a:rPr lang="en-US" altLang="zh-CN" dirty="0" smtClean="0"/>
              <a:t>&lt;parent&gt;;</a:t>
            </a:r>
            <a:endParaRPr lang="en-US" altLang="zh-CN" dirty="0"/>
          </a:p>
          <a:p>
            <a:r>
              <a:rPr lang="en-US" altLang="zh-CN" dirty="0"/>
              <a:t>	</a:t>
            </a:r>
            <a:r>
              <a:rPr lang="en-US" altLang="zh-CN" dirty="0" smtClean="0"/>
              <a:t>interrupts </a:t>
            </a:r>
            <a:r>
              <a:rPr lang="en-US" altLang="zh-CN" dirty="0"/>
              <a:t>= </a:t>
            </a:r>
            <a:r>
              <a:rPr lang="en-US" altLang="zh-CN" dirty="0" smtClean="0"/>
              <a:t>&lt;interrupt&gt;;</a:t>
            </a:r>
          </a:p>
          <a:p>
            <a:r>
              <a:rPr lang="en-US" altLang="zh-CN" dirty="0"/>
              <a:t>	</a:t>
            </a:r>
            <a:r>
              <a:rPr lang="en-US" altLang="zh-CN" dirty="0" smtClean="0"/>
              <a:t>…</a:t>
            </a:r>
            <a:endParaRPr lang="en-US" altLang="zh-CN" dirty="0"/>
          </a:p>
          <a:p>
            <a:r>
              <a:rPr lang="en-US" altLang="zh-CN" dirty="0" smtClean="0"/>
              <a:t>}</a:t>
            </a:r>
            <a:endParaRPr lang="zh-CN" altLang="en-US" dirty="0"/>
          </a:p>
        </p:txBody>
      </p:sp>
      <p:sp>
        <p:nvSpPr>
          <p:cNvPr id="4" name="TextBox 3"/>
          <p:cNvSpPr txBox="1"/>
          <p:nvPr/>
        </p:nvSpPr>
        <p:spPr>
          <a:xfrm>
            <a:off x="5796135" y="2884294"/>
            <a:ext cx="1800493" cy="369332"/>
          </a:xfrm>
          <a:prstGeom prst="rect">
            <a:avLst/>
          </a:prstGeom>
          <a:noFill/>
        </p:spPr>
        <p:txBody>
          <a:bodyPr wrap="none" rtlCol="0">
            <a:spAutoFit/>
          </a:bodyPr>
          <a:lstStyle/>
          <a:p>
            <a:r>
              <a:rPr lang="zh-CN" altLang="en-US" dirty="0" smtClean="0">
                <a:solidFill>
                  <a:schemeClr val="tx1"/>
                </a:solidFill>
              </a:rPr>
              <a:t>如果使用设备树</a:t>
            </a:r>
            <a:endParaRPr lang="zh-CN" altLang="en-US" dirty="0">
              <a:solidFill>
                <a:schemeClr val="tx1"/>
              </a:solidFill>
            </a:endParaRPr>
          </a:p>
        </p:txBody>
      </p:sp>
      <p:cxnSp>
        <p:nvCxnSpPr>
          <p:cNvPr id="8" name="直接箭头连接符 7"/>
          <p:cNvCxnSpPr/>
          <p:nvPr/>
        </p:nvCxnSpPr>
        <p:spPr bwMode="auto">
          <a:xfrm>
            <a:off x="3851920" y="4300646"/>
            <a:ext cx="1512168" cy="0"/>
          </a:xfrm>
          <a:prstGeom prst="straightConnector1">
            <a:avLst/>
          </a:prstGeom>
          <a:solidFill>
            <a:srgbClr val="00B8FF"/>
          </a:solidFill>
          <a:ln w="9525" cap="flat" cmpd="sng" algn="ctr">
            <a:solidFill>
              <a:schemeClr val="accent1"/>
            </a:solidFill>
            <a:prstDash val="solid"/>
            <a:round/>
            <a:headEnd type="none" w="med" len="med"/>
            <a:tailEnd type="arrow"/>
          </a:ln>
          <a:effectLst/>
        </p:spPr>
      </p:cxn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类（</a:t>
            </a:r>
            <a:r>
              <a:rPr lang="en-US" b="1" dirty="0" smtClean="0"/>
              <a:t>Class</a:t>
            </a:r>
            <a:r>
              <a:rPr lang="zh-CN" altLang="en-US" b="1" dirty="0" smtClean="0"/>
              <a:t>）与类设备（</a:t>
            </a:r>
            <a:r>
              <a:rPr lang="en-US" b="1" dirty="0" err="1" smtClean="0"/>
              <a:t>class_device</a:t>
            </a:r>
            <a:r>
              <a:rPr lang="zh-CN" altLang="en-US" b="1" dirty="0" smtClean="0"/>
              <a:t>）</a:t>
            </a:r>
            <a:endParaRPr lang="zh-CN" altLang="en-US" dirty="0"/>
          </a:p>
        </p:txBody>
      </p:sp>
      <p:sp>
        <p:nvSpPr>
          <p:cNvPr id="3" name="内容占位符 2"/>
          <p:cNvSpPr>
            <a:spLocks noGrp="1"/>
          </p:cNvSpPr>
          <p:nvPr>
            <p:ph idx="1"/>
          </p:nvPr>
        </p:nvSpPr>
        <p:spPr/>
        <p:txBody>
          <a:bodyPr/>
          <a:lstStyle/>
          <a:p>
            <a:r>
              <a:rPr lang="zh-CN" altLang="en-US" dirty="0" smtClean="0"/>
              <a:t>类的创建与销毁</a:t>
            </a:r>
            <a:endParaRPr lang="en-US" altLang="zh-CN" dirty="0" smtClean="0"/>
          </a:p>
          <a:p>
            <a:pPr lvl="1"/>
            <a:r>
              <a:rPr lang="en-US" dirty="0" err="1" smtClean="0"/>
              <a:t>struct</a:t>
            </a:r>
            <a:r>
              <a:rPr lang="en-US" dirty="0" smtClean="0"/>
              <a:t> class *</a:t>
            </a:r>
            <a:r>
              <a:rPr lang="en-US" dirty="0" err="1" smtClean="0"/>
              <a:t>class_create</a:t>
            </a:r>
            <a:r>
              <a:rPr lang="en-US" dirty="0" smtClean="0"/>
              <a:t>(</a:t>
            </a:r>
            <a:r>
              <a:rPr lang="en-US" dirty="0" err="1" smtClean="0"/>
              <a:t>struct</a:t>
            </a:r>
            <a:r>
              <a:rPr lang="en-US" dirty="0" smtClean="0"/>
              <a:t> module *owner, const char *name);</a:t>
            </a:r>
          </a:p>
          <a:p>
            <a:pPr lvl="1"/>
            <a:r>
              <a:rPr lang="en-US" dirty="0" smtClean="0"/>
              <a:t>void </a:t>
            </a:r>
            <a:r>
              <a:rPr lang="en-US" dirty="0" err="1" smtClean="0"/>
              <a:t>class_destroy</a:t>
            </a:r>
            <a:r>
              <a:rPr lang="en-US" dirty="0" smtClean="0"/>
              <a:t>(</a:t>
            </a:r>
            <a:r>
              <a:rPr lang="en-US" dirty="0" err="1" smtClean="0"/>
              <a:t>struct</a:t>
            </a:r>
            <a:r>
              <a:rPr lang="en-US" dirty="0" smtClean="0"/>
              <a:t> class *</a:t>
            </a:r>
            <a:r>
              <a:rPr lang="en-US" dirty="0" err="1" smtClean="0"/>
              <a:t>cls</a:t>
            </a:r>
            <a:r>
              <a:rPr lang="en-US" dirty="0" smtClean="0"/>
              <a:t>);</a:t>
            </a:r>
            <a:endParaRPr lang="zh-CN" altLang="en-US" dirty="0" smtClean="0"/>
          </a:p>
          <a:p>
            <a:r>
              <a:rPr lang="zh-CN" altLang="en-US" dirty="0" smtClean="0"/>
              <a:t>类的注册与注销</a:t>
            </a:r>
            <a:endParaRPr lang="en-US" altLang="zh-CN" dirty="0" smtClean="0"/>
          </a:p>
          <a:p>
            <a:pPr lvl="1"/>
            <a:r>
              <a:rPr lang="en-US" dirty="0" err="1" smtClean="0"/>
              <a:t>int</a:t>
            </a:r>
            <a:r>
              <a:rPr lang="en-US" dirty="0" smtClean="0"/>
              <a:t> </a:t>
            </a:r>
            <a:r>
              <a:rPr lang="en-US" dirty="0" err="1" smtClean="0"/>
              <a:t>class_register</a:t>
            </a:r>
            <a:r>
              <a:rPr lang="en-US" dirty="0" smtClean="0"/>
              <a:t>(</a:t>
            </a:r>
            <a:r>
              <a:rPr lang="en-US" dirty="0" err="1" smtClean="0"/>
              <a:t>struct</a:t>
            </a:r>
            <a:r>
              <a:rPr lang="en-US" dirty="0" smtClean="0"/>
              <a:t> class * </a:t>
            </a:r>
            <a:r>
              <a:rPr lang="en-US" dirty="0" err="1" smtClean="0"/>
              <a:t>cls</a:t>
            </a:r>
            <a:r>
              <a:rPr lang="en-US" dirty="0" smtClean="0"/>
              <a:t>);</a:t>
            </a:r>
            <a:endParaRPr lang="zh-CN" altLang="en-US" dirty="0" smtClean="0"/>
          </a:p>
          <a:p>
            <a:pPr lvl="1"/>
            <a:r>
              <a:rPr lang="en-US" dirty="0" smtClean="0"/>
              <a:t>void </a:t>
            </a:r>
            <a:r>
              <a:rPr lang="en-US" dirty="0" err="1" smtClean="0"/>
              <a:t>class_unregister</a:t>
            </a:r>
            <a:r>
              <a:rPr lang="en-US" dirty="0" smtClean="0"/>
              <a:t>(</a:t>
            </a:r>
            <a:r>
              <a:rPr lang="en-US" dirty="0" err="1" smtClean="0"/>
              <a:t>struct</a:t>
            </a:r>
            <a:r>
              <a:rPr lang="en-US" dirty="0" smtClean="0"/>
              <a:t> class * </a:t>
            </a:r>
            <a:r>
              <a:rPr lang="en-US" dirty="0" err="1" smtClean="0"/>
              <a:t>cls</a:t>
            </a:r>
            <a:r>
              <a:rPr lang="en-US" dirty="0" smtClean="0"/>
              <a:t>);</a:t>
            </a:r>
          </a:p>
          <a:p>
            <a:r>
              <a:rPr lang="zh-CN" altLang="en-US" dirty="0" smtClean="0"/>
              <a:t>类设备的注册与卸载函数</a:t>
            </a:r>
            <a:endParaRPr lang="en-US" altLang="zh-CN" dirty="0" smtClean="0"/>
          </a:p>
          <a:p>
            <a:pPr lvl="1"/>
            <a:r>
              <a:rPr lang="en-US" dirty="0" err="1" smtClean="0"/>
              <a:t>int</a:t>
            </a:r>
            <a:r>
              <a:rPr lang="en-US" dirty="0" smtClean="0"/>
              <a:t> </a:t>
            </a:r>
            <a:r>
              <a:rPr lang="en-US" dirty="0" err="1" smtClean="0"/>
              <a:t>class_device_register</a:t>
            </a:r>
            <a:r>
              <a:rPr lang="en-US" dirty="0" smtClean="0"/>
              <a:t>(</a:t>
            </a:r>
            <a:r>
              <a:rPr lang="en-US" dirty="0" err="1" smtClean="0"/>
              <a:t>struct</a:t>
            </a:r>
            <a:r>
              <a:rPr lang="en-US" dirty="0" smtClean="0"/>
              <a:t> </a:t>
            </a:r>
            <a:r>
              <a:rPr lang="en-US" dirty="0" err="1" smtClean="0"/>
              <a:t>class_device</a:t>
            </a:r>
            <a:r>
              <a:rPr lang="en-US" dirty="0" smtClean="0"/>
              <a:t> *</a:t>
            </a:r>
            <a:r>
              <a:rPr lang="en-US" dirty="0" err="1" smtClean="0"/>
              <a:t>class_dev</a:t>
            </a:r>
            <a:r>
              <a:rPr lang="en-US" dirty="0" smtClean="0"/>
              <a:t>);</a:t>
            </a:r>
            <a:endParaRPr lang="zh-CN" altLang="en-US" dirty="0" smtClean="0"/>
          </a:p>
          <a:p>
            <a:pPr lvl="1"/>
            <a:r>
              <a:rPr lang="en-US" dirty="0" smtClean="0"/>
              <a:t>void </a:t>
            </a:r>
            <a:r>
              <a:rPr lang="en-US" dirty="0" err="1" smtClean="0"/>
              <a:t>class_device_unregister</a:t>
            </a:r>
            <a:r>
              <a:rPr lang="en-US" dirty="0" smtClean="0"/>
              <a:t>(</a:t>
            </a:r>
            <a:r>
              <a:rPr lang="en-US" dirty="0" err="1" smtClean="0"/>
              <a:t>struct</a:t>
            </a:r>
            <a:r>
              <a:rPr lang="en-US" dirty="0" smtClean="0"/>
              <a:t> </a:t>
            </a:r>
            <a:r>
              <a:rPr lang="en-US" dirty="0" err="1" smtClean="0"/>
              <a:t>class_device</a:t>
            </a:r>
            <a:r>
              <a:rPr lang="en-US" dirty="0" smtClean="0"/>
              <a:t> *</a:t>
            </a:r>
            <a:r>
              <a:rPr lang="en-US" dirty="0" err="1" smtClean="0"/>
              <a:t>class_dev</a:t>
            </a:r>
            <a:r>
              <a:rPr lang="en-US" dirty="0" smtClean="0"/>
              <a:t>);</a:t>
            </a:r>
            <a:endParaRPr lang="zh-CN" altLang="en-US" dirty="0" smtClean="0"/>
          </a:p>
          <a:p>
            <a:pPr lvl="1"/>
            <a:endParaRPr lang="zh-CN" altLang="en-US" dirty="0" smtClean="0"/>
          </a:p>
          <a:p>
            <a:pPr lvl="1"/>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b="1" dirty="0" err="1" smtClean="0"/>
              <a:t>sysfs</a:t>
            </a:r>
            <a:r>
              <a:rPr lang="zh-CN" altLang="en-US" b="1" dirty="0" smtClean="0"/>
              <a:t>目录和属性</a:t>
            </a:r>
            <a:endParaRPr lang="zh-CN" altLang="en-US" dirty="0"/>
          </a:p>
        </p:txBody>
      </p:sp>
      <p:sp>
        <p:nvSpPr>
          <p:cNvPr id="3" name="内容占位符 2"/>
          <p:cNvSpPr>
            <a:spLocks noGrp="1"/>
          </p:cNvSpPr>
          <p:nvPr>
            <p:ph idx="1"/>
          </p:nvPr>
        </p:nvSpPr>
        <p:spPr/>
        <p:txBody>
          <a:bodyPr/>
          <a:lstStyle/>
          <a:p>
            <a:r>
              <a:rPr lang="zh-CN" altLang="en-US" dirty="0" smtClean="0"/>
              <a:t>新增一个</a:t>
            </a:r>
            <a:r>
              <a:rPr lang="en-US" dirty="0" err="1" smtClean="0"/>
              <a:t>kobject</a:t>
            </a:r>
            <a:r>
              <a:rPr lang="zh-CN" altLang="en-US" dirty="0" smtClean="0"/>
              <a:t>结构，即在</a:t>
            </a:r>
            <a:r>
              <a:rPr lang="en-US" dirty="0" smtClean="0"/>
              <a:t>/sys</a:t>
            </a:r>
            <a:r>
              <a:rPr lang="zh-CN" altLang="en-US" dirty="0" smtClean="0"/>
              <a:t>下创建一个目录的函数调用流程为：</a:t>
            </a:r>
          </a:p>
          <a:p>
            <a:pPr lvl="1"/>
            <a:r>
              <a:rPr lang="en-US" dirty="0" err="1" smtClean="0"/>
              <a:t>kobject_add</a:t>
            </a:r>
            <a:r>
              <a:rPr lang="en-US" dirty="0" smtClean="0"/>
              <a:t>() ---&gt; </a:t>
            </a:r>
            <a:r>
              <a:rPr lang="en-US" dirty="0" err="1" smtClean="0"/>
              <a:t>create_dir</a:t>
            </a:r>
            <a:r>
              <a:rPr lang="en-US" dirty="0" smtClean="0"/>
              <a:t>() ---&gt; </a:t>
            </a:r>
            <a:r>
              <a:rPr lang="en-US" dirty="0" err="1" smtClean="0"/>
              <a:t>sysfs_create_dir</a:t>
            </a:r>
            <a:r>
              <a:rPr lang="en-US" dirty="0" smtClean="0"/>
              <a:t>()</a:t>
            </a:r>
            <a:endParaRPr lang="zh-CN" altLang="en-US" dirty="0" smtClean="0"/>
          </a:p>
          <a:p>
            <a:r>
              <a:rPr lang="zh-CN" altLang="en-US" dirty="0" smtClean="0"/>
              <a:t>对</a:t>
            </a:r>
            <a:r>
              <a:rPr lang="en-US" dirty="0" err="1" smtClean="0"/>
              <a:t>kobject</a:t>
            </a:r>
            <a:r>
              <a:rPr lang="zh-CN" altLang="en-US" dirty="0" smtClean="0"/>
              <a:t>内的属性进行添加和删除</a:t>
            </a:r>
            <a:endParaRPr lang="en-US" altLang="zh-CN" dirty="0" smtClean="0"/>
          </a:p>
          <a:p>
            <a:pPr lvl="1"/>
            <a:r>
              <a:rPr lang="en-US" dirty="0" err="1" smtClean="0"/>
              <a:t>int</a:t>
            </a:r>
            <a:r>
              <a:rPr lang="en-US" dirty="0" smtClean="0"/>
              <a:t> </a:t>
            </a:r>
            <a:r>
              <a:rPr lang="en-US" dirty="0" err="1" smtClean="0"/>
              <a:t>sysfs_create_file</a:t>
            </a:r>
            <a:r>
              <a:rPr lang="en-US" dirty="0" smtClean="0"/>
              <a:t>(</a:t>
            </a:r>
            <a:r>
              <a:rPr lang="en-US" dirty="0" err="1" smtClean="0"/>
              <a:t>struct</a:t>
            </a:r>
            <a:r>
              <a:rPr lang="en-US" dirty="0" smtClean="0"/>
              <a:t> </a:t>
            </a:r>
            <a:r>
              <a:rPr lang="en-US" dirty="0" err="1" smtClean="0"/>
              <a:t>kobject</a:t>
            </a:r>
            <a:r>
              <a:rPr lang="en-US" dirty="0" smtClean="0"/>
              <a:t> * </a:t>
            </a:r>
            <a:r>
              <a:rPr lang="en-US" dirty="0" err="1" smtClean="0"/>
              <a:t>kobj</a:t>
            </a:r>
            <a:r>
              <a:rPr lang="en-US" dirty="0" smtClean="0"/>
              <a:t>, const </a:t>
            </a:r>
            <a:r>
              <a:rPr lang="en-US" dirty="0" err="1" smtClean="0"/>
              <a:t>struct</a:t>
            </a:r>
            <a:r>
              <a:rPr lang="en-US" dirty="0" smtClean="0"/>
              <a:t> attribute * </a:t>
            </a:r>
            <a:r>
              <a:rPr lang="en-US" dirty="0" err="1" smtClean="0"/>
              <a:t>attr</a:t>
            </a:r>
            <a:r>
              <a:rPr lang="en-US" dirty="0" smtClean="0"/>
              <a:t>)</a:t>
            </a:r>
            <a:endParaRPr lang="zh-CN" altLang="en-US" dirty="0" smtClean="0"/>
          </a:p>
          <a:p>
            <a:pPr lvl="1"/>
            <a:r>
              <a:rPr lang="en-US" dirty="0" smtClean="0"/>
              <a:t>void </a:t>
            </a:r>
            <a:r>
              <a:rPr lang="en-US" dirty="0" err="1" smtClean="0"/>
              <a:t>sysfs_remove_file</a:t>
            </a:r>
            <a:r>
              <a:rPr lang="en-US" dirty="0" smtClean="0"/>
              <a:t>(</a:t>
            </a:r>
            <a:r>
              <a:rPr lang="en-US" dirty="0" err="1" smtClean="0"/>
              <a:t>struct</a:t>
            </a:r>
            <a:r>
              <a:rPr lang="en-US" dirty="0" smtClean="0"/>
              <a:t> </a:t>
            </a:r>
            <a:r>
              <a:rPr lang="en-US" dirty="0" err="1" smtClean="0"/>
              <a:t>kobject</a:t>
            </a:r>
            <a:r>
              <a:rPr lang="en-US" dirty="0" smtClean="0"/>
              <a:t> * </a:t>
            </a:r>
            <a:r>
              <a:rPr lang="en-US" dirty="0" err="1" smtClean="0"/>
              <a:t>kobj</a:t>
            </a:r>
            <a:r>
              <a:rPr lang="en-US" dirty="0" smtClean="0"/>
              <a:t>, const </a:t>
            </a:r>
            <a:r>
              <a:rPr lang="en-US" dirty="0" err="1" smtClean="0"/>
              <a:t>struct</a:t>
            </a:r>
            <a:r>
              <a:rPr lang="en-US" dirty="0" smtClean="0"/>
              <a:t> attribute * </a:t>
            </a:r>
            <a:r>
              <a:rPr lang="en-US" dirty="0" err="1" smtClean="0"/>
              <a:t>attr</a:t>
            </a:r>
            <a:r>
              <a:rPr lang="en-US" dirty="0" smtClean="0"/>
              <a:t>)</a:t>
            </a:r>
            <a:endParaRPr lang="zh-CN" altLang="en-US" dirty="0" smtClean="0"/>
          </a:p>
          <a:p>
            <a:pPr lvl="1"/>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6" name="Rectangle 2"/>
          <p:cNvSpPr>
            <a:spLocks noGrp="1" noChangeArrowheads="1"/>
          </p:cNvSpPr>
          <p:nvPr>
            <p:ph type="title"/>
          </p:nvPr>
        </p:nvSpPr>
        <p:spPr/>
        <p:txBody>
          <a:bodyPr/>
          <a:lstStyle/>
          <a:p>
            <a:r>
              <a:rPr lang="en-US" altLang="zh-CN" smtClean="0"/>
              <a:t>devfs</a:t>
            </a:r>
            <a:r>
              <a:rPr lang="zh-CN" altLang="en-US" smtClean="0"/>
              <a:t>设备文件系统 </a:t>
            </a:r>
          </a:p>
        </p:txBody>
      </p:sp>
      <p:sp>
        <p:nvSpPr>
          <p:cNvPr id="422917" name="Rectangle 3"/>
          <p:cNvSpPr>
            <a:spLocks noGrp="1" noChangeArrowheads="1"/>
          </p:cNvSpPr>
          <p:nvPr>
            <p:ph idx="1"/>
          </p:nvPr>
        </p:nvSpPr>
        <p:spPr/>
        <p:txBody>
          <a:bodyPr/>
          <a:lstStyle/>
          <a:p>
            <a:r>
              <a:rPr lang="en-US" altLang="zh-CN" dirty="0" err="1" smtClean="0"/>
              <a:t>devfs</a:t>
            </a:r>
            <a:r>
              <a:rPr lang="zh-CN" altLang="en-US" dirty="0" smtClean="0"/>
              <a:t>（设备文件系统）是由</a:t>
            </a:r>
            <a:r>
              <a:rPr lang="en-US" altLang="zh-CN" dirty="0" smtClean="0"/>
              <a:t>Linux 2.4</a:t>
            </a:r>
            <a:r>
              <a:rPr lang="zh-CN" altLang="en-US" dirty="0" smtClean="0"/>
              <a:t>内核引入的 ，它的出现使得设备驱动程序能自主地管理它自己的设备文件。</a:t>
            </a:r>
          </a:p>
          <a:p>
            <a:pPr lvl="1"/>
            <a:r>
              <a:rPr lang="zh-CN" altLang="en-US" dirty="0" smtClean="0"/>
              <a:t>可以通过程序在设备初始化时在</a:t>
            </a:r>
            <a:r>
              <a:rPr lang="en-US" altLang="zh-CN" dirty="0" smtClean="0"/>
              <a:t>/dev</a:t>
            </a:r>
            <a:r>
              <a:rPr lang="zh-CN" altLang="en-US" dirty="0" smtClean="0"/>
              <a:t>目录下创建设备文件，卸载设备时将它删除。 </a:t>
            </a:r>
            <a:endParaRPr lang="en-US" altLang="zh-CN" dirty="0" smtClean="0"/>
          </a:p>
          <a:p>
            <a:pPr lvl="1"/>
            <a:endParaRPr lang="zh-CN" altLang="en-US" dirty="0" smtClean="0"/>
          </a:p>
          <a:p>
            <a:pPr lvl="1"/>
            <a:r>
              <a:rPr lang="zh-CN" altLang="en-US" dirty="0" smtClean="0"/>
              <a:t>设备驱动程序可以指定设备名、所有者和权限位，用户空间程序仍可以修改所有者和权限位。 </a:t>
            </a:r>
          </a:p>
        </p:txBody>
      </p:sp>
      <p:sp>
        <p:nvSpPr>
          <p:cNvPr id="422915" name="日期占位符 5"/>
          <p:cNvSpPr>
            <a:spLocks noGrp="1"/>
          </p:cNvSpPr>
          <p:nvPr>
            <p:ph type="dt" idx="12"/>
          </p:nvPr>
        </p:nvSpPr>
        <p:spPr>
          <a:noFill/>
        </p:spPr>
        <p:txBody>
          <a:bodyPr/>
          <a:lstStyle/>
          <a:p>
            <a:endParaRPr lang="en-US" altLang="zh-CN" dirty="0" smtClean="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4" name="Rectangle 2"/>
          <p:cNvSpPr>
            <a:spLocks noGrp="1" noChangeArrowheads="1"/>
          </p:cNvSpPr>
          <p:nvPr>
            <p:ph type="title"/>
          </p:nvPr>
        </p:nvSpPr>
        <p:spPr/>
        <p:txBody>
          <a:bodyPr/>
          <a:lstStyle/>
          <a:p>
            <a:r>
              <a:rPr lang="en-US" altLang="zh-CN" smtClean="0"/>
              <a:t>udev</a:t>
            </a:r>
            <a:r>
              <a:rPr lang="zh-CN" altLang="en-US" smtClean="0"/>
              <a:t>的用途 </a:t>
            </a:r>
          </a:p>
        </p:txBody>
      </p:sp>
      <p:sp>
        <p:nvSpPr>
          <p:cNvPr id="424965" name="Rectangle 3"/>
          <p:cNvSpPr>
            <a:spLocks noGrp="1" noChangeArrowheads="1"/>
          </p:cNvSpPr>
          <p:nvPr>
            <p:ph idx="1"/>
          </p:nvPr>
        </p:nvSpPr>
        <p:spPr/>
        <p:txBody>
          <a:bodyPr/>
          <a:lstStyle/>
          <a:p>
            <a:pPr>
              <a:lnSpc>
                <a:spcPct val="150000"/>
              </a:lnSpc>
            </a:pPr>
            <a:r>
              <a:rPr lang="zh-CN" altLang="en-US" dirty="0" smtClean="0"/>
              <a:t>在用户空间中执行。</a:t>
            </a:r>
            <a:endParaRPr lang="zh-CN" altLang="en-US" dirty="0" smtClean="0">
              <a:sym typeface="Wingdings" pitchFamily="2" charset="2"/>
            </a:endParaRPr>
          </a:p>
          <a:p>
            <a:pPr>
              <a:lnSpc>
                <a:spcPct val="150000"/>
              </a:lnSpc>
            </a:pPr>
            <a:r>
              <a:rPr lang="zh-CN" altLang="en-US" dirty="0" smtClean="0"/>
              <a:t>动态建立</a:t>
            </a:r>
            <a:r>
              <a:rPr lang="en-US" altLang="zh-CN" dirty="0" smtClean="0"/>
              <a:t>/</a:t>
            </a:r>
            <a:r>
              <a:rPr lang="zh-CN" altLang="en-US" dirty="0" smtClean="0"/>
              <a:t>删除设备文件。</a:t>
            </a:r>
            <a:endParaRPr lang="zh-CN" altLang="en-US" dirty="0" smtClean="0">
              <a:sym typeface="Wingdings" pitchFamily="2" charset="2"/>
            </a:endParaRPr>
          </a:p>
          <a:p>
            <a:pPr>
              <a:lnSpc>
                <a:spcPct val="150000"/>
              </a:lnSpc>
            </a:pPr>
            <a:r>
              <a:rPr lang="zh-CN" altLang="en-US" dirty="0" smtClean="0"/>
              <a:t>允许每个人都不用关心主</a:t>
            </a:r>
            <a:r>
              <a:rPr lang="en-US" altLang="zh-CN" dirty="0" smtClean="0"/>
              <a:t>/</a:t>
            </a:r>
            <a:r>
              <a:rPr lang="zh-CN" altLang="en-US" dirty="0" smtClean="0"/>
              <a:t>次设备号。</a:t>
            </a:r>
            <a:endParaRPr lang="zh-CN" altLang="en-US" dirty="0" smtClean="0">
              <a:sym typeface="Wingdings" pitchFamily="2" charset="2"/>
            </a:endParaRPr>
          </a:p>
          <a:p>
            <a:pPr>
              <a:lnSpc>
                <a:spcPct val="150000"/>
              </a:lnSpc>
            </a:pPr>
            <a:r>
              <a:rPr lang="zh-CN" altLang="en-US" dirty="0" smtClean="0"/>
              <a:t>提供</a:t>
            </a:r>
            <a:r>
              <a:rPr lang="en-US" altLang="zh-CN" dirty="0" smtClean="0"/>
              <a:t>LSB</a:t>
            </a:r>
            <a:r>
              <a:rPr lang="zh-CN" altLang="en-US" dirty="0" smtClean="0"/>
              <a:t>标准名称。</a:t>
            </a:r>
            <a:endParaRPr lang="zh-CN" altLang="en-US" dirty="0" smtClean="0">
              <a:sym typeface="Wingdings" pitchFamily="2" charset="2"/>
            </a:endParaRPr>
          </a:p>
          <a:p>
            <a:pPr>
              <a:lnSpc>
                <a:spcPct val="150000"/>
              </a:lnSpc>
            </a:pPr>
            <a:r>
              <a:rPr lang="zh-CN" altLang="en-US" dirty="0" smtClean="0"/>
              <a:t>如果需要，可提供固定的名称。 </a:t>
            </a:r>
          </a:p>
        </p:txBody>
      </p:sp>
      <p:sp>
        <p:nvSpPr>
          <p:cNvPr id="424963" name="日期占位符 5"/>
          <p:cNvSpPr>
            <a:spLocks noGrp="1"/>
          </p:cNvSpPr>
          <p:nvPr>
            <p:ph type="dt" idx="12"/>
          </p:nvPr>
        </p:nvSpPr>
        <p:spPr>
          <a:noFill/>
        </p:spPr>
        <p:txBody>
          <a:bodyPr/>
          <a:lstStyle/>
          <a:p>
            <a:endParaRPr lang="en-US" altLang="zh-CN" dirty="0" smtClean="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8" name="Rectangle 2"/>
          <p:cNvSpPr>
            <a:spLocks noGrp="1" noChangeArrowheads="1"/>
          </p:cNvSpPr>
          <p:nvPr>
            <p:ph type="title"/>
          </p:nvPr>
        </p:nvSpPr>
        <p:spPr/>
        <p:txBody>
          <a:bodyPr/>
          <a:lstStyle/>
          <a:p>
            <a:r>
              <a:rPr lang="en-US" altLang="zh-CN" smtClean="0"/>
              <a:t>udev</a:t>
            </a:r>
            <a:r>
              <a:rPr lang="zh-CN" altLang="en-US" smtClean="0"/>
              <a:t>规则文件 </a:t>
            </a:r>
          </a:p>
        </p:txBody>
      </p:sp>
      <p:sp>
        <p:nvSpPr>
          <p:cNvPr id="425989" name="Rectangle 3"/>
          <p:cNvSpPr>
            <a:spLocks noGrp="1" noChangeArrowheads="1"/>
          </p:cNvSpPr>
          <p:nvPr>
            <p:ph idx="1"/>
          </p:nvPr>
        </p:nvSpPr>
        <p:spPr/>
        <p:txBody>
          <a:bodyPr/>
          <a:lstStyle/>
          <a:p>
            <a:pPr>
              <a:lnSpc>
                <a:spcPct val="90000"/>
              </a:lnSpc>
            </a:pPr>
            <a:r>
              <a:rPr lang="zh-CN" altLang="en-US" sz="2400" smtClean="0"/>
              <a:t>匹配关键字包括：</a:t>
            </a:r>
            <a:r>
              <a:rPr lang="en-US" altLang="zh-CN" sz="2400" smtClean="0"/>
              <a:t>ACTION</a:t>
            </a:r>
            <a:r>
              <a:rPr lang="zh-CN" altLang="en-US" sz="2400" smtClean="0"/>
              <a:t>（用于匹配行为）、</a:t>
            </a:r>
            <a:r>
              <a:rPr lang="en-US" altLang="zh-CN" sz="2400" smtClean="0"/>
              <a:t>KERNEL</a:t>
            </a:r>
            <a:r>
              <a:rPr lang="zh-CN" altLang="en-US" sz="2400" smtClean="0"/>
              <a:t>（用于匹配内核设备名）、</a:t>
            </a:r>
            <a:r>
              <a:rPr lang="en-US" altLang="zh-CN" sz="2400" smtClean="0"/>
              <a:t>BUS</a:t>
            </a:r>
            <a:r>
              <a:rPr lang="zh-CN" altLang="en-US" sz="2400" smtClean="0"/>
              <a:t>（用于匹配总线类型）、</a:t>
            </a:r>
            <a:r>
              <a:rPr lang="en-US" altLang="zh-CN" sz="2400" smtClean="0"/>
              <a:t>SYSFS</a:t>
            </a:r>
            <a:r>
              <a:rPr lang="zh-CN" altLang="en-US" sz="2400" smtClean="0"/>
              <a:t>（用于匹配从</a:t>
            </a:r>
            <a:r>
              <a:rPr lang="en-US" altLang="zh-CN" sz="2400" smtClean="0"/>
              <a:t>sysfs</a:t>
            </a:r>
            <a:r>
              <a:rPr lang="zh-CN" altLang="en-US" sz="2400" smtClean="0"/>
              <a:t>得到的信息，比如</a:t>
            </a:r>
            <a:r>
              <a:rPr lang="en-US" altLang="zh-CN" sz="2400" smtClean="0"/>
              <a:t>label</a:t>
            </a:r>
            <a:r>
              <a:rPr lang="zh-CN" altLang="en-US" sz="2400" smtClean="0"/>
              <a:t>、</a:t>
            </a:r>
            <a:r>
              <a:rPr lang="en-US" altLang="zh-CN" sz="2400" smtClean="0"/>
              <a:t>vendor</a:t>
            </a:r>
            <a:r>
              <a:rPr lang="zh-CN" altLang="en-US" sz="2400" smtClean="0"/>
              <a:t>、</a:t>
            </a:r>
            <a:r>
              <a:rPr lang="en-US" altLang="zh-CN" sz="2400" smtClean="0"/>
              <a:t>USB</a:t>
            </a:r>
            <a:r>
              <a:rPr lang="zh-CN" altLang="en-US" sz="2400" smtClean="0"/>
              <a:t>序列号）、</a:t>
            </a:r>
            <a:r>
              <a:rPr lang="en-US" altLang="zh-CN" sz="2400" smtClean="0"/>
              <a:t>SUBSYSTEM</a:t>
            </a:r>
            <a:r>
              <a:rPr lang="zh-CN" altLang="en-US" sz="2400" smtClean="0"/>
              <a:t>（匹配子系统名）等，赋值关键字包括：</a:t>
            </a:r>
            <a:r>
              <a:rPr lang="en-US" altLang="zh-CN" sz="2400" smtClean="0"/>
              <a:t>NAME</a:t>
            </a:r>
            <a:r>
              <a:rPr lang="zh-CN" altLang="en-US" sz="2400" smtClean="0"/>
              <a:t>（创建的设备文件名）、</a:t>
            </a:r>
            <a:r>
              <a:rPr lang="en-US" altLang="zh-CN" sz="2400" smtClean="0"/>
              <a:t>SYMLINK</a:t>
            </a:r>
            <a:r>
              <a:rPr lang="zh-CN" altLang="en-US" sz="2400" smtClean="0"/>
              <a:t>（符号创建链接名）、</a:t>
            </a:r>
            <a:r>
              <a:rPr lang="en-US" altLang="zh-CN" sz="2400" smtClean="0"/>
              <a:t>OWNER</a:t>
            </a:r>
            <a:r>
              <a:rPr lang="zh-CN" altLang="en-US" sz="2400" smtClean="0"/>
              <a:t>（设置设备的所有者）、</a:t>
            </a:r>
            <a:r>
              <a:rPr lang="en-US" altLang="zh-CN" sz="2400" smtClean="0"/>
              <a:t>GROUP</a:t>
            </a:r>
            <a:r>
              <a:rPr lang="zh-CN" altLang="en-US" sz="2400" smtClean="0"/>
              <a:t>（设置设备的组）、</a:t>
            </a:r>
            <a:r>
              <a:rPr lang="en-US" altLang="zh-CN" sz="2400" smtClean="0"/>
              <a:t>IMPORT</a:t>
            </a:r>
            <a:r>
              <a:rPr lang="zh-CN" altLang="en-US" sz="2400" smtClean="0"/>
              <a:t>（调用外部程序）等。例如如下规则：</a:t>
            </a:r>
          </a:p>
          <a:p>
            <a:pPr>
              <a:lnSpc>
                <a:spcPct val="90000"/>
              </a:lnSpc>
            </a:pPr>
            <a:r>
              <a:rPr lang="en-US" altLang="zh-CN" sz="2400" smtClean="0"/>
              <a:t>SUBSYSTEM=="net", ACTION=="add", SYSFS{address}=="00:0d:87:f6:59:f3", IMPORT="/sbin/ rename_netiface %k eth0"</a:t>
            </a:r>
          </a:p>
        </p:txBody>
      </p:sp>
      <p:sp>
        <p:nvSpPr>
          <p:cNvPr id="425987" name="日期占位符 5"/>
          <p:cNvSpPr>
            <a:spLocks noGrp="1"/>
          </p:cNvSpPr>
          <p:nvPr>
            <p:ph type="dt" idx="12"/>
          </p:nvPr>
        </p:nvSpPr>
        <p:spPr>
          <a:noFill/>
        </p:spPr>
        <p:txBody>
          <a:bodyPr/>
          <a:lstStyle/>
          <a:p>
            <a:endParaRPr lang="en-US" altLang="zh-CN" dirty="0" smtClean="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1"/>
          <p:cNvSpPr txBox="1">
            <a:spLocks noChangeArrowheads="1"/>
          </p:cNvSpPr>
          <p:nvPr/>
        </p:nvSpPr>
        <p:spPr bwMode="auto">
          <a:xfrm>
            <a:off x="857224" y="3644900"/>
            <a:ext cx="7358114" cy="1282700"/>
          </a:xfrm>
          <a:prstGeom prst="rect">
            <a:avLst/>
          </a:prstGeom>
          <a:noFill/>
          <a:ln w="9525">
            <a:noFill/>
            <a:round/>
            <a:headEnd/>
            <a:tailEnd/>
          </a:ln>
          <a:effectLst/>
        </p:spPr>
        <p:txBody>
          <a:bodyPr anchor="b"/>
          <a:lstStyle/>
          <a:p>
            <a:pPr algn="ctr">
              <a:buClr>
                <a:srgbClr val="000000"/>
              </a:buClr>
              <a:buSzPct val="100000"/>
              <a:buFont typeface="微软雅黑" pitchFamily="34" charset="-12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zh-CN" sz="4000" b="1" dirty="0">
                <a:solidFill>
                  <a:schemeClr val="tx1"/>
                </a:solidFill>
                <a:effectLst>
                  <a:outerShdw blurRad="38100" dist="38100" dir="2700000" algn="tl">
                    <a:srgbClr val="C0C0C0"/>
                  </a:outerShdw>
                </a:effectLst>
                <a:latin typeface="+mj-ea"/>
              </a:rPr>
              <a:t>ARM</a:t>
            </a:r>
            <a:r>
              <a:rPr lang="zh-CN" altLang="en-US" sz="4000" b="1" dirty="0">
                <a:solidFill>
                  <a:schemeClr val="tx1"/>
                </a:solidFill>
                <a:effectLst>
                  <a:outerShdw blurRad="38100" dist="38100" dir="2700000" algn="tl">
                    <a:srgbClr val="C0C0C0"/>
                  </a:outerShdw>
                </a:effectLst>
                <a:latin typeface="+mj-ea"/>
              </a:rPr>
              <a:t>接口驱动开发</a:t>
            </a:r>
            <a:endParaRPr lang="en-US" sz="4000" dirty="0">
              <a:solidFill>
                <a:srgbClr val="000000"/>
              </a:solidFill>
              <a:effectLst>
                <a:outerShdw blurRad="38100" dist="38100" dir="2700000" algn="tl">
                  <a:srgbClr val="C0C0C0"/>
                </a:outerShdw>
              </a:effectLst>
              <a:latin typeface="微软雅黑" pitchFamily="34" charset="-122"/>
            </a:endParaRPr>
          </a:p>
        </p:txBody>
      </p:sp>
    </p:spTree>
    <p:extLst>
      <p:ext uri="{BB962C8B-B14F-4D97-AF65-F5344CB8AC3E}">
        <p14:creationId xmlns:p14="http://schemas.microsoft.com/office/powerpoint/2010/main" val="169256923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a:solidFill>
                  <a:srgbClr val="464653"/>
                </a:solidFill>
              </a:rPr>
              <a:t> </a:t>
            </a:r>
          </a:p>
        </p:txBody>
      </p:sp>
      <p:sp>
        <p:nvSpPr>
          <p:cNvPr id="161795"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5pPr>
            <a:lvl6pPr marL="25146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6pPr>
            <a:lvl7pPr marL="29718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7pPr>
            <a:lvl8pPr marL="34290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8pPr>
            <a:lvl9pPr marL="38862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9pPr>
          </a:lstStyle>
          <a:p>
            <a:pPr>
              <a:spcBef>
                <a:spcPts val="600"/>
              </a:spcBef>
              <a:buClr>
                <a:srgbClr val="727CA3"/>
              </a:buClr>
              <a:buSzPct val="76000"/>
              <a:buFont typeface="Wingdings 3" pitchFamily="16" charset="2"/>
              <a:buChar char=""/>
              <a:defRPr/>
            </a:pPr>
            <a:r>
              <a:rPr lang="en-US" altLang="zh-CN" sz="2800" i="1" u="sng" dirty="0" smtClean="0">
                <a:effectLst>
                  <a:outerShdw blurRad="38100" dist="38100" dir="2700000" algn="tl">
                    <a:srgbClr val="C0C0C0"/>
                  </a:outerShdw>
                </a:effectLst>
                <a:latin typeface="Times New Roman" pitchFamily="16" charset="0"/>
              </a:rPr>
              <a:t>Exynos4412</a:t>
            </a:r>
            <a:r>
              <a:rPr lang="en-US" sz="2800" i="1" u="sng" dirty="0" smtClean="0">
                <a:effectLst>
                  <a:outerShdw blurRad="38100" dist="38100" dir="2700000" algn="tl">
                    <a:srgbClr val="C0C0C0"/>
                  </a:outerShdw>
                </a:effectLst>
                <a:latin typeface="Times New Roman" pitchFamily="16" charset="0"/>
              </a:rPr>
              <a:t>硬件资源</a:t>
            </a:r>
          </a:p>
          <a:p>
            <a:pPr>
              <a:spcBef>
                <a:spcPts val="600"/>
              </a:spcBef>
              <a:buClr>
                <a:srgbClr val="727CA3"/>
              </a:buClr>
              <a:buSzPct val="76000"/>
              <a:buFont typeface="Wingdings 3" pitchFamily="16" charset="2"/>
              <a:buChar char=""/>
              <a:defRPr/>
            </a:pPr>
            <a:r>
              <a:rPr lang="en-US" sz="2800" dirty="0" err="1" smtClean="0">
                <a:latin typeface="Times New Roman" pitchFamily="16" charset="0"/>
              </a:rPr>
              <a:t>GPIO接口驱动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按键中断接口驱动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PWM接口驱动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ADC接口驱动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smtClean="0">
                <a:latin typeface="Times New Roman" pitchFamily="16" charset="0"/>
              </a:rPr>
              <a:t>I2C接口驱动</a:t>
            </a:r>
          </a:p>
          <a:p>
            <a:pPr>
              <a:spcBef>
                <a:spcPts val="600"/>
              </a:spcBef>
              <a:buClr>
                <a:srgbClr val="727CA3"/>
              </a:buClr>
              <a:buSzPct val="76000"/>
              <a:buFont typeface="Wingdings 3" pitchFamily="16" charset="2"/>
              <a:buChar char=""/>
              <a:defRPr/>
            </a:pPr>
            <a:r>
              <a:rPr lang="en-US" altLang="zh-CN" sz="2800" dirty="0">
                <a:effectLst>
                  <a:outerShdw blurRad="38100" dist="38100" dir="2700000" algn="tl">
                    <a:srgbClr val="C0C0C0"/>
                  </a:outerShdw>
                </a:effectLst>
                <a:latin typeface="Times New Roman" pitchFamily="16" charset="0"/>
              </a:rPr>
              <a:t>SPI</a:t>
            </a:r>
            <a:r>
              <a:rPr lang="zh-CN" altLang="en-US" sz="2800" dirty="0">
                <a:effectLst>
                  <a:outerShdw blurRad="38100" dist="38100" dir="2700000" algn="tl">
                    <a:srgbClr val="C0C0C0"/>
                  </a:outerShdw>
                </a:effectLst>
                <a:latin typeface="Times New Roman" pitchFamily="16" charset="0"/>
              </a:rPr>
              <a:t>接口</a:t>
            </a:r>
            <a:r>
              <a:rPr lang="zh-CN" altLang="en-US" sz="2800" dirty="0" smtClean="0">
                <a:effectLst>
                  <a:outerShdw blurRad="38100" dist="38100" dir="2700000" algn="tl">
                    <a:srgbClr val="C0C0C0"/>
                  </a:outerShdw>
                </a:effectLst>
                <a:latin typeface="Times New Roman" pitchFamily="16" charset="0"/>
              </a:rPr>
              <a:t>驱动</a:t>
            </a:r>
            <a:endParaRPr lang="en-US" sz="2800" dirty="0" smtClean="0">
              <a:latin typeface="Times New Roman" pitchFamily="16" charset="0"/>
            </a:endParaRPr>
          </a:p>
        </p:txBody>
      </p:sp>
    </p:spTree>
    <p:extLst>
      <p:ext uri="{BB962C8B-B14F-4D97-AF65-F5344CB8AC3E}">
        <p14:creationId xmlns:p14="http://schemas.microsoft.com/office/powerpoint/2010/main" val="341875529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rgbClr val="464653"/>
                </a:solidFill>
              </a:rPr>
              <a:t>Exynos4412 </a:t>
            </a:r>
            <a:r>
              <a:rPr lang="en-US" sz="3200" dirty="0" err="1">
                <a:solidFill>
                  <a:srgbClr val="464653"/>
                </a:solidFill>
              </a:rPr>
              <a:t>芯片接口资源</a:t>
            </a:r>
            <a:endParaRPr lang="en-US" sz="3200" dirty="0">
              <a:solidFill>
                <a:srgbClr val="464653"/>
              </a:solidFill>
            </a:endParaRPr>
          </a:p>
        </p:txBody>
      </p:sp>
      <p:pic>
        <p:nvPicPr>
          <p:cNvPr id="64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1412776"/>
            <a:ext cx="5068986" cy="454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750055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rgbClr val="464653"/>
                </a:solidFill>
              </a:rPr>
              <a:t>FS4412</a:t>
            </a:r>
            <a:r>
              <a:rPr lang="en-US" sz="3200" dirty="0" smtClean="0">
                <a:solidFill>
                  <a:srgbClr val="464653"/>
                </a:solidFill>
              </a:rPr>
              <a:t>实验平台主要资源介绍</a:t>
            </a:r>
            <a:r>
              <a:rPr lang="en-US" sz="3200" dirty="0">
                <a:solidFill>
                  <a:srgbClr val="464653"/>
                </a:solidFill>
              </a:rPr>
              <a:t>（</a:t>
            </a:r>
            <a:r>
              <a:rPr lang="en-US" altLang="zh-CN" sz="3200" dirty="0">
                <a:solidFill>
                  <a:srgbClr val="464653"/>
                </a:solidFill>
              </a:rPr>
              <a:t>1</a:t>
            </a:r>
            <a:r>
              <a:rPr lang="en-US" sz="3200" dirty="0">
                <a:solidFill>
                  <a:srgbClr val="464653"/>
                </a:solidFill>
              </a:rPr>
              <a:t>）</a:t>
            </a:r>
          </a:p>
        </p:txBody>
      </p:sp>
      <p:sp>
        <p:nvSpPr>
          <p:cNvPr id="7172"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marL="546100" indent="-2730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eaLnBrk="1" hangingPunct="1">
              <a:lnSpc>
                <a:spcPct val="80000"/>
              </a:lnSpc>
              <a:spcBef>
                <a:spcPts val="600"/>
              </a:spcBef>
              <a:buClr>
                <a:srgbClr val="727CA3"/>
              </a:buClr>
              <a:buSzPct val="76000"/>
              <a:buFont typeface="Wingdings 3" pitchFamily="16" charset="2"/>
              <a:buChar char=""/>
            </a:pPr>
            <a:r>
              <a:rPr lang="en-US" sz="2400" dirty="0" err="1">
                <a:solidFill>
                  <a:srgbClr val="000000"/>
                </a:solidFill>
                <a:latin typeface="Times New Roman" pitchFamily="16" charset="0"/>
              </a:rPr>
              <a:t>中央处理器</a:t>
            </a:r>
            <a:endParaRPr lang="en-US" sz="2400" dirty="0">
              <a:solidFill>
                <a:srgbClr val="000000"/>
              </a:solidFill>
              <a:latin typeface="Times New Roman" pitchFamily="16" charset="0"/>
            </a:endParaRPr>
          </a:p>
          <a:p>
            <a:pPr lvl="1" eaLnBrk="1" hangingPunct="1">
              <a:lnSpc>
                <a:spcPct val="80000"/>
              </a:lnSpc>
              <a:spcBef>
                <a:spcPts val="500"/>
              </a:spcBef>
              <a:buClr>
                <a:srgbClr val="9FB8CD"/>
              </a:buClr>
              <a:buSzPct val="76000"/>
              <a:buFont typeface="Wingdings 3" pitchFamily="16" charset="2"/>
              <a:buChar char=""/>
            </a:pPr>
            <a:r>
              <a:rPr lang="en-US" altLang="zh-CN" sz="2400" dirty="0">
                <a:solidFill>
                  <a:srgbClr val="464653"/>
                </a:solidFill>
                <a:latin typeface="Times New Roman" pitchFamily="16" charset="0"/>
              </a:rPr>
              <a:t>CPU: Samsung </a:t>
            </a:r>
            <a:r>
              <a:rPr lang="en-US" altLang="zh-CN" sz="2400" dirty="0" smtClean="0">
                <a:solidFill>
                  <a:srgbClr val="464653"/>
                </a:solidFill>
                <a:latin typeface="Times New Roman" pitchFamily="16" charset="0"/>
              </a:rPr>
              <a:t>Exynos4412</a:t>
            </a:r>
            <a:r>
              <a:rPr lang="en-US" sz="2400" dirty="0" smtClean="0">
                <a:solidFill>
                  <a:srgbClr val="464653"/>
                </a:solidFill>
                <a:latin typeface="Times New Roman" pitchFamily="16" charset="0"/>
              </a:rPr>
              <a:t>，4</a:t>
            </a:r>
            <a:r>
              <a:rPr lang="zh-CN" altLang="en-US" sz="2400" dirty="0" smtClean="0">
                <a:solidFill>
                  <a:srgbClr val="464653"/>
                </a:solidFill>
                <a:latin typeface="Times New Roman" pitchFamily="16" charset="0"/>
              </a:rPr>
              <a:t>核 </a:t>
            </a:r>
            <a:r>
              <a:rPr lang="en-US" sz="2400" dirty="0" smtClean="0">
                <a:solidFill>
                  <a:srgbClr val="464653"/>
                </a:solidFill>
                <a:latin typeface="Times New Roman" pitchFamily="16" charset="0"/>
              </a:rPr>
              <a:t>主频1</a:t>
            </a:r>
            <a:r>
              <a:rPr lang="en-US" altLang="zh-CN" sz="2400" dirty="0" smtClean="0">
                <a:solidFill>
                  <a:srgbClr val="464653"/>
                </a:solidFill>
                <a:latin typeface="Times New Roman" pitchFamily="16" charset="0"/>
              </a:rPr>
              <a:t>.4GHz</a:t>
            </a:r>
            <a:r>
              <a:rPr lang="en-US" sz="2400" dirty="0">
                <a:solidFill>
                  <a:srgbClr val="464653"/>
                </a:solidFill>
                <a:latin typeface="Times New Roman" pitchFamily="16" charset="0"/>
              </a:rPr>
              <a:t>；</a:t>
            </a:r>
          </a:p>
          <a:p>
            <a:pPr eaLnBrk="1" hangingPunct="1">
              <a:lnSpc>
                <a:spcPct val="80000"/>
              </a:lnSpc>
              <a:spcBef>
                <a:spcPts val="600"/>
              </a:spcBef>
              <a:buClr>
                <a:srgbClr val="727CA3"/>
              </a:buClr>
              <a:buSzPct val="76000"/>
              <a:buFont typeface="Wingdings 3" pitchFamily="16" charset="2"/>
              <a:buChar char=""/>
            </a:pPr>
            <a:r>
              <a:rPr lang="en-US" sz="2400" dirty="0" err="1">
                <a:solidFill>
                  <a:srgbClr val="000000"/>
                </a:solidFill>
                <a:latin typeface="Times New Roman" pitchFamily="16" charset="0"/>
              </a:rPr>
              <a:t>外部存储器</a:t>
            </a:r>
            <a:endParaRPr lang="en-US" sz="2400" dirty="0">
              <a:solidFill>
                <a:srgbClr val="000000"/>
              </a:solidFill>
              <a:latin typeface="Times New Roman" pitchFamily="16" charset="0"/>
            </a:endParaRPr>
          </a:p>
          <a:p>
            <a:pPr lvl="1" eaLnBrk="1" hangingPunct="1">
              <a:lnSpc>
                <a:spcPct val="80000"/>
              </a:lnSpc>
              <a:spcBef>
                <a:spcPts val="500"/>
              </a:spcBef>
              <a:buClr>
                <a:srgbClr val="9FB8CD"/>
              </a:buClr>
              <a:buSzPct val="76000"/>
              <a:buFont typeface="Wingdings 3" pitchFamily="16" charset="2"/>
              <a:buChar char=""/>
            </a:pPr>
            <a:r>
              <a:rPr lang="en-US" sz="2400" dirty="0" smtClean="0">
                <a:solidFill>
                  <a:srgbClr val="464653"/>
                </a:solidFill>
                <a:latin typeface="Times New Roman" pitchFamily="16" charset="0"/>
              </a:rPr>
              <a:t>DDR2 </a:t>
            </a:r>
            <a:r>
              <a:rPr lang="zh-CN" altLang="en-US" sz="2400" dirty="0" smtClean="0">
                <a:solidFill>
                  <a:srgbClr val="464653"/>
                </a:solidFill>
                <a:latin typeface="Times New Roman" pitchFamily="16" charset="0"/>
              </a:rPr>
              <a:t>：</a:t>
            </a:r>
            <a:r>
              <a:rPr lang="en-US" altLang="zh-CN" sz="2400" dirty="0" smtClean="0">
                <a:solidFill>
                  <a:srgbClr val="464653"/>
                </a:solidFill>
                <a:latin typeface="Times New Roman" pitchFamily="16" charset="0"/>
              </a:rPr>
              <a:t>1G</a:t>
            </a:r>
            <a:endParaRPr lang="en-US" sz="2400" dirty="0">
              <a:solidFill>
                <a:srgbClr val="464653"/>
              </a:solidFill>
              <a:latin typeface="Times New Roman" pitchFamily="16" charset="0"/>
            </a:endParaRPr>
          </a:p>
          <a:p>
            <a:pPr lvl="1" eaLnBrk="1" hangingPunct="1">
              <a:lnSpc>
                <a:spcPct val="80000"/>
              </a:lnSpc>
              <a:spcBef>
                <a:spcPts val="500"/>
              </a:spcBef>
              <a:buClr>
                <a:srgbClr val="9FB8CD"/>
              </a:buClr>
              <a:buSzPct val="76000"/>
              <a:buFont typeface="Wingdings 3" pitchFamily="16" charset="2"/>
              <a:buChar char=""/>
            </a:pPr>
            <a:r>
              <a:rPr lang="en-US" altLang="zh-CN" sz="2400" dirty="0" smtClean="0">
                <a:solidFill>
                  <a:srgbClr val="464653"/>
                </a:solidFill>
                <a:latin typeface="Times New Roman" pitchFamily="16" charset="0"/>
              </a:rPr>
              <a:t>eMMC</a:t>
            </a:r>
            <a:r>
              <a:rPr lang="en-US" sz="2400" dirty="0" smtClean="0">
                <a:solidFill>
                  <a:srgbClr val="464653"/>
                </a:solidFill>
                <a:latin typeface="Times New Roman" pitchFamily="16" charset="0"/>
              </a:rPr>
              <a:t>：4</a:t>
            </a:r>
            <a:r>
              <a:rPr lang="en-US" altLang="zh-CN" sz="2400" dirty="0" smtClean="0">
                <a:solidFill>
                  <a:srgbClr val="464653"/>
                </a:solidFill>
                <a:latin typeface="Times New Roman" pitchFamily="16" charset="0"/>
              </a:rPr>
              <a:t>G</a:t>
            </a:r>
            <a:endParaRPr lang="en-US" altLang="zh-CN" sz="2400" dirty="0">
              <a:solidFill>
                <a:srgbClr val="464653"/>
              </a:solidFill>
              <a:latin typeface="Times New Roman" pitchFamily="16" charset="0"/>
            </a:endParaRPr>
          </a:p>
          <a:p>
            <a:pPr eaLnBrk="1" hangingPunct="1">
              <a:lnSpc>
                <a:spcPct val="80000"/>
              </a:lnSpc>
              <a:spcBef>
                <a:spcPts val="600"/>
              </a:spcBef>
              <a:buClr>
                <a:srgbClr val="727CA3"/>
              </a:buClr>
              <a:buSzPct val="76000"/>
              <a:buFont typeface="Wingdings 3" pitchFamily="16" charset="2"/>
              <a:buChar char=""/>
            </a:pPr>
            <a:r>
              <a:rPr lang="zh-CN" altLang="en-US" sz="2400" dirty="0" smtClean="0">
                <a:solidFill>
                  <a:srgbClr val="000000"/>
                </a:solidFill>
                <a:latin typeface="Times New Roman" pitchFamily="16" charset="0"/>
              </a:rPr>
              <a:t>串口</a:t>
            </a:r>
            <a:endParaRPr lang="en-US" altLang="zh-CN" sz="2400" dirty="0">
              <a:solidFill>
                <a:srgbClr val="000000"/>
              </a:solidFill>
              <a:latin typeface="Times New Roman" pitchFamily="16" charset="0"/>
            </a:endParaRPr>
          </a:p>
          <a:p>
            <a:pPr lvl="1" eaLnBrk="1" hangingPunct="1">
              <a:lnSpc>
                <a:spcPct val="80000"/>
              </a:lnSpc>
              <a:spcBef>
                <a:spcPts val="500"/>
              </a:spcBef>
              <a:buClr>
                <a:srgbClr val="9FB8CD"/>
              </a:buClr>
              <a:buSzPct val="76000"/>
              <a:buFont typeface="Wingdings 3" pitchFamily="16" charset="2"/>
              <a:buChar char=""/>
            </a:pPr>
            <a:r>
              <a:rPr lang="en-US" altLang="zh-CN" sz="2400" dirty="0" smtClean="0">
                <a:solidFill>
                  <a:srgbClr val="464653"/>
                </a:solidFill>
                <a:latin typeface="Times New Roman" pitchFamily="16" charset="0"/>
              </a:rPr>
              <a:t>3</a:t>
            </a:r>
            <a:r>
              <a:rPr lang="zh-CN" altLang="en-US" sz="2400" dirty="0" smtClean="0">
                <a:solidFill>
                  <a:srgbClr val="464653"/>
                </a:solidFill>
                <a:latin typeface="Times New Roman" pitchFamily="16" charset="0"/>
              </a:rPr>
              <a:t>个</a:t>
            </a:r>
            <a:endParaRPr lang="en-US" sz="2800" dirty="0" smtClean="0">
              <a:solidFill>
                <a:srgbClr val="000000"/>
              </a:solidFill>
              <a:latin typeface="Times New Roman" pitchFamily="16" charset="0"/>
            </a:endParaRPr>
          </a:p>
          <a:p>
            <a:pPr eaLnBrk="1" hangingPunct="1">
              <a:lnSpc>
                <a:spcPct val="80000"/>
              </a:lnSpc>
              <a:spcBef>
                <a:spcPts val="600"/>
              </a:spcBef>
              <a:buClr>
                <a:srgbClr val="727CA3"/>
              </a:buClr>
              <a:buSzPct val="76000"/>
              <a:buFont typeface="Wingdings 3" pitchFamily="16" charset="2"/>
              <a:buChar char=""/>
            </a:pPr>
            <a:r>
              <a:rPr lang="en-US" sz="2400" dirty="0" err="1" smtClean="0">
                <a:solidFill>
                  <a:srgbClr val="000000"/>
                </a:solidFill>
                <a:latin typeface="Times New Roman" pitchFamily="16" charset="0"/>
              </a:rPr>
              <a:t>网络接口</a:t>
            </a:r>
            <a:endParaRPr lang="en-US" sz="2400" dirty="0" smtClean="0">
              <a:solidFill>
                <a:srgbClr val="000000"/>
              </a:solidFill>
              <a:latin typeface="Times New Roman" pitchFamily="16" charset="0"/>
            </a:endParaRPr>
          </a:p>
          <a:p>
            <a:pPr lvl="1" eaLnBrk="1" hangingPunct="1">
              <a:lnSpc>
                <a:spcPct val="80000"/>
              </a:lnSpc>
              <a:spcBef>
                <a:spcPts val="500"/>
              </a:spcBef>
              <a:buClr>
                <a:srgbClr val="9FB8CD"/>
              </a:buClr>
              <a:buSzPct val="76000"/>
              <a:buFont typeface="Wingdings 3" pitchFamily="16" charset="2"/>
              <a:buChar char=""/>
            </a:pPr>
            <a:r>
              <a:rPr lang="en-US" sz="2400" dirty="0" smtClean="0">
                <a:solidFill>
                  <a:srgbClr val="464653"/>
                </a:solidFill>
                <a:latin typeface="Times New Roman" pitchFamily="16" charset="0"/>
              </a:rPr>
              <a:t>一个</a:t>
            </a:r>
            <a:r>
              <a:rPr lang="en-US" altLang="zh-CN" sz="2400" dirty="0" smtClean="0">
                <a:solidFill>
                  <a:srgbClr val="464653"/>
                </a:solidFill>
                <a:latin typeface="Times New Roman" pitchFamily="16" charset="0"/>
              </a:rPr>
              <a:t>10/100M </a:t>
            </a:r>
            <a:r>
              <a:rPr lang="zh-CN" altLang="en-US" sz="2400" dirty="0" smtClean="0">
                <a:solidFill>
                  <a:srgbClr val="464653"/>
                </a:solidFill>
                <a:latin typeface="Times New Roman" pitchFamily="16" charset="0"/>
              </a:rPr>
              <a:t>自适应</a:t>
            </a:r>
            <a:r>
              <a:rPr lang="en-US" sz="2400" dirty="0" smtClean="0">
                <a:solidFill>
                  <a:srgbClr val="464653"/>
                </a:solidFill>
                <a:latin typeface="Times New Roman" pitchFamily="16" charset="0"/>
              </a:rPr>
              <a:t>网</a:t>
            </a:r>
            <a:r>
              <a:rPr lang="zh-CN" altLang="en-US" sz="2400" dirty="0" smtClean="0">
                <a:solidFill>
                  <a:srgbClr val="464653"/>
                </a:solidFill>
                <a:latin typeface="Times New Roman" pitchFamily="16" charset="0"/>
              </a:rPr>
              <a:t>卡</a:t>
            </a:r>
            <a:r>
              <a:rPr lang="en-US" sz="2400" dirty="0" smtClean="0">
                <a:solidFill>
                  <a:srgbClr val="464653"/>
                </a:solidFill>
                <a:latin typeface="Times New Roman" pitchFamily="16" charset="0"/>
              </a:rPr>
              <a:t>，带</a:t>
            </a:r>
            <a:r>
              <a:rPr lang="zh-CN" altLang="en-US" sz="2400" dirty="0" smtClean="0">
                <a:solidFill>
                  <a:srgbClr val="464653"/>
                </a:solidFill>
                <a:latin typeface="Times New Roman" pitchFamily="16" charset="0"/>
              </a:rPr>
              <a:t>连接</a:t>
            </a:r>
            <a:r>
              <a:rPr lang="en-US" sz="2400" dirty="0" err="1" smtClean="0">
                <a:solidFill>
                  <a:srgbClr val="464653"/>
                </a:solidFill>
                <a:latin typeface="Times New Roman" pitchFamily="16" charset="0"/>
              </a:rPr>
              <a:t>和传输指示灯</a:t>
            </a:r>
            <a:endParaRPr lang="en-US" sz="2400" dirty="0" smtClean="0">
              <a:solidFill>
                <a:srgbClr val="464653"/>
              </a:solidFill>
              <a:latin typeface="Times New Roman" pitchFamily="16" charset="0"/>
            </a:endParaRPr>
          </a:p>
          <a:p>
            <a:pPr lvl="1" eaLnBrk="1" hangingPunct="1">
              <a:lnSpc>
                <a:spcPct val="80000"/>
              </a:lnSpc>
              <a:spcBef>
                <a:spcPts val="500"/>
              </a:spcBef>
              <a:buClrTx/>
              <a:buSzPct val="76000"/>
              <a:buFontTx/>
              <a:buNone/>
            </a:pPr>
            <a:endParaRPr lang="en-US" altLang="zh-CN" sz="2000" dirty="0">
              <a:solidFill>
                <a:srgbClr val="464653"/>
              </a:solidFill>
              <a:latin typeface="Times New Roman" pitchFamily="16" charset="0"/>
            </a:endParaRPr>
          </a:p>
          <a:p>
            <a:pPr eaLnBrk="1" hangingPunct="1">
              <a:lnSpc>
                <a:spcPct val="80000"/>
              </a:lnSpc>
              <a:spcBef>
                <a:spcPts val="600"/>
              </a:spcBef>
              <a:buClr>
                <a:srgbClr val="727CA3"/>
              </a:buClr>
              <a:buSzPct val="76000"/>
              <a:buFont typeface="Wingdings 3" pitchFamily="16" charset="2"/>
              <a:buNone/>
            </a:pPr>
            <a:endParaRPr lang="en-US" altLang="zh-CN" sz="2000" dirty="0">
              <a:solidFill>
                <a:srgbClr val="000000"/>
              </a:solidFill>
              <a:latin typeface="Times New Roman" pitchFamily="16" charset="0"/>
            </a:endParaRPr>
          </a:p>
          <a:p>
            <a:pPr lvl="1" eaLnBrk="1" hangingPunct="1">
              <a:lnSpc>
                <a:spcPct val="80000"/>
              </a:lnSpc>
              <a:spcBef>
                <a:spcPts val="500"/>
              </a:spcBef>
              <a:buClr>
                <a:srgbClr val="9FB8CD"/>
              </a:buClr>
              <a:buSzPct val="76000"/>
              <a:buFont typeface="Wingdings 3" pitchFamily="16" charset="2"/>
              <a:buNone/>
            </a:pPr>
            <a:endParaRPr lang="en-US" altLang="zh-CN" sz="2000" dirty="0">
              <a:solidFill>
                <a:srgbClr val="464653"/>
              </a:solidFill>
              <a:latin typeface="Times New Roman" pitchFamily="16" charset="0"/>
            </a:endParaRPr>
          </a:p>
        </p:txBody>
      </p:sp>
    </p:spTree>
    <p:extLst>
      <p:ext uri="{BB962C8B-B14F-4D97-AF65-F5344CB8AC3E}">
        <p14:creationId xmlns:p14="http://schemas.microsoft.com/office/powerpoint/2010/main" val="343900075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rgbClr val="464653"/>
                </a:solidFill>
              </a:rPr>
              <a:t>FS4412 </a:t>
            </a:r>
            <a:r>
              <a:rPr lang="en-US" sz="3200" dirty="0" smtClean="0">
                <a:solidFill>
                  <a:srgbClr val="464653"/>
                </a:solidFill>
              </a:rPr>
              <a:t>实验平台主要资源介绍</a:t>
            </a:r>
            <a:r>
              <a:rPr lang="en-US" sz="3200" dirty="0">
                <a:solidFill>
                  <a:srgbClr val="464653"/>
                </a:solidFill>
              </a:rPr>
              <a:t>（</a:t>
            </a:r>
            <a:r>
              <a:rPr lang="en-US" altLang="zh-CN" sz="3200" dirty="0">
                <a:solidFill>
                  <a:srgbClr val="464653"/>
                </a:solidFill>
              </a:rPr>
              <a:t>2</a:t>
            </a:r>
            <a:r>
              <a:rPr lang="en-US" sz="3200" dirty="0">
                <a:solidFill>
                  <a:srgbClr val="464653"/>
                </a:solidFill>
              </a:rPr>
              <a:t>）</a:t>
            </a:r>
          </a:p>
        </p:txBody>
      </p:sp>
      <p:sp>
        <p:nvSpPr>
          <p:cNvPr id="8196"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marL="546100" indent="-2730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eaLnBrk="1" hangingPunct="1">
              <a:lnSpc>
                <a:spcPct val="80000"/>
              </a:lnSpc>
              <a:spcBef>
                <a:spcPts val="600"/>
              </a:spcBef>
              <a:buClr>
                <a:srgbClr val="727CA3"/>
              </a:buClr>
              <a:buSzPct val="76000"/>
              <a:buFont typeface="Wingdings 3" pitchFamily="16" charset="2"/>
              <a:buChar char=""/>
            </a:pPr>
            <a:r>
              <a:rPr lang="en-US" altLang="zh-CN" sz="2400" dirty="0">
                <a:solidFill>
                  <a:srgbClr val="000000"/>
                </a:solidFill>
                <a:latin typeface="Times New Roman" pitchFamily="16" charset="0"/>
              </a:rPr>
              <a:t>USB </a:t>
            </a:r>
            <a:r>
              <a:rPr lang="en-US" altLang="zh-CN" sz="2400" dirty="0" err="1">
                <a:solidFill>
                  <a:srgbClr val="000000"/>
                </a:solidFill>
                <a:latin typeface="Times New Roman" pitchFamily="16" charset="0"/>
              </a:rPr>
              <a:t>接口</a:t>
            </a:r>
            <a:endParaRPr lang="en-US" altLang="zh-CN" sz="2400" dirty="0">
              <a:solidFill>
                <a:srgbClr val="000000"/>
              </a:solidFill>
              <a:latin typeface="Times New Roman" pitchFamily="16" charset="0"/>
            </a:endParaRPr>
          </a:p>
          <a:p>
            <a:pPr lvl="1" eaLnBrk="1" hangingPunct="1">
              <a:lnSpc>
                <a:spcPct val="80000"/>
              </a:lnSpc>
              <a:spcBef>
                <a:spcPts val="500"/>
              </a:spcBef>
              <a:buClr>
                <a:srgbClr val="9FB8CD"/>
              </a:buClr>
              <a:buSzPct val="76000"/>
              <a:buFont typeface="Wingdings 3" pitchFamily="16" charset="2"/>
              <a:buChar char=""/>
            </a:pPr>
            <a:r>
              <a:rPr lang="zh-CN" altLang="en-US" sz="2400" dirty="0">
                <a:solidFill>
                  <a:srgbClr val="464653"/>
                </a:solidFill>
                <a:latin typeface="Times New Roman" pitchFamily="16" charset="0"/>
              </a:rPr>
              <a:t>四个</a:t>
            </a:r>
            <a:r>
              <a:rPr lang="en-US" altLang="zh-CN" sz="2400" dirty="0" smtClean="0">
                <a:solidFill>
                  <a:srgbClr val="464653"/>
                </a:solidFill>
                <a:latin typeface="Times New Roman" pitchFamily="16" charset="0"/>
              </a:rPr>
              <a:t>USB </a:t>
            </a:r>
            <a:r>
              <a:rPr lang="en-US" altLang="zh-CN" sz="2400" dirty="0" err="1" smtClean="0">
                <a:solidFill>
                  <a:srgbClr val="464653"/>
                </a:solidFill>
                <a:latin typeface="Times New Roman" pitchFamily="16" charset="0"/>
              </a:rPr>
              <a:t>HOST</a:t>
            </a:r>
            <a:r>
              <a:rPr lang="en-US" altLang="zh-CN" sz="2400" dirty="0" err="1">
                <a:solidFill>
                  <a:srgbClr val="464653"/>
                </a:solidFill>
                <a:latin typeface="Times New Roman" pitchFamily="16" charset="0"/>
              </a:rPr>
              <a:t>接口</a:t>
            </a:r>
            <a:endParaRPr lang="en-US" altLang="zh-CN" sz="2400" dirty="0">
              <a:solidFill>
                <a:srgbClr val="464653"/>
              </a:solidFill>
              <a:latin typeface="Times New Roman" pitchFamily="16" charset="0"/>
            </a:endParaRPr>
          </a:p>
          <a:p>
            <a:pPr lvl="1" eaLnBrk="1" hangingPunct="1">
              <a:lnSpc>
                <a:spcPct val="80000"/>
              </a:lnSpc>
              <a:spcBef>
                <a:spcPts val="500"/>
              </a:spcBef>
              <a:buClr>
                <a:srgbClr val="9FB8CD"/>
              </a:buClr>
              <a:buSzPct val="76000"/>
              <a:buFont typeface="Wingdings 3" pitchFamily="16" charset="2"/>
              <a:buChar char=""/>
            </a:pPr>
            <a:r>
              <a:rPr lang="zh-CN" altLang="en-US" sz="2400" dirty="0">
                <a:solidFill>
                  <a:srgbClr val="464653"/>
                </a:solidFill>
                <a:latin typeface="Times New Roman" pitchFamily="16" charset="0"/>
              </a:rPr>
              <a:t>一</a:t>
            </a:r>
            <a:r>
              <a:rPr lang="en-US" altLang="zh-CN" sz="2400" dirty="0">
                <a:solidFill>
                  <a:srgbClr val="464653"/>
                </a:solidFill>
                <a:latin typeface="Times New Roman" pitchFamily="16" charset="0"/>
              </a:rPr>
              <a:t>个USB2.0 HS OTG</a:t>
            </a:r>
            <a:r>
              <a:rPr lang="zh-CN" altLang="en-US" sz="2400" dirty="0" smtClean="0">
                <a:solidFill>
                  <a:srgbClr val="464653"/>
                </a:solidFill>
                <a:latin typeface="Times New Roman" pitchFamily="16" charset="0"/>
              </a:rPr>
              <a:t>接口</a:t>
            </a:r>
            <a:endParaRPr lang="en-US" sz="2400" dirty="0" smtClean="0">
              <a:solidFill>
                <a:srgbClr val="000000"/>
              </a:solidFill>
              <a:latin typeface="Times New Roman" pitchFamily="16" charset="0"/>
            </a:endParaRPr>
          </a:p>
          <a:p>
            <a:pPr eaLnBrk="1" hangingPunct="1">
              <a:spcBef>
                <a:spcPts val="600"/>
              </a:spcBef>
              <a:buClr>
                <a:srgbClr val="727CA3"/>
              </a:buClr>
              <a:buSzPct val="76000"/>
              <a:buFont typeface="Wingdings 3" pitchFamily="16" charset="2"/>
              <a:buChar char=""/>
            </a:pPr>
            <a:r>
              <a:rPr lang="en-US" sz="2400" dirty="0" err="1" smtClean="0">
                <a:solidFill>
                  <a:srgbClr val="000000"/>
                </a:solidFill>
                <a:latin typeface="Times New Roman" pitchFamily="16" charset="0"/>
              </a:rPr>
              <a:t>音频接口</a:t>
            </a:r>
            <a:endParaRPr lang="en-US" sz="2400" dirty="0">
              <a:solidFill>
                <a:srgbClr val="000000"/>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en-US" sz="2400" dirty="0" smtClean="0">
                <a:solidFill>
                  <a:srgbClr val="464653"/>
                </a:solidFill>
                <a:latin typeface="Times New Roman" pitchFamily="16" charset="0"/>
              </a:rPr>
              <a:t>采用</a:t>
            </a:r>
            <a:r>
              <a:rPr lang="en-US" altLang="zh-CN" sz="2400" dirty="0" smtClean="0">
                <a:solidFill>
                  <a:srgbClr val="464653"/>
                </a:solidFill>
                <a:latin typeface="Times New Roman" pitchFamily="16" charset="0"/>
              </a:rPr>
              <a:t>IIS</a:t>
            </a:r>
            <a:r>
              <a:rPr lang="en-US" sz="2400" dirty="0" smtClean="0">
                <a:solidFill>
                  <a:srgbClr val="464653"/>
                </a:solidFill>
                <a:latin typeface="Times New Roman" pitchFamily="16" charset="0"/>
              </a:rPr>
              <a:t>接口芯片</a:t>
            </a:r>
            <a:r>
              <a:rPr lang="en-US" altLang="zh-CN" sz="2400" dirty="0" smtClean="0">
                <a:solidFill>
                  <a:srgbClr val="464653"/>
                </a:solidFill>
                <a:latin typeface="Times New Roman" pitchFamily="16" charset="0"/>
              </a:rPr>
              <a:t>WM8960</a:t>
            </a:r>
            <a:endParaRPr lang="en-US" altLang="zh-CN" sz="2400" dirty="0">
              <a:solidFill>
                <a:srgbClr val="464653"/>
              </a:solidFill>
              <a:latin typeface="Times New Roman" pitchFamily="16" charset="0"/>
            </a:endParaRPr>
          </a:p>
          <a:p>
            <a:pPr eaLnBrk="1" hangingPunct="1">
              <a:spcBef>
                <a:spcPts val="600"/>
              </a:spcBef>
              <a:buClr>
                <a:srgbClr val="727CA3"/>
              </a:buClr>
              <a:buSzPct val="76000"/>
              <a:buFont typeface="Wingdings 3" pitchFamily="16" charset="2"/>
              <a:buChar char=""/>
            </a:pPr>
            <a:r>
              <a:rPr lang="en-US" sz="2400" dirty="0" err="1">
                <a:solidFill>
                  <a:srgbClr val="000000"/>
                </a:solidFill>
                <a:latin typeface="Times New Roman" pitchFamily="16" charset="0"/>
              </a:rPr>
              <a:t>存储接口</a:t>
            </a:r>
            <a:endParaRPr lang="en-US" sz="2400" dirty="0">
              <a:solidFill>
                <a:srgbClr val="000000"/>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en-US" sz="2400" dirty="0" err="1">
                <a:solidFill>
                  <a:srgbClr val="464653"/>
                </a:solidFill>
                <a:latin typeface="Times New Roman" pitchFamily="16" charset="0"/>
              </a:rPr>
              <a:t>一个</a:t>
            </a:r>
            <a:r>
              <a:rPr lang="en-US" altLang="zh-CN" sz="2400" dirty="0" err="1">
                <a:solidFill>
                  <a:srgbClr val="464653"/>
                </a:solidFill>
                <a:latin typeface="Times New Roman" pitchFamily="16" charset="0"/>
              </a:rPr>
              <a:t>SD</a:t>
            </a:r>
            <a:r>
              <a:rPr lang="en-US" altLang="zh-CN" sz="2400" dirty="0">
                <a:solidFill>
                  <a:srgbClr val="464653"/>
                </a:solidFill>
                <a:latin typeface="Times New Roman" pitchFamily="16" charset="0"/>
              </a:rPr>
              <a:t> </a:t>
            </a:r>
            <a:r>
              <a:rPr lang="en-US" sz="2400" dirty="0" err="1">
                <a:solidFill>
                  <a:srgbClr val="464653"/>
                </a:solidFill>
                <a:latin typeface="Times New Roman" pitchFamily="16" charset="0"/>
              </a:rPr>
              <a:t>卡接口</a:t>
            </a:r>
            <a:endParaRPr lang="en-US" sz="2400" dirty="0">
              <a:solidFill>
                <a:srgbClr val="464653"/>
              </a:solidFill>
              <a:latin typeface="Times New Roman" pitchFamily="16" charset="0"/>
            </a:endParaRPr>
          </a:p>
          <a:p>
            <a:pPr eaLnBrk="1" hangingPunct="1">
              <a:spcBef>
                <a:spcPts val="600"/>
              </a:spcBef>
              <a:buClr>
                <a:srgbClr val="727CA3"/>
              </a:buClr>
              <a:buSzPct val="76000"/>
              <a:buFont typeface="Wingdings 3" pitchFamily="16" charset="2"/>
              <a:buChar char=""/>
            </a:pPr>
            <a:r>
              <a:rPr lang="zh-CN" altLang="en-US" sz="2400" dirty="0" smtClean="0">
                <a:solidFill>
                  <a:srgbClr val="000000"/>
                </a:solidFill>
                <a:latin typeface="Times New Roman" pitchFamily="16" charset="0"/>
              </a:rPr>
              <a:t>视频输出</a:t>
            </a:r>
            <a:endParaRPr lang="en-US" altLang="zh-CN" sz="2400" dirty="0" smtClean="0">
              <a:solidFill>
                <a:srgbClr val="000000"/>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en-US" altLang="zh-CN" sz="2400" dirty="0">
                <a:solidFill>
                  <a:srgbClr val="464653"/>
                </a:solidFill>
                <a:latin typeface="Times New Roman" pitchFamily="16" charset="0"/>
              </a:rPr>
              <a:t>LCD</a:t>
            </a:r>
            <a:r>
              <a:rPr lang="zh-CN" altLang="en-US" sz="2400" dirty="0">
                <a:solidFill>
                  <a:srgbClr val="464653"/>
                </a:solidFill>
                <a:latin typeface="Times New Roman" pitchFamily="16" charset="0"/>
              </a:rPr>
              <a:t>接口</a:t>
            </a:r>
            <a:endParaRPr lang="en-US" altLang="zh-CN" sz="2400" dirty="0">
              <a:solidFill>
                <a:srgbClr val="464653"/>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en-US" altLang="zh-CN" sz="2400" dirty="0" smtClean="0">
                <a:solidFill>
                  <a:srgbClr val="464653"/>
                </a:solidFill>
                <a:latin typeface="Times New Roman" pitchFamily="16" charset="0"/>
              </a:rPr>
              <a:t>HDMI</a:t>
            </a:r>
            <a:r>
              <a:rPr lang="zh-CN" altLang="en-US" sz="2400" dirty="0" smtClean="0">
                <a:solidFill>
                  <a:srgbClr val="464653"/>
                </a:solidFill>
                <a:latin typeface="Times New Roman" pitchFamily="16" charset="0"/>
              </a:rPr>
              <a:t>接口</a:t>
            </a:r>
            <a:endParaRPr lang="en-US" altLang="zh-CN" sz="2400" dirty="0">
              <a:solidFill>
                <a:srgbClr val="464653"/>
              </a:solidFill>
              <a:latin typeface="Times New Roman" pitchFamily="16" charset="0"/>
            </a:endParaRPr>
          </a:p>
        </p:txBody>
      </p:sp>
    </p:spTree>
    <p:extLst>
      <p:ext uri="{BB962C8B-B14F-4D97-AF65-F5344CB8AC3E}">
        <p14:creationId xmlns:p14="http://schemas.microsoft.com/office/powerpoint/2010/main" val="326781109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rgbClr val="464653"/>
                </a:solidFill>
              </a:rPr>
              <a:t>FS4412 </a:t>
            </a:r>
            <a:r>
              <a:rPr lang="en-US" sz="3200" dirty="0" smtClean="0">
                <a:solidFill>
                  <a:srgbClr val="464653"/>
                </a:solidFill>
              </a:rPr>
              <a:t>实验平台主要资源介绍（</a:t>
            </a:r>
            <a:r>
              <a:rPr lang="en-US" altLang="zh-CN" sz="3200" dirty="0" smtClean="0">
                <a:solidFill>
                  <a:srgbClr val="464653"/>
                </a:solidFill>
              </a:rPr>
              <a:t>3</a:t>
            </a:r>
            <a:r>
              <a:rPr lang="en-US" sz="3200" dirty="0" smtClean="0">
                <a:solidFill>
                  <a:srgbClr val="464653"/>
                </a:solidFill>
              </a:rPr>
              <a:t>）</a:t>
            </a:r>
            <a:endParaRPr lang="en-US" sz="3200" dirty="0">
              <a:solidFill>
                <a:srgbClr val="464653"/>
              </a:solidFill>
            </a:endParaRPr>
          </a:p>
        </p:txBody>
      </p:sp>
      <p:sp>
        <p:nvSpPr>
          <p:cNvPr id="8196"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marL="546100" indent="-2730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eaLnBrk="1" hangingPunct="1">
              <a:spcBef>
                <a:spcPts val="600"/>
              </a:spcBef>
              <a:buClr>
                <a:srgbClr val="727CA3"/>
              </a:buClr>
              <a:buSzPct val="76000"/>
              <a:buFont typeface="Wingdings 3" pitchFamily="16" charset="2"/>
              <a:buChar char=""/>
            </a:pPr>
            <a:r>
              <a:rPr lang="zh-CN" altLang="en-US" sz="2400" dirty="0" smtClean="0">
                <a:solidFill>
                  <a:srgbClr val="000000"/>
                </a:solidFill>
                <a:latin typeface="Times New Roman" pitchFamily="16" charset="0"/>
              </a:rPr>
              <a:t>视频输入接口</a:t>
            </a:r>
            <a:endParaRPr lang="en-US" altLang="zh-CN" sz="2400" dirty="0" smtClean="0">
              <a:solidFill>
                <a:srgbClr val="000000"/>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zh-CN" altLang="en-US" sz="2400" dirty="0">
                <a:solidFill>
                  <a:srgbClr val="464653"/>
                </a:solidFill>
                <a:latin typeface="Times New Roman" pitchFamily="16" charset="0"/>
              </a:rPr>
              <a:t>一个</a:t>
            </a:r>
            <a:r>
              <a:rPr lang="en-US" altLang="zh-CN" sz="2400" dirty="0">
                <a:solidFill>
                  <a:srgbClr val="464653"/>
                </a:solidFill>
                <a:latin typeface="Times New Roman" pitchFamily="16" charset="0"/>
              </a:rPr>
              <a:t>camera</a:t>
            </a:r>
            <a:r>
              <a:rPr lang="zh-CN" altLang="en-US" sz="2400" dirty="0">
                <a:solidFill>
                  <a:srgbClr val="464653"/>
                </a:solidFill>
                <a:latin typeface="Times New Roman" pitchFamily="16" charset="0"/>
              </a:rPr>
              <a:t>接口</a:t>
            </a:r>
            <a:endParaRPr lang="en-US" altLang="zh-CN" sz="2400" dirty="0">
              <a:solidFill>
                <a:srgbClr val="464653"/>
              </a:solidFill>
              <a:latin typeface="Times New Roman" pitchFamily="16" charset="0"/>
            </a:endParaRPr>
          </a:p>
          <a:p>
            <a:pPr eaLnBrk="1" hangingPunct="1">
              <a:spcBef>
                <a:spcPts val="600"/>
              </a:spcBef>
              <a:buClr>
                <a:srgbClr val="727CA3"/>
              </a:buClr>
              <a:buSzPct val="76000"/>
              <a:buFont typeface="Wingdings 3" pitchFamily="16" charset="2"/>
              <a:buChar char=""/>
            </a:pPr>
            <a:r>
              <a:rPr lang="zh-CN" altLang="en-US" sz="2400" dirty="0" smtClean="0">
                <a:solidFill>
                  <a:srgbClr val="000000"/>
                </a:solidFill>
                <a:latin typeface="Times New Roman" pitchFamily="16" charset="0"/>
              </a:rPr>
              <a:t>输入接口</a:t>
            </a:r>
            <a:endParaRPr lang="en-US" altLang="zh-CN" sz="2400" dirty="0" smtClean="0">
              <a:solidFill>
                <a:srgbClr val="000000"/>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zh-CN" altLang="en-US" sz="2400" dirty="0">
                <a:solidFill>
                  <a:srgbClr val="464653"/>
                </a:solidFill>
                <a:latin typeface="Times New Roman" pitchFamily="16" charset="0"/>
              </a:rPr>
              <a:t>触摸屏接口</a:t>
            </a:r>
            <a:endParaRPr lang="en-US" altLang="zh-CN" sz="2400" dirty="0">
              <a:solidFill>
                <a:srgbClr val="464653"/>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en-US" altLang="zh-CN" sz="2400" dirty="0" smtClean="0">
                <a:solidFill>
                  <a:srgbClr val="464653"/>
                </a:solidFill>
                <a:latin typeface="Times New Roman" pitchFamily="16" charset="0"/>
              </a:rPr>
              <a:t>4</a:t>
            </a:r>
            <a:r>
              <a:rPr lang="zh-CN" altLang="en-US" sz="2400" dirty="0" smtClean="0">
                <a:solidFill>
                  <a:srgbClr val="464653"/>
                </a:solidFill>
                <a:latin typeface="Times New Roman" pitchFamily="16" charset="0"/>
              </a:rPr>
              <a:t>个</a:t>
            </a:r>
            <a:r>
              <a:rPr lang="zh-CN" altLang="en-US" sz="2400" dirty="0">
                <a:solidFill>
                  <a:srgbClr val="464653"/>
                </a:solidFill>
                <a:latin typeface="Times New Roman" pitchFamily="16" charset="0"/>
              </a:rPr>
              <a:t>物理按键</a:t>
            </a:r>
            <a:endParaRPr lang="en-US" altLang="zh-CN" sz="2400" dirty="0">
              <a:solidFill>
                <a:srgbClr val="464653"/>
              </a:solidFill>
              <a:latin typeface="Times New Roman" pitchFamily="16" charset="0"/>
            </a:endParaRPr>
          </a:p>
          <a:p>
            <a:pPr eaLnBrk="1" hangingPunct="1">
              <a:spcBef>
                <a:spcPts val="600"/>
              </a:spcBef>
              <a:buClr>
                <a:srgbClr val="727CA3"/>
              </a:buClr>
              <a:buSzPct val="76000"/>
              <a:buFont typeface="Wingdings 3" pitchFamily="16" charset="2"/>
              <a:buChar char=""/>
            </a:pPr>
            <a:r>
              <a:rPr lang="en-US" altLang="zh-CN" sz="2400" dirty="0" smtClean="0">
                <a:solidFill>
                  <a:srgbClr val="000000"/>
                </a:solidFill>
                <a:latin typeface="Times New Roman" pitchFamily="16" charset="0"/>
              </a:rPr>
              <a:t>I2C</a:t>
            </a:r>
            <a:r>
              <a:rPr lang="zh-CN" altLang="en-US" sz="2400" dirty="0" smtClean="0">
                <a:solidFill>
                  <a:srgbClr val="000000"/>
                </a:solidFill>
                <a:latin typeface="Times New Roman" pitchFamily="16" charset="0"/>
              </a:rPr>
              <a:t>接口的</a:t>
            </a:r>
            <a:r>
              <a:rPr lang="en-US" altLang="zh-CN" sz="2400" dirty="0" smtClean="0">
                <a:solidFill>
                  <a:srgbClr val="000000"/>
                </a:solidFill>
                <a:latin typeface="Times New Roman" pitchFamily="16" charset="0"/>
              </a:rPr>
              <a:t>MPU6050</a:t>
            </a:r>
            <a:endParaRPr lang="en-US" sz="2400" dirty="0">
              <a:solidFill>
                <a:srgbClr val="000000"/>
              </a:solidFill>
              <a:latin typeface="Times New Roman" pitchFamily="16" charset="0"/>
            </a:endParaRPr>
          </a:p>
          <a:p>
            <a:pPr eaLnBrk="1" hangingPunct="1">
              <a:spcBef>
                <a:spcPts val="600"/>
              </a:spcBef>
              <a:buClr>
                <a:srgbClr val="727CA3"/>
              </a:buClr>
              <a:buSzPct val="76000"/>
              <a:buFont typeface="Wingdings 3" pitchFamily="16" charset="2"/>
              <a:buChar char=""/>
            </a:pPr>
            <a:r>
              <a:rPr lang="en-US" sz="2400" dirty="0" err="1">
                <a:solidFill>
                  <a:srgbClr val="000000"/>
                </a:solidFill>
                <a:latin typeface="Times New Roman" pitchFamily="16" charset="0"/>
              </a:rPr>
              <a:t>其它</a:t>
            </a:r>
            <a:endParaRPr lang="en-US" sz="2400" dirty="0">
              <a:solidFill>
                <a:srgbClr val="000000"/>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en-US" sz="2400" dirty="0" smtClean="0">
                <a:solidFill>
                  <a:srgbClr val="464653"/>
                </a:solidFill>
                <a:latin typeface="Times New Roman" pitchFamily="16" charset="0"/>
              </a:rPr>
              <a:t>4个高亮</a:t>
            </a:r>
            <a:r>
              <a:rPr lang="en-US" altLang="zh-CN" sz="2400" dirty="0">
                <a:solidFill>
                  <a:srgbClr val="464653"/>
                </a:solidFill>
                <a:latin typeface="Times New Roman" pitchFamily="16" charset="0"/>
              </a:rPr>
              <a:t>LED</a:t>
            </a:r>
          </a:p>
          <a:p>
            <a:pPr lvl="1" eaLnBrk="1" hangingPunct="1">
              <a:spcBef>
                <a:spcPts val="500"/>
              </a:spcBef>
              <a:buClr>
                <a:srgbClr val="9FB8CD"/>
              </a:buClr>
              <a:buSzPct val="76000"/>
              <a:buFont typeface="Wingdings 3" pitchFamily="16" charset="2"/>
              <a:buChar char=""/>
            </a:pPr>
            <a:r>
              <a:rPr lang="en-US" sz="2400" dirty="0" err="1">
                <a:solidFill>
                  <a:srgbClr val="464653"/>
                </a:solidFill>
                <a:latin typeface="Times New Roman" pitchFamily="16" charset="0"/>
              </a:rPr>
              <a:t>一个可调电阻接到</a:t>
            </a:r>
            <a:r>
              <a:rPr lang="en-US" altLang="zh-CN" sz="2400" dirty="0" err="1">
                <a:solidFill>
                  <a:srgbClr val="464653"/>
                </a:solidFill>
                <a:latin typeface="Times New Roman" pitchFamily="16" charset="0"/>
              </a:rPr>
              <a:t>ADC</a:t>
            </a:r>
            <a:r>
              <a:rPr lang="en-US" altLang="zh-CN" sz="2400" dirty="0">
                <a:solidFill>
                  <a:srgbClr val="464653"/>
                </a:solidFill>
                <a:latin typeface="Times New Roman" pitchFamily="16" charset="0"/>
              </a:rPr>
              <a:t> </a:t>
            </a:r>
            <a:r>
              <a:rPr lang="en-US" sz="2400" dirty="0" err="1" smtClean="0">
                <a:solidFill>
                  <a:srgbClr val="464653"/>
                </a:solidFill>
                <a:latin typeface="Times New Roman" pitchFamily="16" charset="0"/>
              </a:rPr>
              <a:t>引脚上用来验证模数转换</a:t>
            </a:r>
            <a:endParaRPr lang="en-US" sz="2400" dirty="0" smtClean="0">
              <a:solidFill>
                <a:srgbClr val="464653"/>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zh-CN" altLang="en-US" sz="2400" dirty="0">
                <a:solidFill>
                  <a:srgbClr val="464653"/>
                </a:solidFill>
                <a:latin typeface="Times New Roman" pitchFamily="16" charset="0"/>
              </a:rPr>
              <a:t>一</a:t>
            </a:r>
            <a:r>
              <a:rPr lang="zh-CN" altLang="en-US" sz="2400" dirty="0" smtClean="0">
                <a:solidFill>
                  <a:srgbClr val="464653"/>
                </a:solidFill>
                <a:latin typeface="Times New Roman" pitchFamily="16" charset="0"/>
              </a:rPr>
              <a:t>个蜂鸣器</a:t>
            </a:r>
            <a:endParaRPr lang="en-US" sz="2400" dirty="0">
              <a:solidFill>
                <a:srgbClr val="464653"/>
              </a:solidFill>
              <a:latin typeface="Times New Roman" pitchFamily="16" charset="0"/>
            </a:endParaRPr>
          </a:p>
          <a:p>
            <a:pPr eaLnBrk="1" hangingPunct="1">
              <a:spcBef>
                <a:spcPts val="600"/>
              </a:spcBef>
              <a:buClr>
                <a:srgbClr val="727CA3"/>
              </a:buClr>
              <a:buSzPct val="76000"/>
              <a:buFont typeface="Wingdings 3" pitchFamily="16" charset="2"/>
              <a:buNone/>
            </a:pPr>
            <a:endParaRPr lang="en-US" altLang="zh-CN" sz="2000" dirty="0">
              <a:solidFill>
                <a:srgbClr val="000000"/>
              </a:solidFill>
              <a:latin typeface="Times New Roman" pitchFamily="16" charset="0"/>
            </a:endParaRPr>
          </a:p>
          <a:p>
            <a:pPr eaLnBrk="1" hangingPunct="1">
              <a:spcBef>
                <a:spcPts val="600"/>
              </a:spcBef>
              <a:buClr>
                <a:srgbClr val="727CA3"/>
              </a:buClr>
              <a:buSzPct val="76000"/>
              <a:buFont typeface="Wingdings 3" pitchFamily="16" charset="2"/>
              <a:buNone/>
            </a:pPr>
            <a:endParaRPr lang="en-US" altLang="zh-CN" sz="2000" dirty="0">
              <a:solidFill>
                <a:srgbClr val="000000"/>
              </a:solidFill>
              <a:latin typeface="Times New Roman" pitchFamily="16" charset="0"/>
            </a:endParaRPr>
          </a:p>
          <a:p>
            <a:pPr eaLnBrk="1" hangingPunct="1">
              <a:spcBef>
                <a:spcPts val="600"/>
              </a:spcBef>
              <a:buClrTx/>
              <a:buSzPct val="76000"/>
              <a:buFontTx/>
              <a:buNone/>
            </a:pPr>
            <a:endParaRPr lang="en-US" altLang="zh-CN" sz="2000" dirty="0">
              <a:solidFill>
                <a:srgbClr val="000000"/>
              </a:solidFill>
              <a:latin typeface="Times New Roman" pitchFamily="16" charset="0"/>
            </a:endParaRPr>
          </a:p>
        </p:txBody>
      </p:sp>
    </p:spTree>
    <p:extLst>
      <p:ext uri="{BB962C8B-B14F-4D97-AF65-F5344CB8AC3E}">
        <p14:creationId xmlns:p14="http://schemas.microsoft.com/office/powerpoint/2010/main" val="420887090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a:solidFill>
                  <a:srgbClr val="464653"/>
                </a:solidFill>
              </a:rPr>
              <a:t> </a:t>
            </a:r>
          </a:p>
        </p:txBody>
      </p:sp>
      <p:sp>
        <p:nvSpPr>
          <p:cNvPr id="167939"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5pPr>
            <a:lvl6pPr marL="25146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6pPr>
            <a:lvl7pPr marL="29718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7pPr>
            <a:lvl8pPr marL="34290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8pPr>
            <a:lvl9pPr marL="38862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9pPr>
          </a:lstStyle>
          <a:p>
            <a:pPr>
              <a:spcBef>
                <a:spcPts val="600"/>
              </a:spcBef>
              <a:buClr>
                <a:srgbClr val="727CA3"/>
              </a:buClr>
              <a:buSzPct val="76000"/>
              <a:buFont typeface="Wingdings 3" pitchFamily="16" charset="2"/>
              <a:buChar char=""/>
              <a:defRPr/>
            </a:pPr>
            <a:r>
              <a:rPr lang="en-US" altLang="zh-CN" sz="2800" dirty="0" smtClean="0">
                <a:solidFill>
                  <a:srgbClr val="464653"/>
                </a:solidFill>
              </a:rPr>
              <a:t>FS4412 </a:t>
            </a:r>
            <a:r>
              <a:rPr lang="en-US" sz="2800" dirty="0" err="1" smtClean="0">
                <a:latin typeface="Times New Roman" pitchFamily="16" charset="0"/>
              </a:rPr>
              <a:t>硬件资源</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i="1" u="sng" dirty="0" err="1" smtClean="0">
                <a:effectLst>
                  <a:outerShdw blurRad="38100" dist="38100" dir="2700000" algn="tl">
                    <a:srgbClr val="C0C0C0"/>
                  </a:outerShdw>
                </a:effectLst>
                <a:latin typeface="Times New Roman" pitchFamily="16" charset="0"/>
              </a:rPr>
              <a:t>GPIO接口驱动</a:t>
            </a:r>
            <a:endParaRPr lang="en-US" sz="2800" i="1" u="sng" dirty="0" smtClean="0">
              <a:effectLst>
                <a:outerShdw blurRad="38100" dist="38100" dir="2700000" algn="tl">
                  <a:srgbClr val="C0C0C0"/>
                </a:outerShdw>
              </a:effectLst>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按键中断接口驱动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PWM接口驱动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ADC接口驱动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smtClean="0">
                <a:latin typeface="Times New Roman" pitchFamily="16" charset="0"/>
              </a:rPr>
              <a:t>I2C接口驱动</a:t>
            </a:r>
          </a:p>
          <a:p>
            <a:pPr>
              <a:spcBef>
                <a:spcPts val="600"/>
              </a:spcBef>
              <a:buClr>
                <a:srgbClr val="727CA3"/>
              </a:buClr>
              <a:buSzPct val="76000"/>
              <a:buFont typeface="Wingdings 3" pitchFamily="16" charset="2"/>
              <a:buChar char=""/>
              <a:defRPr/>
            </a:pPr>
            <a:r>
              <a:rPr lang="en-US" altLang="zh-CN" sz="2800" dirty="0">
                <a:effectLst>
                  <a:outerShdw blurRad="38100" dist="38100" dir="2700000" algn="tl">
                    <a:srgbClr val="C0C0C0"/>
                  </a:outerShdw>
                </a:effectLst>
                <a:latin typeface="Times New Roman" pitchFamily="16" charset="0"/>
              </a:rPr>
              <a:t>SPI</a:t>
            </a:r>
            <a:r>
              <a:rPr lang="zh-CN" altLang="en-US" sz="2800" dirty="0">
                <a:effectLst>
                  <a:outerShdw blurRad="38100" dist="38100" dir="2700000" algn="tl">
                    <a:srgbClr val="C0C0C0"/>
                  </a:outerShdw>
                </a:effectLst>
                <a:latin typeface="Times New Roman" pitchFamily="16" charset="0"/>
              </a:rPr>
              <a:t>接口</a:t>
            </a:r>
            <a:r>
              <a:rPr lang="zh-CN" altLang="en-US" sz="2800" dirty="0" smtClean="0">
                <a:effectLst>
                  <a:outerShdw blurRad="38100" dist="38100" dir="2700000" algn="tl">
                    <a:srgbClr val="C0C0C0"/>
                  </a:outerShdw>
                </a:effectLst>
                <a:latin typeface="Times New Roman" pitchFamily="16" charset="0"/>
              </a:rPr>
              <a:t>驱动</a:t>
            </a:r>
            <a:endParaRPr lang="en-US" sz="2800" dirty="0" smtClean="0">
              <a:latin typeface="Times New Roman" pitchFamily="16" charset="0"/>
            </a:endParaRPr>
          </a:p>
        </p:txBody>
      </p:sp>
    </p:spTree>
    <p:extLst>
      <p:ext uri="{BB962C8B-B14F-4D97-AF65-F5344CB8AC3E}">
        <p14:creationId xmlns:p14="http://schemas.microsoft.com/office/powerpoint/2010/main" val="53040959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rgbClr val="464653"/>
                </a:solidFill>
              </a:rPr>
              <a:t>FS4412 </a:t>
            </a:r>
            <a:r>
              <a:rPr lang="en-US" altLang="zh-CN" sz="3200" dirty="0" err="1" smtClean="0">
                <a:solidFill>
                  <a:srgbClr val="464653"/>
                </a:solidFill>
              </a:rPr>
              <a:t>GPIO</a:t>
            </a:r>
            <a:r>
              <a:rPr lang="en-US" sz="3200" dirty="0" err="1">
                <a:solidFill>
                  <a:srgbClr val="464653"/>
                </a:solidFill>
              </a:rPr>
              <a:t>接口简介</a:t>
            </a:r>
            <a:endParaRPr lang="en-US" sz="3200" dirty="0">
              <a:solidFill>
                <a:srgbClr val="464653"/>
              </a:solidFill>
            </a:endParaRPr>
          </a:p>
        </p:txBody>
      </p:sp>
      <p:sp>
        <p:nvSpPr>
          <p:cNvPr id="12292"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marL="546100" indent="-2730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eaLnBrk="1" hangingPunct="1">
              <a:spcBef>
                <a:spcPts val="600"/>
              </a:spcBef>
              <a:buClr>
                <a:srgbClr val="727CA3"/>
              </a:buClr>
              <a:buSzPct val="76000"/>
              <a:buFont typeface="Wingdings 3" pitchFamily="16" charset="2"/>
              <a:buChar char=""/>
            </a:pPr>
            <a:r>
              <a:rPr lang="en-US" altLang="zh-CN" sz="2400" dirty="0" smtClean="0">
                <a:solidFill>
                  <a:srgbClr val="464653"/>
                </a:solidFill>
              </a:rPr>
              <a:t>FS4412 </a:t>
            </a:r>
            <a:r>
              <a:rPr lang="zh-CN" altLang="en-US" sz="2400" dirty="0" smtClean="0">
                <a:solidFill>
                  <a:srgbClr val="464653"/>
                </a:solidFill>
              </a:rPr>
              <a:t>有</a:t>
            </a:r>
            <a:r>
              <a:rPr lang="en-US" altLang="zh-CN" sz="2400" dirty="0" smtClean="0">
                <a:solidFill>
                  <a:srgbClr val="464653"/>
                </a:solidFill>
              </a:rPr>
              <a:t>304</a:t>
            </a:r>
            <a:r>
              <a:rPr lang="zh-CN" altLang="en-US" sz="2400" dirty="0" smtClean="0">
                <a:solidFill>
                  <a:srgbClr val="464653"/>
                </a:solidFill>
              </a:rPr>
              <a:t>个多功能输入</a:t>
            </a:r>
            <a:r>
              <a:rPr lang="en-US" altLang="zh-CN" sz="2400" dirty="0" smtClean="0">
                <a:solidFill>
                  <a:srgbClr val="464653"/>
                </a:solidFill>
              </a:rPr>
              <a:t>/</a:t>
            </a:r>
            <a:r>
              <a:rPr lang="zh-CN" altLang="en-US" sz="2400" dirty="0" smtClean="0">
                <a:solidFill>
                  <a:srgbClr val="464653"/>
                </a:solidFill>
              </a:rPr>
              <a:t>输出管脚</a:t>
            </a:r>
            <a:endParaRPr lang="en-US" altLang="zh-CN" sz="2400" dirty="0" smtClean="0">
              <a:solidFill>
                <a:srgbClr val="464653"/>
              </a:solidFill>
            </a:endParaRPr>
          </a:p>
          <a:p>
            <a:pPr lvl="1" eaLnBrk="1" hangingPunct="1">
              <a:spcBef>
                <a:spcPts val="600"/>
              </a:spcBef>
              <a:buClr>
                <a:srgbClr val="727CA3"/>
              </a:buClr>
              <a:buSzPct val="76000"/>
              <a:buFont typeface="Wingdings 3" pitchFamily="16" charset="2"/>
              <a:buChar char=""/>
            </a:pPr>
            <a:r>
              <a:rPr lang="en-US" sz="2000" dirty="0" err="1" smtClean="0">
                <a:solidFill>
                  <a:srgbClr val="464653"/>
                </a:solidFill>
                <a:latin typeface="Times New Roman" pitchFamily="16" charset="0"/>
              </a:rPr>
              <a:t>大部分管脚都是复用的</a:t>
            </a:r>
            <a:endParaRPr lang="en-US" sz="2000" dirty="0">
              <a:solidFill>
                <a:srgbClr val="464653"/>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en-US" sz="2000" dirty="0" err="1">
                <a:solidFill>
                  <a:srgbClr val="464653"/>
                </a:solidFill>
                <a:latin typeface="Times New Roman" pitchFamily="16" charset="0"/>
              </a:rPr>
              <a:t>可通过相应的寄存器配置为</a:t>
            </a:r>
            <a:r>
              <a:rPr lang="en-US" altLang="zh-CN" sz="2000" dirty="0" err="1">
                <a:solidFill>
                  <a:srgbClr val="464653"/>
                </a:solidFill>
                <a:latin typeface="Times New Roman" pitchFamily="16" charset="0"/>
              </a:rPr>
              <a:t>I</a:t>
            </a:r>
            <a:r>
              <a:rPr lang="en-US" altLang="zh-CN" sz="2000" dirty="0">
                <a:solidFill>
                  <a:srgbClr val="464653"/>
                </a:solidFill>
                <a:latin typeface="Times New Roman" pitchFamily="16" charset="0"/>
              </a:rPr>
              <a:t>/</a:t>
            </a:r>
            <a:r>
              <a:rPr lang="en-US" altLang="zh-CN" sz="2000" dirty="0" err="1">
                <a:solidFill>
                  <a:srgbClr val="464653"/>
                </a:solidFill>
                <a:latin typeface="Times New Roman" pitchFamily="16" charset="0"/>
              </a:rPr>
              <a:t>O</a:t>
            </a:r>
            <a:r>
              <a:rPr lang="en-US" sz="2000" dirty="0" err="1">
                <a:solidFill>
                  <a:srgbClr val="464653"/>
                </a:solidFill>
                <a:latin typeface="Times New Roman" pitchFamily="16" charset="0"/>
              </a:rPr>
              <a:t>模式</a:t>
            </a:r>
            <a:endParaRPr lang="en-US" sz="2000" dirty="0">
              <a:solidFill>
                <a:srgbClr val="464653"/>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en-US" altLang="zh-CN" sz="2000" dirty="0" smtClean="0">
                <a:solidFill>
                  <a:srgbClr val="464653"/>
                </a:solidFill>
                <a:latin typeface="Times New Roman" pitchFamily="16" charset="0"/>
              </a:rPr>
              <a:t>GPA0</a:t>
            </a:r>
            <a:r>
              <a:rPr lang="en-US" sz="2000" dirty="0" smtClean="0">
                <a:solidFill>
                  <a:srgbClr val="464653"/>
                </a:solidFill>
                <a:latin typeface="Times New Roman" pitchFamily="16" charset="0"/>
              </a:rPr>
              <a:t>对应的控制寄存器为：</a:t>
            </a:r>
          </a:p>
          <a:p>
            <a:pPr lvl="2" eaLnBrk="1" hangingPunct="1">
              <a:spcBef>
                <a:spcPts val="500"/>
              </a:spcBef>
              <a:buClr>
                <a:srgbClr val="9FB8CD"/>
              </a:buClr>
              <a:buSzPct val="76000"/>
              <a:buFont typeface="Wingdings 3" pitchFamily="16" charset="2"/>
              <a:buChar char=""/>
            </a:pPr>
            <a:r>
              <a:rPr lang="en-US" altLang="zh-CN" sz="2000" dirty="0" smtClean="0">
                <a:solidFill>
                  <a:srgbClr val="464653"/>
                </a:solidFill>
                <a:latin typeface="Times New Roman" pitchFamily="16" charset="0"/>
              </a:rPr>
              <a:t>GPA0CON</a:t>
            </a:r>
            <a:r>
              <a:rPr lang="en-US" sz="2000" dirty="0" smtClean="0">
                <a:solidFill>
                  <a:srgbClr val="464653"/>
                </a:solidFill>
                <a:latin typeface="Times New Roman" pitchFamily="16" charset="0"/>
              </a:rPr>
              <a:t>、</a:t>
            </a:r>
            <a:r>
              <a:rPr lang="en-US" altLang="zh-CN" sz="2000" dirty="0" smtClean="0">
                <a:solidFill>
                  <a:srgbClr val="464653"/>
                </a:solidFill>
                <a:latin typeface="Times New Roman" pitchFamily="16" charset="0"/>
              </a:rPr>
              <a:t>GPA0DAT</a:t>
            </a:r>
            <a:r>
              <a:rPr lang="zh-CN" altLang="en-US" sz="2000" dirty="0" smtClean="0">
                <a:solidFill>
                  <a:srgbClr val="464653"/>
                </a:solidFill>
                <a:latin typeface="Times New Roman" pitchFamily="16" charset="0"/>
              </a:rPr>
              <a:t>、</a:t>
            </a:r>
            <a:r>
              <a:rPr lang="en-US" altLang="zh-CN" sz="2000" dirty="0" smtClean="0">
                <a:solidFill>
                  <a:srgbClr val="464653"/>
                </a:solidFill>
                <a:latin typeface="Times New Roman" pitchFamily="16" charset="0"/>
              </a:rPr>
              <a:t>GPA0PULL</a:t>
            </a:r>
            <a:r>
              <a:rPr lang="zh-CN" altLang="en-US" sz="2000" dirty="0" smtClean="0">
                <a:solidFill>
                  <a:srgbClr val="464653"/>
                </a:solidFill>
                <a:latin typeface="Times New Roman" pitchFamily="16" charset="0"/>
              </a:rPr>
              <a:t>、</a:t>
            </a:r>
            <a:r>
              <a:rPr lang="en-US" altLang="zh-CN" sz="2000" dirty="0" smtClean="0">
                <a:solidFill>
                  <a:srgbClr val="464653"/>
                </a:solidFill>
                <a:latin typeface="Times New Roman" pitchFamily="16" charset="0"/>
              </a:rPr>
              <a:t>GPA0DRV</a:t>
            </a:r>
            <a:r>
              <a:rPr lang="zh-CN" altLang="en-US" sz="2000" dirty="0" smtClean="0">
                <a:solidFill>
                  <a:srgbClr val="464653"/>
                </a:solidFill>
                <a:latin typeface="Times New Roman" pitchFamily="16" charset="0"/>
              </a:rPr>
              <a:t>、</a:t>
            </a:r>
            <a:endParaRPr lang="en-US" altLang="zh-CN" sz="2000" dirty="0">
              <a:solidFill>
                <a:srgbClr val="464653"/>
              </a:solidFill>
              <a:latin typeface="Times New Roman" pitchFamily="16" charset="0"/>
            </a:endParaRPr>
          </a:p>
          <a:p>
            <a:pPr lvl="2" eaLnBrk="1" hangingPunct="1">
              <a:spcBef>
                <a:spcPts val="500"/>
              </a:spcBef>
              <a:buClr>
                <a:srgbClr val="9FB8CD"/>
              </a:buClr>
              <a:buSzPct val="76000"/>
              <a:buFont typeface="Wingdings 3" pitchFamily="16" charset="2"/>
              <a:buChar char=""/>
            </a:pPr>
            <a:r>
              <a:rPr lang="en-US" altLang="zh-CN" sz="2000" dirty="0" smtClean="0">
                <a:solidFill>
                  <a:srgbClr val="464653"/>
                </a:solidFill>
                <a:latin typeface="Times New Roman" pitchFamily="16" charset="0"/>
              </a:rPr>
              <a:t>GPA0PDNCON</a:t>
            </a:r>
            <a:r>
              <a:rPr lang="zh-CN" altLang="en-US" sz="2000" dirty="0" smtClean="0">
                <a:solidFill>
                  <a:srgbClr val="464653"/>
                </a:solidFill>
                <a:latin typeface="Times New Roman" pitchFamily="16" charset="0"/>
              </a:rPr>
              <a:t>、</a:t>
            </a:r>
            <a:r>
              <a:rPr lang="en-US" altLang="zh-CN" sz="2000" dirty="0" smtClean="0">
                <a:solidFill>
                  <a:srgbClr val="464653"/>
                </a:solidFill>
                <a:latin typeface="Times New Roman" pitchFamily="16" charset="0"/>
              </a:rPr>
              <a:t>GPA0PDNPULL</a:t>
            </a:r>
            <a:endParaRPr lang="en-US" altLang="zh-CN" sz="2000" dirty="0">
              <a:solidFill>
                <a:srgbClr val="464653"/>
              </a:solidFill>
              <a:latin typeface="Times New Roman" pitchFamily="16" charset="0"/>
            </a:endParaRPr>
          </a:p>
          <a:p>
            <a:pPr lvl="1" eaLnBrk="1" hangingPunct="1">
              <a:spcBef>
                <a:spcPts val="500"/>
              </a:spcBef>
              <a:buClr>
                <a:srgbClr val="9FB8CD"/>
              </a:buClr>
              <a:buSzPct val="76000"/>
              <a:buFont typeface="Wingdings 3" pitchFamily="16" charset="2"/>
              <a:buChar char=""/>
            </a:pPr>
            <a:r>
              <a:rPr lang="en-US" altLang="zh-CN" sz="2000" dirty="0" err="1" smtClean="0">
                <a:solidFill>
                  <a:srgbClr val="464653"/>
                </a:solidFill>
                <a:latin typeface="Times New Roman" pitchFamily="16" charset="0"/>
              </a:rPr>
              <a:t>GPB</a:t>
            </a:r>
            <a:r>
              <a:rPr lang="en-US" sz="2000" dirty="0" err="1" smtClean="0">
                <a:solidFill>
                  <a:srgbClr val="464653"/>
                </a:solidFill>
                <a:latin typeface="Times New Roman" pitchFamily="16" charset="0"/>
              </a:rPr>
              <a:t>对应的控制寄存器为</a:t>
            </a:r>
            <a:r>
              <a:rPr lang="en-US" sz="2000" dirty="0" smtClean="0">
                <a:solidFill>
                  <a:srgbClr val="464653"/>
                </a:solidFill>
                <a:latin typeface="Times New Roman" pitchFamily="16" charset="0"/>
              </a:rPr>
              <a:t>：</a:t>
            </a:r>
          </a:p>
          <a:p>
            <a:pPr lvl="2" eaLnBrk="1" hangingPunct="1">
              <a:spcBef>
                <a:spcPts val="500"/>
              </a:spcBef>
              <a:buClr>
                <a:srgbClr val="9FB8CD"/>
              </a:buClr>
              <a:buSzPct val="76000"/>
              <a:buFont typeface="Wingdings 3" pitchFamily="16" charset="2"/>
              <a:buChar char=""/>
            </a:pPr>
            <a:r>
              <a:rPr lang="en-US" altLang="zh-CN" sz="2000" dirty="0" smtClean="0">
                <a:solidFill>
                  <a:srgbClr val="464653"/>
                </a:solidFill>
                <a:latin typeface="Times New Roman" pitchFamily="16" charset="0"/>
              </a:rPr>
              <a:t>GPBCON</a:t>
            </a:r>
            <a:r>
              <a:rPr lang="en-US" sz="2000" dirty="0" smtClean="0">
                <a:solidFill>
                  <a:srgbClr val="464653"/>
                </a:solidFill>
                <a:latin typeface="Times New Roman" pitchFamily="16" charset="0"/>
              </a:rPr>
              <a:t>、</a:t>
            </a:r>
            <a:r>
              <a:rPr lang="en-US" altLang="zh-CN" sz="2000" dirty="0" smtClean="0">
                <a:solidFill>
                  <a:srgbClr val="464653"/>
                </a:solidFill>
                <a:latin typeface="Times New Roman" pitchFamily="16" charset="0"/>
              </a:rPr>
              <a:t>GPBDAT</a:t>
            </a:r>
            <a:r>
              <a:rPr lang="en-US" sz="2000" dirty="0" smtClean="0">
                <a:solidFill>
                  <a:srgbClr val="464653"/>
                </a:solidFill>
                <a:latin typeface="Times New Roman" pitchFamily="16" charset="0"/>
              </a:rPr>
              <a:t>、</a:t>
            </a:r>
            <a:r>
              <a:rPr lang="en-US" altLang="zh-CN" sz="2000" dirty="0" smtClean="0">
                <a:solidFill>
                  <a:srgbClr val="464653"/>
                </a:solidFill>
                <a:latin typeface="Times New Roman" pitchFamily="16" charset="0"/>
              </a:rPr>
              <a:t>GPBPUL</a:t>
            </a:r>
            <a:r>
              <a:rPr lang="zh-CN" altLang="en-US" sz="2000" dirty="0" smtClean="0">
                <a:solidFill>
                  <a:srgbClr val="464653"/>
                </a:solidFill>
                <a:latin typeface="Times New Roman" pitchFamily="16" charset="0"/>
              </a:rPr>
              <a:t>、</a:t>
            </a:r>
            <a:r>
              <a:rPr lang="en-US" altLang="zh-CN" sz="2000" dirty="0" smtClean="0">
                <a:solidFill>
                  <a:srgbClr val="464653"/>
                </a:solidFill>
                <a:latin typeface="Times New Roman" pitchFamily="16" charset="0"/>
              </a:rPr>
              <a:t>LGPBDRV</a:t>
            </a:r>
            <a:r>
              <a:rPr lang="zh-CN" altLang="en-US" sz="2000" dirty="0" smtClean="0">
                <a:solidFill>
                  <a:srgbClr val="464653"/>
                </a:solidFill>
                <a:latin typeface="Times New Roman" pitchFamily="16" charset="0"/>
              </a:rPr>
              <a:t>、</a:t>
            </a:r>
            <a:endParaRPr lang="en-US" altLang="zh-CN" sz="2000" dirty="0" smtClean="0">
              <a:solidFill>
                <a:srgbClr val="464653"/>
              </a:solidFill>
              <a:latin typeface="Times New Roman" pitchFamily="16" charset="0"/>
            </a:endParaRPr>
          </a:p>
          <a:p>
            <a:pPr lvl="2" eaLnBrk="1" hangingPunct="1">
              <a:spcBef>
                <a:spcPts val="500"/>
              </a:spcBef>
              <a:buClr>
                <a:srgbClr val="9FB8CD"/>
              </a:buClr>
              <a:buSzPct val="76000"/>
              <a:buFont typeface="Wingdings 3" pitchFamily="16" charset="2"/>
              <a:buChar char=""/>
            </a:pPr>
            <a:r>
              <a:rPr lang="en-US" altLang="zh-CN" sz="2000" dirty="0" smtClean="0">
                <a:solidFill>
                  <a:srgbClr val="464653"/>
                </a:solidFill>
                <a:latin typeface="Times New Roman" pitchFamily="16" charset="0"/>
              </a:rPr>
              <a:t>GPBPDNCON</a:t>
            </a:r>
            <a:r>
              <a:rPr lang="zh-CN" altLang="en-US" sz="2000" dirty="0">
                <a:solidFill>
                  <a:srgbClr val="464653"/>
                </a:solidFill>
                <a:latin typeface="Times New Roman" pitchFamily="16" charset="0"/>
              </a:rPr>
              <a:t>、</a:t>
            </a:r>
            <a:r>
              <a:rPr lang="en-US" altLang="zh-CN" sz="2000" dirty="0" smtClean="0">
                <a:solidFill>
                  <a:srgbClr val="464653"/>
                </a:solidFill>
                <a:latin typeface="Times New Roman" pitchFamily="16" charset="0"/>
              </a:rPr>
              <a:t>GPBPDNPULL</a:t>
            </a:r>
            <a:endParaRPr lang="en-US" altLang="zh-CN" sz="2000" dirty="0">
              <a:solidFill>
                <a:srgbClr val="464653"/>
              </a:solidFill>
              <a:latin typeface="Times New Roman" pitchFamily="16" charset="0"/>
            </a:endParaRPr>
          </a:p>
          <a:p>
            <a:pPr eaLnBrk="1" hangingPunct="1">
              <a:spcBef>
                <a:spcPts val="600"/>
              </a:spcBef>
              <a:buClr>
                <a:srgbClr val="727CA3"/>
              </a:buClr>
              <a:buSzPct val="76000"/>
              <a:buFont typeface="Wingdings 3" pitchFamily="16" charset="2"/>
              <a:buChar char=""/>
            </a:pPr>
            <a:r>
              <a:rPr lang="en-US" sz="2400" dirty="0" err="1">
                <a:solidFill>
                  <a:srgbClr val="000000"/>
                </a:solidFill>
                <a:latin typeface="Times New Roman" pitchFamily="16" charset="0"/>
              </a:rPr>
              <a:t>大部分</a:t>
            </a:r>
            <a:r>
              <a:rPr lang="en-US" altLang="zh-CN" sz="2400" dirty="0" err="1">
                <a:solidFill>
                  <a:srgbClr val="000000"/>
                </a:solidFill>
                <a:latin typeface="Times New Roman" pitchFamily="16" charset="0"/>
              </a:rPr>
              <a:t>I</a:t>
            </a:r>
            <a:r>
              <a:rPr lang="en-US" altLang="zh-CN" sz="2400" dirty="0">
                <a:solidFill>
                  <a:srgbClr val="000000"/>
                </a:solidFill>
                <a:latin typeface="Times New Roman" pitchFamily="16" charset="0"/>
              </a:rPr>
              <a:t>/</a:t>
            </a:r>
            <a:r>
              <a:rPr lang="en-US" altLang="zh-CN" sz="2400" dirty="0" err="1">
                <a:solidFill>
                  <a:srgbClr val="000000"/>
                </a:solidFill>
                <a:latin typeface="Times New Roman" pitchFamily="16" charset="0"/>
              </a:rPr>
              <a:t>O</a:t>
            </a:r>
            <a:r>
              <a:rPr lang="en-US" sz="2400" dirty="0" err="1">
                <a:solidFill>
                  <a:srgbClr val="000000"/>
                </a:solidFill>
                <a:latin typeface="Times New Roman" pitchFamily="16" charset="0"/>
              </a:rPr>
              <a:t>可以为被配置为输入、输出模式，且可以选择是否内部上拉</a:t>
            </a:r>
            <a:endParaRPr lang="en-US" sz="2400" dirty="0">
              <a:solidFill>
                <a:srgbClr val="000000"/>
              </a:solidFill>
              <a:latin typeface="Times New Roman" pitchFamily="16" charset="0"/>
            </a:endParaRPr>
          </a:p>
          <a:p>
            <a:pPr eaLnBrk="1" hangingPunct="1">
              <a:spcBef>
                <a:spcPts val="600"/>
              </a:spcBef>
              <a:buClr>
                <a:srgbClr val="727CA3"/>
              </a:buClr>
              <a:buSzPct val="76000"/>
              <a:buFont typeface="Wingdings 3" pitchFamily="16" charset="2"/>
              <a:buNone/>
            </a:pPr>
            <a:endParaRPr lang="en-US" altLang="zh-CN" sz="2000" dirty="0">
              <a:solidFill>
                <a:srgbClr val="000000"/>
              </a:solidFill>
              <a:latin typeface="Times New Roman" pitchFamily="16" charset="0"/>
            </a:endParaRPr>
          </a:p>
          <a:p>
            <a:pPr eaLnBrk="1" hangingPunct="1">
              <a:spcBef>
                <a:spcPts val="600"/>
              </a:spcBef>
              <a:buClrTx/>
              <a:buSzPct val="76000"/>
              <a:buFontTx/>
              <a:buNone/>
            </a:pPr>
            <a:endParaRPr lang="en-US" altLang="zh-CN" sz="2000" dirty="0">
              <a:solidFill>
                <a:srgbClr val="000000"/>
              </a:solidFill>
              <a:latin typeface="Times New Roman" pitchFamily="16" charset="0"/>
            </a:endParaRPr>
          </a:p>
        </p:txBody>
      </p:sp>
    </p:spTree>
    <p:extLst>
      <p:ext uri="{BB962C8B-B14F-4D97-AF65-F5344CB8AC3E}">
        <p14:creationId xmlns:p14="http://schemas.microsoft.com/office/powerpoint/2010/main" val="261026722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rgbClr val="464653"/>
                </a:solidFill>
              </a:rPr>
              <a:t>FS4412 LED</a:t>
            </a:r>
            <a:r>
              <a:rPr lang="zh-CN" altLang="en-US" sz="3200" dirty="0" smtClean="0">
                <a:solidFill>
                  <a:srgbClr val="464653"/>
                </a:solidFill>
              </a:rPr>
              <a:t>灯</a:t>
            </a:r>
            <a:endParaRPr lang="en-US" sz="3200" dirty="0">
              <a:solidFill>
                <a:srgbClr val="464653"/>
              </a:solidFill>
            </a:endParaRPr>
          </a:p>
        </p:txBody>
      </p:sp>
      <p:pic>
        <p:nvPicPr>
          <p:cNvPr id="64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512" y="1268760"/>
            <a:ext cx="5514975" cy="477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190093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a:solidFill>
                  <a:srgbClr val="464653"/>
                </a:solidFill>
              </a:rPr>
              <a:t> </a:t>
            </a:r>
          </a:p>
        </p:txBody>
      </p:sp>
      <p:sp>
        <p:nvSpPr>
          <p:cNvPr id="174083"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5pPr>
            <a:lvl6pPr marL="25146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6pPr>
            <a:lvl7pPr marL="29718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7pPr>
            <a:lvl8pPr marL="34290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8pPr>
            <a:lvl9pPr marL="38862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9pPr>
          </a:lstStyle>
          <a:p>
            <a:pPr>
              <a:spcBef>
                <a:spcPts val="600"/>
              </a:spcBef>
              <a:buClr>
                <a:srgbClr val="727CA3"/>
              </a:buClr>
              <a:buSzPct val="76000"/>
              <a:buFont typeface="Wingdings 3" pitchFamily="16" charset="2"/>
              <a:buChar char=""/>
              <a:defRPr/>
            </a:pPr>
            <a:r>
              <a:rPr lang="en-US" altLang="zh-CN" sz="2800" dirty="0" smtClean="0">
                <a:solidFill>
                  <a:srgbClr val="464653"/>
                </a:solidFill>
              </a:rPr>
              <a:t>FS4412</a:t>
            </a:r>
            <a:r>
              <a:rPr lang="en-US" sz="2800" dirty="0" smtClean="0">
                <a:latin typeface="Times New Roman" pitchFamily="16" charset="0"/>
              </a:rPr>
              <a:t>硬件资源</a:t>
            </a:r>
          </a:p>
          <a:p>
            <a:pPr>
              <a:spcBef>
                <a:spcPts val="600"/>
              </a:spcBef>
              <a:buClr>
                <a:srgbClr val="727CA3"/>
              </a:buClr>
              <a:buSzPct val="76000"/>
              <a:buFont typeface="Wingdings 3" pitchFamily="16" charset="2"/>
              <a:buChar char=""/>
              <a:defRPr/>
            </a:pPr>
            <a:r>
              <a:rPr lang="en-US" sz="2800" dirty="0" err="1" smtClean="0">
                <a:latin typeface="Times New Roman" pitchFamily="16" charset="0"/>
              </a:rPr>
              <a:t>GPIO接口驱动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altLang="zh-CN" sz="2800" b="1" i="1" dirty="0" err="1">
                <a:latin typeface="Times New Roman" pitchFamily="16" charset="0"/>
              </a:rPr>
              <a:t>PWM接口驱动</a:t>
            </a:r>
            <a:endParaRPr lang="en-US" altLang="zh-CN" sz="2800" b="1" i="1" dirty="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按键中断接口驱动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ADC接口驱动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smtClean="0">
                <a:latin typeface="Times New Roman" pitchFamily="16" charset="0"/>
              </a:rPr>
              <a:t>I2C接口驱动</a:t>
            </a:r>
          </a:p>
          <a:p>
            <a:pPr>
              <a:spcBef>
                <a:spcPts val="600"/>
              </a:spcBef>
              <a:buClr>
                <a:srgbClr val="727CA3"/>
              </a:buClr>
              <a:buSzPct val="76000"/>
              <a:buFont typeface="Wingdings 3" pitchFamily="16" charset="2"/>
              <a:buChar char=""/>
              <a:defRPr/>
            </a:pPr>
            <a:r>
              <a:rPr lang="en-US" altLang="zh-CN" sz="2800" dirty="0">
                <a:effectLst>
                  <a:outerShdw blurRad="38100" dist="38100" dir="2700000" algn="tl">
                    <a:srgbClr val="C0C0C0"/>
                  </a:outerShdw>
                </a:effectLst>
                <a:latin typeface="Times New Roman" pitchFamily="16" charset="0"/>
              </a:rPr>
              <a:t>SPI</a:t>
            </a:r>
            <a:r>
              <a:rPr lang="zh-CN" altLang="en-US" sz="2800" dirty="0">
                <a:effectLst>
                  <a:outerShdw blurRad="38100" dist="38100" dir="2700000" algn="tl">
                    <a:srgbClr val="C0C0C0"/>
                  </a:outerShdw>
                </a:effectLst>
                <a:latin typeface="Times New Roman" pitchFamily="16" charset="0"/>
              </a:rPr>
              <a:t>接口</a:t>
            </a:r>
            <a:r>
              <a:rPr lang="zh-CN" altLang="en-US" sz="2800" dirty="0" smtClean="0">
                <a:effectLst>
                  <a:outerShdw blurRad="38100" dist="38100" dir="2700000" algn="tl">
                    <a:srgbClr val="C0C0C0"/>
                  </a:outerShdw>
                </a:effectLst>
                <a:latin typeface="Times New Roman" pitchFamily="16" charset="0"/>
              </a:rPr>
              <a:t>驱动</a:t>
            </a:r>
            <a:endParaRPr lang="en-US" sz="2800" dirty="0" smtClean="0">
              <a:latin typeface="Times New Roman" pitchFamily="16" charset="0"/>
            </a:endParaRPr>
          </a:p>
        </p:txBody>
      </p:sp>
    </p:spTree>
    <p:extLst>
      <p:ext uri="{BB962C8B-B14F-4D97-AF65-F5344CB8AC3E}">
        <p14:creationId xmlns:p14="http://schemas.microsoft.com/office/powerpoint/2010/main" val="157576765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a:solidFill>
                  <a:srgbClr val="464653"/>
                </a:solidFill>
              </a:rPr>
              <a:t>PWM Timer</a:t>
            </a:r>
          </a:p>
        </p:txBody>
      </p:sp>
      <p:sp>
        <p:nvSpPr>
          <p:cNvPr id="23556"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eaLnBrk="1" hangingPunct="1">
              <a:lnSpc>
                <a:spcPct val="150000"/>
              </a:lnSpc>
              <a:spcBef>
                <a:spcPts val="600"/>
              </a:spcBef>
              <a:buClr>
                <a:srgbClr val="727CA3"/>
              </a:buClr>
              <a:buSzPct val="76000"/>
              <a:buFont typeface="Wingdings 3" pitchFamily="16" charset="2"/>
              <a:buChar char=""/>
            </a:pPr>
            <a:r>
              <a:rPr lang="en-US" altLang="zh-CN" sz="2800" dirty="0" smtClean="0">
                <a:solidFill>
                  <a:srgbClr val="464653"/>
                </a:solidFill>
              </a:rPr>
              <a:t>Exynos4412 </a:t>
            </a:r>
            <a:r>
              <a:rPr lang="en-US" sz="2800" dirty="0" smtClean="0">
                <a:solidFill>
                  <a:srgbClr val="000000"/>
                </a:solidFill>
                <a:latin typeface="Times New Roman" pitchFamily="16" charset="0"/>
              </a:rPr>
              <a:t>提供了</a:t>
            </a:r>
            <a:r>
              <a:rPr lang="en-US" altLang="zh-CN" sz="2800" dirty="0">
                <a:solidFill>
                  <a:srgbClr val="000000"/>
                </a:solidFill>
                <a:latin typeface="Times New Roman" pitchFamily="16" charset="0"/>
              </a:rPr>
              <a:t>5</a:t>
            </a:r>
            <a:r>
              <a:rPr lang="en-US" sz="2800" dirty="0" smtClean="0">
                <a:solidFill>
                  <a:srgbClr val="000000"/>
                </a:solidFill>
                <a:latin typeface="Times New Roman" pitchFamily="16" charset="0"/>
              </a:rPr>
              <a:t>个</a:t>
            </a:r>
            <a:r>
              <a:rPr lang="en-US" altLang="zh-CN" sz="2800" dirty="0" smtClean="0">
                <a:solidFill>
                  <a:srgbClr val="000000"/>
                </a:solidFill>
                <a:latin typeface="Times New Roman" pitchFamily="16" charset="0"/>
              </a:rPr>
              <a:t>32</a:t>
            </a:r>
            <a:r>
              <a:rPr lang="en-US" sz="2800" dirty="0" smtClean="0">
                <a:solidFill>
                  <a:srgbClr val="000000"/>
                </a:solidFill>
                <a:latin typeface="Times New Roman" pitchFamily="16" charset="0"/>
              </a:rPr>
              <a:t>位的</a:t>
            </a:r>
            <a:r>
              <a:rPr lang="en-US" altLang="zh-CN" sz="2800" dirty="0">
                <a:solidFill>
                  <a:srgbClr val="000000"/>
                </a:solidFill>
                <a:latin typeface="Times New Roman" pitchFamily="16" charset="0"/>
              </a:rPr>
              <a:t>Timer</a:t>
            </a:r>
            <a:r>
              <a:rPr lang="en-US" sz="2800" dirty="0">
                <a:solidFill>
                  <a:srgbClr val="000000"/>
                </a:solidFill>
                <a:latin typeface="Times New Roman" pitchFamily="16" charset="0"/>
              </a:rPr>
              <a:t>（</a:t>
            </a:r>
            <a:r>
              <a:rPr lang="en-US" altLang="zh-CN" sz="2800" dirty="0">
                <a:solidFill>
                  <a:srgbClr val="000000"/>
                </a:solidFill>
                <a:latin typeface="Times New Roman" pitchFamily="16" charset="0"/>
              </a:rPr>
              <a:t>Timer0~Timer4</a:t>
            </a:r>
            <a:r>
              <a:rPr lang="en-US" sz="2800" dirty="0">
                <a:solidFill>
                  <a:srgbClr val="000000"/>
                </a:solidFill>
                <a:latin typeface="Times New Roman" pitchFamily="16" charset="0"/>
              </a:rPr>
              <a:t>），其中</a:t>
            </a:r>
            <a:r>
              <a:rPr lang="en-US" altLang="zh-CN" sz="2800" dirty="0" smtClean="0">
                <a:solidFill>
                  <a:srgbClr val="000000"/>
                </a:solidFill>
                <a:latin typeface="Times New Roman" pitchFamily="16" charset="0"/>
              </a:rPr>
              <a:t>Timer0~Timer3</a:t>
            </a:r>
            <a:r>
              <a:rPr lang="en-US" sz="2800" dirty="0" smtClean="0">
                <a:solidFill>
                  <a:srgbClr val="000000"/>
                </a:solidFill>
                <a:latin typeface="Times New Roman" pitchFamily="16" charset="0"/>
              </a:rPr>
              <a:t>支持</a:t>
            </a:r>
            <a:r>
              <a:rPr lang="en-US" altLang="zh-CN" sz="2800" dirty="0">
                <a:solidFill>
                  <a:srgbClr val="000000"/>
                </a:solidFill>
                <a:latin typeface="Times New Roman" pitchFamily="16" charset="0"/>
              </a:rPr>
              <a:t>Pulse Width Modulation</a:t>
            </a:r>
            <a:r>
              <a:rPr lang="en-US" altLang="zh-CN" sz="2800" dirty="0">
                <a:solidFill>
                  <a:srgbClr val="000000"/>
                </a:solidFill>
              </a:rPr>
              <a:t>——</a:t>
            </a:r>
            <a:r>
              <a:rPr lang="en-US" altLang="zh-CN" sz="2800" dirty="0">
                <a:solidFill>
                  <a:srgbClr val="000000"/>
                </a:solidFill>
                <a:latin typeface="Times New Roman" pitchFamily="16" charset="0"/>
              </a:rPr>
              <a:t> </a:t>
            </a:r>
            <a:r>
              <a:rPr lang="en-US" altLang="zh-CN" sz="2800" dirty="0" err="1">
                <a:solidFill>
                  <a:srgbClr val="000000"/>
                </a:solidFill>
                <a:latin typeface="Times New Roman" pitchFamily="16" charset="0"/>
              </a:rPr>
              <a:t>PWM</a:t>
            </a:r>
            <a:r>
              <a:rPr lang="en-US" sz="2800" dirty="0" err="1">
                <a:solidFill>
                  <a:srgbClr val="000000"/>
                </a:solidFill>
                <a:latin typeface="Times New Roman" pitchFamily="16" charset="0"/>
              </a:rPr>
              <a:t>（脉宽调制</a:t>
            </a:r>
            <a:r>
              <a:rPr lang="en-US" sz="2800" dirty="0">
                <a:solidFill>
                  <a:srgbClr val="000000"/>
                </a:solidFill>
                <a:latin typeface="Times New Roman" pitchFamily="16" charset="0"/>
              </a:rPr>
              <a:t> </a:t>
            </a:r>
            <a:r>
              <a:rPr lang="en-US" sz="2800" dirty="0" smtClean="0">
                <a:solidFill>
                  <a:srgbClr val="000000"/>
                </a:solidFill>
                <a:latin typeface="Times New Roman" pitchFamily="16" charset="0"/>
              </a:rPr>
              <a:t>）。</a:t>
            </a:r>
            <a:r>
              <a:rPr lang="en-US" altLang="zh-CN" sz="2800" dirty="0" smtClean="0">
                <a:solidFill>
                  <a:srgbClr val="000000"/>
                </a:solidFill>
                <a:latin typeface="Times New Roman" pitchFamily="16" charset="0"/>
              </a:rPr>
              <a:t>Timer4</a:t>
            </a:r>
            <a:r>
              <a:rPr lang="en-US" sz="2800" dirty="0" smtClean="0">
                <a:solidFill>
                  <a:srgbClr val="000000"/>
                </a:solidFill>
                <a:latin typeface="Times New Roman" pitchFamily="16" charset="0"/>
              </a:rPr>
              <a:t>是内部定时器</a:t>
            </a:r>
            <a:r>
              <a:rPr lang="en-US" sz="2800" dirty="0">
                <a:solidFill>
                  <a:srgbClr val="000000"/>
                </a:solidFill>
                <a:latin typeface="Times New Roman" pitchFamily="16" charset="0"/>
              </a:rPr>
              <a:t>（</a:t>
            </a:r>
            <a:r>
              <a:rPr lang="en-US" altLang="zh-CN" sz="2800" dirty="0">
                <a:solidFill>
                  <a:srgbClr val="000000"/>
                </a:solidFill>
                <a:latin typeface="Times New Roman" pitchFamily="16" charset="0"/>
              </a:rPr>
              <a:t>internal timer</a:t>
            </a:r>
            <a:r>
              <a:rPr lang="en-US" sz="2800" dirty="0" smtClean="0">
                <a:solidFill>
                  <a:srgbClr val="000000"/>
                </a:solidFill>
                <a:latin typeface="Times New Roman" pitchFamily="16" charset="0"/>
              </a:rPr>
              <a:t>），</a:t>
            </a:r>
            <a:r>
              <a:rPr lang="en-US" sz="2800" dirty="0" err="1" smtClean="0">
                <a:solidFill>
                  <a:srgbClr val="000000"/>
                </a:solidFill>
                <a:latin typeface="Times New Roman" pitchFamily="16" charset="0"/>
              </a:rPr>
              <a:t>没有输出引脚</a:t>
            </a:r>
            <a:r>
              <a:rPr lang="en-US" sz="2800" dirty="0" err="1">
                <a:solidFill>
                  <a:srgbClr val="000000"/>
                </a:solidFill>
                <a:latin typeface="Times New Roman" pitchFamily="16" charset="0"/>
              </a:rPr>
              <a:t>（</a:t>
            </a:r>
            <a:r>
              <a:rPr lang="en-US" altLang="zh-CN" sz="2800" dirty="0" err="1">
                <a:solidFill>
                  <a:srgbClr val="000000"/>
                </a:solidFill>
                <a:latin typeface="Times New Roman" pitchFamily="16" charset="0"/>
              </a:rPr>
              <a:t>output</a:t>
            </a:r>
            <a:r>
              <a:rPr lang="en-US" altLang="zh-CN" sz="2800" dirty="0">
                <a:solidFill>
                  <a:srgbClr val="000000"/>
                </a:solidFill>
                <a:latin typeface="Times New Roman" pitchFamily="16" charset="0"/>
              </a:rPr>
              <a:t> pins</a:t>
            </a:r>
            <a:r>
              <a:rPr lang="en-US" sz="2800" dirty="0">
                <a:solidFill>
                  <a:srgbClr val="000000"/>
                </a:solidFill>
                <a:latin typeface="Times New Roman" pitchFamily="16" charset="0"/>
              </a:rPr>
              <a:t>）</a:t>
            </a:r>
          </a:p>
        </p:txBody>
      </p:sp>
    </p:spTree>
    <p:extLst>
      <p:ext uri="{BB962C8B-B14F-4D97-AF65-F5344CB8AC3E}">
        <p14:creationId xmlns:p14="http://schemas.microsoft.com/office/powerpoint/2010/main" val="405510990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a:solidFill>
                  <a:srgbClr val="464653"/>
                </a:solidFill>
              </a:rPr>
              <a:t>PWM</a:t>
            </a:r>
            <a:r>
              <a:rPr lang="en-US" sz="3200">
                <a:solidFill>
                  <a:srgbClr val="464653"/>
                </a:solidFill>
              </a:rPr>
              <a:t>原理图</a:t>
            </a:r>
          </a:p>
        </p:txBody>
      </p:sp>
      <p:pic>
        <p:nvPicPr>
          <p:cNvPr id="673793" name="Picture 1" descr="C:\Documents and Settings\Administrator\Application Data\Tencent\Users\461263722\QQ\WinTemp\RichOle\2P]_4Z[{P7PP5P7L{R4{DGA.jpg"/>
          <p:cNvPicPr>
            <a:picLocks noChangeAspect="1" noChangeArrowheads="1"/>
          </p:cNvPicPr>
          <p:nvPr/>
        </p:nvPicPr>
        <p:blipFill>
          <a:blip r:embed="rId3" cstate="print"/>
          <a:stretch>
            <a:fillRect/>
          </a:stretch>
        </p:blipFill>
        <p:spPr bwMode="auto">
          <a:xfrm>
            <a:off x="1357290" y="1285860"/>
            <a:ext cx="6167038" cy="4999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124120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a:solidFill>
                  <a:srgbClr val="464653"/>
                </a:solidFill>
              </a:rPr>
              <a:t>相关寄存器</a:t>
            </a:r>
          </a:p>
        </p:txBody>
      </p:sp>
      <p:sp>
        <p:nvSpPr>
          <p:cNvPr id="25604"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eaLnBrk="1" hangingPunct="1">
              <a:lnSpc>
                <a:spcPct val="150000"/>
              </a:lnSpc>
              <a:spcBef>
                <a:spcPts val="600"/>
              </a:spcBef>
              <a:buClr>
                <a:srgbClr val="727CA3"/>
              </a:buClr>
              <a:buSzPct val="76000"/>
              <a:buFont typeface="Wingdings 3" pitchFamily="16" charset="2"/>
              <a:buChar char=""/>
            </a:pPr>
            <a:r>
              <a:rPr lang="en-US" sz="2800" dirty="0">
                <a:solidFill>
                  <a:srgbClr val="000000"/>
                </a:solidFill>
                <a:latin typeface="Times New Roman" pitchFamily="16" charset="0"/>
              </a:rPr>
              <a:t>配置寄存器：</a:t>
            </a:r>
            <a:r>
              <a:rPr lang="en-US" altLang="zh-CN" sz="2800" dirty="0">
                <a:solidFill>
                  <a:srgbClr val="000000"/>
                </a:solidFill>
                <a:latin typeface="Times New Roman" pitchFamily="16" charset="0"/>
              </a:rPr>
              <a:t>TCFG0</a:t>
            </a:r>
            <a:r>
              <a:rPr lang="en-US" sz="2800" dirty="0">
                <a:solidFill>
                  <a:srgbClr val="000000"/>
                </a:solidFill>
                <a:latin typeface="Times New Roman" pitchFamily="16" charset="0"/>
              </a:rPr>
              <a:t>，</a:t>
            </a:r>
            <a:r>
              <a:rPr lang="en-US" altLang="zh-CN" sz="2800" dirty="0">
                <a:solidFill>
                  <a:srgbClr val="000000"/>
                </a:solidFill>
                <a:latin typeface="Times New Roman" pitchFamily="16" charset="0"/>
              </a:rPr>
              <a:t>TCFG1</a:t>
            </a:r>
          </a:p>
          <a:p>
            <a:pPr eaLnBrk="1" hangingPunct="1">
              <a:lnSpc>
                <a:spcPct val="150000"/>
              </a:lnSpc>
              <a:spcBef>
                <a:spcPts val="600"/>
              </a:spcBef>
              <a:buClr>
                <a:srgbClr val="727CA3"/>
              </a:buClr>
              <a:buSzPct val="76000"/>
              <a:buFont typeface="Wingdings 3" pitchFamily="16" charset="2"/>
              <a:buChar char=""/>
            </a:pPr>
            <a:r>
              <a:rPr lang="en-US" sz="2800" dirty="0" err="1">
                <a:solidFill>
                  <a:srgbClr val="000000"/>
                </a:solidFill>
                <a:latin typeface="Times New Roman" pitchFamily="16" charset="0"/>
              </a:rPr>
              <a:t>控制寄存器：</a:t>
            </a:r>
            <a:r>
              <a:rPr lang="en-US" altLang="zh-CN" sz="2800" dirty="0" err="1">
                <a:solidFill>
                  <a:srgbClr val="000000"/>
                </a:solidFill>
                <a:latin typeface="Times New Roman" pitchFamily="16" charset="0"/>
              </a:rPr>
              <a:t>TCON</a:t>
            </a:r>
            <a:endParaRPr lang="en-US" altLang="zh-CN" sz="2800" dirty="0">
              <a:solidFill>
                <a:srgbClr val="000000"/>
              </a:solidFill>
              <a:latin typeface="Times New Roman" pitchFamily="16" charset="0"/>
            </a:endParaRPr>
          </a:p>
          <a:p>
            <a:pPr eaLnBrk="1" hangingPunct="1">
              <a:lnSpc>
                <a:spcPct val="150000"/>
              </a:lnSpc>
              <a:spcBef>
                <a:spcPts val="600"/>
              </a:spcBef>
              <a:buClr>
                <a:srgbClr val="727CA3"/>
              </a:buClr>
              <a:buSzPct val="76000"/>
              <a:buFont typeface="Wingdings 3" pitchFamily="16" charset="2"/>
              <a:buChar char=""/>
            </a:pPr>
            <a:r>
              <a:rPr lang="en-US" sz="2800" dirty="0">
                <a:solidFill>
                  <a:srgbClr val="000000"/>
                </a:solidFill>
                <a:latin typeface="Times New Roman" pitchFamily="16" charset="0"/>
              </a:rPr>
              <a:t>计数寄存器：</a:t>
            </a:r>
            <a:r>
              <a:rPr lang="en-US" altLang="zh-CN" sz="2800" dirty="0">
                <a:solidFill>
                  <a:srgbClr val="000000"/>
                </a:solidFill>
                <a:latin typeface="Times New Roman" pitchFamily="16" charset="0"/>
              </a:rPr>
              <a:t>TCNTB0~4</a:t>
            </a:r>
          </a:p>
          <a:p>
            <a:pPr eaLnBrk="1" hangingPunct="1">
              <a:lnSpc>
                <a:spcPct val="150000"/>
              </a:lnSpc>
              <a:spcBef>
                <a:spcPts val="600"/>
              </a:spcBef>
              <a:buClr>
                <a:srgbClr val="727CA3"/>
              </a:buClr>
              <a:buSzPct val="76000"/>
              <a:buFont typeface="Wingdings 3" pitchFamily="16" charset="2"/>
              <a:buChar char=""/>
            </a:pPr>
            <a:r>
              <a:rPr lang="en-US" sz="2800" dirty="0">
                <a:solidFill>
                  <a:srgbClr val="000000"/>
                </a:solidFill>
                <a:latin typeface="Times New Roman" pitchFamily="16" charset="0"/>
              </a:rPr>
              <a:t>比较寄存器：</a:t>
            </a:r>
            <a:r>
              <a:rPr lang="en-US" altLang="zh-CN" sz="2800" dirty="0" smtClean="0">
                <a:solidFill>
                  <a:srgbClr val="000000"/>
                </a:solidFill>
                <a:latin typeface="Times New Roman" pitchFamily="16" charset="0"/>
              </a:rPr>
              <a:t>TCMPB0~3</a:t>
            </a:r>
            <a:endParaRPr lang="en-US" altLang="zh-CN" sz="2800" dirty="0">
              <a:solidFill>
                <a:srgbClr val="000000"/>
              </a:solidFill>
              <a:latin typeface="Times New Roman" pitchFamily="16" charset="0"/>
            </a:endParaRPr>
          </a:p>
        </p:txBody>
      </p:sp>
    </p:spTree>
    <p:extLst>
      <p:ext uri="{BB962C8B-B14F-4D97-AF65-F5344CB8AC3E}">
        <p14:creationId xmlns:p14="http://schemas.microsoft.com/office/powerpoint/2010/main" val="162224483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a:solidFill>
                  <a:srgbClr val="464653"/>
                </a:solidFill>
              </a:rPr>
              <a:t> </a:t>
            </a:r>
          </a:p>
        </p:txBody>
      </p:sp>
      <p:sp>
        <p:nvSpPr>
          <p:cNvPr id="169987"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5pPr>
            <a:lvl6pPr marL="25146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6pPr>
            <a:lvl7pPr marL="29718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7pPr>
            <a:lvl8pPr marL="34290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8pPr>
            <a:lvl9pPr marL="38862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9pPr>
          </a:lstStyle>
          <a:p>
            <a:pPr>
              <a:spcBef>
                <a:spcPts val="600"/>
              </a:spcBef>
              <a:buClr>
                <a:srgbClr val="727CA3"/>
              </a:buClr>
              <a:buSzPct val="76000"/>
              <a:buFont typeface="Wingdings 3" pitchFamily="16" charset="2"/>
              <a:buChar char=""/>
              <a:defRPr/>
            </a:pPr>
            <a:r>
              <a:rPr lang="en-US" altLang="zh-CN" sz="2800" dirty="0" smtClean="0">
                <a:solidFill>
                  <a:srgbClr val="464653"/>
                </a:solidFill>
              </a:rPr>
              <a:t>FS4412 </a:t>
            </a:r>
            <a:r>
              <a:rPr lang="en-US" sz="2800" dirty="0" err="1" smtClean="0">
                <a:latin typeface="Times New Roman" pitchFamily="16" charset="0"/>
              </a:rPr>
              <a:t>硬件资源</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GPIO接口驱动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PWM接口驱动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altLang="zh-CN" sz="2800" i="1" u="sng" dirty="0" err="1" smtClean="0">
                <a:effectLst>
                  <a:outerShdw blurRad="38100" dist="38100" dir="2700000" algn="tl">
                    <a:srgbClr val="C0C0C0"/>
                  </a:outerShdw>
                </a:effectLst>
                <a:latin typeface="Times New Roman" pitchFamily="16" charset="0"/>
              </a:rPr>
              <a:t>按键中断接口驱动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ADC接口驱动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smtClean="0">
                <a:latin typeface="Times New Roman" pitchFamily="16" charset="0"/>
              </a:rPr>
              <a:t>I2C接口驱动</a:t>
            </a:r>
          </a:p>
          <a:p>
            <a:pPr>
              <a:spcBef>
                <a:spcPts val="600"/>
              </a:spcBef>
              <a:buClr>
                <a:srgbClr val="727CA3"/>
              </a:buClr>
              <a:buSzPct val="76000"/>
              <a:buFont typeface="Wingdings 3" pitchFamily="16" charset="2"/>
              <a:buChar char=""/>
              <a:defRPr/>
            </a:pPr>
            <a:r>
              <a:rPr lang="en-US" altLang="zh-CN" sz="2800" dirty="0">
                <a:effectLst>
                  <a:outerShdw blurRad="38100" dist="38100" dir="2700000" algn="tl">
                    <a:srgbClr val="C0C0C0"/>
                  </a:outerShdw>
                </a:effectLst>
                <a:latin typeface="Times New Roman" pitchFamily="16" charset="0"/>
              </a:rPr>
              <a:t>SPI</a:t>
            </a:r>
            <a:r>
              <a:rPr lang="zh-CN" altLang="en-US" sz="2800" dirty="0">
                <a:effectLst>
                  <a:outerShdw blurRad="38100" dist="38100" dir="2700000" algn="tl">
                    <a:srgbClr val="C0C0C0"/>
                  </a:outerShdw>
                </a:effectLst>
                <a:latin typeface="Times New Roman" pitchFamily="16" charset="0"/>
              </a:rPr>
              <a:t>接口</a:t>
            </a:r>
            <a:r>
              <a:rPr lang="zh-CN" altLang="en-US" sz="2800" dirty="0" smtClean="0">
                <a:effectLst>
                  <a:outerShdw blurRad="38100" dist="38100" dir="2700000" algn="tl">
                    <a:srgbClr val="C0C0C0"/>
                  </a:outerShdw>
                </a:effectLst>
                <a:latin typeface="Times New Roman" pitchFamily="16" charset="0"/>
              </a:rPr>
              <a:t>驱动</a:t>
            </a:r>
            <a:endParaRPr lang="en-US" sz="2800" dirty="0" smtClean="0">
              <a:latin typeface="Times New Roman" pitchFamily="16" charset="0"/>
            </a:endParaRPr>
          </a:p>
        </p:txBody>
      </p:sp>
    </p:spTree>
    <p:extLst>
      <p:ext uri="{BB962C8B-B14F-4D97-AF65-F5344CB8AC3E}">
        <p14:creationId xmlns:p14="http://schemas.microsoft.com/office/powerpoint/2010/main" val="221720259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a:solidFill>
                  <a:srgbClr val="464653"/>
                </a:solidFill>
              </a:rPr>
              <a:t>按键中断接口驱动</a:t>
            </a:r>
          </a:p>
        </p:txBody>
      </p:sp>
      <p:pic>
        <p:nvPicPr>
          <p:cNvPr id="64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484784"/>
            <a:ext cx="7292847"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88056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a:solidFill>
                  <a:srgbClr val="464653"/>
                </a:solidFill>
              </a:rPr>
              <a:t>按键中断接口驱动</a:t>
            </a:r>
          </a:p>
        </p:txBody>
      </p:sp>
      <p:sp>
        <p:nvSpPr>
          <p:cNvPr id="2" name="TextBox 1"/>
          <p:cNvSpPr txBox="1"/>
          <p:nvPr/>
        </p:nvSpPr>
        <p:spPr>
          <a:xfrm>
            <a:off x="685455" y="1341278"/>
            <a:ext cx="2185214" cy="369332"/>
          </a:xfrm>
          <a:prstGeom prst="rect">
            <a:avLst/>
          </a:prstGeom>
          <a:noFill/>
        </p:spPr>
        <p:txBody>
          <a:bodyPr wrap="none" rtlCol="0">
            <a:spAutoFit/>
          </a:bodyPr>
          <a:lstStyle/>
          <a:p>
            <a:r>
              <a:rPr lang="en-US" altLang="zh-CN" dirty="0" err="1" smtClean="0">
                <a:solidFill>
                  <a:schemeClr val="tx1"/>
                </a:solidFill>
              </a:rPr>
              <a:t>platform_driver</a:t>
            </a:r>
            <a:r>
              <a:rPr lang="zh-CN" altLang="en-US" dirty="0" smtClean="0">
                <a:solidFill>
                  <a:schemeClr val="tx1"/>
                </a:solidFill>
              </a:rPr>
              <a:t>示例</a:t>
            </a:r>
            <a:endParaRPr lang="zh-CN" altLang="en-US" dirty="0">
              <a:solidFill>
                <a:schemeClr val="tx1"/>
              </a:solidFill>
            </a:endParaRPr>
          </a:p>
        </p:txBody>
      </p:sp>
      <p:sp>
        <p:nvSpPr>
          <p:cNvPr id="3" name="TextBox 2"/>
          <p:cNvSpPr txBox="1"/>
          <p:nvPr/>
        </p:nvSpPr>
        <p:spPr>
          <a:xfrm>
            <a:off x="827584" y="1844824"/>
            <a:ext cx="5720477" cy="3539430"/>
          </a:xfrm>
          <a:prstGeom prst="rect">
            <a:avLst/>
          </a:prstGeom>
          <a:noFill/>
        </p:spPr>
        <p:txBody>
          <a:bodyPr wrap="none" rtlCol="0">
            <a:spAutoFit/>
          </a:bodyPr>
          <a:lstStyle/>
          <a:p>
            <a:r>
              <a:rPr lang="en-US" altLang="zh-CN" sz="1400" dirty="0" err="1" smtClean="0">
                <a:solidFill>
                  <a:schemeClr val="tx1"/>
                </a:solidFill>
              </a:rPr>
              <a:t>struct</a:t>
            </a:r>
            <a:r>
              <a:rPr lang="en-US" altLang="zh-CN" sz="1400" dirty="0" smtClean="0">
                <a:solidFill>
                  <a:schemeClr val="tx1"/>
                </a:solidFill>
              </a:rPr>
              <a:t> </a:t>
            </a:r>
            <a:r>
              <a:rPr lang="en-US" altLang="zh-CN" sz="1400" dirty="0" err="1">
                <a:solidFill>
                  <a:schemeClr val="tx1"/>
                </a:solidFill>
              </a:rPr>
              <a:t>platform_driver</a:t>
            </a:r>
            <a:r>
              <a:rPr lang="en-US" altLang="zh-CN" sz="1400" dirty="0">
                <a:solidFill>
                  <a:schemeClr val="tx1"/>
                </a:solidFill>
              </a:rPr>
              <a:t> </a:t>
            </a:r>
            <a:r>
              <a:rPr lang="en-US" altLang="zh-CN" sz="1400" dirty="0" smtClean="0">
                <a:solidFill>
                  <a:schemeClr val="tx1"/>
                </a:solidFill>
              </a:rPr>
              <a:t>fs4412_key_driver </a:t>
            </a:r>
            <a:r>
              <a:rPr lang="en-US" altLang="zh-CN" sz="1400" dirty="0">
                <a:solidFill>
                  <a:schemeClr val="tx1"/>
                </a:solidFill>
              </a:rPr>
              <a:t>= {</a:t>
            </a:r>
          </a:p>
          <a:p>
            <a:r>
              <a:rPr lang="en-US" altLang="zh-CN" sz="1400" dirty="0">
                <a:solidFill>
                  <a:schemeClr val="tx1"/>
                </a:solidFill>
              </a:rPr>
              <a:t>	.driver = {</a:t>
            </a:r>
          </a:p>
          <a:p>
            <a:r>
              <a:rPr lang="en-US" altLang="zh-CN" sz="1400" dirty="0">
                <a:solidFill>
                  <a:schemeClr val="tx1"/>
                </a:solidFill>
              </a:rPr>
              <a:t>		.name = "</a:t>
            </a:r>
            <a:r>
              <a:rPr lang="en-US" altLang="zh-CN" sz="1400" dirty="0" smtClean="0">
                <a:solidFill>
                  <a:schemeClr val="tx1"/>
                </a:solidFill>
              </a:rPr>
              <a:t>fs4412-key",</a:t>
            </a:r>
            <a:endParaRPr lang="en-US" altLang="zh-CN" sz="1400" dirty="0">
              <a:solidFill>
                <a:schemeClr val="tx1"/>
              </a:solidFill>
            </a:endParaRPr>
          </a:p>
          <a:p>
            <a:r>
              <a:rPr lang="en-US" altLang="zh-CN" sz="1400" dirty="0">
                <a:solidFill>
                  <a:schemeClr val="tx1"/>
                </a:solidFill>
              </a:rPr>
              <a:t>		.owner = THIS_MODULE,</a:t>
            </a:r>
          </a:p>
          <a:p>
            <a:r>
              <a:rPr lang="en-US" altLang="zh-CN" sz="1400" dirty="0">
                <a:solidFill>
                  <a:schemeClr val="tx1"/>
                </a:solidFill>
              </a:rPr>
              <a:t>		.</a:t>
            </a:r>
            <a:r>
              <a:rPr lang="en-US" altLang="zh-CN" sz="1400" dirty="0" err="1">
                <a:solidFill>
                  <a:schemeClr val="tx1"/>
                </a:solidFill>
              </a:rPr>
              <a:t>of_match_table</a:t>
            </a:r>
            <a:r>
              <a:rPr lang="en-US" altLang="zh-CN" sz="1400" dirty="0">
                <a:solidFill>
                  <a:schemeClr val="tx1"/>
                </a:solidFill>
              </a:rPr>
              <a:t> = </a:t>
            </a:r>
            <a:r>
              <a:rPr lang="en-US" altLang="zh-CN" sz="1400" dirty="0" err="1" smtClean="0">
                <a:solidFill>
                  <a:schemeClr val="tx1"/>
                </a:solidFill>
              </a:rPr>
              <a:t>of_match_ptr</a:t>
            </a:r>
            <a:r>
              <a:rPr lang="en-US" altLang="zh-CN" sz="1400" dirty="0" smtClean="0">
                <a:solidFill>
                  <a:schemeClr val="tx1"/>
                </a:solidFill>
              </a:rPr>
              <a:t>(fs4412_key_of_matches</a:t>
            </a:r>
            <a:r>
              <a:rPr lang="en-US" altLang="zh-CN" sz="1400" dirty="0">
                <a:solidFill>
                  <a:schemeClr val="tx1"/>
                </a:solidFill>
              </a:rPr>
              <a:t>),</a:t>
            </a:r>
          </a:p>
          <a:p>
            <a:r>
              <a:rPr lang="en-US" altLang="zh-CN" sz="1400" dirty="0">
                <a:solidFill>
                  <a:schemeClr val="tx1"/>
                </a:solidFill>
              </a:rPr>
              <a:t>	},</a:t>
            </a:r>
          </a:p>
          <a:p>
            <a:r>
              <a:rPr lang="en-US" altLang="zh-CN" sz="1400" dirty="0">
                <a:solidFill>
                  <a:schemeClr val="tx1"/>
                </a:solidFill>
              </a:rPr>
              <a:t>	.probe = </a:t>
            </a:r>
            <a:r>
              <a:rPr lang="en-US" altLang="zh-CN" sz="1400" dirty="0" smtClean="0">
                <a:solidFill>
                  <a:schemeClr val="tx1"/>
                </a:solidFill>
              </a:rPr>
              <a:t>fs4412_key_probe</a:t>
            </a:r>
            <a:r>
              <a:rPr lang="en-US" altLang="zh-CN" sz="1400" dirty="0">
                <a:solidFill>
                  <a:schemeClr val="tx1"/>
                </a:solidFill>
              </a:rPr>
              <a:t>,</a:t>
            </a:r>
          </a:p>
          <a:p>
            <a:r>
              <a:rPr lang="en-US" altLang="zh-CN" sz="1400" dirty="0">
                <a:solidFill>
                  <a:schemeClr val="tx1"/>
                </a:solidFill>
              </a:rPr>
              <a:t>	.remove = </a:t>
            </a:r>
            <a:r>
              <a:rPr lang="en-US" altLang="zh-CN" sz="1400" dirty="0" smtClean="0">
                <a:solidFill>
                  <a:schemeClr val="tx1"/>
                </a:solidFill>
              </a:rPr>
              <a:t>fs4412_key_remove</a:t>
            </a:r>
            <a:r>
              <a:rPr lang="en-US" altLang="zh-CN" sz="1400" dirty="0">
                <a:solidFill>
                  <a:schemeClr val="tx1"/>
                </a:solidFill>
              </a:rPr>
              <a:t>,</a:t>
            </a:r>
          </a:p>
          <a:p>
            <a:r>
              <a:rPr lang="en-US" altLang="zh-CN" sz="1400" dirty="0" smtClean="0">
                <a:solidFill>
                  <a:schemeClr val="tx1"/>
                </a:solidFill>
              </a:rPr>
              <a:t>};</a:t>
            </a:r>
          </a:p>
          <a:p>
            <a:endParaRPr lang="en-US" altLang="zh-CN" sz="1400" dirty="0">
              <a:solidFill>
                <a:schemeClr val="tx1"/>
              </a:solidFill>
            </a:endParaRPr>
          </a:p>
          <a:p>
            <a:endParaRPr lang="en-US" altLang="zh-CN" sz="1400" dirty="0" smtClean="0">
              <a:solidFill>
                <a:schemeClr val="tx1"/>
              </a:solidFill>
            </a:endParaRPr>
          </a:p>
          <a:p>
            <a:r>
              <a:rPr lang="zh-CN" altLang="en-US" sz="1400" dirty="0" smtClean="0">
                <a:solidFill>
                  <a:schemeClr val="tx1"/>
                </a:solidFill>
              </a:rPr>
              <a:t>如果使用设备树必须有这个成员</a:t>
            </a:r>
            <a:endParaRPr lang="en-US" altLang="zh-CN" sz="1400" dirty="0" smtClean="0">
              <a:solidFill>
                <a:schemeClr val="tx1"/>
              </a:solidFill>
            </a:endParaRPr>
          </a:p>
          <a:p>
            <a:r>
              <a:rPr lang="en-US" altLang="zh-CN" sz="1400" dirty="0">
                <a:solidFill>
                  <a:schemeClr val="tx1"/>
                </a:solidFill>
              </a:rPr>
              <a:t>static </a:t>
            </a:r>
            <a:r>
              <a:rPr lang="en-US" altLang="zh-CN" sz="1400" dirty="0" err="1">
                <a:solidFill>
                  <a:schemeClr val="tx1"/>
                </a:solidFill>
              </a:rPr>
              <a:t>const</a:t>
            </a:r>
            <a:r>
              <a:rPr lang="en-US" altLang="zh-CN" sz="1400" dirty="0">
                <a:solidFill>
                  <a:schemeClr val="tx1"/>
                </a:solidFill>
              </a:rPr>
              <a:t> </a:t>
            </a:r>
            <a:r>
              <a:rPr lang="en-US" altLang="zh-CN" sz="1400" dirty="0" err="1">
                <a:solidFill>
                  <a:schemeClr val="tx1"/>
                </a:solidFill>
              </a:rPr>
              <a:t>struct</a:t>
            </a:r>
            <a:r>
              <a:rPr lang="en-US" altLang="zh-CN" sz="1400" dirty="0">
                <a:solidFill>
                  <a:schemeClr val="tx1"/>
                </a:solidFill>
              </a:rPr>
              <a:t> </a:t>
            </a:r>
            <a:r>
              <a:rPr lang="en-US" altLang="zh-CN" sz="1400" dirty="0" err="1">
                <a:solidFill>
                  <a:schemeClr val="tx1"/>
                </a:solidFill>
              </a:rPr>
              <a:t>of_device_id</a:t>
            </a:r>
            <a:r>
              <a:rPr lang="en-US" altLang="zh-CN" sz="1400" dirty="0">
                <a:solidFill>
                  <a:schemeClr val="tx1"/>
                </a:solidFill>
              </a:rPr>
              <a:t> fs4412_dt_of_matches[] = {</a:t>
            </a:r>
          </a:p>
          <a:p>
            <a:r>
              <a:rPr lang="en-US" altLang="zh-CN" sz="1400" dirty="0">
                <a:solidFill>
                  <a:schemeClr val="tx1"/>
                </a:solidFill>
              </a:rPr>
              <a:t>	{ .compatible = "fs4412,key"},</a:t>
            </a:r>
          </a:p>
          <a:p>
            <a:r>
              <a:rPr lang="en-US" altLang="zh-CN" sz="1400" dirty="0">
                <a:solidFill>
                  <a:schemeClr val="tx1"/>
                </a:solidFill>
              </a:rPr>
              <a:t>	{ /* nothing to done! */},</a:t>
            </a:r>
          </a:p>
          <a:p>
            <a:r>
              <a:rPr lang="en-US" altLang="zh-CN" sz="1400" dirty="0">
                <a:solidFill>
                  <a:schemeClr val="tx1"/>
                </a:solidFill>
              </a:rPr>
              <a:t>};</a:t>
            </a:r>
            <a:endParaRPr lang="zh-CN" altLang="en-US" sz="1400" dirty="0">
              <a:solidFill>
                <a:schemeClr val="tx1"/>
              </a:solidFill>
            </a:endParaRPr>
          </a:p>
        </p:txBody>
      </p:sp>
      <p:cxnSp>
        <p:nvCxnSpPr>
          <p:cNvPr id="5" name="直接箭头连接符 4"/>
          <p:cNvCxnSpPr/>
          <p:nvPr/>
        </p:nvCxnSpPr>
        <p:spPr bwMode="auto">
          <a:xfrm>
            <a:off x="5004048" y="2996952"/>
            <a:ext cx="0" cy="1440160"/>
          </a:xfrm>
          <a:prstGeom prst="straightConnector1">
            <a:avLst/>
          </a:prstGeom>
          <a:solidFill>
            <a:srgbClr val="00B8FF"/>
          </a:solidFill>
          <a:ln w="9525" cap="flat" cmpd="sng" algn="ctr">
            <a:solidFill>
              <a:schemeClr val="accent1"/>
            </a:solidFill>
            <a:prstDash val="solid"/>
            <a:round/>
            <a:headEnd type="none" w="med" len="med"/>
            <a:tailEnd type="arrow"/>
          </a:ln>
          <a:effectLst/>
        </p:spPr>
      </p:cxnSp>
    </p:spTree>
    <p:extLst>
      <p:ext uri="{BB962C8B-B14F-4D97-AF65-F5344CB8AC3E}">
        <p14:creationId xmlns:p14="http://schemas.microsoft.com/office/powerpoint/2010/main" val="99083516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a:solidFill>
                  <a:srgbClr val="464653"/>
                </a:solidFill>
              </a:rPr>
              <a:t>按键中断接口驱动</a:t>
            </a:r>
          </a:p>
        </p:txBody>
      </p:sp>
      <p:sp>
        <p:nvSpPr>
          <p:cNvPr id="2" name="TextBox 1"/>
          <p:cNvSpPr txBox="1"/>
          <p:nvPr/>
        </p:nvSpPr>
        <p:spPr>
          <a:xfrm>
            <a:off x="685455" y="1341278"/>
            <a:ext cx="2274982" cy="369332"/>
          </a:xfrm>
          <a:prstGeom prst="rect">
            <a:avLst/>
          </a:prstGeom>
          <a:noFill/>
        </p:spPr>
        <p:txBody>
          <a:bodyPr wrap="none" rtlCol="0">
            <a:spAutoFit/>
          </a:bodyPr>
          <a:lstStyle/>
          <a:p>
            <a:r>
              <a:rPr lang="en-US" altLang="zh-CN" dirty="0" smtClean="0">
                <a:solidFill>
                  <a:schemeClr val="tx1"/>
                </a:solidFill>
              </a:rPr>
              <a:t>platform_device</a:t>
            </a:r>
            <a:r>
              <a:rPr lang="zh-CN" altLang="en-US" dirty="0" smtClean="0">
                <a:solidFill>
                  <a:schemeClr val="tx1"/>
                </a:solidFill>
              </a:rPr>
              <a:t>示例</a:t>
            </a:r>
            <a:endParaRPr lang="zh-CN" altLang="en-US" dirty="0">
              <a:solidFill>
                <a:schemeClr val="tx1"/>
              </a:solidFill>
            </a:endParaRPr>
          </a:p>
        </p:txBody>
      </p:sp>
      <p:sp>
        <p:nvSpPr>
          <p:cNvPr id="3" name="TextBox 2"/>
          <p:cNvSpPr txBox="1"/>
          <p:nvPr/>
        </p:nvSpPr>
        <p:spPr>
          <a:xfrm>
            <a:off x="827584" y="1844824"/>
            <a:ext cx="4076885" cy="3323987"/>
          </a:xfrm>
          <a:prstGeom prst="rect">
            <a:avLst/>
          </a:prstGeom>
          <a:noFill/>
        </p:spPr>
        <p:txBody>
          <a:bodyPr wrap="none" rtlCol="0">
            <a:spAutoFit/>
          </a:bodyPr>
          <a:lstStyle/>
          <a:p>
            <a:r>
              <a:rPr lang="en-US" altLang="zh-CN" sz="1400" dirty="0" err="1" smtClean="0">
                <a:solidFill>
                  <a:schemeClr val="tx1"/>
                </a:solidFill>
              </a:rPr>
              <a:t>struct</a:t>
            </a:r>
            <a:r>
              <a:rPr lang="en-US" altLang="zh-CN" sz="1400" dirty="0" smtClean="0">
                <a:solidFill>
                  <a:schemeClr val="tx1"/>
                </a:solidFill>
              </a:rPr>
              <a:t> platform_device fs4412_key_device </a:t>
            </a:r>
            <a:r>
              <a:rPr lang="en-US" altLang="zh-CN" sz="1400" dirty="0">
                <a:solidFill>
                  <a:schemeClr val="tx1"/>
                </a:solidFill>
              </a:rPr>
              <a:t>= {</a:t>
            </a:r>
          </a:p>
          <a:p>
            <a:r>
              <a:rPr lang="en-US" altLang="zh-CN" sz="1400" dirty="0">
                <a:solidFill>
                  <a:schemeClr val="tx1"/>
                </a:solidFill>
              </a:rPr>
              <a:t>	</a:t>
            </a:r>
            <a:r>
              <a:rPr lang="en-US" altLang="zh-CN" sz="1400" dirty="0" smtClean="0">
                <a:solidFill>
                  <a:schemeClr val="tx1"/>
                </a:solidFill>
              </a:rPr>
              <a:t>.id = -1,</a:t>
            </a:r>
          </a:p>
          <a:p>
            <a:r>
              <a:rPr lang="en-US" altLang="zh-CN" sz="1400" dirty="0">
                <a:solidFill>
                  <a:schemeClr val="tx1"/>
                </a:solidFill>
              </a:rPr>
              <a:t>	</a:t>
            </a:r>
            <a:r>
              <a:rPr lang="en-US" altLang="zh-CN" sz="1400" dirty="0" smtClean="0">
                <a:solidFill>
                  <a:schemeClr val="tx1"/>
                </a:solidFill>
              </a:rPr>
              <a:t>.name = “fs4412-key”,</a:t>
            </a:r>
          </a:p>
          <a:p>
            <a:r>
              <a:rPr lang="en-US" altLang="zh-CN" sz="1400" dirty="0">
                <a:solidFill>
                  <a:schemeClr val="tx1"/>
                </a:solidFill>
              </a:rPr>
              <a:t>	</a:t>
            </a:r>
            <a:r>
              <a:rPr lang="en-US" altLang="zh-CN" sz="1400" dirty="0" smtClean="0">
                <a:solidFill>
                  <a:schemeClr val="tx1"/>
                </a:solidFill>
              </a:rPr>
              <a:t>.</a:t>
            </a:r>
            <a:r>
              <a:rPr lang="en-US" altLang="zh-CN" sz="1400" dirty="0" err="1" smtClean="0">
                <a:solidFill>
                  <a:schemeClr val="tx1"/>
                </a:solidFill>
              </a:rPr>
              <a:t>num_resource</a:t>
            </a:r>
            <a:r>
              <a:rPr lang="en-US" altLang="zh-CN" sz="1400" dirty="0" smtClean="0">
                <a:solidFill>
                  <a:schemeClr val="tx1"/>
                </a:solidFill>
              </a:rPr>
              <a:t> = </a:t>
            </a:r>
          </a:p>
          <a:p>
            <a:r>
              <a:rPr lang="en-US" altLang="zh-CN" sz="1400" dirty="0">
                <a:solidFill>
                  <a:schemeClr val="tx1"/>
                </a:solidFill>
              </a:rPr>
              <a:t>	</a:t>
            </a:r>
            <a:r>
              <a:rPr lang="en-US" altLang="zh-CN" sz="1400" dirty="0" smtClean="0">
                <a:solidFill>
                  <a:schemeClr val="tx1"/>
                </a:solidFill>
              </a:rPr>
              <a:t>	ARRAY_SIZE(fs4412_key_resource),</a:t>
            </a:r>
          </a:p>
          <a:p>
            <a:r>
              <a:rPr lang="en-US" altLang="zh-CN" sz="1400" dirty="0">
                <a:solidFill>
                  <a:schemeClr val="tx1"/>
                </a:solidFill>
              </a:rPr>
              <a:t>	</a:t>
            </a:r>
            <a:r>
              <a:rPr lang="en-US" altLang="zh-CN" sz="1400" dirty="0" smtClean="0">
                <a:solidFill>
                  <a:schemeClr val="tx1"/>
                </a:solidFill>
              </a:rPr>
              <a:t>.resource = fs4412_key_resource,</a:t>
            </a:r>
            <a:endParaRPr lang="en-US" altLang="zh-CN" sz="1400" dirty="0">
              <a:solidFill>
                <a:schemeClr val="tx1"/>
              </a:solidFill>
            </a:endParaRPr>
          </a:p>
          <a:p>
            <a:r>
              <a:rPr lang="en-US" altLang="zh-CN" sz="1400" dirty="0" smtClean="0">
                <a:solidFill>
                  <a:schemeClr val="tx1"/>
                </a:solidFill>
              </a:rPr>
              <a:t>};</a:t>
            </a:r>
          </a:p>
          <a:p>
            <a:endParaRPr lang="en-US" altLang="zh-CN" sz="1400" dirty="0">
              <a:solidFill>
                <a:schemeClr val="tx1"/>
              </a:solidFill>
            </a:endParaRPr>
          </a:p>
          <a:p>
            <a:r>
              <a:rPr lang="en-US" altLang="zh-CN" sz="1400" dirty="0" err="1">
                <a:solidFill>
                  <a:schemeClr val="tx1"/>
                </a:solidFill>
              </a:rPr>
              <a:t>s</a:t>
            </a:r>
            <a:r>
              <a:rPr lang="en-US" altLang="zh-CN" sz="1400" dirty="0" err="1" smtClean="0">
                <a:solidFill>
                  <a:schemeClr val="tx1"/>
                </a:solidFill>
              </a:rPr>
              <a:t>truct</a:t>
            </a:r>
            <a:r>
              <a:rPr lang="en-US" altLang="zh-CN" sz="1400" dirty="0" smtClean="0">
                <a:solidFill>
                  <a:schemeClr val="tx1"/>
                </a:solidFill>
              </a:rPr>
              <a:t>  resource  fs4412_key_resource[] = {</a:t>
            </a:r>
          </a:p>
          <a:p>
            <a:r>
              <a:rPr lang="en-US" altLang="zh-CN" sz="1400" dirty="0" smtClean="0">
                <a:solidFill>
                  <a:schemeClr val="tx1"/>
                </a:solidFill>
              </a:rPr>
              <a:t>	.[0] = {</a:t>
            </a:r>
          </a:p>
          <a:p>
            <a:r>
              <a:rPr lang="en-US" altLang="zh-CN" sz="1400" dirty="0" smtClean="0">
                <a:solidFill>
                  <a:schemeClr val="tx1"/>
                </a:solidFill>
              </a:rPr>
              <a:t>		.start  = </a:t>
            </a:r>
            <a:r>
              <a:rPr lang="en-US" altLang="zh-CN" sz="1400" dirty="0" err="1" smtClean="0">
                <a:solidFill>
                  <a:schemeClr val="tx1"/>
                </a:solidFill>
              </a:rPr>
              <a:t>irqno</a:t>
            </a:r>
            <a:r>
              <a:rPr lang="en-US" altLang="zh-CN" sz="1400" dirty="0" smtClean="0">
                <a:solidFill>
                  <a:schemeClr val="tx1"/>
                </a:solidFill>
              </a:rPr>
              <a:t>,</a:t>
            </a:r>
          </a:p>
          <a:p>
            <a:r>
              <a:rPr lang="en-US" altLang="zh-CN" sz="1400" dirty="0">
                <a:solidFill>
                  <a:schemeClr val="tx1"/>
                </a:solidFill>
              </a:rPr>
              <a:t>	</a:t>
            </a:r>
            <a:r>
              <a:rPr lang="en-US" altLang="zh-CN" sz="1400" dirty="0" smtClean="0">
                <a:solidFill>
                  <a:schemeClr val="tx1"/>
                </a:solidFill>
              </a:rPr>
              <a:t>	.end = </a:t>
            </a:r>
            <a:r>
              <a:rPr lang="en-US" altLang="zh-CN" sz="1400" dirty="0" err="1" smtClean="0">
                <a:solidFill>
                  <a:schemeClr val="tx1"/>
                </a:solidFill>
              </a:rPr>
              <a:t>irqno</a:t>
            </a:r>
            <a:r>
              <a:rPr lang="en-US" altLang="zh-CN" sz="1400" dirty="0" smtClean="0">
                <a:solidFill>
                  <a:schemeClr val="tx1"/>
                </a:solidFill>
              </a:rPr>
              <a:t>,</a:t>
            </a:r>
          </a:p>
          <a:p>
            <a:r>
              <a:rPr lang="en-US" altLang="zh-CN" sz="1400" dirty="0">
                <a:solidFill>
                  <a:schemeClr val="tx1"/>
                </a:solidFill>
              </a:rPr>
              <a:t>	</a:t>
            </a:r>
            <a:r>
              <a:rPr lang="en-US" altLang="zh-CN" sz="1400" dirty="0" smtClean="0">
                <a:solidFill>
                  <a:schemeClr val="tx1"/>
                </a:solidFill>
              </a:rPr>
              <a:t>	.flags = IRQREOURCE_IRQ,</a:t>
            </a:r>
            <a:endParaRPr lang="en-US" altLang="zh-CN" sz="1400" dirty="0">
              <a:solidFill>
                <a:schemeClr val="tx1"/>
              </a:solidFill>
            </a:endParaRPr>
          </a:p>
          <a:p>
            <a:r>
              <a:rPr lang="en-US" altLang="zh-CN" sz="1400" dirty="0" smtClean="0">
                <a:solidFill>
                  <a:schemeClr val="tx1"/>
                </a:solidFill>
              </a:rPr>
              <a:t>	},</a:t>
            </a:r>
            <a:endParaRPr lang="en-US" altLang="zh-CN" sz="1400" dirty="0">
              <a:solidFill>
                <a:schemeClr val="tx1"/>
              </a:solidFill>
            </a:endParaRPr>
          </a:p>
          <a:p>
            <a:r>
              <a:rPr lang="en-US" altLang="zh-CN" sz="1400" dirty="0" smtClean="0">
                <a:solidFill>
                  <a:schemeClr val="tx1"/>
                </a:solidFill>
              </a:rPr>
              <a:t>}</a:t>
            </a:r>
          </a:p>
        </p:txBody>
      </p:sp>
      <p:sp>
        <p:nvSpPr>
          <p:cNvPr id="6" name="TextBox 5"/>
          <p:cNvSpPr txBox="1"/>
          <p:nvPr/>
        </p:nvSpPr>
        <p:spPr>
          <a:xfrm>
            <a:off x="5220072" y="2636912"/>
            <a:ext cx="3422732" cy="1600438"/>
          </a:xfrm>
          <a:prstGeom prst="rect">
            <a:avLst/>
          </a:prstGeom>
          <a:noFill/>
        </p:spPr>
        <p:txBody>
          <a:bodyPr wrap="none" rtlCol="0">
            <a:spAutoFit/>
          </a:bodyPr>
          <a:lstStyle/>
          <a:p>
            <a:r>
              <a:rPr lang="zh-CN" altLang="en-US" sz="1400" dirty="0" smtClean="0">
                <a:solidFill>
                  <a:schemeClr val="tx1"/>
                </a:solidFill>
              </a:rPr>
              <a:t>如果使用设备树需将</a:t>
            </a:r>
            <a:r>
              <a:rPr lang="en-US" altLang="zh-CN" sz="1400" dirty="0" smtClean="0">
                <a:solidFill>
                  <a:schemeClr val="tx1"/>
                </a:solidFill>
              </a:rPr>
              <a:t>platform_device</a:t>
            </a:r>
            <a:r>
              <a:rPr lang="zh-CN" altLang="en-US" sz="1400" dirty="0" smtClean="0">
                <a:solidFill>
                  <a:schemeClr val="tx1"/>
                </a:solidFill>
              </a:rPr>
              <a:t>转换</a:t>
            </a:r>
            <a:endParaRPr lang="en-US" altLang="zh-CN" sz="1400" dirty="0" smtClean="0">
              <a:solidFill>
                <a:schemeClr val="tx1"/>
              </a:solidFill>
            </a:endParaRPr>
          </a:p>
          <a:p>
            <a:r>
              <a:rPr lang="zh-CN" altLang="en-US" sz="1400" dirty="0" smtClean="0">
                <a:solidFill>
                  <a:schemeClr val="tx1"/>
                </a:solidFill>
              </a:rPr>
              <a:t>为设备树结点</a:t>
            </a:r>
            <a:endParaRPr lang="en-US" altLang="zh-CN" sz="1400" dirty="0" smtClean="0">
              <a:solidFill>
                <a:schemeClr val="tx1"/>
              </a:solidFill>
            </a:endParaRPr>
          </a:p>
          <a:p>
            <a:r>
              <a:rPr lang="en-US" altLang="zh-CN" sz="1400" dirty="0" smtClean="0">
                <a:solidFill>
                  <a:schemeClr val="tx1"/>
                </a:solidFill>
              </a:rPr>
              <a:t>fs4412-key </a:t>
            </a:r>
            <a:r>
              <a:rPr lang="en-US" altLang="zh-CN" sz="1400" dirty="0">
                <a:solidFill>
                  <a:schemeClr val="tx1"/>
                </a:solidFill>
              </a:rPr>
              <a:t>{</a:t>
            </a:r>
          </a:p>
          <a:p>
            <a:r>
              <a:rPr lang="en-US" altLang="zh-CN" sz="1400" dirty="0">
                <a:solidFill>
                  <a:schemeClr val="tx1"/>
                </a:solidFill>
              </a:rPr>
              <a:t>		compatible = "fs4412,key";</a:t>
            </a:r>
          </a:p>
          <a:p>
            <a:r>
              <a:rPr lang="en-US" altLang="zh-CN" sz="1400" dirty="0">
                <a:solidFill>
                  <a:schemeClr val="tx1"/>
                </a:solidFill>
              </a:rPr>
              <a:t>		interrupt-parent = &lt;&amp;gpx1&gt;;</a:t>
            </a:r>
          </a:p>
          <a:p>
            <a:r>
              <a:rPr lang="en-US" altLang="zh-CN" sz="1400" dirty="0">
                <a:solidFill>
                  <a:schemeClr val="tx1"/>
                </a:solidFill>
              </a:rPr>
              <a:t>		interrupts = &lt;1 2&gt;, &lt;2 2&gt;;</a:t>
            </a:r>
          </a:p>
          <a:p>
            <a:r>
              <a:rPr lang="en-US" altLang="zh-CN" sz="1400" dirty="0">
                <a:solidFill>
                  <a:schemeClr val="tx1"/>
                </a:solidFill>
              </a:rPr>
              <a:t>	};</a:t>
            </a:r>
            <a:endParaRPr lang="en-US" altLang="zh-CN" sz="1400" dirty="0" smtClean="0">
              <a:solidFill>
                <a:schemeClr val="tx1"/>
              </a:solidFill>
            </a:endParaRPr>
          </a:p>
        </p:txBody>
      </p:sp>
      <p:cxnSp>
        <p:nvCxnSpPr>
          <p:cNvPr id="7" name="直接箭头连接符 6"/>
          <p:cNvCxnSpPr/>
          <p:nvPr/>
        </p:nvCxnSpPr>
        <p:spPr bwMode="auto">
          <a:xfrm>
            <a:off x="4572000" y="3506816"/>
            <a:ext cx="1440160" cy="0"/>
          </a:xfrm>
          <a:prstGeom prst="straightConnector1">
            <a:avLst/>
          </a:prstGeom>
          <a:solidFill>
            <a:srgbClr val="00B8FF"/>
          </a:solidFill>
          <a:ln w="9525" cap="flat" cmpd="sng" algn="ctr">
            <a:solidFill>
              <a:schemeClr val="accent1"/>
            </a:solidFill>
            <a:prstDash val="solid"/>
            <a:round/>
            <a:headEnd type="none" w="med" len="med"/>
            <a:tailEnd type="arrow"/>
          </a:ln>
          <a:effectLst/>
        </p:spPr>
      </p:cxnSp>
    </p:spTree>
    <p:extLst>
      <p:ext uri="{BB962C8B-B14F-4D97-AF65-F5344CB8AC3E}">
        <p14:creationId xmlns:p14="http://schemas.microsoft.com/office/powerpoint/2010/main" val="18110315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a:solidFill>
                  <a:srgbClr val="464653"/>
                </a:solidFill>
              </a:rPr>
              <a:t> </a:t>
            </a:r>
          </a:p>
        </p:txBody>
      </p:sp>
      <p:sp>
        <p:nvSpPr>
          <p:cNvPr id="183299"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5pPr>
            <a:lvl6pPr marL="25146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6pPr>
            <a:lvl7pPr marL="29718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7pPr>
            <a:lvl8pPr marL="34290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8pPr>
            <a:lvl9pPr marL="38862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9pPr>
          </a:lstStyle>
          <a:p>
            <a:pPr>
              <a:spcBef>
                <a:spcPts val="600"/>
              </a:spcBef>
              <a:buClr>
                <a:srgbClr val="727CA3"/>
              </a:buClr>
              <a:buSzPct val="76000"/>
              <a:buFont typeface="Wingdings 3" pitchFamily="16" charset="2"/>
              <a:buChar char=""/>
              <a:defRPr/>
            </a:pPr>
            <a:r>
              <a:rPr lang="en-US" altLang="zh-CN" sz="2800" dirty="0" smtClean="0">
                <a:latin typeface="Times New Roman" pitchFamily="16" charset="0"/>
              </a:rPr>
              <a:t>FS4412</a:t>
            </a:r>
            <a:r>
              <a:rPr lang="en-US" sz="2800" dirty="0" smtClean="0">
                <a:latin typeface="Times New Roman" pitchFamily="16" charset="0"/>
              </a:rPr>
              <a:t>硬件资源</a:t>
            </a:r>
          </a:p>
          <a:p>
            <a:pPr>
              <a:spcBef>
                <a:spcPts val="600"/>
              </a:spcBef>
              <a:buClr>
                <a:srgbClr val="727CA3"/>
              </a:buClr>
              <a:buSzPct val="76000"/>
              <a:buFont typeface="Wingdings 3" pitchFamily="16" charset="2"/>
              <a:buChar char=""/>
              <a:defRPr/>
            </a:pPr>
            <a:r>
              <a:rPr lang="en-US" sz="2800" dirty="0" err="1" smtClean="0">
                <a:latin typeface="Times New Roman" pitchFamily="16" charset="0"/>
              </a:rPr>
              <a:t>GPIO接口驱动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PWM接口驱动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altLang="zh-CN" sz="2800" dirty="0" err="1" smtClean="0">
                <a:latin typeface="Times New Roman" pitchFamily="16" charset="0"/>
              </a:rPr>
              <a:t>按键中断接口驱动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i="1" u="sng" dirty="0" err="1" smtClean="0">
                <a:effectLst>
                  <a:outerShdw blurRad="38100" dist="38100" dir="2700000" algn="tl">
                    <a:srgbClr val="C0C0C0"/>
                  </a:outerShdw>
                </a:effectLst>
                <a:latin typeface="Times New Roman" pitchFamily="16" charset="0"/>
              </a:rPr>
              <a:t>ADC接口驱动</a:t>
            </a:r>
            <a:endParaRPr lang="en-US" sz="2800" i="1" u="sng" dirty="0" smtClean="0">
              <a:effectLst>
                <a:outerShdw blurRad="38100" dist="38100" dir="2700000" algn="tl">
                  <a:srgbClr val="C0C0C0"/>
                </a:outerShdw>
              </a:effectLst>
              <a:latin typeface="Times New Roman" pitchFamily="16" charset="0"/>
            </a:endParaRPr>
          </a:p>
          <a:p>
            <a:pPr>
              <a:spcBef>
                <a:spcPts val="600"/>
              </a:spcBef>
              <a:buClr>
                <a:srgbClr val="727CA3"/>
              </a:buClr>
              <a:buSzPct val="76000"/>
              <a:buFont typeface="Wingdings 3" pitchFamily="16" charset="2"/>
              <a:buChar char=""/>
              <a:defRPr/>
            </a:pPr>
            <a:r>
              <a:rPr lang="en-US" sz="2800" dirty="0" smtClean="0">
                <a:latin typeface="Times New Roman" pitchFamily="16" charset="0"/>
              </a:rPr>
              <a:t>I2C接口驱动</a:t>
            </a:r>
          </a:p>
          <a:p>
            <a:pPr>
              <a:spcBef>
                <a:spcPts val="600"/>
              </a:spcBef>
              <a:buClr>
                <a:srgbClr val="727CA3"/>
              </a:buClr>
              <a:buSzPct val="76000"/>
              <a:buFont typeface="Wingdings 3" pitchFamily="16" charset="2"/>
              <a:buChar char=""/>
              <a:defRPr/>
            </a:pPr>
            <a:r>
              <a:rPr lang="en-US" altLang="zh-CN" sz="2800" dirty="0">
                <a:effectLst>
                  <a:outerShdw blurRad="38100" dist="38100" dir="2700000" algn="tl">
                    <a:srgbClr val="C0C0C0"/>
                  </a:outerShdw>
                </a:effectLst>
                <a:latin typeface="Times New Roman" pitchFamily="16" charset="0"/>
              </a:rPr>
              <a:t>SPI</a:t>
            </a:r>
            <a:r>
              <a:rPr lang="zh-CN" altLang="en-US" sz="2800" dirty="0">
                <a:effectLst>
                  <a:outerShdw blurRad="38100" dist="38100" dir="2700000" algn="tl">
                    <a:srgbClr val="C0C0C0"/>
                  </a:outerShdw>
                </a:effectLst>
                <a:latin typeface="Times New Roman" pitchFamily="16" charset="0"/>
              </a:rPr>
              <a:t>接口</a:t>
            </a:r>
            <a:r>
              <a:rPr lang="zh-CN" altLang="en-US" sz="2800" dirty="0" smtClean="0">
                <a:effectLst>
                  <a:outerShdw blurRad="38100" dist="38100" dir="2700000" algn="tl">
                    <a:srgbClr val="C0C0C0"/>
                  </a:outerShdw>
                </a:effectLst>
                <a:latin typeface="Times New Roman" pitchFamily="16" charset="0"/>
              </a:rPr>
              <a:t>驱动</a:t>
            </a:r>
            <a:endParaRPr lang="en-US" sz="2800" dirty="0" smtClean="0">
              <a:latin typeface="Times New Roman" pitchFamily="16" charset="0"/>
            </a:endParaRPr>
          </a:p>
        </p:txBody>
      </p:sp>
    </p:spTree>
    <p:extLst>
      <p:ext uri="{BB962C8B-B14F-4D97-AF65-F5344CB8AC3E}">
        <p14:creationId xmlns:p14="http://schemas.microsoft.com/office/powerpoint/2010/main" val="90310521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chemeClr val="tx1"/>
                </a:solidFill>
                <a:latin typeface="Times New Roman" pitchFamily="16" charset="0"/>
              </a:rPr>
              <a:t>Exynos4412 </a:t>
            </a:r>
            <a:r>
              <a:rPr lang="en-US" altLang="zh-CN" sz="3200" dirty="0" smtClean="0">
                <a:solidFill>
                  <a:schemeClr val="tx1"/>
                </a:solidFill>
              </a:rPr>
              <a:t>A/</a:t>
            </a:r>
            <a:r>
              <a:rPr lang="en-US" altLang="zh-CN" sz="3200" dirty="0" err="1" smtClean="0">
                <a:solidFill>
                  <a:schemeClr val="tx1"/>
                </a:solidFill>
              </a:rPr>
              <a:t>D</a:t>
            </a:r>
            <a:r>
              <a:rPr lang="en-US" sz="3200" dirty="0" err="1">
                <a:solidFill>
                  <a:schemeClr val="tx1"/>
                </a:solidFill>
              </a:rPr>
              <a:t>转换器</a:t>
            </a:r>
            <a:endParaRPr lang="en-US" sz="3200" dirty="0">
              <a:solidFill>
                <a:schemeClr val="tx1"/>
              </a:solidFill>
            </a:endParaRPr>
          </a:p>
        </p:txBody>
      </p:sp>
      <p:sp>
        <p:nvSpPr>
          <p:cNvPr id="27652" name="Text Box 3"/>
          <p:cNvSpPr txBox="1">
            <a:spLocks noChangeArrowheads="1"/>
          </p:cNvSpPr>
          <p:nvPr/>
        </p:nvSpPr>
        <p:spPr bwMode="auto">
          <a:xfrm>
            <a:off x="179388" y="1196975"/>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eaLnBrk="1" hangingPunct="1">
              <a:lnSpc>
                <a:spcPct val="150000"/>
              </a:lnSpc>
              <a:spcBef>
                <a:spcPts val="600"/>
              </a:spcBef>
              <a:buClr>
                <a:srgbClr val="727CA3"/>
              </a:buClr>
              <a:buSzPct val="76000"/>
              <a:buFont typeface="Wingdings 3" pitchFamily="16" charset="2"/>
              <a:buChar char=""/>
            </a:pPr>
            <a:r>
              <a:rPr lang="en-US" sz="2400" dirty="0" err="1">
                <a:solidFill>
                  <a:srgbClr val="000000"/>
                </a:solidFill>
                <a:latin typeface="Times New Roman" pitchFamily="16" charset="0"/>
              </a:rPr>
              <a:t>精度</a:t>
            </a:r>
            <a:r>
              <a:rPr lang="en-US" altLang="zh-CN" sz="2400" dirty="0">
                <a:solidFill>
                  <a:srgbClr val="000000"/>
                </a:solidFill>
                <a:latin typeface="Times New Roman" pitchFamily="16" charset="0"/>
              </a:rPr>
              <a:t>: </a:t>
            </a:r>
            <a:r>
              <a:rPr lang="en-US" altLang="zh-CN" sz="2400" dirty="0" smtClean="0">
                <a:solidFill>
                  <a:srgbClr val="000000"/>
                </a:solidFill>
                <a:latin typeface="Times New Roman" pitchFamily="16" charset="0"/>
              </a:rPr>
              <a:t>10-bit/12-bit</a:t>
            </a:r>
            <a:endParaRPr lang="en-US" altLang="zh-CN" sz="2400" dirty="0">
              <a:solidFill>
                <a:srgbClr val="000000"/>
              </a:solidFill>
              <a:latin typeface="Times New Roman" pitchFamily="16" charset="0"/>
            </a:endParaRPr>
          </a:p>
          <a:p>
            <a:pPr eaLnBrk="1" hangingPunct="1">
              <a:lnSpc>
                <a:spcPct val="150000"/>
              </a:lnSpc>
              <a:spcBef>
                <a:spcPts val="600"/>
              </a:spcBef>
              <a:buClr>
                <a:srgbClr val="727CA3"/>
              </a:buClr>
              <a:buSzPct val="76000"/>
              <a:buFont typeface="Wingdings 3" pitchFamily="16" charset="2"/>
              <a:buChar char=""/>
            </a:pPr>
            <a:r>
              <a:rPr lang="en-US" altLang="zh-CN" sz="2400" dirty="0">
                <a:solidFill>
                  <a:srgbClr val="000000"/>
                </a:solidFill>
                <a:latin typeface="Times New Roman" pitchFamily="16" charset="0"/>
              </a:rPr>
              <a:t> </a:t>
            </a:r>
            <a:r>
              <a:rPr lang="zh-CN" altLang="en-US" sz="2400" dirty="0" smtClean="0">
                <a:solidFill>
                  <a:srgbClr val="000000"/>
                </a:solidFill>
                <a:latin typeface="Times New Roman" pitchFamily="16" charset="0"/>
              </a:rPr>
              <a:t>积分非</a:t>
            </a:r>
            <a:r>
              <a:rPr lang="en-US" sz="2400" dirty="0" err="1" smtClean="0">
                <a:solidFill>
                  <a:srgbClr val="000000"/>
                </a:solidFill>
                <a:latin typeface="Times New Roman" pitchFamily="16" charset="0"/>
              </a:rPr>
              <a:t>线性误差</a:t>
            </a:r>
            <a:r>
              <a:rPr lang="en-US" altLang="zh-CN" sz="2400" dirty="0">
                <a:solidFill>
                  <a:srgbClr val="000000"/>
                </a:solidFill>
                <a:latin typeface="Times New Roman" pitchFamily="16" charset="0"/>
              </a:rPr>
              <a:t>: ± </a:t>
            </a:r>
            <a:r>
              <a:rPr lang="en-US" altLang="zh-CN" sz="2400" dirty="0" smtClean="0">
                <a:solidFill>
                  <a:srgbClr val="000000"/>
                </a:solidFill>
                <a:latin typeface="Times New Roman" pitchFamily="16" charset="0"/>
              </a:rPr>
              <a:t>4.0 </a:t>
            </a:r>
            <a:r>
              <a:rPr lang="en-US" altLang="zh-CN" sz="2400" dirty="0">
                <a:solidFill>
                  <a:srgbClr val="000000"/>
                </a:solidFill>
                <a:latin typeface="Times New Roman" pitchFamily="16" charset="0"/>
              </a:rPr>
              <a:t>LSB</a:t>
            </a:r>
          </a:p>
          <a:p>
            <a:pPr eaLnBrk="1" hangingPunct="1">
              <a:lnSpc>
                <a:spcPct val="150000"/>
              </a:lnSpc>
              <a:spcBef>
                <a:spcPts val="600"/>
              </a:spcBef>
              <a:buClr>
                <a:srgbClr val="727CA3"/>
              </a:buClr>
              <a:buSzPct val="76000"/>
              <a:buFont typeface="Wingdings 3" pitchFamily="16" charset="2"/>
              <a:buChar char=""/>
            </a:pPr>
            <a:r>
              <a:rPr lang="en-US" altLang="zh-CN" sz="2400" dirty="0">
                <a:solidFill>
                  <a:srgbClr val="000000"/>
                </a:solidFill>
                <a:latin typeface="Times New Roman" pitchFamily="16" charset="0"/>
              </a:rPr>
              <a:t> </a:t>
            </a:r>
            <a:r>
              <a:rPr lang="en-US" sz="2400" dirty="0" err="1">
                <a:solidFill>
                  <a:srgbClr val="000000"/>
                </a:solidFill>
                <a:latin typeface="Times New Roman" pitchFamily="16" charset="0"/>
              </a:rPr>
              <a:t>最大转换率</a:t>
            </a:r>
            <a:r>
              <a:rPr lang="en-US" altLang="zh-CN" sz="2400" dirty="0">
                <a:solidFill>
                  <a:srgbClr val="000000"/>
                </a:solidFill>
                <a:latin typeface="Times New Roman" pitchFamily="16" charset="0"/>
              </a:rPr>
              <a:t>: </a:t>
            </a:r>
            <a:r>
              <a:rPr lang="en-US" altLang="zh-CN" sz="2400" dirty="0" smtClean="0">
                <a:solidFill>
                  <a:srgbClr val="000000"/>
                </a:solidFill>
                <a:latin typeface="Times New Roman" pitchFamily="16" charset="0"/>
              </a:rPr>
              <a:t>1MSPS</a:t>
            </a:r>
            <a:endParaRPr lang="en-US" altLang="zh-CN" sz="2400" dirty="0">
              <a:solidFill>
                <a:srgbClr val="000000"/>
              </a:solidFill>
              <a:latin typeface="Times New Roman" pitchFamily="16" charset="0"/>
            </a:endParaRPr>
          </a:p>
          <a:p>
            <a:pPr eaLnBrk="1" hangingPunct="1">
              <a:lnSpc>
                <a:spcPct val="150000"/>
              </a:lnSpc>
              <a:spcBef>
                <a:spcPts val="600"/>
              </a:spcBef>
              <a:buClr>
                <a:srgbClr val="727CA3"/>
              </a:buClr>
              <a:buSzPct val="76000"/>
              <a:buFont typeface="Wingdings 3" pitchFamily="16" charset="2"/>
              <a:buChar char=""/>
            </a:pPr>
            <a:r>
              <a:rPr lang="en-US" altLang="zh-CN" sz="2400" dirty="0">
                <a:solidFill>
                  <a:srgbClr val="000000"/>
                </a:solidFill>
                <a:latin typeface="Times New Roman" pitchFamily="16" charset="0"/>
              </a:rPr>
              <a:t> </a:t>
            </a:r>
            <a:r>
              <a:rPr lang="en-US" sz="2400" dirty="0" err="1">
                <a:solidFill>
                  <a:srgbClr val="000000"/>
                </a:solidFill>
                <a:latin typeface="Times New Roman" pitchFamily="16" charset="0"/>
              </a:rPr>
              <a:t>低功耗</a:t>
            </a:r>
            <a:endParaRPr lang="en-US" sz="2400" dirty="0">
              <a:solidFill>
                <a:srgbClr val="000000"/>
              </a:solidFill>
              <a:latin typeface="Times New Roman" pitchFamily="16" charset="0"/>
            </a:endParaRPr>
          </a:p>
          <a:p>
            <a:pPr eaLnBrk="1" hangingPunct="1">
              <a:lnSpc>
                <a:spcPct val="150000"/>
              </a:lnSpc>
              <a:spcBef>
                <a:spcPts val="600"/>
              </a:spcBef>
              <a:buClr>
                <a:srgbClr val="727CA3"/>
              </a:buClr>
              <a:buSzPct val="76000"/>
              <a:buFont typeface="Wingdings 3" pitchFamily="16" charset="2"/>
              <a:buChar char=""/>
            </a:pPr>
            <a:r>
              <a:rPr lang="en-US" altLang="zh-CN" sz="2400" dirty="0">
                <a:solidFill>
                  <a:srgbClr val="000000"/>
                </a:solidFill>
                <a:latin typeface="Times New Roman" pitchFamily="16" charset="0"/>
              </a:rPr>
              <a:t> </a:t>
            </a:r>
            <a:r>
              <a:rPr lang="zh-CN" altLang="en-US" sz="2400" dirty="0" smtClean="0">
                <a:solidFill>
                  <a:srgbClr val="000000"/>
                </a:solidFill>
                <a:latin typeface="Times New Roman" pitchFamily="16" charset="0"/>
              </a:rPr>
              <a:t>工作</a:t>
            </a:r>
            <a:r>
              <a:rPr lang="en-US" sz="2400" dirty="0" err="1" smtClean="0">
                <a:solidFill>
                  <a:srgbClr val="000000"/>
                </a:solidFill>
                <a:latin typeface="Times New Roman" pitchFamily="16" charset="0"/>
              </a:rPr>
              <a:t>电压</a:t>
            </a:r>
            <a:r>
              <a:rPr lang="en-US" altLang="zh-CN" sz="2400" dirty="0">
                <a:solidFill>
                  <a:srgbClr val="000000"/>
                </a:solidFill>
                <a:latin typeface="Times New Roman" pitchFamily="16" charset="0"/>
              </a:rPr>
              <a:t>: </a:t>
            </a:r>
            <a:r>
              <a:rPr lang="en-US" altLang="zh-CN" sz="2400" dirty="0" smtClean="0">
                <a:solidFill>
                  <a:srgbClr val="000000"/>
                </a:solidFill>
                <a:latin typeface="Times New Roman" pitchFamily="16" charset="0"/>
              </a:rPr>
              <a:t>1.8V</a:t>
            </a:r>
            <a:endParaRPr lang="en-US" altLang="zh-CN" sz="2400" dirty="0">
              <a:solidFill>
                <a:srgbClr val="000000"/>
              </a:solidFill>
              <a:latin typeface="Times New Roman" pitchFamily="16" charset="0"/>
            </a:endParaRPr>
          </a:p>
          <a:p>
            <a:pPr eaLnBrk="1" hangingPunct="1">
              <a:lnSpc>
                <a:spcPct val="150000"/>
              </a:lnSpc>
              <a:spcBef>
                <a:spcPts val="600"/>
              </a:spcBef>
              <a:buClr>
                <a:srgbClr val="727CA3"/>
              </a:buClr>
              <a:buSzPct val="76000"/>
              <a:buFont typeface="Wingdings 3" pitchFamily="16" charset="2"/>
              <a:buChar char=""/>
            </a:pPr>
            <a:r>
              <a:rPr lang="en-US" altLang="zh-CN" sz="2400" dirty="0">
                <a:solidFill>
                  <a:srgbClr val="000000"/>
                </a:solidFill>
                <a:latin typeface="Times New Roman" pitchFamily="16" charset="0"/>
              </a:rPr>
              <a:t> </a:t>
            </a:r>
            <a:r>
              <a:rPr lang="en-US" sz="2400" dirty="0" err="1">
                <a:solidFill>
                  <a:srgbClr val="000000"/>
                </a:solidFill>
                <a:latin typeface="Times New Roman" pitchFamily="16" charset="0"/>
              </a:rPr>
              <a:t>模拟量输入信号范围</a:t>
            </a:r>
            <a:r>
              <a:rPr lang="en-US" altLang="zh-CN" sz="2400" dirty="0">
                <a:solidFill>
                  <a:srgbClr val="000000"/>
                </a:solidFill>
                <a:latin typeface="Times New Roman" pitchFamily="16" charset="0"/>
              </a:rPr>
              <a:t>: 0 ~ </a:t>
            </a:r>
            <a:r>
              <a:rPr lang="en-US" altLang="zh-CN" sz="2400" dirty="0" smtClean="0">
                <a:solidFill>
                  <a:srgbClr val="000000"/>
                </a:solidFill>
                <a:latin typeface="Times New Roman" pitchFamily="16" charset="0"/>
              </a:rPr>
              <a:t>1.8V</a:t>
            </a:r>
            <a:endParaRPr lang="en-US" altLang="zh-CN" sz="2400" dirty="0">
              <a:solidFill>
                <a:srgbClr val="000000"/>
              </a:solidFill>
              <a:latin typeface="Times New Roman" pitchFamily="16" charset="0"/>
            </a:endParaRPr>
          </a:p>
          <a:p>
            <a:pPr eaLnBrk="1" hangingPunct="1">
              <a:lnSpc>
                <a:spcPct val="150000"/>
              </a:lnSpc>
              <a:spcBef>
                <a:spcPts val="600"/>
              </a:spcBef>
              <a:buClr>
                <a:srgbClr val="727CA3"/>
              </a:buClr>
              <a:buSzPct val="76000"/>
              <a:buFont typeface="Wingdings 3" pitchFamily="16" charset="2"/>
              <a:buChar char=""/>
            </a:pPr>
            <a:r>
              <a:rPr lang="en-US" altLang="zh-CN" sz="2400" dirty="0">
                <a:solidFill>
                  <a:srgbClr val="000000"/>
                </a:solidFill>
                <a:latin typeface="Times New Roman" pitchFamily="16" charset="0"/>
              </a:rPr>
              <a:t> </a:t>
            </a:r>
            <a:r>
              <a:rPr lang="en-US" sz="2400" dirty="0" err="1">
                <a:solidFill>
                  <a:srgbClr val="000000"/>
                </a:solidFill>
                <a:latin typeface="Times New Roman" pitchFamily="16" charset="0"/>
              </a:rPr>
              <a:t>片上采样－保持电路</a:t>
            </a:r>
            <a:endParaRPr lang="en-US" sz="2400" dirty="0">
              <a:solidFill>
                <a:srgbClr val="000000"/>
              </a:solidFill>
              <a:latin typeface="Times New Roman" pitchFamily="16" charset="0"/>
            </a:endParaRPr>
          </a:p>
          <a:p>
            <a:pPr eaLnBrk="1" hangingPunct="1">
              <a:lnSpc>
                <a:spcPct val="150000"/>
              </a:lnSpc>
              <a:spcBef>
                <a:spcPts val="600"/>
              </a:spcBef>
              <a:buClr>
                <a:srgbClr val="727CA3"/>
              </a:buClr>
              <a:buSzPct val="76000"/>
              <a:buFont typeface="Wingdings 3" pitchFamily="16" charset="2"/>
              <a:buChar char=""/>
            </a:pPr>
            <a:r>
              <a:rPr lang="en-US" altLang="zh-CN" sz="2400" dirty="0">
                <a:solidFill>
                  <a:srgbClr val="000000"/>
                </a:solidFill>
                <a:latin typeface="Times New Roman" pitchFamily="16" charset="0"/>
              </a:rPr>
              <a:t> </a:t>
            </a:r>
            <a:r>
              <a:rPr lang="en-US" altLang="zh-CN" sz="2400" dirty="0" smtClean="0">
                <a:solidFill>
                  <a:srgbClr val="000000"/>
                </a:solidFill>
                <a:latin typeface="Times New Roman" pitchFamily="16" charset="0"/>
              </a:rPr>
              <a:t>4</a:t>
            </a:r>
            <a:r>
              <a:rPr lang="en-US" sz="2400" dirty="0" smtClean="0">
                <a:solidFill>
                  <a:srgbClr val="000000"/>
                </a:solidFill>
                <a:latin typeface="Times New Roman" pitchFamily="16" charset="0"/>
              </a:rPr>
              <a:t>通道</a:t>
            </a:r>
            <a:endParaRPr lang="en-US" sz="2400" dirty="0">
              <a:solidFill>
                <a:srgbClr val="000000"/>
              </a:solidFill>
              <a:latin typeface="Times New Roman" pitchFamily="16" charset="0"/>
            </a:endParaRPr>
          </a:p>
        </p:txBody>
      </p:sp>
    </p:spTree>
    <p:extLst>
      <p:ext uri="{BB962C8B-B14F-4D97-AF65-F5344CB8AC3E}">
        <p14:creationId xmlns:p14="http://schemas.microsoft.com/office/powerpoint/2010/main" val="309290455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chemeClr val="tx1"/>
                </a:solidFill>
              </a:rPr>
              <a:t>A/D</a:t>
            </a:r>
            <a:r>
              <a:rPr lang="zh-CN" altLang="en-US" sz="3200" dirty="0" smtClean="0">
                <a:solidFill>
                  <a:schemeClr val="tx1"/>
                </a:solidFill>
              </a:rPr>
              <a:t>原理图</a:t>
            </a:r>
            <a:endParaRPr lang="en-US" sz="3200" dirty="0">
              <a:solidFill>
                <a:schemeClr val="tx1"/>
              </a:solidFill>
            </a:endParaRPr>
          </a:p>
        </p:txBody>
      </p:sp>
      <p:pic>
        <p:nvPicPr>
          <p:cNvPr id="64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6388" y="1556792"/>
            <a:ext cx="5991225" cy="401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386622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rgbClr val="464653"/>
                </a:solidFill>
              </a:rPr>
              <a:t>Exynos4412 A/</a:t>
            </a:r>
            <a:r>
              <a:rPr lang="en-US" altLang="zh-CN" sz="3200" dirty="0" err="1" smtClean="0">
                <a:solidFill>
                  <a:srgbClr val="464653"/>
                </a:solidFill>
              </a:rPr>
              <a:t>D</a:t>
            </a:r>
            <a:r>
              <a:rPr lang="en-US" sz="3200" dirty="0" err="1" smtClean="0">
                <a:solidFill>
                  <a:srgbClr val="464653"/>
                </a:solidFill>
              </a:rPr>
              <a:t>转换器相关寄存器</a:t>
            </a:r>
            <a:endParaRPr lang="en-US" sz="3200" dirty="0">
              <a:solidFill>
                <a:srgbClr val="464653"/>
              </a:solidFill>
            </a:endParaRPr>
          </a:p>
        </p:txBody>
      </p:sp>
      <p:sp>
        <p:nvSpPr>
          <p:cNvPr id="28676"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marL="546100" indent="-2730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eaLnBrk="1" hangingPunct="1">
              <a:spcBef>
                <a:spcPts val="600"/>
              </a:spcBef>
              <a:buClr>
                <a:srgbClr val="727CA3"/>
              </a:buClr>
              <a:buSzPct val="76000"/>
              <a:buFont typeface="Wingdings 3" pitchFamily="16" charset="2"/>
              <a:buChar char=""/>
            </a:pPr>
            <a:r>
              <a:rPr lang="en-US" sz="2400" dirty="0" err="1" smtClean="0">
                <a:solidFill>
                  <a:srgbClr val="000000"/>
                </a:solidFill>
                <a:latin typeface="Times New Roman" pitchFamily="16" charset="0"/>
              </a:rPr>
              <a:t>下面列出</a:t>
            </a:r>
            <a:r>
              <a:rPr lang="en-US" altLang="zh-CN" sz="2400" dirty="0">
                <a:solidFill>
                  <a:srgbClr val="464653"/>
                </a:solidFill>
              </a:rPr>
              <a:t> </a:t>
            </a:r>
            <a:r>
              <a:rPr lang="en-US" altLang="zh-CN" sz="2400" dirty="0" smtClean="0">
                <a:solidFill>
                  <a:srgbClr val="464653"/>
                </a:solidFill>
              </a:rPr>
              <a:t>Exynos4412 </a:t>
            </a:r>
            <a:r>
              <a:rPr lang="en-US" altLang="zh-CN" sz="2400" dirty="0" smtClean="0">
                <a:solidFill>
                  <a:srgbClr val="000000"/>
                </a:solidFill>
                <a:latin typeface="Times New Roman" pitchFamily="16" charset="0"/>
              </a:rPr>
              <a:t>A/</a:t>
            </a:r>
            <a:r>
              <a:rPr lang="en-US" altLang="zh-CN" sz="2400" dirty="0" err="1" smtClean="0">
                <a:solidFill>
                  <a:srgbClr val="000000"/>
                </a:solidFill>
                <a:latin typeface="Times New Roman" pitchFamily="16" charset="0"/>
              </a:rPr>
              <a:t>D</a:t>
            </a:r>
            <a:r>
              <a:rPr lang="en-US" sz="2400" dirty="0" err="1">
                <a:solidFill>
                  <a:srgbClr val="000000"/>
                </a:solidFill>
                <a:latin typeface="Times New Roman" pitchFamily="16" charset="0"/>
              </a:rPr>
              <a:t>转换器相关的寄存器，</a:t>
            </a:r>
            <a:r>
              <a:rPr lang="en-US" sz="2400" dirty="0" err="1" smtClean="0">
                <a:solidFill>
                  <a:srgbClr val="000000"/>
                </a:solidFill>
                <a:latin typeface="Times New Roman" pitchFamily="16" charset="0"/>
              </a:rPr>
              <a:t>具体位含义参见</a:t>
            </a:r>
            <a:r>
              <a:rPr lang="en-US" altLang="zh-CN" sz="2400" dirty="0">
                <a:solidFill>
                  <a:srgbClr val="464653"/>
                </a:solidFill>
              </a:rPr>
              <a:t> </a:t>
            </a:r>
            <a:r>
              <a:rPr lang="en-US" altLang="zh-CN" sz="2400" dirty="0" smtClean="0">
                <a:solidFill>
                  <a:srgbClr val="464653"/>
                </a:solidFill>
              </a:rPr>
              <a:t>Exynos4412 </a:t>
            </a:r>
            <a:r>
              <a:rPr lang="en-US" sz="2400" dirty="0" err="1" smtClean="0">
                <a:solidFill>
                  <a:srgbClr val="000000"/>
                </a:solidFill>
                <a:latin typeface="Times New Roman" pitchFamily="16" charset="0"/>
              </a:rPr>
              <a:t>手册</a:t>
            </a:r>
            <a:endParaRPr lang="en-US" sz="2400" dirty="0">
              <a:solidFill>
                <a:srgbClr val="000000"/>
              </a:solidFill>
              <a:latin typeface="Times New Roman" pitchFamily="16" charset="0"/>
            </a:endParaRPr>
          </a:p>
          <a:p>
            <a:pPr lvl="1" eaLnBrk="1" hangingPunct="1">
              <a:lnSpc>
                <a:spcPct val="200000"/>
              </a:lnSpc>
              <a:spcBef>
                <a:spcPts val="500"/>
              </a:spcBef>
              <a:buClr>
                <a:srgbClr val="9FB8CD"/>
              </a:buClr>
              <a:buSzPct val="76000"/>
              <a:buFont typeface="Wingdings 3" pitchFamily="16" charset="2"/>
              <a:buChar char=""/>
            </a:pPr>
            <a:r>
              <a:rPr lang="en-US" altLang="zh-CN" sz="2400" dirty="0">
                <a:solidFill>
                  <a:srgbClr val="464653"/>
                </a:solidFill>
                <a:latin typeface="Times New Roman" pitchFamily="16" charset="0"/>
              </a:rPr>
              <a:t>A/</a:t>
            </a:r>
            <a:r>
              <a:rPr lang="en-US" altLang="zh-CN" sz="2400" dirty="0" err="1">
                <a:solidFill>
                  <a:srgbClr val="464653"/>
                </a:solidFill>
                <a:latin typeface="Times New Roman" pitchFamily="16" charset="0"/>
              </a:rPr>
              <a:t>D</a:t>
            </a:r>
            <a:r>
              <a:rPr lang="en-US" sz="2400" dirty="0" err="1" smtClean="0">
                <a:solidFill>
                  <a:srgbClr val="464653"/>
                </a:solidFill>
                <a:latin typeface="Times New Roman" pitchFamily="16" charset="0"/>
              </a:rPr>
              <a:t>控制寄存器</a:t>
            </a:r>
            <a:r>
              <a:rPr lang="en-US" sz="2400" dirty="0" smtClean="0">
                <a:solidFill>
                  <a:srgbClr val="464653"/>
                </a:solidFill>
                <a:latin typeface="Times New Roman" pitchFamily="16" charset="0"/>
              </a:rPr>
              <a:t>  </a:t>
            </a:r>
            <a:r>
              <a:rPr lang="en-US" altLang="zh-CN" sz="2400" dirty="0" smtClean="0">
                <a:solidFill>
                  <a:srgbClr val="464653"/>
                </a:solidFill>
                <a:latin typeface="Times New Roman" pitchFamily="16" charset="0"/>
              </a:rPr>
              <a:t>ADCCON</a:t>
            </a:r>
            <a:endParaRPr lang="en-US" altLang="zh-CN" sz="2400" dirty="0">
              <a:solidFill>
                <a:srgbClr val="464653"/>
              </a:solidFill>
              <a:latin typeface="Times New Roman" pitchFamily="16" charset="0"/>
            </a:endParaRPr>
          </a:p>
          <a:p>
            <a:pPr lvl="1" eaLnBrk="1" hangingPunct="1">
              <a:lnSpc>
                <a:spcPct val="200000"/>
              </a:lnSpc>
              <a:spcBef>
                <a:spcPts val="500"/>
              </a:spcBef>
              <a:buClr>
                <a:srgbClr val="9FB8CD"/>
              </a:buClr>
              <a:buSzPct val="76000"/>
              <a:buFont typeface="Wingdings 3" pitchFamily="16" charset="2"/>
              <a:buChar char=""/>
            </a:pPr>
            <a:r>
              <a:rPr lang="en-US" altLang="zh-CN" sz="2400" dirty="0" smtClean="0">
                <a:solidFill>
                  <a:srgbClr val="464653"/>
                </a:solidFill>
                <a:latin typeface="Times New Roman" pitchFamily="16" charset="0"/>
              </a:rPr>
              <a:t>ADC </a:t>
            </a:r>
            <a:r>
              <a:rPr lang="en-US" altLang="zh-CN" sz="2400" dirty="0" err="1" smtClean="0">
                <a:solidFill>
                  <a:srgbClr val="464653"/>
                </a:solidFill>
                <a:latin typeface="Times New Roman" pitchFamily="16" charset="0"/>
              </a:rPr>
              <a:t>转换结果寄存器</a:t>
            </a:r>
            <a:r>
              <a:rPr lang="en-US" altLang="zh-CN" sz="2400" dirty="0" smtClean="0">
                <a:solidFill>
                  <a:srgbClr val="464653"/>
                </a:solidFill>
                <a:latin typeface="Times New Roman" pitchFamily="16" charset="0"/>
              </a:rPr>
              <a:t>  ADCDAT</a:t>
            </a:r>
            <a:endParaRPr lang="en-US" altLang="zh-CN" sz="2400" dirty="0">
              <a:solidFill>
                <a:srgbClr val="464653"/>
              </a:solidFill>
              <a:latin typeface="Times New Roman" pitchFamily="16" charset="0"/>
            </a:endParaRPr>
          </a:p>
          <a:p>
            <a:pPr lvl="1" eaLnBrk="1" hangingPunct="1">
              <a:lnSpc>
                <a:spcPct val="200000"/>
              </a:lnSpc>
              <a:spcBef>
                <a:spcPts val="500"/>
              </a:spcBef>
              <a:buClr>
                <a:srgbClr val="9FB8CD"/>
              </a:buClr>
              <a:buSzPct val="76000"/>
              <a:buFont typeface="Wingdings 3" pitchFamily="16" charset="2"/>
              <a:buChar char=""/>
            </a:pPr>
            <a:r>
              <a:rPr lang="en-US" altLang="zh-CN" sz="2400" dirty="0" smtClean="0">
                <a:solidFill>
                  <a:srgbClr val="464653"/>
                </a:solidFill>
                <a:latin typeface="Times New Roman" pitchFamily="16" charset="0"/>
              </a:rPr>
              <a:t>ADC</a:t>
            </a:r>
            <a:r>
              <a:rPr lang="zh-CN" altLang="en-US" sz="2400" dirty="0" smtClean="0">
                <a:solidFill>
                  <a:srgbClr val="464653"/>
                </a:solidFill>
                <a:latin typeface="Times New Roman" pitchFamily="16" charset="0"/>
              </a:rPr>
              <a:t>中断清除寄存器  </a:t>
            </a:r>
            <a:r>
              <a:rPr lang="en-US" altLang="zh-CN" sz="2400" dirty="0" smtClean="0">
                <a:solidFill>
                  <a:srgbClr val="464653"/>
                </a:solidFill>
                <a:latin typeface="Times New Roman" pitchFamily="16" charset="0"/>
              </a:rPr>
              <a:t>CLRINTADC</a:t>
            </a:r>
            <a:endParaRPr lang="en-US" altLang="zh-CN" sz="2400" dirty="0">
              <a:solidFill>
                <a:srgbClr val="464653"/>
              </a:solidFill>
              <a:latin typeface="Times New Roman" pitchFamily="16" charset="0"/>
            </a:endParaRPr>
          </a:p>
          <a:p>
            <a:pPr lvl="1" eaLnBrk="1" hangingPunct="1">
              <a:lnSpc>
                <a:spcPct val="200000"/>
              </a:lnSpc>
              <a:spcBef>
                <a:spcPts val="500"/>
              </a:spcBef>
              <a:buClr>
                <a:srgbClr val="9FB8CD"/>
              </a:buClr>
              <a:buSzPct val="76000"/>
              <a:buFont typeface="Wingdings 3" pitchFamily="16" charset="2"/>
              <a:buChar char=""/>
            </a:pPr>
            <a:r>
              <a:rPr lang="en-US" altLang="zh-CN" sz="2400" dirty="0" smtClean="0">
                <a:solidFill>
                  <a:srgbClr val="464653"/>
                </a:solidFill>
                <a:latin typeface="Times New Roman" pitchFamily="16" charset="0"/>
              </a:rPr>
              <a:t>ADC</a:t>
            </a:r>
            <a:r>
              <a:rPr lang="zh-CN" altLang="en-US" sz="2400" dirty="0" smtClean="0">
                <a:solidFill>
                  <a:srgbClr val="464653"/>
                </a:solidFill>
                <a:latin typeface="Times New Roman" pitchFamily="16" charset="0"/>
              </a:rPr>
              <a:t>通道选择寄存器   </a:t>
            </a:r>
            <a:r>
              <a:rPr lang="en-US" altLang="zh-CN" sz="2400" dirty="0" smtClean="0">
                <a:solidFill>
                  <a:srgbClr val="464653"/>
                </a:solidFill>
                <a:latin typeface="Times New Roman" pitchFamily="16" charset="0"/>
              </a:rPr>
              <a:t>ADCMUX</a:t>
            </a:r>
            <a:endParaRPr lang="en-US" altLang="zh-CN" sz="2000" dirty="0" smtClean="0">
              <a:solidFill>
                <a:srgbClr val="464653"/>
              </a:solidFill>
              <a:latin typeface="Times New Roman" pitchFamily="16" charset="0"/>
            </a:endParaRPr>
          </a:p>
          <a:p>
            <a:pPr lvl="1" eaLnBrk="1" hangingPunct="1">
              <a:spcBef>
                <a:spcPts val="500"/>
              </a:spcBef>
              <a:buClr>
                <a:srgbClr val="9FB8CD"/>
              </a:buClr>
              <a:buSzPct val="76000"/>
              <a:buFont typeface="Wingdings 3" pitchFamily="16" charset="2"/>
              <a:buNone/>
            </a:pPr>
            <a:endParaRPr lang="en-US" altLang="zh-CN" sz="2000" dirty="0">
              <a:solidFill>
                <a:srgbClr val="464653"/>
              </a:solidFill>
              <a:latin typeface="Times New Roman" pitchFamily="16" charset="0"/>
            </a:endParaRPr>
          </a:p>
          <a:p>
            <a:pPr lvl="1" eaLnBrk="1" hangingPunct="1">
              <a:spcBef>
                <a:spcPts val="500"/>
              </a:spcBef>
              <a:buClr>
                <a:srgbClr val="9FB8CD"/>
              </a:buClr>
              <a:buSzPct val="76000"/>
              <a:buFont typeface="Wingdings 3" pitchFamily="16" charset="2"/>
              <a:buNone/>
            </a:pPr>
            <a:endParaRPr lang="en-US" altLang="zh-CN" sz="2000" dirty="0">
              <a:solidFill>
                <a:srgbClr val="464653"/>
              </a:solidFill>
              <a:latin typeface="Times New Roman" pitchFamily="16" charset="0"/>
            </a:endParaRPr>
          </a:p>
        </p:txBody>
      </p:sp>
    </p:spTree>
    <p:extLst>
      <p:ext uri="{BB962C8B-B14F-4D97-AF65-F5344CB8AC3E}">
        <p14:creationId xmlns:p14="http://schemas.microsoft.com/office/powerpoint/2010/main" val="381519846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a:solidFill>
                  <a:srgbClr val="464653"/>
                </a:solidFill>
              </a:rPr>
              <a:t> </a:t>
            </a:r>
          </a:p>
        </p:txBody>
      </p:sp>
      <p:sp>
        <p:nvSpPr>
          <p:cNvPr id="187395"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5pPr>
            <a:lvl6pPr marL="25146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6pPr>
            <a:lvl7pPr marL="29718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7pPr>
            <a:lvl8pPr marL="34290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8pPr>
            <a:lvl9pPr marL="38862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9pPr>
          </a:lstStyle>
          <a:p>
            <a:pPr>
              <a:spcBef>
                <a:spcPts val="600"/>
              </a:spcBef>
              <a:buClr>
                <a:srgbClr val="727CA3"/>
              </a:buClr>
              <a:buSzPct val="76000"/>
              <a:buFont typeface="Wingdings 3" pitchFamily="16" charset="2"/>
              <a:buChar char=""/>
              <a:defRPr/>
            </a:pPr>
            <a:r>
              <a:rPr lang="en-US" sz="2800" dirty="0" smtClean="0">
                <a:latin typeface="Times New Roman" pitchFamily="16" charset="0"/>
              </a:rPr>
              <a:t>FS4412硬件资源</a:t>
            </a:r>
          </a:p>
          <a:p>
            <a:pPr>
              <a:spcBef>
                <a:spcPts val="600"/>
              </a:spcBef>
              <a:buClr>
                <a:srgbClr val="727CA3"/>
              </a:buClr>
              <a:buSzPct val="76000"/>
              <a:buFont typeface="Wingdings 3" pitchFamily="16" charset="2"/>
              <a:buChar char=""/>
              <a:defRPr/>
            </a:pPr>
            <a:r>
              <a:rPr lang="en-US" sz="2800" dirty="0" err="1" smtClean="0">
                <a:latin typeface="Times New Roman" pitchFamily="16" charset="0"/>
              </a:rPr>
              <a:t>GPIO接口驱动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按键中断接口驱动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PWM接口驱动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ADC接口驱动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i="1" u="sng" dirty="0" smtClean="0">
                <a:effectLst>
                  <a:outerShdw blurRad="38100" dist="38100" dir="2700000" algn="tl">
                    <a:srgbClr val="C0C0C0"/>
                  </a:outerShdw>
                </a:effectLst>
                <a:latin typeface="Times New Roman" pitchFamily="16" charset="0"/>
              </a:rPr>
              <a:t>I2C接口驱动</a:t>
            </a:r>
          </a:p>
          <a:p>
            <a:pPr>
              <a:spcBef>
                <a:spcPts val="600"/>
              </a:spcBef>
              <a:buClr>
                <a:srgbClr val="727CA3"/>
              </a:buClr>
              <a:buSzPct val="76000"/>
              <a:buFont typeface="Wingdings 3" pitchFamily="16" charset="2"/>
              <a:buChar char=""/>
              <a:defRPr/>
            </a:pPr>
            <a:r>
              <a:rPr lang="en-US" sz="2800" dirty="0" smtClean="0">
                <a:effectLst>
                  <a:outerShdw blurRad="38100" dist="38100" dir="2700000" algn="tl">
                    <a:srgbClr val="C0C0C0"/>
                  </a:outerShdw>
                </a:effectLst>
                <a:latin typeface="Times New Roman" pitchFamily="16" charset="0"/>
              </a:rPr>
              <a:t>SPI</a:t>
            </a:r>
            <a:r>
              <a:rPr lang="zh-CN" altLang="en-US" sz="2800" dirty="0" smtClean="0">
                <a:effectLst>
                  <a:outerShdw blurRad="38100" dist="38100" dir="2700000" algn="tl">
                    <a:srgbClr val="C0C0C0"/>
                  </a:outerShdw>
                </a:effectLst>
                <a:latin typeface="Times New Roman" pitchFamily="16" charset="0"/>
              </a:rPr>
              <a:t>接口驱动</a:t>
            </a:r>
            <a:endParaRPr lang="en-US" sz="2800" dirty="0" smtClean="0">
              <a:effectLst>
                <a:outerShdw blurRad="38100" dist="38100" dir="2700000" algn="tl">
                  <a:srgbClr val="C0C0C0"/>
                </a:outerShdw>
              </a:effectLst>
              <a:latin typeface="Times New Roman" pitchFamily="16" charset="0"/>
            </a:endParaRPr>
          </a:p>
          <a:p>
            <a:pPr>
              <a:spcBef>
                <a:spcPts val="600"/>
              </a:spcBef>
              <a:buClr>
                <a:srgbClr val="727CA3"/>
              </a:buClr>
              <a:buSzPct val="76000"/>
              <a:buFont typeface="Wingdings 3" pitchFamily="16" charset="2"/>
              <a:buNone/>
              <a:defRPr/>
            </a:pPr>
            <a:endParaRPr lang="en-US" sz="2800" i="1" u="sng" dirty="0" smtClean="0">
              <a:effectLst>
                <a:outerShdw blurRad="38100" dist="38100" dir="2700000" algn="tl">
                  <a:srgbClr val="C0C0C0"/>
                </a:outerShdw>
              </a:effectLst>
              <a:latin typeface="Times New Roman" pitchFamily="16" charset="0"/>
            </a:endParaRPr>
          </a:p>
        </p:txBody>
      </p:sp>
    </p:spTree>
    <p:extLst>
      <p:ext uri="{BB962C8B-B14F-4D97-AF65-F5344CB8AC3E}">
        <p14:creationId xmlns:p14="http://schemas.microsoft.com/office/powerpoint/2010/main" val="25592628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rgbClr val="464653"/>
                </a:solidFill>
              </a:rPr>
              <a:t>I2C </a:t>
            </a:r>
            <a:r>
              <a:rPr lang="zh-CN" altLang="en-US" sz="3200" dirty="0" smtClean="0">
                <a:solidFill>
                  <a:srgbClr val="464653"/>
                </a:solidFill>
              </a:rPr>
              <a:t>驱动的设计方法</a:t>
            </a:r>
            <a:endParaRPr lang="en-US" sz="3200" dirty="0">
              <a:solidFill>
                <a:srgbClr val="464653"/>
              </a:solidFill>
            </a:endParaRPr>
          </a:p>
        </p:txBody>
      </p:sp>
      <p:sp>
        <p:nvSpPr>
          <p:cNvPr id="37892"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marL="546100" indent="-2730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eaLnBrk="1" hangingPunct="1">
              <a:lnSpc>
                <a:spcPct val="200000"/>
              </a:lnSpc>
              <a:spcBef>
                <a:spcPts val="600"/>
              </a:spcBef>
              <a:buClr>
                <a:srgbClr val="727CA3"/>
              </a:buClr>
              <a:buSzPct val="76000"/>
              <a:buFont typeface="Wingdings 3" pitchFamily="16" charset="2"/>
              <a:buChar char=""/>
            </a:pPr>
            <a:r>
              <a:rPr lang="zh-CN" altLang="en-US" sz="2800" dirty="0" smtClean="0">
                <a:solidFill>
                  <a:srgbClr val="000000"/>
                </a:solidFill>
                <a:latin typeface="Times New Roman" pitchFamily="16" charset="0"/>
              </a:rPr>
              <a:t>以普通字符驱动的方式</a:t>
            </a:r>
            <a:endParaRPr lang="en-US" altLang="zh-CN" sz="2800" dirty="0" smtClean="0">
              <a:solidFill>
                <a:srgbClr val="000000"/>
              </a:solidFill>
              <a:latin typeface="Times New Roman" pitchFamily="16" charset="0"/>
            </a:endParaRPr>
          </a:p>
          <a:p>
            <a:pPr eaLnBrk="1" hangingPunct="1">
              <a:lnSpc>
                <a:spcPct val="200000"/>
              </a:lnSpc>
              <a:spcBef>
                <a:spcPts val="600"/>
              </a:spcBef>
              <a:buClr>
                <a:srgbClr val="727CA3"/>
              </a:buClr>
              <a:buSzPct val="76000"/>
              <a:buFont typeface="Wingdings 3" pitchFamily="16" charset="2"/>
              <a:buChar char=""/>
            </a:pPr>
            <a:r>
              <a:rPr lang="zh-CN" altLang="en-US" sz="2800" dirty="0" smtClean="0">
                <a:solidFill>
                  <a:srgbClr val="000000"/>
                </a:solidFill>
                <a:latin typeface="Times New Roman" pitchFamily="16" charset="0"/>
              </a:rPr>
              <a:t>使用</a:t>
            </a:r>
            <a:r>
              <a:rPr lang="en-US" altLang="zh-CN" sz="2800" dirty="0" err="1" smtClean="0">
                <a:solidFill>
                  <a:srgbClr val="000000"/>
                </a:solidFill>
                <a:latin typeface="Times New Roman" pitchFamily="16" charset="0"/>
              </a:rPr>
              <a:t>linux</a:t>
            </a:r>
            <a:r>
              <a:rPr lang="zh-CN" altLang="en-US" sz="2800" dirty="0" smtClean="0">
                <a:solidFill>
                  <a:srgbClr val="000000"/>
                </a:solidFill>
                <a:latin typeface="Times New Roman" pitchFamily="16" charset="0"/>
              </a:rPr>
              <a:t>内核提供的</a:t>
            </a:r>
            <a:r>
              <a:rPr lang="en-US" altLang="zh-CN" sz="2800" dirty="0" smtClean="0">
                <a:solidFill>
                  <a:srgbClr val="000000"/>
                </a:solidFill>
                <a:latin typeface="Times New Roman" pitchFamily="16" charset="0"/>
              </a:rPr>
              <a:t>I2C</a:t>
            </a:r>
            <a:r>
              <a:rPr lang="zh-CN" altLang="en-US" sz="2800" dirty="0" smtClean="0">
                <a:solidFill>
                  <a:srgbClr val="000000"/>
                </a:solidFill>
                <a:latin typeface="Times New Roman" pitchFamily="16" charset="0"/>
              </a:rPr>
              <a:t>子系统</a:t>
            </a:r>
            <a:endParaRPr lang="en-US" altLang="zh-CN" sz="2800" dirty="0" smtClean="0">
              <a:solidFill>
                <a:srgbClr val="000000"/>
              </a:solidFill>
              <a:latin typeface="Times New Roman" pitchFamily="16" charset="0"/>
            </a:endParaRPr>
          </a:p>
        </p:txBody>
      </p:sp>
    </p:spTree>
    <p:extLst>
      <p:ext uri="{BB962C8B-B14F-4D97-AF65-F5344CB8AC3E}">
        <p14:creationId xmlns:p14="http://schemas.microsoft.com/office/powerpoint/2010/main" val="367104932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rgbClr val="464653"/>
                </a:solidFill>
              </a:rPr>
              <a:t>Exynos4412 I2C </a:t>
            </a:r>
            <a:r>
              <a:rPr lang="en-US" sz="3200" dirty="0" err="1">
                <a:solidFill>
                  <a:srgbClr val="464653"/>
                </a:solidFill>
              </a:rPr>
              <a:t>总线控制器相关寄存器</a:t>
            </a:r>
            <a:endParaRPr lang="en-US" sz="3200" dirty="0">
              <a:solidFill>
                <a:srgbClr val="464653"/>
              </a:solidFill>
            </a:endParaRPr>
          </a:p>
        </p:txBody>
      </p:sp>
      <p:sp>
        <p:nvSpPr>
          <p:cNvPr id="37892"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marL="546100" indent="-2730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marL="271463" lvl="1" indent="-271463" eaLnBrk="1" hangingPunct="1">
              <a:spcBef>
                <a:spcPts val="600"/>
              </a:spcBef>
              <a:buClr>
                <a:srgbClr val="727CA3"/>
              </a:buClr>
              <a:buSzPct val="76000"/>
              <a:buFont typeface="Wingdings 3" pitchFamily="16" charset="2"/>
              <a:buChar char=""/>
            </a:pPr>
            <a:r>
              <a:rPr lang="en-US" sz="2800" dirty="0" smtClean="0">
                <a:solidFill>
                  <a:srgbClr val="000000"/>
                </a:solidFill>
                <a:latin typeface="Times New Roman" pitchFamily="16" charset="0"/>
              </a:rPr>
              <a:t>下面列出</a:t>
            </a:r>
            <a:r>
              <a:rPr lang="en-US" altLang="zh-CN" sz="2800" dirty="0" smtClean="0">
                <a:solidFill>
                  <a:srgbClr val="000000"/>
                </a:solidFill>
                <a:latin typeface="Times New Roman" pitchFamily="16" charset="0"/>
              </a:rPr>
              <a:t>Exynos4412 </a:t>
            </a:r>
            <a:r>
              <a:rPr lang="en-US" altLang="zh-CN" sz="2800" dirty="0">
                <a:solidFill>
                  <a:srgbClr val="000000"/>
                </a:solidFill>
                <a:latin typeface="Times New Roman" pitchFamily="16" charset="0"/>
              </a:rPr>
              <a:t>I2C </a:t>
            </a:r>
            <a:r>
              <a:rPr lang="en-US" sz="2800" dirty="0" err="1">
                <a:solidFill>
                  <a:srgbClr val="000000"/>
                </a:solidFill>
                <a:latin typeface="Times New Roman" pitchFamily="16" charset="0"/>
              </a:rPr>
              <a:t>总线控制器相关的寄存器，具体位含义参见</a:t>
            </a:r>
            <a:r>
              <a:rPr lang="en-US" altLang="zh-CN" sz="2800" dirty="0">
                <a:solidFill>
                  <a:srgbClr val="000000"/>
                </a:solidFill>
                <a:latin typeface="Times New Roman" pitchFamily="16" charset="0"/>
              </a:rPr>
              <a:t> </a:t>
            </a:r>
            <a:r>
              <a:rPr lang="en-US" altLang="zh-CN" sz="2800" dirty="0" smtClean="0">
                <a:solidFill>
                  <a:srgbClr val="000000"/>
                </a:solidFill>
                <a:latin typeface="Times New Roman" pitchFamily="16" charset="0"/>
              </a:rPr>
              <a:t>Exynos4412</a:t>
            </a:r>
            <a:r>
              <a:rPr lang="en-US" sz="2800" dirty="0" smtClean="0">
                <a:solidFill>
                  <a:srgbClr val="000000"/>
                </a:solidFill>
                <a:latin typeface="Times New Roman" pitchFamily="16" charset="0"/>
              </a:rPr>
              <a:t>手册</a:t>
            </a:r>
            <a:endParaRPr lang="en-US" sz="2800" dirty="0">
              <a:solidFill>
                <a:srgbClr val="000000"/>
              </a:solidFill>
              <a:latin typeface="Times New Roman" pitchFamily="16" charset="0"/>
            </a:endParaRPr>
          </a:p>
          <a:p>
            <a:pPr lvl="1" eaLnBrk="1" hangingPunct="1">
              <a:lnSpc>
                <a:spcPct val="150000"/>
              </a:lnSpc>
              <a:spcBef>
                <a:spcPts val="500"/>
              </a:spcBef>
              <a:buClr>
                <a:srgbClr val="9FB8CD"/>
              </a:buClr>
              <a:buSzPct val="76000"/>
              <a:buFont typeface="Wingdings 3" pitchFamily="16" charset="2"/>
              <a:buChar char=""/>
            </a:pPr>
            <a:r>
              <a:rPr lang="en-US" altLang="zh-CN" sz="2400" dirty="0">
                <a:solidFill>
                  <a:srgbClr val="464653"/>
                </a:solidFill>
                <a:latin typeface="Times New Roman" pitchFamily="16" charset="0"/>
              </a:rPr>
              <a:t>I2C</a:t>
            </a:r>
            <a:r>
              <a:rPr lang="en-US" sz="2400" dirty="0">
                <a:solidFill>
                  <a:srgbClr val="464653"/>
                </a:solidFill>
                <a:latin typeface="Times New Roman" pitchFamily="16" charset="0"/>
              </a:rPr>
              <a:t>控制寄存器</a:t>
            </a:r>
            <a:r>
              <a:rPr lang="en-US" altLang="zh-CN" sz="2400" dirty="0" smtClean="0">
                <a:solidFill>
                  <a:srgbClr val="464653"/>
                </a:solidFill>
                <a:latin typeface="Times New Roman" pitchFamily="16" charset="0"/>
              </a:rPr>
              <a:t>I2CCONx</a:t>
            </a:r>
            <a:endParaRPr lang="en-US" altLang="zh-CN" sz="2400" dirty="0">
              <a:solidFill>
                <a:srgbClr val="464653"/>
              </a:solidFill>
              <a:latin typeface="Times New Roman" pitchFamily="16" charset="0"/>
            </a:endParaRPr>
          </a:p>
          <a:p>
            <a:pPr lvl="1" eaLnBrk="1" hangingPunct="1">
              <a:lnSpc>
                <a:spcPct val="150000"/>
              </a:lnSpc>
              <a:spcBef>
                <a:spcPts val="500"/>
              </a:spcBef>
              <a:buClr>
                <a:srgbClr val="9FB8CD"/>
              </a:buClr>
              <a:buSzPct val="76000"/>
              <a:buFont typeface="Wingdings 3" pitchFamily="16" charset="2"/>
              <a:buChar char=""/>
            </a:pPr>
            <a:r>
              <a:rPr lang="en-US" altLang="zh-CN" sz="2400" dirty="0">
                <a:solidFill>
                  <a:srgbClr val="464653"/>
                </a:solidFill>
                <a:latin typeface="Times New Roman" pitchFamily="16" charset="0"/>
              </a:rPr>
              <a:t>I2C</a:t>
            </a:r>
            <a:r>
              <a:rPr lang="en-US" sz="2400" dirty="0">
                <a:solidFill>
                  <a:srgbClr val="464653"/>
                </a:solidFill>
                <a:latin typeface="Times New Roman" pitchFamily="16" charset="0"/>
              </a:rPr>
              <a:t>状态寄存器</a:t>
            </a:r>
            <a:r>
              <a:rPr lang="en-US" altLang="zh-CN" sz="2400" dirty="0" smtClean="0">
                <a:solidFill>
                  <a:srgbClr val="464653"/>
                </a:solidFill>
                <a:latin typeface="Times New Roman" pitchFamily="16" charset="0"/>
              </a:rPr>
              <a:t>I2CSTATx</a:t>
            </a:r>
            <a:endParaRPr lang="en-US" altLang="zh-CN" sz="2400" dirty="0">
              <a:solidFill>
                <a:srgbClr val="464653"/>
              </a:solidFill>
              <a:latin typeface="Times New Roman" pitchFamily="16" charset="0"/>
            </a:endParaRPr>
          </a:p>
          <a:p>
            <a:pPr lvl="1" eaLnBrk="1" hangingPunct="1">
              <a:lnSpc>
                <a:spcPct val="150000"/>
              </a:lnSpc>
              <a:spcBef>
                <a:spcPts val="500"/>
              </a:spcBef>
              <a:buClr>
                <a:srgbClr val="9FB8CD"/>
              </a:buClr>
              <a:buSzPct val="76000"/>
              <a:buFont typeface="Wingdings 3" pitchFamily="16" charset="2"/>
              <a:buChar char=""/>
            </a:pPr>
            <a:r>
              <a:rPr lang="en-US" altLang="zh-CN" sz="2400" dirty="0">
                <a:solidFill>
                  <a:srgbClr val="464653"/>
                </a:solidFill>
                <a:latin typeface="Times New Roman" pitchFamily="16" charset="0"/>
              </a:rPr>
              <a:t>I2C</a:t>
            </a:r>
            <a:r>
              <a:rPr lang="en-US" sz="2400" dirty="0">
                <a:solidFill>
                  <a:srgbClr val="464653"/>
                </a:solidFill>
                <a:latin typeface="Times New Roman" pitchFamily="16" charset="0"/>
              </a:rPr>
              <a:t>地址寄存器</a:t>
            </a:r>
            <a:r>
              <a:rPr lang="en-US" altLang="zh-CN" sz="2400" dirty="0" smtClean="0">
                <a:solidFill>
                  <a:srgbClr val="464653"/>
                </a:solidFill>
                <a:latin typeface="Times New Roman" pitchFamily="16" charset="0"/>
              </a:rPr>
              <a:t>I2CADDx</a:t>
            </a:r>
            <a:endParaRPr lang="en-US" altLang="zh-CN" sz="2400" dirty="0">
              <a:solidFill>
                <a:srgbClr val="464653"/>
              </a:solidFill>
              <a:latin typeface="Times New Roman" pitchFamily="16" charset="0"/>
            </a:endParaRPr>
          </a:p>
          <a:p>
            <a:pPr lvl="1" eaLnBrk="1" hangingPunct="1">
              <a:lnSpc>
                <a:spcPct val="150000"/>
              </a:lnSpc>
              <a:spcBef>
                <a:spcPts val="500"/>
              </a:spcBef>
              <a:buClr>
                <a:srgbClr val="9FB8CD"/>
              </a:buClr>
              <a:buSzPct val="76000"/>
              <a:buFont typeface="Wingdings 3" pitchFamily="16" charset="2"/>
              <a:buChar char=""/>
            </a:pPr>
            <a:r>
              <a:rPr lang="en-US" altLang="zh-CN" sz="2400" dirty="0">
                <a:solidFill>
                  <a:srgbClr val="464653"/>
                </a:solidFill>
                <a:latin typeface="Times New Roman" pitchFamily="16" charset="0"/>
              </a:rPr>
              <a:t>I2C</a:t>
            </a:r>
            <a:r>
              <a:rPr lang="en-US" sz="2400" dirty="0">
                <a:solidFill>
                  <a:srgbClr val="464653"/>
                </a:solidFill>
                <a:latin typeface="Times New Roman" pitchFamily="16" charset="0"/>
              </a:rPr>
              <a:t>接收发送移位寄存器</a:t>
            </a:r>
            <a:r>
              <a:rPr lang="en-US" altLang="zh-CN" sz="2400" dirty="0" smtClean="0">
                <a:solidFill>
                  <a:srgbClr val="464653"/>
                </a:solidFill>
                <a:latin typeface="Times New Roman" pitchFamily="16" charset="0"/>
              </a:rPr>
              <a:t>I2CDSx</a:t>
            </a:r>
          </a:p>
          <a:p>
            <a:pPr lvl="1" eaLnBrk="1" hangingPunct="1">
              <a:lnSpc>
                <a:spcPct val="150000"/>
              </a:lnSpc>
              <a:spcBef>
                <a:spcPts val="500"/>
              </a:spcBef>
              <a:buClr>
                <a:srgbClr val="9FB8CD"/>
              </a:buClr>
              <a:buSzPct val="76000"/>
              <a:buFont typeface="Wingdings 3" pitchFamily="16" charset="2"/>
              <a:buChar char=""/>
            </a:pPr>
            <a:endParaRPr lang="en-US" altLang="zh-CN" sz="2400" dirty="0" smtClean="0">
              <a:solidFill>
                <a:srgbClr val="464653"/>
              </a:solidFill>
              <a:latin typeface="Times New Roman" pitchFamily="16" charset="0"/>
            </a:endParaRPr>
          </a:p>
          <a:p>
            <a:pPr eaLnBrk="1" hangingPunct="1">
              <a:spcBef>
                <a:spcPts val="600"/>
              </a:spcBef>
              <a:buClr>
                <a:srgbClr val="727CA3"/>
              </a:buClr>
              <a:buSzPct val="76000"/>
              <a:buFont typeface="Wingdings 3" pitchFamily="16" charset="2"/>
              <a:buNone/>
            </a:pPr>
            <a:endParaRPr lang="en-US" altLang="zh-CN" sz="2000" dirty="0">
              <a:solidFill>
                <a:srgbClr val="000000"/>
              </a:solidFill>
              <a:latin typeface="Times New Roman" pitchFamily="16" charset="0"/>
            </a:endParaRPr>
          </a:p>
        </p:txBody>
      </p:sp>
    </p:spTree>
    <p:extLst>
      <p:ext uri="{BB962C8B-B14F-4D97-AF65-F5344CB8AC3E}">
        <p14:creationId xmlns:p14="http://schemas.microsoft.com/office/powerpoint/2010/main" val="3479568179"/>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smtClean="0">
                <a:solidFill>
                  <a:srgbClr val="464653"/>
                </a:solidFill>
              </a:rPr>
              <a:t>Linux</a:t>
            </a:r>
            <a:r>
              <a:rPr lang="zh-CN" altLang="en-US" sz="3200" dirty="0" smtClean="0">
                <a:solidFill>
                  <a:srgbClr val="464653"/>
                </a:solidFill>
              </a:rPr>
              <a:t>下</a:t>
            </a:r>
            <a:r>
              <a:rPr lang="en-US" altLang="zh-CN" sz="3200" dirty="0" smtClean="0">
                <a:solidFill>
                  <a:srgbClr val="464653"/>
                </a:solidFill>
              </a:rPr>
              <a:t>I2C</a:t>
            </a:r>
            <a:r>
              <a:rPr lang="zh-CN" altLang="en-US" sz="3200" dirty="0" smtClean="0">
                <a:solidFill>
                  <a:srgbClr val="464653"/>
                </a:solidFill>
              </a:rPr>
              <a:t>子系统框图</a:t>
            </a:r>
            <a:endParaRPr lang="en-US" sz="3200" dirty="0">
              <a:solidFill>
                <a:srgbClr val="464653"/>
              </a:solidFill>
            </a:endParaRPr>
          </a:p>
        </p:txBody>
      </p:sp>
      <p:pic>
        <p:nvPicPr>
          <p:cNvPr id="644097" name="Picture 1" descr="C:\Documents and Settings\Administrator\Application Data\Tencent\Users\461263722\QQ\WinTemp\RichOle\U44HAF{993L4RJHY(M6GHQF.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75656" y="1268760"/>
            <a:ext cx="6120680" cy="4969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670781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zh-CN" altLang="en-US" sz="3200" dirty="0">
                <a:solidFill>
                  <a:srgbClr val="464653"/>
                </a:solidFill>
              </a:rPr>
              <a:t>用户模式设备驱动</a:t>
            </a:r>
            <a:endParaRPr lang="en-US" altLang="zh-CN" sz="3200" dirty="0">
              <a:solidFill>
                <a:srgbClr val="464653"/>
              </a:solidFill>
            </a:endParaRPr>
          </a:p>
        </p:txBody>
      </p:sp>
      <p:sp>
        <p:nvSpPr>
          <p:cNvPr id="37892"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marL="546100" indent="-2730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marL="271463" lvl="1" indent="-271463" eaLnBrk="1" hangingPunct="1">
              <a:spcBef>
                <a:spcPts val="600"/>
              </a:spcBef>
              <a:buClr>
                <a:srgbClr val="727CA3"/>
              </a:buClr>
              <a:buSzPct val="76000"/>
              <a:buFont typeface="Wingdings 3" pitchFamily="16" charset="2"/>
              <a:buChar char=""/>
            </a:pPr>
            <a:r>
              <a:rPr lang="zh-CN" altLang="en-US" sz="2800" dirty="0">
                <a:solidFill>
                  <a:srgbClr val="000000"/>
                </a:solidFill>
                <a:latin typeface="Times New Roman" pitchFamily="16" charset="0"/>
              </a:rPr>
              <a:t>用户模式设备驱动基于内核中的</a:t>
            </a:r>
            <a:r>
              <a:rPr lang="en-US" altLang="zh-CN" sz="2800" dirty="0">
                <a:solidFill>
                  <a:srgbClr val="000000"/>
                </a:solidFill>
                <a:latin typeface="Times New Roman" pitchFamily="16" charset="0"/>
              </a:rPr>
              <a:t>i2c-dev</a:t>
            </a:r>
            <a:r>
              <a:rPr lang="zh-CN" altLang="en-US" sz="2800" dirty="0">
                <a:solidFill>
                  <a:srgbClr val="000000"/>
                </a:solidFill>
                <a:latin typeface="Times New Roman" pitchFamily="16" charset="0"/>
              </a:rPr>
              <a:t>驱动</a:t>
            </a:r>
            <a:endParaRPr lang="en-US" altLang="zh-CN" sz="2800" dirty="0">
              <a:solidFill>
                <a:srgbClr val="000000"/>
              </a:solidFill>
              <a:latin typeface="Times New Roman" pitchFamily="16" charset="0"/>
            </a:endParaRPr>
          </a:p>
          <a:p>
            <a:pPr marL="271463" lvl="1" indent="-271463" eaLnBrk="1" hangingPunct="1">
              <a:spcBef>
                <a:spcPts val="600"/>
              </a:spcBef>
              <a:buClr>
                <a:srgbClr val="727CA3"/>
              </a:buClr>
              <a:buSzPct val="76000"/>
              <a:buFont typeface="Wingdings 3" pitchFamily="16" charset="2"/>
              <a:buChar char=""/>
            </a:pPr>
            <a:r>
              <a:rPr lang="zh-CN" altLang="en-US" sz="2800" dirty="0">
                <a:solidFill>
                  <a:srgbClr val="000000"/>
                </a:solidFill>
                <a:latin typeface="Times New Roman" pitchFamily="16" charset="0"/>
              </a:rPr>
              <a:t>相关结构体：</a:t>
            </a:r>
            <a:endParaRPr lang="en-US" altLang="zh-CN" sz="2800" dirty="0">
              <a:solidFill>
                <a:srgbClr val="000000"/>
              </a:solidFill>
              <a:latin typeface="Times New Roman" pitchFamily="16" charset="0"/>
            </a:endParaRPr>
          </a:p>
          <a:p>
            <a:pPr marL="273050" lvl="1" indent="0" eaLnBrk="1" hangingPunct="1">
              <a:spcBef>
                <a:spcPts val="600"/>
              </a:spcBef>
              <a:buClr>
                <a:srgbClr val="727CA3"/>
              </a:buClr>
              <a:buSzPct val="76000"/>
            </a:pPr>
            <a:r>
              <a:rPr lang="en-US" altLang="zh-CN" sz="1400" dirty="0" err="1">
                <a:solidFill>
                  <a:srgbClr val="000000"/>
                </a:solidFill>
                <a:latin typeface="Times New Roman" pitchFamily="16" charset="0"/>
              </a:rPr>
              <a:t>struct</a:t>
            </a:r>
            <a:r>
              <a:rPr lang="en-US" altLang="zh-CN" sz="1400" dirty="0">
                <a:solidFill>
                  <a:srgbClr val="000000"/>
                </a:solidFill>
                <a:latin typeface="Times New Roman" pitchFamily="16" charset="0"/>
              </a:rPr>
              <a:t> </a:t>
            </a:r>
            <a:r>
              <a:rPr lang="en-US" altLang="zh-CN" sz="1400" dirty="0" smtClean="0">
                <a:solidFill>
                  <a:srgbClr val="000000"/>
                </a:solidFill>
                <a:latin typeface="Times New Roman" pitchFamily="16" charset="0"/>
              </a:rPr>
              <a:t> i2c_msg </a:t>
            </a:r>
            <a:r>
              <a:rPr lang="en-US" altLang="zh-CN" sz="1400" dirty="0">
                <a:solidFill>
                  <a:srgbClr val="000000"/>
                </a:solidFill>
                <a:latin typeface="Times New Roman" pitchFamily="16" charset="0"/>
              </a:rPr>
              <a:t>{</a:t>
            </a:r>
          </a:p>
          <a:p>
            <a:pPr marL="273050" lvl="1" indent="0" eaLnBrk="1" hangingPunct="1">
              <a:spcBef>
                <a:spcPts val="600"/>
              </a:spcBef>
              <a:buClr>
                <a:srgbClr val="727CA3"/>
              </a:buClr>
              <a:buSzPct val="76000"/>
            </a:pPr>
            <a:r>
              <a:rPr lang="en-US" altLang="zh-CN" sz="1400" dirty="0">
                <a:solidFill>
                  <a:srgbClr val="000000"/>
                </a:solidFill>
                <a:latin typeface="Times New Roman" pitchFamily="16" charset="0"/>
              </a:rPr>
              <a:t>	__u16 </a:t>
            </a:r>
            <a:r>
              <a:rPr lang="en-US" altLang="zh-CN" sz="1400" dirty="0" err="1">
                <a:solidFill>
                  <a:srgbClr val="000000"/>
                </a:solidFill>
                <a:latin typeface="Times New Roman" pitchFamily="16" charset="0"/>
              </a:rPr>
              <a:t>addr</a:t>
            </a:r>
            <a:r>
              <a:rPr lang="en-US" altLang="zh-CN" sz="1400" dirty="0">
                <a:solidFill>
                  <a:srgbClr val="000000"/>
                </a:solidFill>
                <a:latin typeface="Times New Roman" pitchFamily="16" charset="0"/>
              </a:rPr>
              <a:t>;	 </a:t>
            </a:r>
            <a:r>
              <a:rPr lang="en-US" altLang="zh-CN" sz="1400" dirty="0" smtClean="0">
                <a:solidFill>
                  <a:srgbClr val="000000"/>
                </a:solidFill>
                <a:latin typeface="Times New Roman" pitchFamily="16" charset="0"/>
              </a:rPr>
              <a:t>   /* </a:t>
            </a:r>
            <a:r>
              <a:rPr lang="en-US" altLang="zh-CN" sz="1400" dirty="0">
                <a:solidFill>
                  <a:srgbClr val="000000"/>
                </a:solidFill>
                <a:latin typeface="Times New Roman" pitchFamily="16" charset="0"/>
              </a:rPr>
              <a:t>slave </a:t>
            </a:r>
            <a:r>
              <a:rPr lang="en-US" altLang="zh-CN" sz="1400" dirty="0" smtClean="0">
                <a:solidFill>
                  <a:srgbClr val="000000"/>
                </a:solidFill>
                <a:latin typeface="Times New Roman" pitchFamily="16" charset="0"/>
              </a:rPr>
              <a:t>address  */</a:t>
            </a:r>
            <a:endParaRPr lang="en-US" altLang="zh-CN" sz="1400" dirty="0">
              <a:solidFill>
                <a:srgbClr val="000000"/>
              </a:solidFill>
              <a:latin typeface="Times New Roman" pitchFamily="16" charset="0"/>
            </a:endParaRPr>
          </a:p>
          <a:p>
            <a:pPr marL="273050" lvl="1" indent="0" eaLnBrk="1" hangingPunct="1">
              <a:spcBef>
                <a:spcPts val="600"/>
              </a:spcBef>
              <a:buClr>
                <a:srgbClr val="727CA3"/>
              </a:buClr>
              <a:buSzPct val="76000"/>
            </a:pPr>
            <a:r>
              <a:rPr lang="en-US" altLang="zh-CN" sz="1400" dirty="0">
                <a:solidFill>
                  <a:srgbClr val="000000"/>
                </a:solidFill>
                <a:latin typeface="Times New Roman" pitchFamily="16" charset="0"/>
              </a:rPr>
              <a:t>	__u16 flags</a:t>
            </a:r>
            <a:r>
              <a:rPr lang="en-US" altLang="zh-CN" sz="1400" dirty="0" smtClean="0">
                <a:solidFill>
                  <a:srgbClr val="000000"/>
                </a:solidFill>
                <a:latin typeface="Times New Roman" pitchFamily="16" charset="0"/>
              </a:rPr>
              <a:t>;</a:t>
            </a:r>
          </a:p>
          <a:p>
            <a:pPr marL="273050" lvl="1" indent="0" eaLnBrk="1" hangingPunct="1">
              <a:spcBef>
                <a:spcPts val="600"/>
              </a:spcBef>
              <a:buClr>
                <a:srgbClr val="727CA3"/>
              </a:buClr>
              <a:buSzPct val="76000"/>
            </a:pPr>
            <a:r>
              <a:rPr lang="en-US" altLang="zh-CN" sz="1400" dirty="0">
                <a:solidFill>
                  <a:srgbClr val="000000"/>
                </a:solidFill>
                <a:latin typeface="Times New Roman" pitchFamily="16" charset="0"/>
              </a:rPr>
              <a:t>#define I2C_M_TEN		0x0010	/* this is a ten bit chip address */</a:t>
            </a:r>
          </a:p>
          <a:p>
            <a:pPr marL="273050" lvl="1" indent="0" eaLnBrk="1" hangingPunct="1">
              <a:spcBef>
                <a:spcPts val="600"/>
              </a:spcBef>
              <a:buClr>
                <a:srgbClr val="727CA3"/>
              </a:buClr>
              <a:buSzPct val="76000"/>
            </a:pPr>
            <a:r>
              <a:rPr lang="en-US" altLang="zh-CN" sz="1400" dirty="0">
                <a:solidFill>
                  <a:srgbClr val="000000"/>
                </a:solidFill>
                <a:latin typeface="Times New Roman" pitchFamily="16" charset="0"/>
              </a:rPr>
              <a:t>#define I2C_M_RD		0x0001	/* read data, from slave to master */</a:t>
            </a:r>
          </a:p>
          <a:p>
            <a:pPr marL="273050" lvl="1" indent="0" eaLnBrk="1" hangingPunct="1">
              <a:spcBef>
                <a:spcPts val="600"/>
              </a:spcBef>
              <a:buClr>
                <a:srgbClr val="727CA3"/>
              </a:buClr>
              <a:buSzPct val="76000"/>
            </a:pPr>
            <a:r>
              <a:rPr lang="en-US" altLang="zh-CN" sz="1400" dirty="0">
                <a:solidFill>
                  <a:srgbClr val="000000"/>
                </a:solidFill>
                <a:latin typeface="Times New Roman" pitchFamily="16" charset="0"/>
              </a:rPr>
              <a:t>	__u16 </a:t>
            </a:r>
            <a:r>
              <a:rPr lang="en-US" altLang="zh-CN" sz="1400" dirty="0" err="1">
                <a:solidFill>
                  <a:srgbClr val="000000"/>
                </a:solidFill>
                <a:latin typeface="Times New Roman" pitchFamily="16" charset="0"/>
              </a:rPr>
              <a:t>len</a:t>
            </a:r>
            <a:r>
              <a:rPr lang="en-US" altLang="zh-CN" sz="1400" dirty="0">
                <a:solidFill>
                  <a:srgbClr val="000000"/>
                </a:solidFill>
                <a:latin typeface="Times New Roman" pitchFamily="16" charset="0"/>
              </a:rPr>
              <a:t>;	</a:t>
            </a:r>
            <a:r>
              <a:rPr lang="en-US" altLang="zh-CN" sz="1400" dirty="0" smtClean="0">
                <a:solidFill>
                  <a:srgbClr val="000000"/>
                </a:solidFill>
                <a:latin typeface="Times New Roman" pitchFamily="16" charset="0"/>
              </a:rPr>
              <a:t>    /* </a:t>
            </a:r>
            <a:r>
              <a:rPr lang="en-US" altLang="zh-CN" sz="1400" dirty="0" err="1">
                <a:solidFill>
                  <a:srgbClr val="000000"/>
                </a:solidFill>
                <a:latin typeface="Times New Roman" pitchFamily="16" charset="0"/>
              </a:rPr>
              <a:t>msg</a:t>
            </a:r>
            <a:r>
              <a:rPr lang="en-US" altLang="zh-CN" sz="1400" dirty="0">
                <a:solidFill>
                  <a:srgbClr val="000000"/>
                </a:solidFill>
                <a:latin typeface="Times New Roman" pitchFamily="16" charset="0"/>
              </a:rPr>
              <a:t> </a:t>
            </a:r>
            <a:r>
              <a:rPr lang="en-US" altLang="zh-CN" sz="1400" dirty="0" smtClean="0">
                <a:solidFill>
                  <a:srgbClr val="000000"/>
                </a:solidFill>
                <a:latin typeface="Times New Roman" pitchFamily="16" charset="0"/>
              </a:rPr>
              <a:t>length */</a:t>
            </a:r>
            <a:endParaRPr lang="en-US" altLang="zh-CN" sz="1400" dirty="0">
              <a:solidFill>
                <a:srgbClr val="000000"/>
              </a:solidFill>
              <a:latin typeface="Times New Roman" pitchFamily="16" charset="0"/>
            </a:endParaRPr>
          </a:p>
          <a:p>
            <a:pPr marL="273050" lvl="1" indent="0" eaLnBrk="1" hangingPunct="1">
              <a:spcBef>
                <a:spcPts val="600"/>
              </a:spcBef>
              <a:buClr>
                <a:srgbClr val="727CA3"/>
              </a:buClr>
              <a:buSzPct val="76000"/>
            </a:pPr>
            <a:r>
              <a:rPr lang="en-US" altLang="zh-CN" sz="1400" dirty="0">
                <a:solidFill>
                  <a:srgbClr val="000000"/>
                </a:solidFill>
                <a:latin typeface="Times New Roman" pitchFamily="16" charset="0"/>
              </a:rPr>
              <a:t>	__u8 *</a:t>
            </a:r>
            <a:r>
              <a:rPr lang="en-US" altLang="zh-CN" sz="1400" dirty="0" err="1">
                <a:solidFill>
                  <a:srgbClr val="000000"/>
                </a:solidFill>
                <a:latin typeface="Times New Roman" pitchFamily="16" charset="0"/>
              </a:rPr>
              <a:t>buf</a:t>
            </a:r>
            <a:r>
              <a:rPr lang="en-US" altLang="zh-CN" sz="1400" dirty="0">
                <a:solidFill>
                  <a:srgbClr val="000000"/>
                </a:solidFill>
                <a:latin typeface="Times New Roman" pitchFamily="16" charset="0"/>
              </a:rPr>
              <a:t>;	</a:t>
            </a:r>
            <a:r>
              <a:rPr lang="en-US" altLang="zh-CN" sz="1400" dirty="0" smtClean="0">
                <a:solidFill>
                  <a:srgbClr val="000000"/>
                </a:solidFill>
                <a:latin typeface="Times New Roman" pitchFamily="16" charset="0"/>
              </a:rPr>
              <a:t>    /* </a:t>
            </a:r>
            <a:r>
              <a:rPr lang="en-US" altLang="zh-CN" sz="1400" dirty="0">
                <a:solidFill>
                  <a:srgbClr val="000000"/>
                </a:solidFill>
                <a:latin typeface="Times New Roman" pitchFamily="16" charset="0"/>
              </a:rPr>
              <a:t>pointer to </a:t>
            </a:r>
            <a:r>
              <a:rPr lang="en-US" altLang="zh-CN" sz="1400" dirty="0" err="1">
                <a:solidFill>
                  <a:srgbClr val="000000"/>
                </a:solidFill>
                <a:latin typeface="Times New Roman" pitchFamily="16" charset="0"/>
              </a:rPr>
              <a:t>msg</a:t>
            </a:r>
            <a:r>
              <a:rPr lang="en-US" altLang="zh-CN" sz="1400" dirty="0">
                <a:solidFill>
                  <a:srgbClr val="000000"/>
                </a:solidFill>
                <a:latin typeface="Times New Roman" pitchFamily="16" charset="0"/>
              </a:rPr>
              <a:t> data	</a:t>
            </a:r>
            <a:r>
              <a:rPr lang="en-US" altLang="zh-CN" sz="1400" dirty="0" smtClean="0">
                <a:solidFill>
                  <a:srgbClr val="000000"/>
                </a:solidFill>
                <a:latin typeface="Times New Roman" pitchFamily="16" charset="0"/>
              </a:rPr>
              <a:t>*/</a:t>
            </a:r>
            <a:endParaRPr lang="en-US" altLang="zh-CN" sz="1400" dirty="0">
              <a:solidFill>
                <a:srgbClr val="000000"/>
              </a:solidFill>
              <a:latin typeface="Times New Roman" pitchFamily="16" charset="0"/>
            </a:endParaRPr>
          </a:p>
          <a:p>
            <a:pPr marL="273050" lvl="1" indent="0" eaLnBrk="1" hangingPunct="1">
              <a:spcBef>
                <a:spcPts val="600"/>
              </a:spcBef>
              <a:buClr>
                <a:srgbClr val="727CA3"/>
              </a:buClr>
              <a:buSzPct val="76000"/>
            </a:pPr>
            <a:r>
              <a:rPr lang="en-US" altLang="zh-CN" sz="1400" dirty="0" smtClean="0">
                <a:solidFill>
                  <a:srgbClr val="000000"/>
                </a:solidFill>
                <a:latin typeface="Times New Roman" pitchFamily="16" charset="0"/>
              </a:rPr>
              <a:t>};</a:t>
            </a:r>
          </a:p>
          <a:p>
            <a:pPr marL="273050" lvl="1" indent="0" eaLnBrk="1" hangingPunct="1">
              <a:spcBef>
                <a:spcPts val="600"/>
              </a:spcBef>
              <a:buClr>
                <a:srgbClr val="727CA3"/>
              </a:buClr>
              <a:buSzPct val="76000"/>
            </a:pPr>
            <a:r>
              <a:rPr lang="en-US" altLang="zh-CN" sz="1400" dirty="0" err="1">
                <a:solidFill>
                  <a:srgbClr val="000000"/>
                </a:solidFill>
                <a:latin typeface="Times New Roman" pitchFamily="16" charset="0"/>
              </a:rPr>
              <a:t>struct</a:t>
            </a:r>
            <a:r>
              <a:rPr lang="en-US" altLang="zh-CN" sz="1400" dirty="0">
                <a:solidFill>
                  <a:srgbClr val="000000"/>
                </a:solidFill>
                <a:latin typeface="Times New Roman" pitchFamily="16" charset="0"/>
              </a:rPr>
              <a:t> i2c_rdwr_ioctl_data {</a:t>
            </a:r>
          </a:p>
          <a:p>
            <a:pPr marL="273050" lvl="1" indent="0" eaLnBrk="1" hangingPunct="1">
              <a:spcBef>
                <a:spcPts val="600"/>
              </a:spcBef>
              <a:buClr>
                <a:srgbClr val="727CA3"/>
              </a:buClr>
              <a:buSzPct val="76000"/>
            </a:pPr>
            <a:r>
              <a:rPr lang="en-US" altLang="zh-CN" sz="1400" dirty="0">
                <a:solidFill>
                  <a:srgbClr val="000000"/>
                </a:solidFill>
                <a:latin typeface="Times New Roman" pitchFamily="16" charset="0"/>
              </a:rPr>
              <a:t>	</a:t>
            </a:r>
            <a:r>
              <a:rPr lang="en-US" altLang="zh-CN" sz="1400" dirty="0" err="1">
                <a:solidFill>
                  <a:srgbClr val="000000"/>
                </a:solidFill>
                <a:latin typeface="Times New Roman" pitchFamily="16" charset="0"/>
              </a:rPr>
              <a:t>struct</a:t>
            </a:r>
            <a:r>
              <a:rPr lang="en-US" altLang="zh-CN" sz="1400" dirty="0">
                <a:solidFill>
                  <a:srgbClr val="000000"/>
                </a:solidFill>
                <a:latin typeface="Times New Roman" pitchFamily="16" charset="0"/>
              </a:rPr>
              <a:t> i2c_msg *</a:t>
            </a:r>
            <a:r>
              <a:rPr lang="en-US" altLang="zh-CN" sz="1400" dirty="0" err="1">
                <a:solidFill>
                  <a:srgbClr val="000000"/>
                </a:solidFill>
                <a:latin typeface="Times New Roman" pitchFamily="16" charset="0"/>
              </a:rPr>
              <a:t>msgs</a:t>
            </a:r>
            <a:r>
              <a:rPr lang="en-US" altLang="zh-CN" sz="1400" dirty="0">
                <a:solidFill>
                  <a:srgbClr val="000000"/>
                </a:solidFill>
                <a:latin typeface="Times New Roman" pitchFamily="16" charset="0"/>
              </a:rPr>
              <a:t>;	/* pointers to i2c_msgs */</a:t>
            </a:r>
          </a:p>
          <a:p>
            <a:pPr marL="273050" lvl="1" indent="0" eaLnBrk="1" hangingPunct="1">
              <a:spcBef>
                <a:spcPts val="600"/>
              </a:spcBef>
              <a:buClr>
                <a:srgbClr val="727CA3"/>
              </a:buClr>
              <a:buSzPct val="76000"/>
            </a:pPr>
            <a:r>
              <a:rPr lang="en-US" altLang="zh-CN" sz="1400" dirty="0">
                <a:solidFill>
                  <a:srgbClr val="000000"/>
                </a:solidFill>
                <a:latin typeface="Times New Roman" pitchFamily="16" charset="0"/>
              </a:rPr>
              <a:t>	__u32 </a:t>
            </a:r>
            <a:r>
              <a:rPr lang="en-US" altLang="zh-CN" sz="1400" dirty="0" err="1">
                <a:solidFill>
                  <a:srgbClr val="000000"/>
                </a:solidFill>
                <a:latin typeface="Times New Roman" pitchFamily="16" charset="0"/>
              </a:rPr>
              <a:t>nmsgs</a:t>
            </a:r>
            <a:r>
              <a:rPr lang="en-US" altLang="zh-CN" sz="1400" dirty="0">
                <a:solidFill>
                  <a:srgbClr val="000000"/>
                </a:solidFill>
                <a:latin typeface="Times New Roman" pitchFamily="16" charset="0"/>
              </a:rPr>
              <a:t>;	</a:t>
            </a:r>
            <a:r>
              <a:rPr lang="en-US" altLang="zh-CN" sz="1400" dirty="0" smtClean="0">
                <a:solidFill>
                  <a:srgbClr val="000000"/>
                </a:solidFill>
                <a:latin typeface="Times New Roman" pitchFamily="16" charset="0"/>
              </a:rPr>
              <a:t>/* </a:t>
            </a:r>
            <a:r>
              <a:rPr lang="en-US" altLang="zh-CN" sz="1400" dirty="0">
                <a:solidFill>
                  <a:srgbClr val="000000"/>
                </a:solidFill>
                <a:latin typeface="Times New Roman" pitchFamily="16" charset="0"/>
              </a:rPr>
              <a:t>number of i2c_msgs */</a:t>
            </a:r>
          </a:p>
          <a:p>
            <a:pPr marL="273050" lvl="1" indent="0" eaLnBrk="1" hangingPunct="1">
              <a:spcBef>
                <a:spcPts val="600"/>
              </a:spcBef>
              <a:buClr>
                <a:srgbClr val="727CA3"/>
              </a:buClr>
              <a:buSzPct val="76000"/>
            </a:pPr>
            <a:r>
              <a:rPr lang="en-US" altLang="zh-CN" sz="1400" dirty="0" smtClean="0">
                <a:solidFill>
                  <a:srgbClr val="000000"/>
                </a:solidFill>
                <a:latin typeface="Times New Roman" pitchFamily="16" charset="0"/>
              </a:rPr>
              <a:t>};</a:t>
            </a:r>
          </a:p>
          <a:p>
            <a:pPr lvl="1" eaLnBrk="1" hangingPunct="1">
              <a:spcBef>
                <a:spcPts val="600"/>
              </a:spcBef>
              <a:buClr>
                <a:srgbClr val="727CA3"/>
              </a:buClr>
              <a:buSzPct val="76000"/>
              <a:buFont typeface="Wingdings 3" pitchFamily="16" charset="2"/>
              <a:buChar char=""/>
            </a:pPr>
            <a:endParaRPr lang="en-US" altLang="zh-CN" sz="1400" dirty="0" smtClean="0">
              <a:solidFill>
                <a:srgbClr val="000000"/>
              </a:solidFill>
              <a:latin typeface="Times New Roman" pitchFamily="16" charset="0"/>
            </a:endParaRPr>
          </a:p>
        </p:txBody>
      </p:sp>
    </p:spTree>
    <p:extLst>
      <p:ext uri="{BB962C8B-B14F-4D97-AF65-F5344CB8AC3E}">
        <p14:creationId xmlns:p14="http://schemas.microsoft.com/office/powerpoint/2010/main" val="165208483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zh-CN" altLang="en-US" sz="3200" dirty="0">
                <a:solidFill>
                  <a:srgbClr val="464653"/>
                </a:solidFill>
              </a:rPr>
              <a:t>用户模式设备</a:t>
            </a:r>
            <a:r>
              <a:rPr lang="zh-CN" altLang="en-US" sz="3200" dirty="0" smtClean="0">
                <a:solidFill>
                  <a:srgbClr val="464653"/>
                </a:solidFill>
              </a:rPr>
              <a:t>驱动</a:t>
            </a:r>
            <a:r>
              <a:rPr lang="en-US" altLang="zh-CN" sz="3200" dirty="0" smtClean="0">
                <a:solidFill>
                  <a:srgbClr val="464653"/>
                </a:solidFill>
              </a:rPr>
              <a:t>(</a:t>
            </a:r>
            <a:r>
              <a:rPr lang="en-US" altLang="zh-CN" sz="3200" dirty="0" err="1" smtClean="0">
                <a:solidFill>
                  <a:srgbClr val="464653"/>
                </a:solidFill>
              </a:rPr>
              <a:t>cont</a:t>
            </a:r>
            <a:r>
              <a:rPr lang="en-US" altLang="zh-CN" sz="3200" dirty="0" smtClean="0">
                <a:solidFill>
                  <a:srgbClr val="464653"/>
                </a:solidFill>
              </a:rPr>
              <a:t>)</a:t>
            </a:r>
            <a:endParaRPr lang="en-US" altLang="zh-CN" sz="3200" dirty="0">
              <a:solidFill>
                <a:srgbClr val="464653"/>
              </a:solidFill>
            </a:endParaRPr>
          </a:p>
        </p:txBody>
      </p:sp>
      <p:sp>
        <p:nvSpPr>
          <p:cNvPr id="37892"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1pPr>
            <a:lvl2pPr marL="546100" indent="-2730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Arial" charset="0"/>
                <a:ea typeface="宋体" charset="-122"/>
              </a:defRPr>
            </a:lvl9pPr>
          </a:lstStyle>
          <a:p>
            <a:pPr eaLnBrk="1" hangingPunct="1">
              <a:spcBef>
                <a:spcPts val="600"/>
              </a:spcBef>
              <a:buClr>
                <a:srgbClr val="727CA3"/>
              </a:buClr>
              <a:buSzPct val="76000"/>
              <a:buFont typeface="Wingdings 3" pitchFamily="16" charset="2"/>
              <a:buChar char=""/>
            </a:pPr>
            <a:r>
              <a:rPr lang="zh-CN" altLang="en-US" sz="2800" dirty="0">
                <a:solidFill>
                  <a:srgbClr val="000000"/>
                </a:solidFill>
                <a:latin typeface="Times New Roman" pitchFamily="16" charset="0"/>
              </a:rPr>
              <a:t>相关函数</a:t>
            </a:r>
            <a:endParaRPr lang="en-US" altLang="zh-CN" sz="2800" dirty="0">
              <a:solidFill>
                <a:srgbClr val="000000"/>
              </a:solidFill>
              <a:latin typeface="Times New Roman" pitchFamily="16" charset="0"/>
            </a:endParaRPr>
          </a:p>
          <a:p>
            <a:pPr marL="273050" lvl="1" indent="0" eaLnBrk="1" hangingPunct="1">
              <a:spcBef>
                <a:spcPts val="600"/>
              </a:spcBef>
              <a:buClr>
                <a:srgbClr val="727CA3"/>
              </a:buClr>
              <a:buSzPct val="76000"/>
            </a:pPr>
            <a:r>
              <a:rPr lang="en-US" altLang="zh-CN" sz="2400" dirty="0" err="1">
                <a:solidFill>
                  <a:srgbClr val="000000"/>
                </a:solidFill>
                <a:latin typeface="Times New Roman" pitchFamily="16" charset="0"/>
              </a:rPr>
              <a:t>int</a:t>
            </a:r>
            <a:r>
              <a:rPr lang="en-US" altLang="zh-CN" sz="2400" dirty="0">
                <a:solidFill>
                  <a:srgbClr val="000000"/>
                </a:solidFill>
                <a:latin typeface="Times New Roman" pitchFamily="16" charset="0"/>
              </a:rPr>
              <a:t> </a:t>
            </a:r>
            <a:r>
              <a:rPr lang="en-US" altLang="zh-CN" sz="2400" dirty="0" err="1">
                <a:solidFill>
                  <a:srgbClr val="000000"/>
                </a:solidFill>
                <a:latin typeface="Times New Roman" pitchFamily="16" charset="0"/>
              </a:rPr>
              <a:t>ioctl</a:t>
            </a:r>
            <a:r>
              <a:rPr lang="en-US" altLang="zh-CN" sz="2400" dirty="0">
                <a:solidFill>
                  <a:srgbClr val="000000"/>
                </a:solidFill>
                <a:latin typeface="Times New Roman" pitchFamily="16" charset="0"/>
              </a:rPr>
              <a:t>(</a:t>
            </a:r>
            <a:r>
              <a:rPr lang="en-US" altLang="zh-CN" sz="2400" dirty="0" err="1">
                <a:solidFill>
                  <a:srgbClr val="000000"/>
                </a:solidFill>
                <a:latin typeface="Times New Roman" pitchFamily="16" charset="0"/>
              </a:rPr>
              <a:t>int</a:t>
            </a:r>
            <a:r>
              <a:rPr lang="en-US" altLang="zh-CN" sz="2400" dirty="0">
                <a:solidFill>
                  <a:srgbClr val="000000"/>
                </a:solidFill>
                <a:latin typeface="Times New Roman" pitchFamily="16" charset="0"/>
              </a:rPr>
              <a:t> d, </a:t>
            </a:r>
            <a:r>
              <a:rPr lang="en-US" altLang="zh-CN" sz="2400" dirty="0" err="1">
                <a:solidFill>
                  <a:srgbClr val="000000"/>
                </a:solidFill>
                <a:latin typeface="Times New Roman" pitchFamily="16" charset="0"/>
              </a:rPr>
              <a:t>int</a:t>
            </a:r>
            <a:r>
              <a:rPr lang="en-US" altLang="zh-CN" sz="2400" dirty="0">
                <a:solidFill>
                  <a:srgbClr val="000000"/>
                </a:solidFill>
                <a:latin typeface="Times New Roman" pitchFamily="16" charset="0"/>
              </a:rPr>
              <a:t> request, </a:t>
            </a:r>
            <a:r>
              <a:rPr lang="en-US" altLang="zh-CN" sz="2400" dirty="0" smtClean="0">
                <a:solidFill>
                  <a:srgbClr val="000000"/>
                </a:solidFill>
                <a:latin typeface="Times New Roman" pitchFamily="16" charset="0"/>
              </a:rPr>
              <a:t>...);</a:t>
            </a:r>
          </a:p>
          <a:p>
            <a:pPr marL="273050" lvl="1" indent="0" eaLnBrk="1" hangingPunct="1">
              <a:spcBef>
                <a:spcPts val="600"/>
              </a:spcBef>
              <a:buClr>
                <a:srgbClr val="727CA3"/>
              </a:buClr>
              <a:buSzPct val="76000"/>
            </a:pPr>
            <a:endParaRPr lang="en-US" altLang="zh-CN" sz="2400" dirty="0" smtClean="0">
              <a:solidFill>
                <a:srgbClr val="000000"/>
              </a:solidFill>
              <a:latin typeface="Times New Roman" pitchFamily="16" charset="0"/>
            </a:endParaRPr>
          </a:p>
          <a:p>
            <a:pPr marL="271463" lvl="1" indent="-271463" eaLnBrk="1" hangingPunct="1">
              <a:spcBef>
                <a:spcPts val="600"/>
              </a:spcBef>
              <a:buClr>
                <a:srgbClr val="727CA3"/>
              </a:buClr>
              <a:buSzPct val="76000"/>
              <a:buFont typeface="Wingdings 3" pitchFamily="16" charset="2"/>
              <a:buChar char=""/>
            </a:pPr>
            <a:r>
              <a:rPr lang="zh-CN" altLang="en-US" sz="2800" dirty="0">
                <a:solidFill>
                  <a:srgbClr val="000000"/>
                </a:solidFill>
                <a:latin typeface="Times New Roman" pitchFamily="16" charset="0"/>
              </a:rPr>
              <a:t>相关的</a:t>
            </a:r>
            <a:r>
              <a:rPr lang="en-US" altLang="zh-CN" sz="2800" dirty="0">
                <a:solidFill>
                  <a:srgbClr val="000000"/>
                </a:solidFill>
                <a:latin typeface="Times New Roman" pitchFamily="16" charset="0"/>
              </a:rPr>
              <a:t>command</a:t>
            </a:r>
          </a:p>
          <a:p>
            <a:pPr marL="368300" lvl="2" eaLnBrk="1" hangingPunct="1">
              <a:spcBef>
                <a:spcPts val="600"/>
              </a:spcBef>
              <a:buClr>
                <a:srgbClr val="727CA3"/>
              </a:buClr>
              <a:buSzPct val="76000"/>
            </a:pPr>
            <a:r>
              <a:rPr lang="en-US" altLang="zh-CN" dirty="0">
                <a:solidFill>
                  <a:srgbClr val="000000"/>
                </a:solidFill>
                <a:latin typeface="Times New Roman" pitchFamily="16" charset="0"/>
              </a:rPr>
              <a:t>#define I2C_RETRIES	0x0701	/* number of times a device address should</a:t>
            </a:r>
          </a:p>
          <a:p>
            <a:pPr marL="368300" lvl="2" eaLnBrk="1" hangingPunct="1">
              <a:spcBef>
                <a:spcPts val="600"/>
              </a:spcBef>
              <a:buClr>
                <a:srgbClr val="727CA3"/>
              </a:buClr>
              <a:buSzPct val="76000"/>
            </a:pPr>
            <a:r>
              <a:rPr lang="en-US" altLang="zh-CN" dirty="0">
                <a:solidFill>
                  <a:srgbClr val="000000"/>
                </a:solidFill>
                <a:latin typeface="Times New Roman" pitchFamily="16" charset="0"/>
              </a:rPr>
              <a:t>				   be polled when not acknowledging */</a:t>
            </a:r>
          </a:p>
          <a:p>
            <a:pPr marL="368300" lvl="2" eaLnBrk="1" hangingPunct="1">
              <a:spcBef>
                <a:spcPts val="600"/>
              </a:spcBef>
              <a:buClr>
                <a:srgbClr val="727CA3"/>
              </a:buClr>
              <a:buSzPct val="76000"/>
            </a:pPr>
            <a:r>
              <a:rPr lang="en-US" altLang="zh-CN" dirty="0">
                <a:solidFill>
                  <a:srgbClr val="000000"/>
                </a:solidFill>
                <a:latin typeface="Times New Roman" pitchFamily="16" charset="0"/>
              </a:rPr>
              <a:t>#define I2C_TIMEOUT	0x0702	/* set timeout in units of 10 </a:t>
            </a:r>
            <a:r>
              <a:rPr lang="en-US" altLang="zh-CN" dirty="0" err="1">
                <a:solidFill>
                  <a:srgbClr val="000000"/>
                </a:solidFill>
                <a:latin typeface="Times New Roman" pitchFamily="16" charset="0"/>
              </a:rPr>
              <a:t>ms</a:t>
            </a:r>
            <a:r>
              <a:rPr lang="en-US" altLang="zh-CN" dirty="0">
                <a:solidFill>
                  <a:srgbClr val="000000"/>
                </a:solidFill>
                <a:latin typeface="Times New Roman" pitchFamily="16" charset="0"/>
              </a:rPr>
              <a:t> */</a:t>
            </a:r>
          </a:p>
          <a:p>
            <a:pPr marL="368300" lvl="2" eaLnBrk="1" hangingPunct="1">
              <a:spcBef>
                <a:spcPts val="600"/>
              </a:spcBef>
              <a:buClr>
                <a:srgbClr val="727CA3"/>
              </a:buClr>
              <a:buSzPct val="76000"/>
            </a:pPr>
            <a:r>
              <a:rPr lang="en-US" altLang="zh-CN" dirty="0">
                <a:solidFill>
                  <a:srgbClr val="000000"/>
                </a:solidFill>
                <a:latin typeface="Times New Roman" pitchFamily="16" charset="0"/>
              </a:rPr>
              <a:t>#define I2C_RDWR	0x0707	/* Combined R/W transfer (one STOP only) */</a:t>
            </a:r>
          </a:p>
        </p:txBody>
      </p:sp>
    </p:spTree>
    <p:extLst>
      <p:ext uri="{BB962C8B-B14F-4D97-AF65-F5344CB8AC3E}">
        <p14:creationId xmlns:p14="http://schemas.microsoft.com/office/powerpoint/2010/main" val="168060438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zh-CN" altLang="en-US" sz="3200" dirty="0">
                <a:solidFill>
                  <a:srgbClr val="464653"/>
                </a:solidFill>
              </a:rPr>
              <a:t>用户模式设备驱动</a:t>
            </a:r>
            <a:r>
              <a:rPr lang="en-US" altLang="zh-CN" sz="3200" dirty="0">
                <a:solidFill>
                  <a:srgbClr val="464653"/>
                </a:solidFill>
              </a:rPr>
              <a:t>(</a:t>
            </a:r>
            <a:r>
              <a:rPr lang="en-US" altLang="zh-CN" sz="3200" dirty="0" err="1" smtClean="0">
                <a:solidFill>
                  <a:srgbClr val="464653"/>
                </a:solidFill>
              </a:rPr>
              <a:t>cont</a:t>
            </a:r>
            <a:r>
              <a:rPr lang="en-US" altLang="zh-CN" sz="3200" dirty="0">
                <a:solidFill>
                  <a:srgbClr val="464653"/>
                </a:solidFill>
              </a:rPr>
              <a:t>)</a:t>
            </a:r>
          </a:p>
        </p:txBody>
      </p:sp>
      <p:sp>
        <p:nvSpPr>
          <p:cNvPr id="3" name="矩形 2"/>
          <p:cNvSpPr/>
          <p:nvPr/>
        </p:nvSpPr>
        <p:spPr>
          <a:xfrm>
            <a:off x="611560" y="1196752"/>
            <a:ext cx="7416824" cy="5047536"/>
          </a:xfrm>
          <a:prstGeom prst="rect">
            <a:avLst/>
          </a:prstGeom>
        </p:spPr>
        <p:txBody>
          <a:bodyPr wrap="square">
            <a:spAutoFit/>
          </a:bodyPr>
          <a:lstStyle/>
          <a:p>
            <a:pPr marL="271463" lvl="1" indent="-271463">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800" dirty="0">
                <a:solidFill>
                  <a:srgbClr val="000000"/>
                </a:solidFill>
                <a:latin typeface="Times New Roman" pitchFamily="16" charset="0"/>
                <a:ea typeface="宋体" charset="-122"/>
              </a:rPr>
              <a:t>示例</a:t>
            </a:r>
            <a:r>
              <a:rPr lang="zh-CN" altLang="en-US" sz="2400" dirty="0">
                <a:solidFill>
                  <a:srgbClr val="000000"/>
                </a:solidFill>
                <a:latin typeface="Times New Roman" pitchFamily="16" charset="0"/>
                <a:ea typeface="宋体" charset="-122"/>
              </a:rPr>
              <a:t>：</a:t>
            </a:r>
            <a:endParaRPr lang="en-US" altLang="zh-CN" sz="2400" dirty="0">
              <a:solidFill>
                <a:srgbClr val="000000"/>
              </a:solidFill>
              <a:latin typeface="Times New Roman" pitchFamily="16" charset="0"/>
              <a:ea typeface="宋体" charset="-122"/>
            </a:endParaRP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i2c_data.nmsgs=2;</a:t>
            </a: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i2c_data.msgs[0].</a:t>
            </a:r>
            <a:r>
              <a:rPr lang="en-US" altLang="zh-CN" sz="1600" dirty="0" err="1" smtClean="0">
                <a:solidFill>
                  <a:srgbClr val="000000"/>
                </a:solidFill>
                <a:latin typeface="Times New Roman" pitchFamily="16" charset="0"/>
                <a:ea typeface="宋体" charset="-122"/>
              </a:rPr>
              <a:t>len</a:t>
            </a:r>
            <a:r>
              <a:rPr lang="en-US" altLang="zh-CN" sz="1600" dirty="0" smtClean="0">
                <a:solidFill>
                  <a:srgbClr val="000000"/>
                </a:solidFill>
                <a:latin typeface="Times New Roman" pitchFamily="16" charset="0"/>
                <a:ea typeface="宋体" charset="-122"/>
              </a:rPr>
              <a:t>=1; //i2c data size</a:t>
            </a:r>
            <a:endParaRPr lang="zh-CN" altLang="en-US" sz="1600" dirty="0" smtClean="0">
              <a:solidFill>
                <a:srgbClr val="000000"/>
              </a:solidFill>
              <a:latin typeface="Times New Roman" pitchFamily="16" charset="0"/>
              <a:ea typeface="宋体" charset="-122"/>
            </a:endParaRP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i2c_data.msgs[0].</a:t>
            </a:r>
            <a:r>
              <a:rPr lang="en-US" altLang="zh-CN" sz="1600" dirty="0" err="1" smtClean="0">
                <a:solidFill>
                  <a:srgbClr val="000000"/>
                </a:solidFill>
                <a:latin typeface="Times New Roman" pitchFamily="16" charset="0"/>
                <a:ea typeface="宋体" charset="-122"/>
              </a:rPr>
              <a:t>addr</a:t>
            </a:r>
            <a:r>
              <a:rPr lang="en-US" altLang="zh-CN" sz="1600" dirty="0" smtClean="0">
                <a:solidFill>
                  <a:srgbClr val="000000"/>
                </a:solidFill>
                <a:latin typeface="Times New Roman" pitchFamily="16" charset="0"/>
                <a:ea typeface="宋体" charset="-122"/>
              </a:rPr>
              <a:t>=0x48; // i2c device address</a:t>
            </a:r>
            <a:endParaRPr lang="zh-CN" altLang="en-US" sz="1600" dirty="0" smtClean="0">
              <a:solidFill>
                <a:srgbClr val="000000"/>
              </a:solidFill>
              <a:latin typeface="Times New Roman" pitchFamily="16" charset="0"/>
              <a:ea typeface="宋体" charset="-122"/>
            </a:endParaRP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i2c_data.msgs[0].flags=0;//write</a:t>
            </a: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i2c_data.msgs[0].</a:t>
            </a:r>
            <a:r>
              <a:rPr lang="en-US" altLang="zh-CN" sz="1600" dirty="0" err="1" smtClean="0">
                <a:solidFill>
                  <a:srgbClr val="000000"/>
                </a:solidFill>
                <a:latin typeface="Times New Roman" pitchFamily="16" charset="0"/>
                <a:ea typeface="宋体" charset="-122"/>
              </a:rPr>
              <a:t>buf</a:t>
            </a:r>
            <a:r>
              <a:rPr lang="en-US" altLang="zh-CN" sz="1600" dirty="0" smtClean="0">
                <a:solidFill>
                  <a:srgbClr val="000000"/>
                </a:solidFill>
                <a:latin typeface="Times New Roman" pitchFamily="16" charset="0"/>
                <a:ea typeface="宋体" charset="-122"/>
              </a:rPr>
              <a:t>=(unsigned char*)</a:t>
            </a:r>
            <a:r>
              <a:rPr lang="en-US" altLang="zh-CN" sz="1600" dirty="0" err="1" smtClean="0">
                <a:solidFill>
                  <a:srgbClr val="000000"/>
                </a:solidFill>
                <a:latin typeface="Times New Roman" pitchFamily="16" charset="0"/>
                <a:ea typeface="宋体" charset="-122"/>
              </a:rPr>
              <a:t>malloc</a:t>
            </a:r>
            <a:r>
              <a:rPr lang="en-US" altLang="zh-CN" sz="1600" dirty="0" smtClean="0">
                <a:solidFill>
                  <a:srgbClr val="000000"/>
                </a:solidFill>
                <a:latin typeface="Times New Roman" pitchFamily="16" charset="0"/>
                <a:ea typeface="宋体" charset="-122"/>
              </a:rPr>
              <a:t>(2);</a:t>
            </a: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i2c_data.msgs[0].</a:t>
            </a:r>
            <a:r>
              <a:rPr lang="en-US" altLang="zh-CN" sz="1600" dirty="0" err="1" smtClean="0">
                <a:solidFill>
                  <a:srgbClr val="000000"/>
                </a:solidFill>
                <a:latin typeface="Times New Roman" pitchFamily="16" charset="0"/>
                <a:ea typeface="宋体" charset="-122"/>
              </a:rPr>
              <a:t>buf</a:t>
            </a:r>
            <a:r>
              <a:rPr lang="en-US" altLang="zh-CN" sz="1600" dirty="0" smtClean="0">
                <a:solidFill>
                  <a:srgbClr val="000000"/>
                </a:solidFill>
                <a:latin typeface="Times New Roman" pitchFamily="16" charset="0"/>
                <a:ea typeface="宋体" charset="-122"/>
              </a:rPr>
              <a:t>[0]=0x0;//i2c data address</a:t>
            </a: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zh-CN" altLang="en-US" sz="1600" dirty="0" smtClean="0">
              <a:solidFill>
                <a:srgbClr val="000000"/>
              </a:solidFill>
              <a:latin typeface="Times New Roman" pitchFamily="16" charset="0"/>
              <a:ea typeface="宋体" charset="-122"/>
            </a:endParaRP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i2c_data.msgs[1].</a:t>
            </a:r>
            <a:r>
              <a:rPr lang="en-US" altLang="zh-CN" sz="1600" dirty="0" err="1" smtClean="0">
                <a:solidFill>
                  <a:srgbClr val="000000"/>
                </a:solidFill>
                <a:latin typeface="Times New Roman" pitchFamily="16" charset="0"/>
                <a:ea typeface="宋体" charset="-122"/>
              </a:rPr>
              <a:t>len</a:t>
            </a:r>
            <a:r>
              <a:rPr lang="en-US" altLang="zh-CN" sz="1600" dirty="0" smtClean="0">
                <a:solidFill>
                  <a:srgbClr val="000000"/>
                </a:solidFill>
                <a:latin typeface="Times New Roman" pitchFamily="16" charset="0"/>
                <a:ea typeface="宋体" charset="-122"/>
              </a:rPr>
              <a:t>=2;//i2c data size</a:t>
            </a:r>
            <a:endParaRPr lang="zh-CN" altLang="en-US" sz="1600" dirty="0" smtClean="0">
              <a:solidFill>
                <a:srgbClr val="000000"/>
              </a:solidFill>
              <a:latin typeface="Times New Roman" pitchFamily="16" charset="0"/>
              <a:ea typeface="宋体" charset="-122"/>
            </a:endParaRP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i2c_data.msgs[1].</a:t>
            </a:r>
            <a:r>
              <a:rPr lang="en-US" altLang="zh-CN" sz="1600" dirty="0" err="1" smtClean="0">
                <a:solidFill>
                  <a:srgbClr val="000000"/>
                </a:solidFill>
                <a:latin typeface="Times New Roman" pitchFamily="16" charset="0"/>
                <a:ea typeface="宋体" charset="-122"/>
              </a:rPr>
              <a:t>addr</a:t>
            </a:r>
            <a:r>
              <a:rPr lang="en-US" altLang="zh-CN" sz="1600" dirty="0" smtClean="0">
                <a:solidFill>
                  <a:srgbClr val="000000"/>
                </a:solidFill>
                <a:latin typeface="Times New Roman" pitchFamily="16" charset="0"/>
                <a:ea typeface="宋体" charset="-122"/>
              </a:rPr>
              <a:t>=0x48;// i2c device address</a:t>
            </a:r>
            <a:r>
              <a:rPr lang="zh-CN" altLang="en-US" sz="1600" dirty="0" smtClean="0">
                <a:solidFill>
                  <a:srgbClr val="000000"/>
                </a:solidFill>
                <a:latin typeface="Times New Roman" pitchFamily="16" charset="0"/>
                <a:ea typeface="宋体" charset="-122"/>
              </a:rPr>
              <a:t> </a:t>
            </a: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i2c_data.msgs[1].flags=I2C_M_RD;//read</a:t>
            </a: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i2c_data.msgs[1].</a:t>
            </a:r>
            <a:r>
              <a:rPr lang="en-US" altLang="zh-CN" sz="1600" dirty="0" err="1" smtClean="0">
                <a:solidFill>
                  <a:srgbClr val="000000"/>
                </a:solidFill>
                <a:latin typeface="Times New Roman" pitchFamily="16" charset="0"/>
                <a:ea typeface="宋体" charset="-122"/>
              </a:rPr>
              <a:t>buf</a:t>
            </a:r>
            <a:r>
              <a:rPr lang="en-US" altLang="zh-CN" sz="1600" dirty="0" smtClean="0">
                <a:solidFill>
                  <a:srgbClr val="000000"/>
                </a:solidFill>
                <a:latin typeface="Times New Roman" pitchFamily="16" charset="0"/>
                <a:ea typeface="宋体" charset="-122"/>
              </a:rPr>
              <a:t>=(unsigned char*)</a:t>
            </a:r>
            <a:r>
              <a:rPr lang="en-US" altLang="zh-CN" sz="1600" dirty="0" err="1" smtClean="0">
                <a:solidFill>
                  <a:srgbClr val="000000"/>
                </a:solidFill>
                <a:latin typeface="Times New Roman" pitchFamily="16" charset="0"/>
                <a:ea typeface="宋体" charset="-122"/>
              </a:rPr>
              <a:t>malloc</a:t>
            </a:r>
            <a:r>
              <a:rPr lang="en-US" altLang="zh-CN" sz="1600" dirty="0" smtClean="0">
                <a:solidFill>
                  <a:srgbClr val="000000"/>
                </a:solidFill>
                <a:latin typeface="Times New Roman" pitchFamily="16" charset="0"/>
                <a:ea typeface="宋体" charset="-122"/>
              </a:rPr>
              <a:t>(2);</a:t>
            </a:r>
            <a:endParaRPr lang="zh-CN" altLang="en-US" sz="1600" dirty="0" smtClean="0">
              <a:solidFill>
                <a:srgbClr val="000000"/>
              </a:solidFill>
              <a:latin typeface="Times New Roman" pitchFamily="16" charset="0"/>
              <a:ea typeface="宋体" charset="-122"/>
            </a:endParaRP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i2c_data.msgs[1].</a:t>
            </a:r>
            <a:r>
              <a:rPr lang="en-US" altLang="zh-CN" sz="1600" dirty="0" err="1" smtClean="0">
                <a:solidFill>
                  <a:srgbClr val="000000"/>
                </a:solidFill>
                <a:latin typeface="Times New Roman" pitchFamily="16" charset="0"/>
                <a:ea typeface="宋体" charset="-122"/>
              </a:rPr>
              <a:t>buf</a:t>
            </a:r>
            <a:r>
              <a:rPr lang="en-US" altLang="zh-CN" sz="1600" dirty="0" smtClean="0">
                <a:solidFill>
                  <a:srgbClr val="000000"/>
                </a:solidFill>
                <a:latin typeface="Times New Roman" pitchFamily="16" charset="0"/>
                <a:ea typeface="宋体" charset="-122"/>
              </a:rPr>
              <a:t>[0]=0;</a:t>
            </a:r>
            <a:endParaRPr lang="zh-CN" altLang="en-US" sz="1600" dirty="0" smtClean="0">
              <a:solidFill>
                <a:srgbClr val="000000"/>
              </a:solidFill>
              <a:latin typeface="Times New Roman" pitchFamily="16" charset="0"/>
              <a:ea typeface="宋体" charset="-122"/>
            </a:endParaRP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smtClean="0">
                <a:solidFill>
                  <a:srgbClr val="000000"/>
                </a:solidFill>
                <a:latin typeface="Times New Roman" pitchFamily="16" charset="0"/>
                <a:ea typeface="宋体" charset="-122"/>
              </a:rPr>
              <a:t>i2c_data.msgs[1].</a:t>
            </a:r>
            <a:r>
              <a:rPr lang="en-US" altLang="zh-CN" sz="1600" dirty="0" err="1" smtClean="0">
                <a:solidFill>
                  <a:srgbClr val="000000"/>
                </a:solidFill>
                <a:latin typeface="Times New Roman" pitchFamily="16" charset="0"/>
                <a:ea typeface="宋体" charset="-122"/>
              </a:rPr>
              <a:t>buf</a:t>
            </a:r>
            <a:r>
              <a:rPr lang="en-US" altLang="zh-CN" sz="1600" dirty="0" smtClean="0">
                <a:solidFill>
                  <a:srgbClr val="000000"/>
                </a:solidFill>
                <a:latin typeface="Times New Roman" pitchFamily="16" charset="0"/>
                <a:ea typeface="宋体" charset="-122"/>
              </a:rPr>
              <a:t>[1]=0;</a:t>
            </a:r>
            <a:endParaRPr lang="zh-CN" altLang="en-US" sz="1600" dirty="0" smtClean="0">
              <a:solidFill>
                <a:srgbClr val="000000"/>
              </a:solidFill>
              <a:latin typeface="Times New Roman" pitchFamily="16" charset="0"/>
              <a:ea typeface="宋体" charset="-122"/>
            </a:endParaRPr>
          </a:p>
          <a:p>
            <a:pPr marL="273050" lvl="1">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dirty="0" err="1" smtClean="0">
                <a:solidFill>
                  <a:srgbClr val="000000"/>
                </a:solidFill>
                <a:latin typeface="Times New Roman" pitchFamily="16" charset="0"/>
                <a:ea typeface="宋体" charset="-122"/>
              </a:rPr>
              <a:t>ioctl</a:t>
            </a:r>
            <a:r>
              <a:rPr lang="en-US" altLang="zh-CN" sz="1600" dirty="0" smtClean="0">
                <a:solidFill>
                  <a:srgbClr val="000000"/>
                </a:solidFill>
                <a:latin typeface="Times New Roman" pitchFamily="16" charset="0"/>
                <a:ea typeface="宋体" charset="-122"/>
              </a:rPr>
              <a:t>(fd,I2C_RDWR,(unsigned </a:t>
            </a:r>
            <a:r>
              <a:rPr lang="en-US" altLang="zh-CN" sz="1600" dirty="0">
                <a:solidFill>
                  <a:srgbClr val="000000"/>
                </a:solidFill>
                <a:latin typeface="Times New Roman" pitchFamily="16" charset="0"/>
                <a:ea typeface="宋体" charset="-122"/>
              </a:rPr>
              <a:t>long)&amp;i2c_data);</a:t>
            </a:r>
            <a:endParaRPr lang="zh-CN" altLang="en-US" sz="1600" dirty="0">
              <a:solidFill>
                <a:srgbClr val="000000"/>
              </a:solidFill>
              <a:latin typeface="Times New Roman" pitchFamily="16" charset="0"/>
              <a:ea typeface="宋体" charset="-122"/>
            </a:endParaRPr>
          </a:p>
        </p:txBody>
      </p:sp>
    </p:spTree>
    <p:extLst>
      <p:ext uri="{BB962C8B-B14F-4D97-AF65-F5344CB8AC3E}">
        <p14:creationId xmlns:p14="http://schemas.microsoft.com/office/powerpoint/2010/main" val="32541207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dirty="0" smtClean="0">
                <a:solidFill>
                  <a:srgbClr val="464653"/>
                </a:solidFill>
              </a:rPr>
              <a:t>I2C </a:t>
            </a:r>
            <a:r>
              <a:rPr lang="zh-CN" altLang="en-US" sz="3200" dirty="0" smtClean="0">
                <a:solidFill>
                  <a:srgbClr val="464653"/>
                </a:solidFill>
              </a:rPr>
              <a:t>设备驱动（</a:t>
            </a:r>
            <a:r>
              <a:rPr lang="en-US" altLang="zh-CN" sz="3200" dirty="0" err="1" smtClean="0">
                <a:solidFill>
                  <a:srgbClr val="464653"/>
                </a:solidFill>
              </a:rPr>
              <a:t>cont</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83568" y="1268760"/>
            <a:ext cx="7704856" cy="5155257"/>
          </a:xfrm>
          <a:prstGeom prst="rect">
            <a:avLst/>
          </a:prstGeom>
        </p:spPr>
        <p:txBody>
          <a:bodyPr wrap="square">
            <a:spAutoFit/>
          </a:bodyPr>
          <a:lstStyle/>
          <a:p>
            <a:pPr marL="271463" lvl="1"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a:solidFill>
                  <a:srgbClr val="000000"/>
                </a:solidFill>
                <a:latin typeface="Times New Roman" pitchFamily="16" charset="0"/>
                <a:ea typeface="宋体" charset="-122"/>
              </a:rPr>
              <a:t>i2c </a:t>
            </a:r>
            <a:r>
              <a:rPr lang="zh-CN" altLang="en-US" sz="2800" dirty="0" smtClean="0">
                <a:solidFill>
                  <a:srgbClr val="000000"/>
                </a:solidFill>
                <a:latin typeface="Times New Roman" pitchFamily="16" charset="0"/>
                <a:ea typeface="宋体" charset="-122"/>
              </a:rPr>
              <a:t>设备板级信息</a:t>
            </a:r>
            <a:endParaRPr lang="en-US" altLang="zh-CN" sz="2800" dirty="0">
              <a:solidFill>
                <a:srgbClr val="000000"/>
              </a:solidFill>
              <a:latin typeface="Times New Roman" pitchFamily="16" charset="0"/>
              <a:ea typeface="宋体" charset="-122"/>
            </a:endParaRPr>
          </a:p>
          <a:p>
            <a:pPr marL="273050" lvl="1">
              <a:spcBef>
                <a:spcPts val="600"/>
              </a:spcBef>
              <a:buClr>
                <a:srgbClr val="727CA3"/>
              </a:buClr>
              <a:buSzPct val="76000"/>
            </a:pPr>
            <a:r>
              <a:rPr lang="en-US" altLang="zh-CN" sz="1600" dirty="0" err="1">
                <a:solidFill>
                  <a:srgbClr val="000000"/>
                </a:solidFill>
                <a:latin typeface="Times New Roman" pitchFamily="16" charset="0"/>
              </a:rPr>
              <a:t>struct</a:t>
            </a:r>
            <a:r>
              <a:rPr lang="en-US" altLang="zh-CN" sz="1600" dirty="0">
                <a:solidFill>
                  <a:srgbClr val="000000"/>
                </a:solidFill>
                <a:latin typeface="Times New Roman" pitchFamily="16" charset="0"/>
              </a:rPr>
              <a:t> i2c_board_info {</a:t>
            </a:r>
          </a:p>
          <a:p>
            <a:pPr marL="273050" lvl="1">
              <a:spcBef>
                <a:spcPts val="600"/>
              </a:spcBef>
              <a:buClr>
                <a:srgbClr val="727CA3"/>
              </a:buClr>
              <a:buSzPct val="76000"/>
            </a:pPr>
            <a:r>
              <a:rPr lang="en-US" altLang="zh-CN" sz="1600" dirty="0">
                <a:solidFill>
                  <a:srgbClr val="000000"/>
                </a:solidFill>
                <a:latin typeface="Times New Roman" pitchFamily="16" charset="0"/>
              </a:rPr>
              <a:t>	char		</a:t>
            </a:r>
            <a:r>
              <a:rPr lang="en-US" altLang="zh-CN" sz="1600" dirty="0" smtClean="0">
                <a:solidFill>
                  <a:srgbClr val="000000"/>
                </a:solidFill>
                <a:latin typeface="Times New Roman" pitchFamily="16" charset="0"/>
              </a:rPr>
              <a:t>		type[I2C_NAME_SIZE</a:t>
            </a:r>
            <a:r>
              <a:rPr lang="en-US" altLang="zh-CN" sz="1600" dirty="0">
                <a:solidFill>
                  <a:srgbClr val="000000"/>
                </a:solidFill>
                <a:latin typeface="Times New Roman" pitchFamily="16" charset="0"/>
              </a:rPr>
              <a:t>];</a:t>
            </a:r>
          </a:p>
          <a:p>
            <a:pPr marL="273050" lvl="1">
              <a:spcBef>
                <a:spcPts val="600"/>
              </a:spcBef>
              <a:buClr>
                <a:srgbClr val="727CA3"/>
              </a:buClr>
              <a:buSzPct val="76000"/>
            </a:pPr>
            <a:r>
              <a:rPr lang="en-US" altLang="zh-CN" sz="1600" dirty="0">
                <a:solidFill>
                  <a:srgbClr val="000000"/>
                </a:solidFill>
                <a:latin typeface="Times New Roman" pitchFamily="16" charset="0"/>
              </a:rPr>
              <a:t>	unsigned short	</a:t>
            </a:r>
            <a:r>
              <a:rPr lang="en-US" altLang="zh-CN" sz="1600" dirty="0" smtClean="0">
                <a:solidFill>
                  <a:srgbClr val="000000"/>
                </a:solidFill>
                <a:latin typeface="Times New Roman" pitchFamily="16" charset="0"/>
              </a:rPr>
              <a:t>	flags</a:t>
            </a:r>
            <a:r>
              <a:rPr lang="en-US" altLang="zh-CN" sz="1600" dirty="0">
                <a:solidFill>
                  <a:srgbClr val="000000"/>
                </a:solidFill>
                <a:latin typeface="Times New Roman" pitchFamily="16" charset="0"/>
              </a:rPr>
              <a:t>;</a:t>
            </a:r>
          </a:p>
          <a:p>
            <a:pPr marL="273050" lvl="1">
              <a:spcBef>
                <a:spcPts val="600"/>
              </a:spcBef>
              <a:buClr>
                <a:srgbClr val="727CA3"/>
              </a:buClr>
              <a:buSzPct val="76000"/>
            </a:pPr>
            <a:r>
              <a:rPr lang="en-US" altLang="zh-CN" sz="1600" dirty="0">
                <a:solidFill>
                  <a:srgbClr val="000000"/>
                </a:solidFill>
                <a:latin typeface="Times New Roman" pitchFamily="16" charset="0"/>
              </a:rPr>
              <a:t>	unsigned short	</a:t>
            </a:r>
            <a:r>
              <a:rPr lang="en-US" altLang="zh-CN" sz="1600" dirty="0" smtClean="0">
                <a:solidFill>
                  <a:srgbClr val="000000"/>
                </a:solidFill>
                <a:latin typeface="Times New Roman" pitchFamily="16" charset="0"/>
              </a:rPr>
              <a:t>	</a:t>
            </a:r>
            <a:r>
              <a:rPr lang="en-US" altLang="zh-CN" sz="1600" dirty="0" err="1" smtClean="0">
                <a:solidFill>
                  <a:srgbClr val="000000"/>
                </a:solidFill>
                <a:latin typeface="Times New Roman" pitchFamily="16" charset="0"/>
              </a:rPr>
              <a:t>addr</a:t>
            </a:r>
            <a:r>
              <a:rPr lang="en-US" altLang="zh-CN" sz="1600" dirty="0">
                <a:solidFill>
                  <a:srgbClr val="000000"/>
                </a:solidFill>
                <a:latin typeface="Times New Roman" pitchFamily="16" charset="0"/>
              </a:rPr>
              <a:t>;</a:t>
            </a:r>
          </a:p>
          <a:p>
            <a:pPr marL="273050" lvl="1">
              <a:spcBef>
                <a:spcPts val="600"/>
              </a:spcBef>
              <a:buClr>
                <a:srgbClr val="727CA3"/>
              </a:buClr>
              <a:buSzPct val="76000"/>
            </a:pPr>
            <a:r>
              <a:rPr lang="en-US" altLang="zh-CN" sz="1600" dirty="0">
                <a:solidFill>
                  <a:srgbClr val="000000"/>
                </a:solidFill>
                <a:latin typeface="Times New Roman" pitchFamily="16" charset="0"/>
              </a:rPr>
              <a:t>	void		</a:t>
            </a:r>
            <a:r>
              <a:rPr lang="en-US" altLang="zh-CN" sz="1600" dirty="0" smtClean="0">
                <a:solidFill>
                  <a:srgbClr val="000000"/>
                </a:solidFill>
                <a:latin typeface="Times New Roman" pitchFamily="16" charset="0"/>
              </a:rPr>
              <a:t>		*</a:t>
            </a:r>
            <a:r>
              <a:rPr lang="en-US" altLang="zh-CN" sz="1600" dirty="0" err="1">
                <a:solidFill>
                  <a:srgbClr val="000000"/>
                </a:solidFill>
                <a:latin typeface="Times New Roman" pitchFamily="16" charset="0"/>
              </a:rPr>
              <a:t>platform_data</a:t>
            </a:r>
            <a:r>
              <a:rPr lang="en-US" altLang="zh-CN" sz="1600" dirty="0">
                <a:solidFill>
                  <a:srgbClr val="000000"/>
                </a:solidFill>
                <a:latin typeface="Times New Roman" pitchFamily="16" charset="0"/>
              </a:rPr>
              <a:t>;</a:t>
            </a:r>
          </a:p>
          <a:p>
            <a:pPr marL="273050" lvl="1">
              <a:spcBef>
                <a:spcPts val="600"/>
              </a:spcBef>
              <a:buClr>
                <a:srgbClr val="727CA3"/>
              </a:buClr>
              <a:buSzPct val="76000"/>
            </a:pP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struct</a:t>
            </a: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dev_archdata</a:t>
            </a: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archdata</a:t>
            </a:r>
            <a:r>
              <a:rPr lang="en-US" altLang="zh-CN" sz="1600" dirty="0">
                <a:solidFill>
                  <a:srgbClr val="000000"/>
                </a:solidFill>
                <a:latin typeface="Times New Roman" pitchFamily="16" charset="0"/>
              </a:rPr>
              <a:t>;</a:t>
            </a:r>
          </a:p>
          <a:p>
            <a:pPr marL="273050" lvl="1">
              <a:spcBef>
                <a:spcPts val="600"/>
              </a:spcBef>
              <a:buClr>
                <a:srgbClr val="727CA3"/>
              </a:buClr>
              <a:buSzPct val="76000"/>
            </a:pPr>
            <a:r>
              <a:rPr lang="en-US" altLang="zh-CN" sz="1600" dirty="0">
                <a:solidFill>
                  <a:srgbClr val="000000"/>
                </a:solidFill>
                <a:latin typeface="Times New Roman" pitchFamily="16" charset="0"/>
              </a:rPr>
              <a:t>#</a:t>
            </a:r>
            <a:r>
              <a:rPr lang="en-US" altLang="zh-CN" sz="1600" dirty="0" err="1">
                <a:solidFill>
                  <a:srgbClr val="000000"/>
                </a:solidFill>
                <a:latin typeface="Times New Roman" pitchFamily="16" charset="0"/>
              </a:rPr>
              <a:t>ifdef</a:t>
            </a:r>
            <a:r>
              <a:rPr lang="en-US" altLang="zh-CN" sz="1600" dirty="0">
                <a:solidFill>
                  <a:srgbClr val="000000"/>
                </a:solidFill>
                <a:latin typeface="Times New Roman" pitchFamily="16" charset="0"/>
              </a:rPr>
              <a:t> CONFIG_OF</a:t>
            </a:r>
          </a:p>
          <a:p>
            <a:pPr marL="273050" lvl="1">
              <a:spcBef>
                <a:spcPts val="600"/>
              </a:spcBef>
              <a:buClr>
                <a:srgbClr val="727CA3"/>
              </a:buClr>
              <a:buSzPct val="76000"/>
            </a:pP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struct</a:t>
            </a: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device_node</a:t>
            </a:r>
            <a:r>
              <a:rPr lang="en-US" altLang="zh-CN" sz="1600" dirty="0">
                <a:solidFill>
                  <a:srgbClr val="000000"/>
                </a:solidFill>
                <a:latin typeface="Times New Roman" pitchFamily="16" charset="0"/>
              </a:rPr>
              <a:t> </a:t>
            </a:r>
            <a:r>
              <a:rPr lang="en-US" altLang="zh-CN" sz="1600" dirty="0" smtClean="0">
                <a:solidFill>
                  <a:srgbClr val="000000"/>
                </a:solidFill>
                <a:latin typeface="Times New Roman" pitchFamily="16" charset="0"/>
              </a:rPr>
              <a:t>	*</a:t>
            </a:r>
            <a:r>
              <a:rPr lang="en-US" altLang="zh-CN" sz="1600" dirty="0" err="1">
                <a:solidFill>
                  <a:srgbClr val="000000"/>
                </a:solidFill>
                <a:latin typeface="Times New Roman" pitchFamily="16" charset="0"/>
              </a:rPr>
              <a:t>of_node</a:t>
            </a:r>
            <a:r>
              <a:rPr lang="en-US" altLang="zh-CN" sz="1600" dirty="0">
                <a:solidFill>
                  <a:srgbClr val="000000"/>
                </a:solidFill>
                <a:latin typeface="Times New Roman" pitchFamily="16" charset="0"/>
              </a:rPr>
              <a:t>;</a:t>
            </a:r>
          </a:p>
          <a:p>
            <a:pPr marL="273050" lvl="1">
              <a:spcBef>
                <a:spcPts val="600"/>
              </a:spcBef>
              <a:buClr>
                <a:srgbClr val="727CA3"/>
              </a:buClr>
              <a:buSzPct val="76000"/>
            </a:pPr>
            <a:r>
              <a:rPr lang="en-US" altLang="zh-CN" sz="1600" dirty="0">
                <a:solidFill>
                  <a:srgbClr val="000000"/>
                </a:solidFill>
                <a:latin typeface="Times New Roman" pitchFamily="16" charset="0"/>
              </a:rPr>
              <a:t>#</a:t>
            </a:r>
            <a:r>
              <a:rPr lang="en-US" altLang="zh-CN" sz="1600" dirty="0" err="1">
                <a:solidFill>
                  <a:srgbClr val="000000"/>
                </a:solidFill>
                <a:latin typeface="Times New Roman" pitchFamily="16" charset="0"/>
              </a:rPr>
              <a:t>endif</a:t>
            </a:r>
            <a:endParaRPr lang="en-US" altLang="zh-CN" sz="1600" dirty="0">
              <a:solidFill>
                <a:srgbClr val="000000"/>
              </a:solidFill>
              <a:latin typeface="Times New Roman" pitchFamily="16" charset="0"/>
            </a:endParaRPr>
          </a:p>
          <a:p>
            <a:pPr marL="273050" lvl="1">
              <a:spcBef>
                <a:spcPts val="600"/>
              </a:spcBef>
              <a:buClr>
                <a:srgbClr val="727CA3"/>
              </a:buClr>
              <a:buSzPct val="76000"/>
            </a:pP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int</a:t>
            </a:r>
            <a:r>
              <a:rPr lang="en-US" altLang="zh-CN" sz="1600" dirty="0">
                <a:solidFill>
                  <a:srgbClr val="000000"/>
                </a:solidFill>
                <a:latin typeface="Times New Roman" pitchFamily="16" charset="0"/>
              </a:rPr>
              <a:t>		</a:t>
            </a:r>
            <a:r>
              <a:rPr lang="en-US" altLang="zh-CN" sz="1600" dirty="0" smtClean="0">
                <a:solidFill>
                  <a:srgbClr val="000000"/>
                </a:solidFill>
                <a:latin typeface="Times New Roman" pitchFamily="16" charset="0"/>
              </a:rPr>
              <a:t>		</a:t>
            </a:r>
            <a:r>
              <a:rPr lang="en-US" altLang="zh-CN" sz="1600" dirty="0" err="1" smtClean="0">
                <a:solidFill>
                  <a:srgbClr val="000000"/>
                </a:solidFill>
                <a:latin typeface="Times New Roman" pitchFamily="16" charset="0"/>
              </a:rPr>
              <a:t>irq</a:t>
            </a:r>
            <a:r>
              <a:rPr lang="en-US" altLang="zh-CN" sz="1600" dirty="0">
                <a:solidFill>
                  <a:srgbClr val="000000"/>
                </a:solidFill>
                <a:latin typeface="Times New Roman" pitchFamily="16" charset="0"/>
              </a:rPr>
              <a:t>;</a:t>
            </a:r>
          </a:p>
          <a:p>
            <a:pPr marL="273050" lvl="1">
              <a:spcBef>
                <a:spcPts val="600"/>
              </a:spcBef>
              <a:buClr>
                <a:srgbClr val="727CA3"/>
              </a:buClr>
              <a:buSzPct val="76000"/>
            </a:pPr>
            <a:r>
              <a:rPr lang="en-US" altLang="zh-CN" sz="1600" dirty="0" smtClean="0">
                <a:solidFill>
                  <a:srgbClr val="000000"/>
                </a:solidFill>
                <a:latin typeface="Times New Roman" pitchFamily="16" charset="0"/>
              </a:rPr>
              <a:t>};</a:t>
            </a:r>
          </a:p>
          <a:p>
            <a:pPr marL="271463" lvl="1"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zh-CN" altLang="en-US" sz="2800" dirty="0" smtClean="0">
                <a:solidFill>
                  <a:srgbClr val="000000"/>
                </a:solidFill>
                <a:latin typeface="Times New Roman" pitchFamily="16" charset="0"/>
                <a:ea typeface="宋体" charset="-122"/>
              </a:rPr>
              <a:t>设备板级信息注册</a:t>
            </a:r>
            <a:endParaRPr lang="en-US" altLang="zh-CN" sz="2800" dirty="0">
              <a:solidFill>
                <a:srgbClr val="000000"/>
              </a:solidFill>
              <a:latin typeface="Times New Roman" pitchFamily="16" charset="0"/>
              <a:ea typeface="宋体" charset="-122"/>
            </a:endParaRPr>
          </a:p>
          <a:p>
            <a:pPr marL="0" lvl="1">
              <a:spcBef>
                <a:spcPts val="600"/>
              </a:spcBef>
              <a:buClr>
                <a:srgbClr val="727CA3"/>
              </a:buClr>
              <a:buSzPct val="76000"/>
            </a:pPr>
            <a:r>
              <a:rPr lang="en-US" altLang="zh-CN" sz="1600" dirty="0" smtClean="0">
                <a:solidFill>
                  <a:srgbClr val="000000"/>
                </a:solidFill>
                <a:latin typeface="Times New Roman" pitchFamily="16" charset="0"/>
              </a:rPr>
              <a:t>	</a:t>
            </a:r>
            <a:r>
              <a:rPr lang="en-US" altLang="zh-CN" sz="1600" dirty="0" err="1" smtClean="0">
                <a:solidFill>
                  <a:srgbClr val="000000"/>
                </a:solidFill>
                <a:latin typeface="Times New Roman" pitchFamily="16" charset="0"/>
              </a:rPr>
              <a:t>int</a:t>
            </a:r>
            <a:r>
              <a:rPr lang="en-US" altLang="zh-CN" sz="1600" dirty="0" smtClean="0">
                <a:solidFill>
                  <a:srgbClr val="000000"/>
                </a:solidFill>
                <a:latin typeface="Times New Roman" pitchFamily="16" charset="0"/>
              </a:rPr>
              <a:t>  i2c_register_board_info(</a:t>
            </a:r>
            <a:r>
              <a:rPr lang="en-US" altLang="zh-CN" sz="1600" dirty="0" err="1" smtClean="0">
                <a:solidFill>
                  <a:srgbClr val="000000"/>
                </a:solidFill>
                <a:latin typeface="Times New Roman" pitchFamily="16" charset="0"/>
              </a:rPr>
              <a:t>int</a:t>
            </a:r>
            <a:r>
              <a:rPr lang="en-US" altLang="zh-CN" sz="1600" dirty="0" smtClean="0">
                <a:solidFill>
                  <a:srgbClr val="000000"/>
                </a:solidFill>
                <a:latin typeface="Times New Roman" pitchFamily="16" charset="0"/>
              </a:rPr>
              <a:t> </a:t>
            </a:r>
            <a:r>
              <a:rPr lang="en-US" altLang="zh-CN" sz="1600" dirty="0" err="1">
                <a:solidFill>
                  <a:srgbClr val="000000"/>
                </a:solidFill>
                <a:latin typeface="Times New Roman" pitchFamily="16" charset="0"/>
              </a:rPr>
              <a:t>busnum</a:t>
            </a: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struct</a:t>
            </a:r>
            <a:r>
              <a:rPr lang="en-US" altLang="zh-CN" sz="1600" dirty="0">
                <a:solidFill>
                  <a:srgbClr val="000000"/>
                </a:solidFill>
                <a:latin typeface="Times New Roman" pitchFamily="16" charset="0"/>
              </a:rPr>
              <a:t> i2c_board_info const *info</a:t>
            </a:r>
            <a:r>
              <a:rPr lang="en-US" altLang="zh-CN" sz="1600" dirty="0" smtClean="0">
                <a:solidFill>
                  <a:srgbClr val="000000"/>
                </a:solidFill>
                <a:latin typeface="Times New Roman" pitchFamily="16" charset="0"/>
              </a:rPr>
              <a:t>, unsigned </a:t>
            </a:r>
            <a:r>
              <a:rPr lang="en-US" altLang="zh-CN" sz="1600" dirty="0">
                <a:solidFill>
                  <a:srgbClr val="000000"/>
                </a:solidFill>
                <a:latin typeface="Times New Roman" pitchFamily="16" charset="0"/>
              </a:rPr>
              <a:t>n</a:t>
            </a:r>
            <a:r>
              <a:rPr lang="en-US" altLang="zh-CN" sz="1600" dirty="0" smtClean="0">
                <a:solidFill>
                  <a:srgbClr val="000000"/>
                </a:solidFill>
                <a:latin typeface="Times New Roman" pitchFamily="16" charset="0"/>
              </a:rPr>
              <a:t>);</a:t>
            </a:r>
            <a:endParaRPr lang="en-US" altLang="zh-CN" sz="2400" dirty="0">
              <a:solidFill>
                <a:srgbClr val="000000"/>
              </a:solidFill>
              <a:latin typeface="Times New Roman" pitchFamily="16" charset="0"/>
            </a:endParaRPr>
          </a:p>
        </p:txBody>
      </p:sp>
    </p:spTree>
    <p:extLst>
      <p:ext uri="{BB962C8B-B14F-4D97-AF65-F5344CB8AC3E}">
        <p14:creationId xmlns:p14="http://schemas.microsoft.com/office/powerpoint/2010/main" val="7937235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dirty="0" smtClean="0">
                <a:solidFill>
                  <a:srgbClr val="464653"/>
                </a:solidFill>
              </a:rPr>
              <a:t>I2C </a:t>
            </a:r>
            <a:r>
              <a:rPr lang="zh-CN" altLang="en-US" sz="3200" dirty="0" smtClean="0">
                <a:solidFill>
                  <a:srgbClr val="464653"/>
                </a:solidFill>
              </a:rPr>
              <a:t>设备驱动（</a:t>
            </a:r>
            <a:r>
              <a:rPr lang="en-US" altLang="zh-CN" sz="3200" dirty="0" err="1" smtClean="0">
                <a:solidFill>
                  <a:srgbClr val="464653"/>
                </a:solidFill>
              </a:rPr>
              <a:t>cont</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83568" y="1268760"/>
            <a:ext cx="7704856" cy="969496"/>
          </a:xfrm>
          <a:prstGeom prst="rect">
            <a:avLst/>
          </a:prstGeom>
        </p:spPr>
        <p:txBody>
          <a:bodyPr wrap="square">
            <a:spAutoFit/>
          </a:bodyPr>
          <a:lstStyle/>
          <a:p>
            <a:pPr marL="271463" lvl="1" indent="-271463" eaLnBrk="1" hangingPunct="1">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a:solidFill>
                  <a:srgbClr val="000000"/>
                </a:solidFill>
                <a:latin typeface="Times New Roman" pitchFamily="16" charset="0"/>
                <a:ea typeface="宋体" charset="-122"/>
              </a:rPr>
              <a:t>i2c </a:t>
            </a:r>
            <a:r>
              <a:rPr lang="zh-CN" altLang="en-US" sz="2800" dirty="0">
                <a:solidFill>
                  <a:srgbClr val="000000"/>
                </a:solidFill>
                <a:latin typeface="Times New Roman" pitchFamily="16" charset="0"/>
                <a:ea typeface="宋体" charset="-122"/>
              </a:rPr>
              <a:t>设备注册过程</a:t>
            </a:r>
            <a:endParaRPr lang="en-US" altLang="zh-CN" sz="2800" dirty="0">
              <a:solidFill>
                <a:srgbClr val="000000"/>
              </a:solidFill>
              <a:latin typeface="Times New Roman" pitchFamily="16" charset="0"/>
              <a:ea typeface="宋体" charset="-122"/>
            </a:endParaRPr>
          </a:p>
          <a:p>
            <a:pPr marL="101600" indent="-285750">
              <a:spcBef>
                <a:spcPts val="600"/>
              </a:spcBef>
              <a:buClr>
                <a:srgbClr val="727CA3"/>
              </a:buClr>
              <a:buSzPct val="76000"/>
              <a:buFont typeface="Wingdings 3" pitchFamily="16" charset="2"/>
              <a:buChar char=""/>
            </a:pPr>
            <a:endParaRPr lang="en-US" altLang="zh-CN" sz="2400" dirty="0">
              <a:solidFill>
                <a:srgbClr val="000000"/>
              </a:solidFill>
              <a:latin typeface="Times New Roman" pitchFamily="16" charset="0"/>
            </a:endParaRPr>
          </a:p>
        </p:txBody>
      </p:sp>
      <p:pic>
        <p:nvPicPr>
          <p:cNvPr id="644099" name="Picture 3" descr="C:\Documents and Settings\Administrator\Application Data\Tencent\Users\461263722\QQ\WinTemp\RichOle\XY4V$G)VA]IE]FSM27$KOZB.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68" y="1722730"/>
            <a:ext cx="7803047" cy="4298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730439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dirty="0" smtClean="0">
                <a:solidFill>
                  <a:srgbClr val="464653"/>
                </a:solidFill>
              </a:rPr>
              <a:t>I2C </a:t>
            </a:r>
            <a:r>
              <a:rPr lang="zh-CN" altLang="en-US" sz="3200" dirty="0" smtClean="0">
                <a:solidFill>
                  <a:srgbClr val="464653"/>
                </a:solidFill>
              </a:rPr>
              <a:t>设备驱动（</a:t>
            </a:r>
            <a:r>
              <a:rPr lang="en-US" altLang="zh-CN" sz="3200" dirty="0" err="1" smtClean="0">
                <a:solidFill>
                  <a:srgbClr val="464653"/>
                </a:solidFill>
              </a:rPr>
              <a:t>cont</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83568" y="1268760"/>
            <a:ext cx="7704856" cy="4847481"/>
          </a:xfrm>
          <a:prstGeom prst="rect">
            <a:avLst/>
          </a:prstGeom>
        </p:spPr>
        <p:txBody>
          <a:bodyPr wrap="square">
            <a:spAutoFit/>
          </a:bodyPr>
          <a:lstStyle/>
          <a:p>
            <a:pPr marL="271463" lvl="1"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a:solidFill>
                  <a:srgbClr val="000000"/>
                </a:solidFill>
                <a:latin typeface="Times New Roman" pitchFamily="16" charset="0"/>
                <a:ea typeface="宋体" charset="-122"/>
              </a:rPr>
              <a:t>i2c </a:t>
            </a:r>
            <a:r>
              <a:rPr lang="zh-CN" altLang="en-US" sz="2800" dirty="0" smtClean="0">
                <a:solidFill>
                  <a:srgbClr val="000000"/>
                </a:solidFill>
                <a:latin typeface="Times New Roman" pitchFamily="16" charset="0"/>
                <a:ea typeface="宋体" charset="-122"/>
              </a:rPr>
              <a:t>从设备结构体</a:t>
            </a:r>
            <a:endParaRPr lang="en-US" altLang="zh-CN" sz="2800" dirty="0">
              <a:solidFill>
                <a:srgbClr val="000000"/>
              </a:solidFill>
              <a:latin typeface="Times New Roman" pitchFamily="16" charset="0"/>
              <a:ea typeface="宋体" charset="-122"/>
            </a:endParaRPr>
          </a:p>
          <a:p>
            <a:pPr marL="273050" lvl="1">
              <a:spcBef>
                <a:spcPts val="600"/>
              </a:spcBef>
              <a:buClr>
                <a:srgbClr val="727CA3"/>
              </a:buClr>
              <a:buSzPct val="76000"/>
            </a:pPr>
            <a:r>
              <a:rPr lang="en-US" altLang="zh-CN" sz="1600" dirty="0" err="1">
                <a:solidFill>
                  <a:srgbClr val="000000"/>
                </a:solidFill>
                <a:latin typeface="Times New Roman" pitchFamily="16" charset="0"/>
              </a:rPr>
              <a:t>struct</a:t>
            </a:r>
            <a:r>
              <a:rPr lang="en-US" altLang="zh-CN" sz="1600" dirty="0">
                <a:solidFill>
                  <a:srgbClr val="000000"/>
                </a:solidFill>
                <a:latin typeface="Times New Roman" pitchFamily="16" charset="0"/>
              </a:rPr>
              <a:t> i2c_client {</a:t>
            </a:r>
          </a:p>
          <a:p>
            <a:pPr marL="273050" lvl="1">
              <a:spcBef>
                <a:spcPts val="600"/>
              </a:spcBef>
              <a:buClr>
                <a:srgbClr val="727CA3"/>
              </a:buClr>
              <a:buSzPct val="76000"/>
            </a:pPr>
            <a:r>
              <a:rPr lang="en-US" altLang="zh-CN" sz="1600" dirty="0">
                <a:solidFill>
                  <a:srgbClr val="000000"/>
                </a:solidFill>
                <a:latin typeface="Times New Roman" pitchFamily="16" charset="0"/>
              </a:rPr>
              <a:t>	unsigned short flags;		/* div., see below		*/</a:t>
            </a:r>
          </a:p>
          <a:p>
            <a:pPr marL="273050" lvl="1">
              <a:spcBef>
                <a:spcPts val="600"/>
              </a:spcBef>
              <a:buClr>
                <a:srgbClr val="727CA3"/>
              </a:buClr>
              <a:buSzPct val="76000"/>
            </a:pPr>
            <a:r>
              <a:rPr lang="en-US" altLang="zh-CN" sz="1600" dirty="0">
                <a:solidFill>
                  <a:srgbClr val="000000"/>
                </a:solidFill>
                <a:latin typeface="Times New Roman" pitchFamily="16" charset="0"/>
              </a:rPr>
              <a:t>	unsigned short </a:t>
            </a:r>
            <a:r>
              <a:rPr lang="en-US" altLang="zh-CN" sz="1600" dirty="0" err="1">
                <a:solidFill>
                  <a:srgbClr val="000000"/>
                </a:solidFill>
                <a:latin typeface="Times New Roman" pitchFamily="16" charset="0"/>
              </a:rPr>
              <a:t>addr</a:t>
            </a:r>
            <a:r>
              <a:rPr lang="en-US" altLang="zh-CN" sz="1600" dirty="0">
                <a:solidFill>
                  <a:srgbClr val="000000"/>
                </a:solidFill>
                <a:latin typeface="Times New Roman" pitchFamily="16" charset="0"/>
              </a:rPr>
              <a:t>;		/* chip address - NOTE: 7bit	*/</a:t>
            </a:r>
          </a:p>
          <a:p>
            <a:pPr marL="273050" lvl="1">
              <a:spcBef>
                <a:spcPts val="600"/>
              </a:spcBef>
              <a:buClr>
                <a:srgbClr val="727CA3"/>
              </a:buClr>
              <a:buSzPct val="76000"/>
            </a:pPr>
            <a:r>
              <a:rPr lang="en-US" altLang="zh-CN" sz="1600" dirty="0">
                <a:solidFill>
                  <a:srgbClr val="000000"/>
                </a:solidFill>
                <a:latin typeface="Times New Roman" pitchFamily="16" charset="0"/>
              </a:rPr>
              <a:t>					</a:t>
            </a:r>
            <a:r>
              <a:rPr lang="en-US" altLang="zh-CN" sz="1600" dirty="0" smtClean="0">
                <a:solidFill>
                  <a:srgbClr val="000000"/>
                </a:solidFill>
                <a:latin typeface="Times New Roman" pitchFamily="16" charset="0"/>
              </a:rPr>
              <a:t>	/* </a:t>
            </a:r>
            <a:r>
              <a:rPr lang="en-US" altLang="zh-CN" sz="1600" dirty="0">
                <a:solidFill>
                  <a:srgbClr val="000000"/>
                </a:solidFill>
                <a:latin typeface="Times New Roman" pitchFamily="16" charset="0"/>
              </a:rPr>
              <a:t>addresses are stored in the	*/</a:t>
            </a:r>
          </a:p>
          <a:p>
            <a:pPr marL="273050" lvl="1">
              <a:spcBef>
                <a:spcPts val="600"/>
              </a:spcBef>
              <a:buClr>
                <a:srgbClr val="727CA3"/>
              </a:buClr>
              <a:buSzPct val="76000"/>
            </a:pPr>
            <a:r>
              <a:rPr lang="en-US" altLang="zh-CN" sz="1600" dirty="0">
                <a:solidFill>
                  <a:srgbClr val="000000"/>
                </a:solidFill>
                <a:latin typeface="Times New Roman" pitchFamily="16" charset="0"/>
              </a:rPr>
              <a:t>					</a:t>
            </a:r>
            <a:r>
              <a:rPr lang="en-US" altLang="zh-CN" sz="1600" dirty="0" smtClean="0">
                <a:solidFill>
                  <a:srgbClr val="000000"/>
                </a:solidFill>
                <a:latin typeface="Times New Roman" pitchFamily="16" charset="0"/>
              </a:rPr>
              <a:t>	/* </a:t>
            </a:r>
            <a:r>
              <a:rPr lang="en-US" altLang="zh-CN" sz="1600" dirty="0">
                <a:solidFill>
                  <a:srgbClr val="000000"/>
                </a:solidFill>
                <a:latin typeface="Times New Roman" pitchFamily="16" charset="0"/>
              </a:rPr>
              <a:t>_LOWER_ 7 bits		*/</a:t>
            </a:r>
          </a:p>
          <a:p>
            <a:pPr marL="273050" lvl="1">
              <a:spcBef>
                <a:spcPts val="600"/>
              </a:spcBef>
              <a:buClr>
                <a:srgbClr val="727CA3"/>
              </a:buClr>
              <a:buSzPct val="76000"/>
            </a:pPr>
            <a:r>
              <a:rPr lang="en-US" altLang="zh-CN" sz="1600" dirty="0">
                <a:solidFill>
                  <a:srgbClr val="000000"/>
                </a:solidFill>
                <a:latin typeface="Times New Roman" pitchFamily="16" charset="0"/>
              </a:rPr>
              <a:t>	char name[I2C_NAME_SIZE];</a:t>
            </a:r>
          </a:p>
          <a:p>
            <a:pPr marL="273050" lvl="1">
              <a:spcBef>
                <a:spcPts val="600"/>
              </a:spcBef>
              <a:buClr>
                <a:srgbClr val="727CA3"/>
              </a:buClr>
              <a:buSzPct val="76000"/>
            </a:pP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struct</a:t>
            </a:r>
            <a:r>
              <a:rPr lang="en-US" altLang="zh-CN" sz="1600" dirty="0">
                <a:solidFill>
                  <a:srgbClr val="000000"/>
                </a:solidFill>
                <a:latin typeface="Times New Roman" pitchFamily="16" charset="0"/>
              </a:rPr>
              <a:t> i2c_adapter *adapter;	/* the adapter we sit on	*/</a:t>
            </a:r>
          </a:p>
          <a:p>
            <a:pPr marL="273050" lvl="1">
              <a:spcBef>
                <a:spcPts val="600"/>
              </a:spcBef>
              <a:buClr>
                <a:srgbClr val="727CA3"/>
              </a:buClr>
              <a:buSzPct val="76000"/>
            </a:pP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struct</a:t>
            </a:r>
            <a:r>
              <a:rPr lang="en-US" altLang="zh-CN" sz="1600" dirty="0">
                <a:solidFill>
                  <a:srgbClr val="000000"/>
                </a:solidFill>
                <a:latin typeface="Times New Roman" pitchFamily="16" charset="0"/>
              </a:rPr>
              <a:t> i2c_driver *driver;	</a:t>
            </a:r>
            <a:r>
              <a:rPr lang="en-US" altLang="zh-CN" sz="1600" dirty="0" smtClean="0">
                <a:solidFill>
                  <a:srgbClr val="000000"/>
                </a:solidFill>
                <a:latin typeface="Times New Roman" pitchFamily="16" charset="0"/>
              </a:rPr>
              <a:t>	/* </a:t>
            </a:r>
            <a:r>
              <a:rPr lang="en-US" altLang="zh-CN" sz="1600" dirty="0">
                <a:solidFill>
                  <a:srgbClr val="000000"/>
                </a:solidFill>
                <a:latin typeface="Times New Roman" pitchFamily="16" charset="0"/>
              </a:rPr>
              <a:t>and our access routines	*/</a:t>
            </a:r>
          </a:p>
          <a:p>
            <a:pPr marL="273050" lvl="1">
              <a:spcBef>
                <a:spcPts val="600"/>
              </a:spcBef>
              <a:buClr>
                <a:srgbClr val="727CA3"/>
              </a:buClr>
              <a:buSzPct val="76000"/>
            </a:pP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struct</a:t>
            </a:r>
            <a:r>
              <a:rPr lang="en-US" altLang="zh-CN" sz="1600" dirty="0">
                <a:solidFill>
                  <a:srgbClr val="000000"/>
                </a:solidFill>
                <a:latin typeface="Times New Roman" pitchFamily="16" charset="0"/>
              </a:rPr>
              <a:t> device </a:t>
            </a:r>
            <a:r>
              <a:rPr lang="en-US" altLang="zh-CN" sz="1600" dirty="0" err="1">
                <a:solidFill>
                  <a:srgbClr val="000000"/>
                </a:solidFill>
                <a:latin typeface="Times New Roman" pitchFamily="16" charset="0"/>
              </a:rPr>
              <a:t>dev</a:t>
            </a:r>
            <a:r>
              <a:rPr lang="en-US" altLang="zh-CN" sz="1600" dirty="0">
                <a:solidFill>
                  <a:srgbClr val="000000"/>
                </a:solidFill>
                <a:latin typeface="Times New Roman" pitchFamily="16" charset="0"/>
              </a:rPr>
              <a:t>;		</a:t>
            </a:r>
            <a:r>
              <a:rPr lang="en-US" altLang="zh-CN" sz="1600" dirty="0" smtClean="0">
                <a:solidFill>
                  <a:srgbClr val="000000"/>
                </a:solidFill>
                <a:latin typeface="Times New Roman" pitchFamily="16" charset="0"/>
              </a:rPr>
              <a:t>	/* </a:t>
            </a:r>
            <a:r>
              <a:rPr lang="en-US" altLang="zh-CN" sz="1600" dirty="0">
                <a:solidFill>
                  <a:srgbClr val="000000"/>
                </a:solidFill>
                <a:latin typeface="Times New Roman" pitchFamily="16" charset="0"/>
              </a:rPr>
              <a:t>the device structure		*/</a:t>
            </a:r>
          </a:p>
          <a:p>
            <a:pPr marL="273050" lvl="1">
              <a:spcBef>
                <a:spcPts val="600"/>
              </a:spcBef>
              <a:buClr>
                <a:srgbClr val="727CA3"/>
              </a:buClr>
              <a:buSzPct val="76000"/>
            </a:pP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int</a:t>
            </a: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irq</a:t>
            </a:r>
            <a:r>
              <a:rPr lang="en-US" altLang="zh-CN" sz="1600" dirty="0">
                <a:solidFill>
                  <a:srgbClr val="000000"/>
                </a:solidFill>
                <a:latin typeface="Times New Roman" pitchFamily="16" charset="0"/>
              </a:rPr>
              <a:t>;			</a:t>
            </a:r>
            <a:r>
              <a:rPr lang="en-US" altLang="zh-CN" sz="1600" dirty="0" smtClean="0">
                <a:solidFill>
                  <a:srgbClr val="000000"/>
                </a:solidFill>
                <a:latin typeface="Times New Roman" pitchFamily="16" charset="0"/>
              </a:rPr>
              <a:t>		/* </a:t>
            </a:r>
            <a:r>
              <a:rPr lang="en-US" altLang="zh-CN" sz="1600" dirty="0" err="1">
                <a:solidFill>
                  <a:srgbClr val="000000"/>
                </a:solidFill>
                <a:latin typeface="Times New Roman" pitchFamily="16" charset="0"/>
              </a:rPr>
              <a:t>irq</a:t>
            </a:r>
            <a:r>
              <a:rPr lang="en-US" altLang="zh-CN" sz="1600" dirty="0">
                <a:solidFill>
                  <a:srgbClr val="000000"/>
                </a:solidFill>
                <a:latin typeface="Times New Roman" pitchFamily="16" charset="0"/>
              </a:rPr>
              <a:t> issued by device		*/</a:t>
            </a:r>
          </a:p>
          <a:p>
            <a:pPr marL="273050" lvl="1">
              <a:spcBef>
                <a:spcPts val="600"/>
              </a:spcBef>
              <a:buClr>
                <a:srgbClr val="727CA3"/>
              </a:buClr>
              <a:buSzPct val="76000"/>
            </a:pP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struct</a:t>
            </a:r>
            <a:r>
              <a:rPr lang="en-US" altLang="zh-CN" sz="1600" dirty="0">
                <a:solidFill>
                  <a:srgbClr val="000000"/>
                </a:solidFill>
                <a:latin typeface="Times New Roman" pitchFamily="16" charset="0"/>
              </a:rPr>
              <a:t> </a:t>
            </a:r>
            <a:r>
              <a:rPr lang="en-US" altLang="zh-CN" sz="1600" dirty="0" err="1">
                <a:solidFill>
                  <a:srgbClr val="000000"/>
                </a:solidFill>
                <a:latin typeface="Times New Roman" pitchFamily="16" charset="0"/>
              </a:rPr>
              <a:t>list_head</a:t>
            </a:r>
            <a:r>
              <a:rPr lang="en-US" altLang="zh-CN" sz="1600" dirty="0">
                <a:solidFill>
                  <a:srgbClr val="000000"/>
                </a:solidFill>
                <a:latin typeface="Times New Roman" pitchFamily="16" charset="0"/>
              </a:rPr>
              <a:t> detected;</a:t>
            </a:r>
          </a:p>
          <a:p>
            <a:pPr marL="273050" lvl="1">
              <a:spcBef>
                <a:spcPts val="600"/>
              </a:spcBef>
              <a:buClr>
                <a:srgbClr val="727CA3"/>
              </a:buClr>
              <a:buSzPct val="76000"/>
            </a:pPr>
            <a:r>
              <a:rPr lang="en-US" altLang="zh-CN" sz="1600" dirty="0" smtClean="0">
                <a:solidFill>
                  <a:srgbClr val="000000"/>
                </a:solidFill>
                <a:latin typeface="Times New Roman" pitchFamily="16" charset="0"/>
              </a:rPr>
              <a:t>};</a:t>
            </a:r>
            <a:endParaRPr lang="en-US" altLang="zh-CN" sz="1600" dirty="0">
              <a:solidFill>
                <a:srgbClr val="000000"/>
              </a:solidFill>
              <a:latin typeface="Times New Roman" pitchFamily="16" charset="0"/>
            </a:endParaRPr>
          </a:p>
          <a:p>
            <a:pPr marL="101600" indent="-285750">
              <a:spcBef>
                <a:spcPts val="600"/>
              </a:spcBef>
              <a:buClr>
                <a:srgbClr val="727CA3"/>
              </a:buClr>
              <a:buSzPct val="76000"/>
              <a:buFont typeface="Wingdings 3" pitchFamily="16" charset="2"/>
              <a:buChar char=""/>
            </a:pPr>
            <a:endParaRPr lang="en-US" altLang="zh-CN" sz="2400" dirty="0">
              <a:solidFill>
                <a:srgbClr val="000000"/>
              </a:solidFill>
              <a:latin typeface="Times New Roman" pitchFamily="16" charset="0"/>
            </a:endParaRPr>
          </a:p>
        </p:txBody>
      </p:sp>
    </p:spTree>
    <p:extLst>
      <p:ext uri="{BB962C8B-B14F-4D97-AF65-F5344CB8AC3E}">
        <p14:creationId xmlns:p14="http://schemas.microsoft.com/office/powerpoint/2010/main" val="364183947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dirty="0" smtClean="0">
                <a:solidFill>
                  <a:srgbClr val="464653"/>
                </a:solidFill>
              </a:rPr>
              <a:t>I2C </a:t>
            </a:r>
            <a:r>
              <a:rPr lang="zh-CN" altLang="en-US" sz="3200" dirty="0" smtClean="0">
                <a:solidFill>
                  <a:srgbClr val="464653"/>
                </a:solidFill>
              </a:rPr>
              <a:t>设备驱动</a:t>
            </a:r>
            <a:endParaRPr lang="en-US" sz="3200" dirty="0">
              <a:solidFill>
                <a:srgbClr val="464653"/>
              </a:solidFill>
            </a:endParaRPr>
          </a:p>
        </p:txBody>
      </p:sp>
      <p:sp>
        <p:nvSpPr>
          <p:cNvPr id="2" name="矩形 1"/>
          <p:cNvSpPr/>
          <p:nvPr/>
        </p:nvSpPr>
        <p:spPr>
          <a:xfrm>
            <a:off x="683568" y="1268760"/>
            <a:ext cx="7704856" cy="4539704"/>
          </a:xfrm>
          <a:prstGeom prst="rect">
            <a:avLst/>
          </a:prstGeom>
        </p:spPr>
        <p:txBody>
          <a:bodyPr wrap="square">
            <a:spAutoFit/>
          </a:bodyPr>
          <a:lstStyle/>
          <a:p>
            <a:pPr marL="271463" lvl="1" indent="-271463" eaLnBrk="1" hangingPunct="1">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a:solidFill>
                  <a:srgbClr val="000000"/>
                </a:solidFill>
                <a:latin typeface="Times New Roman" pitchFamily="16" charset="0"/>
                <a:ea typeface="宋体" charset="-122"/>
              </a:rPr>
              <a:t>i2c_driver</a:t>
            </a:r>
            <a:r>
              <a:rPr lang="zh-CN" altLang="en-US" sz="2800" dirty="0">
                <a:solidFill>
                  <a:srgbClr val="000000"/>
                </a:solidFill>
                <a:latin typeface="Times New Roman" pitchFamily="16" charset="0"/>
                <a:ea typeface="宋体" charset="-122"/>
              </a:rPr>
              <a:t>用来描述一个</a:t>
            </a:r>
            <a:r>
              <a:rPr lang="en-US" altLang="zh-CN" sz="2800" dirty="0">
                <a:solidFill>
                  <a:srgbClr val="000000"/>
                </a:solidFill>
                <a:latin typeface="Times New Roman" pitchFamily="16" charset="0"/>
                <a:ea typeface="宋体" charset="-122"/>
              </a:rPr>
              <a:t>i2c</a:t>
            </a:r>
            <a:r>
              <a:rPr lang="zh-CN" altLang="en-US" sz="2800" dirty="0">
                <a:solidFill>
                  <a:srgbClr val="000000"/>
                </a:solidFill>
                <a:latin typeface="Times New Roman" pitchFamily="16" charset="0"/>
                <a:ea typeface="宋体" charset="-122"/>
              </a:rPr>
              <a:t>的设备驱动</a:t>
            </a:r>
            <a:endParaRPr lang="en-US" altLang="zh-CN" sz="2800" dirty="0">
              <a:solidFill>
                <a:srgbClr val="000000"/>
              </a:solidFill>
              <a:latin typeface="Times New Roman" pitchFamily="16" charset="0"/>
              <a:ea typeface="宋体" charset="-122"/>
            </a:endParaRPr>
          </a:p>
          <a:p>
            <a:pPr lvl="1">
              <a:spcBef>
                <a:spcPts val="600"/>
              </a:spcBef>
              <a:buClr>
                <a:srgbClr val="727CA3"/>
              </a:buClr>
              <a:buSzPct val="76000"/>
            </a:pPr>
            <a:r>
              <a:rPr lang="en-US" altLang="zh-CN" sz="2400" dirty="0" err="1">
                <a:solidFill>
                  <a:srgbClr val="000000"/>
                </a:solidFill>
                <a:latin typeface="Times New Roman" pitchFamily="16" charset="0"/>
              </a:rPr>
              <a:t>struct</a:t>
            </a:r>
            <a:r>
              <a:rPr lang="en-US" altLang="zh-CN" sz="2400" dirty="0">
                <a:solidFill>
                  <a:srgbClr val="000000"/>
                </a:solidFill>
                <a:latin typeface="Times New Roman" pitchFamily="16" charset="0"/>
              </a:rPr>
              <a:t> i2c_driver {</a:t>
            </a:r>
          </a:p>
          <a:p>
            <a:pPr lvl="1">
              <a:spcBef>
                <a:spcPts val="600"/>
              </a:spcBef>
              <a:buClr>
                <a:srgbClr val="727CA3"/>
              </a:buClr>
              <a:buSzPct val="76000"/>
            </a:pPr>
            <a:r>
              <a:rPr lang="en-US" altLang="zh-CN" sz="2400" dirty="0">
                <a:solidFill>
                  <a:srgbClr val="000000"/>
                </a:solidFill>
                <a:latin typeface="Times New Roman" pitchFamily="16" charset="0"/>
              </a:rPr>
              <a:t>	</a:t>
            </a:r>
            <a:r>
              <a:rPr lang="en-US" altLang="zh-CN" sz="2400" dirty="0" err="1">
                <a:solidFill>
                  <a:srgbClr val="000000"/>
                </a:solidFill>
                <a:latin typeface="Times New Roman" pitchFamily="16" charset="0"/>
              </a:rPr>
              <a:t>struct</a:t>
            </a:r>
            <a:r>
              <a:rPr lang="en-US" altLang="zh-CN" sz="2400" dirty="0">
                <a:solidFill>
                  <a:srgbClr val="000000"/>
                </a:solidFill>
                <a:latin typeface="Times New Roman" pitchFamily="16" charset="0"/>
              </a:rPr>
              <a:t> </a:t>
            </a:r>
            <a:r>
              <a:rPr lang="en-US" altLang="zh-CN" sz="2400" dirty="0" err="1">
                <a:solidFill>
                  <a:srgbClr val="000000"/>
                </a:solidFill>
                <a:latin typeface="Times New Roman" pitchFamily="16" charset="0"/>
              </a:rPr>
              <a:t>device_driver</a:t>
            </a:r>
            <a:r>
              <a:rPr lang="en-US" altLang="zh-CN" sz="2400" dirty="0">
                <a:solidFill>
                  <a:srgbClr val="000000"/>
                </a:solidFill>
                <a:latin typeface="Times New Roman" pitchFamily="16" charset="0"/>
              </a:rPr>
              <a:t> driver</a:t>
            </a:r>
            <a:r>
              <a:rPr lang="en-US" altLang="zh-CN" sz="2400" dirty="0" smtClean="0">
                <a:solidFill>
                  <a:srgbClr val="000000"/>
                </a:solidFill>
                <a:latin typeface="Times New Roman" pitchFamily="16" charset="0"/>
              </a:rPr>
              <a:t>;</a:t>
            </a:r>
          </a:p>
          <a:p>
            <a:pPr lvl="1">
              <a:spcBef>
                <a:spcPts val="600"/>
              </a:spcBef>
              <a:buClr>
                <a:srgbClr val="727CA3"/>
              </a:buClr>
              <a:buSzPct val="76000"/>
            </a:pPr>
            <a:r>
              <a:rPr lang="en-US" altLang="zh-CN" sz="2400" dirty="0" smtClean="0">
                <a:solidFill>
                  <a:srgbClr val="000000"/>
                </a:solidFill>
                <a:latin typeface="Times New Roman" pitchFamily="16" charset="0"/>
              </a:rPr>
              <a:t>	</a:t>
            </a:r>
            <a:r>
              <a:rPr lang="en-US" altLang="zh-CN" sz="2400" dirty="0" err="1" smtClean="0">
                <a:solidFill>
                  <a:srgbClr val="000000"/>
                </a:solidFill>
                <a:latin typeface="Times New Roman" pitchFamily="16" charset="0"/>
              </a:rPr>
              <a:t>int</a:t>
            </a:r>
            <a:r>
              <a:rPr lang="en-US" altLang="zh-CN" sz="2400" dirty="0" smtClean="0">
                <a:solidFill>
                  <a:srgbClr val="000000"/>
                </a:solidFill>
                <a:latin typeface="Times New Roman" pitchFamily="16" charset="0"/>
              </a:rPr>
              <a:t> </a:t>
            </a:r>
            <a:r>
              <a:rPr lang="en-US" altLang="zh-CN" sz="2400" dirty="0">
                <a:solidFill>
                  <a:srgbClr val="000000"/>
                </a:solidFill>
                <a:latin typeface="Times New Roman" pitchFamily="16" charset="0"/>
              </a:rPr>
              <a:t>(*probe)(</a:t>
            </a:r>
            <a:r>
              <a:rPr lang="en-US" altLang="zh-CN" sz="2400" dirty="0" err="1">
                <a:solidFill>
                  <a:srgbClr val="000000"/>
                </a:solidFill>
                <a:latin typeface="Times New Roman" pitchFamily="16" charset="0"/>
              </a:rPr>
              <a:t>struct</a:t>
            </a:r>
            <a:r>
              <a:rPr lang="en-US" altLang="zh-CN" sz="2400" dirty="0">
                <a:solidFill>
                  <a:srgbClr val="000000"/>
                </a:solidFill>
                <a:latin typeface="Times New Roman" pitchFamily="16" charset="0"/>
              </a:rPr>
              <a:t> i2c_client *, </a:t>
            </a:r>
            <a:endParaRPr lang="en-US" altLang="zh-CN" sz="2400" dirty="0" smtClean="0">
              <a:solidFill>
                <a:srgbClr val="000000"/>
              </a:solidFill>
              <a:latin typeface="Times New Roman" pitchFamily="16" charset="0"/>
            </a:endParaRPr>
          </a:p>
          <a:p>
            <a:pPr lvl="1">
              <a:spcBef>
                <a:spcPts val="600"/>
              </a:spcBef>
              <a:buClr>
                <a:srgbClr val="727CA3"/>
              </a:buClr>
              <a:buSzPct val="76000"/>
            </a:pPr>
            <a:r>
              <a:rPr lang="en-US" altLang="zh-CN" sz="2400" dirty="0">
                <a:solidFill>
                  <a:srgbClr val="000000"/>
                </a:solidFill>
                <a:latin typeface="Times New Roman" pitchFamily="16" charset="0"/>
              </a:rPr>
              <a:t>	</a:t>
            </a:r>
            <a:r>
              <a:rPr lang="en-US" altLang="zh-CN" sz="2400" dirty="0" smtClean="0">
                <a:solidFill>
                  <a:srgbClr val="000000"/>
                </a:solidFill>
                <a:latin typeface="Times New Roman" pitchFamily="16" charset="0"/>
              </a:rPr>
              <a:t>			  </a:t>
            </a:r>
            <a:r>
              <a:rPr lang="en-US" altLang="zh-CN" sz="2400" dirty="0" err="1" smtClean="0">
                <a:solidFill>
                  <a:srgbClr val="000000"/>
                </a:solidFill>
                <a:latin typeface="Times New Roman" pitchFamily="16" charset="0"/>
              </a:rPr>
              <a:t>const</a:t>
            </a:r>
            <a:r>
              <a:rPr lang="en-US" altLang="zh-CN" sz="2400" dirty="0" smtClean="0">
                <a:solidFill>
                  <a:srgbClr val="000000"/>
                </a:solidFill>
                <a:latin typeface="Times New Roman" pitchFamily="16" charset="0"/>
              </a:rPr>
              <a:t> </a:t>
            </a:r>
            <a:r>
              <a:rPr lang="en-US" altLang="zh-CN" sz="2400" dirty="0" err="1">
                <a:solidFill>
                  <a:srgbClr val="000000"/>
                </a:solidFill>
                <a:latin typeface="Times New Roman" pitchFamily="16" charset="0"/>
              </a:rPr>
              <a:t>struct</a:t>
            </a:r>
            <a:r>
              <a:rPr lang="en-US" altLang="zh-CN" sz="2400" dirty="0">
                <a:solidFill>
                  <a:srgbClr val="000000"/>
                </a:solidFill>
                <a:latin typeface="Times New Roman" pitchFamily="16" charset="0"/>
              </a:rPr>
              <a:t> i2c_device_id *);</a:t>
            </a:r>
          </a:p>
          <a:p>
            <a:pPr lvl="1">
              <a:spcBef>
                <a:spcPts val="600"/>
              </a:spcBef>
              <a:buClr>
                <a:srgbClr val="727CA3"/>
              </a:buClr>
              <a:buSzPct val="76000"/>
            </a:pPr>
            <a:r>
              <a:rPr lang="en-US" altLang="zh-CN" sz="2400" dirty="0">
                <a:solidFill>
                  <a:srgbClr val="000000"/>
                </a:solidFill>
                <a:latin typeface="Times New Roman" pitchFamily="16" charset="0"/>
              </a:rPr>
              <a:t>	</a:t>
            </a:r>
            <a:r>
              <a:rPr lang="en-US" altLang="zh-CN" sz="2400" dirty="0" err="1">
                <a:solidFill>
                  <a:srgbClr val="000000"/>
                </a:solidFill>
                <a:latin typeface="Times New Roman" pitchFamily="16" charset="0"/>
              </a:rPr>
              <a:t>int</a:t>
            </a:r>
            <a:r>
              <a:rPr lang="en-US" altLang="zh-CN" sz="2400" dirty="0">
                <a:solidFill>
                  <a:srgbClr val="000000"/>
                </a:solidFill>
                <a:latin typeface="Times New Roman" pitchFamily="16" charset="0"/>
              </a:rPr>
              <a:t> (*remove)(</a:t>
            </a:r>
            <a:r>
              <a:rPr lang="en-US" altLang="zh-CN" sz="2400" dirty="0" err="1">
                <a:solidFill>
                  <a:srgbClr val="000000"/>
                </a:solidFill>
                <a:latin typeface="Times New Roman" pitchFamily="16" charset="0"/>
              </a:rPr>
              <a:t>struct</a:t>
            </a:r>
            <a:r>
              <a:rPr lang="en-US" altLang="zh-CN" sz="2400" dirty="0">
                <a:solidFill>
                  <a:srgbClr val="000000"/>
                </a:solidFill>
                <a:latin typeface="Times New Roman" pitchFamily="16" charset="0"/>
              </a:rPr>
              <a:t> i2c_client *);</a:t>
            </a:r>
          </a:p>
          <a:p>
            <a:pPr lvl="1">
              <a:spcBef>
                <a:spcPts val="600"/>
              </a:spcBef>
              <a:buClr>
                <a:srgbClr val="727CA3"/>
              </a:buClr>
              <a:buSzPct val="76000"/>
            </a:pPr>
            <a:r>
              <a:rPr lang="en-US" altLang="zh-CN" sz="2400" dirty="0">
                <a:solidFill>
                  <a:srgbClr val="000000"/>
                </a:solidFill>
                <a:latin typeface="Times New Roman" pitchFamily="16" charset="0"/>
              </a:rPr>
              <a:t>	</a:t>
            </a:r>
            <a:r>
              <a:rPr lang="en-US" altLang="zh-CN" sz="2400" dirty="0" err="1">
                <a:solidFill>
                  <a:srgbClr val="000000"/>
                </a:solidFill>
                <a:latin typeface="Times New Roman" pitchFamily="16" charset="0"/>
              </a:rPr>
              <a:t>const</a:t>
            </a:r>
            <a:r>
              <a:rPr lang="en-US" altLang="zh-CN" sz="2400" dirty="0">
                <a:solidFill>
                  <a:srgbClr val="000000"/>
                </a:solidFill>
                <a:latin typeface="Times New Roman" pitchFamily="16" charset="0"/>
              </a:rPr>
              <a:t> </a:t>
            </a:r>
            <a:r>
              <a:rPr lang="en-US" altLang="zh-CN" sz="2400" dirty="0" err="1">
                <a:solidFill>
                  <a:srgbClr val="000000"/>
                </a:solidFill>
                <a:latin typeface="Times New Roman" pitchFamily="16" charset="0"/>
              </a:rPr>
              <a:t>struct</a:t>
            </a:r>
            <a:r>
              <a:rPr lang="en-US" altLang="zh-CN" sz="2400" dirty="0">
                <a:solidFill>
                  <a:srgbClr val="000000"/>
                </a:solidFill>
                <a:latin typeface="Times New Roman" pitchFamily="16" charset="0"/>
              </a:rPr>
              <a:t> i2c_device_id *</a:t>
            </a:r>
            <a:r>
              <a:rPr lang="en-US" altLang="zh-CN" sz="2400" dirty="0" err="1">
                <a:solidFill>
                  <a:srgbClr val="000000"/>
                </a:solidFill>
                <a:latin typeface="Times New Roman" pitchFamily="16" charset="0"/>
              </a:rPr>
              <a:t>id_table</a:t>
            </a:r>
            <a:r>
              <a:rPr lang="en-US" altLang="zh-CN" sz="2400" dirty="0">
                <a:solidFill>
                  <a:srgbClr val="000000"/>
                </a:solidFill>
                <a:latin typeface="Times New Roman" pitchFamily="16" charset="0"/>
              </a:rPr>
              <a:t>;</a:t>
            </a:r>
          </a:p>
          <a:p>
            <a:pPr lvl="1">
              <a:spcBef>
                <a:spcPts val="600"/>
              </a:spcBef>
              <a:buClr>
                <a:srgbClr val="727CA3"/>
              </a:buClr>
              <a:buSzPct val="76000"/>
            </a:pPr>
            <a:r>
              <a:rPr lang="en-US" altLang="zh-CN" sz="2400" dirty="0">
                <a:solidFill>
                  <a:srgbClr val="000000"/>
                </a:solidFill>
                <a:latin typeface="Times New Roman" pitchFamily="16" charset="0"/>
              </a:rPr>
              <a:t>	</a:t>
            </a:r>
            <a:r>
              <a:rPr lang="en-US" altLang="zh-CN" sz="2400" dirty="0" err="1">
                <a:solidFill>
                  <a:srgbClr val="000000"/>
                </a:solidFill>
                <a:latin typeface="Times New Roman" pitchFamily="16" charset="0"/>
              </a:rPr>
              <a:t>struct</a:t>
            </a:r>
            <a:r>
              <a:rPr lang="en-US" altLang="zh-CN" sz="2400" dirty="0">
                <a:solidFill>
                  <a:srgbClr val="000000"/>
                </a:solidFill>
                <a:latin typeface="Times New Roman" pitchFamily="16" charset="0"/>
              </a:rPr>
              <a:t> </a:t>
            </a:r>
            <a:r>
              <a:rPr lang="en-US" altLang="zh-CN" sz="2400" dirty="0" err="1">
                <a:solidFill>
                  <a:srgbClr val="000000"/>
                </a:solidFill>
                <a:latin typeface="Times New Roman" pitchFamily="16" charset="0"/>
              </a:rPr>
              <a:t>list_head</a:t>
            </a:r>
            <a:r>
              <a:rPr lang="en-US" altLang="zh-CN" sz="2400" dirty="0">
                <a:solidFill>
                  <a:srgbClr val="000000"/>
                </a:solidFill>
                <a:latin typeface="Times New Roman" pitchFamily="16" charset="0"/>
              </a:rPr>
              <a:t> clients</a:t>
            </a:r>
            <a:r>
              <a:rPr lang="en-US" altLang="zh-CN" sz="2400" dirty="0" smtClean="0">
                <a:solidFill>
                  <a:srgbClr val="000000"/>
                </a:solidFill>
                <a:latin typeface="Times New Roman" pitchFamily="16" charset="0"/>
              </a:rPr>
              <a:t>;</a:t>
            </a:r>
          </a:p>
          <a:p>
            <a:pPr lvl="1">
              <a:spcBef>
                <a:spcPts val="600"/>
              </a:spcBef>
              <a:buClr>
                <a:srgbClr val="727CA3"/>
              </a:buClr>
              <a:buSzPct val="76000"/>
            </a:pPr>
            <a:r>
              <a:rPr lang="en-US" altLang="zh-CN" sz="2400" dirty="0">
                <a:solidFill>
                  <a:srgbClr val="000000"/>
                </a:solidFill>
                <a:latin typeface="Times New Roman" pitchFamily="16" charset="0"/>
              </a:rPr>
              <a:t>	</a:t>
            </a:r>
            <a:r>
              <a:rPr lang="en-US" altLang="zh-CN" sz="2400" dirty="0" smtClean="0">
                <a:solidFill>
                  <a:srgbClr val="000000"/>
                </a:solidFill>
                <a:latin typeface="Times New Roman" pitchFamily="16" charset="0"/>
              </a:rPr>
              <a:t>……</a:t>
            </a:r>
            <a:endParaRPr lang="en-US" altLang="zh-CN" sz="2400" dirty="0">
              <a:solidFill>
                <a:srgbClr val="000000"/>
              </a:solidFill>
              <a:latin typeface="Times New Roman" pitchFamily="16" charset="0"/>
            </a:endParaRPr>
          </a:p>
          <a:p>
            <a:pPr lvl="1">
              <a:spcBef>
                <a:spcPts val="600"/>
              </a:spcBef>
              <a:buClr>
                <a:srgbClr val="727CA3"/>
              </a:buClr>
              <a:buSzPct val="76000"/>
            </a:pPr>
            <a:r>
              <a:rPr lang="en-US" altLang="zh-CN" sz="2400" dirty="0">
                <a:solidFill>
                  <a:srgbClr val="000000"/>
                </a:solidFill>
                <a:latin typeface="Times New Roman" pitchFamily="16" charset="0"/>
              </a:rPr>
              <a:t>};</a:t>
            </a:r>
          </a:p>
        </p:txBody>
      </p:sp>
    </p:spTree>
    <p:extLst>
      <p:ext uri="{BB962C8B-B14F-4D97-AF65-F5344CB8AC3E}">
        <p14:creationId xmlns:p14="http://schemas.microsoft.com/office/powerpoint/2010/main" val="384032265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dirty="0" smtClean="0">
                <a:solidFill>
                  <a:srgbClr val="464653"/>
                </a:solidFill>
              </a:rPr>
              <a:t>I2C </a:t>
            </a:r>
            <a:r>
              <a:rPr lang="zh-CN" altLang="en-US" sz="3200" dirty="0" smtClean="0">
                <a:solidFill>
                  <a:srgbClr val="464653"/>
                </a:solidFill>
              </a:rPr>
              <a:t>设备驱动（</a:t>
            </a:r>
            <a:r>
              <a:rPr lang="en-US" altLang="zh-CN" sz="3200" dirty="0" err="1" smtClean="0">
                <a:solidFill>
                  <a:srgbClr val="464653"/>
                </a:solidFill>
              </a:rPr>
              <a:t>cont</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83568" y="4549477"/>
            <a:ext cx="7704856" cy="1877437"/>
          </a:xfrm>
          <a:prstGeom prst="rect">
            <a:avLst/>
          </a:prstGeom>
        </p:spPr>
        <p:txBody>
          <a:bodyPr wrap="square">
            <a:spAutoFit/>
          </a:bodyPr>
          <a:lstStyle/>
          <a:p>
            <a:pPr eaLnBrk="1" hangingPunct="1">
              <a:spcBef>
                <a:spcPts val="600"/>
              </a:spcBef>
              <a:buClr>
                <a:srgbClr val="727CA3"/>
              </a:buClr>
              <a:buSzPct val="76000"/>
              <a:buFont typeface="Wingdings 3" pitchFamily="16" charset="2"/>
              <a:buChar char=""/>
            </a:pPr>
            <a:endParaRPr lang="en-US" altLang="zh-CN" sz="2400" dirty="0" smtClean="0">
              <a:solidFill>
                <a:srgbClr val="000000"/>
              </a:solidFill>
              <a:latin typeface="Times New Roman" pitchFamily="16" charset="0"/>
            </a:endParaRPr>
          </a:p>
          <a:p>
            <a:pPr eaLnBrk="1" hangingPunct="1">
              <a:spcBef>
                <a:spcPts val="600"/>
              </a:spcBef>
              <a:buClr>
                <a:srgbClr val="727CA3"/>
              </a:buClr>
              <a:buSzPct val="76000"/>
              <a:buFont typeface="Wingdings 3" pitchFamily="16" charset="2"/>
              <a:buChar char=""/>
            </a:pPr>
            <a:r>
              <a:rPr lang="en-US" altLang="zh-CN" sz="2400" dirty="0" smtClean="0">
                <a:solidFill>
                  <a:srgbClr val="000000"/>
                </a:solidFill>
                <a:latin typeface="Times New Roman" pitchFamily="16" charset="0"/>
              </a:rPr>
              <a:t>I2C</a:t>
            </a:r>
            <a:r>
              <a:rPr lang="zh-CN" altLang="en-US" sz="2400" dirty="0" smtClean="0">
                <a:solidFill>
                  <a:srgbClr val="000000"/>
                </a:solidFill>
                <a:latin typeface="Times New Roman" pitchFamily="16" charset="0"/>
              </a:rPr>
              <a:t>设备驱动的注册和注销</a:t>
            </a:r>
            <a:endParaRPr lang="en-US" altLang="zh-CN" sz="2400" dirty="0" smtClean="0">
              <a:solidFill>
                <a:srgbClr val="000000"/>
              </a:solidFill>
              <a:latin typeface="Times New Roman" pitchFamily="16" charset="0"/>
            </a:endParaRPr>
          </a:p>
          <a:p>
            <a:pPr lvl="1">
              <a:spcBef>
                <a:spcPts val="600"/>
              </a:spcBef>
              <a:buClr>
                <a:srgbClr val="727CA3"/>
              </a:buClr>
              <a:buSzPct val="76000"/>
            </a:pPr>
            <a:r>
              <a:rPr lang="en-US" altLang="zh-CN" sz="1600" dirty="0">
                <a:solidFill>
                  <a:srgbClr val="000000"/>
                </a:solidFill>
                <a:latin typeface="Times New Roman" pitchFamily="16" charset="0"/>
              </a:rPr>
              <a:t>s</a:t>
            </a:r>
            <a:r>
              <a:rPr lang="en-US" altLang="zh-CN" sz="1600" dirty="0" smtClean="0">
                <a:solidFill>
                  <a:srgbClr val="000000"/>
                </a:solidFill>
                <a:latin typeface="Times New Roman" pitchFamily="16" charset="0"/>
              </a:rPr>
              <a:t>tatic inline </a:t>
            </a:r>
            <a:r>
              <a:rPr lang="en-US" altLang="zh-CN" sz="1600" dirty="0" err="1" smtClean="0">
                <a:solidFill>
                  <a:srgbClr val="000000"/>
                </a:solidFill>
                <a:latin typeface="Times New Roman" pitchFamily="16" charset="0"/>
              </a:rPr>
              <a:t>int</a:t>
            </a:r>
            <a:r>
              <a:rPr lang="en-US" altLang="zh-CN" sz="1600" dirty="0" smtClean="0">
                <a:solidFill>
                  <a:srgbClr val="000000"/>
                </a:solidFill>
                <a:latin typeface="Times New Roman" pitchFamily="16" charset="0"/>
              </a:rPr>
              <a:t> i2c_add_driver(</a:t>
            </a:r>
          </a:p>
          <a:p>
            <a:pPr lvl="5">
              <a:spcBef>
                <a:spcPts val="600"/>
              </a:spcBef>
              <a:buClr>
                <a:srgbClr val="727CA3"/>
              </a:buClr>
              <a:buSzPct val="76000"/>
            </a:pPr>
            <a:r>
              <a:rPr lang="en-US" altLang="zh-CN" sz="1600" dirty="0" err="1">
                <a:solidFill>
                  <a:srgbClr val="000000"/>
                </a:solidFill>
                <a:latin typeface="Times New Roman" pitchFamily="16" charset="0"/>
              </a:rPr>
              <a:t>s</a:t>
            </a:r>
            <a:r>
              <a:rPr lang="en-US" altLang="zh-CN" sz="1600" dirty="0" err="1" smtClean="0">
                <a:solidFill>
                  <a:srgbClr val="000000"/>
                </a:solidFill>
                <a:latin typeface="Times New Roman" pitchFamily="16" charset="0"/>
              </a:rPr>
              <a:t>truct</a:t>
            </a:r>
            <a:r>
              <a:rPr lang="en-US" altLang="zh-CN" sz="1600" dirty="0" smtClean="0">
                <a:solidFill>
                  <a:srgbClr val="000000"/>
                </a:solidFill>
                <a:latin typeface="Times New Roman" pitchFamily="16" charset="0"/>
              </a:rPr>
              <a:t> i2c_driver *driver);</a:t>
            </a:r>
          </a:p>
          <a:p>
            <a:pPr lvl="1">
              <a:spcBef>
                <a:spcPts val="600"/>
              </a:spcBef>
              <a:buClr>
                <a:srgbClr val="727CA3"/>
              </a:buClr>
              <a:buSzPct val="76000"/>
            </a:pPr>
            <a:r>
              <a:rPr lang="en-US" altLang="zh-CN" sz="1600" dirty="0">
                <a:solidFill>
                  <a:srgbClr val="000000"/>
                </a:solidFill>
                <a:latin typeface="Times New Roman" pitchFamily="16" charset="0"/>
              </a:rPr>
              <a:t>v</a:t>
            </a:r>
            <a:r>
              <a:rPr lang="en-US" altLang="zh-CN" sz="1600" dirty="0" smtClean="0">
                <a:solidFill>
                  <a:srgbClr val="000000"/>
                </a:solidFill>
                <a:latin typeface="Times New Roman" pitchFamily="16" charset="0"/>
              </a:rPr>
              <a:t>oid i2c_del_driver(</a:t>
            </a:r>
            <a:r>
              <a:rPr lang="en-US" altLang="zh-CN" sz="1600" dirty="0" err="1" smtClean="0">
                <a:solidFill>
                  <a:srgbClr val="000000"/>
                </a:solidFill>
                <a:latin typeface="Times New Roman" pitchFamily="16" charset="0"/>
              </a:rPr>
              <a:t>struct</a:t>
            </a:r>
            <a:r>
              <a:rPr lang="en-US" altLang="zh-CN" sz="1600" dirty="0" smtClean="0">
                <a:solidFill>
                  <a:srgbClr val="000000"/>
                </a:solidFill>
                <a:latin typeface="Times New Roman" pitchFamily="16" charset="0"/>
              </a:rPr>
              <a:t> i2c_driver *driver);</a:t>
            </a:r>
          </a:p>
        </p:txBody>
      </p:sp>
      <p:sp>
        <p:nvSpPr>
          <p:cNvPr id="7" name="矩形 6"/>
          <p:cNvSpPr/>
          <p:nvPr/>
        </p:nvSpPr>
        <p:spPr>
          <a:xfrm>
            <a:off x="683568" y="1124744"/>
            <a:ext cx="7704856" cy="461665"/>
          </a:xfrm>
          <a:prstGeom prst="rect">
            <a:avLst/>
          </a:prstGeom>
        </p:spPr>
        <p:txBody>
          <a:bodyPr wrap="square">
            <a:spAutoFit/>
          </a:bodyPr>
          <a:lstStyle/>
          <a:p>
            <a:pPr eaLnBrk="1" hangingPunct="1">
              <a:spcBef>
                <a:spcPts val="600"/>
              </a:spcBef>
              <a:buClr>
                <a:srgbClr val="727CA3"/>
              </a:buClr>
              <a:buSzPct val="76000"/>
              <a:buFont typeface="Wingdings 3" pitchFamily="16" charset="2"/>
              <a:buChar char=""/>
            </a:pPr>
            <a:r>
              <a:rPr lang="en-US" altLang="zh-CN" sz="2400" dirty="0" smtClean="0">
                <a:solidFill>
                  <a:srgbClr val="000000"/>
                </a:solidFill>
                <a:latin typeface="Times New Roman" pitchFamily="16" charset="0"/>
              </a:rPr>
              <a:t>i2c_driver</a:t>
            </a:r>
            <a:r>
              <a:rPr lang="zh-CN" altLang="en-US" sz="2400" dirty="0" smtClean="0">
                <a:solidFill>
                  <a:srgbClr val="000000"/>
                </a:solidFill>
                <a:latin typeface="Times New Roman" pitchFamily="16" charset="0"/>
              </a:rPr>
              <a:t>示例</a:t>
            </a:r>
            <a:endParaRPr lang="en-US" altLang="zh-CN" sz="2400" dirty="0" smtClean="0">
              <a:solidFill>
                <a:srgbClr val="000000"/>
              </a:solidFill>
              <a:latin typeface="Times New Roman" pitchFamily="16" charset="0"/>
            </a:endParaRPr>
          </a:p>
        </p:txBody>
      </p:sp>
      <p:sp>
        <p:nvSpPr>
          <p:cNvPr id="3" name="TextBox 2"/>
          <p:cNvSpPr txBox="1"/>
          <p:nvPr/>
        </p:nvSpPr>
        <p:spPr>
          <a:xfrm>
            <a:off x="827584" y="1586409"/>
            <a:ext cx="4009752" cy="2631490"/>
          </a:xfrm>
          <a:prstGeom prst="rect">
            <a:avLst/>
          </a:prstGeom>
          <a:noFill/>
        </p:spPr>
        <p:txBody>
          <a:bodyPr wrap="none" rtlCol="0">
            <a:spAutoFit/>
          </a:bodyPr>
          <a:lstStyle/>
          <a:p>
            <a:pPr>
              <a:spcBef>
                <a:spcPts val="600"/>
              </a:spcBef>
              <a:buClr>
                <a:srgbClr val="727CA3"/>
              </a:buClr>
              <a:buSzPct val="76000"/>
            </a:pPr>
            <a:r>
              <a:rPr lang="en-US" altLang="zh-CN" sz="1200" dirty="0" err="1">
                <a:solidFill>
                  <a:srgbClr val="000000"/>
                </a:solidFill>
                <a:latin typeface="Times New Roman" pitchFamily="16" charset="0"/>
              </a:rPr>
              <a:t>struct</a:t>
            </a:r>
            <a:r>
              <a:rPr lang="en-US" altLang="zh-CN" sz="1200" dirty="0">
                <a:solidFill>
                  <a:srgbClr val="000000"/>
                </a:solidFill>
                <a:latin typeface="Times New Roman" pitchFamily="16" charset="0"/>
              </a:rPr>
              <a:t> i2c_driver mpu6050_driver = {</a:t>
            </a:r>
          </a:p>
          <a:p>
            <a:pPr>
              <a:spcBef>
                <a:spcPts val="600"/>
              </a:spcBef>
              <a:buClr>
                <a:srgbClr val="727CA3"/>
              </a:buClr>
              <a:buSzPct val="76000"/>
            </a:pPr>
            <a:r>
              <a:rPr lang="en-US" altLang="zh-CN" sz="1200" dirty="0">
                <a:solidFill>
                  <a:srgbClr val="000000"/>
                </a:solidFill>
                <a:latin typeface="Times New Roman" pitchFamily="16" charset="0"/>
              </a:rPr>
              <a:t> </a:t>
            </a:r>
            <a:r>
              <a:rPr lang="en-US" altLang="zh-CN" sz="1200" dirty="0" smtClean="0">
                <a:solidFill>
                  <a:srgbClr val="000000"/>
                </a:solidFill>
                <a:latin typeface="Times New Roman" pitchFamily="16" charset="0"/>
              </a:rPr>
              <a:t>   .</a:t>
            </a:r>
            <a:r>
              <a:rPr lang="en-US" altLang="zh-CN" sz="1200" dirty="0">
                <a:solidFill>
                  <a:srgbClr val="000000"/>
                </a:solidFill>
                <a:latin typeface="Times New Roman" pitchFamily="16" charset="0"/>
              </a:rPr>
              <a:t>driver = {</a:t>
            </a:r>
          </a:p>
          <a:p>
            <a:pPr>
              <a:spcBef>
                <a:spcPts val="600"/>
              </a:spcBef>
              <a:buClr>
                <a:srgbClr val="727CA3"/>
              </a:buClr>
              <a:buSzPct val="76000"/>
            </a:pPr>
            <a:r>
              <a:rPr lang="en-US" altLang="zh-CN" sz="1200" dirty="0">
                <a:solidFill>
                  <a:srgbClr val="000000"/>
                </a:solidFill>
                <a:latin typeface="Times New Roman" pitchFamily="16" charset="0"/>
              </a:rPr>
              <a:t>	</a:t>
            </a:r>
            <a:r>
              <a:rPr lang="en-US" altLang="zh-CN" sz="1200" dirty="0" smtClean="0">
                <a:solidFill>
                  <a:srgbClr val="000000"/>
                </a:solidFill>
                <a:latin typeface="Times New Roman" pitchFamily="16" charset="0"/>
              </a:rPr>
              <a:t>.</a:t>
            </a:r>
            <a:r>
              <a:rPr lang="en-US" altLang="zh-CN" sz="1200" dirty="0">
                <a:solidFill>
                  <a:srgbClr val="000000"/>
                </a:solidFill>
                <a:latin typeface="Times New Roman" pitchFamily="16" charset="0"/>
              </a:rPr>
              <a:t>name 			= "mpu6050",</a:t>
            </a:r>
          </a:p>
          <a:p>
            <a:pPr>
              <a:spcBef>
                <a:spcPts val="600"/>
              </a:spcBef>
              <a:buClr>
                <a:srgbClr val="727CA3"/>
              </a:buClr>
              <a:buSzPct val="76000"/>
            </a:pPr>
            <a:r>
              <a:rPr lang="en-US" altLang="zh-CN" sz="1200" dirty="0">
                <a:solidFill>
                  <a:srgbClr val="000000"/>
                </a:solidFill>
                <a:latin typeface="Times New Roman" pitchFamily="16" charset="0"/>
              </a:rPr>
              <a:t>	</a:t>
            </a:r>
            <a:r>
              <a:rPr lang="en-US" altLang="zh-CN" sz="1200" dirty="0" smtClean="0">
                <a:solidFill>
                  <a:srgbClr val="000000"/>
                </a:solidFill>
                <a:latin typeface="Times New Roman" pitchFamily="16" charset="0"/>
              </a:rPr>
              <a:t>.</a:t>
            </a:r>
            <a:r>
              <a:rPr lang="en-US" altLang="zh-CN" sz="1200" dirty="0">
                <a:solidFill>
                  <a:srgbClr val="000000"/>
                </a:solidFill>
                <a:latin typeface="Times New Roman" pitchFamily="16" charset="0"/>
              </a:rPr>
              <a:t>owner 			= THIS_MODULE,</a:t>
            </a:r>
          </a:p>
          <a:p>
            <a:pPr>
              <a:spcBef>
                <a:spcPts val="600"/>
              </a:spcBef>
              <a:buClr>
                <a:srgbClr val="727CA3"/>
              </a:buClr>
              <a:buSzPct val="76000"/>
            </a:pPr>
            <a:r>
              <a:rPr lang="en-US" altLang="zh-CN" sz="1200" dirty="0">
                <a:solidFill>
                  <a:srgbClr val="000000"/>
                </a:solidFill>
                <a:latin typeface="Times New Roman" pitchFamily="16" charset="0"/>
              </a:rPr>
              <a:t>	</a:t>
            </a:r>
            <a:r>
              <a:rPr lang="en-US" altLang="zh-CN" sz="1200" dirty="0" smtClean="0">
                <a:solidFill>
                  <a:srgbClr val="000000"/>
                </a:solidFill>
                <a:latin typeface="Times New Roman" pitchFamily="16" charset="0"/>
              </a:rPr>
              <a:t>.</a:t>
            </a:r>
            <a:r>
              <a:rPr lang="en-US" altLang="zh-CN" sz="1200" dirty="0" err="1">
                <a:solidFill>
                  <a:srgbClr val="000000"/>
                </a:solidFill>
                <a:latin typeface="Times New Roman" pitchFamily="16" charset="0"/>
              </a:rPr>
              <a:t>of_match_table</a:t>
            </a:r>
            <a:r>
              <a:rPr lang="en-US" altLang="zh-CN" sz="1200" dirty="0">
                <a:solidFill>
                  <a:srgbClr val="000000"/>
                </a:solidFill>
                <a:latin typeface="Times New Roman" pitchFamily="16" charset="0"/>
              </a:rPr>
              <a:t> = </a:t>
            </a:r>
            <a:r>
              <a:rPr lang="en-US" altLang="zh-CN" sz="1200" dirty="0" err="1">
                <a:solidFill>
                  <a:srgbClr val="000000"/>
                </a:solidFill>
                <a:latin typeface="Times New Roman" pitchFamily="16" charset="0"/>
              </a:rPr>
              <a:t>of_match_ptr</a:t>
            </a:r>
            <a:r>
              <a:rPr lang="en-US" altLang="zh-CN" sz="1200" dirty="0">
                <a:solidFill>
                  <a:srgbClr val="000000"/>
                </a:solidFill>
                <a:latin typeface="Times New Roman" pitchFamily="16" charset="0"/>
              </a:rPr>
              <a:t>(mpu6050_dt_match),</a:t>
            </a:r>
          </a:p>
          <a:p>
            <a:pPr>
              <a:spcBef>
                <a:spcPts val="600"/>
              </a:spcBef>
              <a:buClr>
                <a:srgbClr val="727CA3"/>
              </a:buClr>
              <a:buSzPct val="76000"/>
            </a:pPr>
            <a:r>
              <a:rPr lang="en-US" altLang="zh-CN" sz="1200" dirty="0">
                <a:solidFill>
                  <a:srgbClr val="000000"/>
                </a:solidFill>
                <a:latin typeface="Times New Roman" pitchFamily="16" charset="0"/>
              </a:rPr>
              <a:t> </a:t>
            </a:r>
            <a:r>
              <a:rPr lang="en-US" altLang="zh-CN" sz="1200" dirty="0" smtClean="0">
                <a:solidFill>
                  <a:srgbClr val="000000"/>
                </a:solidFill>
                <a:latin typeface="Times New Roman" pitchFamily="16" charset="0"/>
              </a:rPr>
              <a:t>  },</a:t>
            </a:r>
            <a:endParaRPr lang="en-US" altLang="zh-CN" sz="1200" dirty="0">
              <a:solidFill>
                <a:srgbClr val="000000"/>
              </a:solidFill>
              <a:latin typeface="Times New Roman" pitchFamily="16" charset="0"/>
            </a:endParaRPr>
          </a:p>
          <a:p>
            <a:pPr>
              <a:spcBef>
                <a:spcPts val="600"/>
              </a:spcBef>
              <a:buClr>
                <a:srgbClr val="727CA3"/>
              </a:buClr>
              <a:buSzPct val="76000"/>
            </a:pPr>
            <a:r>
              <a:rPr lang="en-US" altLang="zh-CN" sz="1200" dirty="0">
                <a:solidFill>
                  <a:srgbClr val="000000"/>
                </a:solidFill>
                <a:latin typeface="Times New Roman" pitchFamily="16" charset="0"/>
              </a:rPr>
              <a:t> </a:t>
            </a:r>
            <a:r>
              <a:rPr lang="en-US" altLang="zh-CN" sz="1200" dirty="0" smtClean="0">
                <a:solidFill>
                  <a:srgbClr val="000000"/>
                </a:solidFill>
                <a:latin typeface="Times New Roman" pitchFamily="16" charset="0"/>
              </a:rPr>
              <a:t>   .</a:t>
            </a:r>
            <a:r>
              <a:rPr lang="en-US" altLang="zh-CN" sz="1200" dirty="0">
                <a:solidFill>
                  <a:srgbClr val="000000"/>
                </a:solidFill>
                <a:latin typeface="Times New Roman" pitchFamily="16" charset="0"/>
              </a:rPr>
              <a:t>probe 		= mpu6050_probe,</a:t>
            </a:r>
          </a:p>
          <a:p>
            <a:pPr>
              <a:spcBef>
                <a:spcPts val="600"/>
              </a:spcBef>
              <a:buClr>
                <a:srgbClr val="727CA3"/>
              </a:buClr>
              <a:buSzPct val="76000"/>
            </a:pPr>
            <a:r>
              <a:rPr lang="en-US" altLang="zh-CN" sz="1200" dirty="0">
                <a:solidFill>
                  <a:srgbClr val="000000"/>
                </a:solidFill>
                <a:latin typeface="Times New Roman" pitchFamily="16" charset="0"/>
              </a:rPr>
              <a:t> </a:t>
            </a:r>
            <a:r>
              <a:rPr lang="en-US" altLang="zh-CN" sz="1200" dirty="0" smtClean="0">
                <a:solidFill>
                  <a:srgbClr val="000000"/>
                </a:solidFill>
                <a:latin typeface="Times New Roman" pitchFamily="16" charset="0"/>
              </a:rPr>
              <a:t>   .</a:t>
            </a:r>
            <a:r>
              <a:rPr lang="en-US" altLang="zh-CN" sz="1200" dirty="0">
                <a:solidFill>
                  <a:srgbClr val="000000"/>
                </a:solidFill>
                <a:latin typeface="Times New Roman" pitchFamily="16" charset="0"/>
              </a:rPr>
              <a:t>remove 	= mpu6050_remove,</a:t>
            </a:r>
          </a:p>
          <a:p>
            <a:pPr>
              <a:spcBef>
                <a:spcPts val="600"/>
              </a:spcBef>
              <a:buClr>
                <a:srgbClr val="727CA3"/>
              </a:buClr>
              <a:buSzPct val="76000"/>
            </a:pPr>
            <a:r>
              <a:rPr lang="en-US" altLang="zh-CN" sz="1200" dirty="0">
                <a:solidFill>
                  <a:srgbClr val="000000"/>
                </a:solidFill>
                <a:latin typeface="Times New Roman" pitchFamily="16" charset="0"/>
              </a:rPr>
              <a:t> </a:t>
            </a:r>
            <a:r>
              <a:rPr lang="en-US" altLang="zh-CN" sz="1200" dirty="0" smtClean="0">
                <a:solidFill>
                  <a:srgbClr val="000000"/>
                </a:solidFill>
                <a:latin typeface="Times New Roman" pitchFamily="16" charset="0"/>
              </a:rPr>
              <a:t>   .</a:t>
            </a:r>
            <a:r>
              <a:rPr lang="en-US" altLang="zh-CN" sz="1200" dirty="0" err="1">
                <a:solidFill>
                  <a:srgbClr val="000000"/>
                </a:solidFill>
                <a:latin typeface="Times New Roman" pitchFamily="16" charset="0"/>
              </a:rPr>
              <a:t>id_table</a:t>
            </a:r>
            <a:r>
              <a:rPr lang="en-US" altLang="zh-CN" sz="1200" dirty="0">
                <a:solidFill>
                  <a:srgbClr val="000000"/>
                </a:solidFill>
                <a:latin typeface="Times New Roman" pitchFamily="16" charset="0"/>
              </a:rPr>
              <a:t> 	= mpu6050_id,</a:t>
            </a:r>
          </a:p>
          <a:p>
            <a:pPr>
              <a:spcBef>
                <a:spcPts val="600"/>
              </a:spcBef>
              <a:buClr>
                <a:srgbClr val="727CA3"/>
              </a:buClr>
              <a:buSzPct val="76000"/>
            </a:pPr>
            <a:r>
              <a:rPr lang="en-US" altLang="zh-CN" sz="1200" dirty="0">
                <a:solidFill>
                  <a:srgbClr val="000000"/>
                </a:solidFill>
                <a:latin typeface="Times New Roman" pitchFamily="16" charset="0"/>
              </a:rPr>
              <a:t>};</a:t>
            </a:r>
            <a:endParaRPr lang="zh-CN" altLang="en-US" sz="1200" dirty="0">
              <a:solidFill>
                <a:srgbClr val="000000"/>
              </a:solidFill>
              <a:latin typeface="Times New Roman" pitchFamily="16" charset="0"/>
            </a:endParaRPr>
          </a:p>
        </p:txBody>
      </p:sp>
      <p:sp>
        <p:nvSpPr>
          <p:cNvPr id="4" name="矩形 3"/>
          <p:cNvSpPr/>
          <p:nvPr/>
        </p:nvSpPr>
        <p:spPr>
          <a:xfrm>
            <a:off x="5121102" y="3501008"/>
            <a:ext cx="4572000" cy="1061829"/>
          </a:xfrm>
          <a:prstGeom prst="rect">
            <a:avLst/>
          </a:prstGeom>
        </p:spPr>
        <p:txBody>
          <a:bodyPr>
            <a:spAutoFit/>
          </a:bodyPr>
          <a:lstStyle/>
          <a:p>
            <a:pPr>
              <a:spcBef>
                <a:spcPts val="600"/>
              </a:spcBef>
              <a:buClr>
                <a:srgbClr val="727CA3"/>
              </a:buClr>
              <a:buSzPct val="76000"/>
            </a:pPr>
            <a:r>
              <a:rPr lang="en-US" altLang="zh-CN" sz="1200" dirty="0">
                <a:solidFill>
                  <a:srgbClr val="000000"/>
                </a:solidFill>
                <a:latin typeface="Times New Roman" pitchFamily="16" charset="0"/>
              </a:rPr>
              <a:t>static </a:t>
            </a:r>
            <a:r>
              <a:rPr lang="en-US" altLang="zh-CN" sz="1200" dirty="0" err="1">
                <a:solidFill>
                  <a:srgbClr val="000000"/>
                </a:solidFill>
                <a:latin typeface="Times New Roman" pitchFamily="16" charset="0"/>
              </a:rPr>
              <a:t>const</a:t>
            </a:r>
            <a:r>
              <a:rPr lang="en-US" altLang="zh-CN" sz="1200" dirty="0">
                <a:solidFill>
                  <a:srgbClr val="000000"/>
                </a:solidFill>
                <a:latin typeface="Times New Roman" pitchFamily="16" charset="0"/>
              </a:rPr>
              <a:t> </a:t>
            </a:r>
            <a:r>
              <a:rPr lang="en-US" altLang="zh-CN" sz="1200" dirty="0" err="1">
                <a:solidFill>
                  <a:srgbClr val="000000"/>
                </a:solidFill>
                <a:latin typeface="Times New Roman" pitchFamily="16" charset="0"/>
              </a:rPr>
              <a:t>struct</a:t>
            </a:r>
            <a:r>
              <a:rPr lang="en-US" altLang="zh-CN" sz="1200" dirty="0">
                <a:solidFill>
                  <a:srgbClr val="000000"/>
                </a:solidFill>
                <a:latin typeface="Times New Roman" pitchFamily="16" charset="0"/>
              </a:rPr>
              <a:t> </a:t>
            </a:r>
            <a:r>
              <a:rPr lang="en-US" altLang="zh-CN" sz="1200" dirty="0" smtClean="0">
                <a:solidFill>
                  <a:srgbClr val="000000"/>
                </a:solidFill>
                <a:latin typeface="Times New Roman" pitchFamily="16" charset="0"/>
              </a:rPr>
              <a:t>i2c_device_id </a:t>
            </a:r>
            <a:r>
              <a:rPr lang="en-US" altLang="zh-CN" sz="1200" dirty="0">
                <a:solidFill>
                  <a:srgbClr val="000000"/>
                </a:solidFill>
                <a:latin typeface="Times New Roman" pitchFamily="16" charset="0"/>
              </a:rPr>
              <a:t>mpu6050_id[] </a:t>
            </a:r>
            <a:r>
              <a:rPr lang="en-US" altLang="zh-CN" sz="1200" dirty="0" smtClean="0">
                <a:solidFill>
                  <a:srgbClr val="000000"/>
                </a:solidFill>
                <a:latin typeface="Times New Roman" pitchFamily="16" charset="0"/>
              </a:rPr>
              <a:t>= </a:t>
            </a:r>
            <a:r>
              <a:rPr lang="en-US" altLang="zh-CN" sz="1200" dirty="0">
                <a:solidFill>
                  <a:srgbClr val="000000"/>
                </a:solidFill>
                <a:latin typeface="Times New Roman" pitchFamily="16" charset="0"/>
              </a:rPr>
              <a:t>{</a:t>
            </a:r>
          </a:p>
          <a:p>
            <a:pPr>
              <a:spcBef>
                <a:spcPts val="600"/>
              </a:spcBef>
              <a:buClr>
                <a:srgbClr val="727CA3"/>
              </a:buClr>
              <a:buSzPct val="76000"/>
            </a:pPr>
            <a:r>
              <a:rPr lang="en-US" altLang="zh-CN" sz="1200" dirty="0">
                <a:solidFill>
                  <a:srgbClr val="000000"/>
                </a:solidFill>
                <a:latin typeface="Times New Roman" pitchFamily="16" charset="0"/>
              </a:rPr>
              <a:t>	{ "mpu6050", 0},</a:t>
            </a:r>
          </a:p>
          <a:p>
            <a:pPr>
              <a:spcBef>
                <a:spcPts val="600"/>
              </a:spcBef>
              <a:buClr>
                <a:srgbClr val="727CA3"/>
              </a:buClr>
              <a:buSzPct val="76000"/>
            </a:pPr>
            <a:r>
              <a:rPr lang="en-US" altLang="zh-CN" sz="1200" dirty="0">
                <a:solidFill>
                  <a:srgbClr val="000000"/>
                </a:solidFill>
                <a:latin typeface="Times New Roman" pitchFamily="16" charset="0"/>
              </a:rPr>
              <a:t>	{}</a:t>
            </a:r>
          </a:p>
          <a:p>
            <a:pPr>
              <a:spcBef>
                <a:spcPts val="600"/>
              </a:spcBef>
              <a:buClr>
                <a:srgbClr val="727CA3"/>
              </a:buClr>
              <a:buSzPct val="76000"/>
            </a:pPr>
            <a:r>
              <a:rPr lang="en-US" altLang="zh-CN" sz="1200" dirty="0">
                <a:solidFill>
                  <a:srgbClr val="000000"/>
                </a:solidFill>
                <a:latin typeface="Times New Roman" pitchFamily="16" charset="0"/>
              </a:rPr>
              <a:t>};</a:t>
            </a:r>
            <a:endParaRPr lang="zh-CN" altLang="en-US" sz="1200" dirty="0">
              <a:solidFill>
                <a:srgbClr val="000000"/>
              </a:solidFill>
              <a:latin typeface="Times New Roman" pitchFamily="16" charset="0"/>
            </a:endParaRPr>
          </a:p>
        </p:txBody>
      </p:sp>
      <p:cxnSp>
        <p:nvCxnSpPr>
          <p:cNvPr id="6" name="直接箭头连接符 5"/>
          <p:cNvCxnSpPr/>
          <p:nvPr/>
        </p:nvCxnSpPr>
        <p:spPr bwMode="auto">
          <a:xfrm>
            <a:off x="2951820" y="3789040"/>
            <a:ext cx="2169282" cy="0"/>
          </a:xfrm>
          <a:prstGeom prst="straightConnector1">
            <a:avLst/>
          </a:prstGeom>
          <a:solidFill>
            <a:srgbClr val="00B8FF"/>
          </a:solidFill>
          <a:ln w="9525" cap="flat" cmpd="sng" algn="ctr">
            <a:solidFill>
              <a:schemeClr val="accent1"/>
            </a:solidFill>
            <a:prstDash val="solid"/>
            <a:round/>
            <a:headEnd type="none" w="med" len="med"/>
            <a:tailEnd type="arrow"/>
          </a:ln>
          <a:effectLst/>
        </p:spPr>
      </p:cxnSp>
      <p:sp>
        <p:nvSpPr>
          <p:cNvPr id="8" name="矩形 7"/>
          <p:cNvSpPr/>
          <p:nvPr/>
        </p:nvSpPr>
        <p:spPr>
          <a:xfrm>
            <a:off x="5121102" y="2204864"/>
            <a:ext cx="4572000" cy="1061829"/>
          </a:xfrm>
          <a:prstGeom prst="rect">
            <a:avLst/>
          </a:prstGeom>
        </p:spPr>
        <p:txBody>
          <a:bodyPr>
            <a:spAutoFit/>
          </a:bodyPr>
          <a:lstStyle/>
          <a:p>
            <a:pPr>
              <a:spcBef>
                <a:spcPts val="600"/>
              </a:spcBef>
              <a:buClr>
                <a:srgbClr val="727CA3"/>
              </a:buClr>
              <a:buSzPct val="76000"/>
            </a:pPr>
            <a:r>
              <a:rPr lang="en-US" altLang="zh-CN" sz="1200" dirty="0">
                <a:solidFill>
                  <a:srgbClr val="000000"/>
                </a:solidFill>
                <a:latin typeface="Times New Roman" pitchFamily="16" charset="0"/>
              </a:rPr>
              <a:t>static </a:t>
            </a:r>
            <a:r>
              <a:rPr lang="en-US" altLang="zh-CN" sz="1200" dirty="0" err="1">
                <a:solidFill>
                  <a:srgbClr val="000000"/>
                </a:solidFill>
                <a:latin typeface="Times New Roman" pitchFamily="16" charset="0"/>
              </a:rPr>
              <a:t>struct</a:t>
            </a:r>
            <a:r>
              <a:rPr lang="en-US" altLang="zh-CN" sz="1200" dirty="0">
                <a:solidFill>
                  <a:srgbClr val="000000"/>
                </a:solidFill>
                <a:latin typeface="Times New Roman" pitchFamily="16" charset="0"/>
              </a:rPr>
              <a:t> </a:t>
            </a:r>
            <a:r>
              <a:rPr lang="en-US" altLang="zh-CN" sz="1200" dirty="0" err="1">
                <a:solidFill>
                  <a:srgbClr val="000000"/>
                </a:solidFill>
                <a:latin typeface="Times New Roman" pitchFamily="16" charset="0"/>
              </a:rPr>
              <a:t>of_device_id</a:t>
            </a:r>
            <a:r>
              <a:rPr lang="en-US" altLang="zh-CN" sz="1200" dirty="0">
                <a:solidFill>
                  <a:srgbClr val="000000"/>
                </a:solidFill>
                <a:latin typeface="Times New Roman" pitchFamily="16" charset="0"/>
              </a:rPr>
              <a:t> mpu6050_dt_match[] = {</a:t>
            </a:r>
          </a:p>
          <a:p>
            <a:pPr>
              <a:spcBef>
                <a:spcPts val="600"/>
              </a:spcBef>
              <a:buClr>
                <a:srgbClr val="727CA3"/>
              </a:buClr>
              <a:buSzPct val="76000"/>
            </a:pPr>
            <a:r>
              <a:rPr lang="en-US" altLang="zh-CN" sz="1200" dirty="0">
                <a:solidFill>
                  <a:srgbClr val="000000"/>
                </a:solidFill>
                <a:latin typeface="Times New Roman" pitchFamily="16" charset="0"/>
              </a:rPr>
              <a:t>	{.compatible = "invensense,mpu6050" },</a:t>
            </a:r>
          </a:p>
          <a:p>
            <a:pPr>
              <a:spcBef>
                <a:spcPts val="600"/>
              </a:spcBef>
              <a:buClr>
                <a:srgbClr val="727CA3"/>
              </a:buClr>
              <a:buSzPct val="76000"/>
            </a:pPr>
            <a:r>
              <a:rPr lang="en-US" altLang="zh-CN" sz="1200" dirty="0">
                <a:solidFill>
                  <a:srgbClr val="000000"/>
                </a:solidFill>
                <a:latin typeface="Times New Roman" pitchFamily="16" charset="0"/>
              </a:rPr>
              <a:t>	{/*northing to be done*/},</a:t>
            </a:r>
          </a:p>
          <a:p>
            <a:pPr>
              <a:spcBef>
                <a:spcPts val="600"/>
              </a:spcBef>
              <a:buClr>
                <a:srgbClr val="727CA3"/>
              </a:buClr>
              <a:buSzPct val="76000"/>
            </a:pPr>
            <a:r>
              <a:rPr lang="en-US" altLang="zh-CN" sz="1200" dirty="0">
                <a:solidFill>
                  <a:srgbClr val="000000"/>
                </a:solidFill>
                <a:latin typeface="Times New Roman" pitchFamily="16" charset="0"/>
              </a:rPr>
              <a:t>};</a:t>
            </a:r>
            <a:endParaRPr lang="zh-CN" altLang="en-US" sz="1200" dirty="0">
              <a:solidFill>
                <a:srgbClr val="000000"/>
              </a:solidFill>
              <a:latin typeface="Times New Roman" pitchFamily="16" charset="0"/>
            </a:endParaRPr>
          </a:p>
        </p:txBody>
      </p:sp>
      <p:cxnSp>
        <p:nvCxnSpPr>
          <p:cNvPr id="11" name="直接箭头连接符 10"/>
          <p:cNvCxnSpPr/>
          <p:nvPr/>
        </p:nvCxnSpPr>
        <p:spPr bwMode="auto">
          <a:xfrm>
            <a:off x="4716016" y="2735778"/>
            <a:ext cx="576064" cy="0"/>
          </a:xfrm>
          <a:prstGeom prst="straightConnector1">
            <a:avLst/>
          </a:prstGeom>
          <a:solidFill>
            <a:srgbClr val="00B8FF"/>
          </a:solidFill>
          <a:ln w="9525" cap="flat" cmpd="sng" algn="ctr">
            <a:solidFill>
              <a:schemeClr val="accent1"/>
            </a:solidFill>
            <a:prstDash val="solid"/>
            <a:round/>
            <a:headEnd type="none" w="med" len="med"/>
            <a:tailEnd type="arrow"/>
          </a:ln>
          <a:effectLst/>
        </p:spPr>
      </p:cxnSp>
      <p:sp>
        <p:nvSpPr>
          <p:cNvPr id="12" name="TextBox 11"/>
          <p:cNvSpPr txBox="1"/>
          <p:nvPr/>
        </p:nvSpPr>
        <p:spPr>
          <a:xfrm>
            <a:off x="5652120" y="1978306"/>
            <a:ext cx="2339102" cy="276999"/>
          </a:xfrm>
          <a:prstGeom prst="rect">
            <a:avLst/>
          </a:prstGeom>
          <a:noFill/>
        </p:spPr>
        <p:txBody>
          <a:bodyPr wrap="none" rtlCol="0">
            <a:spAutoFit/>
          </a:bodyPr>
          <a:lstStyle/>
          <a:p>
            <a:r>
              <a:rPr lang="zh-CN" altLang="en-US" sz="1200" b="1" dirty="0" smtClean="0">
                <a:solidFill>
                  <a:schemeClr val="tx1"/>
                </a:solidFill>
              </a:rPr>
              <a:t>如果使用设备树必须有这个成员</a:t>
            </a:r>
            <a:endParaRPr lang="zh-CN" altLang="en-US" sz="1200" b="1" dirty="0">
              <a:solidFill>
                <a:schemeClr val="tx1"/>
              </a:solidFill>
            </a:endParaRPr>
          </a:p>
        </p:txBody>
      </p:sp>
    </p:spTree>
    <p:extLst>
      <p:ext uri="{BB962C8B-B14F-4D97-AF65-F5344CB8AC3E}">
        <p14:creationId xmlns:p14="http://schemas.microsoft.com/office/powerpoint/2010/main" val="99145718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dirty="0" smtClean="0">
                <a:solidFill>
                  <a:srgbClr val="464653"/>
                </a:solidFill>
              </a:rPr>
              <a:t>I2C </a:t>
            </a:r>
            <a:r>
              <a:rPr lang="zh-CN" altLang="en-US" sz="3200" dirty="0" smtClean="0">
                <a:solidFill>
                  <a:srgbClr val="464653"/>
                </a:solidFill>
              </a:rPr>
              <a:t>设备驱动（</a:t>
            </a:r>
            <a:r>
              <a:rPr lang="en-US" altLang="zh-CN" sz="3200" dirty="0" err="1" smtClean="0">
                <a:solidFill>
                  <a:srgbClr val="464653"/>
                </a:solidFill>
              </a:rPr>
              <a:t>cont</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83568" y="1268760"/>
            <a:ext cx="7704856" cy="5062924"/>
          </a:xfrm>
          <a:prstGeom prst="rect">
            <a:avLst/>
          </a:prstGeom>
        </p:spPr>
        <p:txBody>
          <a:bodyPr wrap="square">
            <a:spAutoFit/>
          </a:bodyPr>
          <a:lstStyle/>
          <a:p>
            <a:pPr marL="271463" lvl="1" indent="-271463" eaLnBrk="1" hangingPunct="1">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smtClean="0">
                <a:solidFill>
                  <a:srgbClr val="000000"/>
                </a:solidFill>
                <a:latin typeface="Times New Roman" pitchFamily="16" charset="0"/>
                <a:ea typeface="宋体" charset="-122"/>
              </a:rPr>
              <a:t>I2C</a:t>
            </a:r>
            <a:r>
              <a:rPr lang="zh-CN" altLang="en-US" sz="2800" dirty="0" smtClean="0">
                <a:solidFill>
                  <a:srgbClr val="000000"/>
                </a:solidFill>
                <a:latin typeface="Times New Roman" pitchFamily="16" charset="0"/>
                <a:ea typeface="宋体" charset="-122"/>
              </a:rPr>
              <a:t>消</a:t>
            </a:r>
            <a:r>
              <a:rPr lang="zh-CN" altLang="en-US" sz="2800" dirty="0">
                <a:solidFill>
                  <a:srgbClr val="000000"/>
                </a:solidFill>
                <a:latin typeface="Times New Roman" pitchFamily="16" charset="0"/>
                <a:ea typeface="宋体" charset="-122"/>
              </a:rPr>
              <a:t>息构建相关结构体</a:t>
            </a:r>
            <a:endParaRPr lang="en-US" altLang="zh-CN" sz="2800" dirty="0">
              <a:solidFill>
                <a:srgbClr val="000000"/>
              </a:solidFill>
              <a:latin typeface="Times New Roman" pitchFamily="16" charset="0"/>
              <a:ea typeface="宋体" charset="-122"/>
            </a:endParaRPr>
          </a:p>
          <a:p>
            <a:pPr eaLnBrk="1" hangingPunct="1">
              <a:spcBef>
                <a:spcPts val="600"/>
              </a:spcBef>
              <a:buClr>
                <a:srgbClr val="727CA3"/>
              </a:buClr>
              <a:buSzPct val="76000"/>
            </a:pPr>
            <a:r>
              <a:rPr lang="en-US" altLang="zh-CN" sz="2800"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struct</a:t>
            </a:r>
            <a:r>
              <a:rPr lang="en-US" altLang="zh-CN" dirty="0" smtClean="0">
                <a:solidFill>
                  <a:srgbClr val="000000"/>
                </a:solidFill>
                <a:latin typeface="Times New Roman" pitchFamily="16" charset="0"/>
              </a:rPr>
              <a:t>  i2c_msg </a:t>
            </a:r>
            <a:r>
              <a:rPr lang="en-US" altLang="zh-CN" dirty="0">
                <a:solidFill>
                  <a:srgbClr val="000000"/>
                </a:solidFill>
                <a:latin typeface="Times New Roman" pitchFamily="16" charset="0"/>
              </a:rPr>
              <a:t>{</a:t>
            </a:r>
          </a:p>
          <a:p>
            <a:pPr marL="273050" lvl="1" indent="0" eaLnBrk="1" hangingPunct="1">
              <a:spcBef>
                <a:spcPts val="600"/>
              </a:spcBef>
              <a:buClr>
                <a:srgbClr val="727CA3"/>
              </a:buClr>
              <a:buSzPct val="76000"/>
            </a:pPr>
            <a:r>
              <a:rPr lang="en-US" altLang="zh-CN" dirty="0">
                <a:solidFill>
                  <a:srgbClr val="000000"/>
                </a:solidFill>
                <a:latin typeface="Times New Roman" pitchFamily="16" charset="0"/>
              </a:rPr>
              <a:t>	__u16 </a:t>
            </a:r>
            <a:r>
              <a:rPr lang="en-US" altLang="zh-CN" dirty="0" err="1">
                <a:solidFill>
                  <a:srgbClr val="000000"/>
                </a:solidFill>
                <a:latin typeface="Times New Roman" pitchFamily="16" charset="0"/>
              </a:rPr>
              <a:t>addr</a:t>
            </a:r>
            <a:r>
              <a:rPr lang="en-US" altLang="zh-CN" dirty="0">
                <a:solidFill>
                  <a:srgbClr val="000000"/>
                </a:solidFill>
                <a:latin typeface="Times New Roman" pitchFamily="16" charset="0"/>
              </a:rPr>
              <a:t>;	    /* slave address  */</a:t>
            </a:r>
          </a:p>
          <a:p>
            <a:pPr marL="273050" lvl="1" indent="0" eaLnBrk="1" hangingPunct="1">
              <a:spcBef>
                <a:spcPts val="600"/>
              </a:spcBef>
              <a:buClr>
                <a:srgbClr val="727CA3"/>
              </a:buClr>
              <a:buSzPct val="76000"/>
            </a:pPr>
            <a:r>
              <a:rPr lang="en-US" altLang="zh-CN" dirty="0">
                <a:solidFill>
                  <a:srgbClr val="000000"/>
                </a:solidFill>
                <a:latin typeface="Times New Roman" pitchFamily="16" charset="0"/>
              </a:rPr>
              <a:t>	__u16 flags;</a:t>
            </a:r>
          </a:p>
          <a:p>
            <a:pPr marL="273050" lvl="1" indent="0" eaLnBrk="1" hangingPunct="1">
              <a:spcBef>
                <a:spcPts val="600"/>
              </a:spcBef>
              <a:buClr>
                <a:srgbClr val="727CA3"/>
              </a:buClr>
              <a:buSzPct val="76000"/>
            </a:pPr>
            <a:r>
              <a:rPr lang="en-US" altLang="zh-CN" dirty="0">
                <a:solidFill>
                  <a:srgbClr val="000000"/>
                </a:solidFill>
                <a:latin typeface="Times New Roman" pitchFamily="16" charset="0"/>
              </a:rPr>
              <a:t>#define I2C_M_TEN		0x0010	/* this is a ten bit chip address */</a:t>
            </a:r>
          </a:p>
          <a:p>
            <a:pPr marL="273050" lvl="1" indent="0" eaLnBrk="1" hangingPunct="1">
              <a:spcBef>
                <a:spcPts val="600"/>
              </a:spcBef>
              <a:buClr>
                <a:srgbClr val="727CA3"/>
              </a:buClr>
              <a:buSzPct val="76000"/>
            </a:pPr>
            <a:r>
              <a:rPr lang="en-US" altLang="zh-CN" dirty="0">
                <a:solidFill>
                  <a:srgbClr val="000000"/>
                </a:solidFill>
                <a:latin typeface="Times New Roman" pitchFamily="16" charset="0"/>
              </a:rPr>
              <a:t>#define I2C_M_RD		0x0001	/* read data, from slave to master */</a:t>
            </a:r>
          </a:p>
          <a:p>
            <a:pPr marL="273050" lvl="1" indent="0" eaLnBrk="1" hangingPunct="1">
              <a:spcBef>
                <a:spcPts val="600"/>
              </a:spcBef>
              <a:buClr>
                <a:srgbClr val="727CA3"/>
              </a:buClr>
              <a:buSzPct val="76000"/>
            </a:pPr>
            <a:r>
              <a:rPr lang="en-US" altLang="zh-CN" dirty="0">
                <a:solidFill>
                  <a:srgbClr val="000000"/>
                </a:solidFill>
                <a:latin typeface="Times New Roman" pitchFamily="16" charset="0"/>
              </a:rPr>
              <a:t>	__u16 </a:t>
            </a:r>
            <a:r>
              <a:rPr lang="en-US" altLang="zh-CN" dirty="0" err="1">
                <a:solidFill>
                  <a:srgbClr val="000000"/>
                </a:solidFill>
                <a:latin typeface="Times New Roman" pitchFamily="16" charset="0"/>
              </a:rPr>
              <a:t>len</a:t>
            </a:r>
            <a:r>
              <a:rPr lang="en-US" altLang="zh-CN" dirty="0">
                <a:solidFill>
                  <a:srgbClr val="000000"/>
                </a:solidFill>
                <a:latin typeface="Times New Roman" pitchFamily="16" charset="0"/>
              </a:rPr>
              <a:t>;	    /* </a:t>
            </a:r>
            <a:r>
              <a:rPr lang="en-US" altLang="zh-CN" dirty="0" err="1">
                <a:solidFill>
                  <a:srgbClr val="000000"/>
                </a:solidFill>
                <a:latin typeface="Times New Roman" pitchFamily="16" charset="0"/>
              </a:rPr>
              <a:t>msg</a:t>
            </a:r>
            <a:r>
              <a:rPr lang="en-US" altLang="zh-CN" dirty="0">
                <a:solidFill>
                  <a:srgbClr val="000000"/>
                </a:solidFill>
                <a:latin typeface="Times New Roman" pitchFamily="16" charset="0"/>
              </a:rPr>
              <a:t> length */</a:t>
            </a:r>
          </a:p>
          <a:p>
            <a:pPr marL="273050" lvl="1" indent="0" eaLnBrk="1" hangingPunct="1">
              <a:spcBef>
                <a:spcPts val="600"/>
              </a:spcBef>
              <a:buClr>
                <a:srgbClr val="727CA3"/>
              </a:buClr>
              <a:buSzPct val="76000"/>
            </a:pPr>
            <a:r>
              <a:rPr lang="en-US" altLang="zh-CN" dirty="0">
                <a:solidFill>
                  <a:srgbClr val="000000"/>
                </a:solidFill>
                <a:latin typeface="Times New Roman" pitchFamily="16" charset="0"/>
              </a:rPr>
              <a:t>	__u8 *</a:t>
            </a:r>
            <a:r>
              <a:rPr lang="en-US" altLang="zh-CN" dirty="0" err="1">
                <a:solidFill>
                  <a:srgbClr val="000000"/>
                </a:solidFill>
                <a:latin typeface="Times New Roman" pitchFamily="16" charset="0"/>
              </a:rPr>
              <a:t>buf</a:t>
            </a:r>
            <a:r>
              <a:rPr lang="en-US" altLang="zh-CN" dirty="0">
                <a:solidFill>
                  <a:srgbClr val="000000"/>
                </a:solidFill>
                <a:latin typeface="Times New Roman" pitchFamily="16" charset="0"/>
              </a:rPr>
              <a:t>;	    /* pointer to </a:t>
            </a:r>
            <a:r>
              <a:rPr lang="en-US" altLang="zh-CN" dirty="0" err="1">
                <a:solidFill>
                  <a:srgbClr val="000000"/>
                </a:solidFill>
                <a:latin typeface="Times New Roman" pitchFamily="16" charset="0"/>
              </a:rPr>
              <a:t>msg</a:t>
            </a:r>
            <a:r>
              <a:rPr lang="en-US" altLang="zh-CN" dirty="0">
                <a:solidFill>
                  <a:srgbClr val="000000"/>
                </a:solidFill>
                <a:latin typeface="Times New Roman" pitchFamily="16" charset="0"/>
              </a:rPr>
              <a:t> data	*/</a:t>
            </a:r>
          </a:p>
          <a:p>
            <a:pPr marL="273050" lvl="1" indent="0" eaLnBrk="1" hangingPunct="1">
              <a:spcBef>
                <a:spcPts val="600"/>
              </a:spcBef>
              <a:buClr>
                <a:srgbClr val="727CA3"/>
              </a:buClr>
              <a:buSzPct val="76000"/>
            </a:pPr>
            <a:r>
              <a:rPr lang="en-US" altLang="zh-CN" sz="1600" dirty="0" smtClean="0">
                <a:solidFill>
                  <a:srgbClr val="000000"/>
                </a:solidFill>
                <a:latin typeface="Times New Roman" pitchFamily="16" charset="0"/>
              </a:rPr>
              <a:t>};</a:t>
            </a:r>
          </a:p>
          <a:p>
            <a:pPr marL="271463" lvl="1"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smtClean="0">
                <a:solidFill>
                  <a:srgbClr val="000000"/>
                </a:solidFill>
                <a:latin typeface="Times New Roman" pitchFamily="16" charset="0"/>
                <a:ea typeface="宋体" charset="-122"/>
              </a:rPr>
              <a:t>I2C</a:t>
            </a:r>
            <a:r>
              <a:rPr lang="zh-CN" altLang="en-US" sz="2800" dirty="0">
                <a:solidFill>
                  <a:srgbClr val="000000"/>
                </a:solidFill>
                <a:latin typeface="Times New Roman" pitchFamily="16" charset="0"/>
                <a:ea typeface="宋体" charset="-122"/>
              </a:rPr>
              <a:t>设备消息传输</a:t>
            </a:r>
            <a:endParaRPr lang="en-US" altLang="zh-CN" sz="2800" dirty="0">
              <a:solidFill>
                <a:srgbClr val="000000"/>
              </a:solidFill>
              <a:latin typeface="Times New Roman" pitchFamily="16" charset="0"/>
              <a:ea typeface="宋体" charset="-122"/>
            </a:endParaRPr>
          </a:p>
          <a:p>
            <a:pPr marL="273050" lvl="1">
              <a:spcBef>
                <a:spcPts val="600"/>
              </a:spcBef>
              <a:buClr>
                <a:srgbClr val="727CA3"/>
              </a:buClr>
              <a:buSzPct val="76000"/>
              <a:buFont typeface="Wingdings 3" pitchFamily="16" charset="2"/>
              <a:buChar char=""/>
            </a:pPr>
            <a:r>
              <a:rPr lang="en-US" altLang="zh-CN" dirty="0" err="1">
                <a:solidFill>
                  <a:srgbClr val="000000"/>
                </a:solidFill>
                <a:latin typeface="Times New Roman" pitchFamily="16" charset="0"/>
              </a:rPr>
              <a:t>int</a:t>
            </a:r>
            <a:r>
              <a:rPr lang="en-US" altLang="zh-CN" dirty="0">
                <a:solidFill>
                  <a:srgbClr val="000000"/>
                </a:solidFill>
                <a:latin typeface="Times New Roman" pitchFamily="16" charset="0"/>
              </a:rPr>
              <a:t> </a:t>
            </a:r>
            <a:r>
              <a:rPr lang="en-US" altLang="zh-CN" dirty="0" smtClean="0">
                <a:solidFill>
                  <a:srgbClr val="000000"/>
                </a:solidFill>
                <a:latin typeface="Times New Roman" pitchFamily="16" charset="0"/>
              </a:rPr>
              <a:t> i2c_transfer(</a:t>
            </a:r>
            <a:r>
              <a:rPr lang="en-US" altLang="zh-CN" dirty="0" err="1" smtClean="0">
                <a:solidFill>
                  <a:srgbClr val="000000"/>
                </a:solidFill>
                <a:latin typeface="Times New Roman" pitchFamily="16" charset="0"/>
              </a:rPr>
              <a:t>struct</a:t>
            </a:r>
            <a:r>
              <a:rPr lang="en-US" altLang="zh-CN" dirty="0" smtClean="0">
                <a:solidFill>
                  <a:srgbClr val="000000"/>
                </a:solidFill>
                <a:latin typeface="Times New Roman" pitchFamily="16" charset="0"/>
              </a:rPr>
              <a:t> </a:t>
            </a:r>
            <a:r>
              <a:rPr lang="en-US" altLang="zh-CN" dirty="0">
                <a:solidFill>
                  <a:srgbClr val="000000"/>
                </a:solidFill>
                <a:latin typeface="Times New Roman" pitchFamily="16" charset="0"/>
              </a:rPr>
              <a:t>i2c_adapter *</a:t>
            </a:r>
            <a:r>
              <a:rPr lang="en-US" altLang="zh-CN" dirty="0" err="1">
                <a:solidFill>
                  <a:srgbClr val="000000"/>
                </a:solidFill>
                <a:latin typeface="Times New Roman" pitchFamily="16" charset="0"/>
              </a:rPr>
              <a:t>adap</a:t>
            </a:r>
            <a:r>
              <a:rPr lang="en-US" altLang="zh-CN" dirty="0">
                <a:solidFill>
                  <a:srgbClr val="000000"/>
                </a:solidFill>
                <a:latin typeface="Times New Roman" pitchFamily="16" charset="0"/>
              </a:rPr>
              <a:t>, </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struct</a:t>
            </a:r>
            <a:r>
              <a:rPr lang="en-US" altLang="zh-CN" dirty="0" smtClean="0">
                <a:solidFill>
                  <a:srgbClr val="000000"/>
                </a:solidFill>
                <a:latin typeface="Times New Roman" pitchFamily="16" charset="0"/>
              </a:rPr>
              <a:t> </a:t>
            </a:r>
            <a:r>
              <a:rPr lang="en-US" altLang="zh-CN" dirty="0">
                <a:solidFill>
                  <a:srgbClr val="000000"/>
                </a:solidFill>
                <a:latin typeface="Times New Roman" pitchFamily="16" charset="0"/>
              </a:rPr>
              <a:t>i2c_msg *</a:t>
            </a:r>
            <a:r>
              <a:rPr lang="en-US" altLang="zh-CN" dirty="0" err="1">
                <a:solidFill>
                  <a:srgbClr val="000000"/>
                </a:solidFill>
                <a:latin typeface="Times New Roman" pitchFamily="16" charset="0"/>
              </a:rPr>
              <a:t>msgs</a:t>
            </a:r>
            <a:r>
              <a:rPr lang="en-US" altLang="zh-CN" dirty="0" smtClean="0">
                <a:solidFill>
                  <a:srgbClr val="000000"/>
                </a:solidFill>
                <a:latin typeface="Times New Roman" pitchFamily="16" charset="0"/>
              </a:rPr>
              <a:t>, </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int</a:t>
            </a:r>
            <a:r>
              <a:rPr lang="en-US" altLang="zh-CN" dirty="0">
                <a:solidFill>
                  <a:srgbClr val="000000"/>
                </a:solidFill>
                <a:latin typeface="Times New Roman" pitchFamily="16" charset="0"/>
              </a:rPr>
              <a:t> num);</a:t>
            </a:r>
          </a:p>
          <a:p>
            <a:pPr lvl="1">
              <a:spcBef>
                <a:spcPts val="600"/>
              </a:spcBef>
              <a:buClr>
                <a:srgbClr val="727CA3"/>
              </a:buClr>
              <a:buSzPct val="76000"/>
              <a:buFont typeface="Wingdings 3" pitchFamily="16" charset="2"/>
              <a:buChar char=""/>
            </a:pPr>
            <a:endParaRPr lang="en-US" altLang="zh-CN" sz="2400" dirty="0" smtClean="0">
              <a:solidFill>
                <a:srgbClr val="000000"/>
              </a:solidFill>
              <a:latin typeface="Times New Roman" pitchFamily="16" charset="0"/>
            </a:endParaRPr>
          </a:p>
        </p:txBody>
      </p:sp>
    </p:spTree>
    <p:extLst>
      <p:ext uri="{BB962C8B-B14F-4D97-AF65-F5344CB8AC3E}">
        <p14:creationId xmlns:p14="http://schemas.microsoft.com/office/powerpoint/2010/main" val="151860427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sz="3200" dirty="0" smtClean="0">
                <a:solidFill>
                  <a:srgbClr val="464653"/>
                </a:solidFill>
              </a:rPr>
              <a:t>I2C </a:t>
            </a:r>
            <a:r>
              <a:rPr lang="zh-CN" altLang="en-US" sz="3200" dirty="0" smtClean="0">
                <a:solidFill>
                  <a:srgbClr val="464653"/>
                </a:solidFill>
              </a:rPr>
              <a:t>设备驱动（</a:t>
            </a:r>
            <a:r>
              <a:rPr lang="en-US" altLang="zh-CN" sz="3200" dirty="0" err="1" smtClean="0">
                <a:solidFill>
                  <a:srgbClr val="464653"/>
                </a:solidFill>
              </a:rPr>
              <a:t>cont</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83568" y="1268760"/>
            <a:ext cx="7704856" cy="1600438"/>
          </a:xfrm>
          <a:prstGeom prst="rect">
            <a:avLst/>
          </a:prstGeom>
        </p:spPr>
        <p:txBody>
          <a:bodyPr wrap="square">
            <a:spAutoFit/>
          </a:bodyPr>
          <a:lstStyle/>
          <a:p>
            <a:pPr>
              <a:spcBef>
                <a:spcPts val="600"/>
              </a:spcBef>
              <a:buClr>
                <a:srgbClr val="727CA3"/>
              </a:buClr>
              <a:buSzPct val="76000"/>
              <a:buFont typeface="Wingdings 3" pitchFamily="16" charset="2"/>
              <a:buChar char=""/>
            </a:pPr>
            <a:r>
              <a:rPr lang="zh-CN" altLang="en-US" sz="2400" dirty="0" smtClean="0">
                <a:solidFill>
                  <a:srgbClr val="000000"/>
                </a:solidFill>
                <a:latin typeface="Times New Roman" pitchFamily="16" charset="0"/>
              </a:rPr>
              <a:t>设备树</a:t>
            </a:r>
            <a:endParaRPr lang="en-US" altLang="zh-CN" sz="2400" dirty="0" smtClean="0">
              <a:solidFill>
                <a:srgbClr val="000000"/>
              </a:solidFill>
              <a:latin typeface="Times New Roman" pitchFamily="16" charset="0"/>
            </a:endParaRPr>
          </a:p>
          <a:p>
            <a:pPr lvl="1">
              <a:spcBef>
                <a:spcPts val="600"/>
              </a:spcBef>
              <a:buClr>
                <a:srgbClr val="727CA3"/>
              </a:buClr>
              <a:buSzPct val="76000"/>
            </a:pPr>
            <a:r>
              <a:rPr lang="zh-CN" altLang="en-US" sz="2000" dirty="0" smtClean="0">
                <a:solidFill>
                  <a:srgbClr val="000000"/>
                </a:solidFill>
                <a:latin typeface="Times New Roman" pitchFamily="16" charset="0"/>
              </a:rPr>
              <a:t>如果使用设备树则不需在平台代码中注册</a:t>
            </a:r>
            <a:r>
              <a:rPr lang="en-US" altLang="zh-CN" sz="2000" dirty="0" smtClean="0">
                <a:solidFill>
                  <a:srgbClr val="000000"/>
                </a:solidFill>
                <a:latin typeface="Times New Roman" pitchFamily="16" charset="0"/>
              </a:rPr>
              <a:t>i2c_board_info,</a:t>
            </a:r>
            <a:r>
              <a:rPr lang="zh-CN" altLang="en-US" sz="2000" dirty="0" smtClean="0">
                <a:solidFill>
                  <a:srgbClr val="000000"/>
                </a:solidFill>
                <a:latin typeface="Times New Roman" pitchFamily="16" charset="0"/>
              </a:rPr>
              <a:t>需在设备树中添加结点描述对应信息</a:t>
            </a:r>
            <a:endParaRPr lang="en-US" altLang="zh-CN" sz="2000" dirty="0" smtClean="0">
              <a:solidFill>
                <a:srgbClr val="000000"/>
              </a:solidFill>
              <a:latin typeface="Times New Roman" pitchFamily="16" charset="0"/>
            </a:endParaRPr>
          </a:p>
          <a:p>
            <a:pPr>
              <a:spcBef>
                <a:spcPts val="600"/>
              </a:spcBef>
              <a:buClr>
                <a:srgbClr val="727CA3"/>
              </a:buClr>
              <a:buSzPct val="76000"/>
              <a:buFont typeface="Wingdings 3" pitchFamily="16" charset="2"/>
              <a:buChar char=""/>
            </a:pPr>
            <a:endParaRPr lang="en-US" altLang="zh-CN" sz="2400" dirty="0" smtClean="0">
              <a:solidFill>
                <a:srgbClr val="000000"/>
              </a:solidFill>
              <a:latin typeface="Times New Roman" pitchFamily="16" charset="0"/>
            </a:endParaRPr>
          </a:p>
        </p:txBody>
      </p:sp>
      <p:sp>
        <p:nvSpPr>
          <p:cNvPr id="3" name="TextBox 2"/>
          <p:cNvSpPr txBox="1"/>
          <p:nvPr/>
        </p:nvSpPr>
        <p:spPr>
          <a:xfrm>
            <a:off x="4200180" y="2209207"/>
            <a:ext cx="3867725" cy="4462760"/>
          </a:xfrm>
          <a:prstGeom prst="rect">
            <a:avLst/>
          </a:prstGeom>
          <a:noFill/>
        </p:spPr>
        <p:txBody>
          <a:bodyPr wrap="none" rtlCol="0">
            <a:spAutoFit/>
          </a:bodyPr>
          <a:lstStyle/>
          <a:p>
            <a:r>
              <a:rPr lang="en-US" altLang="zh-CN" sz="1400" dirty="0" smtClean="0">
                <a:solidFill>
                  <a:schemeClr val="tx1"/>
                </a:solidFill>
              </a:rPr>
              <a:t>	</a:t>
            </a:r>
          </a:p>
          <a:p>
            <a:r>
              <a:rPr lang="en-US" altLang="zh-CN" sz="1400" dirty="0">
                <a:solidFill>
                  <a:schemeClr val="tx1"/>
                </a:solidFill>
              </a:rPr>
              <a:t>	</a:t>
            </a:r>
            <a:r>
              <a:rPr lang="en-US" altLang="zh-CN" sz="1100" dirty="0">
                <a:solidFill>
                  <a:schemeClr val="tx1"/>
                </a:solidFill>
              </a:rPr>
              <a:t>i2c_5: i2c@138B0000 {</a:t>
            </a:r>
          </a:p>
          <a:p>
            <a:r>
              <a:rPr lang="en-US" altLang="zh-CN" sz="1100" dirty="0">
                <a:solidFill>
                  <a:schemeClr val="tx1"/>
                </a:solidFill>
              </a:rPr>
              <a:t>		#address-cells = &lt;1&gt;;</a:t>
            </a:r>
          </a:p>
          <a:p>
            <a:r>
              <a:rPr lang="en-US" altLang="zh-CN" sz="1100" dirty="0">
                <a:solidFill>
                  <a:schemeClr val="tx1"/>
                </a:solidFill>
              </a:rPr>
              <a:t>		#size-cells = &lt;0&gt;;</a:t>
            </a:r>
          </a:p>
          <a:p>
            <a:r>
              <a:rPr lang="en-US" altLang="zh-CN" sz="1100" dirty="0">
                <a:solidFill>
                  <a:schemeClr val="tx1"/>
                </a:solidFill>
              </a:rPr>
              <a:t>		compatible = "samsung,s3c2440-i2c";</a:t>
            </a:r>
          </a:p>
          <a:p>
            <a:r>
              <a:rPr lang="en-US" altLang="zh-CN" sz="1100" dirty="0">
                <a:solidFill>
                  <a:schemeClr val="tx1"/>
                </a:solidFill>
              </a:rPr>
              <a:t>		</a:t>
            </a:r>
            <a:r>
              <a:rPr lang="en-US" altLang="zh-CN" sz="1100" dirty="0" err="1">
                <a:solidFill>
                  <a:schemeClr val="tx1"/>
                </a:solidFill>
              </a:rPr>
              <a:t>reg</a:t>
            </a:r>
            <a:r>
              <a:rPr lang="en-US" altLang="zh-CN" sz="1100" dirty="0">
                <a:solidFill>
                  <a:schemeClr val="tx1"/>
                </a:solidFill>
              </a:rPr>
              <a:t> = &lt;0x138B0000 0x100&gt;;</a:t>
            </a:r>
          </a:p>
          <a:p>
            <a:r>
              <a:rPr lang="en-US" altLang="zh-CN" sz="1100" dirty="0">
                <a:solidFill>
                  <a:schemeClr val="tx1"/>
                </a:solidFill>
              </a:rPr>
              <a:t>		interrupts = &lt;0 63 0&gt;;</a:t>
            </a:r>
          </a:p>
          <a:p>
            <a:r>
              <a:rPr lang="en-US" altLang="zh-CN" sz="1100" dirty="0">
                <a:solidFill>
                  <a:schemeClr val="tx1"/>
                </a:solidFill>
              </a:rPr>
              <a:t>		clocks = &lt;&amp;clock 322&gt;;</a:t>
            </a:r>
          </a:p>
          <a:p>
            <a:r>
              <a:rPr lang="en-US" altLang="zh-CN" sz="1100" dirty="0">
                <a:solidFill>
                  <a:schemeClr val="tx1"/>
                </a:solidFill>
              </a:rPr>
              <a:t>		clock-names = "i2c";</a:t>
            </a:r>
          </a:p>
          <a:p>
            <a:r>
              <a:rPr lang="en-US" altLang="zh-CN" sz="1100" dirty="0">
                <a:solidFill>
                  <a:schemeClr val="tx1"/>
                </a:solidFill>
              </a:rPr>
              <a:t>		status = "disabled";</a:t>
            </a:r>
          </a:p>
          <a:p>
            <a:r>
              <a:rPr lang="en-US" altLang="zh-CN" sz="1100" dirty="0">
                <a:solidFill>
                  <a:schemeClr val="tx1"/>
                </a:solidFill>
              </a:rPr>
              <a:t>	};</a:t>
            </a:r>
            <a:endParaRPr lang="en-US" altLang="zh-CN" sz="1100" dirty="0" smtClean="0">
              <a:solidFill>
                <a:schemeClr val="tx1"/>
              </a:solidFill>
            </a:endParaRPr>
          </a:p>
          <a:p>
            <a:r>
              <a:rPr lang="en-US" altLang="zh-CN" sz="1100" dirty="0">
                <a:solidFill>
                  <a:schemeClr val="tx1"/>
                </a:solidFill>
              </a:rPr>
              <a:t>	</a:t>
            </a:r>
            <a:r>
              <a:rPr lang="en-US" altLang="zh-CN" sz="1100" dirty="0" smtClean="0">
                <a:solidFill>
                  <a:schemeClr val="tx1"/>
                </a:solidFill>
              </a:rPr>
              <a:t>i2c@138B0000 </a:t>
            </a:r>
            <a:r>
              <a:rPr lang="en-US" altLang="zh-CN" sz="1100" dirty="0">
                <a:solidFill>
                  <a:schemeClr val="tx1"/>
                </a:solidFill>
              </a:rPr>
              <a:t>{</a:t>
            </a:r>
          </a:p>
          <a:p>
            <a:r>
              <a:rPr lang="en-US" altLang="zh-CN" sz="1100" dirty="0">
                <a:solidFill>
                  <a:schemeClr val="tx1"/>
                </a:solidFill>
              </a:rPr>
              <a:t>		samsung,i2c-sda-delay = &lt;100&gt;;</a:t>
            </a:r>
          </a:p>
          <a:p>
            <a:r>
              <a:rPr lang="en-US" altLang="zh-CN" sz="1100" dirty="0">
                <a:solidFill>
                  <a:schemeClr val="tx1"/>
                </a:solidFill>
              </a:rPr>
              <a:t>		samsung,i2c-max-bus-freq = &lt;20000&gt;;</a:t>
            </a:r>
          </a:p>
          <a:p>
            <a:r>
              <a:rPr lang="en-US" altLang="zh-CN" sz="1100" dirty="0">
                <a:solidFill>
                  <a:schemeClr val="tx1"/>
                </a:solidFill>
              </a:rPr>
              <a:t>		pinctrl-0 = &lt;&amp;i2c5_bus&gt;;</a:t>
            </a:r>
          </a:p>
          <a:p>
            <a:r>
              <a:rPr lang="en-US" altLang="zh-CN" sz="1100" dirty="0">
                <a:solidFill>
                  <a:schemeClr val="tx1"/>
                </a:solidFill>
              </a:rPr>
              <a:t>		</a:t>
            </a:r>
            <a:r>
              <a:rPr lang="en-US" altLang="zh-CN" sz="1100" dirty="0" err="1">
                <a:solidFill>
                  <a:schemeClr val="tx1"/>
                </a:solidFill>
              </a:rPr>
              <a:t>pinctrl</a:t>
            </a:r>
            <a:r>
              <a:rPr lang="en-US" altLang="zh-CN" sz="1100" dirty="0">
                <a:solidFill>
                  <a:schemeClr val="tx1"/>
                </a:solidFill>
              </a:rPr>
              <a:t>-names = "default";</a:t>
            </a:r>
          </a:p>
          <a:p>
            <a:r>
              <a:rPr lang="en-US" altLang="zh-CN" sz="1100" dirty="0">
                <a:solidFill>
                  <a:schemeClr val="tx1"/>
                </a:solidFill>
              </a:rPr>
              <a:t>		status = "okay";</a:t>
            </a:r>
          </a:p>
          <a:p>
            <a:endParaRPr lang="en-US" altLang="zh-CN" sz="1100" dirty="0">
              <a:solidFill>
                <a:schemeClr val="tx1"/>
              </a:solidFill>
            </a:endParaRPr>
          </a:p>
          <a:p>
            <a:r>
              <a:rPr lang="en-US" altLang="zh-CN" sz="1100" dirty="0">
                <a:solidFill>
                  <a:schemeClr val="tx1"/>
                </a:solidFill>
              </a:rPr>
              <a:t>		mpu6050-3-axis@68 {</a:t>
            </a:r>
          </a:p>
          <a:p>
            <a:r>
              <a:rPr lang="en-US" altLang="zh-CN" sz="1100" dirty="0">
                <a:solidFill>
                  <a:schemeClr val="tx1"/>
                </a:solidFill>
              </a:rPr>
              <a:t>			compatible = "invensense,mpu6050";</a:t>
            </a:r>
          </a:p>
          <a:p>
            <a:r>
              <a:rPr lang="en-US" altLang="zh-CN" sz="1100" dirty="0">
                <a:solidFill>
                  <a:schemeClr val="tx1"/>
                </a:solidFill>
              </a:rPr>
              <a:t>			</a:t>
            </a:r>
            <a:r>
              <a:rPr lang="en-US" altLang="zh-CN" sz="1100" dirty="0" err="1">
                <a:solidFill>
                  <a:schemeClr val="tx1"/>
                </a:solidFill>
              </a:rPr>
              <a:t>reg</a:t>
            </a:r>
            <a:r>
              <a:rPr lang="en-US" altLang="zh-CN" sz="1100" dirty="0">
                <a:solidFill>
                  <a:schemeClr val="tx1"/>
                </a:solidFill>
              </a:rPr>
              <a:t> = &lt;0x68&gt;;</a:t>
            </a:r>
          </a:p>
          <a:p>
            <a:r>
              <a:rPr lang="en-US" altLang="zh-CN" sz="1100" dirty="0">
                <a:solidFill>
                  <a:schemeClr val="tx1"/>
                </a:solidFill>
              </a:rPr>
              <a:t>			interrupt-parent = &lt;&amp;gpx3&gt;;</a:t>
            </a:r>
          </a:p>
          <a:p>
            <a:r>
              <a:rPr lang="en-US" altLang="zh-CN" sz="1100" dirty="0">
                <a:solidFill>
                  <a:schemeClr val="tx1"/>
                </a:solidFill>
              </a:rPr>
              <a:t>			interrupts = &lt;3 2&gt;;</a:t>
            </a:r>
          </a:p>
          <a:p>
            <a:r>
              <a:rPr lang="en-US" altLang="zh-CN" sz="1100" dirty="0">
                <a:solidFill>
                  <a:schemeClr val="tx1"/>
                </a:solidFill>
              </a:rPr>
              <a:t>		</a:t>
            </a:r>
            <a:r>
              <a:rPr lang="en-US" altLang="zh-CN" sz="1100" dirty="0" smtClean="0">
                <a:solidFill>
                  <a:schemeClr val="tx1"/>
                </a:solidFill>
              </a:rPr>
              <a:t>};</a:t>
            </a:r>
            <a:endParaRPr lang="en-US" altLang="zh-CN" sz="1400" dirty="0">
              <a:solidFill>
                <a:schemeClr val="tx1"/>
              </a:solidFill>
            </a:endParaRPr>
          </a:p>
          <a:p>
            <a:r>
              <a:rPr lang="en-US" altLang="zh-CN" sz="1400" dirty="0">
                <a:solidFill>
                  <a:schemeClr val="tx1"/>
                </a:solidFill>
              </a:rPr>
              <a:t>	};</a:t>
            </a:r>
            <a:endParaRPr lang="zh-CN" altLang="en-US" sz="1400" dirty="0">
              <a:solidFill>
                <a:schemeClr val="tx1"/>
              </a:solidFill>
            </a:endParaRPr>
          </a:p>
        </p:txBody>
      </p:sp>
      <p:sp>
        <p:nvSpPr>
          <p:cNvPr id="4" name="TextBox 3"/>
          <p:cNvSpPr txBox="1"/>
          <p:nvPr/>
        </p:nvSpPr>
        <p:spPr>
          <a:xfrm>
            <a:off x="1115616" y="3078252"/>
            <a:ext cx="2441694" cy="646331"/>
          </a:xfrm>
          <a:prstGeom prst="rect">
            <a:avLst/>
          </a:prstGeom>
          <a:noFill/>
        </p:spPr>
        <p:txBody>
          <a:bodyPr wrap="none" rtlCol="0">
            <a:spAutoFit/>
          </a:bodyPr>
          <a:lstStyle/>
          <a:p>
            <a:r>
              <a:rPr lang="en-US" altLang="zh-CN" dirty="0" err="1">
                <a:solidFill>
                  <a:schemeClr val="tx1"/>
                </a:solidFill>
              </a:rPr>
              <a:t>s</a:t>
            </a:r>
            <a:r>
              <a:rPr lang="en-US" altLang="zh-CN" dirty="0" err="1" smtClean="0">
                <a:solidFill>
                  <a:schemeClr val="tx1"/>
                </a:solidFill>
              </a:rPr>
              <a:t>truct</a:t>
            </a:r>
            <a:r>
              <a:rPr lang="en-US" altLang="zh-CN" dirty="0" smtClean="0">
                <a:solidFill>
                  <a:schemeClr val="tx1"/>
                </a:solidFill>
              </a:rPr>
              <a:t> </a:t>
            </a:r>
            <a:r>
              <a:rPr lang="en-US" altLang="zh-CN" dirty="0" err="1" smtClean="0">
                <a:solidFill>
                  <a:schemeClr val="tx1"/>
                </a:solidFill>
              </a:rPr>
              <a:t>platform_device</a:t>
            </a:r>
            <a:endParaRPr lang="en-US" altLang="zh-CN" dirty="0" smtClean="0">
              <a:solidFill>
                <a:schemeClr val="tx1"/>
              </a:solidFill>
            </a:endParaRPr>
          </a:p>
          <a:p>
            <a:r>
              <a:rPr lang="en-US" altLang="zh-CN" dirty="0" smtClean="0">
                <a:solidFill>
                  <a:schemeClr val="tx1"/>
                </a:solidFill>
              </a:rPr>
              <a:t> </a:t>
            </a:r>
            <a:endParaRPr lang="zh-CN" altLang="en-US" dirty="0">
              <a:solidFill>
                <a:schemeClr val="tx1"/>
              </a:solidFill>
            </a:endParaRPr>
          </a:p>
        </p:txBody>
      </p:sp>
      <p:sp>
        <p:nvSpPr>
          <p:cNvPr id="5" name="TextBox 4"/>
          <p:cNvSpPr txBox="1"/>
          <p:nvPr/>
        </p:nvSpPr>
        <p:spPr>
          <a:xfrm>
            <a:off x="1205384" y="5692606"/>
            <a:ext cx="2326278" cy="369332"/>
          </a:xfrm>
          <a:prstGeom prst="rect">
            <a:avLst/>
          </a:prstGeom>
          <a:noFill/>
        </p:spPr>
        <p:txBody>
          <a:bodyPr wrap="none" rtlCol="0">
            <a:spAutoFit/>
          </a:bodyPr>
          <a:lstStyle/>
          <a:p>
            <a:r>
              <a:rPr lang="en-US" altLang="zh-CN" dirty="0" err="1">
                <a:solidFill>
                  <a:schemeClr val="tx1"/>
                </a:solidFill>
              </a:rPr>
              <a:t>s</a:t>
            </a:r>
            <a:r>
              <a:rPr lang="en-US" altLang="zh-CN" dirty="0" err="1" smtClean="0">
                <a:solidFill>
                  <a:schemeClr val="tx1"/>
                </a:solidFill>
              </a:rPr>
              <a:t>truct</a:t>
            </a:r>
            <a:r>
              <a:rPr lang="en-US" altLang="zh-CN" dirty="0" smtClean="0">
                <a:solidFill>
                  <a:schemeClr val="tx1"/>
                </a:solidFill>
              </a:rPr>
              <a:t> i2c_board_info</a:t>
            </a:r>
            <a:endParaRPr lang="zh-CN" altLang="en-US" dirty="0">
              <a:solidFill>
                <a:schemeClr val="tx1"/>
              </a:solidFill>
            </a:endParaRPr>
          </a:p>
        </p:txBody>
      </p:sp>
      <p:grpSp>
        <p:nvGrpSpPr>
          <p:cNvPr id="26" name="组合 25"/>
          <p:cNvGrpSpPr/>
          <p:nvPr/>
        </p:nvGrpSpPr>
        <p:grpSpPr>
          <a:xfrm>
            <a:off x="3491880" y="3262918"/>
            <a:ext cx="1512168" cy="1390218"/>
            <a:chOff x="3491880" y="3262918"/>
            <a:chExt cx="1512168" cy="1390218"/>
          </a:xfrm>
        </p:grpSpPr>
        <p:cxnSp>
          <p:nvCxnSpPr>
            <p:cNvPr id="7" name="直接箭头连接符 6"/>
            <p:cNvCxnSpPr/>
            <p:nvPr/>
          </p:nvCxnSpPr>
          <p:spPr bwMode="auto">
            <a:xfrm>
              <a:off x="3491880" y="3262918"/>
              <a:ext cx="1440160" cy="0"/>
            </a:xfrm>
            <a:prstGeom prst="straightConnector1">
              <a:avLst/>
            </a:prstGeom>
            <a:solidFill>
              <a:srgbClr val="00B8FF"/>
            </a:solidFill>
            <a:ln w="9525" cap="flat" cmpd="sng" algn="ctr">
              <a:solidFill>
                <a:schemeClr val="accent1"/>
              </a:solidFill>
              <a:prstDash val="solid"/>
              <a:round/>
              <a:headEnd type="none" w="med" len="med"/>
              <a:tailEnd type="arrow"/>
            </a:ln>
            <a:effectLst/>
          </p:spPr>
        </p:cxnSp>
        <p:cxnSp>
          <p:nvCxnSpPr>
            <p:cNvPr id="23" name="直接连接符 22"/>
            <p:cNvCxnSpPr/>
            <p:nvPr/>
          </p:nvCxnSpPr>
          <p:spPr bwMode="auto">
            <a:xfrm>
              <a:off x="4200180" y="3262918"/>
              <a:ext cx="0" cy="1390218"/>
            </a:xfrm>
            <a:prstGeom prst="line">
              <a:avLst/>
            </a:prstGeom>
            <a:solidFill>
              <a:srgbClr val="00B8FF"/>
            </a:solidFill>
            <a:ln w="9525" cap="flat" cmpd="sng" algn="ctr">
              <a:solidFill>
                <a:schemeClr val="accent1"/>
              </a:solidFill>
              <a:prstDash val="solid"/>
              <a:round/>
              <a:headEnd type="none" w="med" len="med"/>
              <a:tailEnd type="none" w="med" len="med"/>
            </a:ln>
            <a:effectLst/>
          </p:spPr>
        </p:cxnSp>
        <p:cxnSp>
          <p:nvCxnSpPr>
            <p:cNvPr id="25" name="直接箭头连接符 24"/>
            <p:cNvCxnSpPr/>
            <p:nvPr/>
          </p:nvCxnSpPr>
          <p:spPr bwMode="auto">
            <a:xfrm>
              <a:off x="4211960" y="4653136"/>
              <a:ext cx="792088" cy="0"/>
            </a:xfrm>
            <a:prstGeom prst="straightConnector1">
              <a:avLst/>
            </a:prstGeom>
            <a:solidFill>
              <a:srgbClr val="00B8FF"/>
            </a:solidFill>
            <a:ln w="9525" cap="flat" cmpd="sng" algn="ctr">
              <a:solidFill>
                <a:schemeClr val="accent1"/>
              </a:solidFill>
              <a:prstDash val="solid"/>
              <a:round/>
              <a:headEnd type="none" w="med" len="med"/>
              <a:tailEnd type="arrow"/>
            </a:ln>
            <a:effectLst/>
          </p:spPr>
        </p:cxnSp>
      </p:grpSp>
      <p:sp>
        <p:nvSpPr>
          <p:cNvPr id="27" name="TextBox 26"/>
          <p:cNvSpPr txBox="1"/>
          <p:nvPr/>
        </p:nvSpPr>
        <p:spPr>
          <a:xfrm>
            <a:off x="3723550" y="2845966"/>
            <a:ext cx="976819"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dirty="0"/>
              <a:t>父节点</a:t>
            </a:r>
          </a:p>
        </p:txBody>
      </p:sp>
      <p:cxnSp>
        <p:nvCxnSpPr>
          <p:cNvPr id="29" name="直接箭头连接符 28"/>
          <p:cNvCxnSpPr/>
          <p:nvPr/>
        </p:nvCxnSpPr>
        <p:spPr bwMode="auto">
          <a:xfrm>
            <a:off x="3491880" y="5877272"/>
            <a:ext cx="2088232" cy="0"/>
          </a:xfrm>
          <a:prstGeom prst="straightConnector1">
            <a:avLst/>
          </a:prstGeom>
          <a:solidFill>
            <a:srgbClr val="00B8FF"/>
          </a:solidFill>
          <a:ln w="9525" cap="flat" cmpd="thickThin" algn="ctr">
            <a:solidFill>
              <a:schemeClr val="accent1"/>
            </a:solidFill>
            <a:prstDash val="solid"/>
            <a:round/>
            <a:headEnd type="none" w="med" len="med"/>
            <a:tailEnd type="arrow"/>
          </a:ln>
          <a:effectLst/>
        </p:spPr>
      </p:cxnSp>
      <p:sp>
        <p:nvSpPr>
          <p:cNvPr id="31" name="TextBox 30"/>
          <p:cNvSpPr txBox="1"/>
          <p:nvPr/>
        </p:nvSpPr>
        <p:spPr>
          <a:xfrm>
            <a:off x="3779912" y="5445224"/>
            <a:ext cx="877163" cy="369332"/>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CN" altLang="en-US" dirty="0" smtClean="0"/>
              <a:t>子节点</a:t>
            </a:r>
            <a:endParaRPr lang="zh-CN" altLang="en-US" dirty="0"/>
          </a:p>
        </p:txBody>
      </p:sp>
    </p:spTree>
    <p:extLst>
      <p:ext uri="{BB962C8B-B14F-4D97-AF65-F5344CB8AC3E}">
        <p14:creationId xmlns:p14="http://schemas.microsoft.com/office/powerpoint/2010/main" val="400246642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a:solidFill>
                  <a:srgbClr val="464653"/>
                </a:solidFill>
              </a:rPr>
              <a:t> </a:t>
            </a:r>
          </a:p>
        </p:txBody>
      </p:sp>
      <p:sp>
        <p:nvSpPr>
          <p:cNvPr id="187395" name="Text Box 3"/>
          <p:cNvSpPr txBox="1">
            <a:spLocks noChangeArrowheads="1"/>
          </p:cNvSpPr>
          <p:nvPr/>
        </p:nvSpPr>
        <p:spPr bwMode="auto">
          <a:xfrm>
            <a:off x="457200" y="1219200"/>
            <a:ext cx="8229600" cy="491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5pPr>
            <a:lvl6pPr marL="25146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6pPr>
            <a:lvl7pPr marL="29718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7pPr>
            <a:lvl8pPr marL="34290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8pPr>
            <a:lvl9pPr marL="3886200" indent="-228600" defTabSz="449263" fontAlgn="base">
              <a:spcBef>
                <a:spcPct val="0"/>
              </a:spcBef>
              <a:spcAft>
                <a:spcPct val="0"/>
              </a:spcAft>
              <a:buClr>
                <a:srgbClr val="000000"/>
              </a:buClr>
              <a:buSzPct val="100000"/>
              <a:buFont typeface="Times New Roman" pitchFamily="16" charse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Arial" charset="0"/>
                <a:ea typeface="宋体" charset="-122"/>
              </a:defRPr>
            </a:lvl9pPr>
          </a:lstStyle>
          <a:p>
            <a:pPr>
              <a:spcBef>
                <a:spcPts val="600"/>
              </a:spcBef>
              <a:buClr>
                <a:srgbClr val="727CA3"/>
              </a:buClr>
              <a:buSzPct val="76000"/>
              <a:buFont typeface="Wingdings 3" pitchFamily="16" charset="2"/>
              <a:buChar char=""/>
              <a:defRPr/>
            </a:pPr>
            <a:r>
              <a:rPr lang="en-US" sz="2800" dirty="0" smtClean="0">
                <a:latin typeface="Times New Roman" pitchFamily="16" charset="0"/>
              </a:rPr>
              <a:t>S</a:t>
            </a:r>
            <a:r>
              <a:rPr lang="en-US" altLang="zh-CN" sz="2800" dirty="0" smtClean="0">
                <a:latin typeface="Times New Roman" pitchFamily="16" charset="0"/>
              </a:rPr>
              <a:t>5PV210</a:t>
            </a:r>
            <a:r>
              <a:rPr lang="en-US" sz="2800" dirty="0" smtClean="0">
                <a:latin typeface="Times New Roman" pitchFamily="16" charset="0"/>
              </a:rPr>
              <a:t>硬件资源</a:t>
            </a:r>
          </a:p>
          <a:p>
            <a:pPr>
              <a:spcBef>
                <a:spcPts val="600"/>
              </a:spcBef>
              <a:buClr>
                <a:srgbClr val="727CA3"/>
              </a:buClr>
              <a:buSzPct val="76000"/>
              <a:buFont typeface="Wingdings 3" pitchFamily="16" charset="2"/>
              <a:buChar char=""/>
              <a:defRPr/>
            </a:pPr>
            <a:r>
              <a:rPr lang="en-US" sz="2800" dirty="0" err="1" smtClean="0">
                <a:latin typeface="Times New Roman" pitchFamily="16" charset="0"/>
              </a:rPr>
              <a:t>GPIO接口驱动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按键中断接口驱动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看门狗接口驱动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PWM接口驱动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err="1" smtClean="0">
                <a:latin typeface="Times New Roman" pitchFamily="16" charset="0"/>
              </a:rPr>
              <a:t>ADC接口驱动</a:t>
            </a:r>
            <a:endParaRPr lang="en-US" sz="2800" dirty="0" smtClean="0">
              <a:latin typeface="Times New Roman" pitchFamily="16" charset="0"/>
            </a:endParaRPr>
          </a:p>
          <a:p>
            <a:pPr>
              <a:spcBef>
                <a:spcPts val="600"/>
              </a:spcBef>
              <a:buClr>
                <a:srgbClr val="727CA3"/>
              </a:buClr>
              <a:buSzPct val="76000"/>
              <a:buFont typeface="Wingdings 3" pitchFamily="16" charset="2"/>
              <a:buChar char=""/>
              <a:defRPr/>
            </a:pPr>
            <a:r>
              <a:rPr lang="en-US" sz="2800" dirty="0" smtClean="0">
                <a:effectLst>
                  <a:outerShdw blurRad="38100" dist="38100" dir="2700000" algn="tl">
                    <a:srgbClr val="C0C0C0"/>
                  </a:outerShdw>
                </a:effectLst>
                <a:latin typeface="Times New Roman" pitchFamily="16" charset="0"/>
              </a:rPr>
              <a:t>I2C接口驱动</a:t>
            </a:r>
          </a:p>
          <a:p>
            <a:pPr>
              <a:spcBef>
                <a:spcPts val="600"/>
              </a:spcBef>
              <a:buClr>
                <a:srgbClr val="727CA3"/>
              </a:buClr>
              <a:buSzPct val="76000"/>
              <a:buFont typeface="Wingdings 3" pitchFamily="16" charset="2"/>
              <a:buChar char=""/>
              <a:defRPr/>
            </a:pPr>
            <a:r>
              <a:rPr lang="en-US" sz="2800" i="1" u="sng" dirty="0">
                <a:effectLst>
                  <a:outerShdw blurRad="38100" dist="38100" dir="2700000" algn="tl">
                    <a:srgbClr val="C0C0C0"/>
                  </a:outerShdw>
                </a:effectLst>
                <a:latin typeface="Times New Roman" pitchFamily="16" charset="0"/>
              </a:rPr>
              <a:t>SPI</a:t>
            </a:r>
            <a:r>
              <a:rPr lang="zh-CN" altLang="en-US" sz="2800" i="1" u="sng" dirty="0">
                <a:effectLst>
                  <a:outerShdw blurRad="38100" dist="38100" dir="2700000" algn="tl">
                    <a:srgbClr val="C0C0C0"/>
                  </a:outerShdw>
                </a:effectLst>
                <a:latin typeface="Times New Roman" pitchFamily="16" charset="0"/>
              </a:rPr>
              <a:t>接口驱动</a:t>
            </a:r>
            <a:endParaRPr lang="en-US" sz="2800" i="1" u="sng" dirty="0">
              <a:effectLst>
                <a:outerShdw blurRad="38100" dist="38100" dir="2700000" algn="tl">
                  <a:srgbClr val="C0C0C0"/>
                </a:outerShdw>
              </a:effectLst>
              <a:latin typeface="Times New Roman" pitchFamily="16" charset="0"/>
            </a:endParaRPr>
          </a:p>
          <a:p>
            <a:pPr>
              <a:spcBef>
                <a:spcPts val="600"/>
              </a:spcBef>
              <a:buClr>
                <a:srgbClr val="727CA3"/>
              </a:buClr>
              <a:buSzPct val="76000"/>
              <a:buFont typeface="Wingdings 3" pitchFamily="16" charset="2"/>
              <a:buNone/>
              <a:defRPr/>
            </a:pPr>
            <a:endParaRPr lang="en-US" sz="2800" i="1" u="sng" dirty="0" smtClean="0">
              <a:effectLst>
                <a:outerShdw blurRad="38100" dist="38100" dir="2700000" algn="tl">
                  <a:srgbClr val="C0C0C0"/>
                </a:outerShdw>
              </a:effectLst>
              <a:latin typeface="Times New Roman" pitchFamily="16" charset="0"/>
            </a:endParaRPr>
          </a:p>
        </p:txBody>
      </p:sp>
    </p:spTree>
    <p:extLst>
      <p:ext uri="{BB962C8B-B14F-4D97-AF65-F5344CB8AC3E}">
        <p14:creationId xmlns:p14="http://schemas.microsoft.com/office/powerpoint/2010/main" val="30646851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a:solidFill>
                  <a:srgbClr val="464653"/>
                </a:solidFill>
              </a:rPr>
              <a:t>SPI</a:t>
            </a:r>
            <a:r>
              <a:rPr lang="en-US" sz="3200" dirty="0" smtClean="0">
                <a:solidFill>
                  <a:srgbClr val="464653"/>
                </a:solidFill>
              </a:rPr>
              <a:t> </a:t>
            </a:r>
            <a:r>
              <a:rPr lang="zh-CN" altLang="en-US" sz="3200" dirty="0" smtClean="0">
                <a:solidFill>
                  <a:srgbClr val="464653"/>
                </a:solidFill>
              </a:rPr>
              <a:t>设备驱动（</a:t>
            </a:r>
            <a:r>
              <a:rPr lang="en-US" altLang="zh-CN" sz="3200" dirty="0" err="1" smtClean="0">
                <a:solidFill>
                  <a:srgbClr val="464653"/>
                </a:solidFill>
              </a:rPr>
              <a:t>cont</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83568" y="1268760"/>
            <a:ext cx="7704856" cy="4924425"/>
          </a:xfrm>
          <a:prstGeom prst="rect">
            <a:avLst/>
          </a:prstGeom>
        </p:spPr>
        <p:txBody>
          <a:bodyPr wrap="square">
            <a:spAutoFit/>
          </a:bodyPr>
          <a:lstStyle/>
          <a:p>
            <a:pPr marL="271463" indent="-271463" eaLnBrk="1" hangingPunct="1">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a:solidFill>
                  <a:srgbClr val="000000"/>
                </a:solidFill>
                <a:latin typeface="Times New Roman" pitchFamily="16" charset="0"/>
                <a:ea typeface="宋体" charset="-122"/>
              </a:rPr>
              <a:t>SPI</a:t>
            </a:r>
            <a:r>
              <a:rPr lang="zh-CN" altLang="en-US" sz="2800" dirty="0" smtClean="0">
                <a:solidFill>
                  <a:srgbClr val="000000"/>
                </a:solidFill>
                <a:latin typeface="Times New Roman" pitchFamily="16" charset="0"/>
                <a:ea typeface="宋体" charset="-122"/>
              </a:rPr>
              <a:t>设备板级信息</a:t>
            </a:r>
            <a:endParaRPr lang="en-US" altLang="zh-CN" sz="2800" dirty="0">
              <a:solidFill>
                <a:srgbClr val="000000"/>
              </a:solidFill>
              <a:latin typeface="Times New Roman" pitchFamily="16" charset="0"/>
              <a:ea typeface="宋体" charset="-122"/>
            </a:endParaRPr>
          </a:p>
          <a:p>
            <a:pPr marL="0" lvl="1">
              <a:spcBef>
                <a:spcPts val="600"/>
              </a:spcBef>
              <a:buClr>
                <a:srgbClr val="727CA3"/>
              </a:buClr>
              <a:buSzPct val="76000"/>
            </a:pP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spi_board_info</a:t>
            </a:r>
            <a:r>
              <a:rPr lang="en-US" altLang="zh-CN" dirty="0">
                <a:solidFill>
                  <a:srgbClr val="000000"/>
                </a:solidFill>
                <a:latin typeface="Times New Roman" pitchFamily="16" charset="0"/>
              </a:rPr>
              <a:t> {</a:t>
            </a:r>
            <a:endParaRPr lang="zh-CN" altLang="en-US" dirty="0">
              <a:solidFill>
                <a:srgbClr val="000000"/>
              </a:solidFill>
              <a:latin typeface="Times New Roman" pitchFamily="16" charset="0"/>
            </a:endParaRP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char	</a:t>
            </a: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modalias</a:t>
            </a:r>
            <a:r>
              <a:rPr lang="en-US" altLang="zh-CN" dirty="0">
                <a:solidFill>
                  <a:srgbClr val="000000"/>
                </a:solidFill>
                <a:latin typeface="Times New Roman" pitchFamily="16" charset="0"/>
              </a:rPr>
              <a:t>[SPI_NAME_SIZE];</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const</a:t>
            </a:r>
            <a:r>
              <a:rPr lang="en-US" altLang="zh-CN" dirty="0">
                <a:solidFill>
                  <a:srgbClr val="000000"/>
                </a:solidFill>
                <a:latin typeface="Times New Roman" pitchFamily="16" charset="0"/>
              </a:rPr>
              <a:t> void	</a:t>
            </a: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a:t>
            </a:r>
            <a:r>
              <a:rPr lang="en-US" altLang="zh-CN" dirty="0" err="1">
                <a:solidFill>
                  <a:srgbClr val="000000"/>
                </a:solidFill>
                <a:latin typeface="Times New Roman" pitchFamily="16" charset="0"/>
              </a:rPr>
              <a:t>platform_data</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void	</a:t>
            </a: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a:t>
            </a:r>
            <a:r>
              <a:rPr lang="en-US" altLang="zh-CN" dirty="0" err="1">
                <a:solidFill>
                  <a:srgbClr val="000000"/>
                </a:solidFill>
                <a:latin typeface="Times New Roman" pitchFamily="16" charset="0"/>
              </a:rPr>
              <a:t>controller_data</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int</a:t>
            </a:r>
            <a:r>
              <a:rPr lang="en-US" altLang="zh-CN" dirty="0">
                <a:solidFill>
                  <a:srgbClr val="000000"/>
                </a:solidFill>
                <a:latin typeface="Times New Roman" pitchFamily="16" charset="0"/>
              </a:rPr>
              <a:t>	</a:t>
            </a: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irq</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u32	</a:t>
            </a: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max_speed_hz</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u16	</a:t>
            </a: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bus_num</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u16	</a:t>
            </a: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chip_select</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u8	</a:t>
            </a: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mode;</a:t>
            </a:r>
          </a:p>
          <a:p>
            <a:pPr marL="0" lvl="1">
              <a:spcBef>
                <a:spcPts val="600"/>
              </a:spcBef>
              <a:buClr>
                <a:srgbClr val="727CA3"/>
              </a:buClr>
              <a:buSzPct val="76000"/>
            </a:pPr>
            <a:r>
              <a:rPr lang="en-US" altLang="zh-CN" dirty="0" smtClean="0">
                <a:solidFill>
                  <a:srgbClr val="000000"/>
                </a:solidFill>
                <a:latin typeface="Times New Roman" pitchFamily="16" charset="0"/>
              </a:rPr>
              <a:t>};</a:t>
            </a:r>
          </a:p>
          <a:p>
            <a:pPr marL="271463" lvl="1"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a:solidFill>
                  <a:srgbClr val="000000"/>
                </a:solidFill>
                <a:latin typeface="Times New Roman" pitchFamily="16" charset="0"/>
                <a:ea typeface="宋体" charset="-122"/>
              </a:rPr>
              <a:t>SPI</a:t>
            </a:r>
            <a:r>
              <a:rPr lang="zh-CN" altLang="en-US" sz="2800" dirty="0" smtClean="0">
                <a:solidFill>
                  <a:srgbClr val="000000"/>
                </a:solidFill>
                <a:latin typeface="Times New Roman" pitchFamily="16" charset="0"/>
                <a:ea typeface="宋体" charset="-122"/>
              </a:rPr>
              <a:t>设备板级信息注册</a:t>
            </a:r>
            <a:endParaRPr lang="en-US" altLang="zh-CN" sz="2800" dirty="0">
              <a:solidFill>
                <a:srgbClr val="000000"/>
              </a:solidFill>
              <a:latin typeface="Times New Roman" pitchFamily="16" charset="0"/>
              <a:ea typeface="宋体" charset="-122"/>
            </a:endParaRPr>
          </a:p>
          <a:p>
            <a:pPr marL="0" lvl="1">
              <a:spcBef>
                <a:spcPts val="600"/>
              </a:spcBef>
              <a:buClr>
                <a:srgbClr val="727CA3"/>
              </a:buClr>
              <a:buSzPct val="76000"/>
            </a:pPr>
            <a:r>
              <a:rPr lang="en-US" altLang="zh-CN" dirty="0" err="1">
                <a:solidFill>
                  <a:srgbClr val="000000"/>
                </a:solidFill>
                <a:latin typeface="Times New Roman" pitchFamily="16" charset="0"/>
              </a:rPr>
              <a:t>i</a:t>
            </a:r>
            <a:r>
              <a:rPr lang="en-US" altLang="zh-CN" dirty="0" err="1" smtClean="0">
                <a:solidFill>
                  <a:srgbClr val="000000"/>
                </a:solidFill>
                <a:latin typeface="Times New Roman" pitchFamily="16" charset="0"/>
              </a:rPr>
              <a:t>nt</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spi_register_board_info</a:t>
            </a:r>
            <a:r>
              <a:rPr lang="en-US" altLang="zh-CN" dirty="0" smtClean="0">
                <a:solidFill>
                  <a:srgbClr val="000000"/>
                </a:solidFill>
                <a:latin typeface="Times New Roman" pitchFamily="16" charset="0"/>
              </a:rPr>
              <a:t>(</a:t>
            </a:r>
            <a:r>
              <a:rPr lang="en-US" altLang="zh-CN" dirty="0" err="1" smtClean="0">
                <a:solidFill>
                  <a:srgbClr val="000000"/>
                </a:solidFill>
                <a:latin typeface="Times New Roman" pitchFamily="16" charset="0"/>
              </a:rPr>
              <a:t>struct</a:t>
            </a:r>
            <a:r>
              <a:rPr lang="en-US" altLang="zh-CN" dirty="0" smtClean="0">
                <a:solidFill>
                  <a:srgbClr val="000000"/>
                </a:solidFill>
                <a:latin typeface="Times New Roman" pitchFamily="16" charset="0"/>
              </a:rPr>
              <a:t> </a:t>
            </a:r>
            <a:r>
              <a:rPr lang="en-US" altLang="zh-CN" dirty="0" err="1">
                <a:solidFill>
                  <a:srgbClr val="000000"/>
                </a:solidFill>
                <a:latin typeface="Times New Roman" pitchFamily="16" charset="0"/>
              </a:rPr>
              <a:t>spi_board_info</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const</a:t>
            </a:r>
            <a:r>
              <a:rPr lang="en-US" altLang="zh-CN" dirty="0">
                <a:solidFill>
                  <a:srgbClr val="000000"/>
                </a:solidFill>
                <a:latin typeface="Times New Roman" pitchFamily="16" charset="0"/>
              </a:rPr>
              <a:t> *info, unsigned n);</a:t>
            </a:r>
          </a:p>
        </p:txBody>
      </p:sp>
    </p:spTree>
    <p:extLst>
      <p:ext uri="{BB962C8B-B14F-4D97-AF65-F5344CB8AC3E}">
        <p14:creationId xmlns:p14="http://schemas.microsoft.com/office/powerpoint/2010/main" val="65520414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a:solidFill>
                  <a:srgbClr val="464653"/>
                </a:solidFill>
              </a:rPr>
              <a:t>SPI</a:t>
            </a:r>
            <a:r>
              <a:rPr lang="en-US" sz="3200" dirty="0" smtClean="0">
                <a:solidFill>
                  <a:srgbClr val="464653"/>
                </a:solidFill>
              </a:rPr>
              <a:t> </a:t>
            </a:r>
            <a:r>
              <a:rPr lang="zh-CN" altLang="en-US" sz="3200" dirty="0" smtClean="0">
                <a:solidFill>
                  <a:srgbClr val="464653"/>
                </a:solidFill>
              </a:rPr>
              <a:t>设备驱动（</a:t>
            </a:r>
            <a:r>
              <a:rPr lang="en-US" altLang="zh-CN" sz="3200" dirty="0" err="1" smtClean="0">
                <a:solidFill>
                  <a:srgbClr val="464653"/>
                </a:solidFill>
              </a:rPr>
              <a:t>cont</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83568" y="1268760"/>
            <a:ext cx="7704856" cy="523220"/>
          </a:xfrm>
          <a:prstGeom prst="rect">
            <a:avLst/>
          </a:prstGeom>
        </p:spPr>
        <p:txBody>
          <a:bodyPr wrap="square">
            <a:spAutoFit/>
          </a:bodyPr>
          <a:lstStyle/>
          <a:p>
            <a:pPr marL="271463"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a:solidFill>
                  <a:srgbClr val="000000"/>
                </a:solidFill>
                <a:latin typeface="Times New Roman" pitchFamily="16" charset="0"/>
                <a:ea typeface="宋体" charset="-122"/>
              </a:rPr>
              <a:t>SPI</a:t>
            </a:r>
            <a:r>
              <a:rPr lang="zh-CN" altLang="en-US" sz="2800" dirty="0">
                <a:solidFill>
                  <a:srgbClr val="000000"/>
                </a:solidFill>
                <a:latin typeface="Times New Roman" pitchFamily="16" charset="0"/>
                <a:ea typeface="宋体" charset="-122"/>
              </a:rPr>
              <a:t>设备注册</a:t>
            </a:r>
            <a:endParaRPr lang="en-US" altLang="zh-CN" sz="2800" dirty="0">
              <a:solidFill>
                <a:srgbClr val="000000"/>
              </a:solidFill>
              <a:latin typeface="Times New Roman" pitchFamily="16" charset="0"/>
              <a:ea typeface="宋体" charset="-122"/>
            </a:endParaRPr>
          </a:p>
        </p:txBody>
      </p:sp>
      <p:pic>
        <p:nvPicPr>
          <p:cNvPr id="646145" name="Picture 1" descr="C:\Documents and Settings\Administrator\Application Data\Tencent\Users\461263722\QQ\WinTemp\RichOle\2MQO`YR[Y_5@B{851{AG%2V.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232" y="1844824"/>
            <a:ext cx="7931224" cy="376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31300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a:solidFill>
                  <a:srgbClr val="464653"/>
                </a:solidFill>
              </a:rPr>
              <a:t>SPI</a:t>
            </a:r>
            <a:r>
              <a:rPr lang="en-US" sz="3200" dirty="0" smtClean="0">
                <a:solidFill>
                  <a:srgbClr val="464653"/>
                </a:solidFill>
              </a:rPr>
              <a:t> </a:t>
            </a:r>
            <a:r>
              <a:rPr lang="zh-CN" altLang="en-US" sz="3200" dirty="0" smtClean="0">
                <a:solidFill>
                  <a:srgbClr val="464653"/>
                </a:solidFill>
              </a:rPr>
              <a:t>设备驱动（</a:t>
            </a:r>
            <a:r>
              <a:rPr lang="en-US" altLang="zh-CN" sz="3200" dirty="0" err="1" smtClean="0">
                <a:solidFill>
                  <a:srgbClr val="464653"/>
                </a:solidFill>
              </a:rPr>
              <a:t>cont</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83568" y="1268760"/>
            <a:ext cx="7704856" cy="4770537"/>
          </a:xfrm>
          <a:prstGeom prst="rect">
            <a:avLst/>
          </a:prstGeom>
        </p:spPr>
        <p:txBody>
          <a:bodyPr wrap="square">
            <a:spAutoFit/>
          </a:bodyPr>
          <a:lstStyle/>
          <a:p>
            <a:pPr marL="271463" indent="-271463" eaLnBrk="1" hangingPunct="1">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smtClean="0">
                <a:solidFill>
                  <a:srgbClr val="000000"/>
                </a:solidFill>
                <a:latin typeface="Times New Roman" pitchFamily="16" charset="0"/>
                <a:ea typeface="宋体" charset="-122"/>
              </a:rPr>
              <a:t>SPI</a:t>
            </a:r>
            <a:r>
              <a:rPr lang="zh-CN" altLang="en-US" sz="2800" dirty="0" smtClean="0">
                <a:solidFill>
                  <a:srgbClr val="000000"/>
                </a:solidFill>
                <a:latin typeface="Times New Roman" pitchFamily="16" charset="0"/>
                <a:ea typeface="宋体" charset="-122"/>
              </a:rPr>
              <a:t>从设备结构体</a:t>
            </a:r>
            <a:endParaRPr lang="en-US" altLang="zh-CN" sz="2800" dirty="0">
              <a:solidFill>
                <a:srgbClr val="000000"/>
              </a:solidFill>
              <a:latin typeface="Times New Roman" pitchFamily="16" charset="0"/>
              <a:ea typeface="宋体" charset="-122"/>
            </a:endParaRPr>
          </a:p>
          <a:p>
            <a:pPr marL="0" lvl="1">
              <a:spcBef>
                <a:spcPts val="600"/>
              </a:spcBef>
              <a:buClr>
                <a:srgbClr val="727CA3"/>
              </a:buClr>
              <a:buSzPct val="76000"/>
            </a:pP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spi_device</a:t>
            </a:r>
            <a:r>
              <a:rPr lang="en-US" altLang="zh-CN" dirty="0">
                <a:solidFill>
                  <a:srgbClr val="000000"/>
                </a:solidFill>
                <a:latin typeface="Times New Roman" pitchFamily="16" charset="0"/>
              </a:rPr>
              <a:t> {</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device		</a:t>
            </a:r>
            <a:r>
              <a:rPr lang="en-US" altLang="zh-CN" dirty="0" err="1">
                <a:solidFill>
                  <a:srgbClr val="000000"/>
                </a:solidFill>
                <a:latin typeface="Times New Roman" pitchFamily="16" charset="0"/>
              </a:rPr>
              <a:t>dev</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spi_master</a:t>
            </a:r>
            <a:r>
              <a:rPr lang="en-US" altLang="zh-CN" dirty="0">
                <a:solidFill>
                  <a:srgbClr val="000000"/>
                </a:solidFill>
                <a:latin typeface="Times New Roman" pitchFamily="16" charset="0"/>
              </a:rPr>
              <a:t>	</a:t>
            </a:r>
            <a:r>
              <a:rPr lang="en-US" altLang="zh-CN" dirty="0" smtClean="0">
                <a:solidFill>
                  <a:srgbClr val="000000"/>
                </a:solidFill>
                <a:latin typeface="Times New Roman" pitchFamily="16" charset="0"/>
              </a:rPr>
              <a:t>	*</a:t>
            </a:r>
            <a:r>
              <a:rPr lang="en-US" altLang="zh-CN" dirty="0">
                <a:solidFill>
                  <a:srgbClr val="000000"/>
                </a:solidFill>
                <a:latin typeface="Times New Roman" pitchFamily="16" charset="0"/>
              </a:rPr>
              <a:t>master;</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u32			</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max_speed_hz</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u8			</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chip_select</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u8			</a:t>
            </a:r>
            <a:r>
              <a:rPr lang="en-US" altLang="zh-CN" dirty="0" smtClean="0">
                <a:solidFill>
                  <a:srgbClr val="000000"/>
                </a:solidFill>
                <a:latin typeface="Times New Roman" pitchFamily="16" charset="0"/>
              </a:rPr>
              <a:t>	mode</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u8			</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bits_per_word</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int</a:t>
            </a:r>
            <a:r>
              <a:rPr lang="en-US" altLang="zh-CN" dirty="0">
                <a:solidFill>
                  <a:srgbClr val="000000"/>
                </a:solidFill>
                <a:latin typeface="Times New Roman" pitchFamily="16" charset="0"/>
              </a:rPr>
              <a:t>			</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irq</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void		</a:t>
            </a:r>
            <a:r>
              <a:rPr lang="en-US" altLang="zh-CN" dirty="0" smtClean="0">
                <a:solidFill>
                  <a:srgbClr val="000000"/>
                </a:solidFill>
                <a:latin typeface="Times New Roman" pitchFamily="16" charset="0"/>
              </a:rPr>
              <a:t>		*</a:t>
            </a:r>
            <a:r>
              <a:rPr lang="en-US" altLang="zh-CN" dirty="0" err="1">
                <a:solidFill>
                  <a:srgbClr val="000000"/>
                </a:solidFill>
                <a:latin typeface="Times New Roman" pitchFamily="16" charset="0"/>
              </a:rPr>
              <a:t>controller_state</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void			</a:t>
            </a:r>
            <a:r>
              <a:rPr lang="en-US" altLang="zh-CN" dirty="0" smtClean="0">
                <a:solidFill>
                  <a:srgbClr val="000000"/>
                </a:solidFill>
                <a:latin typeface="Times New Roman" pitchFamily="16" charset="0"/>
              </a:rPr>
              <a:t>	*</a:t>
            </a:r>
            <a:r>
              <a:rPr lang="en-US" altLang="zh-CN" dirty="0" err="1">
                <a:solidFill>
                  <a:srgbClr val="000000"/>
                </a:solidFill>
                <a:latin typeface="Times New Roman" pitchFamily="16" charset="0"/>
              </a:rPr>
              <a:t>controller_data</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char		</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modalias</a:t>
            </a:r>
            <a:r>
              <a:rPr lang="en-US" altLang="zh-CN" dirty="0" smtClean="0">
                <a:solidFill>
                  <a:srgbClr val="000000"/>
                </a:solidFill>
                <a:latin typeface="Times New Roman" pitchFamily="16" charset="0"/>
              </a:rPr>
              <a:t>[SPI_NAME_SIZE</a:t>
            </a:r>
            <a:r>
              <a:rPr lang="en-US" altLang="zh-CN" dirty="0">
                <a:solidFill>
                  <a:srgbClr val="000000"/>
                </a:solidFill>
                <a:latin typeface="Times New Roman" pitchFamily="16" charset="0"/>
              </a:rPr>
              <a:t>];</a:t>
            </a:r>
          </a:p>
          <a:p>
            <a:pPr marL="0" lvl="1">
              <a:spcBef>
                <a:spcPts val="600"/>
              </a:spcBef>
              <a:buClr>
                <a:srgbClr val="727CA3"/>
              </a:buClr>
              <a:buSzPct val="76000"/>
            </a:pPr>
            <a:r>
              <a:rPr lang="en-US" altLang="zh-CN" dirty="0">
                <a:solidFill>
                  <a:srgbClr val="000000"/>
                </a:solidFill>
                <a:latin typeface="Times New Roman" pitchFamily="16" charset="0"/>
              </a:rPr>
              <a:t>};</a:t>
            </a:r>
          </a:p>
        </p:txBody>
      </p:sp>
    </p:spTree>
    <p:extLst>
      <p:ext uri="{BB962C8B-B14F-4D97-AF65-F5344CB8AC3E}">
        <p14:creationId xmlns:p14="http://schemas.microsoft.com/office/powerpoint/2010/main" val="216008957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a:solidFill>
                  <a:srgbClr val="464653"/>
                </a:solidFill>
              </a:rPr>
              <a:t>SPI</a:t>
            </a:r>
            <a:r>
              <a:rPr lang="en-US" sz="3200" dirty="0" smtClean="0">
                <a:solidFill>
                  <a:srgbClr val="464653"/>
                </a:solidFill>
              </a:rPr>
              <a:t> </a:t>
            </a:r>
            <a:r>
              <a:rPr lang="zh-CN" altLang="en-US" sz="3200" dirty="0" smtClean="0">
                <a:solidFill>
                  <a:srgbClr val="464653"/>
                </a:solidFill>
              </a:rPr>
              <a:t>设备驱动</a:t>
            </a:r>
            <a:endParaRPr lang="en-US" sz="3200" dirty="0">
              <a:solidFill>
                <a:srgbClr val="464653"/>
              </a:solidFill>
            </a:endParaRPr>
          </a:p>
        </p:txBody>
      </p:sp>
      <p:sp>
        <p:nvSpPr>
          <p:cNvPr id="2" name="矩形 1"/>
          <p:cNvSpPr/>
          <p:nvPr/>
        </p:nvSpPr>
        <p:spPr>
          <a:xfrm>
            <a:off x="683568" y="1268760"/>
            <a:ext cx="7704856" cy="4570482"/>
          </a:xfrm>
          <a:prstGeom prst="rect">
            <a:avLst/>
          </a:prstGeom>
        </p:spPr>
        <p:txBody>
          <a:bodyPr wrap="square">
            <a:spAutoFit/>
          </a:bodyPr>
          <a:lstStyle/>
          <a:p>
            <a:pPr marL="271463" lvl="1" indent="-271463" eaLnBrk="1" hangingPunct="1">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err="1">
                <a:solidFill>
                  <a:srgbClr val="000000"/>
                </a:solidFill>
                <a:latin typeface="Times New Roman" pitchFamily="16" charset="0"/>
                <a:ea typeface="宋体" charset="-122"/>
              </a:rPr>
              <a:t>spi</a:t>
            </a:r>
            <a:r>
              <a:rPr lang="en-US" altLang="zh-CN" sz="2800" dirty="0">
                <a:solidFill>
                  <a:srgbClr val="000000"/>
                </a:solidFill>
                <a:latin typeface="Times New Roman" pitchFamily="16" charset="0"/>
                <a:ea typeface="宋体" charset="-122"/>
              </a:rPr>
              <a:t> </a:t>
            </a:r>
            <a:r>
              <a:rPr lang="zh-CN" altLang="en-US" sz="2800" dirty="0">
                <a:solidFill>
                  <a:srgbClr val="000000"/>
                </a:solidFill>
                <a:latin typeface="Times New Roman" pitchFamily="16" charset="0"/>
                <a:ea typeface="宋体" charset="-122"/>
              </a:rPr>
              <a:t>设备驱动相关结构体</a:t>
            </a:r>
            <a:endParaRPr lang="en-US" altLang="zh-CN" sz="2800" dirty="0">
              <a:solidFill>
                <a:srgbClr val="000000"/>
              </a:solidFill>
              <a:latin typeface="Times New Roman" pitchFamily="16" charset="0"/>
              <a:ea typeface="宋体" charset="-122"/>
            </a:endParaRPr>
          </a:p>
          <a:p>
            <a:pPr marL="0" lvl="1">
              <a:spcBef>
                <a:spcPts val="600"/>
              </a:spcBef>
              <a:buClr>
                <a:srgbClr val="727CA3"/>
              </a:buClr>
              <a:buSzPct val="76000"/>
            </a:pP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spi_driver</a:t>
            </a:r>
            <a:r>
              <a:rPr lang="en-US" altLang="zh-CN" dirty="0">
                <a:solidFill>
                  <a:srgbClr val="000000"/>
                </a:solidFill>
                <a:latin typeface="Times New Roman" pitchFamily="16" charset="0"/>
              </a:rPr>
              <a:t> {</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const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spi_device_id</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id_table</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int</a:t>
            </a:r>
            <a:r>
              <a:rPr lang="en-US" altLang="zh-CN" dirty="0">
                <a:solidFill>
                  <a:srgbClr val="000000"/>
                </a:solidFill>
                <a:latin typeface="Times New Roman" pitchFamily="16" charset="0"/>
              </a:rPr>
              <a:t> </a:t>
            </a: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(*probe)(</a:t>
            </a: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spi_device</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int</a:t>
            </a:r>
            <a:r>
              <a:rPr lang="en-US" altLang="zh-CN" dirty="0">
                <a:solidFill>
                  <a:srgbClr val="000000"/>
                </a:solidFill>
                <a:latin typeface="Times New Roman" pitchFamily="16" charset="0"/>
              </a:rPr>
              <a:t> </a:t>
            </a: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(*remove)(</a:t>
            </a: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spi_device</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void (*shutdown)(</a:t>
            </a: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spi_device</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fr-FR" altLang="zh-CN" dirty="0">
                <a:solidFill>
                  <a:srgbClr val="000000"/>
                </a:solidFill>
                <a:latin typeface="Times New Roman" pitchFamily="16" charset="0"/>
              </a:rPr>
              <a:t>int (*suspend)(struct spi_device *spi, pm_message_t mesg);</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int</a:t>
            </a:r>
            <a:r>
              <a:rPr lang="en-US" altLang="zh-CN" dirty="0">
                <a:solidFill>
                  <a:srgbClr val="000000"/>
                </a:solidFill>
                <a:latin typeface="Times New Roman" pitchFamily="16" charset="0"/>
              </a:rPr>
              <a:t> (*resume)(</a:t>
            </a: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spi_device</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chemeClr val="tx1"/>
                </a:solidFill>
                <a:latin typeface="Times New Roman" pitchFamily="16" charset="0"/>
              </a:rPr>
              <a:t>    </a:t>
            </a:r>
            <a:r>
              <a:rPr lang="en-US" altLang="zh-CN" dirty="0" err="1">
                <a:solidFill>
                  <a:schemeClr val="tx1"/>
                </a:solidFill>
                <a:latin typeface="Times New Roman" pitchFamily="16" charset="0"/>
              </a:rPr>
              <a:t>struct</a:t>
            </a:r>
            <a:r>
              <a:rPr lang="en-US" altLang="zh-CN" dirty="0">
                <a:solidFill>
                  <a:schemeClr val="tx1"/>
                </a:solidFill>
                <a:latin typeface="Times New Roman" pitchFamily="16" charset="0"/>
              </a:rPr>
              <a:t> </a:t>
            </a:r>
            <a:r>
              <a:rPr lang="en-US" altLang="zh-CN" dirty="0" err="1">
                <a:solidFill>
                  <a:schemeClr val="tx1"/>
                </a:solidFill>
                <a:latin typeface="Times New Roman" pitchFamily="16" charset="0"/>
              </a:rPr>
              <a:t>device_driver</a:t>
            </a:r>
            <a:r>
              <a:rPr lang="en-US" altLang="zh-CN" dirty="0">
                <a:solidFill>
                  <a:schemeClr val="tx1"/>
                </a:solidFill>
                <a:latin typeface="Times New Roman" pitchFamily="16" charset="0"/>
              </a:rPr>
              <a:t>	driver</a:t>
            </a:r>
            <a:r>
              <a:rPr lang="en-US" altLang="zh-CN" dirty="0" smtClean="0">
                <a:solidFill>
                  <a:schemeClr val="tx1"/>
                </a:solidFill>
              </a:rPr>
              <a:t>;</a:t>
            </a:r>
          </a:p>
          <a:p>
            <a:pPr marL="0" lvl="1">
              <a:spcBef>
                <a:spcPts val="600"/>
              </a:spcBef>
              <a:buClr>
                <a:srgbClr val="727CA3"/>
              </a:buClr>
              <a:buSzPct val="76000"/>
            </a:pPr>
            <a:r>
              <a:rPr lang="en-US" altLang="zh-CN" dirty="0" smtClean="0">
                <a:solidFill>
                  <a:schemeClr val="tx1"/>
                </a:solidFill>
              </a:rPr>
              <a:t>}</a:t>
            </a:r>
            <a:endParaRPr lang="en-US" altLang="zh-CN" dirty="0">
              <a:solidFill>
                <a:schemeClr val="tx1"/>
              </a:solidFill>
            </a:endParaRPr>
          </a:p>
          <a:p>
            <a:pPr marL="271463" lvl="1"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zh-CN" altLang="en-US" sz="2800" dirty="0">
                <a:solidFill>
                  <a:srgbClr val="000000"/>
                </a:solidFill>
                <a:latin typeface="Times New Roman" pitchFamily="16" charset="0"/>
                <a:ea typeface="宋体" charset="-122"/>
              </a:rPr>
              <a:t>驱动注册</a:t>
            </a:r>
            <a:endParaRPr lang="en-US" altLang="zh-CN" sz="2800" dirty="0">
              <a:solidFill>
                <a:srgbClr val="000000"/>
              </a:solidFill>
              <a:latin typeface="Times New Roman" pitchFamily="16" charset="0"/>
              <a:ea typeface="宋体" charset="-122"/>
            </a:endParaRPr>
          </a:p>
          <a:p>
            <a:pPr marL="0" lvl="1">
              <a:spcBef>
                <a:spcPts val="600"/>
              </a:spcBef>
              <a:buClr>
                <a:srgbClr val="727CA3"/>
              </a:buClr>
              <a:buSzPct val="76000"/>
            </a:pPr>
            <a:r>
              <a:rPr lang="en-US" altLang="zh-CN" dirty="0" err="1" smtClean="0">
                <a:solidFill>
                  <a:srgbClr val="000000"/>
                </a:solidFill>
                <a:latin typeface="Times New Roman" pitchFamily="16" charset="0"/>
              </a:rPr>
              <a:t>int</a:t>
            </a:r>
            <a:r>
              <a:rPr lang="en-US" altLang="zh-CN" dirty="0" smtClean="0">
                <a:solidFill>
                  <a:srgbClr val="000000"/>
                </a:solidFill>
                <a:latin typeface="Times New Roman" pitchFamily="16" charset="0"/>
              </a:rPr>
              <a:t> </a:t>
            </a:r>
            <a:r>
              <a:rPr lang="en-US" altLang="zh-CN" dirty="0" err="1">
                <a:solidFill>
                  <a:srgbClr val="000000"/>
                </a:solidFill>
                <a:latin typeface="Times New Roman" pitchFamily="16" charset="0"/>
              </a:rPr>
              <a:t>spi_register_driver</a:t>
            </a:r>
            <a:r>
              <a:rPr lang="en-US" altLang="zh-CN" dirty="0">
                <a:solidFill>
                  <a:srgbClr val="000000"/>
                </a:solidFill>
                <a:latin typeface="Times New Roman" pitchFamily="16" charset="0"/>
              </a:rPr>
              <a:t>(</a:t>
            </a: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spi_driver</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sdrv</a:t>
            </a:r>
            <a:r>
              <a:rPr lang="en-US" altLang="zh-CN" dirty="0">
                <a:solidFill>
                  <a:srgbClr val="000000"/>
                </a:solidFill>
                <a:latin typeface="Times New Roman" pitchFamily="16" charset="0"/>
              </a:rPr>
              <a:t>);</a:t>
            </a:r>
          </a:p>
        </p:txBody>
      </p:sp>
    </p:spTree>
    <p:extLst>
      <p:ext uri="{BB962C8B-B14F-4D97-AF65-F5344CB8AC3E}">
        <p14:creationId xmlns:p14="http://schemas.microsoft.com/office/powerpoint/2010/main" val="287329432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a:solidFill>
                  <a:srgbClr val="464653"/>
                </a:solidFill>
              </a:rPr>
              <a:t>SPI</a:t>
            </a:r>
            <a:r>
              <a:rPr lang="en-US" sz="3200" dirty="0" smtClean="0">
                <a:solidFill>
                  <a:srgbClr val="464653"/>
                </a:solidFill>
              </a:rPr>
              <a:t> </a:t>
            </a:r>
            <a:r>
              <a:rPr lang="zh-CN" altLang="en-US" sz="3200" dirty="0" smtClean="0">
                <a:solidFill>
                  <a:srgbClr val="464653"/>
                </a:solidFill>
              </a:rPr>
              <a:t>设备驱动（</a:t>
            </a:r>
            <a:r>
              <a:rPr lang="en-US" altLang="zh-CN" sz="3200" dirty="0" err="1" smtClean="0">
                <a:solidFill>
                  <a:srgbClr val="464653"/>
                </a:solidFill>
              </a:rPr>
              <a:t>cont</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83568" y="1268760"/>
            <a:ext cx="3528392" cy="4770537"/>
          </a:xfrm>
          <a:prstGeom prst="rect">
            <a:avLst/>
          </a:prstGeom>
        </p:spPr>
        <p:txBody>
          <a:bodyPr wrap="square">
            <a:spAutoFit/>
          </a:bodyPr>
          <a:lstStyle/>
          <a:p>
            <a:pPr marL="271463" indent="-271463" eaLnBrk="1" hangingPunct="1">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a:solidFill>
                  <a:srgbClr val="000000"/>
                </a:solidFill>
                <a:latin typeface="Times New Roman" pitchFamily="16" charset="0"/>
                <a:ea typeface="宋体" charset="-122"/>
              </a:rPr>
              <a:t>SPI</a:t>
            </a:r>
            <a:r>
              <a:rPr lang="zh-CN" altLang="en-US" sz="2800" dirty="0">
                <a:solidFill>
                  <a:srgbClr val="000000"/>
                </a:solidFill>
                <a:latin typeface="Times New Roman" pitchFamily="16" charset="0"/>
                <a:ea typeface="宋体" charset="-122"/>
              </a:rPr>
              <a:t>消息相关结构体</a:t>
            </a:r>
            <a:endParaRPr lang="en-US" altLang="zh-CN" sz="2800" dirty="0">
              <a:solidFill>
                <a:srgbClr val="000000"/>
              </a:solidFill>
              <a:latin typeface="Times New Roman" pitchFamily="16" charset="0"/>
              <a:ea typeface="宋体" charset="-122"/>
            </a:endParaRPr>
          </a:p>
          <a:p>
            <a:pPr marL="0" lvl="1">
              <a:spcBef>
                <a:spcPts val="600"/>
              </a:spcBef>
              <a:buClr>
                <a:srgbClr val="727CA3"/>
              </a:buClr>
              <a:buSzPct val="76000"/>
            </a:pP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spi_transfer</a:t>
            </a:r>
            <a:r>
              <a:rPr lang="en-US" altLang="zh-CN" dirty="0">
                <a:solidFill>
                  <a:srgbClr val="000000"/>
                </a:solidFill>
                <a:latin typeface="Times New Roman" pitchFamily="16" charset="0"/>
              </a:rPr>
              <a:t> {</a:t>
            </a:r>
            <a:endParaRPr lang="zh-CN" altLang="en-US" dirty="0">
              <a:solidFill>
                <a:srgbClr val="000000"/>
              </a:solidFill>
              <a:latin typeface="Times New Roman" pitchFamily="16" charset="0"/>
            </a:endParaRP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const</a:t>
            </a:r>
            <a:r>
              <a:rPr lang="en-US" altLang="zh-CN" dirty="0">
                <a:solidFill>
                  <a:srgbClr val="000000"/>
                </a:solidFill>
                <a:latin typeface="Times New Roman" pitchFamily="16" charset="0"/>
              </a:rPr>
              <a:t> void	</a:t>
            </a: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a:t>
            </a:r>
            <a:r>
              <a:rPr lang="en-US" altLang="zh-CN" dirty="0" err="1">
                <a:solidFill>
                  <a:srgbClr val="000000"/>
                </a:solidFill>
                <a:latin typeface="Times New Roman" pitchFamily="16" charset="0"/>
              </a:rPr>
              <a:t>tx_buf</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void	</a:t>
            </a:r>
            <a:r>
              <a:rPr lang="zh-CN" altLang="en-US" dirty="0">
                <a:solidFill>
                  <a:srgbClr val="000000"/>
                </a:solidFill>
                <a:latin typeface="Times New Roman" pitchFamily="16" charset="0"/>
              </a:rPr>
              <a:t>          </a:t>
            </a:r>
            <a:r>
              <a:rPr lang="en-US" altLang="zh-CN" dirty="0" smtClean="0">
                <a:solidFill>
                  <a:srgbClr val="000000"/>
                </a:solidFill>
                <a:latin typeface="Times New Roman" pitchFamily="16" charset="0"/>
              </a:rPr>
              <a:t>	</a:t>
            </a:r>
            <a:r>
              <a:rPr lang="zh-CN" altLang="en-US" dirty="0" smtClean="0">
                <a:solidFill>
                  <a:srgbClr val="000000"/>
                </a:solidFill>
                <a:latin typeface="Times New Roman" pitchFamily="16" charset="0"/>
              </a:rPr>
              <a:t>   </a:t>
            </a:r>
            <a:r>
              <a:rPr lang="en-US" altLang="zh-CN" dirty="0" smtClean="0">
                <a:solidFill>
                  <a:srgbClr val="000000"/>
                </a:solidFill>
                <a:latin typeface="Times New Roman" pitchFamily="16" charset="0"/>
              </a:rPr>
              <a:t>*</a:t>
            </a:r>
            <a:r>
              <a:rPr lang="en-US" altLang="zh-CN" dirty="0" err="1">
                <a:solidFill>
                  <a:srgbClr val="000000"/>
                </a:solidFill>
                <a:latin typeface="Times New Roman" pitchFamily="16" charset="0"/>
              </a:rPr>
              <a:t>rx_buf</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unsigned	</a:t>
            </a: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len</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dma_addr_t</a:t>
            </a:r>
            <a:r>
              <a:rPr lang="zh-CN" altLang="en-US" dirty="0">
                <a:solidFill>
                  <a:srgbClr val="000000"/>
                </a:solidFill>
                <a:latin typeface="Times New Roman" pitchFamily="16" charset="0"/>
              </a:rPr>
              <a:t>         </a:t>
            </a:r>
            <a:r>
              <a:rPr lang="zh-CN" altLang="en-US"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tx_dma</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dma_addr_t</a:t>
            </a:r>
            <a:r>
              <a:rPr lang="zh-CN" altLang="en-US" dirty="0">
                <a:solidFill>
                  <a:srgbClr val="000000"/>
                </a:solidFill>
                <a:latin typeface="Times New Roman" pitchFamily="16" charset="0"/>
              </a:rPr>
              <a:t>         </a:t>
            </a:r>
            <a:r>
              <a:rPr lang="zh-CN" altLang="en-US"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rx_dma</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unsigned	</a:t>
            </a:r>
            <a:r>
              <a:rPr lang="zh-CN" altLang="en-US" dirty="0">
                <a:solidFill>
                  <a:srgbClr val="000000"/>
                </a:solidFill>
                <a:latin typeface="Times New Roman" pitchFamily="16" charset="0"/>
              </a:rPr>
              <a:t>          </a:t>
            </a:r>
            <a:r>
              <a:rPr lang="en-US" altLang="zh-CN" dirty="0" smtClean="0">
                <a:solidFill>
                  <a:srgbClr val="000000"/>
                </a:solidFill>
                <a:latin typeface="Times New Roman" pitchFamily="16" charset="0"/>
              </a:rPr>
              <a:t>cs_change:1</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u8	</a:t>
            </a:r>
            <a:r>
              <a:rPr lang="zh-CN" altLang="en-US" dirty="0">
                <a:solidFill>
                  <a:srgbClr val="000000"/>
                </a:solidFill>
                <a:latin typeface="Times New Roman" pitchFamily="16" charset="0"/>
              </a:rPr>
              <a:t>            </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bits_per_word</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u16	</a:t>
            </a:r>
            <a:r>
              <a:rPr lang="zh-CN" altLang="en-US" dirty="0">
                <a:solidFill>
                  <a:srgbClr val="000000"/>
                </a:solidFill>
                <a:latin typeface="Times New Roman" pitchFamily="16" charset="0"/>
              </a:rPr>
              <a:t>            </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delay_usecs</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a:solidFill>
                  <a:srgbClr val="000000"/>
                </a:solidFill>
                <a:latin typeface="Times New Roman" pitchFamily="16" charset="0"/>
              </a:rPr>
              <a:t>u32	</a:t>
            </a:r>
            <a:r>
              <a:rPr lang="zh-CN" altLang="en-US" dirty="0">
                <a:solidFill>
                  <a:srgbClr val="000000"/>
                </a:solidFill>
                <a:latin typeface="Times New Roman" pitchFamily="16" charset="0"/>
              </a:rPr>
              <a:t>            </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speed_hz</a:t>
            </a:r>
            <a:r>
              <a:rPr lang="en-US" altLang="zh-CN" dirty="0">
                <a:solidFill>
                  <a:srgbClr val="000000"/>
                </a:solidFill>
                <a:latin typeface="Times New Roman" pitchFamily="16" charset="0"/>
              </a:rPr>
              <a:t>;</a:t>
            </a:r>
          </a:p>
          <a:p>
            <a:pPr marL="0" lvl="1">
              <a:spcBef>
                <a:spcPts val="600"/>
              </a:spcBef>
              <a:buClr>
                <a:srgbClr val="727CA3"/>
              </a:buClr>
              <a:buSzPct val="76000"/>
            </a:pP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list_head</a:t>
            </a:r>
            <a:r>
              <a:rPr lang="en-US" altLang="zh-CN" dirty="0">
                <a:solidFill>
                  <a:srgbClr val="000000"/>
                </a:solidFill>
                <a:latin typeface="Times New Roman" pitchFamily="16" charset="0"/>
              </a:rPr>
              <a:t> </a:t>
            </a:r>
            <a:r>
              <a:rPr lang="zh-CN" altLang="en-US" dirty="0">
                <a:solidFill>
                  <a:srgbClr val="000000"/>
                </a:solidFill>
                <a:latin typeface="Times New Roman" pitchFamily="16" charset="0"/>
              </a:rPr>
              <a:t>   </a:t>
            </a:r>
            <a:r>
              <a:rPr lang="en-US" altLang="zh-CN" dirty="0" err="1">
                <a:solidFill>
                  <a:srgbClr val="000000"/>
                </a:solidFill>
                <a:latin typeface="Times New Roman" pitchFamily="16" charset="0"/>
              </a:rPr>
              <a:t>transfer_list</a:t>
            </a:r>
            <a:r>
              <a:rPr lang="en-US" altLang="zh-CN" dirty="0">
                <a:solidFill>
                  <a:srgbClr val="000000"/>
                </a:solidFill>
                <a:latin typeface="Times New Roman" pitchFamily="16" charset="0"/>
              </a:rPr>
              <a:t>;</a:t>
            </a:r>
          </a:p>
          <a:p>
            <a:pPr marL="0" lvl="1">
              <a:spcBef>
                <a:spcPts val="600"/>
              </a:spcBef>
              <a:buClr>
                <a:srgbClr val="727CA3"/>
              </a:buClr>
              <a:buSzPct val="76000"/>
            </a:pPr>
            <a:r>
              <a:rPr lang="en-US" altLang="zh-CN" dirty="0">
                <a:solidFill>
                  <a:srgbClr val="000000"/>
                </a:solidFill>
                <a:latin typeface="Times New Roman" pitchFamily="16" charset="0"/>
              </a:rPr>
              <a:t>};</a:t>
            </a:r>
          </a:p>
        </p:txBody>
      </p:sp>
      <p:sp>
        <p:nvSpPr>
          <p:cNvPr id="6" name="矩形 5"/>
          <p:cNvSpPr/>
          <p:nvPr/>
        </p:nvSpPr>
        <p:spPr>
          <a:xfrm>
            <a:off x="4355976" y="1398543"/>
            <a:ext cx="4330824" cy="4262705"/>
          </a:xfrm>
          <a:prstGeom prst="rect">
            <a:avLst/>
          </a:prstGeom>
        </p:spPr>
        <p:txBody>
          <a:bodyPr wrap="square">
            <a:spAutoFit/>
          </a:bodyPr>
          <a:lstStyle/>
          <a:p>
            <a:pPr marL="0" lvl="1">
              <a:spcBef>
                <a:spcPts val="600"/>
              </a:spcBef>
              <a:buClr>
                <a:srgbClr val="727CA3"/>
              </a:buClr>
              <a:buSzPct val="76000"/>
            </a:pPr>
            <a:endParaRPr lang="en-US" altLang="zh-CN" dirty="0" smtClean="0">
              <a:solidFill>
                <a:srgbClr val="000000"/>
              </a:solidFill>
              <a:latin typeface="Times New Roman" pitchFamily="16" charset="0"/>
            </a:endParaRPr>
          </a:p>
          <a:p>
            <a:pPr marL="0" lvl="1">
              <a:spcBef>
                <a:spcPts val="600"/>
              </a:spcBef>
              <a:buClr>
                <a:srgbClr val="727CA3"/>
              </a:buClr>
              <a:buSzPct val="76000"/>
            </a:pP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spi_message</a:t>
            </a:r>
            <a:r>
              <a:rPr lang="en-US" altLang="zh-CN" dirty="0">
                <a:solidFill>
                  <a:srgbClr val="000000"/>
                </a:solidFill>
                <a:latin typeface="Times New Roman" pitchFamily="16" charset="0"/>
              </a:rPr>
              <a:t> {</a:t>
            </a:r>
          </a:p>
          <a:p>
            <a:pPr marL="0" lvl="1">
              <a:spcBef>
                <a:spcPts val="600"/>
              </a:spcBef>
              <a:buClr>
                <a:srgbClr val="727CA3"/>
              </a:buClr>
              <a:buSzPct val="76000"/>
            </a:pP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list_head</a:t>
            </a:r>
            <a:r>
              <a:rPr lang="en-US" altLang="zh-CN" dirty="0">
                <a:solidFill>
                  <a:srgbClr val="000000"/>
                </a:solidFill>
                <a:latin typeface="Times New Roman" pitchFamily="16" charset="0"/>
              </a:rPr>
              <a:t>	transfers;</a:t>
            </a:r>
          </a:p>
          <a:p>
            <a:pPr marL="0" lvl="1">
              <a:spcBef>
                <a:spcPts val="600"/>
              </a:spcBef>
              <a:buClr>
                <a:srgbClr val="727CA3"/>
              </a:buClr>
              <a:buSzPct val="76000"/>
            </a:pP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spi_device</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spi</a:t>
            </a:r>
            <a:r>
              <a:rPr lang="en-US" altLang="zh-CN" dirty="0">
                <a:solidFill>
                  <a:srgbClr val="000000"/>
                </a:solidFill>
                <a:latin typeface="Times New Roman" pitchFamily="16" charset="0"/>
              </a:rPr>
              <a:t>;</a:t>
            </a:r>
          </a:p>
          <a:p>
            <a:pPr marL="0" lvl="1">
              <a:spcBef>
                <a:spcPts val="600"/>
              </a:spcBef>
              <a:buClr>
                <a:srgbClr val="727CA3"/>
              </a:buClr>
              <a:buSzPct val="76000"/>
            </a:pPr>
            <a:r>
              <a:rPr lang="en-US" altLang="zh-CN" dirty="0">
                <a:solidFill>
                  <a:srgbClr val="000000"/>
                </a:solidFill>
                <a:latin typeface="Times New Roman" pitchFamily="16" charset="0"/>
              </a:rPr>
              <a:t>unsigned		</a:t>
            </a:r>
            <a:r>
              <a:rPr lang="en-US" altLang="zh-CN" dirty="0" smtClean="0">
                <a:solidFill>
                  <a:srgbClr val="000000"/>
                </a:solidFill>
                <a:latin typeface="Times New Roman" pitchFamily="16" charset="0"/>
              </a:rPr>
              <a:t>	is_dma_mapped:1</a:t>
            </a:r>
            <a:r>
              <a:rPr lang="en-US" altLang="zh-CN" dirty="0">
                <a:solidFill>
                  <a:srgbClr val="000000"/>
                </a:solidFill>
                <a:latin typeface="Times New Roman" pitchFamily="16" charset="0"/>
              </a:rPr>
              <a:t>;</a:t>
            </a:r>
          </a:p>
          <a:p>
            <a:pPr marL="0" lvl="1">
              <a:spcBef>
                <a:spcPts val="600"/>
              </a:spcBef>
              <a:buClr>
                <a:srgbClr val="727CA3"/>
              </a:buClr>
              <a:buSzPct val="76000"/>
            </a:pPr>
            <a:r>
              <a:rPr lang="en-US" altLang="zh-CN" dirty="0">
                <a:solidFill>
                  <a:srgbClr val="000000"/>
                </a:solidFill>
                <a:latin typeface="Times New Roman" pitchFamily="16" charset="0"/>
              </a:rPr>
              <a:t>void	</a:t>
            </a:r>
            <a:r>
              <a:rPr lang="en-US" altLang="zh-CN" dirty="0" smtClean="0">
                <a:solidFill>
                  <a:srgbClr val="000000"/>
                </a:solidFill>
                <a:latin typeface="Times New Roman" pitchFamily="16" charset="0"/>
              </a:rPr>
              <a:t> (*</a:t>
            </a:r>
            <a:r>
              <a:rPr lang="en-US" altLang="zh-CN" dirty="0">
                <a:solidFill>
                  <a:srgbClr val="000000"/>
                </a:solidFill>
                <a:latin typeface="Times New Roman" pitchFamily="16" charset="0"/>
              </a:rPr>
              <a:t>complete)(void *context);</a:t>
            </a:r>
          </a:p>
          <a:p>
            <a:pPr marL="0" lvl="1">
              <a:spcBef>
                <a:spcPts val="600"/>
              </a:spcBef>
              <a:buClr>
                <a:srgbClr val="727CA3"/>
              </a:buClr>
              <a:buSzPct val="76000"/>
            </a:pPr>
            <a:r>
              <a:rPr lang="en-US" altLang="zh-CN" dirty="0">
                <a:solidFill>
                  <a:srgbClr val="000000"/>
                </a:solidFill>
                <a:latin typeface="Times New Roman" pitchFamily="16" charset="0"/>
              </a:rPr>
              <a:t>void		</a:t>
            </a:r>
            <a:r>
              <a:rPr lang="en-US" altLang="zh-CN" dirty="0" smtClean="0">
                <a:solidFill>
                  <a:srgbClr val="000000"/>
                </a:solidFill>
                <a:latin typeface="Times New Roman" pitchFamily="16" charset="0"/>
              </a:rPr>
              <a:t>		*</a:t>
            </a:r>
            <a:r>
              <a:rPr lang="en-US" altLang="zh-CN" dirty="0">
                <a:solidFill>
                  <a:srgbClr val="000000"/>
                </a:solidFill>
                <a:latin typeface="Times New Roman" pitchFamily="16" charset="0"/>
              </a:rPr>
              <a:t>context;</a:t>
            </a:r>
          </a:p>
          <a:p>
            <a:pPr marL="0" lvl="1">
              <a:spcBef>
                <a:spcPts val="600"/>
              </a:spcBef>
              <a:buClr>
                <a:srgbClr val="727CA3"/>
              </a:buClr>
              <a:buSzPct val="76000"/>
            </a:pPr>
            <a:r>
              <a:rPr lang="en-US" altLang="zh-CN" dirty="0">
                <a:solidFill>
                  <a:srgbClr val="000000"/>
                </a:solidFill>
                <a:latin typeface="Times New Roman" pitchFamily="16" charset="0"/>
              </a:rPr>
              <a:t>unsigned		</a:t>
            </a:r>
            <a:r>
              <a:rPr lang="en-US" altLang="zh-CN" dirty="0" smtClean="0">
                <a:solidFill>
                  <a:srgbClr val="000000"/>
                </a:solidFill>
                <a:latin typeface="Times New Roman" pitchFamily="16" charset="0"/>
              </a:rPr>
              <a:t>	</a:t>
            </a:r>
            <a:r>
              <a:rPr lang="en-US" altLang="zh-CN" dirty="0" err="1" smtClean="0">
                <a:solidFill>
                  <a:srgbClr val="000000"/>
                </a:solidFill>
                <a:latin typeface="Times New Roman" pitchFamily="16" charset="0"/>
              </a:rPr>
              <a:t>actual_length</a:t>
            </a:r>
            <a:r>
              <a:rPr lang="en-US" altLang="zh-CN" dirty="0">
                <a:solidFill>
                  <a:srgbClr val="000000"/>
                </a:solidFill>
                <a:latin typeface="Times New Roman" pitchFamily="16" charset="0"/>
              </a:rPr>
              <a:t>;</a:t>
            </a:r>
          </a:p>
          <a:p>
            <a:pPr marL="0" lvl="1">
              <a:spcBef>
                <a:spcPts val="600"/>
              </a:spcBef>
              <a:buClr>
                <a:srgbClr val="727CA3"/>
              </a:buClr>
              <a:buSzPct val="76000"/>
            </a:pPr>
            <a:r>
              <a:rPr lang="en-US" altLang="zh-CN" dirty="0" err="1">
                <a:solidFill>
                  <a:srgbClr val="000000"/>
                </a:solidFill>
                <a:latin typeface="Times New Roman" pitchFamily="16" charset="0"/>
              </a:rPr>
              <a:t>int</a:t>
            </a:r>
            <a:r>
              <a:rPr lang="en-US" altLang="zh-CN" dirty="0">
                <a:solidFill>
                  <a:srgbClr val="000000"/>
                </a:solidFill>
                <a:latin typeface="Times New Roman" pitchFamily="16" charset="0"/>
              </a:rPr>
              <a:t>		</a:t>
            </a:r>
            <a:r>
              <a:rPr lang="en-US" altLang="zh-CN" dirty="0" smtClean="0">
                <a:solidFill>
                  <a:srgbClr val="000000"/>
                </a:solidFill>
                <a:latin typeface="Times New Roman" pitchFamily="16" charset="0"/>
              </a:rPr>
              <a:t>		status</a:t>
            </a:r>
            <a:r>
              <a:rPr lang="en-US" altLang="zh-CN" dirty="0">
                <a:solidFill>
                  <a:srgbClr val="000000"/>
                </a:solidFill>
                <a:latin typeface="Times New Roman" pitchFamily="16" charset="0"/>
              </a:rPr>
              <a:t>;</a:t>
            </a:r>
          </a:p>
          <a:p>
            <a:pPr marL="0" lvl="1">
              <a:spcBef>
                <a:spcPts val="600"/>
              </a:spcBef>
              <a:buClr>
                <a:srgbClr val="727CA3"/>
              </a:buClr>
              <a:buSzPct val="76000"/>
            </a:pPr>
            <a:r>
              <a:rPr lang="en-US" altLang="zh-CN" dirty="0" err="1">
                <a:solidFill>
                  <a:srgbClr val="000000"/>
                </a:solidFill>
                <a:latin typeface="Times New Roman" pitchFamily="16" charset="0"/>
              </a:rPr>
              <a:t>struct</a:t>
            </a:r>
            <a:r>
              <a:rPr lang="en-US" altLang="zh-CN" dirty="0">
                <a:solidFill>
                  <a:srgbClr val="000000"/>
                </a:solidFill>
                <a:latin typeface="Times New Roman" pitchFamily="16" charset="0"/>
              </a:rPr>
              <a:t> </a:t>
            </a:r>
            <a:r>
              <a:rPr lang="en-US" altLang="zh-CN" dirty="0" err="1">
                <a:solidFill>
                  <a:srgbClr val="000000"/>
                </a:solidFill>
                <a:latin typeface="Times New Roman" pitchFamily="16" charset="0"/>
              </a:rPr>
              <a:t>list_head</a:t>
            </a:r>
            <a:r>
              <a:rPr lang="en-US" altLang="zh-CN" dirty="0">
                <a:solidFill>
                  <a:srgbClr val="000000"/>
                </a:solidFill>
                <a:latin typeface="Times New Roman" pitchFamily="16" charset="0"/>
              </a:rPr>
              <a:t>	queue;</a:t>
            </a:r>
          </a:p>
          <a:p>
            <a:pPr marL="0" lvl="1">
              <a:spcBef>
                <a:spcPts val="600"/>
              </a:spcBef>
              <a:buClr>
                <a:srgbClr val="727CA3"/>
              </a:buClr>
              <a:buSzPct val="76000"/>
            </a:pPr>
            <a:r>
              <a:rPr lang="en-US" altLang="zh-CN" dirty="0">
                <a:solidFill>
                  <a:srgbClr val="000000"/>
                </a:solidFill>
                <a:latin typeface="Times New Roman" pitchFamily="16" charset="0"/>
              </a:rPr>
              <a:t>void		</a:t>
            </a:r>
            <a:r>
              <a:rPr lang="en-US" altLang="zh-CN" dirty="0" smtClean="0">
                <a:solidFill>
                  <a:srgbClr val="000000"/>
                </a:solidFill>
                <a:latin typeface="Times New Roman" pitchFamily="16" charset="0"/>
              </a:rPr>
              <a:t>		*</a:t>
            </a:r>
            <a:r>
              <a:rPr lang="en-US" altLang="zh-CN" dirty="0">
                <a:solidFill>
                  <a:srgbClr val="000000"/>
                </a:solidFill>
                <a:latin typeface="Times New Roman" pitchFamily="16" charset="0"/>
              </a:rPr>
              <a:t>state;</a:t>
            </a:r>
          </a:p>
          <a:p>
            <a:pPr marL="0" lvl="1">
              <a:spcBef>
                <a:spcPts val="600"/>
              </a:spcBef>
              <a:buClr>
                <a:srgbClr val="727CA3"/>
              </a:buClr>
              <a:buSzPct val="76000"/>
            </a:pPr>
            <a:r>
              <a:rPr lang="en-US" altLang="zh-CN" dirty="0">
                <a:solidFill>
                  <a:srgbClr val="000000"/>
                </a:solidFill>
                <a:latin typeface="Times New Roman" pitchFamily="16" charset="0"/>
              </a:rPr>
              <a:t>};</a:t>
            </a:r>
          </a:p>
        </p:txBody>
      </p:sp>
      <p:cxnSp>
        <p:nvCxnSpPr>
          <p:cNvPr id="4" name="直接连接符 3"/>
          <p:cNvCxnSpPr/>
          <p:nvPr/>
        </p:nvCxnSpPr>
        <p:spPr bwMode="auto">
          <a:xfrm>
            <a:off x="4211960" y="1772816"/>
            <a:ext cx="0" cy="4032448"/>
          </a:xfrm>
          <a:prstGeom prst="line">
            <a:avLst/>
          </a:prstGeom>
          <a:solidFill>
            <a:srgbClr val="00B8FF"/>
          </a:solidFill>
          <a:ln w="9525" cap="flat" cmpd="sng" algn="ctr">
            <a:solidFill>
              <a:schemeClr val="tx1"/>
            </a:solidFill>
            <a:prstDash val="dashDot"/>
            <a:round/>
            <a:headEnd type="none" w="med" len="med"/>
            <a:tailEnd type="none" w="med" len="med"/>
          </a:ln>
          <a:effectLst/>
        </p:spPr>
      </p:cxnSp>
    </p:spTree>
    <p:extLst>
      <p:ext uri="{BB962C8B-B14F-4D97-AF65-F5344CB8AC3E}">
        <p14:creationId xmlns:p14="http://schemas.microsoft.com/office/powerpoint/2010/main" val="266611199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a:solidFill>
                  <a:srgbClr val="464653"/>
                </a:solidFill>
              </a:rPr>
              <a:t>SPI</a:t>
            </a:r>
            <a:r>
              <a:rPr lang="en-US" sz="3200" dirty="0" smtClean="0">
                <a:solidFill>
                  <a:srgbClr val="464653"/>
                </a:solidFill>
              </a:rPr>
              <a:t> </a:t>
            </a:r>
            <a:r>
              <a:rPr lang="zh-CN" altLang="en-US" sz="3200" dirty="0" smtClean="0">
                <a:solidFill>
                  <a:srgbClr val="464653"/>
                </a:solidFill>
              </a:rPr>
              <a:t>设备驱动（</a:t>
            </a:r>
            <a:r>
              <a:rPr lang="en-US" altLang="zh-CN" sz="3200" dirty="0" err="1" smtClean="0">
                <a:solidFill>
                  <a:srgbClr val="464653"/>
                </a:solidFill>
              </a:rPr>
              <a:t>cont</a:t>
            </a:r>
            <a:r>
              <a:rPr lang="en-US" altLang="zh-CN" sz="3200" dirty="0" smtClean="0">
                <a:solidFill>
                  <a:srgbClr val="464653"/>
                </a:solidFill>
              </a:rPr>
              <a:t> </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41422" y="1242604"/>
            <a:ext cx="8003232" cy="523220"/>
          </a:xfrm>
          <a:prstGeom prst="rect">
            <a:avLst/>
          </a:prstGeom>
        </p:spPr>
        <p:txBody>
          <a:bodyPr wrap="square">
            <a:spAutoFit/>
          </a:bodyPr>
          <a:lstStyle/>
          <a:p>
            <a:pPr marL="271463"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a:solidFill>
                  <a:srgbClr val="000000"/>
                </a:solidFill>
                <a:latin typeface="Times New Roman" pitchFamily="16" charset="0"/>
                <a:ea typeface="宋体" charset="-122"/>
              </a:rPr>
              <a:t>spi_stransfer</a:t>
            </a:r>
            <a:r>
              <a:rPr lang="zh-CN" altLang="en-US" sz="2800" dirty="0">
                <a:solidFill>
                  <a:srgbClr val="000000"/>
                </a:solidFill>
                <a:latin typeface="Times New Roman" pitchFamily="16" charset="0"/>
                <a:ea typeface="宋体" charset="-122"/>
              </a:rPr>
              <a:t>与</a:t>
            </a:r>
            <a:r>
              <a:rPr lang="en-US" altLang="zh-CN" sz="2800" dirty="0">
                <a:solidFill>
                  <a:srgbClr val="000000"/>
                </a:solidFill>
                <a:latin typeface="Times New Roman" pitchFamily="16" charset="0"/>
                <a:ea typeface="宋体" charset="-122"/>
              </a:rPr>
              <a:t>spi_message</a:t>
            </a:r>
            <a:r>
              <a:rPr lang="zh-CN" altLang="en-US" sz="2800" dirty="0">
                <a:solidFill>
                  <a:srgbClr val="000000"/>
                </a:solidFill>
                <a:latin typeface="Times New Roman" pitchFamily="16" charset="0"/>
                <a:ea typeface="宋体" charset="-122"/>
              </a:rPr>
              <a:t>的关系</a:t>
            </a:r>
            <a:endParaRPr lang="en-US" altLang="zh-CN" sz="2800" dirty="0">
              <a:solidFill>
                <a:srgbClr val="000000"/>
              </a:solidFill>
              <a:latin typeface="Times New Roman" pitchFamily="16" charset="0"/>
              <a:ea typeface="宋体" charset="-122"/>
            </a:endParaRPr>
          </a:p>
        </p:txBody>
      </p:sp>
      <p:pic>
        <p:nvPicPr>
          <p:cNvPr id="647171" name="Picture 3" descr="C:\Documents and Settings\Administrator\Application Data\Tencent\Users\461263722\QQ\WinTemp\RichOle\$]09BMK{1ND%RJOG4_Y~G@Q.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1940" y="1832570"/>
            <a:ext cx="7810500" cy="447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159713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a:solidFill>
                  <a:srgbClr val="464653"/>
                </a:solidFill>
              </a:rPr>
              <a:t>SPI</a:t>
            </a:r>
            <a:r>
              <a:rPr lang="en-US" sz="3200" dirty="0" smtClean="0">
                <a:solidFill>
                  <a:srgbClr val="464653"/>
                </a:solidFill>
              </a:rPr>
              <a:t> </a:t>
            </a:r>
            <a:r>
              <a:rPr lang="zh-CN" altLang="en-US" sz="3200" dirty="0" smtClean="0">
                <a:solidFill>
                  <a:srgbClr val="464653"/>
                </a:solidFill>
              </a:rPr>
              <a:t>设备驱动（</a:t>
            </a:r>
            <a:r>
              <a:rPr lang="en-US" altLang="zh-CN" sz="3200" dirty="0" err="1" smtClean="0">
                <a:solidFill>
                  <a:srgbClr val="464653"/>
                </a:solidFill>
              </a:rPr>
              <a:t>cont</a:t>
            </a:r>
            <a:r>
              <a:rPr lang="en-US" altLang="zh-CN" sz="3200" dirty="0" smtClean="0">
                <a:solidFill>
                  <a:srgbClr val="464653"/>
                </a:solidFill>
              </a:rPr>
              <a:t> </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41422" y="1242604"/>
            <a:ext cx="8003232" cy="4185761"/>
          </a:xfrm>
          <a:prstGeom prst="rect">
            <a:avLst/>
          </a:prstGeom>
        </p:spPr>
        <p:txBody>
          <a:bodyPr wrap="square">
            <a:spAutoFit/>
          </a:bodyPr>
          <a:lstStyle/>
          <a:p>
            <a:pPr marL="271463"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zh-CN" altLang="en-US" sz="2800" dirty="0" smtClean="0">
                <a:solidFill>
                  <a:srgbClr val="000000"/>
                </a:solidFill>
                <a:latin typeface="Times New Roman" pitchFamily="16" charset="0"/>
                <a:ea typeface="宋体" charset="-122"/>
              </a:rPr>
              <a:t>消息构建相关函数</a:t>
            </a:r>
            <a:endParaRPr lang="en-US" altLang="zh-CN" sz="2800" dirty="0" smtClean="0">
              <a:solidFill>
                <a:srgbClr val="000000"/>
              </a:solidFill>
              <a:latin typeface="Times New Roman" pitchFamily="16" charset="0"/>
              <a:ea typeface="宋体" charset="-122"/>
            </a:endParaRPr>
          </a:p>
          <a:p>
            <a:pPr lvl="1">
              <a:lnSpc>
                <a:spcPct val="150000"/>
              </a:lnSpc>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400" dirty="0" smtClean="0">
                <a:solidFill>
                  <a:srgbClr val="000000"/>
                </a:solidFill>
                <a:latin typeface="Times New Roman" pitchFamily="16" charset="0"/>
                <a:ea typeface="宋体" charset="-122"/>
              </a:rPr>
              <a:t>static inline void </a:t>
            </a:r>
            <a:r>
              <a:rPr lang="en-US" altLang="zh-CN" sz="2400" dirty="0" err="1" smtClean="0">
                <a:solidFill>
                  <a:srgbClr val="000000"/>
                </a:solidFill>
                <a:latin typeface="Times New Roman" pitchFamily="16" charset="0"/>
                <a:ea typeface="宋体" charset="-122"/>
              </a:rPr>
              <a:t>spi_message_init</a:t>
            </a:r>
            <a:r>
              <a:rPr lang="en-US" altLang="zh-CN" sz="2400" dirty="0" smtClean="0">
                <a:solidFill>
                  <a:srgbClr val="000000"/>
                </a:solidFill>
                <a:latin typeface="Times New Roman" pitchFamily="16" charset="0"/>
                <a:ea typeface="宋体" charset="-122"/>
              </a:rPr>
              <a:t>(</a:t>
            </a:r>
            <a:r>
              <a:rPr lang="en-US" altLang="zh-CN" sz="2400" dirty="0" err="1" smtClean="0">
                <a:solidFill>
                  <a:srgbClr val="000000"/>
                </a:solidFill>
                <a:latin typeface="Times New Roman" pitchFamily="16" charset="0"/>
                <a:ea typeface="宋体" charset="-122"/>
              </a:rPr>
              <a:t>struct</a:t>
            </a:r>
            <a:r>
              <a:rPr lang="en-US" altLang="zh-CN" sz="2400" dirty="0" smtClean="0">
                <a:solidFill>
                  <a:srgbClr val="000000"/>
                </a:solidFill>
                <a:latin typeface="Times New Roman" pitchFamily="16" charset="0"/>
                <a:ea typeface="宋体" charset="-122"/>
              </a:rPr>
              <a:t> </a:t>
            </a:r>
            <a:r>
              <a:rPr lang="en-US" altLang="zh-CN" sz="2400" dirty="0" err="1" smtClean="0">
                <a:solidFill>
                  <a:srgbClr val="000000"/>
                </a:solidFill>
                <a:latin typeface="Times New Roman" pitchFamily="16" charset="0"/>
                <a:ea typeface="宋体" charset="-122"/>
              </a:rPr>
              <a:t>spi_message</a:t>
            </a:r>
            <a:r>
              <a:rPr lang="en-US" altLang="zh-CN" sz="2400" dirty="0" smtClean="0">
                <a:solidFill>
                  <a:srgbClr val="000000"/>
                </a:solidFill>
                <a:latin typeface="Times New Roman" pitchFamily="16" charset="0"/>
                <a:ea typeface="宋体" charset="-122"/>
              </a:rPr>
              <a:t> *m);</a:t>
            </a:r>
          </a:p>
          <a:p>
            <a:pPr lvl="1">
              <a:lnSpc>
                <a:spcPct val="150000"/>
              </a:lnSpc>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400" dirty="0">
                <a:solidFill>
                  <a:srgbClr val="000000"/>
                </a:solidFill>
                <a:latin typeface="Times New Roman" pitchFamily="16" charset="0"/>
                <a:ea typeface="宋体" charset="-122"/>
              </a:rPr>
              <a:t>s</a:t>
            </a:r>
            <a:r>
              <a:rPr lang="en-US" altLang="zh-CN" sz="2400" dirty="0" smtClean="0">
                <a:solidFill>
                  <a:srgbClr val="000000"/>
                </a:solidFill>
                <a:latin typeface="Times New Roman" pitchFamily="16" charset="0"/>
                <a:ea typeface="宋体" charset="-122"/>
              </a:rPr>
              <a:t>tatic inline void </a:t>
            </a:r>
            <a:r>
              <a:rPr lang="en-US" altLang="zh-CN" sz="2400" dirty="0" err="1" smtClean="0">
                <a:solidFill>
                  <a:srgbClr val="000000"/>
                </a:solidFill>
                <a:latin typeface="Times New Roman" pitchFamily="16" charset="0"/>
                <a:ea typeface="宋体" charset="-122"/>
              </a:rPr>
              <a:t>spi_message_add_tail</a:t>
            </a:r>
            <a:r>
              <a:rPr lang="en-US" altLang="zh-CN" sz="2400" dirty="0" smtClean="0">
                <a:solidFill>
                  <a:srgbClr val="000000"/>
                </a:solidFill>
                <a:latin typeface="Times New Roman" pitchFamily="16" charset="0"/>
                <a:ea typeface="宋体" charset="-122"/>
              </a:rPr>
              <a:t>(</a:t>
            </a:r>
          </a:p>
          <a:p>
            <a:pPr lvl="1">
              <a:lnSpc>
                <a:spcPct val="150000"/>
              </a:lnSpc>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400" dirty="0">
                <a:solidFill>
                  <a:srgbClr val="000000"/>
                </a:solidFill>
                <a:latin typeface="Times New Roman" pitchFamily="16" charset="0"/>
                <a:ea typeface="宋体" charset="-122"/>
              </a:rPr>
              <a:t>	</a:t>
            </a:r>
            <a:r>
              <a:rPr lang="en-US" altLang="zh-CN" sz="2400" dirty="0" smtClean="0">
                <a:solidFill>
                  <a:srgbClr val="000000"/>
                </a:solidFill>
                <a:latin typeface="Times New Roman" pitchFamily="16" charset="0"/>
                <a:ea typeface="宋体" charset="-122"/>
              </a:rPr>
              <a:t>	</a:t>
            </a:r>
            <a:r>
              <a:rPr lang="en-US" altLang="zh-CN" sz="2400" dirty="0" err="1" smtClean="0">
                <a:solidFill>
                  <a:srgbClr val="000000"/>
                </a:solidFill>
                <a:latin typeface="Times New Roman" pitchFamily="16" charset="0"/>
                <a:ea typeface="宋体" charset="-122"/>
              </a:rPr>
              <a:t>struct</a:t>
            </a:r>
            <a:r>
              <a:rPr lang="en-US" altLang="zh-CN" sz="2400" dirty="0" smtClean="0">
                <a:solidFill>
                  <a:srgbClr val="000000"/>
                </a:solidFill>
                <a:latin typeface="Times New Roman" pitchFamily="16" charset="0"/>
                <a:ea typeface="宋体" charset="-122"/>
              </a:rPr>
              <a:t> </a:t>
            </a:r>
            <a:r>
              <a:rPr lang="en-US" altLang="zh-CN" sz="2400" dirty="0" err="1" smtClean="0">
                <a:solidFill>
                  <a:srgbClr val="000000"/>
                </a:solidFill>
                <a:latin typeface="Times New Roman" pitchFamily="16" charset="0"/>
                <a:ea typeface="宋体" charset="-122"/>
              </a:rPr>
              <a:t>spi_transfer</a:t>
            </a:r>
            <a:r>
              <a:rPr lang="en-US" altLang="zh-CN" sz="2400" dirty="0" smtClean="0">
                <a:solidFill>
                  <a:srgbClr val="000000"/>
                </a:solidFill>
                <a:latin typeface="Times New Roman" pitchFamily="16" charset="0"/>
                <a:ea typeface="宋体" charset="-122"/>
              </a:rPr>
              <a:t> *t </a:t>
            </a:r>
            <a:r>
              <a:rPr lang="en-US" altLang="zh-CN" sz="2400" dirty="0" err="1" smtClean="0">
                <a:solidFill>
                  <a:srgbClr val="000000"/>
                </a:solidFill>
                <a:latin typeface="Times New Roman" pitchFamily="16" charset="0"/>
                <a:ea typeface="宋体" charset="-122"/>
              </a:rPr>
              <a:t>struct</a:t>
            </a:r>
            <a:r>
              <a:rPr lang="en-US" altLang="zh-CN" sz="2400" dirty="0" smtClean="0">
                <a:solidFill>
                  <a:srgbClr val="000000"/>
                </a:solidFill>
                <a:latin typeface="Times New Roman" pitchFamily="16" charset="0"/>
                <a:ea typeface="宋体" charset="-122"/>
              </a:rPr>
              <a:t>  </a:t>
            </a:r>
            <a:r>
              <a:rPr lang="en-US" altLang="zh-CN" sz="2400" dirty="0" err="1" smtClean="0">
                <a:solidFill>
                  <a:srgbClr val="000000"/>
                </a:solidFill>
                <a:latin typeface="Times New Roman" pitchFamily="16" charset="0"/>
                <a:ea typeface="宋体" charset="-122"/>
              </a:rPr>
              <a:t>spi_message</a:t>
            </a:r>
            <a:r>
              <a:rPr lang="en-US" altLang="zh-CN" sz="2400" dirty="0" smtClean="0">
                <a:solidFill>
                  <a:srgbClr val="000000"/>
                </a:solidFill>
                <a:latin typeface="Times New Roman" pitchFamily="16" charset="0"/>
                <a:ea typeface="宋体" charset="-122"/>
              </a:rPr>
              <a:t> *m);</a:t>
            </a:r>
          </a:p>
          <a:p>
            <a:pPr lvl="1">
              <a:lnSpc>
                <a:spcPct val="150000"/>
              </a:lnSpc>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400" dirty="0" err="1" smtClean="0">
                <a:solidFill>
                  <a:srgbClr val="000000"/>
                </a:solidFill>
                <a:latin typeface="Times New Roman" pitchFamily="16" charset="0"/>
                <a:ea typeface="宋体" charset="-122"/>
              </a:rPr>
              <a:t>int</a:t>
            </a:r>
            <a:r>
              <a:rPr lang="en-US" altLang="zh-CN" sz="2400" dirty="0" smtClean="0">
                <a:solidFill>
                  <a:srgbClr val="000000"/>
                </a:solidFill>
                <a:latin typeface="Times New Roman" pitchFamily="16" charset="0"/>
                <a:ea typeface="宋体" charset="-122"/>
              </a:rPr>
              <a:t> </a:t>
            </a:r>
            <a:r>
              <a:rPr lang="en-US" altLang="zh-CN" sz="2400" dirty="0" err="1" smtClean="0">
                <a:solidFill>
                  <a:srgbClr val="000000"/>
                </a:solidFill>
                <a:latin typeface="Times New Roman" pitchFamily="16" charset="0"/>
                <a:ea typeface="宋体" charset="-122"/>
              </a:rPr>
              <a:t>spi_sync</a:t>
            </a:r>
            <a:r>
              <a:rPr lang="en-US" altLang="zh-CN" sz="2400" dirty="0" smtClean="0">
                <a:solidFill>
                  <a:srgbClr val="000000"/>
                </a:solidFill>
                <a:latin typeface="Times New Roman" pitchFamily="16" charset="0"/>
                <a:ea typeface="宋体" charset="-122"/>
              </a:rPr>
              <a:t>(</a:t>
            </a:r>
            <a:r>
              <a:rPr lang="en-US" altLang="zh-CN" sz="2400" dirty="0" err="1" smtClean="0">
                <a:solidFill>
                  <a:srgbClr val="000000"/>
                </a:solidFill>
                <a:latin typeface="Times New Roman" pitchFamily="16" charset="0"/>
                <a:ea typeface="宋体" charset="-122"/>
              </a:rPr>
              <a:t>struct</a:t>
            </a:r>
            <a:r>
              <a:rPr lang="en-US" altLang="zh-CN" sz="2400" dirty="0" smtClean="0">
                <a:solidFill>
                  <a:srgbClr val="000000"/>
                </a:solidFill>
                <a:latin typeface="Times New Roman" pitchFamily="16" charset="0"/>
                <a:ea typeface="宋体" charset="-122"/>
              </a:rPr>
              <a:t> </a:t>
            </a:r>
            <a:r>
              <a:rPr lang="en-US" altLang="zh-CN" sz="2400" dirty="0" err="1" smtClean="0">
                <a:solidFill>
                  <a:srgbClr val="000000"/>
                </a:solidFill>
                <a:latin typeface="Times New Roman" pitchFamily="16" charset="0"/>
                <a:ea typeface="宋体" charset="-122"/>
              </a:rPr>
              <a:t>spi_device</a:t>
            </a:r>
            <a:r>
              <a:rPr lang="en-US" altLang="zh-CN" sz="2400" dirty="0" smtClean="0">
                <a:solidFill>
                  <a:srgbClr val="000000"/>
                </a:solidFill>
                <a:latin typeface="Times New Roman" pitchFamily="16" charset="0"/>
                <a:ea typeface="宋体" charset="-122"/>
              </a:rPr>
              <a:t> *</a:t>
            </a:r>
            <a:r>
              <a:rPr lang="en-US" altLang="zh-CN" sz="2400" dirty="0" err="1" smtClean="0">
                <a:solidFill>
                  <a:srgbClr val="000000"/>
                </a:solidFill>
                <a:latin typeface="Times New Roman" pitchFamily="16" charset="0"/>
                <a:ea typeface="宋体" charset="-122"/>
              </a:rPr>
              <a:t>spi</a:t>
            </a:r>
            <a:r>
              <a:rPr lang="en-US" altLang="zh-CN" sz="2400" dirty="0" smtClean="0">
                <a:solidFill>
                  <a:srgbClr val="000000"/>
                </a:solidFill>
                <a:latin typeface="Times New Roman" pitchFamily="16" charset="0"/>
                <a:ea typeface="宋体" charset="-122"/>
              </a:rPr>
              <a:t>, </a:t>
            </a:r>
          </a:p>
          <a:p>
            <a:pPr lvl="1">
              <a:lnSpc>
                <a:spcPct val="150000"/>
              </a:lnSpc>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400" dirty="0">
                <a:solidFill>
                  <a:srgbClr val="000000"/>
                </a:solidFill>
                <a:latin typeface="Times New Roman" pitchFamily="16" charset="0"/>
                <a:ea typeface="宋体" charset="-122"/>
              </a:rPr>
              <a:t>	</a:t>
            </a:r>
            <a:r>
              <a:rPr lang="en-US" altLang="zh-CN" sz="2400" dirty="0" smtClean="0">
                <a:solidFill>
                  <a:srgbClr val="000000"/>
                </a:solidFill>
                <a:latin typeface="Times New Roman" pitchFamily="16" charset="0"/>
                <a:ea typeface="宋体" charset="-122"/>
              </a:rPr>
              <a:t>	</a:t>
            </a:r>
            <a:r>
              <a:rPr lang="en-US" altLang="zh-CN" sz="2400" dirty="0" err="1" smtClean="0">
                <a:solidFill>
                  <a:srgbClr val="000000"/>
                </a:solidFill>
                <a:latin typeface="Times New Roman" pitchFamily="16" charset="0"/>
                <a:ea typeface="宋体" charset="-122"/>
              </a:rPr>
              <a:t>struct</a:t>
            </a:r>
            <a:r>
              <a:rPr lang="en-US" altLang="zh-CN" sz="2400" dirty="0" smtClean="0">
                <a:solidFill>
                  <a:srgbClr val="000000"/>
                </a:solidFill>
                <a:latin typeface="Times New Roman" pitchFamily="16" charset="0"/>
                <a:ea typeface="宋体" charset="-122"/>
              </a:rPr>
              <a:t> </a:t>
            </a:r>
            <a:r>
              <a:rPr lang="en-US" altLang="zh-CN" sz="2400" dirty="0" err="1" smtClean="0">
                <a:solidFill>
                  <a:srgbClr val="000000"/>
                </a:solidFill>
                <a:latin typeface="Times New Roman" pitchFamily="16" charset="0"/>
                <a:ea typeface="宋体" charset="-122"/>
              </a:rPr>
              <a:t>spi_message</a:t>
            </a:r>
            <a:r>
              <a:rPr lang="en-US" altLang="zh-CN" sz="2400" dirty="0" smtClean="0">
                <a:solidFill>
                  <a:srgbClr val="000000"/>
                </a:solidFill>
                <a:latin typeface="Times New Roman" pitchFamily="16" charset="0"/>
                <a:ea typeface="宋体" charset="-122"/>
              </a:rPr>
              <a:t> *message);</a:t>
            </a:r>
          </a:p>
          <a:p>
            <a:pPr marL="271463"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zh-CN" sz="2800" dirty="0">
              <a:solidFill>
                <a:srgbClr val="000000"/>
              </a:solidFill>
              <a:latin typeface="Times New Roman" pitchFamily="16" charset="0"/>
              <a:ea typeface="宋体" charset="-122"/>
            </a:endParaRPr>
          </a:p>
        </p:txBody>
      </p:sp>
    </p:spTree>
    <p:extLst>
      <p:ext uri="{BB962C8B-B14F-4D97-AF65-F5344CB8AC3E}">
        <p14:creationId xmlns:p14="http://schemas.microsoft.com/office/powerpoint/2010/main" val="233780946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p:cNvSpPr txBox="1">
            <a:spLocks noChangeArrowheads="1"/>
          </p:cNvSpPr>
          <p:nvPr/>
        </p:nvSpPr>
        <p:spPr bwMode="auto">
          <a:xfrm>
            <a:off x="457200" y="152400"/>
            <a:ext cx="822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ea typeface="宋体" charset="-122"/>
              </a:defRPr>
            </a:lvl9pPr>
          </a:lstStyle>
          <a:p>
            <a:pPr eaLnBrk="1" hangingPunct="1">
              <a:buClrTx/>
              <a:buFontTx/>
              <a:buNone/>
            </a:pPr>
            <a:r>
              <a:rPr lang="en-US" altLang="zh-CN" sz="3200" dirty="0">
                <a:solidFill>
                  <a:srgbClr val="464653"/>
                </a:solidFill>
              </a:rPr>
              <a:t>SPI</a:t>
            </a:r>
            <a:r>
              <a:rPr lang="en-US" sz="3200" dirty="0" smtClean="0">
                <a:solidFill>
                  <a:srgbClr val="464653"/>
                </a:solidFill>
              </a:rPr>
              <a:t> </a:t>
            </a:r>
            <a:r>
              <a:rPr lang="zh-CN" altLang="en-US" sz="3200" dirty="0" smtClean="0">
                <a:solidFill>
                  <a:srgbClr val="464653"/>
                </a:solidFill>
              </a:rPr>
              <a:t>设备驱动（</a:t>
            </a:r>
            <a:r>
              <a:rPr lang="en-US" altLang="zh-CN" sz="3200" dirty="0" err="1" smtClean="0">
                <a:solidFill>
                  <a:srgbClr val="464653"/>
                </a:solidFill>
              </a:rPr>
              <a:t>cont</a:t>
            </a:r>
            <a:r>
              <a:rPr lang="en-US" altLang="zh-CN" sz="3200" dirty="0" smtClean="0">
                <a:solidFill>
                  <a:srgbClr val="464653"/>
                </a:solidFill>
              </a:rPr>
              <a:t> </a:t>
            </a:r>
            <a:r>
              <a:rPr lang="zh-CN" altLang="en-US" sz="3200" dirty="0" smtClean="0">
                <a:solidFill>
                  <a:srgbClr val="464653"/>
                </a:solidFill>
              </a:rPr>
              <a:t>）</a:t>
            </a:r>
            <a:endParaRPr lang="en-US" sz="3200" dirty="0">
              <a:solidFill>
                <a:srgbClr val="464653"/>
              </a:solidFill>
            </a:endParaRPr>
          </a:p>
        </p:txBody>
      </p:sp>
      <p:sp>
        <p:nvSpPr>
          <p:cNvPr id="2" name="矩形 1"/>
          <p:cNvSpPr/>
          <p:nvPr/>
        </p:nvSpPr>
        <p:spPr>
          <a:xfrm>
            <a:off x="641422" y="1242604"/>
            <a:ext cx="8003232" cy="5524589"/>
          </a:xfrm>
          <a:prstGeom prst="rect">
            <a:avLst/>
          </a:prstGeom>
        </p:spPr>
        <p:txBody>
          <a:bodyPr wrap="square">
            <a:spAutoFit/>
          </a:bodyPr>
          <a:lstStyle/>
          <a:p>
            <a:pPr marL="271463"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800" dirty="0" smtClean="0">
                <a:solidFill>
                  <a:srgbClr val="000000"/>
                </a:solidFill>
                <a:latin typeface="Times New Roman" pitchFamily="16" charset="0"/>
                <a:ea typeface="宋体" charset="-122"/>
              </a:rPr>
              <a:t>Linux</a:t>
            </a:r>
            <a:r>
              <a:rPr lang="zh-CN" altLang="en-US" sz="2800" dirty="0" smtClean="0">
                <a:solidFill>
                  <a:srgbClr val="000000"/>
                </a:solidFill>
                <a:latin typeface="Times New Roman" pitchFamily="16" charset="0"/>
                <a:ea typeface="宋体" charset="-122"/>
              </a:rPr>
              <a:t>内核封装的收发函数</a:t>
            </a:r>
            <a:endParaRPr lang="en-US" altLang="zh-CN" sz="2800" dirty="0" smtClean="0">
              <a:solidFill>
                <a:srgbClr val="000000"/>
              </a:solidFill>
              <a:latin typeface="Times New Roman" pitchFamily="16" charset="0"/>
              <a:ea typeface="宋体" charset="-122"/>
            </a:endParaRPr>
          </a:p>
          <a:p>
            <a:pPr marL="728663" lvl="1"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smtClean="0">
                <a:solidFill>
                  <a:srgbClr val="000000"/>
                </a:solidFill>
                <a:latin typeface="Times New Roman" pitchFamily="16" charset="0"/>
                <a:ea typeface="宋体" charset="-122"/>
              </a:rPr>
              <a:t>static inline </a:t>
            </a:r>
            <a:r>
              <a:rPr lang="en-US" altLang="zh-CN" sz="2000" dirty="0" err="1" smtClean="0">
                <a:solidFill>
                  <a:srgbClr val="000000"/>
                </a:solidFill>
                <a:latin typeface="Times New Roman" pitchFamily="16" charset="0"/>
                <a:ea typeface="宋体" charset="-122"/>
              </a:rPr>
              <a:t>int</a:t>
            </a:r>
            <a:r>
              <a:rPr lang="en-US" altLang="zh-CN" sz="2000" dirty="0" smtClean="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spi_write</a:t>
            </a:r>
            <a:r>
              <a:rPr lang="en-US" altLang="zh-CN" sz="2000" dirty="0" smtClean="0">
                <a:solidFill>
                  <a:srgbClr val="000000"/>
                </a:solidFill>
                <a:latin typeface="Times New Roman" pitchFamily="16" charset="0"/>
                <a:ea typeface="宋体" charset="-122"/>
              </a:rPr>
              <a:t>(</a:t>
            </a:r>
            <a:r>
              <a:rPr lang="en-US" altLang="zh-CN" sz="2000" dirty="0" err="1" smtClean="0">
                <a:solidFill>
                  <a:srgbClr val="000000"/>
                </a:solidFill>
                <a:latin typeface="Times New Roman" pitchFamily="16" charset="0"/>
                <a:ea typeface="宋体" charset="-122"/>
              </a:rPr>
              <a:t>struct</a:t>
            </a:r>
            <a:r>
              <a:rPr lang="en-US" altLang="zh-CN" sz="2000" dirty="0" smtClean="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spi_device</a:t>
            </a:r>
            <a:r>
              <a:rPr lang="en-US" altLang="zh-CN" sz="2000" dirty="0" smtClean="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spi</a:t>
            </a:r>
            <a:r>
              <a:rPr lang="en-US" altLang="zh-CN" sz="2000" dirty="0" smtClean="0">
                <a:solidFill>
                  <a:srgbClr val="000000"/>
                </a:solidFill>
                <a:latin typeface="Times New Roman" pitchFamily="16" charset="0"/>
                <a:ea typeface="宋体" charset="-122"/>
              </a:rPr>
              <a:t>,</a:t>
            </a:r>
          </a:p>
          <a:p>
            <a:pPr lvl="7">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const</a:t>
            </a:r>
            <a:r>
              <a:rPr lang="en-US" altLang="zh-CN" sz="2000" dirty="0" smtClean="0">
                <a:solidFill>
                  <a:srgbClr val="000000"/>
                </a:solidFill>
                <a:latin typeface="Times New Roman" pitchFamily="16" charset="0"/>
                <a:ea typeface="宋体" charset="-122"/>
              </a:rPr>
              <a:t> void *</a:t>
            </a:r>
            <a:r>
              <a:rPr lang="en-US" altLang="zh-CN" sz="2000" dirty="0" err="1" smtClean="0">
                <a:solidFill>
                  <a:srgbClr val="000000"/>
                </a:solidFill>
                <a:latin typeface="Times New Roman" pitchFamily="16" charset="0"/>
                <a:ea typeface="宋体" charset="-122"/>
              </a:rPr>
              <a:t>buf</a:t>
            </a:r>
            <a:r>
              <a:rPr lang="en-US" altLang="zh-CN" sz="2000" dirty="0" smtClean="0">
                <a:solidFill>
                  <a:srgbClr val="000000"/>
                </a:solidFill>
                <a:latin typeface="Times New Roman" pitchFamily="16" charset="0"/>
                <a:ea typeface="宋体" charset="-122"/>
              </a:rPr>
              <a:t>,</a:t>
            </a:r>
          </a:p>
          <a:p>
            <a:pPr lvl="7">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size_t</a:t>
            </a:r>
            <a:r>
              <a:rPr lang="en-US" altLang="zh-CN" sz="2000" dirty="0" smtClean="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len</a:t>
            </a:r>
            <a:r>
              <a:rPr lang="en-US" altLang="zh-CN" sz="2000" dirty="0" smtClean="0">
                <a:solidFill>
                  <a:srgbClr val="000000"/>
                </a:solidFill>
                <a:latin typeface="Times New Roman" pitchFamily="16" charset="0"/>
                <a:ea typeface="宋体" charset="-122"/>
              </a:rPr>
              <a:t>);</a:t>
            </a:r>
          </a:p>
          <a:p>
            <a:pPr marL="728663" lvl="1"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a:solidFill>
                  <a:srgbClr val="000000"/>
                </a:solidFill>
                <a:latin typeface="Times New Roman" pitchFamily="16" charset="0"/>
                <a:ea typeface="宋体" charset="-122"/>
              </a:rPr>
              <a:t>static inline </a:t>
            </a:r>
            <a:r>
              <a:rPr lang="en-US" altLang="zh-CN" sz="2000" dirty="0" err="1">
                <a:solidFill>
                  <a:srgbClr val="000000"/>
                </a:solidFill>
                <a:latin typeface="Times New Roman" pitchFamily="16" charset="0"/>
                <a:ea typeface="宋体" charset="-122"/>
              </a:rPr>
              <a:t>int</a:t>
            </a:r>
            <a:r>
              <a:rPr lang="en-US" altLang="zh-CN" sz="2000" dirty="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spi_read</a:t>
            </a:r>
            <a:r>
              <a:rPr lang="en-US" altLang="zh-CN" sz="2000" dirty="0" smtClean="0">
                <a:solidFill>
                  <a:srgbClr val="000000"/>
                </a:solidFill>
                <a:latin typeface="Times New Roman" pitchFamily="16" charset="0"/>
                <a:ea typeface="宋体" charset="-122"/>
              </a:rPr>
              <a:t>(</a:t>
            </a:r>
            <a:r>
              <a:rPr lang="en-US" altLang="zh-CN" sz="2000" dirty="0" err="1" smtClean="0">
                <a:solidFill>
                  <a:srgbClr val="000000"/>
                </a:solidFill>
                <a:latin typeface="Times New Roman" pitchFamily="16" charset="0"/>
                <a:ea typeface="宋体" charset="-122"/>
              </a:rPr>
              <a:t>struct</a:t>
            </a:r>
            <a:r>
              <a:rPr lang="en-US" altLang="zh-CN" sz="2000" dirty="0" smtClean="0">
                <a:solidFill>
                  <a:srgbClr val="000000"/>
                </a:solidFill>
                <a:latin typeface="Times New Roman" pitchFamily="16" charset="0"/>
                <a:ea typeface="宋体" charset="-122"/>
              </a:rPr>
              <a:t> </a:t>
            </a:r>
            <a:r>
              <a:rPr lang="en-US" altLang="zh-CN" sz="2000" dirty="0" err="1">
                <a:solidFill>
                  <a:srgbClr val="000000"/>
                </a:solidFill>
                <a:latin typeface="Times New Roman" pitchFamily="16" charset="0"/>
                <a:ea typeface="宋体" charset="-122"/>
              </a:rPr>
              <a:t>spi_device</a:t>
            </a:r>
            <a:r>
              <a:rPr lang="en-US" altLang="zh-CN" sz="2000" dirty="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spi</a:t>
            </a:r>
            <a:r>
              <a:rPr lang="en-US" altLang="zh-CN" sz="2000" dirty="0" smtClean="0">
                <a:solidFill>
                  <a:srgbClr val="000000"/>
                </a:solidFill>
                <a:latin typeface="Times New Roman" pitchFamily="16" charset="0"/>
                <a:ea typeface="宋体" charset="-122"/>
              </a:rPr>
              <a:t>,</a:t>
            </a:r>
          </a:p>
          <a:p>
            <a:pPr lvl="7">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const</a:t>
            </a:r>
            <a:r>
              <a:rPr lang="en-US" altLang="zh-CN" sz="2000" dirty="0" smtClean="0">
                <a:solidFill>
                  <a:srgbClr val="000000"/>
                </a:solidFill>
                <a:latin typeface="Times New Roman" pitchFamily="16" charset="0"/>
                <a:ea typeface="宋体" charset="-122"/>
              </a:rPr>
              <a:t> </a:t>
            </a:r>
            <a:r>
              <a:rPr lang="en-US" altLang="zh-CN" sz="2000" dirty="0">
                <a:solidFill>
                  <a:srgbClr val="000000"/>
                </a:solidFill>
                <a:latin typeface="Times New Roman" pitchFamily="16" charset="0"/>
                <a:ea typeface="宋体" charset="-122"/>
              </a:rPr>
              <a:t>void *</a:t>
            </a:r>
            <a:r>
              <a:rPr lang="en-US" altLang="zh-CN" sz="2000" dirty="0" err="1" smtClean="0">
                <a:solidFill>
                  <a:srgbClr val="000000"/>
                </a:solidFill>
                <a:latin typeface="Times New Roman" pitchFamily="16" charset="0"/>
                <a:ea typeface="宋体" charset="-122"/>
              </a:rPr>
              <a:t>buf</a:t>
            </a:r>
            <a:r>
              <a:rPr lang="en-US" altLang="zh-CN" sz="2000" dirty="0" smtClean="0">
                <a:solidFill>
                  <a:srgbClr val="000000"/>
                </a:solidFill>
                <a:latin typeface="Times New Roman" pitchFamily="16" charset="0"/>
                <a:ea typeface="宋体" charset="-122"/>
              </a:rPr>
              <a:t>,</a:t>
            </a:r>
          </a:p>
          <a:p>
            <a:pPr lvl="7">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size_t</a:t>
            </a:r>
            <a:r>
              <a:rPr lang="en-US" altLang="zh-CN" sz="2000" dirty="0" smtClean="0">
                <a:solidFill>
                  <a:srgbClr val="000000"/>
                </a:solidFill>
                <a:latin typeface="Times New Roman" pitchFamily="16" charset="0"/>
                <a:ea typeface="宋体" charset="-122"/>
              </a:rPr>
              <a:t> </a:t>
            </a:r>
            <a:r>
              <a:rPr lang="en-US" altLang="zh-CN" sz="2000" dirty="0" err="1">
                <a:solidFill>
                  <a:srgbClr val="000000"/>
                </a:solidFill>
                <a:latin typeface="Times New Roman" pitchFamily="16" charset="0"/>
                <a:ea typeface="宋体" charset="-122"/>
              </a:rPr>
              <a:t>len</a:t>
            </a:r>
            <a:r>
              <a:rPr lang="en-US" altLang="zh-CN" sz="2000" dirty="0">
                <a:solidFill>
                  <a:srgbClr val="000000"/>
                </a:solidFill>
                <a:latin typeface="Times New Roman" pitchFamily="16" charset="0"/>
                <a:ea typeface="宋体" charset="-122"/>
              </a:rPr>
              <a:t>);</a:t>
            </a:r>
          </a:p>
          <a:p>
            <a:pPr marL="728663" lvl="1" indent="-271463">
              <a:spcBef>
                <a:spcPts val="600"/>
              </a:spcBef>
              <a:buClr>
                <a:srgbClr val="727CA3"/>
              </a:buClr>
              <a:buSzPct val="76000"/>
              <a:buFont typeface="Wingdings 3"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err="1" smtClean="0">
                <a:solidFill>
                  <a:srgbClr val="000000"/>
                </a:solidFill>
                <a:latin typeface="Times New Roman" pitchFamily="16" charset="0"/>
                <a:ea typeface="宋体" charset="-122"/>
              </a:rPr>
              <a:t>int</a:t>
            </a:r>
            <a:r>
              <a:rPr lang="en-US" altLang="zh-CN" sz="2000" dirty="0" smtClean="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spi_write_then_read</a:t>
            </a:r>
            <a:r>
              <a:rPr lang="en-US" altLang="zh-CN" sz="2000" dirty="0" smtClean="0">
                <a:solidFill>
                  <a:srgbClr val="000000"/>
                </a:solidFill>
                <a:latin typeface="Times New Roman" pitchFamily="16" charset="0"/>
                <a:ea typeface="宋体" charset="-122"/>
              </a:rPr>
              <a:t>(</a:t>
            </a:r>
            <a:r>
              <a:rPr lang="en-US" altLang="zh-CN" sz="2000" dirty="0" err="1" smtClean="0">
                <a:solidFill>
                  <a:srgbClr val="000000"/>
                </a:solidFill>
                <a:latin typeface="Times New Roman" pitchFamily="16" charset="0"/>
                <a:ea typeface="宋体" charset="-122"/>
              </a:rPr>
              <a:t>struct</a:t>
            </a:r>
            <a:r>
              <a:rPr lang="en-US" altLang="zh-CN" sz="2000" dirty="0" smtClean="0">
                <a:solidFill>
                  <a:srgbClr val="000000"/>
                </a:solidFill>
                <a:latin typeface="Times New Roman" pitchFamily="16" charset="0"/>
                <a:ea typeface="宋体" charset="-122"/>
              </a:rPr>
              <a:t> </a:t>
            </a:r>
            <a:r>
              <a:rPr lang="en-US" altLang="zh-CN" sz="2000" dirty="0" err="1">
                <a:solidFill>
                  <a:srgbClr val="000000"/>
                </a:solidFill>
                <a:latin typeface="Times New Roman" pitchFamily="16" charset="0"/>
                <a:ea typeface="宋体" charset="-122"/>
              </a:rPr>
              <a:t>spi_device</a:t>
            </a:r>
            <a:r>
              <a:rPr lang="en-US" altLang="zh-CN" sz="2000" dirty="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spi</a:t>
            </a:r>
            <a:r>
              <a:rPr lang="en-US" altLang="zh-CN" sz="2000" dirty="0" smtClean="0">
                <a:solidFill>
                  <a:srgbClr val="000000"/>
                </a:solidFill>
                <a:latin typeface="Times New Roman" pitchFamily="16" charset="0"/>
                <a:ea typeface="宋体" charset="-122"/>
              </a:rPr>
              <a:t>,</a:t>
            </a:r>
          </a:p>
          <a:p>
            <a:pPr lvl="7">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err="1" smtClean="0">
                <a:solidFill>
                  <a:srgbClr val="000000"/>
                </a:solidFill>
                <a:latin typeface="Times New Roman" pitchFamily="16" charset="0"/>
                <a:ea typeface="宋体" charset="-122"/>
              </a:rPr>
              <a:t>const</a:t>
            </a:r>
            <a:r>
              <a:rPr lang="en-US" altLang="zh-CN" sz="2000" dirty="0" smtClean="0">
                <a:solidFill>
                  <a:srgbClr val="000000"/>
                </a:solidFill>
                <a:latin typeface="Times New Roman" pitchFamily="16" charset="0"/>
                <a:ea typeface="宋体" charset="-122"/>
              </a:rPr>
              <a:t> </a:t>
            </a:r>
            <a:r>
              <a:rPr lang="en-US" altLang="zh-CN" sz="2000" dirty="0">
                <a:solidFill>
                  <a:srgbClr val="000000"/>
                </a:solidFill>
                <a:latin typeface="Times New Roman" pitchFamily="16" charset="0"/>
                <a:ea typeface="宋体" charset="-122"/>
              </a:rPr>
              <a:t>void </a:t>
            </a:r>
            <a:r>
              <a:rPr lang="en-US" altLang="zh-CN" sz="2000" dirty="0" smtClean="0">
                <a:solidFill>
                  <a:srgbClr val="000000"/>
                </a:solidFill>
                <a:latin typeface="Times New Roman" pitchFamily="16" charset="0"/>
                <a:ea typeface="宋体" charset="-122"/>
              </a:rPr>
              <a:t>*</a:t>
            </a:r>
            <a:r>
              <a:rPr lang="en-US" altLang="zh-CN" sz="2000" dirty="0" err="1" smtClean="0">
                <a:solidFill>
                  <a:srgbClr val="000000"/>
                </a:solidFill>
                <a:latin typeface="Times New Roman" pitchFamily="16" charset="0"/>
                <a:ea typeface="宋体" charset="-122"/>
              </a:rPr>
              <a:t>tx_buf</a:t>
            </a:r>
            <a:r>
              <a:rPr lang="en-US" altLang="zh-CN" sz="2000" dirty="0" smtClean="0">
                <a:solidFill>
                  <a:srgbClr val="000000"/>
                </a:solidFill>
                <a:latin typeface="Times New Roman" pitchFamily="16" charset="0"/>
                <a:ea typeface="宋体" charset="-122"/>
              </a:rPr>
              <a:t>,</a:t>
            </a:r>
          </a:p>
          <a:p>
            <a:pPr lvl="7">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err="1" smtClean="0">
                <a:solidFill>
                  <a:srgbClr val="000000"/>
                </a:solidFill>
                <a:latin typeface="Times New Roman" pitchFamily="16" charset="0"/>
                <a:ea typeface="宋体" charset="-122"/>
              </a:rPr>
              <a:t>size_t</a:t>
            </a:r>
            <a:r>
              <a:rPr lang="en-US" altLang="zh-CN" sz="2000" dirty="0" smtClean="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n_tx</a:t>
            </a:r>
            <a:r>
              <a:rPr lang="en-US" altLang="zh-CN" sz="2000" dirty="0" smtClean="0">
                <a:solidFill>
                  <a:srgbClr val="000000"/>
                </a:solidFill>
                <a:latin typeface="Times New Roman" pitchFamily="16" charset="0"/>
                <a:ea typeface="宋体" charset="-122"/>
              </a:rPr>
              <a:t>,</a:t>
            </a:r>
          </a:p>
          <a:p>
            <a:pPr lvl="7">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err="1" smtClean="0">
                <a:solidFill>
                  <a:srgbClr val="000000"/>
                </a:solidFill>
                <a:latin typeface="Times New Roman" pitchFamily="16" charset="0"/>
                <a:ea typeface="宋体" charset="-122"/>
              </a:rPr>
              <a:t>const</a:t>
            </a:r>
            <a:r>
              <a:rPr lang="en-US" altLang="zh-CN" sz="2000" dirty="0" smtClean="0">
                <a:solidFill>
                  <a:srgbClr val="000000"/>
                </a:solidFill>
                <a:latin typeface="Times New Roman" pitchFamily="16" charset="0"/>
                <a:ea typeface="宋体" charset="-122"/>
              </a:rPr>
              <a:t> </a:t>
            </a:r>
            <a:r>
              <a:rPr lang="en-US" altLang="zh-CN" sz="2000" dirty="0">
                <a:solidFill>
                  <a:srgbClr val="000000"/>
                </a:solidFill>
                <a:latin typeface="Times New Roman" pitchFamily="16" charset="0"/>
                <a:ea typeface="宋体" charset="-122"/>
              </a:rPr>
              <a:t>void </a:t>
            </a:r>
            <a:r>
              <a:rPr lang="en-US" altLang="zh-CN" sz="2000" dirty="0" smtClean="0">
                <a:solidFill>
                  <a:srgbClr val="000000"/>
                </a:solidFill>
                <a:latin typeface="Times New Roman" pitchFamily="16" charset="0"/>
                <a:ea typeface="宋体" charset="-122"/>
              </a:rPr>
              <a:t>*</a:t>
            </a:r>
            <a:r>
              <a:rPr lang="en-US" altLang="zh-CN" sz="2000" dirty="0" err="1">
                <a:solidFill>
                  <a:srgbClr val="000000"/>
                </a:solidFill>
                <a:latin typeface="Times New Roman" pitchFamily="16" charset="0"/>
                <a:ea typeface="宋体" charset="-122"/>
              </a:rPr>
              <a:t>r</a:t>
            </a:r>
            <a:r>
              <a:rPr lang="en-US" altLang="zh-CN" sz="2000" dirty="0" err="1" smtClean="0">
                <a:solidFill>
                  <a:srgbClr val="000000"/>
                </a:solidFill>
                <a:latin typeface="Times New Roman" pitchFamily="16" charset="0"/>
                <a:ea typeface="宋体" charset="-122"/>
              </a:rPr>
              <a:t>x_buf</a:t>
            </a:r>
            <a:r>
              <a:rPr lang="en-US" altLang="zh-CN" sz="2000" dirty="0" smtClean="0">
                <a:solidFill>
                  <a:srgbClr val="000000"/>
                </a:solidFill>
                <a:latin typeface="Times New Roman" pitchFamily="16" charset="0"/>
                <a:ea typeface="宋体" charset="-122"/>
              </a:rPr>
              <a:t>,</a:t>
            </a:r>
          </a:p>
          <a:p>
            <a:pPr lvl="7">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err="1" smtClean="0">
                <a:solidFill>
                  <a:srgbClr val="000000"/>
                </a:solidFill>
                <a:latin typeface="Times New Roman" pitchFamily="16" charset="0"/>
                <a:ea typeface="宋体" charset="-122"/>
              </a:rPr>
              <a:t>size_t</a:t>
            </a:r>
            <a:r>
              <a:rPr lang="en-US" altLang="zh-CN" sz="2000" dirty="0" smtClean="0">
                <a:solidFill>
                  <a:srgbClr val="000000"/>
                </a:solidFill>
                <a:latin typeface="Times New Roman" pitchFamily="16" charset="0"/>
                <a:ea typeface="宋体" charset="-122"/>
              </a:rPr>
              <a:t> </a:t>
            </a:r>
            <a:r>
              <a:rPr lang="en-US" altLang="zh-CN" sz="2000" dirty="0" err="1" smtClean="0">
                <a:solidFill>
                  <a:srgbClr val="000000"/>
                </a:solidFill>
                <a:latin typeface="Times New Roman" pitchFamily="16" charset="0"/>
                <a:ea typeface="宋体" charset="-122"/>
              </a:rPr>
              <a:t>n_rx</a:t>
            </a:r>
            <a:r>
              <a:rPr lang="en-US" altLang="zh-CN" sz="2000" dirty="0" smtClean="0">
                <a:solidFill>
                  <a:srgbClr val="000000"/>
                </a:solidFill>
                <a:latin typeface="Times New Roman" pitchFamily="16" charset="0"/>
                <a:ea typeface="宋体" charset="-122"/>
              </a:rPr>
              <a:t>);</a:t>
            </a:r>
            <a:endParaRPr lang="en-US" altLang="zh-CN" sz="2000" dirty="0">
              <a:solidFill>
                <a:srgbClr val="000000"/>
              </a:solidFill>
              <a:latin typeface="Times New Roman" pitchFamily="16" charset="0"/>
              <a:ea typeface="宋体" charset="-122"/>
            </a:endParaRPr>
          </a:p>
          <a:p>
            <a:pPr lvl="8">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zh-CN" sz="2000" dirty="0" smtClean="0">
              <a:solidFill>
                <a:srgbClr val="000000"/>
              </a:solidFill>
              <a:latin typeface="Times New Roman" pitchFamily="16" charset="0"/>
              <a:ea typeface="宋体" charset="-122"/>
            </a:endParaRPr>
          </a:p>
          <a:p>
            <a:pPr>
              <a:spcBef>
                <a:spcPts val="600"/>
              </a:spcBef>
              <a:buClr>
                <a:srgbClr val="727CA3"/>
              </a:buClr>
              <a:buSzPct val="76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zh-CN" sz="2000" dirty="0" smtClean="0">
                <a:solidFill>
                  <a:srgbClr val="000000"/>
                </a:solidFill>
                <a:latin typeface="Times New Roman" pitchFamily="16" charset="0"/>
                <a:ea typeface="宋体" charset="-122"/>
              </a:rPr>
              <a:t>        </a:t>
            </a:r>
            <a:endParaRPr lang="en-US" altLang="zh-CN" sz="2000" dirty="0">
              <a:solidFill>
                <a:srgbClr val="000000"/>
              </a:solidFill>
              <a:latin typeface="Times New Roman" pitchFamily="16" charset="0"/>
              <a:ea typeface="宋体" charset="-122"/>
            </a:endParaRPr>
          </a:p>
        </p:txBody>
      </p:sp>
    </p:spTree>
    <p:extLst>
      <p:ext uri="{BB962C8B-B14F-4D97-AF65-F5344CB8AC3E}">
        <p14:creationId xmlns:p14="http://schemas.microsoft.com/office/powerpoint/2010/main" val="365527492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1"/>
          <p:cNvSpPr txBox="1">
            <a:spLocks noChangeArrowheads="1"/>
          </p:cNvSpPr>
          <p:nvPr/>
        </p:nvSpPr>
        <p:spPr bwMode="auto">
          <a:xfrm>
            <a:off x="857224" y="3644900"/>
            <a:ext cx="7358114" cy="1282700"/>
          </a:xfrm>
          <a:prstGeom prst="rect">
            <a:avLst/>
          </a:prstGeom>
          <a:noFill/>
          <a:ln w="9525">
            <a:noFill/>
            <a:round/>
            <a:headEnd/>
            <a:tailEnd/>
          </a:ln>
          <a:effectLst/>
        </p:spPr>
        <p:txBody>
          <a:bodyPr anchor="b"/>
          <a:lstStyle/>
          <a:p>
            <a:pPr algn="ctr">
              <a:buClr>
                <a:srgbClr val="000000"/>
              </a:buClr>
              <a:buSzPct val="100000"/>
              <a:buFont typeface="微软雅黑" pitchFamily="34" charset="-12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zh-CN" sz="4000" dirty="0" smtClean="0">
                <a:solidFill>
                  <a:schemeClr val="tx1"/>
                </a:solidFill>
                <a:effectLst>
                  <a:outerShdw blurRad="38100" dist="38100" dir="2700000" algn="tl">
                    <a:srgbClr val="C0C0C0"/>
                  </a:outerShdw>
                </a:effectLst>
                <a:latin typeface="微软雅黑" pitchFamily="34" charset="-122"/>
              </a:rPr>
              <a:t>Linux</a:t>
            </a:r>
            <a:r>
              <a:rPr lang="zh-CN" altLang="en-US" sz="4000" dirty="0" smtClean="0">
                <a:solidFill>
                  <a:schemeClr val="tx1"/>
                </a:solidFill>
                <a:effectLst>
                  <a:outerShdw blurRad="38100" dist="38100" dir="2700000" algn="tl">
                    <a:srgbClr val="C0C0C0"/>
                  </a:outerShdw>
                </a:effectLst>
                <a:latin typeface="微软雅黑" pitchFamily="34" charset="-122"/>
              </a:rPr>
              <a:t>块设备驱动开发</a:t>
            </a:r>
            <a:endParaRPr lang="en-US" sz="4000" dirty="0">
              <a:solidFill>
                <a:schemeClr val="tx1"/>
              </a:solidFill>
              <a:effectLst>
                <a:outerShdw blurRad="38100" dist="38100" dir="2700000" algn="tl">
                  <a:srgbClr val="C0C0C0"/>
                </a:outerShdw>
              </a:effectLst>
              <a:latin typeface="微软雅黑" pitchFamily="34" charset="-122"/>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p:cNvSpPr>
          <p:nvPr>
            <p:ph type="title"/>
          </p:nvPr>
        </p:nvSpPr>
        <p:spPr/>
        <p:txBody>
          <a:bodyPr/>
          <a:lstStyle/>
          <a:p>
            <a:r>
              <a:rPr lang="zh-CN" altLang="en-US" b="0" smtClean="0">
                <a:solidFill>
                  <a:schemeClr val="tx2"/>
                </a:solidFill>
                <a:latin typeface="Arial" charset="0"/>
                <a:ea typeface="宋体" charset="-122"/>
              </a:rPr>
              <a:t> </a:t>
            </a:r>
          </a:p>
        </p:txBody>
      </p:sp>
      <p:sp>
        <p:nvSpPr>
          <p:cNvPr id="260099" name="Rectangle 3"/>
          <p:cNvSpPr>
            <a:spLocks noGrp="1"/>
          </p:cNvSpPr>
          <p:nvPr>
            <p:ph type="body" idx="1"/>
          </p:nvPr>
        </p:nvSpPr>
        <p:spPr/>
        <p:txBody>
          <a:bodyPr/>
          <a:lstStyle/>
          <a:p>
            <a:pPr>
              <a:lnSpc>
                <a:spcPct val="150000"/>
              </a:lnSpc>
            </a:pPr>
            <a:r>
              <a:rPr lang="zh-CN" altLang="en-US" i="1" u="sng" dirty="0" smtClean="0"/>
              <a:t>块设备特点及驱动程序工作原理</a:t>
            </a:r>
          </a:p>
          <a:p>
            <a:pPr>
              <a:lnSpc>
                <a:spcPct val="150000"/>
              </a:lnSpc>
            </a:pPr>
            <a:r>
              <a:rPr lang="en-US" altLang="zh-CN" dirty="0" err="1" smtClean="0"/>
              <a:t>block_device_operations</a:t>
            </a:r>
            <a:r>
              <a:rPr lang="zh-CN" altLang="en-US" dirty="0" smtClean="0"/>
              <a:t>结构体</a:t>
            </a:r>
          </a:p>
          <a:p>
            <a:pPr>
              <a:lnSpc>
                <a:spcPct val="150000"/>
              </a:lnSpc>
            </a:pPr>
            <a:r>
              <a:rPr lang="en-US" altLang="zh-CN" dirty="0" err="1" smtClean="0"/>
              <a:t>gendisk</a:t>
            </a:r>
            <a:r>
              <a:rPr lang="zh-CN" altLang="en-US" dirty="0" smtClean="0"/>
              <a:t>结构体及操作</a:t>
            </a:r>
          </a:p>
          <a:p>
            <a:pPr>
              <a:lnSpc>
                <a:spcPct val="150000"/>
              </a:lnSpc>
            </a:pPr>
            <a:r>
              <a:rPr lang="en-US" altLang="zh-CN" dirty="0" smtClean="0"/>
              <a:t>request</a:t>
            </a:r>
            <a:r>
              <a:rPr lang="zh-CN" altLang="en-US" dirty="0" smtClean="0"/>
              <a:t>结构体及操作</a:t>
            </a:r>
          </a:p>
          <a:p>
            <a:pPr>
              <a:lnSpc>
                <a:spcPct val="150000"/>
              </a:lnSpc>
            </a:pPr>
            <a:r>
              <a:rPr lang="zh-CN" altLang="en-US" dirty="0" smtClean="0"/>
              <a:t>块设备驱动编写</a:t>
            </a:r>
          </a:p>
          <a:p>
            <a:endParaRPr lang="zh-CN" altLang="en-US" dirty="0" smtClean="0"/>
          </a:p>
          <a:p>
            <a:endParaRPr lang="zh-CN" altLang="en-US" dirty="0" smtClean="0"/>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4" name="Rectangle 2"/>
          <p:cNvSpPr>
            <a:spLocks noGrp="1" noChangeArrowheads="1"/>
          </p:cNvSpPr>
          <p:nvPr>
            <p:ph type="title"/>
          </p:nvPr>
        </p:nvSpPr>
        <p:spPr/>
        <p:txBody>
          <a:bodyPr/>
          <a:lstStyle/>
          <a:p>
            <a:r>
              <a:rPr lang="zh-CN" altLang="en-US" dirty="0" smtClean="0"/>
              <a:t>块设备驱动程序的特点</a:t>
            </a:r>
          </a:p>
        </p:txBody>
      </p:sp>
      <p:sp>
        <p:nvSpPr>
          <p:cNvPr id="424965" name="Rectangle 3"/>
          <p:cNvSpPr>
            <a:spLocks noGrp="1" noChangeArrowheads="1"/>
          </p:cNvSpPr>
          <p:nvPr>
            <p:ph idx="1"/>
          </p:nvPr>
        </p:nvSpPr>
        <p:spPr/>
        <p:txBody>
          <a:bodyPr/>
          <a:lstStyle/>
          <a:p>
            <a:pPr eaLnBrk="1" hangingPunct="1">
              <a:lnSpc>
                <a:spcPct val="150000"/>
              </a:lnSpc>
            </a:pPr>
            <a:r>
              <a:rPr lang="zh-CN" altLang="en-US" dirty="0" smtClean="0"/>
              <a:t>块设备接口相对复杂，不如字符设备明晰易用</a:t>
            </a:r>
          </a:p>
          <a:p>
            <a:pPr eaLnBrk="1" hangingPunct="1">
              <a:lnSpc>
                <a:spcPct val="150000"/>
              </a:lnSpc>
            </a:pPr>
            <a:r>
              <a:rPr lang="zh-CN" altLang="en-US" dirty="0" smtClean="0"/>
              <a:t>块设备驱动程序对整个系统的性能影响较大，速度和效率是设计块设备驱动程要重点考虑的问题</a:t>
            </a:r>
          </a:p>
          <a:p>
            <a:pPr eaLnBrk="1" hangingPunct="1">
              <a:lnSpc>
                <a:spcPct val="150000"/>
              </a:lnSpc>
            </a:pPr>
            <a:r>
              <a:rPr lang="zh-CN" altLang="en-US" dirty="0" smtClean="0"/>
              <a:t>系统中使用缓冲区与访问请求的优化管理（合并与重新排序）来提高系统性能</a:t>
            </a:r>
          </a:p>
        </p:txBody>
      </p:sp>
      <p:sp>
        <p:nvSpPr>
          <p:cNvPr id="424963" name="日期占位符 5"/>
          <p:cNvSpPr>
            <a:spLocks noGrp="1"/>
          </p:cNvSpPr>
          <p:nvPr>
            <p:ph type="dt" idx="12"/>
          </p:nvPr>
        </p:nvSpPr>
        <p:spPr>
          <a:noFill/>
        </p:spPr>
        <p:txBody>
          <a:bodyPr/>
          <a:lstStyle/>
          <a:p>
            <a:endParaRPr lang="en-US" altLang="zh-CN" dirty="0" smtClean="0"/>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idx="4294967295"/>
          </p:nvPr>
        </p:nvSpPr>
        <p:spPr>
          <a:xfrm>
            <a:off x="457200" y="428603"/>
            <a:ext cx="8221663" cy="704871"/>
          </a:xfrm>
        </p:spPr>
        <p:txBody>
          <a:bodyPr lIns="92075" tIns="46038" rIns="92075" bIns="46038" anchor="ctr"/>
          <a:lstStyle/>
          <a:p>
            <a:r>
              <a:rPr lang="zh-CN" altLang="en-US" dirty="0" smtClean="0"/>
              <a:t>块设备与字符设备的区别</a:t>
            </a:r>
          </a:p>
        </p:txBody>
      </p:sp>
      <p:graphicFrame>
        <p:nvGraphicFramePr>
          <p:cNvPr id="432131" name="Group 3"/>
          <p:cNvGraphicFramePr>
            <a:graphicFrameLocks noGrp="1"/>
          </p:cNvGraphicFramePr>
          <p:nvPr>
            <p:ph idx="4294967295"/>
          </p:nvPr>
        </p:nvGraphicFramePr>
        <p:xfrm>
          <a:off x="457200" y="1600200"/>
          <a:ext cx="8229600" cy="4525963"/>
        </p:xfrm>
        <a:graphic>
          <a:graphicData uri="http://schemas.openxmlformats.org/drawingml/2006/table">
            <a:tbl>
              <a:tblPr/>
              <a:tblGrid>
                <a:gridCol w="2743200"/>
                <a:gridCol w="2743200"/>
                <a:gridCol w="2743200"/>
              </a:tblGrid>
              <a:tr h="904875">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属性</a:t>
                      </a:r>
                      <a:r>
                        <a:rPr kumimoji="0" lang="en-US" altLang="zh-CN" sz="2400" b="0" i="0" u="none" strike="noStrike" cap="none" normalizeH="0" baseline="0" smtClean="0">
                          <a:ln>
                            <a:noFill/>
                          </a:ln>
                          <a:solidFill>
                            <a:schemeClr val="tx1"/>
                          </a:solidFill>
                          <a:effectLst/>
                          <a:latin typeface="Times New Roman" pitchFamily="18" charset="0"/>
                          <a:ea typeface="隶书" pitchFamily="49" charset="-122"/>
                        </a:rPr>
                        <a:t>\</a:t>
                      </a: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类别</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块设备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字符设备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访问单位</a:t>
                      </a:r>
                      <a:r>
                        <a:rPr kumimoji="0" lang="en-US" altLang="zh-CN" sz="2400" b="0" i="0" u="none" strike="noStrike" cap="none" normalizeH="0" baseline="0" smtClean="0">
                          <a:ln>
                            <a:noFill/>
                          </a:ln>
                          <a:solidFill>
                            <a:schemeClr val="tx1"/>
                          </a:solidFill>
                          <a:effectLst/>
                          <a:latin typeface="Times New Roman" pitchFamily="18" charset="0"/>
                          <a:ea typeface="隶书" pitchFamily="49" charset="-122"/>
                        </a:rPr>
                        <a:t>/</a:t>
                      </a: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次</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有固定大小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无固定大小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6463">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随机访问（</a:t>
                      </a:r>
                      <a:r>
                        <a:rPr kumimoji="0" lang="en-US" altLang="zh-CN" sz="2400" b="0" i="0" u="none" strike="noStrike" cap="none" normalizeH="0" baseline="0" smtClean="0">
                          <a:ln>
                            <a:noFill/>
                          </a:ln>
                          <a:solidFill>
                            <a:schemeClr val="tx1"/>
                          </a:solidFill>
                          <a:effectLst/>
                          <a:latin typeface="Times New Roman" pitchFamily="18" charset="0"/>
                          <a:ea typeface="隶书" pitchFamily="49" charset="-122"/>
                        </a:rPr>
                        <a:t>lseek</a:t>
                      </a: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支持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不支持</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用户直接访问</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不可</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可以</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驱动程序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复杂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600"/>
                        </a:spcBef>
                        <a:spcAft>
                          <a:spcPct val="0"/>
                        </a:spcAft>
                        <a:buClr>
                          <a:schemeClr val="accent1"/>
                        </a:buClr>
                        <a:buSzPct val="76000"/>
                        <a:buFont typeface="Wingdings 3" pitchFamily="18" charset="2"/>
                        <a:buNone/>
                        <a:tabLst/>
                      </a:pPr>
                      <a:r>
                        <a:rPr kumimoji="0" lang="zh-CN" altLang="en-US" sz="2400" b="0" i="0" u="none" strike="noStrike" cap="none" normalizeH="0" baseline="0" smtClean="0">
                          <a:ln>
                            <a:noFill/>
                          </a:ln>
                          <a:solidFill>
                            <a:schemeClr val="tx1"/>
                          </a:solidFill>
                          <a:effectLst/>
                          <a:latin typeface="Times New Roman" pitchFamily="18" charset="0"/>
                          <a:ea typeface="隶书" pitchFamily="49" charset="-122"/>
                        </a:rPr>
                        <a:t>相对简单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 </a:t>
            </a:r>
            <a:r>
              <a:rPr lang="zh-CN" altLang="en-US" dirty="0" smtClean="0"/>
              <a:t>块驱动层次结构</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pic>
        <p:nvPicPr>
          <p:cNvPr id="642050" name="Picture 2"/>
          <p:cNvPicPr>
            <a:picLocks noChangeAspect="1" noChangeArrowheads="1"/>
          </p:cNvPicPr>
          <p:nvPr/>
        </p:nvPicPr>
        <p:blipFill>
          <a:blip r:embed="rId2" cstate="print"/>
          <a:srcRect/>
          <a:stretch>
            <a:fillRect/>
          </a:stretch>
        </p:blipFill>
        <p:spPr bwMode="auto">
          <a:xfrm>
            <a:off x="2071670" y="1285860"/>
            <a:ext cx="5105400" cy="5067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p:cNvSpPr>
          <p:nvPr>
            <p:ph type="title"/>
          </p:nvPr>
        </p:nvSpPr>
        <p:spPr/>
        <p:txBody>
          <a:bodyPr/>
          <a:lstStyle/>
          <a:p>
            <a:r>
              <a:rPr lang="zh-CN" altLang="en-US" b="0" smtClean="0">
                <a:solidFill>
                  <a:schemeClr val="tx2"/>
                </a:solidFill>
                <a:latin typeface="Arial" charset="0"/>
                <a:ea typeface="宋体" charset="-122"/>
              </a:rPr>
              <a:t> </a:t>
            </a:r>
          </a:p>
        </p:txBody>
      </p:sp>
      <p:sp>
        <p:nvSpPr>
          <p:cNvPr id="334851" name="Rectangle 3"/>
          <p:cNvSpPr>
            <a:spLocks noGrp="1"/>
          </p:cNvSpPr>
          <p:nvPr>
            <p:ph type="body" idx="1"/>
          </p:nvPr>
        </p:nvSpPr>
        <p:spPr/>
        <p:txBody>
          <a:bodyPr/>
          <a:lstStyle/>
          <a:p>
            <a:pPr>
              <a:lnSpc>
                <a:spcPct val="150000"/>
              </a:lnSpc>
            </a:pPr>
            <a:r>
              <a:rPr lang="zh-CN" altLang="en-US" dirty="0" smtClean="0"/>
              <a:t>块设备特点及驱动程序工作原理</a:t>
            </a:r>
          </a:p>
          <a:p>
            <a:pPr>
              <a:lnSpc>
                <a:spcPct val="150000"/>
              </a:lnSpc>
            </a:pPr>
            <a:r>
              <a:rPr lang="en-US" altLang="zh-CN" i="1" u="sng" dirty="0" err="1" smtClean="0"/>
              <a:t>block_device_operations</a:t>
            </a:r>
            <a:r>
              <a:rPr lang="zh-CN" altLang="en-US" i="1" u="sng" dirty="0" smtClean="0"/>
              <a:t>结构体</a:t>
            </a:r>
          </a:p>
          <a:p>
            <a:pPr>
              <a:lnSpc>
                <a:spcPct val="150000"/>
              </a:lnSpc>
            </a:pPr>
            <a:r>
              <a:rPr lang="en-US" altLang="zh-CN" dirty="0" err="1" smtClean="0"/>
              <a:t>gendisk</a:t>
            </a:r>
            <a:r>
              <a:rPr lang="zh-CN" altLang="en-US" dirty="0" smtClean="0"/>
              <a:t>结构体及操作</a:t>
            </a:r>
          </a:p>
          <a:p>
            <a:pPr>
              <a:lnSpc>
                <a:spcPct val="150000"/>
              </a:lnSpc>
            </a:pPr>
            <a:r>
              <a:rPr lang="en-US" altLang="zh-CN" dirty="0" smtClean="0"/>
              <a:t>request</a:t>
            </a:r>
            <a:r>
              <a:rPr lang="zh-CN" altLang="en-US" dirty="0" smtClean="0"/>
              <a:t>结构体及操作</a:t>
            </a:r>
          </a:p>
          <a:p>
            <a:pPr>
              <a:lnSpc>
                <a:spcPct val="150000"/>
              </a:lnSpc>
            </a:pPr>
            <a:r>
              <a:rPr lang="zh-CN" altLang="en-US" dirty="0" smtClean="0"/>
              <a:t>块设备驱动编写</a:t>
            </a:r>
          </a:p>
          <a:p>
            <a:endParaRPr lang="zh-CN" altLang="en-US" dirty="0" smtClean="0"/>
          </a:p>
          <a:p>
            <a:endParaRPr lang="zh-CN" altLang="en-US" dirty="0" smtClean="0"/>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p:cNvSpPr>
          <p:nvPr>
            <p:ph type="title"/>
          </p:nvPr>
        </p:nvSpPr>
        <p:spPr/>
        <p:txBody>
          <a:bodyPr/>
          <a:lstStyle/>
          <a:p>
            <a:r>
              <a:rPr lang="en-US" altLang="zh-CN" b="0" smtClean="0">
                <a:solidFill>
                  <a:schemeClr val="tx2"/>
                </a:solidFill>
                <a:latin typeface="Arial" charset="0"/>
                <a:ea typeface="宋体" charset="-122"/>
              </a:rPr>
              <a:t>block_device_operations</a:t>
            </a:r>
            <a:r>
              <a:rPr lang="zh-CN" altLang="en-US" b="0" smtClean="0">
                <a:solidFill>
                  <a:schemeClr val="tx2"/>
                </a:solidFill>
                <a:latin typeface="Arial" charset="0"/>
                <a:ea typeface="宋体" charset="-122"/>
              </a:rPr>
              <a:t>结构体 </a:t>
            </a:r>
          </a:p>
        </p:txBody>
      </p:sp>
      <p:sp>
        <p:nvSpPr>
          <p:cNvPr id="302083" name="Rectangle 3"/>
          <p:cNvSpPr>
            <a:spLocks noGrp="1"/>
          </p:cNvSpPr>
          <p:nvPr>
            <p:ph type="body" idx="1"/>
          </p:nvPr>
        </p:nvSpPr>
        <p:spPr/>
        <p:txBody>
          <a:bodyPr/>
          <a:lstStyle/>
          <a:p>
            <a:pPr>
              <a:lnSpc>
                <a:spcPct val="90000"/>
              </a:lnSpc>
            </a:pPr>
            <a:r>
              <a:rPr lang="zh-CN" altLang="en-US" sz="2000" smtClean="0"/>
              <a:t>在块设备驱动中，有</a:t>
            </a:r>
            <a:r>
              <a:rPr lang="en-US" altLang="zh-CN" sz="2000" smtClean="0"/>
              <a:t>1</a:t>
            </a:r>
            <a:r>
              <a:rPr lang="zh-CN" altLang="en-US" sz="2000" smtClean="0"/>
              <a:t>个类似于字符设备驱动中</a:t>
            </a:r>
            <a:r>
              <a:rPr lang="en-US" altLang="zh-CN" sz="2000" smtClean="0"/>
              <a:t>file_operations</a:t>
            </a:r>
            <a:r>
              <a:rPr lang="zh-CN" altLang="en-US" sz="2000" smtClean="0"/>
              <a:t>结构体的</a:t>
            </a:r>
            <a:r>
              <a:rPr lang="en-US" altLang="zh-CN" sz="2000" smtClean="0"/>
              <a:t>block_device_operations</a:t>
            </a:r>
            <a:r>
              <a:rPr lang="zh-CN" altLang="en-US" sz="2000" smtClean="0"/>
              <a:t>结构体，它是对块设备操作的集合</a:t>
            </a:r>
          </a:p>
          <a:p>
            <a:pPr>
              <a:lnSpc>
                <a:spcPct val="90000"/>
              </a:lnSpc>
            </a:pPr>
            <a:r>
              <a:rPr lang="zh-CN" altLang="en-US" sz="2000" smtClean="0"/>
              <a:t> </a:t>
            </a:r>
            <a:r>
              <a:rPr lang="en-US" altLang="zh-CN" sz="2000" smtClean="0"/>
              <a:t>struct block_device_operations</a:t>
            </a:r>
          </a:p>
          <a:p>
            <a:pPr>
              <a:lnSpc>
                <a:spcPct val="90000"/>
              </a:lnSpc>
              <a:buFont typeface="Wingdings 3" pitchFamily="18" charset="2"/>
              <a:buNone/>
            </a:pPr>
            <a:r>
              <a:rPr lang="en-US" altLang="zh-CN" sz="2000" smtClean="0"/>
              <a:t>	 {</a:t>
            </a:r>
          </a:p>
          <a:p>
            <a:pPr>
              <a:lnSpc>
                <a:spcPct val="90000"/>
              </a:lnSpc>
              <a:buFont typeface="Wingdings 3" pitchFamily="18" charset="2"/>
              <a:buNone/>
            </a:pPr>
            <a:r>
              <a:rPr lang="en-US" altLang="zh-CN" sz="2000" smtClean="0"/>
              <a:t>	    int(*open)(struct inode *, struct file*);  //</a:t>
            </a:r>
            <a:r>
              <a:rPr lang="zh-CN" altLang="en-US" sz="2000" smtClean="0"/>
              <a:t>打开</a:t>
            </a:r>
          </a:p>
          <a:p>
            <a:pPr>
              <a:lnSpc>
                <a:spcPct val="90000"/>
              </a:lnSpc>
              <a:buFont typeface="Wingdings 3" pitchFamily="18" charset="2"/>
              <a:buNone/>
            </a:pPr>
            <a:r>
              <a:rPr lang="en-US" altLang="zh-CN" sz="2000" smtClean="0"/>
              <a:t>	    int(*release)(struct inode *, struct file*);  //</a:t>
            </a:r>
            <a:r>
              <a:rPr lang="zh-CN" altLang="en-US" sz="2000" smtClean="0"/>
              <a:t>释放</a:t>
            </a:r>
          </a:p>
          <a:p>
            <a:pPr>
              <a:lnSpc>
                <a:spcPct val="90000"/>
              </a:lnSpc>
              <a:buFont typeface="Wingdings 3" pitchFamily="18" charset="2"/>
              <a:buNone/>
            </a:pPr>
            <a:r>
              <a:rPr lang="en-US" altLang="zh-CN" sz="2000" smtClean="0"/>
              <a:t>	    int(*ioctl)(struct inode *, struct file *, unsigned, unsigned       </a:t>
            </a:r>
          </a:p>
          <a:p>
            <a:pPr>
              <a:lnSpc>
                <a:spcPct val="90000"/>
              </a:lnSpc>
              <a:buFont typeface="Wingdings 3" pitchFamily="18" charset="2"/>
              <a:buNone/>
            </a:pPr>
            <a:r>
              <a:rPr lang="en-US" altLang="zh-CN" sz="2000" smtClean="0"/>
              <a:t>         long);  //ioctl</a:t>
            </a:r>
          </a:p>
          <a:p>
            <a:pPr>
              <a:lnSpc>
                <a:spcPct val="90000"/>
              </a:lnSpc>
              <a:buFont typeface="Wingdings 3" pitchFamily="18" charset="2"/>
              <a:buNone/>
            </a:pPr>
            <a:r>
              <a:rPr lang="en-US" altLang="zh-CN" sz="2000" smtClean="0"/>
              <a:t>	     int(*media_changed)(struct gendisk*);  //</a:t>
            </a:r>
            <a:r>
              <a:rPr lang="zh-CN" altLang="en-US" sz="2000" smtClean="0"/>
              <a:t>介质被改变？</a:t>
            </a:r>
          </a:p>
          <a:p>
            <a:pPr>
              <a:lnSpc>
                <a:spcPct val="90000"/>
              </a:lnSpc>
              <a:buFont typeface="Wingdings 3" pitchFamily="18" charset="2"/>
              <a:buNone/>
            </a:pPr>
            <a:r>
              <a:rPr lang="en-US" altLang="zh-CN" sz="2000" smtClean="0"/>
              <a:t>	     int(*revalidate_disk)(struct gendisk*);  //</a:t>
            </a:r>
            <a:r>
              <a:rPr lang="zh-CN" altLang="en-US" sz="2000" smtClean="0"/>
              <a:t>使介质有效</a:t>
            </a:r>
          </a:p>
          <a:p>
            <a:pPr>
              <a:lnSpc>
                <a:spcPct val="90000"/>
              </a:lnSpc>
              <a:buFont typeface="Wingdings 3" pitchFamily="18" charset="2"/>
              <a:buNone/>
            </a:pPr>
            <a:r>
              <a:rPr lang="en-US" altLang="zh-CN" sz="2000" smtClean="0"/>
              <a:t>         int(*getgeo)(struct block_device *, struct hd_geometry*);//</a:t>
            </a:r>
            <a:r>
              <a:rPr lang="zh-CN" altLang="en-US" sz="2000" smtClean="0"/>
              <a:t>填充驱动器    信息</a:t>
            </a:r>
          </a:p>
          <a:p>
            <a:pPr>
              <a:lnSpc>
                <a:spcPct val="90000"/>
              </a:lnSpc>
              <a:buFont typeface="Wingdings 3" pitchFamily="18" charset="2"/>
              <a:buNone/>
            </a:pPr>
            <a:r>
              <a:rPr lang="en-US" altLang="zh-CN" sz="2000" smtClean="0"/>
              <a:t>	     struct module *owner; //</a:t>
            </a:r>
            <a:r>
              <a:rPr lang="zh-CN" altLang="en-US" sz="2000" smtClean="0"/>
              <a:t>模块拥有者</a:t>
            </a:r>
          </a:p>
          <a:p>
            <a:pPr>
              <a:lnSpc>
                <a:spcPct val="90000"/>
              </a:lnSpc>
              <a:buFont typeface="Wingdings 3" pitchFamily="18" charset="2"/>
              <a:buNone/>
            </a:pPr>
            <a:r>
              <a:rPr lang="en-US" altLang="zh-CN" sz="2000" smtClean="0"/>
              <a:t> };</a:t>
            </a:r>
            <a:r>
              <a:rPr lang="zh-CN" altLang="en-US" sz="2000" smtClean="0"/>
              <a:t> </a:t>
            </a:r>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p:cNvSpPr>
          <p:nvPr>
            <p:ph type="title"/>
          </p:nvPr>
        </p:nvSpPr>
        <p:spPr/>
        <p:txBody>
          <a:bodyPr/>
          <a:lstStyle/>
          <a:p>
            <a:r>
              <a:rPr lang="zh-CN" altLang="en-US" b="0" smtClean="0">
                <a:solidFill>
                  <a:schemeClr val="tx2"/>
                </a:solidFill>
                <a:latin typeface="Arial" charset="0"/>
                <a:ea typeface="宋体" charset="-122"/>
              </a:rPr>
              <a:t>打开和释放 </a:t>
            </a:r>
          </a:p>
        </p:txBody>
      </p:sp>
      <p:sp>
        <p:nvSpPr>
          <p:cNvPr id="303107" name="Rectangle 3"/>
          <p:cNvSpPr>
            <a:spLocks noGrp="1"/>
          </p:cNvSpPr>
          <p:nvPr>
            <p:ph type="body" idx="1"/>
          </p:nvPr>
        </p:nvSpPr>
        <p:spPr/>
        <p:txBody>
          <a:bodyPr/>
          <a:lstStyle/>
          <a:p>
            <a:pPr>
              <a:lnSpc>
                <a:spcPct val="150000"/>
              </a:lnSpc>
            </a:pPr>
            <a:r>
              <a:rPr lang="en-US" altLang="zh-CN" dirty="0" err="1" smtClean="0"/>
              <a:t>int</a:t>
            </a:r>
            <a:r>
              <a:rPr lang="en-US" altLang="zh-CN" dirty="0" smtClean="0"/>
              <a:t> (*open)(</a:t>
            </a:r>
            <a:r>
              <a:rPr lang="en-US" altLang="zh-CN" dirty="0" err="1" smtClean="0"/>
              <a:t>struct</a:t>
            </a:r>
            <a:r>
              <a:rPr lang="en-US" altLang="zh-CN" dirty="0" smtClean="0"/>
              <a:t> </a:t>
            </a:r>
            <a:r>
              <a:rPr lang="en-US" altLang="zh-CN" dirty="0" err="1" smtClean="0"/>
              <a:t>inode</a:t>
            </a:r>
            <a:r>
              <a:rPr lang="en-US" altLang="zh-CN" dirty="0" smtClean="0"/>
              <a:t> *</a:t>
            </a:r>
            <a:r>
              <a:rPr lang="en-US" altLang="zh-CN" dirty="0" err="1" smtClean="0"/>
              <a:t>inode</a:t>
            </a:r>
            <a:r>
              <a:rPr lang="en-US" altLang="zh-CN" dirty="0" smtClean="0"/>
              <a:t>, </a:t>
            </a:r>
            <a:r>
              <a:rPr lang="en-US" altLang="zh-CN" dirty="0" err="1" smtClean="0"/>
              <a:t>struct</a:t>
            </a:r>
            <a:r>
              <a:rPr lang="en-US" altLang="zh-CN" dirty="0" smtClean="0"/>
              <a:t> file *</a:t>
            </a:r>
            <a:r>
              <a:rPr lang="en-US" altLang="zh-CN" dirty="0" err="1" smtClean="0"/>
              <a:t>filp</a:t>
            </a:r>
            <a:r>
              <a:rPr lang="en-US" altLang="zh-CN" dirty="0" smtClean="0"/>
              <a:t>);</a:t>
            </a:r>
          </a:p>
          <a:p>
            <a:pPr>
              <a:lnSpc>
                <a:spcPct val="150000"/>
              </a:lnSpc>
            </a:pPr>
            <a:r>
              <a:rPr lang="en-US" altLang="zh-CN" dirty="0" err="1" smtClean="0"/>
              <a:t>int</a:t>
            </a:r>
            <a:r>
              <a:rPr lang="en-US" altLang="zh-CN" dirty="0" smtClean="0"/>
              <a:t> (*release)(</a:t>
            </a:r>
            <a:r>
              <a:rPr lang="en-US" altLang="zh-CN" dirty="0" err="1" smtClean="0"/>
              <a:t>struct</a:t>
            </a:r>
            <a:r>
              <a:rPr lang="en-US" altLang="zh-CN" dirty="0" smtClean="0"/>
              <a:t> </a:t>
            </a:r>
            <a:r>
              <a:rPr lang="en-US" altLang="zh-CN" dirty="0" err="1" smtClean="0"/>
              <a:t>inode</a:t>
            </a:r>
            <a:r>
              <a:rPr lang="en-US" altLang="zh-CN" dirty="0" smtClean="0"/>
              <a:t> *</a:t>
            </a:r>
            <a:r>
              <a:rPr lang="en-US" altLang="zh-CN" dirty="0" err="1" smtClean="0"/>
              <a:t>inode</a:t>
            </a:r>
            <a:r>
              <a:rPr lang="en-US" altLang="zh-CN" dirty="0" smtClean="0"/>
              <a:t>, </a:t>
            </a:r>
            <a:r>
              <a:rPr lang="en-US" altLang="zh-CN" dirty="0" err="1" smtClean="0"/>
              <a:t>struct</a:t>
            </a:r>
            <a:r>
              <a:rPr lang="en-US" altLang="zh-CN" dirty="0" smtClean="0"/>
              <a:t> file *</a:t>
            </a:r>
            <a:r>
              <a:rPr lang="en-US" altLang="zh-CN" dirty="0" err="1" smtClean="0"/>
              <a:t>filp</a:t>
            </a:r>
            <a:r>
              <a:rPr lang="en-US" altLang="zh-CN" dirty="0" smtClean="0"/>
              <a:t>);</a:t>
            </a:r>
          </a:p>
          <a:p>
            <a:pPr>
              <a:lnSpc>
                <a:spcPct val="150000"/>
              </a:lnSpc>
            </a:pPr>
            <a:r>
              <a:rPr lang="zh-CN" altLang="en-US" dirty="0" smtClean="0"/>
              <a:t>与字符设备驱动类似，当设备被打开和关闭时将调用它们。 </a:t>
            </a:r>
          </a:p>
        </p:txBody>
      </p:sp>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p:cNvSpPr>
          <p:nvPr>
            <p:ph type="title"/>
          </p:nvPr>
        </p:nvSpPr>
        <p:spPr/>
        <p:txBody>
          <a:bodyPr/>
          <a:lstStyle/>
          <a:p>
            <a:r>
              <a:rPr lang="en-US" altLang="zh-CN" b="0" smtClean="0">
                <a:solidFill>
                  <a:schemeClr val="tx2"/>
                </a:solidFill>
                <a:latin typeface="Arial" charset="0"/>
                <a:ea typeface="宋体" charset="-122"/>
              </a:rPr>
              <a:t>IO</a:t>
            </a:r>
            <a:r>
              <a:rPr lang="zh-CN" altLang="en-US" b="0" smtClean="0">
                <a:solidFill>
                  <a:schemeClr val="tx2"/>
                </a:solidFill>
                <a:latin typeface="Arial" charset="0"/>
                <a:ea typeface="宋体" charset="-122"/>
              </a:rPr>
              <a:t>控制 </a:t>
            </a:r>
          </a:p>
        </p:txBody>
      </p:sp>
      <p:sp>
        <p:nvSpPr>
          <p:cNvPr id="304131" name="Rectangle 3"/>
          <p:cNvSpPr>
            <a:spLocks noGrp="1"/>
          </p:cNvSpPr>
          <p:nvPr>
            <p:ph type="body" idx="1"/>
          </p:nvPr>
        </p:nvSpPr>
        <p:spPr/>
        <p:txBody>
          <a:bodyPr/>
          <a:lstStyle/>
          <a:p>
            <a:pPr>
              <a:lnSpc>
                <a:spcPct val="150000"/>
              </a:lnSpc>
            </a:pPr>
            <a:r>
              <a:rPr lang="en-US" altLang="zh-CN" dirty="0" err="1" smtClean="0"/>
              <a:t>int</a:t>
            </a:r>
            <a:r>
              <a:rPr lang="en-US" altLang="zh-CN" dirty="0" smtClean="0"/>
              <a:t> (*</a:t>
            </a:r>
            <a:r>
              <a:rPr lang="en-US" altLang="zh-CN" dirty="0" err="1" smtClean="0"/>
              <a:t>ioctl</a:t>
            </a:r>
            <a:r>
              <a:rPr lang="en-US" altLang="zh-CN" dirty="0" smtClean="0"/>
              <a:t>)(</a:t>
            </a:r>
            <a:r>
              <a:rPr lang="en-US" altLang="zh-CN" dirty="0" err="1" smtClean="0"/>
              <a:t>struct</a:t>
            </a:r>
            <a:r>
              <a:rPr lang="en-US" altLang="zh-CN" dirty="0" smtClean="0"/>
              <a:t> </a:t>
            </a:r>
            <a:r>
              <a:rPr lang="en-US" altLang="zh-CN" dirty="0" err="1" smtClean="0"/>
              <a:t>inode</a:t>
            </a:r>
            <a:r>
              <a:rPr lang="en-US" altLang="zh-CN" dirty="0" smtClean="0"/>
              <a:t> *</a:t>
            </a:r>
            <a:r>
              <a:rPr lang="en-US" altLang="zh-CN" dirty="0" err="1" smtClean="0"/>
              <a:t>inode</a:t>
            </a:r>
            <a:r>
              <a:rPr lang="en-US" altLang="zh-CN" dirty="0" smtClean="0"/>
              <a:t>, </a:t>
            </a:r>
            <a:r>
              <a:rPr lang="en-US" altLang="zh-CN" dirty="0" err="1" smtClean="0"/>
              <a:t>struct</a:t>
            </a:r>
            <a:r>
              <a:rPr lang="en-US" altLang="zh-CN" dirty="0" smtClean="0"/>
              <a:t> file *</a:t>
            </a:r>
            <a:r>
              <a:rPr lang="en-US" altLang="zh-CN" dirty="0" err="1" smtClean="0"/>
              <a:t>filp</a:t>
            </a:r>
            <a:r>
              <a:rPr lang="en-US" altLang="zh-CN" dirty="0" smtClean="0"/>
              <a:t>, unsigned </a:t>
            </a:r>
            <a:r>
              <a:rPr lang="en-US" altLang="zh-CN" dirty="0" err="1" smtClean="0"/>
              <a:t>int</a:t>
            </a:r>
            <a:r>
              <a:rPr lang="en-US" altLang="zh-CN" dirty="0" smtClean="0"/>
              <a:t> </a:t>
            </a:r>
            <a:r>
              <a:rPr lang="en-US" altLang="zh-CN" dirty="0" err="1" smtClean="0"/>
              <a:t>cmd,unsigned</a:t>
            </a:r>
            <a:r>
              <a:rPr lang="en-US" altLang="zh-CN" dirty="0" smtClean="0"/>
              <a:t> long </a:t>
            </a:r>
            <a:r>
              <a:rPr lang="en-US" altLang="zh-CN" dirty="0" err="1" smtClean="0"/>
              <a:t>arg</a:t>
            </a:r>
            <a:r>
              <a:rPr lang="en-US" altLang="zh-CN" dirty="0" smtClean="0"/>
              <a:t>);</a:t>
            </a:r>
          </a:p>
          <a:p>
            <a:pPr>
              <a:lnSpc>
                <a:spcPct val="150000"/>
              </a:lnSpc>
            </a:pPr>
            <a:r>
              <a:rPr lang="zh-CN" altLang="en-US" dirty="0" smtClean="0"/>
              <a:t>上述函数是</a:t>
            </a:r>
            <a:r>
              <a:rPr lang="en-US" altLang="zh-CN" dirty="0" err="1" smtClean="0"/>
              <a:t>ioctl</a:t>
            </a:r>
            <a:r>
              <a:rPr lang="en-US" altLang="zh-CN" dirty="0" smtClean="0"/>
              <a:t>()</a:t>
            </a:r>
            <a:r>
              <a:rPr lang="zh-CN" altLang="en-US" dirty="0" smtClean="0"/>
              <a:t>系统调用的实现，块设备包含大量的标准请求，这些标准请求由</a:t>
            </a:r>
            <a:r>
              <a:rPr lang="en-US" altLang="zh-CN" dirty="0" smtClean="0"/>
              <a:t>Linux</a:t>
            </a:r>
            <a:r>
              <a:rPr lang="zh-CN" altLang="en-US" dirty="0" smtClean="0"/>
              <a:t>块设备层处理，因此大部分块设备驱动的</a:t>
            </a:r>
            <a:r>
              <a:rPr lang="en-US" altLang="zh-CN" dirty="0" err="1" smtClean="0"/>
              <a:t>ioctl</a:t>
            </a:r>
            <a:r>
              <a:rPr lang="en-US" altLang="zh-CN" dirty="0" smtClean="0"/>
              <a:t>()</a:t>
            </a:r>
            <a:r>
              <a:rPr lang="zh-CN" altLang="en-US" dirty="0" smtClean="0"/>
              <a:t>函数相当短。</a:t>
            </a:r>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p:cNvSpPr>
          <p:nvPr>
            <p:ph type="title"/>
          </p:nvPr>
        </p:nvSpPr>
        <p:spPr/>
        <p:txBody>
          <a:bodyPr/>
          <a:lstStyle/>
          <a:p>
            <a:r>
              <a:rPr lang="zh-CN" altLang="en-US" b="0" smtClean="0">
                <a:solidFill>
                  <a:schemeClr val="tx2"/>
                </a:solidFill>
                <a:latin typeface="Arial" charset="0"/>
                <a:ea typeface="宋体" charset="-122"/>
              </a:rPr>
              <a:t>介质改变</a:t>
            </a:r>
          </a:p>
        </p:txBody>
      </p:sp>
      <p:sp>
        <p:nvSpPr>
          <p:cNvPr id="305155" name="Rectangle 3"/>
          <p:cNvSpPr>
            <a:spLocks noGrp="1"/>
          </p:cNvSpPr>
          <p:nvPr>
            <p:ph type="body" idx="1"/>
          </p:nvPr>
        </p:nvSpPr>
        <p:spPr/>
        <p:txBody>
          <a:bodyPr/>
          <a:lstStyle/>
          <a:p>
            <a:r>
              <a:rPr lang="en-US" altLang="zh-CN" smtClean="0"/>
              <a:t>int (*media_changed) (struct gendisk *gd);</a:t>
            </a:r>
          </a:p>
          <a:p>
            <a:r>
              <a:rPr lang="zh-CN" altLang="en-US" smtClean="0"/>
              <a:t>被内核调用来检查是否驱动器中的介质已经改变，如果是，则返回一个非</a:t>
            </a:r>
            <a:r>
              <a:rPr lang="en-US" altLang="zh-CN" smtClean="0"/>
              <a:t>0</a:t>
            </a:r>
            <a:r>
              <a:rPr lang="zh-CN" altLang="en-US" smtClean="0"/>
              <a:t>值，否则返回</a:t>
            </a:r>
            <a:r>
              <a:rPr lang="en-US" altLang="zh-CN" smtClean="0"/>
              <a:t>0</a:t>
            </a:r>
            <a:r>
              <a:rPr lang="zh-CN" altLang="en-US" smtClean="0"/>
              <a:t>。这个函数仅适用于支持可移动介质的驱动器，通常需要在驱动中增加一个表示介质状态是否改变的标志变量，非可移动设备的驱动不需要实现这个方法。 </a:t>
            </a:r>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p:cNvSpPr>
          <p:nvPr>
            <p:ph type="title"/>
          </p:nvPr>
        </p:nvSpPr>
        <p:spPr/>
        <p:txBody>
          <a:bodyPr/>
          <a:lstStyle/>
          <a:p>
            <a:r>
              <a:rPr lang="zh-CN" altLang="en-US" b="0" smtClean="0">
                <a:solidFill>
                  <a:schemeClr val="tx2"/>
                </a:solidFill>
                <a:latin typeface="Arial" charset="0"/>
                <a:ea typeface="宋体" charset="-122"/>
              </a:rPr>
              <a:t>使介质有效 </a:t>
            </a:r>
          </a:p>
        </p:txBody>
      </p:sp>
      <p:sp>
        <p:nvSpPr>
          <p:cNvPr id="306179" name="Rectangle 3"/>
          <p:cNvSpPr>
            <a:spLocks noGrp="1"/>
          </p:cNvSpPr>
          <p:nvPr>
            <p:ph type="body" idx="1"/>
          </p:nvPr>
        </p:nvSpPr>
        <p:spPr/>
        <p:txBody>
          <a:bodyPr/>
          <a:lstStyle/>
          <a:p>
            <a:pPr>
              <a:lnSpc>
                <a:spcPct val="150000"/>
              </a:lnSpc>
            </a:pPr>
            <a:r>
              <a:rPr lang="en-US" altLang="zh-CN" dirty="0" err="1" smtClean="0"/>
              <a:t>int</a:t>
            </a:r>
            <a:r>
              <a:rPr lang="en-US" altLang="zh-CN" dirty="0" smtClean="0"/>
              <a:t> (*</a:t>
            </a:r>
            <a:r>
              <a:rPr lang="en-US" altLang="zh-CN" dirty="0" err="1" smtClean="0"/>
              <a:t>revalidate_disk</a:t>
            </a:r>
            <a:r>
              <a:rPr lang="en-US" altLang="zh-CN" dirty="0" smtClean="0"/>
              <a:t>) (</a:t>
            </a:r>
            <a:r>
              <a:rPr lang="en-US" altLang="zh-CN" dirty="0" err="1" smtClean="0"/>
              <a:t>struct</a:t>
            </a:r>
            <a:r>
              <a:rPr lang="en-US" altLang="zh-CN" dirty="0" smtClean="0"/>
              <a:t> </a:t>
            </a:r>
            <a:r>
              <a:rPr lang="en-US" altLang="zh-CN" dirty="0" err="1" smtClean="0"/>
              <a:t>gendisk</a:t>
            </a:r>
            <a:r>
              <a:rPr lang="en-US" altLang="zh-CN" dirty="0" smtClean="0"/>
              <a:t> *</a:t>
            </a:r>
            <a:r>
              <a:rPr lang="en-US" altLang="zh-CN" dirty="0" err="1" smtClean="0"/>
              <a:t>gd</a:t>
            </a:r>
            <a:r>
              <a:rPr lang="en-US" altLang="zh-CN" dirty="0" smtClean="0"/>
              <a:t>);</a:t>
            </a:r>
          </a:p>
          <a:p>
            <a:pPr>
              <a:lnSpc>
                <a:spcPct val="150000"/>
              </a:lnSpc>
            </a:pPr>
            <a:r>
              <a:rPr lang="en-US" altLang="zh-CN" dirty="0" err="1" smtClean="0"/>
              <a:t>revalidate_disk</a:t>
            </a:r>
            <a:r>
              <a:rPr lang="en-US" altLang="zh-CN" dirty="0" smtClean="0"/>
              <a:t>()</a:t>
            </a:r>
            <a:r>
              <a:rPr lang="zh-CN" altLang="en-US" dirty="0" smtClean="0"/>
              <a:t>函数被调用来响应一个介质改变，它给驱动一个机会来进行必要的工作以使新介质准备好。</a:t>
            </a:r>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p:cNvSpPr>
          <p:nvPr>
            <p:ph type="title"/>
          </p:nvPr>
        </p:nvSpPr>
        <p:spPr/>
        <p:txBody>
          <a:bodyPr/>
          <a:lstStyle/>
          <a:p>
            <a:r>
              <a:rPr lang="zh-CN" altLang="en-US" b="0" smtClean="0">
                <a:solidFill>
                  <a:schemeClr val="tx2"/>
                </a:solidFill>
                <a:latin typeface="Arial" charset="0"/>
                <a:ea typeface="宋体" charset="-122"/>
              </a:rPr>
              <a:t>获得驱动器信息 </a:t>
            </a:r>
          </a:p>
        </p:txBody>
      </p:sp>
      <p:sp>
        <p:nvSpPr>
          <p:cNvPr id="307203" name="Rectangle 3"/>
          <p:cNvSpPr>
            <a:spLocks noGrp="1"/>
          </p:cNvSpPr>
          <p:nvPr>
            <p:ph type="body" idx="1"/>
          </p:nvPr>
        </p:nvSpPr>
        <p:spPr/>
        <p:txBody>
          <a:bodyPr/>
          <a:lstStyle/>
          <a:p>
            <a:r>
              <a:rPr lang="en-US" altLang="zh-CN" dirty="0" err="1" smtClean="0"/>
              <a:t>int</a:t>
            </a:r>
            <a:r>
              <a:rPr lang="en-US" altLang="zh-CN" dirty="0" smtClean="0"/>
              <a:t> (*</a:t>
            </a:r>
            <a:r>
              <a:rPr lang="en-US" altLang="zh-CN" dirty="0" err="1" smtClean="0"/>
              <a:t>getgeo</a:t>
            </a:r>
            <a:r>
              <a:rPr lang="en-US" altLang="zh-CN" dirty="0" smtClean="0"/>
              <a:t>)(</a:t>
            </a:r>
            <a:r>
              <a:rPr lang="en-US" altLang="zh-CN" dirty="0" err="1" smtClean="0"/>
              <a:t>struct</a:t>
            </a:r>
            <a:r>
              <a:rPr lang="en-US" altLang="zh-CN" dirty="0" smtClean="0"/>
              <a:t> </a:t>
            </a:r>
            <a:r>
              <a:rPr lang="en-US" altLang="zh-CN" dirty="0" err="1" smtClean="0"/>
              <a:t>block_device</a:t>
            </a:r>
            <a:r>
              <a:rPr lang="en-US" altLang="zh-CN" dirty="0" smtClean="0"/>
              <a:t> *, </a:t>
            </a:r>
            <a:r>
              <a:rPr lang="en-US" altLang="zh-CN" dirty="0" err="1" smtClean="0"/>
              <a:t>struct</a:t>
            </a:r>
            <a:r>
              <a:rPr lang="en-US" altLang="zh-CN" dirty="0" smtClean="0"/>
              <a:t> </a:t>
            </a:r>
            <a:r>
              <a:rPr lang="en-US" altLang="zh-CN" dirty="0" err="1" smtClean="0"/>
              <a:t>hd_geometry</a:t>
            </a:r>
            <a:r>
              <a:rPr lang="en-US" altLang="zh-CN" dirty="0" smtClean="0"/>
              <a:t> *);</a:t>
            </a:r>
          </a:p>
          <a:p>
            <a:pPr>
              <a:buFont typeface="Wingdings 3" pitchFamily="18" charset="2"/>
              <a:buNone/>
            </a:pPr>
            <a:r>
              <a:rPr lang="zh-CN" altLang="en-US" dirty="0" smtClean="0"/>
              <a:t>	该函数根据驱动器的几何信息填充一个</a:t>
            </a:r>
            <a:r>
              <a:rPr lang="en-US" altLang="zh-CN" dirty="0" err="1" smtClean="0"/>
              <a:t>hd_geometry</a:t>
            </a:r>
            <a:r>
              <a:rPr lang="zh-CN" altLang="en-US" dirty="0" smtClean="0"/>
              <a:t>结构体，</a:t>
            </a:r>
            <a:r>
              <a:rPr lang="en-US" altLang="zh-CN" dirty="0" err="1" smtClean="0"/>
              <a:t>hd_geometry</a:t>
            </a:r>
            <a:r>
              <a:rPr lang="zh-CN" altLang="en-US" dirty="0" smtClean="0"/>
              <a:t>结构体包含磁头、扇区、柱面等信息。 </a:t>
            </a:r>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p:cNvSpPr>
          <p:nvPr>
            <p:ph type="title"/>
          </p:nvPr>
        </p:nvSpPr>
        <p:spPr/>
        <p:txBody>
          <a:bodyPr/>
          <a:lstStyle/>
          <a:p>
            <a:r>
              <a:rPr lang="zh-CN" altLang="en-US" b="0" smtClean="0">
                <a:solidFill>
                  <a:schemeClr val="tx2"/>
                </a:solidFill>
                <a:latin typeface="Arial" charset="0"/>
                <a:ea typeface="宋体" charset="-122"/>
              </a:rPr>
              <a:t> </a:t>
            </a:r>
          </a:p>
        </p:txBody>
      </p:sp>
      <p:sp>
        <p:nvSpPr>
          <p:cNvPr id="335875" name="Rectangle 3"/>
          <p:cNvSpPr>
            <a:spLocks noGrp="1"/>
          </p:cNvSpPr>
          <p:nvPr>
            <p:ph type="body" idx="1"/>
          </p:nvPr>
        </p:nvSpPr>
        <p:spPr/>
        <p:txBody>
          <a:bodyPr/>
          <a:lstStyle/>
          <a:p>
            <a:pPr>
              <a:lnSpc>
                <a:spcPct val="150000"/>
              </a:lnSpc>
            </a:pPr>
            <a:r>
              <a:rPr lang="zh-CN" altLang="en-US" dirty="0" smtClean="0"/>
              <a:t>块设备特点及驱动程序工作原理</a:t>
            </a:r>
          </a:p>
          <a:p>
            <a:pPr>
              <a:lnSpc>
                <a:spcPct val="150000"/>
              </a:lnSpc>
            </a:pPr>
            <a:r>
              <a:rPr lang="en-US" altLang="zh-CN" dirty="0" err="1" smtClean="0"/>
              <a:t>block_device_operations</a:t>
            </a:r>
            <a:r>
              <a:rPr lang="zh-CN" altLang="en-US" dirty="0" smtClean="0"/>
              <a:t>结构体</a:t>
            </a:r>
          </a:p>
          <a:p>
            <a:pPr>
              <a:lnSpc>
                <a:spcPct val="150000"/>
              </a:lnSpc>
            </a:pPr>
            <a:r>
              <a:rPr lang="en-US" altLang="zh-CN" i="1" u="sng" dirty="0" err="1" smtClean="0"/>
              <a:t>gendisk</a:t>
            </a:r>
            <a:r>
              <a:rPr lang="zh-CN" altLang="en-US" i="1" u="sng" dirty="0" smtClean="0"/>
              <a:t>结构体及操作</a:t>
            </a:r>
          </a:p>
          <a:p>
            <a:pPr>
              <a:lnSpc>
                <a:spcPct val="150000"/>
              </a:lnSpc>
            </a:pPr>
            <a:r>
              <a:rPr lang="en-US" altLang="zh-CN" dirty="0" smtClean="0"/>
              <a:t>request</a:t>
            </a:r>
            <a:r>
              <a:rPr lang="zh-CN" altLang="en-US" dirty="0" smtClean="0"/>
              <a:t>结构体及操作</a:t>
            </a:r>
          </a:p>
          <a:p>
            <a:pPr>
              <a:lnSpc>
                <a:spcPct val="150000"/>
              </a:lnSpc>
            </a:pPr>
            <a:r>
              <a:rPr lang="zh-CN" altLang="en-US" dirty="0" smtClean="0"/>
              <a:t>块设备驱动编写</a:t>
            </a:r>
          </a:p>
          <a:p>
            <a:endParaRPr lang="zh-CN" altLang="en-US" dirty="0" smtClean="0"/>
          </a:p>
          <a:p>
            <a:endParaRPr lang="zh-CN" altLang="en-US" dirty="0" smtClean="0"/>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p:cNvSpPr>
          <p:nvPr>
            <p:ph type="title"/>
          </p:nvPr>
        </p:nvSpPr>
        <p:spPr/>
        <p:txBody>
          <a:bodyPr/>
          <a:lstStyle/>
          <a:p>
            <a:r>
              <a:rPr lang="en-US" altLang="zh-CN" b="0" smtClean="0">
                <a:solidFill>
                  <a:schemeClr val="tx2"/>
                </a:solidFill>
                <a:latin typeface="Arial" charset="0"/>
                <a:ea typeface="宋体" charset="-122"/>
              </a:rPr>
              <a:t>gendisk</a:t>
            </a:r>
            <a:r>
              <a:rPr lang="zh-CN" altLang="en-US" b="0" smtClean="0">
                <a:solidFill>
                  <a:schemeClr val="tx2"/>
                </a:solidFill>
                <a:latin typeface="Arial" charset="0"/>
                <a:ea typeface="宋体" charset="-122"/>
              </a:rPr>
              <a:t>结构体 </a:t>
            </a:r>
          </a:p>
        </p:txBody>
      </p:sp>
      <p:sp>
        <p:nvSpPr>
          <p:cNvPr id="309251" name="Rectangle 3"/>
          <p:cNvSpPr>
            <a:spLocks noGrp="1"/>
          </p:cNvSpPr>
          <p:nvPr>
            <p:ph type="body" idx="1"/>
          </p:nvPr>
        </p:nvSpPr>
        <p:spPr/>
        <p:txBody>
          <a:bodyPr/>
          <a:lstStyle/>
          <a:p>
            <a:pPr>
              <a:lnSpc>
                <a:spcPct val="80000"/>
              </a:lnSpc>
            </a:pPr>
            <a:r>
              <a:rPr lang="zh-CN" altLang="en-US" sz="2000" smtClean="0"/>
              <a:t>在</a:t>
            </a:r>
            <a:r>
              <a:rPr lang="en-US" altLang="zh-CN" sz="2000" smtClean="0"/>
              <a:t>Linux</a:t>
            </a:r>
            <a:r>
              <a:rPr lang="zh-CN" altLang="en-US" sz="2000" smtClean="0"/>
              <a:t>内核中，使用</a:t>
            </a:r>
            <a:r>
              <a:rPr lang="en-US" altLang="zh-CN" sz="2000" smtClean="0"/>
              <a:t>gendisk</a:t>
            </a:r>
            <a:r>
              <a:rPr lang="zh-CN" altLang="en-US" sz="2000" smtClean="0"/>
              <a:t>（通用磁盘）结构体来表示</a:t>
            </a:r>
            <a:r>
              <a:rPr lang="en-US" altLang="zh-CN" sz="2000" smtClean="0"/>
              <a:t>1</a:t>
            </a:r>
            <a:r>
              <a:rPr lang="zh-CN" altLang="en-US" sz="2000" smtClean="0"/>
              <a:t>个独立的磁盘设备（或分区）</a:t>
            </a:r>
          </a:p>
          <a:p>
            <a:pPr>
              <a:lnSpc>
                <a:spcPct val="80000"/>
              </a:lnSpc>
            </a:pPr>
            <a:r>
              <a:rPr lang="en-US" altLang="zh-CN" sz="2000" smtClean="0"/>
              <a:t>struct gendisk</a:t>
            </a:r>
          </a:p>
          <a:p>
            <a:pPr>
              <a:lnSpc>
                <a:spcPct val="80000"/>
              </a:lnSpc>
              <a:buFont typeface="Wingdings 3" pitchFamily="18" charset="2"/>
              <a:buNone/>
            </a:pPr>
            <a:r>
              <a:rPr lang="en-US" altLang="zh-CN" sz="2000" smtClean="0"/>
              <a:t>	  {</a:t>
            </a:r>
          </a:p>
          <a:p>
            <a:pPr>
              <a:lnSpc>
                <a:spcPct val="80000"/>
              </a:lnSpc>
              <a:buFont typeface="Wingdings 3" pitchFamily="18" charset="2"/>
              <a:buNone/>
            </a:pPr>
            <a:r>
              <a:rPr lang="en-US" altLang="zh-CN" sz="2000" smtClean="0"/>
              <a:t>	    int major; /* </a:t>
            </a:r>
            <a:r>
              <a:rPr lang="zh-CN" altLang="en-US" sz="2000" smtClean="0"/>
              <a:t>主设备号 *</a:t>
            </a:r>
            <a:r>
              <a:rPr lang="en-US" altLang="zh-CN" sz="2000" smtClean="0"/>
              <a:t>/</a:t>
            </a:r>
          </a:p>
          <a:p>
            <a:pPr>
              <a:lnSpc>
                <a:spcPct val="80000"/>
              </a:lnSpc>
              <a:buFont typeface="Wingdings 3" pitchFamily="18" charset="2"/>
              <a:buNone/>
            </a:pPr>
            <a:r>
              <a:rPr lang="en-US" altLang="zh-CN" sz="2000" smtClean="0"/>
              <a:t>	    int first_minor;  /*</a:t>
            </a:r>
            <a:r>
              <a:rPr lang="zh-CN" altLang="en-US" sz="2000" smtClean="0"/>
              <a:t>第</a:t>
            </a:r>
            <a:r>
              <a:rPr lang="en-US" altLang="zh-CN" sz="2000" smtClean="0"/>
              <a:t>1</a:t>
            </a:r>
            <a:r>
              <a:rPr lang="zh-CN" altLang="en-US" sz="2000" smtClean="0"/>
              <a:t>个次设备号*</a:t>
            </a:r>
            <a:r>
              <a:rPr lang="en-US" altLang="zh-CN" sz="2000" smtClean="0"/>
              <a:t>/</a:t>
            </a:r>
          </a:p>
          <a:p>
            <a:pPr>
              <a:lnSpc>
                <a:spcPct val="80000"/>
              </a:lnSpc>
              <a:buFont typeface="Wingdings 3" pitchFamily="18" charset="2"/>
              <a:buNone/>
            </a:pPr>
            <a:r>
              <a:rPr lang="en-US" altLang="zh-CN" sz="2000" smtClean="0"/>
              <a:t>	    int minors; /* </a:t>
            </a:r>
            <a:r>
              <a:rPr lang="zh-CN" altLang="en-US" sz="2000" smtClean="0"/>
              <a:t>最大的次设备数，如果不能分区，则为</a:t>
            </a:r>
            <a:r>
              <a:rPr lang="en-US" altLang="zh-CN" sz="2000" smtClean="0"/>
              <a:t>1*/</a:t>
            </a:r>
          </a:p>
          <a:p>
            <a:pPr>
              <a:lnSpc>
                <a:spcPct val="80000"/>
              </a:lnSpc>
              <a:buFont typeface="Wingdings 3" pitchFamily="18" charset="2"/>
              <a:buNone/>
            </a:pPr>
            <a:r>
              <a:rPr lang="en-US" altLang="zh-CN" sz="2000" smtClean="0"/>
              <a:t>	    char disk_name[32]; /* </a:t>
            </a:r>
            <a:r>
              <a:rPr lang="zh-CN" altLang="en-US" sz="2000" smtClean="0"/>
              <a:t>设备名称 *</a:t>
            </a:r>
            <a:r>
              <a:rPr lang="en-US" altLang="zh-CN" sz="2000" smtClean="0"/>
              <a:t>/</a:t>
            </a:r>
          </a:p>
          <a:p>
            <a:pPr>
              <a:lnSpc>
                <a:spcPct val="80000"/>
              </a:lnSpc>
              <a:buFont typeface="Wingdings 3" pitchFamily="18" charset="2"/>
              <a:buNone/>
            </a:pPr>
            <a:r>
              <a:rPr lang="en-US" altLang="zh-CN" sz="2000" smtClean="0"/>
              <a:t>	    struct hd_struct **part; /* </a:t>
            </a:r>
            <a:r>
              <a:rPr lang="zh-CN" altLang="en-US" sz="2000" smtClean="0"/>
              <a:t>磁盘上的分区信息 *</a:t>
            </a:r>
            <a:r>
              <a:rPr lang="en-US" altLang="zh-CN" sz="2000" smtClean="0"/>
              <a:t>/</a:t>
            </a:r>
          </a:p>
          <a:p>
            <a:pPr>
              <a:lnSpc>
                <a:spcPct val="80000"/>
              </a:lnSpc>
              <a:buFont typeface="Wingdings 3" pitchFamily="18" charset="2"/>
              <a:buNone/>
            </a:pPr>
            <a:r>
              <a:rPr lang="en-US" altLang="zh-CN" sz="2000" smtClean="0"/>
              <a:t>    	    struct block_device_operations *fops; /*</a:t>
            </a:r>
            <a:r>
              <a:rPr lang="zh-CN" altLang="en-US" sz="2000" smtClean="0"/>
              <a:t>块设备操作结构体*</a:t>
            </a:r>
            <a:r>
              <a:rPr lang="en-US" altLang="zh-CN" sz="2000" smtClean="0"/>
              <a:t>/</a:t>
            </a:r>
          </a:p>
          <a:p>
            <a:pPr>
              <a:lnSpc>
                <a:spcPct val="80000"/>
              </a:lnSpc>
              <a:buFont typeface="Wingdings 3" pitchFamily="18" charset="2"/>
              <a:buNone/>
            </a:pPr>
            <a:r>
              <a:rPr lang="en-US" altLang="zh-CN" sz="2000" smtClean="0"/>
              <a:t>        struct request_queue *queue;  /*</a:t>
            </a:r>
            <a:r>
              <a:rPr lang="zh-CN" altLang="en-US" sz="2000" smtClean="0"/>
              <a:t>请求队列*</a:t>
            </a:r>
            <a:r>
              <a:rPr lang="en-US" altLang="zh-CN" sz="2000" smtClean="0"/>
              <a:t>/</a:t>
            </a:r>
          </a:p>
          <a:p>
            <a:pPr>
              <a:lnSpc>
                <a:spcPct val="80000"/>
              </a:lnSpc>
              <a:buFont typeface="Wingdings 3" pitchFamily="18" charset="2"/>
              <a:buNone/>
            </a:pPr>
            <a:r>
              <a:rPr lang="en-US" altLang="zh-CN" sz="2000" smtClean="0"/>
              <a:t>        void *private_data;  /*</a:t>
            </a:r>
            <a:r>
              <a:rPr lang="zh-CN" altLang="en-US" sz="2000" smtClean="0"/>
              <a:t>私有数据*</a:t>
            </a:r>
            <a:r>
              <a:rPr lang="en-US" altLang="zh-CN" sz="2000" smtClean="0"/>
              <a:t>/</a:t>
            </a:r>
          </a:p>
          <a:p>
            <a:pPr>
              <a:lnSpc>
                <a:spcPct val="80000"/>
              </a:lnSpc>
              <a:buFont typeface="Wingdings 3" pitchFamily="18" charset="2"/>
              <a:buNone/>
            </a:pPr>
            <a:r>
              <a:rPr lang="en-US" altLang="zh-CN" sz="2000" smtClean="0"/>
              <a:t>        sector_t capacity; /*</a:t>
            </a:r>
            <a:r>
              <a:rPr lang="zh-CN" altLang="en-US" sz="2000" smtClean="0"/>
              <a:t>扇区数，</a:t>
            </a:r>
            <a:r>
              <a:rPr lang="en-US" altLang="zh-CN" sz="2000" smtClean="0"/>
              <a:t>512</a:t>
            </a:r>
            <a:r>
              <a:rPr lang="zh-CN" altLang="en-US" sz="2000" smtClean="0"/>
              <a:t>字节为</a:t>
            </a:r>
            <a:r>
              <a:rPr lang="en-US" altLang="zh-CN" sz="2000" smtClean="0"/>
              <a:t>1</a:t>
            </a:r>
            <a:r>
              <a:rPr lang="zh-CN" altLang="en-US" sz="2000" smtClean="0"/>
              <a:t>个扇区*</a:t>
            </a:r>
            <a:r>
              <a:rPr lang="en-US" altLang="zh-CN" sz="2000" smtClean="0"/>
              <a:t>/ </a:t>
            </a:r>
          </a:p>
          <a:p>
            <a:pPr>
              <a:lnSpc>
                <a:spcPct val="80000"/>
              </a:lnSpc>
              <a:buFont typeface="Wingdings 3" pitchFamily="18" charset="2"/>
              <a:buNone/>
            </a:pPr>
            <a:r>
              <a:rPr lang="zh-CN" altLang="en-US" sz="2000" smtClean="0"/>
              <a:t>        </a:t>
            </a:r>
            <a:r>
              <a:rPr lang="en-US" altLang="zh-CN" sz="2000" smtClean="0"/>
              <a:t>…</a:t>
            </a:r>
          </a:p>
          <a:p>
            <a:pPr>
              <a:lnSpc>
                <a:spcPct val="80000"/>
              </a:lnSpc>
              <a:buFont typeface="Wingdings 3" pitchFamily="18" charset="2"/>
              <a:buNone/>
            </a:pPr>
            <a:r>
              <a:rPr lang="en-US" altLang="zh-CN" sz="2000" smtClean="0"/>
              <a:t>}</a:t>
            </a:r>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p:cNvSpPr>
          <p:nvPr>
            <p:ph type="title"/>
          </p:nvPr>
        </p:nvSpPr>
        <p:spPr/>
        <p:txBody>
          <a:bodyPr/>
          <a:lstStyle/>
          <a:p>
            <a:r>
              <a:rPr lang="zh-CN" altLang="en-US" b="0" smtClean="0">
                <a:solidFill>
                  <a:schemeClr val="tx2"/>
                </a:solidFill>
                <a:latin typeface="Arial" charset="0"/>
                <a:ea typeface="宋体" charset="-122"/>
              </a:rPr>
              <a:t>操作</a:t>
            </a:r>
            <a:r>
              <a:rPr lang="en-US" altLang="zh-CN" b="0" smtClean="0">
                <a:solidFill>
                  <a:schemeClr val="tx2"/>
                </a:solidFill>
                <a:latin typeface="Arial" charset="0"/>
                <a:ea typeface="宋体" charset="-122"/>
              </a:rPr>
              <a:t>gendisk(1) </a:t>
            </a:r>
            <a:endParaRPr lang="zh-CN" altLang="en-US" b="0" smtClean="0">
              <a:solidFill>
                <a:schemeClr val="tx2"/>
              </a:solidFill>
              <a:latin typeface="Arial" charset="0"/>
              <a:ea typeface="宋体" charset="-122"/>
            </a:endParaRPr>
          </a:p>
        </p:txBody>
      </p:sp>
      <p:sp>
        <p:nvSpPr>
          <p:cNvPr id="310275" name="Rectangle 3"/>
          <p:cNvSpPr>
            <a:spLocks noGrp="1"/>
          </p:cNvSpPr>
          <p:nvPr>
            <p:ph type="body" idx="1"/>
          </p:nvPr>
        </p:nvSpPr>
        <p:spPr/>
        <p:txBody>
          <a:bodyPr/>
          <a:lstStyle/>
          <a:p>
            <a:r>
              <a:rPr lang="zh-CN" altLang="en-US" smtClean="0"/>
              <a:t>分配</a:t>
            </a:r>
            <a:r>
              <a:rPr lang="en-US" altLang="zh-CN" smtClean="0"/>
              <a:t>gendisk</a:t>
            </a:r>
          </a:p>
          <a:p>
            <a:pPr>
              <a:buFont typeface="Wingdings 3" pitchFamily="18" charset="2"/>
              <a:buNone/>
            </a:pPr>
            <a:r>
              <a:rPr lang="en-US" altLang="zh-CN" smtClean="0"/>
              <a:t>	gendisk</a:t>
            </a:r>
            <a:r>
              <a:rPr lang="zh-CN" altLang="en-US" smtClean="0"/>
              <a:t>结构体是一个动态分配的结构体，它需要特别的内核操作来初始化，驱动不能自己分配这个结构体，而应该使用下列函数来分配</a:t>
            </a:r>
            <a:r>
              <a:rPr lang="en-US" altLang="zh-CN" smtClean="0"/>
              <a:t>gendisk</a:t>
            </a:r>
            <a:r>
              <a:rPr lang="zh-CN" altLang="en-US" smtClean="0"/>
              <a:t>：</a:t>
            </a:r>
          </a:p>
          <a:p>
            <a:pPr>
              <a:buFont typeface="Wingdings 3" pitchFamily="18" charset="2"/>
              <a:buNone/>
            </a:pPr>
            <a:r>
              <a:rPr lang="en-US" altLang="zh-CN" smtClean="0"/>
              <a:t>	        struct gendisk *alloc_disk(int minors);</a:t>
            </a:r>
          </a:p>
          <a:p>
            <a:pPr>
              <a:buFont typeface="Wingdings 3" pitchFamily="18" charset="2"/>
              <a:buNone/>
            </a:pPr>
            <a:r>
              <a:rPr lang="en-US" altLang="zh-CN" smtClean="0"/>
              <a:t>	minors</a:t>
            </a:r>
            <a:r>
              <a:rPr lang="zh-CN" altLang="en-US" smtClean="0"/>
              <a:t>参数是这个磁盘使用的次设备号的数量，一般也就是磁盘分区的数量，此后</a:t>
            </a:r>
            <a:r>
              <a:rPr lang="en-US" altLang="zh-CN" smtClean="0"/>
              <a:t>minors</a:t>
            </a:r>
            <a:r>
              <a:rPr lang="zh-CN" altLang="en-US" smtClean="0"/>
              <a:t>不能被修改。 </a:t>
            </a:r>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p:cNvSpPr>
          <p:nvPr>
            <p:ph type="title"/>
          </p:nvPr>
        </p:nvSpPr>
        <p:spPr/>
        <p:txBody>
          <a:bodyPr/>
          <a:lstStyle/>
          <a:p>
            <a:r>
              <a:rPr lang="zh-CN" altLang="en-US" b="0" smtClean="0">
                <a:solidFill>
                  <a:schemeClr val="tx2"/>
                </a:solidFill>
                <a:latin typeface="Arial" charset="0"/>
                <a:ea typeface="宋体" charset="-122"/>
              </a:rPr>
              <a:t>操作</a:t>
            </a:r>
            <a:r>
              <a:rPr lang="en-US" altLang="zh-CN" b="0" smtClean="0">
                <a:solidFill>
                  <a:schemeClr val="tx2"/>
                </a:solidFill>
                <a:latin typeface="Arial" charset="0"/>
                <a:ea typeface="宋体" charset="-122"/>
              </a:rPr>
              <a:t>gendisk(2)</a:t>
            </a:r>
            <a:endParaRPr lang="zh-CN" altLang="en-US" b="0" smtClean="0">
              <a:solidFill>
                <a:schemeClr val="tx2"/>
              </a:solidFill>
              <a:latin typeface="Arial" charset="0"/>
              <a:ea typeface="宋体" charset="-122"/>
            </a:endParaRPr>
          </a:p>
        </p:txBody>
      </p:sp>
      <p:sp>
        <p:nvSpPr>
          <p:cNvPr id="311299" name="Rectangle 3"/>
          <p:cNvSpPr>
            <a:spLocks noGrp="1"/>
          </p:cNvSpPr>
          <p:nvPr>
            <p:ph type="body" idx="1"/>
          </p:nvPr>
        </p:nvSpPr>
        <p:spPr/>
        <p:txBody>
          <a:bodyPr/>
          <a:lstStyle/>
          <a:p>
            <a:r>
              <a:rPr lang="zh-CN" altLang="en-US" dirty="0" smtClean="0"/>
              <a:t>添加</a:t>
            </a:r>
            <a:r>
              <a:rPr lang="en-US" altLang="zh-CN" dirty="0" err="1" smtClean="0"/>
              <a:t>gendisk</a:t>
            </a:r>
            <a:r>
              <a:rPr lang="en-US" altLang="zh-CN" dirty="0" smtClean="0"/>
              <a:t> </a:t>
            </a:r>
          </a:p>
          <a:p>
            <a:pPr lvl="1">
              <a:buFont typeface="Wingdings 3" pitchFamily="18" charset="2"/>
              <a:buNone/>
            </a:pPr>
            <a:r>
              <a:rPr lang="en-US" altLang="zh-CN" sz="2800" dirty="0" err="1" smtClean="0"/>
              <a:t>gendisk</a:t>
            </a:r>
            <a:r>
              <a:rPr lang="zh-CN" altLang="en-US" sz="2800" dirty="0" smtClean="0"/>
              <a:t>结构体被分配之后，系统还不能使用这</a:t>
            </a:r>
          </a:p>
          <a:p>
            <a:pPr lvl="1">
              <a:buFont typeface="Wingdings 3" pitchFamily="18" charset="2"/>
              <a:buNone/>
            </a:pPr>
            <a:r>
              <a:rPr lang="zh-CN" altLang="en-US" sz="2800" dirty="0" smtClean="0"/>
              <a:t>磁盘，需要调用如下函数来注册这个磁盘设备。</a:t>
            </a:r>
          </a:p>
          <a:p>
            <a:pPr>
              <a:buFont typeface="Wingdings 3" pitchFamily="18" charset="2"/>
              <a:buNone/>
            </a:pPr>
            <a:r>
              <a:rPr lang="en-US" altLang="zh-CN" dirty="0" smtClean="0"/>
              <a:t>		void </a:t>
            </a:r>
            <a:r>
              <a:rPr lang="en-US" altLang="zh-CN" dirty="0" err="1" smtClean="0"/>
              <a:t>add_disk</a:t>
            </a:r>
            <a:r>
              <a:rPr lang="en-US" altLang="zh-CN" dirty="0" smtClean="0"/>
              <a:t>(</a:t>
            </a:r>
            <a:r>
              <a:rPr lang="en-US" altLang="zh-CN" dirty="0" err="1" smtClean="0"/>
              <a:t>struct</a:t>
            </a:r>
            <a:r>
              <a:rPr lang="en-US" altLang="zh-CN" dirty="0" smtClean="0"/>
              <a:t> </a:t>
            </a:r>
            <a:r>
              <a:rPr lang="en-US" altLang="zh-CN" dirty="0" err="1" smtClean="0"/>
              <a:t>gendisk</a:t>
            </a:r>
            <a:r>
              <a:rPr lang="en-US" altLang="zh-CN" dirty="0" smtClean="0"/>
              <a:t> *</a:t>
            </a:r>
            <a:r>
              <a:rPr lang="en-US" altLang="zh-CN" dirty="0" err="1" smtClean="0"/>
              <a:t>gd</a:t>
            </a:r>
            <a:r>
              <a:rPr lang="en-US" altLang="zh-CN" dirty="0" smtClean="0"/>
              <a:t>);</a:t>
            </a:r>
          </a:p>
          <a:p>
            <a:pPr>
              <a:buFont typeface="Wingdings 3" pitchFamily="18" charset="2"/>
              <a:buNone/>
            </a:pPr>
            <a:endParaRPr lang="en-US" altLang="zh-CN" dirty="0" smtClean="0"/>
          </a:p>
          <a:p>
            <a:pPr>
              <a:buFont typeface="Wingdings 3" pitchFamily="18" charset="2"/>
              <a:buNone/>
            </a:pPr>
            <a:r>
              <a:rPr lang="zh-CN" altLang="en-US" dirty="0" smtClean="0"/>
              <a:t>	要注意的是对</a:t>
            </a:r>
            <a:r>
              <a:rPr lang="en-US" altLang="zh-CN" dirty="0" err="1" smtClean="0"/>
              <a:t>add_disk</a:t>
            </a:r>
            <a:r>
              <a:rPr lang="en-US" altLang="zh-CN" dirty="0" smtClean="0"/>
              <a:t>()</a:t>
            </a:r>
            <a:r>
              <a:rPr lang="zh-CN" altLang="en-US" dirty="0" smtClean="0"/>
              <a:t>的调用必须发生在驱动程序的初始化工作完成并能响应磁盘的请求之后。</a:t>
            </a:r>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p:cNvSpPr>
          <p:nvPr>
            <p:ph type="title"/>
          </p:nvPr>
        </p:nvSpPr>
        <p:spPr/>
        <p:txBody>
          <a:bodyPr/>
          <a:lstStyle/>
          <a:p>
            <a:r>
              <a:rPr lang="zh-CN" altLang="en-US" b="0" smtClean="0">
                <a:solidFill>
                  <a:schemeClr val="tx2"/>
                </a:solidFill>
                <a:latin typeface="Arial" charset="0"/>
                <a:ea typeface="宋体" charset="-122"/>
              </a:rPr>
              <a:t>操作</a:t>
            </a:r>
            <a:r>
              <a:rPr lang="en-US" altLang="zh-CN" b="0" smtClean="0">
                <a:solidFill>
                  <a:schemeClr val="tx2"/>
                </a:solidFill>
                <a:latin typeface="Arial" charset="0"/>
                <a:ea typeface="宋体" charset="-122"/>
              </a:rPr>
              <a:t>gendisk(3)</a:t>
            </a:r>
            <a:endParaRPr lang="zh-CN" altLang="en-US" b="0" smtClean="0">
              <a:solidFill>
                <a:schemeClr val="tx2"/>
              </a:solidFill>
              <a:latin typeface="Arial" charset="0"/>
              <a:ea typeface="宋体" charset="-122"/>
            </a:endParaRPr>
          </a:p>
        </p:txBody>
      </p:sp>
      <p:sp>
        <p:nvSpPr>
          <p:cNvPr id="312323" name="Rectangle 3"/>
          <p:cNvSpPr>
            <a:spLocks noGrp="1"/>
          </p:cNvSpPr>
          <p:nvPr>
            <p:ph type="body" idx="1"/>
          </p:nvPr>
        </p:nvSpPr>
        <p:spPr/>
        <p:txBody>
          <a:bodyPr/>
          <a:lstStyle/>
          <a:p>
            <a:r>
              <a:rPr lang="zh-CN" altLang="en-US" dirty="0" smtClean="0"/>
              <a:t>释放</a:t>
            </a:r>
            <a:r>
              <a:rPr lang="en-US" altLang="zh-CN" dirty="0" err="1" smtClean="0"/>
              <a:t>gendisk</a:t>
            </a:r>
            <a:endParaRPr lang="en-US" altLang="zh-CN" dirty="0" smtClean="0"/>
          </a:p>
          <a:p>
            <a:pPr>
              <a:buFont typeface="Wingdings 3" pitchFamily="18" charset="2"/>
              <a:buNone/>
            </a:pPr>
            <a:r>
              <a:rPr lang="zh-CN" altLang="en-US" dirty="0" smtClean="0"/>
              <a:t>   当不再需要一个磁盘时，应当使用如下函数释放</a:t>
            </a:r>
            <a:r>
              <a:rPr lang="en-US" altLang="zh-CN" dirty="0" err="1" smtClean="0"/>
              <a:t>gendisk</a:t>
            </a:r>
            <a:r>
              <a:rPr lang="zh-CN" altLang="en-US" dirty="0" smtClean="0"/>
              <a:t>。</a:t>
            </a:r>
            <a:endParaRPr lang="en-US" altLang="zh-CN" dirty="0" smtClean="0"/>
          </a:p>
          <a:p>
            <a:pPr>
              <a:buFont typeface="Wingdings 3" pitchFamily="18" charset="2"/>
              <a:buNone/>
            </a:pPr>
            <a:endParaRPr lang="zh-CN" altLang="en-US" dirty="0" smtClean="0"/>
          </a:p>
          <a:p>
            <a:pPr>
              <a:buFont typeface="Wingdings 3" pitchFamily="18" charset="2"/>
              <a:buNone/>
            </a:pPr>
            <a:r>
              <a:rPr lang="en-US" altLang="zh-CN" dirty="0" smtClean="0"/>
              <a:t>   void  </a:t>
            </a:r>
            <a:r>
              <a:rPr lang="en-US" altLang="zh-CN" dirty="0" err="1" smtClean="0"/>
              <a:t>del_gendisk</a:t>
            </a:r>
            <a:r>
              <a:rPr lang="en-US" altLang="zh-CN" dirty="0" smtClean="0"/>
              <a:t>(</a:t>
            </a:r>
            <a:r>
              <a:rPr lang="en-US" altLang="zh-CN" dirty="0" err="1" smtClean="0"/>
              <a:t>struct</a:t>
            </a:r>
            <a:r>
              <a:rPr lang="en-US" altLang="zh-CN" dirty="0" smtClean="0"/>
              <a:t> </a:t>
            </a:r>
            <a:r>
              <a:rPr lang="en-US" altLang="zh-CN" dirty="0" err="1" smtClean="0"/>
              <a:t>gendisk</a:t>
            </a:r>
            <a:r>
              <a:rPr lang="en-US" altLang="zh-CN" dirty="0" smtClean="0"/>
              <a:t> *</a:t>
            </a:r>
            <a:r>
              <a:rPr lang="en-US" altLang="zh-CN" dirty="0" err="1" smtClean="0"/>
              <a:t>gd</a:t>
            </a:r>
            <a:r>
              <a:rPr lang="en-US" altLang="zh-CN" dirty="0" smtClean="0"/>
              <a:t>);</a:t>
            </a:r>
            <a:endParaRPr lang="zh-CN" altLang="en-US" dirty="0" smtClean="0"/>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p:cNvSpPr>
          <p:nvPr>
            <p:ph type="title"/>
          </p:nvPr>
        </p:nvSpPr>
        <p:spPr/>
        <p:txBody>
          <a:bodyPr/>
          <a:lstStyle/>
          <a:p>
            <a:r>
              <a:rPr lang="zh-CN" altLang="en-US" b="0" smtClean="0">
                <a:solidFill>
                  <a:schemeClr val="tx2"/>
                </a:solidFill>
                <a:latin typeface="Arial" charset="0"/>
                <a:ea typeface="宋体" charset="-122"/>
              </a:rPr>
              <a:t>操作</a:t>
            </a:r>
            <a:r>
              <a:rPr lang="en-US" altLang="zh-CN" b="0" smtClean="0">
                <a:solidFill>
                  <a:schemeClr val="tx2"/>
                </a:solidFill>
                <a:latin typeface="Arial" charset="0"/>
                <a:ea typeface="宋体" charset="-122"/>
              </a:rPr>
              <a:t>gendisk(4)</a:t>
            </a:r>
            <a:endParaRPr lang="zh-CN" altLang="en-US" b="0" smtClean="0">
              <a:solidFill>
                <a:schemeClr val="tx2"/>
              </a:solidFill>
              <a:latin typeface="Arial" charset="0"/>
              <a:ea typeface="宋体" charset="-122"/>
            </a:endParaRPr>
          </a:p>
        </p:txBody>
      </p:sp>
      <p:sp>
        <p:nvSpPr>
          <p:cNvPr id="313347" name="Rectangle 3"/>
          <p:cNvSpPr>
            <a:spLocks noGrp="1"/>
          </p:cNvSpPr>
          <p:nvPr>
            <p:ph type="body" idx="1"/>
          </p:nvPr>
        </p:nvSpPr>
        <p:spPr/>
        <p:txBody>
          <a:bodyPr/>
          <a:lstStyle/>
          <a:p>
            <a:r>
              <a:rPr lang="en-US" altLang="zh-CN" dirty="0" err="1" smtClean="0"/>
              <a:t>gendisk</a:t>
            </a:r>
            <a:r>
              <a:rPr lang="zh-CN" altLang="en-US" dirty="0" smtClean="0"/>
              <a:t>引用计数</a:t>
            </a:r>
          </a:p>
          <a:p>
            <a:pPr>
              <a:lnSpc>
                <a:spcPct val="150000"/>
              </a:lnSpc>
              <a:buFont typeface="Wingdings 3" pitchFamily="18" charset="2"/>
              <a:buNone/>
            </a:pPr>
            <a:r>
              <a:rPr lang="en-US" altLang="zh-CN" dirty="0" smtClean="0"/>
              <a:t>	</a:t>
            </a:r>
            <a:r>
              <a:rPr lang="en-US" altLang="zh-CN" dirty="0" err="1" smtClean="0"/>
              <a:t>gendisk</a:t>
            </a:r>
            <a:r>
              <a:rPr lang="zh-CN" altLang="en-US" dirty="0" smtClean="0"/>
              <a:t>中包含一个</a:t>
            </a:r>
            <a:r>
              <a:rPr lang="en-US" altLang="zh-CN" dirty="0" err="1" smtClean="0"/>
              <a:t>kobject</a:t>
            </a:r>
            <a:r>
              <a:rPr lang="zh-CN" altLang="en-US" dirty="0" smtClean="0"/>
              <a:t>成员，因此，它是一个可被引用计数的结构体。通过</a:t>
            </a:r>
            <a:r>
              <a:rPr lang="en-US" altLang="zh-CN" dirty="0" err="1" smtClean="0"/>
              <a:t>get_disk</a:t>
            </a:r>
            <a:r>
              <a:rPr lang="en-US" altLang="zh-CN" dirty="0" smtClean="0"/>
              <a:t>()</a:t>
            </a:r>
            <a:r>
              <a:rPr lang="zh-CN" altLang="en-US" dirty="0" smtClean="0"/>
              <a:t>和</a:t>
            </a:r>
            <a:r>
              <a:rPr lang="en-US" altLang="zh-CN" dirty="0" err="1" smtClean="0"/>
              <a:t>put_disk</a:t>
            </a:r>
            <a:r>
              <a:rPr lang="en-US" altLang="zh-CN" dirty="0" smtClean="0"/>
              <a:t>()</a:t>
            </a:r>
            <a:r>
              <a:rPr lang="zh-CN" altLang="en-US" dirty="0" smtClean="0"/>
              <a:t>函数可用来操作引用计数 </a:t>
            </a:r>
          </a:p>
        </p:txBody>
      </p:sp>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p:cNvSpPr>
          <p:nvPr>
            <p:ph type="title"/>
          </p:nvPr>
        </p:nvSpPr>
        <p:spPr/>
        <p:txBody>
          <a:bodyPr/>
          <a:lstStyle/>
          <a:p>
            <a:r>
              <a:rPr lang="zh-CN" altLang="en-US" b="0" smtClean="0">
                <a:solidFill>
                  <a:schemeClr val="tx2"/>
                </a:solidFill>
                <a:latin typeface="Arial" charset="0"/>
                <a:ea typeface="宋体" charset="-122"/>
              </a:rPr>
              <a:t>操作</a:t>
            </a:r>
            <a:r>
              <a:rPr lang="en-US" altLang="zh-CN" b="0" smtClean="0">
                <a:solidFill>
                  <a:schemeClr val="tx2"/>
                </a:solidFill>
                <a:latin typeface="Arial" charset="0"/>
                <a:ea typeface="宋体" charset="-122"/>
              </a:rPr>
              <a:t>gendisk(5)</a:t>
            </a:r>
            <a:endParaRPr lang="zh-CN" altLang="en-US" b="0" smtClean="0">
              <a:solidFill>
                <a:schemeClr val="tx2"/>
              </a:solidFill>
              <a:latin typeface="Arial" charset="0"/>
              <a:ea typeface="宋体" charset="-122"/>
            </a:endParaRPr>
          </a:p>
        </p:txBody>
      </p:sp>
      <p:sp>
        <p:nvSpPr>
          <p:cNvPr id="314371" name="Rectangle 3"/>
          <p:cNvSpPr>
            <a:spLocks noGrp="1"/>
          </p:cNvSpPr>
          <p:nvPr>
            <p:ph type="body" idx="1"/>
          </p:nvPr>
        </p:nvSpPr>
        <p:spPr/>
        <p:txBody>
          <a:bodyPr/>
          <a:lstStyle/>
          <a:p>
            <a:r>
              <a:rPr lang="zh-CN" altLang="en-US" dirty="0" smtClean="0"/>
              <a:t>设置</a:t>
            </a:r>
            <a:r>
              <a:rPr lang="en-US" altLang="zh-CN" dirty="0" err="1" smtClean="0"/>
              <a:t>gendisk</a:t>
            </a:r>
            <a:r>
              <a:rPr lang="zh-CN" altLang="en-US" dirty="0" smtClean="0"/>
              <a:t>容量 </a:t>
            </a:r>
          </a:p>
          <a:p>
            <a:pPr lvl="1">
              <a:lnSpc>
                <a:spcPct val="150000"/>
              </a:lnSpc>
              <a:buFont typeface="Wingdings 3" pitchFamily="18" charset="2"/>
              <a:buNone/>
            </a:pPr>
            <a:r>
              <a:rPr lang="en-US" altLang="zh-CN" dirty="0" smtClean="0"/>
              <a:t>void </a:t>
            </a:r>
            <a:r>
              <a:rPr lang="en-US" altLang="zh-CN" dirty="0" err="1" smtClean="0"/>
              <a:t>set_capacity</a:t>
            </a:r>
            <a:r>
              <a:rPr lang="en-US" altLang="zh-CN" dirty="0" smtClean="0"/>
              <a:t>(</a:t>
            </a:r>
            <a:r>
              <a:rPr lang="en-US" altLang="zh-CN" dirty="0" err="1" smtClean="0"/>
              <a:t>struct</a:t>
            </a:r>
            <a:r>
              <a:rPr lang="en-US" altLang="zh-CN" dirty="0" smtClean="0"/>
              <a:t> </a:t>
            </a:r>
            <a:r>
              <a:rPr lang="en-US" altLang="zh-CN" dirty="0" err="1" smtClean="0"/>
              <a:t>gendisk</a:t>
            </a:r>
            <a:r>
              <a:rPr lang="en-US" altLang="zh-CN" dirty="0" smtClean="0"/>
              <a:t> *disk, </a:t>
            </a:r>
            <a:r>
              <a:rPr lang="en-US" altLang="zh-CN" dirty="0" err="1" smtClean="0"/>
              <a:t>sector_t</a:t>
            </a:r>
            <a:r>
              <a:rPr lang="en-US" altLang="zh-CN" dirty="0" smtClean="0"/>
              <a:t> size);</a:t>
            </a:r>
          </a:p>
          <a:p>
            <a:pPr lvl="1">
              <a:lnSpc>
                <a:spcPct val="150000"/>
              </a:lnSpc>
              <a:buFont typeface="Wingdings 3" pitchFamily="18" charset="2"/>
              <a:buNone/>
            </a:pPr>
            <a:r>
              <a:rPr lang="zh-CN" altLang="en-US" dirty="0" smtClean="0"/>
              <a:t>块设备中最小的可寻址单元是扇区，扇区大小一般是</a:t>
            </a:r>
            <a:r>
              <a:rPr lang="en-US" altLang="zh-CN" dirty="0" smtClean="0"/>
              <a:t>2</a:t>
            </a:r>
            <a:r>
              <a:rPr lang="zh-CN" altLang="en-US" dirty="0" smtClean="0"/>
              <a:t>的</a:t>
            </a:r>
          </a:p>
          <a:p>
            <a:pPr lvl="1">
              <a:lnSpc>
                <a:spcPct val="150000"/>
              </a:lnSpc>
              <a:buFont typeface="Wingdings 3" pitchFamily="18" charset="2"/>
              <a:buNone/>
            </a:pPr>
            <a:r>
              <a:rPr lang="zh-CN" altLang="en-US" dirty="0" smtClean="0"/>
              <a:t>整数倍，最常见的大小是</a:t>
            </a:r>
            <a:r>
              <a:rPr lang="en-US" altLang="zh-CN" dirty="0" smtClean="0"/>
              <a:t>512</a:t>
            </a:r>
            <a:r>
              <a:rPr lang="zh-CN" altLang="en-US" dirty="0" smtClean="0"/>
              <a:t>字节。扇区的大小是设备的</a:t>
            </a:r>
          </a:p>
          <a:p>
            <a:pPr lvl="1">
              <a:lnSpc>
                <a:spcPct val="150000"/>
              </a:lnSpc>
              <a:buFont typeface="Wingdings 3" pitchFamily="18" charset="2"/>
              <a:buNone/>
            </a:pPr>
            <a:r>
              <a:rPr lang="zh-CN" altLang="en-US" dirty="0" smtClean="0"/>
              <a:t>物理属性，扇区是所有块设备的基本单元 </a:t>
            </a:r>
          </a:p>
        </p:txBody>
      </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p:cNvSpPr>
          <p:nvPr>
            <p:ph type="title"/>
          </p:nvPr>
        </p:nvSpPr>
        <p:spPr/>
        <p:txBody>
          <a:bodyPr/>
          <a:lstStyle/>
          <a:p>
            <a:r>
              <a:rPr lang="zh-CN" altLang="en-US" b="0" smtClean="0">
                <a:solidFill>
                  <a:schemeClr val="tx2"/>
                </a:solidFill>
                <a:latin typeface="Arial" charset="0"/>
                <a:ea typeface="宋体" charset="-122"/>
              </a:rPr>
              <a:t> </a:t>
            </a:r>
          </a:p>
        </p:txBody>
      </p:sp>
      <p:sp>
        <p:nvSpPr>
          <p:cNvPr id="336899" name="Rectangle 3"/>
          <p:cNvSpPr>
            <a:spLocks noGrp="1"/>
          </p:cNvSpPr>
          <p:nvPr>
            <p:ph type="body" idx="1"/>
          </p:nvPr>
        </p:nvSpPr>
        <p:spPr/>
        <p:txBody>
          <a:bodyPr/>
          <a:lstStyle/>
          <a:p>
            <a:pPr>
              <a:lnSpc>
                <a:spcPct val="150000"/>
              </a:lnSpc>
            </a:pPr>
            <a:r>
              <a:rPr lang="zh-CN" altLang="en-US" dirty="0" smtClean="0"/>
              <a:t>块设备特点及驱动程序工作原理</a:t>
            </a:r>
          </a:p>
          <a:p>
            <a:pPr>
              <a:lnSpc>
                <a:spcPct val="150000"/>
              </a:lnSpc>
            </a:pPr>
            <a:r>
              <a:rPr lang="en-US" altLang="zh-CN" dirty="0" err="1" smtClean="0"/>
              <a:t>block_device_operations</a:t>
            </a:r>
            <a:r>
              <a:rPr lang="zh-CN" altLang="en-US" dirty="0" smtClean="0"/>
              <a:t>结构体</a:t>
            </a:r>
          </a:p>
          <a:p>
            <a:pPr>
              <a:lnSpc>
                <a:spcPct val="150000"/>
              </a:lnSpc>
            </a:pPr>
            <a:r>
              <a:rPr lang="en-US" altLang="zh-CN" dirty="0" err="1" smtClean="0"/>
              <a:t>gendisk</a:t>
            </a:r>
            <a:r>
              <a:rPr lang="zh-CN" altLang="en-US" dirty="0" smtClean="0"/>
              <a:t>结构体及操作</a:t>
            </a:r>
          </a:p>
          <a:p>
            <a:pPr>
              <a:lnSpc>
                <a:spcPct val="150000"/>
              </a:lnSpc>
            </a:pPr>
            <a:r>
              <a:rPr lang="en-US" altLang="zh-CN" i="1" u="sng" dirty="0" smtClean="0"/>
              <a:t>request</a:t>
            </a:r>
            <a:r>
              <a:rPr lang="zh-CN" altLang="en-US" i="1" u="sng" dirty="0" smtClean="0"/>
              <a:t>结构体及操作</a:t>
            </a:r>
          </a:p>
          <a:p>
            <a:pPr>
              <a:lnSpc>
                <a:spcPct val="150000"/>
              </a:lnSpc>
            </a:pPr>
            <a:r>
              <a:rPr lang="zh-CN" altLang="en-US" dirty="0" smtClean="0"/>
              <a:t>块设备驱动编写</a:t>
            </a:r>
          </a:p>
          <a:p>
            <a:endParaRPr lang="zh-CN" altLang="en-US" dirty="0" smtClean="0"/>
          </a:p>
          <a:p>
            <a:endParaRPr lang="zh-CN" altLang="en-US" dirty="0" smtClean="0"/>
          </a:p>
        </p:txBody>
      </p:sp>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p:cNvSpPr>
          <p:nvPr>
            <p:ph type="title"/>
          </p:nvPr>
        </p:nvSpPr>
        <p:spPr/>
        <p:txBody>
          <a:bodyPr/>
          <a:lstStyle/>
          <a:p>
            <a:r>
              <a:rPr lang="en-US" altLang="zh-CN" b="0" smtClean="0">
                <a:solidFill>
                  <a:schemeClr val="tx2"/>
                </a:solidFill>
                <a:latin typeface="Arial" charset="0"/>
                <a:ea typeface="宋体" charset="-122"/>
              </a:rPr>
              <a:t>request</a:t>
            </a:r>
            <a:r>
              <a:rPr lang="zh-CN" altLang="en-US" b="0" smtClean="0">
                <a:solidFill>
                  <a:schemeClr val="tx2"/>
                </a:solidFill>
                <a:latin typeface="Arial" charset="0"/>
                <a:ea typeface="宋体" charset="-122"/>
              </a:rPr>
              <a:t>队列作用</a:t>
            </a:r>
          </a:p>
        </p:txBody>
      </p:sp>
      <p:sp>
        <p:nvSpPr>
          <p:cNvPr id="316419" name="Rectangle 3"/>
          <p:cNvSpPr>
            <a:spLocks noGrp="1"/>
          </p:cNvSpPr>
          <p:nvPr>
            <p:ph type="body" idx="1"/>
          </p:nvPr>
        </p:nvSpPr>
        <p:spPr/>
        <p:txBody>
          <a:bodyPr/>
          <a:lstStyle/>
          <a:p>
            <a:r>
              <a:rPr lang="zh-CN" altLang="en-US" sz="2400" dirty="0" smtClean="0"/>
              <a:t>请求队列跟踪等候的块</a:t>
            </a:r>
            <a:r>
              <a:rPr lang="en-US" altLang="zh-CN" sz="2400" dirty="0" smtClean="0"/>
              <a:t>I/O</a:t>
            </a:r>
            <a:r>
              <a:rPr lang="zh-CN" altLang="en-US" sz="2400" dirty="0" smtClean="0"/>
              <a:t>请求，它存储用于描述这个设备能够支持的请求的类型信息、它们的最大大小、硬件扇区大小、对齐要求等参数，其结果是：如果请求队列被配置正确了，它不会交给该设备一个不能处理的请求。</a:t>
            </a:r>
            <a:endParaRPr lang="en-US" altLang="zh-CN" sz="2400" dirty="0" smtClean="0"/>
          </a:p>
          <a:p>
            <a:pPr>
              <a:lnSpc>
                <a:spcPct val="90000"/>
              </a:lnSpc>
            </a:pPr>
            <a:endParaRPr lang="zh-CN" altLang="en-US" sz="2400" dirty="0" smtClean="0"/>
          </a:p>
          <a:p>
            <a:r>
              <a:rPr lang="zh-CN" altLang="en-US" sz="2400" dirty="0" smtClean="0"/>
              <a:t>请求队列还实现一个插入接口，这个接口允许使用多个</a:t>
            </a:r>
            <a:r>
              <a:rPr lang="en-US" altLang="zh-CN" sz="2400" dirty="0" smtClean="0"/>
              <a:t>I/O</a:t>
            </a:r>
            <a:r>
              <a:rPr lang="zh-CN" altLang="en-US" sz="2400" dirty="0" smtClean="0"/>
              <a:t>调度器，</a:t>
            </a:r>
            <a:r>
              <a:rPr lang="en-US" altLang="zh-CN" sz="2400" dirty="0" smtClean="0"/>
              <a:t>I/O</a:t>
            </a:r>
            <a:r>
              <a:rPr lang="zh-CN" altLang="en-US" sz="2400" dirty="0" smtClean="0"/>
              <a:t>调度器（也称电梯）的工作是以最优性能的方式向驱动提交</a:t>
            </a:r>
            <a:r>
              <a:rPr lang="en-US" altLang="zh-CN" sz="2400" dirty="0" smtClean="0"/>
              <a:t>I/O</a:t>
            </a:r>
            <a:r>
              <a:rPr lang="zh-CN" altLang="en-US" sz="2400" dirty="0" smtClean="0"/>
              <a:t>请求。大部分</a:t>
            </a:r>
            <a:r>
              <a:rPr lang="en-US" altLang="zh-CN" sz="2400" dirty="0" smtClean="0"/>
              <a:t>I/O</a:t>
            </a:r>
            <a:r>
              <a:rPr lang="zh-CN" altLang="en-US" sz="2400" dirty="0" smtClean="0"/>
              <a:t>调度器累积批量的</a:t>
            </a:r>
            <a:r>
              <a:rPr lang="en-US" altLang="zh-CN" sz="2400" dirty="0" smtClean="0"/>
              <a:t>I/O</a:t>
            </a:r>
            <a:r>
              <a:rPr lang="zh-CN" altLang="en-US" sz="2400" dirty="0" smtClean="0"/>
              <a:t>请求，并将它们排列为递增（或递减）的块索引顺序后提交给驱动。</a:t>
            </a:r>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p:cNvSpPr>
          <p:nvPr>
            <p:ph type="title"/>
          </p:nvPr>
        </p:nvSpPr>
        <p:spPr/>
        <p:txBody>
          <a:bodyPr/>
          <a:lstStyle/>
          <a:p>
            <a:r>
              <a:rPr lang="en-US" altLang="zh-CN" b="0" smtClean="0">
                <a:solidFill>
                  <a:schemeClr val="tx2"/>
                </a:solidFill>
                <a:latin typeface="Arial" charset="0"/>
                <a:ea typeface="宋体" charset="-122"/>
              </a:rPr>
              <a:t>request</a:t>
            </a:r>
            <a:r>
              <a:rPr lang="zh-CN" altLang="en-US" b="0" smtClean="0">
                <a:solidFill>
                  <a:schemeClr val="tx2"/>
                </a:solidFill>
                <a:latin typeface="Arial" charset="0"/>
                <a:ea typeface="宋体" charset="-122"/>
              </a:rPr>
              <a:t>队列结构体</a:t>
            </a:r>
            <a:endParaRPr lang="en-US" altLang="zh-CN" b="0" smtClean="0">
              <a:solidFill>
                <a:schemeClr val="tx2"/>
              </a:solidFill>
              <a:latin typeface="Arial" charset="0"/>
              <a:ea typeface="宋体" charset="-122"/>
            </a:endParaRPr>
          </a:p>
        </p:txBody>
      </p:sp>
      <p:sp>
        <p:nvSpPr>
          <p:cNvPr id="317443" name="Rectangle 3"/>
          <p:cNvSpPr>
            <a:spLocks noGrp="1"/>
          </p:cNvSpPr>
          <p:nvPr>
            <p:ph type="body" idx="1"/>
          </p:nvPr>
        </p:nvSpPr>
        <p:spPr/>
        <p:txBody>
          <a:bodyPr/>
          <a:lstStyle/>
          <a:p>
            <a:r>
              <a:rPr lang="zh-CN" altLang="en-US" dirty="0" smtClean="0"/>
              <a:t>一个块请求队列是一个块</a:t>
            </a:r>
            <a:r>
              <a:rPr lang="en-US" altLang="zh-CN" dirty="0" smtClean="0"/>
              <a:t>I/O</a:t>
            </a:r>
            <a:r>
              <a:rPr lang="zh-CN" altLang="en-US" dirty="0" smtClean="0"/>
              <a:t>请求的队列 </a:t>
            </a:r>
          </a:p>
          <a:p>
            <a:r>
              <a:rPr lang="zh-CN" altLang="en-US" sz="2400" dirty="0" smtClean="0"/>
              <a:t> </a:t>
            </a:r>
            <a:r>
              <a:rPr lang="en-US" altLang="zh-CN" sz="2400" dirty="0" err="1" smtClean="0"/>
              <a:t>struct</a:t>
            </a:r>
            <a:r>
              <a:rPr lang="en-US" altLang="zh-CN" sz="2400" dirty="0" smtClean="0"/>
              <a:t>  </a:t>
            </a:r>
            <a:r>
              <a:rPr lang="en-US" altLang="zh-CN" sz="2400" dirty="0" err="1" smtClean="0"/>
              <a:t>request_queue</a:t>
            </a:r>
            <a:r>
              <a:rPr lang="en-US" altLang="zh-CN" sz="2400" dirty="0" smtClean="0"/>
              <a:t> </a:t>
            </a:r>
          </a:p>
          <a:p>
            <a:pPr>
              <a:buFont typeface="Wingdings 3" pitchFamily="18" charset="2"/>
              <a:buNone/>
            </a:pPr>
            <a:r>
              <a:rPr lang="en-US" altLang="zh-CN" sz="2400" dirty="0" smtClean="0"/>
              <a:t>	{</a:t>
            </a:r>
          </a:p>
          <a:p>
            <a:pPr>
              <a:buFont typeface="Wingdings 3" pitchFamily="18" charset="2"/>
              <a:buNone/>
            </a:pPr>
            <a:r>
              <a:rPr lang="en-US" altLang="zh-CN" sz="2400" dirty="0" smtClean="0"/>
              <a:t>       </a:t>
            </a:r>
            <a:r>
              <a:rPr lang="en-US" altLang="zh-CN" sz="2400" dirty="0" err="1" smtClean="0"/>
              <a:t>struct</a:t>
            </a:r>
            <a:r>
              <a:rPr lang="en-US" altLang="zh-CN" sz="2400" dirty="0" smtClean="0"/>
              <a:t>  </a:t>
            </a:r>
            <a:r>
              <a:rPr lang="en-US" altLang="zh-CN" sz="2400" dirty="0" err="1" smtClean="0"/>
              <a:t>list_head</a:t>
            </a:r>
            <a:r>
              <a:rPr lang="en-US" altLang="zh-CN" sz="2400" dirty="0" smtClean="0"/>
              <a:t>  </a:t>
            </a:r>
            <a:r>
              <a:rPr lang="en-US" altLang="zh-CN" sz="2400" dirty="0" err="1" smtClean="0"/>
              <a:t>queue_head</a:t>
            </a:r>
            <a:r>
              <a:rPr lang="en-US" altLang="zh-CN" sz="2400" dirty="0" smtClean="0"/>
              <a:t>;</a:t>
            </a:r>
          </a:p>
          <a:p>
            <a:pPr>
              <a:buFont typeface="Wingdings 3" pitchFamily="18" charset="2"/>
              <a:buNone/>
            </a:pPr>
            <a:r>
              <a:rPr lang="en-US" altLang="zh-CN" sz="2400" dirty="0" smtClean="0"/>
              <a:t>	   </a:t>
            </a:r>
            <a:r>
              <a:rPr lang="en-US" altLang="zh-CN" sz="2400" dirty="0" err="1" smtClean="0"/>
              <a:t>spinlock_t</a:t>
            </a:r>
            <a:r>
              <a:rPr lang="en-US" altLang="zh-CN" sz="2400" dirty="0" smtClean="0"/>
              <a:t> *</a:t>
            </a:r>
            <a:r>
              <a:rPr lang="en-US" altLang="zh-CN" sz="2400" dirty="0" err="1" smtClean="0"/>
              <a:t>queue_lock</a:t>
            </a:r>
            <a:r>
              <a:rPr lang="en-US" altLang="zh-CN" sz="2400" dirty="0" smtClean="0"/>
              <a:t>;</a:t>
            </a:r>
          </a:p>
          <a:p>
            <a:pPr>
              <a:buFont typeface="Wingdings 3" pitchFamily="18" charset="2"/>
              <a:buNone/>
            </a:pPr>
            <a:r>
              <a:rPr lang="en-US" altLang="zh-CN" sz="2400" dirty="0" smtClean="0"/>
              <a:t>	</a:t>
            </a:r>
            <a:r>
              <a:rPr lang="en-US" altLang="zh-CN" sz="2000" dirty="0" smtClean="0"/>
              <a:t>  </a:t>
            </a:r>
            <a:r>
              <a:rPr lang="en-US" altLang="zh-CN" sz="2400" dirty="0" smtClean="0">
                <a:solidFill>
                  <a:schemeClr val="tx1"/>
                </a:solidFill>
              </a:rPr>
              <a:t>	unsigned long </a:t>
            </a:r>
            <a:r>
              <a:rPr lang="en-US" altLang="zh-CN" sz="2400" dirty="0" err="1" smtClean="0">
                <a:solidFill>
                  <a:schemeClr val="tx1"/>
                </a:solidFill>
              </a:rPr>
              <a:t>nr_requests</a:t>
            </a:r>
            <a:r>
              <a:rPr lang="en-US" altLang="zh-CN" sz="2400" dirty="0" smtClean="0">
                <a:solidFill>
                  <a:schemeClr val="tx1"/>
                </a:solidFill>
              </a:rPr>
              <a:t>; /* </a:t>
            </a:r>
            <a:r>
              <a:rPr lang="zh-CN" altLang="en-US" sz="2400" dirty="0" smtClean="0">
                <a:solidFill>
                  <a:schemeClr val="tx1"/>
                </a:solidFill>
              </a:rPr>
              <a:t>最大的请求数量 *</a:t>
            </a:r>
            <a:r>
              <a:rPr lang="en-US" altLang="zh-CN" sz="2400" dirty="0" smtClean="0">
                <a:solidFill>
                  <a:schemeClr val="tx1"/>
                </a:solidFill>
              </a:rPr>
              <a:t>/ </a:t>
            </a:r>
            <a:endParaRPr lang="en-US" altLang="zh-CN" dirty="0" smtClean="0">
              <a:solidFill>
                <a:schemeClr val="tx1"/>
              </a:solidFill>
            </a:endParaRPr>
          </a:p>
          <a:p>
            <a:pPr lvl="1">
              <a:buFont typeface="Wingdings 3" pitchFamily="18" charset="2"/>
              <a:buNone/>
            </a:pPr>
            <a:r>
              <a:rPr lang="en-US" altLang="zh-CN" dirty="0" smtClean="0">
                <a:solidFill>
                  <a:schemeClr val="tx1"/>
                </a:solidFill>
              </a:rPr>
              <a:t>   unsigned short </a:t>
            </a:r>
            <a:r>
              <a:rPr lang="en-US" altLang="zh-CN" dirty="0" err="1" smtClean="0">
                <a:solidFill>
                  <a:schemeClr val="tx1"/>
                </a:solidFill>
              </a:rPr>
              <a:t>max_sectors</a:t>
            </a:r>
            <a:r>
              <a:rPr lang="en-US" altLang="zh-CN" dirty="0" smtClean="0">
                <a:solidFill>
                  <a:schemeClr val="tx1"/>
                </a:solidFill>
              </a:rPr>
              <a:t>;  /* </a:t>
            </a:r>
            <a:r>
              <a:rPr lang="zh-CN" altLang="en-US" dirty="0" smtClean="0">
                <a:solidFill>
                  <a:schemeClr val="tx1"/>
                </a:solidFill>
              </a:rPr>
              <a:t>最大的扇区数 *</a:t>
            </a:r>
            <a:r>
              <a:rPr lang="en-US" altLang="zh-CN" dirty="0" smtClean="0">
                <a:solidFill>
                  <a:schemeClr val="tx1"/>
                </a:solidFill>
              </a:rPr>
              <a:t>/</a:t>
            </a:r>
          </a:p>
          <a:p>
            <a:pPr lvl="1">
              <a:buFont typeface="Wingdings 3" pitchFamily="18" charset="2"/>
              <a:buNone/>
            </a:pPr>
            <a:r>
              <a:rPr lang="en-US" altLang="zh-CN" dirty="0" smtClean="0">
                <a:solidFill>
                  <a:schemeClr val="tx1"/>
                </a:solidFill>
              </a:rPr>
              <a:t>   unsigned short </a:t>
            </a:r>
            <a:r>
              <a:rPr lang="en-US" altLang="zh-CN" dirty="0" err="1" smtClean="0">
                <a:solidFill>
                  <a:schemeClr val="tx1"/>
                </a:solidFill>
              </a:rPr>
              <a:t>hardsect_size</a:t>
            </a:r>
            <a:r>
              <a:rPr lang="en-US" altLang="zh-CN" dirty="0" smtClean="0">
                <a:solidFill>
                  <a:schemeClr val="tx1"/>
                </a:solidFill>
              </a:rPr>
              <a:t>;  /* </a:t>
            </a:r>
            <a:r>
              <a:rPr lang="zh-CN" altLang="en-US" dirty="0" smtClean="0">
                <a:solidFill>
                  <a:schemeClr val="tx1"/>
                </a:solidFill>
              </a:rPr>
              <a:t>硬件扇区尺寸 *</a:t>
            </a:r>
            <a:r>
              <a:rPr lang="en-US" altLang="zh-CN" dirty="0" smtClean="0">
                <a:solidFill>
                  <a:schemeClr val="tx1"/>
                </a:solidFill>
              </a:rPr>
              <a:t>/ </a:t>
            </a:r>
          </a:p>
          <a:p>
            <a:pPr lvl="1">
              <a:buFont typeface="Wingdings 3" pitchFamily="18" charset="2"/>
              <a:buNone/>
            </a:pPr>
            <a:r>
              <a:rPr lang="en-US" altLang="zh-CN" dirty="0" smtClean="0">
                <a:solidFill>
                  <a:schemeClr val="tx1"/>
                </a:solidFill>
              </a:rPr>
              <a:t>…</a:t>
            </a:r>
          </a:p>
          <a:p>
            <a:pPr>
              <a:buFont typeface="Wingdings 3" pitchFamily="18" charset="2"/>
              <a:buNone/>
            </a:pPr>
            <a:r>
              <a:rPr lang="en-US" altLang="zh-CN" sz="2400" dirty="0" smtClean="0"/>
              <a:t>  }</a:t>
            </a:r>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p:cNvSpPr>
          <p:nvPr>
            <p:ph type="title"/>
          </p:nvPr>
        </p:nvSpPr>
        <p:spPr/>
        <p:txBody>
          <a:bodyPr/>
          <a:lstStyle/>
          <a:p>
            <a:r>
              <a:rPr lang="en-US" altLang="zh-CN" b="0" smtClean="0">
                <a:solidFill>
                  <a:schemeClr val="tx2"/>
                </a:solidFill>
                <a:latin typeface="Arial" charset="0"/>
                <a:ea typeface="宋体" charset="-122"/>
              </a:rPr>
              <a:t>request</a:t>
            </a:r>
            <a:r>
              <a:rPr lang="zh-CN" altLang="en-US" b="0" smtClean="0">
                <a:solidFill>
                  <a:schemeClr val="tx2"/>
                </a:solidFill>
                <a:latin typeface="Arial" charset="0"/>
                <a:ea typeface="宋体" charset="-122"/>
              </a:rPr>
              <a:t>结构体 </a:t>
            </a:r>
          </a:p>
        </p:txBody>
      </p:sp>
      <p:sp>
        <p:nvSpPr>
          <p:cNvPr id="315395" name="Rectangle 3"/>
          <p:cNvSpPr>
            <a:spLocks noGrp="1"/>
          </p:cNvSpPr>
          <p:nvPr>
            <p:ph type="body" idx="1"/>
          </p:nvPr>
        </p:nvSpPr>
        <p:spPr/>
        <p:txBody>
          <a:bodyPr/>
          <a:lstStyle/>
          <a:p>
            <a:pPr>
              <a:lnSpc>
                <a:spcPct val="80000"/>
              </a:lnSpc>
            </a:pPr>
            <a:r>
              <a:rPr lang="en-US" altLang="zh-CN" sz="2400" dirty="0" smtClean="0"/>
              <a:t>Linux</a:t>
            </a:r>
            <a:r>
              <a:rPr lang="zh-CN" altLang="en-US" sz="2400" dirty="0" smtClean="0"/>
              <a:t>块设备驱动中使用</a:t>
            </a:r>
            <a:r>
              <a:rPr lang="en-US" altLang="zh-CN" sz="2400" dirty="0" smtClean="0"/>
              <a:t>request</a:t>
            </a:r>
            <a:r>
              <a:rPr lang="zh-CN" altLang="en-US" sz="2400" dirty="0" smtClean="0"/>
              <a:t>结构体来描述的</a:t>
            </a:r>
            <a:r>
              <a:rPr lang="en-US" altLang="zh-CN" sz="2400" dirty="0" smtClean="0"/>
              <a:t>I/O</a:t>
            </a:r>
            <a:r>
              <a:rPr lang="zh-CN" altLang="en-US" sz="2400" dirty="0" smtClean="0"/>
              <a:t>请求 </a:t>
            </a:r>
          </a:p>
          <a:p>
            <a:pPr>
              <a:lnSpc>
                <a:spcPct val="80000"/>
              </a:lnSpc>
              <a:buNone/>
            </a:pPr>
            <a:r>
              <a:rPr lang="zh-CN" altLang="en-US" sz="2400" dirty="0" smtClean="0"/>
              <a:t> </a:t>
            </a:r>
            <a:endParaRPr lang="en-US" altLang="zh-CN" sz="2400" dirty="0" smtClean="0"/>
          </a:p>
          <a:p>
            <a:pPr>
              <a:lnSpc>
                <a:spcPct val="80000"/>
              </a:lnSpc>
            </a:pPr>
            <a:r>
              <a:rPr lang="en-US" altLang="zh-CN" sz="2400" dirty="0" err="1" smtClean="0"/>
              <a:t>struct</a:t>
            </a:r>
            <a:r>
              <a:rPr lang="en-US" altLang="zh-CN" sz="2400" dirty="0" smtClean="0"/>
              <a:t>  request</a:t>
            </a:r>
          </a:p>
          <a:p>
            <a:pPr>
              <a:lnSpc>
                <a:spcPct val="80000"/>
              </a:lnSpc>
              <a:buFont typeface="Wingdings 3" pitchFamily="18" charset="2"/>
              <a:buNone/>
            </a:pPr>
            <a:r>
              <a:rPr lang="en-US" altLang="zh-CN" sz="2400" dirty="0" smtClean="0"/>
              <a:t>	{</a:t>
            </a:r>
          </a:p>
          <a:p>
            <a:pPr>
              <a:lnSpc>
                <a:spcPct val="80000"/>
              </a:lnSpc>
              <a:buFont typeface="Wingdings 3" pitchFamily="18" charset="2"/>
              <a:buNone/>
            </a:pPr>
            <a:r>
              <a:rPr lang="en-US" altLang="zh-CN" sz="2400" dirty="0" smtClean="0"/>
              <a:t>		</a:t>
            </a:r>
            <a:r>
              <a:rPr lang="en-US" altLang="zh-CN" sz="2400" dirty="0" err="1" smtClean="0"/>
              <a:t>struct</a:t>
            </a:r>
            <a:r>
              <a:rPr lang="en-US" altLang="zh-CN" sz="2400" dirty="0" smtClean="0"/>
              <a:t> </a:t>
            </a:r>
            <a:r>
              <a:rPr lang="en-US" altLang="zh-CN" sz="2400" dirty="0" err="1" smtClean="0"/>
              <a:t>list_head</a:t>
            </a:r>
            <a:r>
              <a:rPr lang="en-US" altLang="zh-CN" sz="2400" dirty="0" smtClean="0"/>
              <a:t>  </a:t>
            </a:r>
            <a:r>
              <a:rPr lang="en-US" altLang="zh-CN" sz="2400" dirty="0" err="1" smtClean="0"/>
              <a:t>queuelist</a:t>
            </a:r>
            <a:r>
              <a:rPr lang="en-US" altLang="zh-CN" sz="2400" dirty="0" smtClean="0"/>
              <a:t>; /*</a:t>
            </a:r>
            <a:r>
              <a:rPr lang="zh-CN" altLang="en-US" sz="2400" dirty="0" smtClean="0"/>
              <a:t>链表结构*</a:t>
            </a:r>
            <a:r>
              <a:rPr lang="en-US" altLang="zh-CN" sz="2400" dirty="0" smtClean="0"/>
              <a:t>/</a:t>
            </a:r>
          </a:p>
          <a:p>
            <a:pPr>
              <a:lnSpc>
                <a:spcPct val="80000"/>
              </a:lnSpc>
              <a:buFont typeface="Wingdings 3" pitchFamily="18" charset="2"/>
              <a:buNone/>
            </a:pPr>
            <a:r>
              <a:rPr lang="en-US" altLang="zh-CN" sz="2400" dirty="0" smtClean="0"/>
              <a:t>		</a:t>
            </a:r>
            <a:r>
              <a:rPr lang="en-US" altLang="zh-CN" sz="2400" dirty="0" err="1" smtClean="0"/>
              <a:t>sector_t</a:t>
            </a:r>
            <a:r>
              <a:rPr lang="en-US" altLang="zh-CN" sz="2400" dirty="0" smtClean="0"/>
              <a:t> sector; /* </a:t>
            </a:r>
            <a:r>
              <a:rPr lang="zh-CN" altLang="en-US" sz="2400" dirty="0" smtClean="0"/>
              <a:t>要传送输的下一个扇区 *</a:t>
            </a:r>
            <a:r>
              <a:rPr lang="en-US" altLang="zh-CN" sz="2400" dirty="0" smtClean="0"/>
              <a:t>/</a:t>
            </a:r>
          </a:p>
          <a:p>
            <a:pPr>
              <a:lnSpc>
                <a:spcPct val="80000"/>
              </a:lnSpc>
              <a:buFont typeface="Wingdings 3" pitchFamily="18" charset="2"/>
              <a:buNone/>
            </a:pPr>
            <a:r>
              <a:rPr lang="en-US" altLang="zh-CN" sz="2400" dirty="0" smtClean="0"/>
              <a:t>		unsigned long </a:t>
            </a:r>
            <a:r>
              <a:rPr lang="en-US" altLang="zh-CN" sz="2400" dirty="0" err="1" smtClean="0"/>
              <a:t>nr_sectors</a:t>
            </a:r>
            <a:r>
              <a:rPr lang="en-US" altLang="zh-CN" sz="2400" dirty="0" smtClean="0"/>
              <a:t>; /*</a:t>
            </a:r>
            <a:r>
              <a:rPr lang="zh-CN" altLang="en-US" sz="2400" dirty="0" smtClean="0"/>
              <a:t>要传送的扇区数目*</a:t>
            </a:r>
            <a:r>
              <a:rPr lang="en-US" altLang="zh-CN" sz="2400" dirty="0" smtClean="0"/>
              <a:t>/</a:t>
            </a:r>
          </a:p>
          <a:p>
            <a:pPr>
              <a:lnSpc>
                <a:spcPct val="80000"/>
              </a:lnSpc>
              <a:buFont typeface="Wingdings 3" pitchFamily="18" charset="2"/>
              <a:buNone/>
            </a:pPr>
            <a:r>
              <a:rPr lang="en-US" altLang="zh-CN" sz="2400" dirty="0" smtClean="0"/>
              <a:t>		unsigned </a:t>
            </a:r>
            <a:r>
              <a:rPr lang="en-US" altLang="zh-CN" sz="2400" dirty="0" err="1" smtClean="0"/>
              <a:t>int</a:t>
            </a:r>
            <a:r>
              <a:rPr lang="en-US" altLang="zh-CN" sz="2400" dirty="0" smtClean="0"/>
              <a:t> </a:t>
            </a:r>
            <a:r>
              <a:rPr lang="en-US" altLang="zh-CN" sz="2400" dirty="0" err="1" smtClean="0"/>
              <a:t>current_nr_sectors</a:t>
            </a:r>
            <a:r>
              <a:rPr lang="en-US" altLang="zh-CN" sz="2400" dirty="0" smtClean="0"/>
              <a:t>;  //</a:t>
            </a:r>
            <a:r>
              <a:rPr lang="zh-CN" altLang="en-US" sz="2400" dirty="0" smtClean="0"/>
              <a:t>当前要传送的扇区数目</a:t>
            </a:r>
            <a:endParaRPr lang="en-US" altLang="zh-CN" sz="2400" dirty="0" smtClean="0"/>
          </a:p>
          <a:p>
            <a:pPr>
              <a:lnSpc>
                <a:spcPct val="80000"/>
              </a:lnSpc>
              <a:buFont typeface="Wingdings 3" pitchFamily="18" charset="2"/>
              <a:buNone/>
            </a:pPr>
            <a:r>
              <a:rPr lang="en-US" altLang="zh-CN" sz="2400" dirty="0" smtClean="0"/>
              <a:t>		</a:t>
            </a:r>
            <a:r>
              <a:rPr lang="en-US" altLang="zh-CN" sz="2400" dirty="0" err="1" smtClean="0"/>
              <a:t>sector_t</a:t>
            </a:r>
            <a:r>
              <a:rPr lang="en-US" altLang="zh-CN" sz="2400" dirty="0" smtClean="0"/>
              <a:t> </a:t>
            </a:r>
            <a:r>
              <a:rPr lang="en-US" altLang="zh-CN" sz="2400" dirty="0" err="1" smtClean="0"/>
              <a:t>hard_sector</a:t>
            </a:r>
            <a:r>
              <a:rPr lang="en-US" altLang="zh-CN" sz="2400" dirty="0" smtClean="0"/>
              <a:t>; /*</a:t>
            </a:r>
            <a:r>
              <a:rPr lang="zh-CN" altLang="en-US" sz="2400" dirty="0" smtClean="0"/>
              <a:t>要完成的下一个扇区*</a:t>
            </a:r>
            <a:r>
              <a:rPr lang="en-US" altLang="zh-CN" sz="2400" dirty="0" smtClean="0"/>
              <a:t>/</a:t>
            </a:r>
          </a:p>
          <a:p>
            <a:pPr>
              <a:lnSpc>
                <a:spcPct val="80000"/>
              </a:lnSpc>
              <a:buFont typeface="Wingdings 3" pitchFamily="18" charset="2"/>
              <a:buNone/>
            </a:pPr>
            <a:r>
              <a:rPr lang="en-US" altLang="zh-CN" sz="2400" dirty="0" smtClean="0"/>
              <a:t>		unsigned long </a:t>
            </a:r>
            <a:r>
              <a:rPr lang="en-US" altLang="zh-CN" sz="2400" dirty="0" err="1" smtClean="0"/>
              <a:t>hard_nr_sectors</a:t>
            </a:r>
            <a:r>
              <a:rPr lang="en-US" altLang="zh-CN" sz="2400" dirty="0" smtClean="0"/>
              <a:t>; /*</a:t>
            </a:r>
            <a:r>
              <a:rPr lang="zh-CN" altLang="en-US" sz="2400" dirty="0" smtClean="0"/>
              <a:t>要被完成的扇区数目*</a:t>
            </a:r>
            <a:r>
              <a:rPr lang="en-US" altLang="zh-CN" sz="2400" dirty="0" smtClean="0"/>
              <a:t>/</a:t>
            </a:r>
          </a:p>
          <a:p>
            <a:pPr>
              <a:lnSpc>
                <a:spcPct val="80000"/>
              </a:lnSpc>
              <a:buFont typeface="Wingdings 3" pitchFamily="18" charset="2"/>
              <a:buNone/>
            </a:pPr>
            <a:r>
              <a:rPr lang="en-US" altLang="zh-CN" sz="2400" dirty="0" smtClean="0"/>
              <a:t>		char *buffer; /*</a:t>
            </a:r>
            <a:r>
              <a:rPr lang="zh-CN" altLang="en-US" sz="2400" dirty="0" smtClean="0"/>
              <a:t>传送的缓冲，内核虚拟地址*</a:t>
            </a:r>
            <a:r>
              <a:rPr lang="en-US" altLang="zh-CN" sz="2400" dirty="0" smtClean="0"/>
              <a:t>/ </a:t>
            </a:r>
          </a:p>
          <a:p>
            <a:pPr>
              <a:lnSpc>
                <a:spcPct val="80000"/>
              </a:lnSpc>
              <a:buFont typeface="Wingdings 3" pitchFamily="18" charset="2"/>
              <a:buNone/>
            </a:pPr>
            <a:r>
              <a:rPr lang="en-US" altLang="zh-CN" sz="2400" dirty="0" smtClean="0"/>
              <a:t>       …</a:t>
            </a:r>
            <a:endParaRPr lang="zh-CN" altLang="en-US" sz="2400" dirty="0" smtClean="0"/>
          </a:p>
          <a:p>
            <a:pPr>
              <a:lnSpc>
                <a:spcPct val="80000"/>
              </a:lnSpc>
              <a:buFont typeface="Wingdings 3" pitchFamily="18" charset="2"/>
              <a:buNone/>
            </a:pPr>
            <a:r>
              <a:rPr lang="en-US" altLang="zh-CN" sz="2400" dirty="0" smtClean="0"/>
              <a:t>    }</a:t>
            </a:r>
            <a:endParaRPr lang="en-US" altLang="zh-CN" sz="2000" dirty="0" smtClean="0"/>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p:cNvSpPr>
          <p:nvPr>
            <p:ph type="title"/>
          </p:nvPr>
        </p:nvSpPr>
        <p:spPr/>
        <p:txBody>
          <a:bodyPr/>
          <a:lstStyle/>
          <a:p>
            <a:r>
              <a:rPr lang="en-US" altLang="zh-CN" b="0" smtClean="0">
                <a:solidFill>
                  <a:schemeClr val="tx2"/>
                </a:solidFill>
                <a:latin typeface="Arial" charset="0"/>
                <a:ea typeface="宋体" charset="-122"/>
              </a:rPr>
              <a:t>bio</a:t>
            </a:r>
            <a:r>
              <a:rPr lang="zh-CN" altLang="en-US" b="0" smtClean="0">
                <a:solidFill>
                  <a:schemeClr val="tx2"/>
                </a:solidFill>
                <a:latin typeface="Arial" charset="0"/>
                <a:ea typeface="宋体" charset="-122"/>
              </a:rPr>
              <a:t>结构体 </a:t>
            </a:r>
          </a:p>
        </p:txBody>
      </p:sp>
      <p:sp>
        <p:nvSpPr>
          <p:cNvPr id="324611" name="Rectangle 3"/>
          <p:cNvSpPr>
            <a:spLocks noGrp="1"/>
          </p:cNvSpPr>
          <p:nvPr>
            <p:ph type="body" idx="1"/>
          </p:nvPr>
        </p:nvSpPr>
        <p:spPr/>
        <p:txBody>
          <a:bodyPr/>
          <a:lstStyle/>
          <a:p>
            <a:pPr>
              <a:lnSpc>
                <a:spcPct val="80000"/>
              </a:lnSpc>
            </a:pPr>
            <a:r>
              <a:rPr lang="zh-CN" altLang="en-US" sz="2400" dirty="0" smtClean="0"/>
              <a:t>通常一个</a:t>
            </a:r>
            <a:r>
              <a:rPr lang="en-US" altLang="zh-CN" sz="2400" dirty="0" smtClean="0"/>
              <a:t>request</a:t>
            </a:r>
            <a:r>
              <a:rPr lang="zh-CN" altLang="en-US" sz="2400" dirty="0" smtClean="0"/>
              <a:t>请求可以包含多个</a:t>
            </a:r>
            <a:r>
              <a:rPr lang="en-US" altLang="zh-CN" sz="2400" dirty="0" smtClean="0"/>
              <a:t>bio</a:t>
            </a:r>
            <a:r>
              <a:rPr lang="zh-CN" altLang="en-US" sz="2400" dirty="0" smtClean="0"/>
              <a:t>，一个</a:t>
            </a:r>
            <a:r>
              <a:rPr lang="en-US" altLang="zh-CN" sz="2400" dirty="0" smtClean="0"/>
              <a:t>bio</a:t>
            </a:r>
            <a:r>
              <a:rPr lang="zh-CN" altLang="en-US" sz="2400" dirty="0" smtClean="0"/>
              <a:t>对应一个</a:t>
            </a:r>
            <a:r>
              <a:rPr lang="en-US" altLang="zh-CN" sz="2400" dirty="0" smtClean="0"/>
              <a:t>I/O</a:t>
            </a:r>
            <a:r>
              <a:rPr lang="zh-CN" altLang="en-US" sz="2400" dirty="0" smtClean="0"/>
              <a:t>请求 </a:t>
            </a:r>
            <a:r>
              <a:rPr lang="en-US" altLang="zh-CN" sz="2400" dirty="0" smtClean="0"/>
              <a:t> </a:t>
            </a:r>
          </a:p>
          <a:p>
            <a:pPr lvl="1">
              <a:lnSpc>
                <a:spcPct val="80000"/>
              </a:lnSpc>
              <a:buFont typeface="Wingdings 3" pitchFamily="18" charset="2"/>
              <a:buNone/>
            </a:pPr>
            <a:r>
              <a:rPr lang="en-US" altLang="zh-CN" dirty="0" err="1" smtClean="0"/>
              <a:t>struct</a:t>
            </a:r>
            <a:r>
              <a:rPr lang="en-US" altLang="zh-CN" dirty="0" smtClean="0"/>
              <a:t> bio</a:t>
            </a:r>
          </a:p>
          <a:p>
            <a:pPr lvl="1">
              <a:lnSpc>
                <a:spcPct val="80000"/>
              </a:lnSpc>
              <a:buFont typeface="Wingdings 3" pitchFamily="18" charset="2"/>
              <a:buNone/>
            </a:pPr>
            <a:r>
              <a:rPr lang="en-US" altLang="zh-CN" dirty="0" smtClean="0"/>
              <a:t> {</a:t>
            </a:r>
          </a:p>
          <a:p>
            <a:pPr lvl="1">
              <a:buFont typeface="Wingdings 3" pitchFamily="18" charset="2"/>
              <a:buNone/>
            </a:pPr>
            <a:r>
              <a:rPr lang="en-US" altLang="zh-CN" dirty="0" smtClean="0"/>
              <a:t>	  </a:t>
            </a:r>
            <a:r>
              <a:rPr lang="en-US" altLang="zh-CN" dirty="0" err="1" smtClean="0"/>
              <a:t>sector_t</a:t>
            </a:r>
            <a:r>
              <a:rPr lang="en-US" altLang="zh-CN" dirty="0" smtClean="0"/>
              <a:t> </a:t>
            </a:r>
            <a:r>
              <a:rPr lang="en-US" altLang="zh-CN" dirty="0" err="1" smtClean="0"/>
              <a:t>bi_sector</a:t>
            </a:r>
            <a:r>
              <a:rPr lang="en-US" altLang="zh-CN" dirty="0" smtClean="0"/>
              <a:t>; /* </a:t>
            </a:r>
            <a:r>
              <a:rPr lang="zh-CN" altLang="en-US" dirty="0" smtClean="0"/>
              <a:t>要传输的第一个扇区 *</a:t>
            </a:r>
            <a:r>
              <a:rPr lang="en-US" altLang="zh-CN" dirty="0" smtClean="0"/>
              <a:t>/</a:t>
            </a:r>
          </a:p>
          <a:p>
            <a:pPr lvl="1">
              <a:buFont typeface="Wingdings 3" pitchFamily="18" charset="2"/>
              <a:buNone/>
            </a:pPr>
            <a:r>
              <a:rPr lang="en-US" altLang="zh-CN" dirty="0" smtClean="0"/>
              <a:t>	  </a:t>
            </a:r>
            <a:r>
              <a:rPr lang="en-US" altLang="zh-CN" dirty="0" err="1" smtClean="0"/>
              <a:t>struct</a:t>
            </a:r>
            <a:r>
              <a:rPr lang="en-US" altLang="zh-CN" dirty="0" smtClean="0"/>
              <a:t> bio *</a:t>
            </a:r>
            <a:r>
              <a:rPr lang="en-US" altLang="zh-CN" dirty="0" err="1" smtClean="0"/>
              <a:t>bi_next</a:t>
            </a:r>
            <a:r>
              <a:rPr lang="en-US" altLang="zh-CN" dirty="0" smtClean="0"/>
              <a:t>; /* </a:t>
            </a:r>
            <a:r>
              <a:rPr lang="zh-CN" altLang="en-US" dirty="0" smtClean="0"/>
              <a:t>下一个</a:t>
            </a:r>
            <a:r>
              <a:rPr lang="en-US" altLang="zh-CN" dirty="0" smtClean="0"/>
              <a:t>bio */</a:t>
            </a:r>
          </a:p>
          <a:p>
            <a:pPr lvl="1">
              <a:buFont typeface="Wingdings 3" pitchFamily="18" charset="2"/>
              <a:buNone/>
            </a:pPr>
            <a:r>
              <a:rPr lang="en-US" altLang="zh-CN" dirty="0" smtClean="0"/>
              <a:t>	   unsigned long </a:t>
            </a:r>
            <a:r>
              <a:rPr lang="en-US" altLang="zh-CN" dirty="0" err="1" smtClean="0"/>
              <a:t>bi_flags</a:t>
            </a:r>
            <a:r>
              <a:rPr lang="en-US" altLang="zh-CN" dirty="0" smtClean="0"/>
              <a:t>; /* </a:t>
            </a:r>
            <a:r>
              <a:rPr lang="zh-CN" altLang="en-US" dirty="0" smtClean="0"/>
              <a:t>状态、命令等 *</a:t>
            </a:r>
            <a:r>
              <a:rPr lang="en-US" altLang="zh-CN" dirty="0" smtClean="0"/>
              <a:t>/</a:t>
            </a:r>
          </a:p>
          <a:p>
            <a:pPr lvl="1">
              <a:buFont typeface="Wingdings 3" pitchFamily="18" charset="2"/>
              <a:buNone/>
            </a:pPr>
            <a:r>
              <a:rPr lang="en-US" altLang="zh-CN" dirty="0" smtClean="0"/>
              <a:t>	   unsigned long </a:t>
            </a:r>
            <a:r>
              <a:rPr lang="en-US" altLang="zh-CN" dirty="0" err="1" smtClean="0"/>
              <a:t>bi_rw</a:t>
            </a:r>
            <a:r>
              <a:rPr lang="en-US" altLang="zh-CN" dirty="0" smtClean="0"/>
              <a:t>; //</a:t>
            </a:r>
            <a:r>
              <a:rPr lang="zh-CN" altLang="en-US" dirty="0" smtClean="0"/>
              <a:t>表示</a:t>
            </a:r>
            <a:r>
              <a:rPr lang="en-US" altLang="zh-CN" dirty="0" smtClean="0"/>
              <a:t>READ/WRITE</a:t>
            </a:r>
          </a:p>
          <a:p>
            <a:pPr lvl="1">
              <a:buFont typeface="Wingdings 3" pitchFamily="18" charset="2"/>
              <a:buNone/>
            </a:pPr>
            <a:r>
              <a:rPr lang="en-US" altLang="zh-CN" dirty="0" smtClean="0"/>
              <a:t>	   unsigned short </a:t>
            </a:r>
            <a:r>
              <a:rPr lang="en-US" altLang="zh-CN" dirty="0" err="1" smtClean="0"/>
              <a:t>bi_vcnt</a:t>
            </a:r>
            <a:r>
              <a:rPr lang="en-US" altLang="zh-CN" dirty="0" smtClean="0"/>
              <a:t>; /* </a:t>
            </a:r>
            <a:r>
              <a:rPr lang="en-US" altLang="zh-CN" dirty="0" err="1" smtClean="0"/>
              <a:t>bio_vec</a:t>
            </a:r>
            <a:r>
              <a:rPr lang="zh-CN" altLang="en-US" dirty="0" smtClean="0"/>
              <a:t>数量 *</a:t>
            </a:r>
            <a:r>
              <a:rPr lang="en-US" altLang="zh-CN" dirty="0" smtClean="0"/>
              <a:t>/</a:t>
            </a:r>
          </a:p>
          <a:p>
            <a:pPr lvl="1">
              <a:buFont typeface="Wingdings 3" pitchFamily="18" charset="2"/>
              <a:buNone/>
            </a:pPr>
            <a:r>
              <a:rPr lang="en-US" altLang="zh-CN" dirty="0" smtClean="0"/>
              <a:t>       unsigned short </a:t>
            </a:r>
            <a:r>
              <a:rPr lang="en-US" altLang="zh-CN" dirty="0" err="1" smtClean="0"/>
              <a:t>bi_idx</a:t>
            </a:r>
            <a:r>
              <a:rPr lang="en-US" altLang="zh-CN" dirty="0" smtClean="0"/>
              <a:t>; /* </a:t>
            </a:r>
            <a:r>
              <a:rPr lang="zh-CN" altLang="en-US" dirty="0" smtClean="0"/>
              <a:t>当前</a:t>
            </a:r>
            <a:r>
              <a:rPr lang="en-US" altLang="zh-CN" dirty="0" err="1" smtClean="0"/>
              <a:t>bvl_vec</a:t>
            </a:r>
            <a:r>
              <a:rPr lang="zh-CN" altLang="en-US" dirty="0" smtClean="0"/>
              <a:t>索引 *</a:t>
            </a:r>
            <a:r>
              <a:rPr lang="en-US" altLang="zh-CN" dirty="0" smtClean="0"/>
              <a:t>/</a:t>
            </a:r>
          </a:p>
          <a:p>
            <a:pPr lvl="1">
              <a:buFont typeface="Wingdings 3" pitchFamily="18" charset="2"/>
              <a:buNone/>
            </a:pPr>
            <a:r>
              <a:rPr lang="en-US" altLang="zh-CN" dirty="0" smtClean="0"/>
              <a:t>       unsigned short </a:t>
            </a:r>
            <a:r>
              <a:rPr lang="en-US" altLang="zh-CN" dirty="0" err="1" smtClean="0"/>
              <a:t>bi_phys_segments</a:t>
            </a:r>
            <a:r>
              <a:rPr lang="en-US" altLang="zh-CN" dirty="0" smtClean="0"/>
              <a:t>;</a:t>
            </a:r>
          </a:p>
          <a:p>
            <a:pPr lvl="1">
              <a:buFont typeface="Wingdings 3" pitchFamily="18" charset="2"/>
              <a:buNone/>
            </a:pPr>
            <a:r>
              <a:rPr lang="en-US" altLang="zh-CN" dirty="0" smtClean="0"/>
              <a:t>       …</a:t>
            </a:r>
          </a:p>
          <a:p>
            <a:pPr lvl="1">
              <a:lnSpc>
                <a:spcPct val="80000"/>
              </a:lnSpc>
              <a:buFont typeface="Wingdings 3" pitchFamily="18" charset="2"/>
              <a:buNone/>
            </a:pPr>
            <a:r>
              <a:rPr lang="en-US" altLang="zh-CN" dirty="0" smtClean="0"/>
              <a:t>  }</a:t>
            </a:r>
          </a:p>
        </p:txBody>
      </p:sp>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p:cNvSpPr>
          <p:nvPr>
            <p:ph type="title"/>
          </p:nvPr>
        </p:nvSpPr>
        <p:spPr/>
        <p:txBody>
          <a:bodyPr/>
          <a:lstStyle/>
          <a:p>
            <a:r>
              <a:rPr lang="zh-CN" altLang="en-US" b="0" smtClean="0">
                <a:solidFill>
                  <a:schemeClr val="tx2"/>
                </a:solidFill>
                <a:latin typeface="Arial" charset="0"/>
                <a:ea typeface="宋体" charset="-122"/>
              </a:rPr>
              <a:t> </a:t>
            </a:r>
            <a:r>
              <a:rPr lang="en-US" altLang="zh-CN" b="0" smtClean="0">
                <a:solidFill>
                  <a:schemeClr val="tx2"/>
                </a:solidFill>
                <a:latin typeface="Arial" charset="0"/>
                <a:ea typeface="宋体" charset="-122"/>
              </a:rPr>
              <a:t>bio_vec</a:t>
            </a:r>
            <a:r>
              <a:rPr lang="zh-CN" altLang="en-US" b="0" smtClean="0">
                <a:solidFill>
                  <a:schemeClr val="tx2"/>
                </a:solidFill>
                <a:latin typeface="Arial" charset="0"/>
                <a:ea typeface="宋体" charset="-122"/>
              </a:rPr>
              <a:t>结构体 </a:t>
            </a:r>
          </a:p>
        </p:txBody>
      </p:sp>
      <p:sp>
        <p:nvSpPr>
          <p:cNvPr id="325635" name="Rectangle 3"/>
          <p:cNvSpPr>
            <a:spLocks noGrp="1"/>
          </p:cNvSpPr>
          <p:nvPr>
            <p:ph type="body" idx="1"/>
          </p:nvPr>
        </p:nvSpPr>
        <p:spPr/>
        <p:txBody>
          <a:bodyPr/>
          <a:lstStyle/>
          <a:p>
            <a:r>
              <a:rPr lang="en-US" altLang="zh-CN" smtClean="0"/>
              <a:t>bio</a:t>
            </a:r>
            <a:r>
              <a:rPr lang="zh-CN" altLang="en-US" smtClean="0"/>
              <a:t>的核心是一个称为</a:t>
            </a:r>
            <a:r>
              <a:rPr lang="en-US" altLang="zh-CN" smtClean="0"/>
              <a:t>bi_io_vec</a:t>
            </a:r>
            <a:r>
              <a:rPr lang="zh-CN" altLang="en-US" smtClean="0"/>
              <a:t>的数组 </a:t>
            </a:r>
            <a:endParaRPr lang="en-US" altLang="zh-CN" smtClean="0"/>
          </a:p>
          <a:p>
            <a:pPr>
              <a:buFont typeface="Wingdings 3" pitchFamily="18" charset="2"/>
              <a:buNone/>
            </a:pPr>
            <a:r>
              <a:rPr lang="en-US" altLang="zh-CN" smtClean="0"/>
              <a:t>   struct bio_vec</a:t>
            </a:r>
          </a:p>
          <a:p>
            <a:pPr>
              <a:buFont typeface="Wingdings 3" pitchFamily="18" charset="2"/>
              <a:buNone/>
            </a:pPr>
            <a:r>
              <a:rPr lang="en-US" altLang="zh-CN" smtClean="0"/>
              <a:t> {</a:t>
            </a:r>
          </a:p>
          <a:p>
            <a:pPr>
              <a:buFont typeface="Wingdings 3" pitchFamily="18" charset="2"/>
              <a:buNone/>
            </a:pPr>
            <a:r>
              <a:rPr lang="en-US" altLang="zh-CN" smtClean="0"/>
              <a:t>    struct page *bv_page;  /* </a:t>
            </a:r>
            <a:r>
              <a:rPr lang="zh-CN" altLang="en-US" smtClean="0"/>
              <a:t>页指针 *</a:t>
            </a:r>
            <a:r>
              <a:rPr lang="en-US" altLang="zh-CN" smtClean="0"/>
              <a:t>/</a:t>
            </a:r>
          </a:p>
          <a:p>
            <a:pPr>
              <a:buFont typeface="Wingdings 3" pitchFamily="18" charset="2"/>
              <a:buNone/>
            </a:pPr>
            <a:r>
              <a:rPr lang="en-US" altLang="zh-CN" smtClean="0"/>
              <a:t>   unsigned int bv_len;  /* </a:t>
            </a:r>
            <a:r>
              <a:rPr lang="zh-CN" altLang="en-US" smtClean="0"/>
              <a:t>传输的字节数 *</a:t>
            </a:r>
            <a:r>
              <a:rPr lang="en-US" altLang="zh-CN" smtClean="0"/>
              <a:t>/</a:t>
            </a:r>
          </a:p>
          <a:p>
            <a:pPr>
              <a:buFont typeface="Wingdings 3" pitchFamily="18" charset="2"/>
              <a:buNone/>
            </a:pPr>
            <a:r>
              <a:rPr lang="en-US" altLang="zh-CN" smtClean="0"/>
              <a:t>   unsigned int bv_offset; /* </a:t>
            </a:r>
            <a:r>
              <a:rPr lang="zh-CN" altLang="en-US" smtClean="0"/>
              <a:t>偏移位置 *</a:t>
            </a:r>
            <a:r>
              <a:rPr lang="en-US" altLang="zh-CN" smtClean="0"/>
              <a:t>/</a:t>
            </a:r>
          </a:p>
          <a:p>
            <a:pPr>
              <a:buFont typeface="Wingdings 3" pitchFamily="18" charset="2"/>
              <a:buNone/>
            </a:pPr>
            <a:r>
              <a:rPr lang="en-US" altLang="zh-CN" smtClean="0"/>
              <a:t> }; </a:t>
            </a:r>
            <a:endParaRPr lang="zh-CN" altLang="en-US" smtClean="0"/>
          </a:p>
        </p:txBody>
      </p:sp>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bio</a:t>
            </a:r>
            <a:r>
              <a:rPr lang="zh-CN" altLang="en-US" dirty="0" smtClean="0"/>
              <a:t>与</a:t>
            </a:r>
            <a:r>
              <a:rPr lang="en-US" altLang="zh-CN" dirty="0" err="1" smtClean="0"/>
              <a:t>bio_vec</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pic>
        <p:nvPicPr>
          <p:cNvPr id="643074" name="Picture 2" descr="13-02B"/>
          <p:cNvPicPr>
            <a:picLocks noChangeAspect="1" noChangeArrowheads="1"/>
          </p:cNvPicPr>
          <p:nvPr/>
        </p:nvPicPr>
        <p:blipFill>
          <a:blip r:embed="rId2" cstate="print"/>
          <a:srcRect b="6667"/>
          <a:stretch>
            <a:fillRect/>
          </a:stretch>
        </p:blipFill>
        <p:spPr bwMode="auto">
          <a:xfrm>
            <a:off x="1928794" y="1428736"/>
            <a:ext cx="4311680" cy="40005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request</a:t>
            </a:r>
            <a:r>
              <a:rPr lang="zh-CN" altLang="en-US" dirty="0" smtClean="0"/>
              <a:t>、</a:t>
            </a:r>
            <a:r>
              <a:rPr lang="en-US" altLang="zh-CN" dirty="0" smtClean="0"/>
              <a:t>bio</a:t>
            </a:r>
            <a:r>
              <a:rPr lang="zh-CN" altLang="en-US" dirty="0" smtClean="0"/>
              <a:t>、</a:t>
            </a:r>
            <a:r>
              <a:rPr lang="en-US" altLang="zh-CN" dirty="0" err="1" smtClean="0"/>
              <a:t>bio_vec</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pic>
        <p:nvPicPr>
          <p:cNvPr id="644098" name="Picture 2" descr="13-02A"/>
          <p:cNvPicPr>
            <a:picLocks noChangeAspect="1" noChangeArrowheads="1"/>
          </p:cNvPicPr>
          <p:nvPr/>
        </p:nvPicPr>
        <p:blipFill>
          <a:blip r:embed="rId2" cstate="print"/>
          <a:srcRect t="55753" b="1896"/>
          <a:stretch>
            <a:fillRect/>
          </a:stretch>
        </p:blipFill>
        <p:spPr bwMode="auto">
          <a:xfrm>
            <a:off x="500034" y="1357298"/>
            <a:ext cx="8208771" cy="478634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总体结构</a:t>
            </a:r>
            <a:endParaRPr lang="zh-CN" altLang="en-US" dirty="0"/>
          </a:p>
        </p:txBody>
      </p:sp>
      <p:sp>
        <p:nvSpPr>
          <p:cNvPr id="4" name="页脚占位符 3"/>
          <p:cNvSpPr>
            <a:spLocks noGrp="1"/>
          </p:cNvSpPr>
          <p:nvPr>
            <p:ph type="ftr" idx="10"/>
          </p:nvPr>
        </p:nvSpPr>
        <p:spPr/>
        <p:txBody>
          <a:bodyPr/>
          <a:lstStyle/>
          <a:p>
            <a:pPr>
              <a:defRPr/>
            </a:pPr>
            <a:r>
              <a:rPr lang="en-US" dirty="0" smtClean="0"/>
              <a:t> </a:t>
            </a:r>
            <a:endParaRPr 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pic>
        <p:nvPicPr>
          <p:cNvPr id="645122" name="Picture 2"/>
          <p:cNvPicPr>
            <a:picLocks noChangeAspect="1" noChangeArrowheads="1"/>
          </p:cNvPicPr>
          <p:nvPr/>
        </p:nvPicPr>
        <p:blipFill>
          <a:blip r:embed="rId2" cstate="print"/>
          <a:srcRect/>
          <a:stretch>
            <a:fillRect/>
          </a:stretch>
        </p:blipFill>
        <p:spPr bwMode="auto">
          <a:xfrm>
            <a:off x="2648038" y="0"/>
            <a:ext cx="4067087" cy="631491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p:cNvSpPr>
          <p:nvPr>
            <p:ph type="title"/>
          </p:nvPr>
        </p:nvSpPr>
        <p:spPr/>
        <p:txBody>
          <a:bodyPr/>
          <a:lstStyle/>
          <a:p>
            <a:r>
              <a:rPr lang="zh-CN" altLang="en-US" b="0" smtClean="0">
                <a:solidFill>
                  <a:schemeClr val="tx2"/>
                </a:solidFill>
                <a:latin typeface="Arial" charset="0"/>
                <a:ea typeface="宋体" charset="-122"/>
              </a:rPr>
              <a:t> </a:t>
            </a:r>
          </a:p>
        </p:txBody>
      </p:sp>
      <p:sp>
        <p:nvSpPr>
          <p:cNvPr id="337923" name="Rectangle 3"/>
          <p:cNvSpPr>
            <a:spLocks noGrp="1"/>
          </p:cNvSpPr>
          <p:nvPr>
            <p:ph type="body" idx="1"/>
          </p:nvPr>
        </p:nvSpPr>
        <p:spPr/>
        <p:txBody>
          <a:bodyPr/>
          <a:lstStyle/>
          <a:p>
            <a:pPr>
              <a:lnSpc>
                <a:spcPct val="150000"/>
              </a:lnSpc>
            </a:pPr>
            <a:r>
              <a:rPr lang="zh-CN" altLang="en-US" dirty="0" smtClean="0"/>
              <a:t>块设备特点及驱动程序工作原理</a:t>
            </a:r>
          </a:p>
          <a:p>
            <a:pPr>
              <a:lnSpc>
                <a:spcPct val="150000"/>
              </a:lnSpc>
            </a:pPr>
            <a:r>
              <a:rPr lang="en-US" altLang="zh-CN" dirty="0" err="1" smtClean="0"/>
              <a:t>block_device_operations</a:t>
            </a:r>
            <a:r>
              <a:rPr lang="zh-CN" altLang="en-US" dirty="0" smtClean="0"/>
              <a:t>结构体</a:t>
            </a:r>
          </a:p>
          <a:p>
            <a:pPr>
              <a:lnSpc>
                <a:spcPct val="150000"/>
              </a:lnSpc>
            </a:pPr>
            <a:r>
              <a:rPr lang="en-US" altLang="zh-CN" dirty="0" err="1" smtClean="0"/>
              <a:t>gendisk</a:t>
            </a:r>
            <a:r>
              <a:rPr lang="zh-CN" altLang="en-US" dirty="0" smtClean="0"/>
              <a:t>结构体及操作</a:t>
            </a:r>
          </a:p>
          <a:p>
            <a:pPr>
              <a:lnSpc>
                <a:spcPct val="150000"/>
              </a:lnSpc>
            </a:pPr>
            <a:r>
              <a:rPr lang="en-US" altLang="zh-CN" dirty="0" smtClean="0"/>
              <a:t>request</a:t>
            </a:r>
            <a:r>
              <a:rPr lang="zh-CN" altLang="en-US" dirty="0" smtClean="0"/>
              <a:t>结构体及操作</a:t>
            </a:r>
          </a:p>
          <a:p>
            <a:pPr>
              <a:lnSpc>
                <a:spcPct val="150000"/>
              </a:lnSpc>
            </a:pPr>
            <a:r>
              <a:rPr lang="zh-CN" altLang="en-US" i="1" u="sng" dirty="0" smtClean="0"/>
              <a:t>块设备驱动编写</a:t>
            </a:r>
          </a:p>
          <a:p>
            <a:endParaRPr lang="zh-CN" altLang="en-US" dirty="0" smtClean="0"/>
          </a:p>
          <a:p>
            <a:endParaRPr lang="zh-CN" altLang="en-US" dirty="0" smtClean="0"/>
          </a:p>
        </p:txBody>
      </p:sp>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p:cNvSpPr>
          <p:nvPr>
            <p:ph type="title"/>
          </p:nvPr>
        </p:nvSpPr>
        <p:spPr/>
        <p:txBody>
          <a:bodyPr/>
          <a:lstStyle/>
          <a:p>
            <a:r>
              <a:rPr lang="zh-CN" altLang="en-US" b="0" dirty="0" smtClean="0">
                <a:solidFill>
                  <a:schemeClr val="tx2"/>
                </a:solidFill>
                <a:latin typeface="Arial" charset="0"/>
                <a:ea typeface="宋体" charset="-122"/>
              </a:rPr>
              <a:t>块设备注册与注销</a:t>
            </a:r>
          </a:p>
        </p:txBody>
      </p:sp>
      <p:sp>
        <p:nvSpPr>
          <p:cNvPr id="326659" name="Rectangle 3"/>
          <p:cNvSpPr>
            <a:spLocks noGrp="1"/>
          </p:cNvSpPr>
          <p:nvPr>
            <p:ph type="body" idx="1"/>
          </p:nvPr>
        </p:nvSpPr>
        <p:spPr/>
        <p:txBody>
          <a:bodyPr/>
          <a:lstStyle/>
          <a:p>
            <a:r>
              <a:rPr lang="zh-CN" altLang="en-US" dirty="0" smtClean="0"/>
              <a:t>注册块设备</a:t>
            </a:r>
          </a:p>
          <a:p>
            <a:r>
              <a:rPr lang="en-US" altLang="zh-CN" dirty="0" err="1" smtClean="0"/>
              <a:t>int</a:t>
            </a:r>
            <a:r>
              <a:rPr lang="en-US" altLang="zh-CN" dirty="0" smtClean="0"/>
              <a:t> </a:t>
            </a:r>
            <a:r>
              <a:rPr lang="en-US" altLang="zh-CN" dirty="0" err="1" smtClean="0"/>
              <a:t>register_blkdev</a:t>
            </a:r>
            <a:r>
              <a:rPr lang="en-US" altLang="zh-CN" dirty="0" smtClean="0"/>
              <a:t>(unsigned </a:t>
            </a:r>
            <a:r>
              <a:rPr lang="en-US" altLang="zh-CN" dirty="0" err="1" smtClean="0"/>
              <a:t>int</a:t>
            </a:r>
            <a:r>
              <a:rPr lang="en-US" altLang="zh-CN" dirty="0" smtClean="0"/>
              <a:t> major, const char *name);</a:t>
            </a:r>
          </a:p>
          <a:p>
            <a:endParaRPr lang="zh-CN" altLang="en-US" dirty="0" smtClean="0"/>
          </a:p>
          <a:p>
            <a:r>
              <a:rPr lang="zh-CN" altLang="en-US" dirty="0" smtClean="0"/>
              <a:t>注销块设备</a:t>
            </a:r>
          </a:p>
          <a:p>
            <a:pPr>
              <a:buFont typeface="Wingdings 3" pitchFamily="18" charset="2"/>
              <a:buNone/>
            </a:pPr>
            <a:r>
              <a:rPr lang="en-US" altLang="zh-CN" dirty="0" smtClean="0"/>
              <a:t>   </a:t>
            </a:r>
            <a:r>
              <a:rPr lang="en-US" altLang="zh-CN" dirty="0" err="1" smtClean="0"/>
              <a:t>int</a:t>
            </a:r>
            <a:r>
              <a:rPr lang="en-US" altLang="zh-CN" dirty="0" smtClean="0"/>
              <a:t> </a:t>
            </a:r>
            <a:r>
              <a:rPr lang="en-US" altLang="zh-CN" dirty="0" err="1" smtClean="0"/>
              <a:t>unregister_blkdev</a:t>
            </a:r>
            <a:r>
              <a:rPr lang="en-US" altLang="zh-CN" dirty="0" smtClean="0"/>
              <a:t>(unsigned </a:t>
            </a:r>
            <a:r>
              <a:rPr lang="en-US" altLang="zh-CN" dirty="0" err="1" smtClean="0"/>
              <a:t>int</a:t>
            </a:r>
            <a:r>
              <a:rPr lang="en-US" altLang="zh-CN" dirty="0" smtClean="0"/>
              <a:t> major, const char *name);</a:t>
            </a:r>
            <a:endParaRPr lang="zh-CN" altLang="en-US" dirty="0" smtClean="0"/>
          </a:p>
          <a:p>
            <a:endParaRPr lang="zh-CN" altLang="en-US" dirty="0" smtClean="0"/>
          </a:p>
          <a:p>
            <a:pPr>
              <a:buFont typeface="Wingdings 3" pitchFamily="18" charset="2"/>
              <a:buNone/>
            </a:pPr>
            <a:r>
              <a:rPr lang="en-US" altLang="zh-CN" dirty="0" smtClean="0"/>
              <a:t>	</a:t>
            </a:r>
          </a:p>
          <a:p>
            <a:pPr>
              <a:buFont typeface="Wingdings 3" pitchFamily="18" charset="2"/>
              <a:buNone/>
            </a:pPr>
            <a:endParaRPr lang="zh-CN" altLang="en-US" dirty="0" smtClean="0"/>
          </a:p>
        </p:txBody>
      </p:sp>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p:cNvSpPr>
          <p:nvPr>
            <p:ph type="title"/>
          </p:nvPr>
        </p:nvSpPr>
        <p:spPr/>
        <p:txBody>
          <a:bodyPr/>
          <a:lstStyle/>
          <a:p>
            <a:r>
              <a:rPr lang="zh-CN" altLang="en-US" b="0" dirty="0" smtClean="0">
                <a:solidFill>
                  <a:schemeClr val="tx2"/>
                </a:solidFill>
                <a:latin typeface="Arial" charset="0"/>
                <a:ea typeface="宋体" charset="-122"/>
              </a:rPr>
              <a:t>构建请求队列</a:t>
            </a:r>
          </a:p>
        </p:txBody>
      </p:sp>
      <p:sp>
        <p:nvSpPr>
          <p:cNvPr id="326659" name="Rectangle 3"/>
          <p:cNvSpPr>
            <a:spLocks noGrp="1"/>
          </p:cNvSpPr>
          <p:nvPr>
            <p:ph type="body" idx="1"/>
          </p:nvPr>
        </p:nvSpPr>
        <p:spPr/>
        <p:txBody>
          <a:bodyPr/>
          <a:lstStyle/>
          <a:p>
            <a:r>
              <a:rPr lang="zh-CN" altLang="en-US" dirty="0" smtClean="0"/>
              <a:t>方法一</a:t>
            </a:r>
            <a:endParaRPr lang="en-US" altLang="zh-CN" dirty="0" smtClean="0"/>
          </a:p>
          <a:p>
            <a:r>
              <a:rPr lang="en-US" altLang="zh-CN" dirty="0" err="1" smtClean="0"/>
              <a:t>struct</a:t>
            </a:r>
            <a:r>
              <a:rPr lang="en-US" altLang="zh-CN" dirty="0" smtClean="0"/>
              <a:t>  </a:t>
            </a:r>
            <a:r>
              <a:rPr lang="en-US" altLang="zh-CN" dirty="0" err="1" smtClean="0"/>
              <a:t>request_queue</a:t>
            </a:r>
            <a:r>
              <a:rPr lang="en-US" altLang="zh-CN" dirty="0" smtClean="0"/>
              <a:t>  *</a:t>
            </a:r>
            <a:r>
              <a:rPr lang="en-US" altLang="zh-CN" dirty="0" err="1" smtClean="0"/>
              <a:t>blk_alloc_queue</a:t>
            </a:r>
            <a:r>
              <a:rPr lang="en-US" altLang="zh-CN" dirty="0" smtClean="0"/>
              <a:t>(</a:t>
            </a:r>
            <a:r>
              <a:rPr lang="en-US" altLang="zh-CN" dirty="0" err="1" smtClean="0"/>
              <a:t>gfp_t</a:t>
            </a:r>
            <a:r>
              <a:rPr lang="en-US" altLang="zh-CN" dirty="0" smtClean="0"/>
              <a:t>    </a:t>
            </a:r>
            <a:r>
              <a:rPr lang="en-US" altLang="zh-CN" dirty="0" err="1" smtClean="0"/>
              <a:t>gfp_mask</a:t>
            </a:r>
            <a:r>
              <a:rPr lang="en-US" altLang="zh-CN" dirty="0" smtClean="0"/>
              <a:t>);</a:t>
            </a:r>
          </a:p>
          <a:p>
            <a:r>
              <a:rPr lang="en-US" altLang="zh-CN" dirty="0" smtClean="0"/>
              <a:t>void  </a:t>
            </a:r>
            <a:r>
              <a:rPr lang="en-US" altLang="zh-CN" dirty="0" err="1" smtClean="0"/>
              <a:t>blk_queue_make_request</a:t>
            </a:r>
            <a:r>
              <a:rPr lang="en-US" altLang="zh-CN" dirty="0" smtClean="0"/>
              <a:t>(</a:t>
            </a:r>
            <a:r>
              <a:rPr lang="en-US" altLang="zh-CN" dirty="0" err="1" smtClean="0"/>
              <a:t>struct</a:t>
            </a:r>
            <a:r>
              <a:rPr lang="en-US" altLang="zh-CN" dirty="0" smtClean="0"/>
              <a:t>  </a:t>
            </a:r>
            <a:r>
              <a:rPr lang="en-US" altLang="zh-CN" dirty="0" err="1" smtClean="0"/>
              <a:t>request_queue</a:t>
            </a:r>
            <a:r>
              <a:rPr lang="en-US" altLang="zh-CN" dirty="0" smtClean="0"/>
              <a:t> *queue,   </a:t>
            </a:r>
            <a:r>
              <a:rPr lang="en-US" altLang="zh-CN" dirty="0" err="1" smtClean="0"/>
              <a:t>make_request_fn</a:t>
            </a:r>
            <a:r>
              <a:rPr lang="en-US" altLang="zh-CN" dirty="0" smtClean="0"/>
              <a:t>  *</a:t>
            </a:r>
            <a:r>
              <a:rPr lang="en-US" altLang="zh-CN" dirty="0" err="1" smtClean="0"/>
              <a:t>mfn</a:t>
            </a:r>
            <a:r>
              <a:rPr lang="en-US" altLang="zh-CN" dirty="0" smtClean="0"/>
              <a:t>);</a:t>
            </a:r>
          </a:p>
          <a:p>
            <a:endParaRPr lang="zh-CN" altLang="en-US" dirty="0" smtClean="0"/>
          </a:p>
          <a:p>
            <a:r>
              <a:rPr lang="zh-CN" altLang="en-US" dirty="0" smtClean="0"/>
              <a:t>方法二</a:t>
            </a:r>
          </a:p>
          <a:p>
            <a:pPr>
              <a:buFont typeface="Wingdings 3" pitchFamily="18" charset="2"/>
              <a:buNone/>
            </a:pPr>
            <a:r>
              <a:rPr lang="en-US" altLang="zh-CN" dirty="0" smtClean="0"/>
              <a:t>   </a:t>
            </a:r>
            <a:r>
              <a:rPr lang="en-US" altLang="zh-CN" dirty="0" err="1" smtClean="0"/>
              <a:t>struct</a:t>
            </a:r>
            <a:r>
              <a:rPr lang="en-US" altLang="zh-CN" dirty="0" smtClean="0"/>
              <a:t>  </a:t>
            </a:r>
            <a:r>
              <a:rPr lang="en-US" altLang="zh-CN" dirty="0" err="1" smtClean="0"/>
              <a:t>request_queue</a:t>
            </a:r>
            <a:r>
              <a:rPr lang="en-US" altLang="zh-CN" dirty="0" smtClean="0"/>
              <a:t>   *</a:t>
            </a:r>
            <a:r>
              <a:rPr lang="en-US" altLang="zh-CN" dirty="0" err="1" smtClean="0"/>
              <a:t>blk_init_queue</a:t>
            </a:r>
            <a:r>
              <a:rPr lang="en-US" altLang="zh-CN" dirty="0" smtClean="0"/>
              <a:t>(</a:t>
            </a:r>
            <a:r>
              <a:rPr lang="en-US" altLang="zh-CN" dirty="0" err="1" smtClean="0"/>
              <a:t>request_fn_proc</a:t>
            </a:r>
            <a:r>
              <a:rPr lang="en-US" altLang="zh-CN" dirty="0" smtClean="0"/>
              <a:t>  *</a:t>
            </a:r>
            <a:r>
              <a:rPr lang="en-US" altLang="zh-CN" dirty="0" err="1" smtClean="0"/>
              <a:t>rfn</a:t>
            </a:r>
            <a:r>
              <a:rPr lang="en-US" altLang="zh-CN" dirty="0" smtClean="0"/>
              <a:t>,  </a:t>
            </a:r>
            <a:r>
              <a:rPr lang="en-US" altLang="zh-CN" dirty="0" err="1" smtClean="0"/>
              <a:t>spinlock_t</a:t>
            </a:r>
            <a:r>
              <a:rPr lang="en-US" altLang="zh-CN" dirty="0" smtClean="0"/>
              <a:t>  *lock);</a:t>
            </a:r>
            <a:endParaRPr lang="zh-CN" altLang="en-US" dirty="0" smtClean="0"/>
          </a:p>
          <a:p>
            <a:endParaRPr lang="zh-CN" altLang="en-US" dirty="0" smtClean="0"/>
          </a:p>
          <a:p>
            <a:pPr>
              <a:buFont typeface="Wingdings 3" pitchFamily="18" charset="2"/>
              <a:buNone/>
            </a:pPr>
            <a:r>
              <a:rPr lang="en-US" altLang="zh-CN" dirty="0" smtClean="0"/>
              <a:t>	</a:t>
            </a:r>
          </a:p>
          <a:p>
            <a:pPr>
              <a:buFont typeface="Wingdings 3" pitchFamily="18" charset="2"/>
              <a:buNone/>
            </a:pPr>
            <a:endParaRPr lang="zh-CN" altLang="en-US" dirty="0" smtClean="0"/>
          </a:p>
        </p:txBody>
      </p:sp>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p:cNvSpPr>
          <p:nvPr>
            <p:ph type="title"/>
          </p:nvPr>
        </p:nvSpPr>
        <p:spPr/>
        <p:txBody>
          <a:bodyPr/>
          <a:lstStyle/>
          <a:p>
            <a:r>
              <a:rPr lang="zh-CN" altLang="en-US" b="0" smtClean="0">
                <a:solidFill>
                  <a:schemeClr val="tx2"/>
                </a:solidFill>
                <a:latin typeface="Arial" charset="0"/>
                <a:ea typeface="宋体" charset="-122"/>
              </a:rPr>
              <a:t>块设备驱动的模块加载函数模板 </a:t>
            </a:r>
            <a:r>
              <a:rPr lang="en-US" altLang="zh-CN" b="0" smtClean="0">
                <a:solidFill>
                  <a:schemeClr val="tx2"/>
                </a:solidFill>
                <a:latin typeface="Arial" charset="0"/>
                <a:ea typeface="宋体" charset="-122"/>
              </a:rPr>
              <a:t>(1)</a:t>
            </a:r>
          </a:p>
        </p:txBody>
      </p:sp>
      <p:sp>
        <p:nvSpPr>
          <p:cNvPr id="327683" name="Rectangle 3"/>
          <p:cNvSpPr>
            <a:spLocks noGrp="1"/>
          </p:cNvSpPr>
          <p:nvPr>
            <p:ph type="body" idx="1"/>
          </p:nvPr>
        </p:nvSpPr>
        <p:spPr>
          <a:xfrm>
            <a:off x="457200" y="1219200"/>
            <a:ext cx="8221663" cy="5353072"/>
          </a:xfrm>
        </p:spPr>
        <p:txBody>
          <a:bodyPr/>
          <a:lstStyle/>
          <a:p>
            <a:pPr>
              <a:lnSpc>
                <a:spcPct val="90000"/>
              </a:lnSpc>
              <a:buNone/>
            </a:pPr>
            <a:r>
              <a:rPr lang="en-US" altLang="zh-CN" sz="2000" dirty="0" smtClean="0"/>
              <a:t>   </a:t>
            </a:r>
            <a:r>
              <a:rPr lang="en-US" altLang="zh-CN" sz="2000" dirty="0" smtClean="0">
                <a:solidFill>
                  <a:schemeClr val="tx1"/>
                </a:solidFill>
              </a:rPr>
              <a:t>static </a:t>
            </a:r>
            <a:r>
              <a:rPr lang="en-US" altLang="zh-CN" sz="2000" dirty="0" err="1" smtClean="0">
                <a:solidFill>
                  <a:schemeClr val="tx1"/>
                </a:solidFill>
              </a:rPr>
              <a:t>int</a:t>
            </a:r>
            <a:r>
              <a:rPr lang="en-US" altLang="zh-CN" sz="2000" dirty="0" smtClean="0">
                <a:solidFill>
                  <a:schemeClr val="tx1"/>
                </a:solidFill>
              </a:rPr>
              <a:t> _ _init </a:t>
            </a:r>
            <a:r>
              <a:rPr lang="en-US" altLang="zh-CN" sz="2000" dirty="0" err="1" smtClean="0">
                <a:solidFill>
                  <a:schemeClr val="tx1"/>
                </a:solidFill>
              </a:rPr>
              <a:t>xxx_init</a:t>
            </a:r>
            <a:r>
              <a:rPr lang="en-US" altLang="zh-CN" sz="2000" dirty="0" smtClean="0">
                <a:solidFill>
                  <a:schemeClr val="tx1"/>
                </a:solidFill>
              </a:rPr>
              <a:t>(void)</a:t>
            </a:r>
          </a:p>
          <a:p>
            <a:pPr>
              <a:lnSpc>
                <a:spcPct val="90000"/>
              </a:lnSpc>
              <a:buFont typeface="Wingdings 3" pitchFamily="18" charset="2"/>
              <a:buNone/>
            </a:pPr>
            <a:r>
              <a:rPr lang="en-US" altLang="zh-CN" sz="2000" dirty="0" smtClean="0">
                <a:solidFill>
                  <a:schemeClr val="tx1"/>
                </a:solidFill>
              </a:rPr>
              <a:t>  {</a:t>
            </a:r>
          </a:p>
          <a:p>
            <a:pPr>
              <a:lnSpc>
                <a:spcPct val="90000"/>
              </a:lnSpc>
              <a:buFont typeface="Wingdings 3" pitchFamily="18" charset="2"/>
              <a:buNone/>
            </a:pPr>
            <a:r>
              <a:rPr lang="en-US" altLang="zh-CN" sz="2000" dirty="0" smtClean="0">
                <a:solidFill>
                  <a:schemeClr val="tx1"/>
                </a:solidFill>
              </a:rPr>
              <a:t>        //</a:t>
            </a:r>
            <a:r>
              <a:rPr lang="zh-CN" altLang="en-US" sz="2000" dirty="0" smtClean="0">
                <a:solidFill>
                  <a:schemeClr val="tx1"/>
                </a:solidFill>
              </a:rPr>
              <a:t>块设备注册</a:t>
            </a:r>
          </a:p>
          <a:p>
            <a:pPr>
              <a:lnSpc>
                <a:spcPct val="90000"/>
              </a:lnSpc>
              <a:buFont typeface="Wingdings 3" pitchFamily="18" charset="2"/>
              <a:buNone/>
            </a:pPr>
            <a:r>
              <a:rPr lang="en-US" altLang="zh-CN" sz="2000" dirty="0" smtClean="0">
                <a:solidFill>
                  <a:schemeClr val="tx1"/>
                </a:solidFill>
              </a:rPr>
              <a:t>	    if (</a:t>
            </a:r>
            <a:r>
              <a:rPr lang="en-US" altLang="zh-CN" sz="2000" dirty="0" err="1" smtClean="0">
                <a:solidFill>
                  <a:schemeClr val="tx1"/>
                </a:solidFill>
              </a:rPr>
              <a:t>register_blkdev</a:t>
            </a:r>
            <a:r>
              <a:rPr lang="en-US" altLang="zh-CN" sz="2000" dirty="0" smtClean="0">
                <a:solidFill>
                  <a:schemeClr val="tx1"/>
                </a:solidFill>
              </a:rPr>
              <a:t>(XXX_MAJOR, "xxx"))	    {</a:t>
            </a:r>
          </a:p>
          <a:p>
            <a:pPr>
              <a:lnSpc>
                <a:spcPct val="90000"/>
              </a:lnSpc>
              <a:buFont typeface="Wingdings 3" pitchFamily="18" charset="2"/>
              <a:buNone/>
            </a:pPr>
            <a:r>
              <a:rPr lang="en-US" altLang="zh-CN" sz="2000" dirty="0" smtClean="0">
                <a:solidFill>
                  <a:schemeClr val="tx1"/>
                </a:solidFill>
              </a:rPr>
              <a:t>	        err =  - EIO;</a:t>
            </a:r>
          </a:p>
          <a:p>
            <a:pPr>
              <a:lnSpc>
                <a:spcPct val="90000"/>
              </a:lnSpc>
              <a:buFont typeface="Wingdings 3" pitchFamily="18" charset="2"/>
              <a:buNone/>
            </a:pPr>
            <a:r>
              <a:rPr lang="en-US" altLang="zh-CN" sz="2000" dirty="0" smtClean="0">
                <a:solidFill>
                  <a:schemeClr val="tx1"/>
                </a:solidFill>
              </a:rPr>
              <a:t>	        </a:t>
            </a:r>
            <a:r>
              <a:rPr lang="en-US" altLang="zh-CN" sz="2000" dirty="0" err="1" smtClean="0">
                <a:solidFill>
                  <a:schemeClr val="tx1"/>
                </a:solidFill>
              </a:rPr>
              <a:t>goto</a:t>
            </a:r>
            <a:r>
              <a:rPr lang="en-US" altLang="zh-CN" sz="2000" dirty="0" smtClean="0">
                <a:solidFill>
                  <a:schemeClr val="tx1"/>
                </a:solidFill>
              </a:rPr>
              <a:t> out;</a:t>
            </a:r>
          </a:p>
          <a:p>
            <a:pPr>
              <a:lnSpc>
                <a:spcPct val="90000"/>
              </a:lnSpc>
              <a:buFont typeface="Wingdings 3" pitchFamily="18" charset="2"/>
              <a:buNone/>
            </a:pPr>
            <a:r>
              <a:rPr lang="en-US" altLang="zh-CN" sz="2000" dirty="0" smtClean="0">
                <a:solidFill>
                  <a:schemeClr val="tx1"/>
                </a:solidFill>
              </a:rPr>
              <a:t>	    }  </a:t>
            </a:r>
          </a:p>
          <a:p>
            <a:pPr>
              <a:lnSpc>
                <a:spcPct val="90000"/>
              </a:lnSpc>
              <a:buFont typeface="Wingdings 3" pitchFamily="18" charset="2"/>
              <a:buNone/>
            </a:pPr>
            <a:r>
              <a:rPr lang="en-US" altLang="zh-CN" sz="2000" dirty="0" smtClean="0">
                <a:solidFill>
                  <a:schemeClr val="tx1"/>
                </a:solidFill>
              </a:rPr>
              <a:t>	 //</a:t>
            </a:r>
            <a:r>
              <a:rPr lang="zh-CN" altLang="en-US" sz="2000" dirty="0" smtClean="0">
                <a:solidFill>
                  <a:schemeClr val="tx1"/>
                </a:solidFill>
              </a:rPr>
              <a:t>请求队列初始化</a:t>
            </a:r>
            <a:endParaRPr lang="zh-CN" altLang="en-US" sz="2000" b="1" dirty="0" smtClean="0">
              <a:solidFill>
                <a:schemeClr val="tx1"/>
              </a:solidFill>
            </a:endParaRPr>
          </a:p>
          <a:p>
            <a:pPr>
              <a:lnSpc>
                <a:spcPct val="90000"/>
              </a:lnSpc>
              <a:buFont typeface="Wingdings 3" pitchFamily="18" charset="2"/>
              <a:buNone/>
            </a:pPr>
            <a:r>
              <a:rPr lang="en-US" altLang="zh-CN" sz="2000" b="1" dirty="0" smtClean="0">
                <a:solidFill>
                  <a:schemeClr val="tx1"/>
                </a:solidFill>
              </a:rPr>
              <a:t>	   </a:t>
            </a:r>
            <a:r>
              <a:rPr lang="en-US" altLang="zh-CN" sz="2000" b="1" dirty="0" err="1" smtClean="0">
                <a:solidFill>
                  <a:schemeClr val="tx1"/>
                </a:solidFill>
              </a:rPr>
              <a:t>xxx_queue</a:t>
            </a:r>
            <a:r>
              <a:rPr lang="en-US" altLang="zh-CN" sz="2000" b="1" dirty="0" smtClean="0">
                <a:solidFill>
                  <a:schemeClr val="tx1"/>
                </a:solidFill>
              </a:rPr>
              <a:t> = </a:t>
            </a:r>
            <a:r>
              <a:rPr lang="en-US" altLang="zh-CN" sz="2000" b="1" dirty="0" err="1" smtClean="0">
                <a:solidFill>
                  <a:schemeClr val="tx1"/>
                </a:solidFill>
              </a:rPr>
              <a:t>blk_init_queue</a:t>
            </a:r>
            <a:r>
              <a:rPr lang="en-US" altLang="zh-CN" sz="2000" b="1" dirty="0" smtClean="0">
                <a:solidFill>
                  <a:schemeClr val="tx1"/>
                </a:solidFill>
              </a:rPr>
              <a:t>(</a:t>
            </a:r>
            <a:r>
              <a:rPr lang="en-US" altLang="zh-CN" sz="2000" b="1" dirty="0" err="1" smtClean="0">
                <a:solidFill>
                  <a:schemeClr val="tx1"/>
                </a:solidFill>
              </a:rPr>
              <a:t>xxx_request</a:t>
            </a:r>
            <a:r>
              <a:rPr lang="en-US" altLang="zh-CN" sz="2000" b="1" dirty="0" smtClean="0">
                <a:solidFill>
                  <a:schemeClr val="tx1"/>
                </a:solidFill>
              </a:rPr>
              <a:t>, </a:t>
            </a:r>
            <a:r>
              <a:rPr lang="en-US" altLang="zh-CN" sz="2000" b="1" dirty="0" err="1" smtClean="0">
                <a:solidFill>
                  <a:schemeClr val="tx1"/>
                </a:solidFill>
              </a:rPr>
              <a:t>xxx_lock</a:t>
            </a:r>
            <a:r>
              <a:rPr lang="en-US" altLang="zh-CN" sz="2000" b="1" dirty="0" smtClean="0">
                <a:solidFill>
                  <a:schemeClr val="tx1"/>
                </a:solidFill>
              </a:rPr>
              <a:t>);</a:t>
            </a:r>
            <a:endParaRPr lang="en-US" altLang="zh-CN" sz="2000" dirty="0" smtClean="0">
              <a:solidFill>
                <a:schemeClr val="tx1"/>
              </a:solidFill>
            </a:endParaRPr>
          </a:p>
          <a:p>
            <a:pPr>
              <a:lnSpc>
                <a:spcPct val="90000"/>
              </a:lnSpc>
              <a:buFont typeface="Wingdings 3" pitchFamily="18" charset="2"/>
              <a:buNone/>
            </a:pPr>
            <a:r>
              <a:rPr lang="en-US" altLang="zh-CN" sz="2000" dirty="0" smtClean="0">
                <a:solidFill>
                  <a:schemeClr val="tx1"/>
                </a:solidFill>
              </a:rPr>
              <a:t>	   if (!</a:t>
            </a:r>
            <a:r>
              <a:rPr lang="en-US" altLang="zh-CN" sz="2000" dirty="0" err="1" smtClean="0">
                <a:solidFill>
                  <a:schemeClr val="tx1"/>
                </a:solidFill>
              </a:rPr>
              <a:t>xxx_queue</a:t>
            </a:r>
            <a:r>
              <a:rPr lang="en-US" altLang="zh-CN" sz="2000" dirty="0" smtClean="0">
                <a:solidFill>
                  <a:schemeClr val="tx1"/>
                </a:solidFill>
              </a:rPr>
              <a:t>)	   {</a:t>
            </a:r>
          </a:p>
          <a:p>
            <a:pPr>
              <a:lnSpc>
                <a:spcPct val="90000"/>
              </a:lnSpc>
              <a:buFont typeface="Wingdings 3" pitchFamily="18" charset="2"/>
              <a:buNone/>
            </a:pPr>
            <a:r>
              <a:rPr lang="en-US" altLang="zh-CN" sz="2000" dirty="0" smtClean="0">
                <a:solidFill>
                  <a:schemeClr val="tx1"/>
                </a:solidFill>
              </a:rPr>
              <a:t>	       </a:t>
            </a:r>
            <a:r>
              <a:rPr lang="en-US" altLang="zh-CN" sz="2000" dirty="0" err="1" smtClean="0">
                <a:solidFill>
                  <a:schemeClr val="tx1"/>
                </a:solidFill>
              </a:rPr>
              <a:t>goto</a:t>
            </a:r>
            <a:r>
              <a:rPr lang="en-US" altLang="zh-CN" sz="2000" dirty="0" smtClean="0">
                <a:solidFill>
                  <a:schemeClr val="tx1"/>
                </a:solidFill>
              </a:rPr>
              <a:t> </a:t>
            </a:r>
            <a:r>
              <a:rPr lang="en-US" altLang="zh-CN" sz="2000" dirty="0" err="1" smtClean="0">
                <a:solidFill>
                  <a:schemeClr val="tx1"/>
                </a:solidFill>
              </a:rPr>
              <a:t>out_queue</a:t>
            </a:r>
            <a:r>
              <a:rPr lang="en-US" altLang="zh-CN" sz="2000" dirty="0" smtClean="0">
                <a:solidFill>
                  <a:schemeClr val="tx1"/>
                </a:solidFill>
              </a:rPr>
              <a:t>;</a:t>
            </a:r>
          </a:p>
          <a:p>
            <a:pPr lvl="1">
              <a:lnSpc>
                <a:spcPct val="90000"/>
              </a:lnSpc>
              <a:buFont typeface="Wingdings 3" pitchFamily="18" charset="2"/>
              <a:buNone/>
            </a:pPr>
            <a:r>
              <a:rPr lang="en-US" altLang="zh-CN" sz="1800" dirty="0" smtClean="0">
                <a:solidFill>
                  <a:schemeClr val="tx1"/>
                </a:solidFill>
              </a:rPr>
              <a:t>  </a:t>
            </a:r>
            <a:r>
              <a:rPr lang="en-US" altLang="zh-CN" sz="2000" dirty="0" smtClean="0">
                <a:solidFill>
                  <a:schemeClr val="tx1"/>
                </a:solidFill>
              </a:rPr>
              <a:t> }</a:t>
            </a:r>
          </a:p>
          <a:p>
            <a:pPr>
              <a:buNone/>
            </a:pPr>
            <a:r>
              <a:rPr lang="en-US" altLang="zh-CN" sz="2000" dirty="0" smtClean="0"/>
              <a:t>       //</a:t>
            </a:r>
            <a:r>
              <a:rPr lang="en-US" altLang="zh-CN" sz="2000" dirty="0" err="1" smtClean="0"/>
              <a:t>gendisk</a:t>
            </a:r>
            <a:r>
              <a:rPr lang="zh-CN" altLang="en-US" sz="2000" dirty="0" smtClean="0"/>
              <a:t>初始化</a:t>
            </a:r>
          </a:p>
          <a:p>
            <a:pPr>
              <a:buNone/>
            </a:pPr>
            <a:r>
              <a:rPr lang="en-US" altLang="zh-CN" sz="2000" dirty="0" smtClean="0"/>
              <a:t>	   </a:t>
            </a:r>
            <a:r>
              <a:rPr lang="en-US" altLang="zh-CN" sz="2000" dirty="0" err="1" smtClean="0"/>
              <a:t>xxx_disks</a:t>
            </a:r>
            <a:r>
              <a:rPr lang="en-US" altLang="zh-CN" sz="2000" dirty="0" smtClean="0"/>
              <a:t>-&gt;major = XXX_MAJOR;</a:t>
            </a:r>
          </a:p>
          <a:p>
            <a:pPr lvl="1">
              <a:lnSpc>
                <a:spcPct val="90000"/>
              </a:lnSpc>
              <a:buFont typeface="Wingdings 3" pitchFamily="18" charset="2"/>
              <a:buNone/>
            </a:pPr>
            <a:endParaRPr lang="en-US" altLang="zh-CN" sz="1800" dirty="0" smtClean="0">
              <a:solidFill>
                <a:schemeClr val="tx1"/>
              </a:solidFill>
            </a:endParaRPr>
          </a:p>
        </p:txBody>
      </p:sp>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p:cNvSpPr>
          <p:nvPr>
            <p:ph type="title"/>
          </p:nvPr>
        </p:nvSpPr>
        <p:spPr/>
        <p:txBody>
          <a:bodyPr/>
          <a:lstStyle/>
          <a:p>
            <a:r>
              <a:rPr lang="zh-CN" altLang="en-US" b="0" smtClean="0">
                <a:solidFill>
                  <a:schemeClr val="tx2"/>
                </a:solidFill>
                <a:latin typeface="Arial" charset="0"/>
                <a:ea typeface="宋体" charset="-122"/>
              </a:rPr>
              <a:t>块设备驱动的模块加载函数模板 </a:t>
            </a:r>
            <a:r>
              <a:rPr lang="en-US" altLang="zh-CN" b="0" smtClean="0">
                <a:solidFill>
                  <a:schemeClr val="tx2"/>
                </a:solidFill>
                <a:latin typeface="Arial" charset="0"/>
                <a:ea typeface="宋体" charset="-122"/>
              </a:rPr>
              <a:t>(2)</a:t>
            </a:r>
            <a:endParaRPr lang="zh-CN" altLang="en-US" b="0" smtClean="0">
              <a:solidFill>
                <a:schemeClr val="tx2"/>
              </a:solidFill>
              <a:latin typeface="Arial" charset="0"/>
              <a:ea typeface="宋体" charset="-122"/>
            </a:endParaRPr>
          </a:p>
        </p:txBody>
      </p:sp>
      <p:sp>
        <p:nvSpPr>
          <p:cNvPr id="328707" name="Rectangle 3"/>
          <p:cNvSpPr>
            <a:spLocks noGrp="1"/>
          </p:cNvSpPr>
          <p:nvPr>
            <p:ph type="body" idx="1"/>
          </p:nvPr>
        </p:nvSpPr>
        <p:spPr/>
        <p:txBody>
          <a:bodyPr/>
          <a:lstStyle/>
          <a:p>
            <a:pPr>
              <a:buNone/>
            </a:pPr>
            <a:r>
              <a:rPr lang="en-US" altLang="zh-CN" sz="2000" dirty="0" smtClean="0"/>
              <a:t>	   </a:t>
            </a:r>
            <a:r>
              <a:rPr lang="en-US" altLang="zh-CN" sz="2000" dirty="0" err="1" smtClean="0"/>
              <a:t>xxx_disks</a:t>
            </a:r>
            <a:r>
              <a:rPr lang="en-US" altLang="zh-CN" sz="2000" dirty="0" smtClean="0"/>
              <a:t>-&gt;</a:t>
            </a:r>
            <a:r>
              <a:rPr lang="en-US" altLang="zh-CN" sz="2000" dirty="0" err="1" smtClean="0"/>
              <a:t>first_minor</a:t>
            </a:r>
            <a:r>
              <a:rPr lang="en-US" altLang="zh-CN" sz="2000" dirty="0" smtClean="0"/>
              <a:t> = 0;</a:t>
            </a:r>
          </a:p>
          <a:p>
            <a:pPr>
              <a:buNone/>
            </a:pPr>
            <a:r>
              <a:rPr lang="en-US" altLang="zh-CN" sz="2000" dirty="0" smtClean="0"/>
              <a:t>	   </a:t>
            </a:r>
            <a:r>
              <a:rPr lang="en-US" altLang="zh-CN" sz="2000" dirty="0" err="1" smtClean="0"/>
              <a:t>xxx_disks</a:t>
            </a:r>
            <a:r>
              <a:rPr lang="en-US" altLang="zh-CN" sz="2000" dirty="0" smtClean="0"/>
              <a:t>-&gt;fops = &amp;</a:t>
            </a:r>
            <a:r>
              <a:rPr lang="en-US" altLang="zh-CN" sz="2000" dirty="0" err="1" smtClean="0"/>
              <a:t>xxx_op</a:t>
            </a:r>
            <a:r>
              <a:rPr lang="en-US" altLang="zh-CN" sz="2000" dirty="0" smtClean="0"/>
              <a:t>;</a:t>
            </a:r>
            <a:endParaRPr lang="fr-FR" altLang="zh-CN" sz="2000" dirty="0" smtClean="0"/>
          </a:p>
          <a:p>
            <a:pPr>
              <a:buNone/>
            </a:pPr>
            <a:r>
              <a:rPr lang="fr-FR" altLang="zh-CN" sz="2000" dirty="0" smtClean="0"/>
              <a:t>	   xxx_disks-&gt;queue = xxx_queue;</a:t>
            </a:r>
            <a:endParaRPr lang="en-US" altLang="zh-CN" sz="2000" dirty="0" smtClean="0"/>
          </a:p>
          <a:p>
            <a:pPr>
              <a:buNone/>
            </a:pPr>
            <a:r>
              <a:rPr lang="en-US" altLang="zh-CN" sz="2000" dirty="0" smtClean="0"/>
              <a:t>	   </a:t>
            </a:r>
            <a:r>
              <a:rPr lang="en-US" altLang="zh-CN" sz="2000" dirty="0" err="1" smtClean="0"/>
              <a:t>sprintf</a:t>
            </a:r>
            <a:r>
              <a:rPr lang="en-US" altLang="zh-CN" sz="2000" dirty="0" smtClean="0"/>
              <a:t>(</a:t>
            </a:r>
            <a:r>
              <a:rPr lang="en-US" altLang="zh-CN" sz="2000" dirty="0" err="1" smtClean="0"/>
              <a:t>xxx_disks</a:t>
            </a:r>
            <a:r>
              <a:rPr lang="en-US" altLang="zh-CN" sz="2000" dirty="0" smtClean="0"/>
              <a:t>-&gt;</a:t>
            </a:r>
            <a:r>
              <a:rPr lang="en-US" altLang="zh-CN" sz="2000" dirty="0" err="1" smtClean="0"/>
              <a:t>disk_name</a:t>
            </a:r>
            <a:r>
              <a:rPr lang="en-US" altLang="zh-CN" sz="2000" dirty="0" smtClean="0"/>
              <a:t>, "</a:t>
            </a:r>
            <a:r>
              <a:rPr lang="en-US" altLang="zh-CN" sz="2000" dirty="0" err="1" smtClean="0"/>
              <a:t>xxx%d</a:t>
            </a:r>
            <a:r>
              <a:rPr lang="en-US" altLang="zh-CN" sz="2000" dirty="0" smtClean="0"/>
              <a:t>", </a:t>
            </a:r>
            <a:r>
              <a:rPr lang="en-US" altLang="zh-CN" sz="2000" dirty="0" err="1" smtClean="0"/>
              <a:t>i</a:t>
            </a:r>
            <a:r>
              <a:rPr lang="en-US" altLang="zh-CN" sz="2000" dirty="0" smtClean="0"/>
              <a:t>);</a:t>
            </a:r>
          </a:p>
          <a:p>
            <a:pPr>
              <a:buNone/>
            </a:pPr>
            <a:r>
              <a:rPr lang="en-US" altLang="zh-CN" sz="2000" dirty="0" smtClean="0"/>
              <a:t>	   </a:t>
            </a:r>
            <a:r>
              <a:rPr lang="en-US" altLang="zh-CN" sz="2000" dirty="0" err="1" smtClean="0"/>
              <a:t>set_capacity</a:t>
            </a:r>
            <a:r>
              <a:rPr lang="en-US" altLang="zh-CN" sz="2000" dirty="0" smtClean="0"/>
              <a:t>(</a:t>
            </a:r>
            <a:r>
              <a:rPr lang="en-US" altLang="zh-CN" sz="2000" dirty="0" err="1" smtClean="0"/>
              <a:t>xxx_disks</a:t>
            </a:r>
            <a:r>
              <a:rPr lang="en-US" altLang="zh-CN" sz="2000" dirty="0" smtClean="0"/>
              <a:t>, </a:t>
            </a:r>
            <a:r>
              <a:rPr lang="en-US" altLang="zh-CN" sz="2000" dirty="0" err="1" smtClean="0"/>
              <a:t>xxx_size</a:t>
            </a:r>
            <a:r>
              <a:rPr lang="en-US" altLang="zh-CN" sz="2000" dirty="0" smtClean="0"/>
              <a:t> *2);</a:t>
            </a:r>
          </a:p>
          <a:p>
            <a:pPr>
              <a:buNone/>
            </a:pPr>
            <a:r>
              <a:rPr lang="en-US" altLang="zh-CN" sz="2000" dirty="0" smtClean="0"/>
              <a:t>	   </a:t>
            </a:r>
            <a:r>
              <a:rPr lang="en-US" altLang="zh-CN" sz="2000" dirty="0" err="1" smtClean="0"/>
              <a:t>add_disk</a:t>
            </a:r>
            <a:r>
              <a:rPr lang="en-US" altLang="zh-CN" sz="2000" dirty="0" smtClean="0"/>
              <a:t>(</a:t>
            </a:r>
            <a:r>
              <a:rPr lang="en-US" altLang="zh-CN" sz="2000" dirty="0" err="1" smtClean="0"/>
              <a:t>xxx_disks</a:t>
            </a:r>
            <a:r>
              <a:rPr lang="en-US" altLang="zh-CN" sz="2000" dirty="0" smtClean="0"/>
              <a:t>); //</a:t>
            </a:r>
            <a:r>
              <a:rPr lang="zh-CN" altLang="en-US" sz="2000" dirty="0" smtClean="0"/>
              <a:t>添加</a:t>
            </a:r>
            <a:r>
              <a:rPr lang="en-US" altLang="zh-CN" sz="2000" dirty="0" err="1" smtClean="0"/>
              <a:t>gendisk</a:t>
            </a:r>
            <a:r>
              <a:rPr lang="en-US" altLang="zh-CN" sz="2000" dirty="0" smtClean="0"/>
              <a:t> </a:t>
            </a:r>
          </a:p>
          <a:p>
            <a:pPr>
              <a:buNone/>
            </a:pPr>
            <a:r>
              <a:rPr lang="en-US" altLang="zh-CN" sz="2000" dirty="0" smtClean="0"/>
              <a:t>	   return 0;</a:t>
            </a:r>
          </a:p>
          <a:p>
            <a:pPr>
              <a:buNone/>
            </a:pPr>
            <a:r>
              <a:rPr lang="en-US" altLang="zh-CN" sz="2000" dirty="0" smtClean="0"/>
              <a:t> </a:t>
            </a:r>
            <a:r>
              <a:rPr lang="en-US" altLang="zh-CN" sz="2000" dirty="0" err="1" smtClean="0"/>
              <a:t>out_queue</a:t>
            </a:r>
            <a:r>
              <a:rPr lang="en-US" altLang="zh-CN" sz="2000" dirty="0" smtClean="0"/>
              <a:t>: </a:t>
            </a:r>
            <a:r>
              <a:rPr lang="en-US" altLang="zh-CN" sz="2000" dirty="0" err="1" smtClean="0"/>
              <a:t>unregister_blkdev</a:t>
            </a:r>
            <a:r>
              <a:rPr lang="en-US" altLang="zh-CN" sz="2000" dirty="0" smtClean="0"/>
              <a:t>(XXX_MAJOR, "xxx");  </a:t>
            </a:r>
          </a:p>
          <a:p>
            <a:pPr>
              <a:buNone/>
            </a:pPr>
            <a:r>
              <a:rPr lang="en-US" altLang="zh-CN" sz="2000" dirty="0" smtClean="0"/>
              <a:t> out:  </a:t>
            </a:r>
            <a:r>
              <a:rPr lang="en-US" altLang="zh-CN" sz="2000" dirty="0" err="1" smtClean="0"/>
              <a:t>put_disk</a:t>
            </a:r>
            <a:r>
              <a:rPr lang="en-US" altLang="zh-CN" sz="2000" dirty="0" smtClean="0"/>
              <a:t>(</a:t>
            </a:r>
            <a:r>
              <a:rPr lang="en-US" altLang="zh-CN" sz="2000" dirty="0" err="1" smtClean="0"/>
              <a:t>xxx_disks</a:t>
            </a:r>
            <a:r>
              <a:rPr lang="en-US" altLang="zh-CN" sz="2000" dirty="0" smtClean="0"/>
              <a:t>);</a:t>
            </a:r>
            <a:endParaRPr lang="en-US" altLang="zh-CN" sz="1800" dirty="0" smtClean="0"/>
          </a:p>
          <a:p>
            <a:pPr>
              <a:buFont typeface="Wingdings 3" pitchFamily="18" charset="2"/>
              <a:buNone/>
            </a:pPr>
            <a:r>
              <a:rPr lang="en-US" altLang="zh-CN" sz="1800" dirty="0" smtClean="0"/>
              <a:t>	   </a:t>
            </a:r>
            <a:r>
              <a:rPr lang="en-US" altLang="zh-CN" sz="2000" dirty="0" err="1" smtClean="0"/>
              <a:t>blk_cleanup_queue</a:t>
            </a:r>
            <a:r>
              <a:rPr lang="en-US" altLang="zh-CN" sz="2000" dirty="0" smtClean="0"/>
              <a:t>(</a:t>
            </a:r>
            <a:r>
              <a:rPr lang="en-US" altLang="zh-CN" sz="2000" dirty="0" err="1" smtClean="0"/>
              <a:t>xxx_queue</a:t>
            </a:r>
            <a:r>
              <a:rPr lang="en-US" altLang="zh-CN" sz="2000" dirty="0" smtClean="0"/>
              <a:t>); </a:t>
            </a:r>
          </a:p>
          <a:p>
            <a:pPr>
              <a:buFont typeface="Wingdings 3" pitchFamily="18" charset="2"/>
              <a:buNone/>
            </a:pPr>
            <a:r>
              <a:rPr lang="en-US" altLang="zh-CN" sz="2000" dirty="0" smtClean="0"/>
              <a:t>	   return  - ENOMEM;</a:t>
            </a:r>
          </a:p>
          <a:p>
            <a:pPr>
              <a:buFont typeface="Wingdings 3" pitchFamily="18" charset="2"/>
              <a:buNone/>
            </a:pPr>
            <a:r>
              <a:rPr lang="en-US" altLang="zh-CN" sz="2000" dirty="0" smtClean="0"/>
              <a:t>}</a:t>
            </a:r>
            <a:endParaRPr lang="zh-CN" altLang="en-US" sz="2000" dirty="0" smtClean="0"/>
          </a:p>
          <a:p>
            <a:pPr>
              <a:lnSpc>
                <a:spcPct val="80000"/>
              </a:lnSpc>
            </a:pPr>
            <a:endParaRPr lang="zh-CN" altLang="en-US" sz="2000" dirty="0" smtClean="0"/>
          </a:p>
        </p:txBody>
      </p:sp>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p:cNvSpPr>
          <p:nvPr>
            <p:ph type="title"/>
          </p:nvPr>
        </p:nvSpPr>
        <p:spPr/>
        <p:txBody>
          <a:bodyPr/>
          <a:lstStyle/>
          <a:p>
            <a:r>
              <a:rPr lang="zh-CN" altLang="en-US" b="0" smtClean="0">
                <a:solidFill>
                  <a:schemeClr val="tx2"/>
                </a:solidFill>
                <a:latin typeface="Arial" charset="0"/>
                <a:ea typeface="宋体" charset="-122"/>
              </a:rPr>
              <a:t>块设备驱动的模块卸载函数模板 </a:t>
            </a:r>
          </a:p>
        </p:txBody>
      </p:sp>
      <p:sp>
        <p:nvSpPr>
          <p:cNvPr id="329731" name="Rectangle 3"/>
          <p:cNvSpPr>
            <a:spLocks noGrp="1"/>
          </p:cNvSpPr>
          <p:nvPr>
            <p:ph type="body" idx="1"/>
          </p:nvPr>
        </p:nvSpPr>
        <p:spPr/>
        <p:txBody>
          <a:bodyPr/>
          <a:lstStyle/>
          <a:p>
            <a:pPr>
              <a:lnSpc>
                <a:spcPct val="90000"/>
              </a:lnSpc>
              <a:buNone/>
            </a:pPr>
            <a:r>
              <a:rPr lang="zh-CN" altLang="en-US" sz="2400" dirty="0" smtClean="0"/>
              <a:t>  </a:t>
            </a:r>
            <a:endParaRPr lang="en-US" altLang="zh-CN" sz="2400" dirty="0" smtClean="0"/>
          </a:p>
          <a:p>
            <a:pPr>
              <a:lnSpc>
                <a:spcPct val="90000"/>
              </a:lnSpc>
              <a:buNone/>
            </a:pPr>
            <a:endParaRPr lang="en-US" altLang="zh-CN" sz="2400" dirty="0" smtClean="0"/>
          </a:p>
          <a:p>
            <a:pPr>
              <a:lnSpc>
                <a:spcPct val="90000"/>
              </a:lnSpc>
              <a:buNone/>
            </a:pPr>
            <a:r>
              <a:rPr lang="en-US" altLang="zh-CN" sz="2400" dirty="0" smtClean="0"/>
              <a:t>  static void _ _exit </a:t>
            </a:r>
            <a:r>
              <a:rPr lang="en-US" altLang="zh-CN" sz="2400" dirty="0" err="1" smtClean="0"/>
              <a:t>xxx_exit</a:t>
            </a:r>
            <a:r>
              <a:rPr lang="en-US" altLang="zh-CN" sz="2400" dirty="0" smtClean="0"/>
              <a:t>(void)</a:t>
            </a:r>
          </a:p>
          <a:p>
            <a:pPr>
              <a:lnSpc>
                <a:spcPct val="90000"/>
              </a:lnSpc>
              <a:buFont typeface="Wingdings 3" pitchFamily="18" charset="2"/>
              <a:buNone/>
            </a:pPr>
            <a:r>
              <a:rPr lang="en-US" altLang="zh-CN" sz="2400" dirty="0" smtClean="0"/>
              <a:t>  {</a:t>
            </a:r>
          </a:p>
          <a:p>
            <a:pPr>
              <a:lnSpc>
                <a:spcPct val="150000"/>
              </a:lnSpc>
              <a:buFont typeface="Wingdings 3" pitchFamily="18" charset="2"/>
              <a:buNone/>
            </a:pPr>
            <a:r>
              <a:rPr lang="en-US" altLang="zh-CN" sz="2400" dirty="0" smtClean="0"/>
              <a:t>	     </a:t>
            </a:r>
            <a:r>
              <a:rPr lang="en-US" altLang="zh-CN" sz="2400" dirty="0" err="1" smtClean="0"/>
              <a:t>del_gendisk</a:t>
            </a:r>
            <a:r>
              <a:rPr lang="en-US" altLang="zh-CN" sz="2400" dirty="0" smtClean="0"/>
              <a:t>(</a:t>
            </a:r>
            <a:r>
              <a:rPr lang="en-US" altLang="zh-CN" sz="2400" dirty="0" err="1" smtClean="0"/>
              <a:t>xxx_disk</a:t>
            </a:r>
            <a:r>
              <a:rPr lang="en-US" altLang="zh-CN" sz="2400" dirty="0" smtClean="0"/>
              <a:t>); //</a:t>
            </a:r>
            <a:r>
              <a:rPr lang="zh-CN" altLang="en-US" sz="2400" dirty="0" smtClean="0"/>
              <a:t>删除</a:t>
            </a:r>
            <a:r>
              <a:rPr lang="en-US" altLang="zh-CN" sz="2400" dirty="0" err="1" smtClean="0"/>
              <a:t>gendisk</a:t>
            </a:r>
            <a:endParaRPr lang="en-US" altLang="zh-CN" sz="2400" dirty="0" smtClean="0"/>
          </a:p>
          <a:p>
            <a:pPr>
              <a:lnSpc>
                <a:spcPct val="150000"/>
              </a:lnSpc>
              <a:buFont typeface="Wingdings 3" pitchFamily="18" charset="2"/>
              <a:buNone/>
            </a:pPr>
            <a:r>
              <a:rPr lang="en-US" altLang="zh-CN" sz="2400" dirty="0" smtClean="0"/>
              <a:t>		  </a:t>
            </a:r>
            <a:r>
              <a:rPr lang="en-US" altLang="zh-CN" sz="2400" dirty="0" err="1" smtClean="0"/>
              <a:t>blk_cleanup_queue</a:t>
            </a:r>
            <a:r>
              <a:rPr lang="en-US" altLang="zh-CN" sz="2400" dirty="0" smtClean="0"/>
              <a:t>(</a:t>
            </a:r>
            <a:r>
              <a:rPr lang="en-US" altLang="zh-CN" sz="2400" dirty="0" err="1" smtClean="0"/>
              <a:t>xxx_queue</a:t>
            </a:r>
            <a:r>
              <a:rPr lang="en-US" altLang="zh-CN" sz="2400" dirty="0" smtClean="0"/>
              <a:t>); //</a:t>
            </a:r>
            <a:r>
              <a:rPr lang="zh-CN" altLang="en-US" sz="2400" dirty="0" smtClean="0"/>
              <a:t>清除请求队列</a:t>
            </a:r>
          </a:p>
          <a:p>
            <a:pPr>
              <a:lnSpc>
                <a:spcPct val="150000"/>
              </a:lnSpc>
              <a:buFont typeface="Wingdings 3" pitchFamily="18" charset="2"/>
              <a:buNone/>
            </a:pPr>
            <a:r>
              <a:rPr lang="en-US" altLang="zh-CN" sz="2400" dirty="0" smtClean="0"/>
              <a:t>        </a:t>
            </a:r>
            <a:r>
              <a:rPr lang="en-US" altLang="zh-CN" sz="2400" dirty="0" err="1" smtClean="0"/>
              <a:t>unregister_blkdev</a:t>
            </a:r>
            <a:r>
              <a:rPr lang="en-US" altLang="zh-CN" sz="2400" dirty="0" smtClean="0"/>
              <a:t>(XXX_MAJOR, "xxx");</a:t>
            </a:r>
          </a:p>
          <a:p>
            <a:pPr>
              <a:lnSpc>
                <a:spcPct val="90000"/>
              </a:lnSpc>
              <a:buFont typeface="Wingdings 3" pitchFamily="18" charset="2"/>
              <a:buNone/>
            </a:pPr>
            <a:r>
              <a:rPr lang="en-US" altLang="zh-CN" sz="2400" dirty="0" smtClean="0"/>
              <a:t>  }</a:t>
            </a:r>
            <a:endParaRPr lang="zh-CN" altLang="en-US" sz="2400" dirty="0" smtClean="0"/>
          </a:p>
        </p:txBody>
      </p:sp>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p:cNvSpPr>
          <p:nvPr>
            <p:ph type="title"/>
          </p:nvPr>
        </p:nvSpPr>
        <p:spPr/>
        <p:txBody>
          <a:bodyPr/>
          <a:lstStyle/>
          <a:p>
            <a:r>
              <a:rPr lang="zh-CN" altLang="en-US" b="0" smtClean="0">
                <a:solidFill>
                  <a:schemeClr val="tx2"/>
                </a:solidFill>
                <a:latin typeface="Arial" charset="0"/>
                <a:ea typeface="宋体" charset="-122"/>
              </a:rPr>
              <a:t>块设备的打开与释放 </a:t>
            </a:r>
          </a:p>
        </p:txBody>
      </p:sp>
      <p:sp>
        <p:nvSpPr>
          <p:cNvPr id="330755" name="Rectangle 3"/>
          <p:cNvSpPr>
            <a:spLocks noGrp="1"/>
          </p:cNvSpPr>
          <p:nvPr>
            <p:ph type="body" idx="1"/>
          </p:nvPr>
        </p:nvSpPr>
        <p:spPr/>
        <p:txBody>
          <a:bodyPr/>
          <a:lstStyle/>
          <a:p>
            <a:pPr>
              <a:buNone/>
            </a:pPr>
            <a:endParaRPr lang="en-US" altLang="zh-CN" sz="2400" dirty="0" smtClean="0"/>
          </a:p>
          <a:p>
            <a:pPr>
              <a:buNone/>
            </a:pPr>
            <a:r>
              <a:rPr lang="en-US" altLang="zh-CN" sz="2400" dirty="0" smtClean="0"/>
              <a:t> static </a:t>
            </a:r>
            <a:r>
              <a:rPr lang="en-US" altLang="zh-CN" sz="2400" dirty="0" err="1" smtClean="0"/>
              <a:t>int</a:t>
            </a:r>
            <a:r>
              <a:rPr lang="en-US" altLang="zh-CN" sz="2400" dirty="0" smtClean="0"/>
              <a:t> </a:t>
            </a:r>
            <a:r>
              <a:rPr lang="en-US" altLang="zh-CN" sz="2400" dirty="0" err="1" smtClean="0"/>
              <a:t>xxx_open</a:t>
            </a:r>
            <a:r>
              <a:rPr lang="en-US" altLang="zh-CN" sz="2400" dirty="0" smtClean="0"/>
              <a:t>(</a:t>
            </a:r>
            <a:r>
              <a:rPr lang="en-US" altLang="zh-CN" sz="2400" dirty="0" err="1" smtClean="0"/>
              <a:t>struct</a:t>
            </a:r>
            <a:r>
              <a:rPr lang="en-US" altLang="zh-CN" sz="2400" dirty="0" smtClean="0"/>
              <a:t> </a:t>
            </a:r>
            <a:r>
              <a:rPr lang="en-US" altLang="zh-CN" sz="2400" dirty="0" err="1" smtClean="0"/>
              <a:t>inode</a:t>
            </a:r>
            <a:r>
              <a:rPr lang="en-US" altLang="zh-CN" sz="2400" dirty="0" smtClean="0"/>
              <a:t> *</a:t>
            </a:r>
            <a:r>
              <a:rPr lang="en-US" altLang="zh-CN" sz="2400" dirty="0" err="1" smtClean="0"/>
              <a:t>inode</a:t>
            </a:r>
            <a:r>
              <a:rPr lang="en-US" altLang="zh-CN" sz="2400" dirty="0" smtClean="0"/>
              <a:t>, </a:t>
            </a:r>
            <a:r>
              <a:rPr lang="en-US" altLang="zh-CN" sz="2400" dirty="0" err="1" smtClean="0"/>
              <a:t>struct</a:t>
            </a:r>
            <a:r>
              <a:rPr lang="en-US" altLang="zh-CN" sz="2400" dirty="0" smtClean="0"/>
              <a:t> file *</a:t>
            </a:r>
            <a:r>
              <a:rPr lang="en-US" altLang="zh-CN" sz="2400" dirty="0" err="1" smtClean="0"/>
              <a:t>filp</a:t>
            </a:r>
            <a:r>
              <a:rPr lang="en-US" altLang="zh-CN" sz="2400" dirty="0" smtClean="0"/>
              <a:t>)</a:t>
            </a:r>
          </a:p>
          <a:p>
            <a:pPr>
              <a:buFont typeface="Wingdings 3" pitchFamily="18" charset="2"/>
              <a:buNone/>
            </a:pPr>
            <a:r>
              <a:rPr lang="en-US" altLang="zh-CN" sz="2400" dirty="0" smtClean="0"/>
              <a:t> {</a:t>
            </a:r>
          </a:p>
          <a:p>
            <a:pPr>
              <a:buFont typeface="Wingdings 3" pitchFamily="18" charset="2"/>
              <a:buNone/>
            </a:pPr>
            <a:r>
              <a:rPr lang="en-US" altLang="zh-CN" sz="2400" dirty="0" smtClean="0"/>
              <a:t>  	 </a:t>
            </a:r>
            <a:r>
              <a:rPr lang="en-US" altLang="zh-CN" sz="2400" dirty="0" err="1" smtClean="0"/>
              <a:t>struct</a:t>
            </a:r>
            <a:r>
              <a:rPr lang="en-US" altLang="zh-CN" sz="2400" dirty="0" smtClean="0"/>
              <a:t> </a:t>
            </a:r>
            <a:r>
              <a:rPr lang="en-US" altLang="zh-CN" sz="2400" dirty="0" err="1" smtClean="0"/>
              <a:t>xxx_dev</a:t>
            </a:r>
            <a:r>
              <a:rPr lang="en-US" altLang="zh-CN" sz="2400" dirty="0" smtClean="0"/>
              <a:t> *dev = </a:t>
            </a:r>
            <a:r>
              <a:rPr lang="en-US" altLang="zh-CN" sz="2400" dirty="0" err="1" smtClean="0"/>
              <a:t>inode</a:t>
            </a:r>
            <a:r>
              <a:rPr lang="en-US" altLang="zh-CN" sz="2400" dirty="0" smtClean="0"/>
              <a:t>-&gt;</a:t>
            </a:r>
            <a:r>
              <a:rPr lang="en-US" altLang="zh-CN" sz="2400" dirty="0" err="1" smtClean="0"/>
              <a:t>i_bdev</a:t>
            </a:r>
            <a:r>
              <a:rPr lang="en-US" altLang="zh-CN" sz="2400" dirty="0" smtClean="0"/>
              <a:t>-&gt;</a:t>
            </a:r>
            <a:r>
              <a:rPr lang="en-US" altLang="zh-CN" sz="2400" dirty="0" err="1" smtClean="0"/>
              <a:t>bd_disk</a:t>
            </a:r>
            <a:r>
              <a:rPr lang="en-US" altLang="zh-CN" sz="2400" dirty="0" smtClean="0"/>
              <a:t>-&gt;</a:t>
            </a:r>
            <a:r>
              <a:rPr lang="en-US" altLang="zh-CN" sz="2400" dirty="0" err="1" smtClean="0"/>
              <a:t>private_data</a:t>
            </a:r>
            <a:r>
              <a:rPr lang="en-US" altLang="zh-CN" sz="2400" dirty="0" smtClean="0"/>
              <a:t>;</a:t>
            </a:r>
          </a:p>
          <a:p>
            <a:pPr>
              <a:buFont typeface="Wingdings 3" pitchFamily="18" charset="2"/>
              <a:buNone/>
            </a:pPr>
            <a:r>
              <a:rPr lang="en-US" altLang="zh-CN" sz="2400" dirty="0" smtClean="0"/>
              <a:t>   	</a:t>
            </a:r>
            <a:r>
              <a:rPr lang="en-US" altLang="zh-CN" sz="2400" dirty="0" err="1" smtClean="0"/>
              <a:t>filp</a:t>
            </a:r>
            <a:r>
              <a:rPr lang="en-US" altLang="zh-CN" sz="2400" dirty="0" smtClean="0"/>
              <a:t>-&gt;</a:t>
            </a:r>
            <a:r>
              <a:rPr lang="en-US" altLang="zh-CN" sz="2400" dirty="0" err="1" smtClean="0"/>
              <a:t>private_data</a:t>
            </a:r>
            <a:r>
              <a:rPr lang="en-US" altLang="zh-CN" sz="2400" dirty="0" smtClean="0"/>
              <a:t> = dev;  //</a:t>
            </a:r>
            <a:r>
              <a:rPr lang="zh-CN" altLang="en-US" sz="2400" dirty="0" smtClean="0"/>
              <a:t>赋值</a:t>
            </a:r>
            <a:r>
              <a:rPr lang="en-US" altLang="zh-CN" sz="2400" dirty="0" smtClean="0"/>
              <a:t>file</a:t>
            </a:r>
            <a:r>
              <a:rPr lang="zh-CN" altLang="en-US" sz="2400" dirty="0" smtClean="0"/>
              <a:t>的</a:t>
            </a:r>
            <a:r>
              <a:rPr lang="en-US" altLang="zh-CN" sz="2400" dirty="0" err="1" smtClean="0"/>
              <a:t>private_data</a:t>
            </a:r>
            <a:endParaRPr lang="en-US" altLang="zh-CN" sz="2400" dirty="0" smtClean="0"/>
          </a:p>
          <a:p>
            <a:pPr>
              <a:buFont typeface="Wingdings 3" pitchFamily="18" charset="2"/>
              <a:buNone/>
            </a:pPr>
            <a:r>
              <a:rPr lang="en-US" altLang="zh-CN" sz="2400" dirty="0" smtClean="0"/>
              <a:t>   	...</a:t>
            </a:r>
          </a:p>
          <a:p>
            <a:pPr>
              <a:buFont typeface="Wingdings 3" pitchFamily="18" charset="2"/>
              <a:buNone/>
            </a:pPr>
            <a:r>
              <a:rPr lang="en-US" altLang="zh-CN" sz="2400" dirty="0" smtClean="0"/>
              <a:t>  	 return 0;</a:t>
            </a:r>
          </a:p>
          <a:p>
            <a:pPr>
              <a:buFont typeface="Wingdings 3" pitchFamily="18" charset="2"/>
              <a:buNone/>
            </a:pPr>
            <a:r>
              <a:rPr lang="en-US" altLang="zh-CN" sz="2400" dirty="0" smtClean="0"/>
              <a:t> } </a:t>
            </a:r>
            <a:endParaRPr lang="zh-CN" altLang="en-US" sz="2400" dirty="0" smtClean="0"/>
          </a:p>
        </p:txBody>
      </p:sp>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p:cNvSpPr>
          <p:nvPr>
            <p:ph type="title"/>
          </p:nvPr>
        </p:nvSpPr>
        <p:spPr/>
        <p:txBody>
          <a:bodyPr/>
          <a:lstStyle/>
          <a:p>
            <a:r>
              <a:rPr lang="zh-CN" altLang="en-US" b="0" smtClean="0">
                <a:solidFill>
                  <a:schemeClr val="tx2"/>
                </a:solidFill>
                <a:latin typeface="Arial" charset="0"/>
                <a:ea typeface="宋体" charset="-122"/>
              </a:rPr>
              <a:t>块设备驱动的</a:t>
            </a:r>
            <a:r>
              <a:rPr lang="en-US" altLang="zh-CN" b="0" smtClean="0">
                <a:solidFill>
                  <a:schemeClr val="tx2"/>
                </a:solidFill>
                <a:latin typeface="Arial" charset="0"/>
                <a:ea typeface="宋体" charset="-122"/>
              </a:rPr>
              <a:t>I/O</a:t>
            </a:r>
            <a:r>
              <a:rPr lang="zh-CN" altLang="en-US" b="0" smtClean="0">
                <a:solidFill>
                  <a:schemeClr val="tx2"/>
                </a:solidFill>
                <a:latin typeface="Arial" charset="0"/>
                <a:ea typeface="宋体" charset="-122"/>
              </a:rPr>
              <a:t>请求处理 </a:t>
            </a:r>
          </a:p>
        </p:txBody>
      </p:sp>
      <p:sp>
        <p:nvSpPr>
          <p:cNvPr id="332803" name="Rectangle 3"/>
          <p:cNvSpPr>
            <a:spLocks noGrp="1"/>
          </p:cNvSpPr>
          <p:nvPr>
            <p:ph type="body" idx="1"/>
          </p:nvPr>
        </p:nvSpPr>
        <p:spPr/>
        <p:txBody>
          <a:bodyPr/>
          <a:lstStyle/>
          <a:p>
            <a:pPr>
              <a:lnSpc>
                <a:spcPct val="80000"/>
              </a:lnSpc>
              <a:buNone/>
            </a:pPr>
            <a:r>
              <a:rPr lang="en-US" altLang="zh-CN" sz="2000" dirty="0" smtClean="0"/>
              <a:t>    static void </a:t>
            </a:r>
            <a:r>
              <a:rPr lang="en-US" altLang="zh-CN" sz="2000" dirty="0" err="1" smtClean="0"/>
              <a:t>xxx_request</a:t>
            </a:r>
            <a:r>
              <a:rPr lang="en-US" altLang="zh-CN" sz="2000" dirty="0" smtClean="0"/>
              <a:t>(</a:t>
            </a:r>
            <a:r>
              <a:rPr lang="en-US" altLang="zh-CN" sz="2000" dirty="0" err="1" smtClean="0"/>
              <a:t>request_queue_t</a:t>
            </a:r>
            <a:r>
              <a:rPr lang="en-US" altLang="zh-CN" sz="2000" dirty="0" smtClean="0"/>
              <a:t> *q)</a:t>
            </a:r>
          </a:p>
          <a:p>
            <a:pPr>
              <a:lnSpc>
                <a:spcPct val="80000"/>
              </a:lnSpc>
              <a:buFont typeface="Wingdings 3" pitchFamily="18" charset="2"/>
              <a:buNone/>
            </a:pPr>
            <a:r>
              <a:rPr lang="en-US" altLang="zh-CN" sz="2000" dirty="0" smtClean="0"/>
              <a:t>     {</a:t>
            </a:r>
          </a:p>
          <a:p>
            <a:pPr>
              <a:lnSpc>
                <a:spcPct val="80000"/>
              </a:lnSpc>
              <a:buFont typeface="Wingdings 3" pitchFamily="18" charset="2"/>
              <a:buNone/>
            </a:pPr>
            <a:r>
              <a:rPr lang="en-US" altLang="zh-CN" sz="2000" dirty="0" smtClean="0"/>
              <a:t>           </a:t>
            </a:r>
            <a:r>
              <a:rPr lang="en-US" altLang="zh-CN" sz="2000" dirty="0" err="1" smtClean="0"/>
              <a:t>struct</a:t>
            </a:r>
            <a:r>
              <a:rPr lang="en-US" altLang="zh-CN" sz="2000" dirty="0" smtClean="0"/>
              <a:t>  request *</a:t>
            </a:r>
            <a:r>
              <a:rPr lang="en-US" altLang="zh-CN" sz="2000" dirty="0" err="1" smtClean="0"/>
              <a:t>req</a:t>
            </a:r>
            <a:r>
              <a:rPr lang="en-US" altLang="zh-CN" sz="2000" dirty="0" smtClean="0"/>
              <a:t>;</a:t>
            </a:r>
          </a:p>
          <a:p>
            <a:pPr>
              <a:lnSpc>
                <a:spcPct val="80000"/>
              </a:lnSpc>
              <a:buFont typeface="Wingdings 3" pitchFamily="18" charset="2"/>
              <a:buNone/>
            </a:pPr>
            <a:r>
              <a:rPr lang="en-US" altLang="zh-CN" sz="2000" dirty="0" smtClean="0"/>
              <a:t>           while ((</a:t>
            </a:r>
            <a:r>
              <a:rPr lang="en-US" altLang="zh-CN" sz="2000" dirty="0" err="1" smtClean="0"/>
              <a:t>req</a:t>
            </a:r>
            <a:r>
              <a:rPr lang="en-US" altLang="zh-CN" sz="2000" dirty="0" smtClean="0"/>
              <a:t> = </a:t>
            </a:r>
            <a:r>
              <a:rPr lang="en-US" altLang="zh-CN" sz="2000" dirty="0" err="1" smtClean="0"/>
              <a:t>elv_next_request</a:t>
            </a:r>
            <a:r>
              <a:rPr lang="en-US" altLang="zh-CN" sz="2000" dirty="0" smtClean="0"/>
              <a:t>(q)) != NULL)   {</a:t>
            </a:r>
          </a:p>
          <a:p>
            <a:pPr>
              <a:lnSpc>
                <a:spcPct val="80000"/>
              </a:lnSpc>
              <a:buFont typeface="Wingdings 3" pitchFamily="18" charset="2"/>
              <a:buNone/>
            </a:pPr>
            <a:r>
              <a:rPr lang="en-US" altLang="zh-CN" sz="2000" dirty="0" smtClean="0"/>
              <a:t>               </a:t>
            </a:r>
            <a:r>
              <a:rPr lang="en-US" altLang="zh-CN" sz="2000" dirty="0" err="1" smtClean="0"/>
              <a:t>struct</a:t>
            </a:r>
            <a:r>
              <a:rPr lang="en-US" altLang="zh-CN" sz="2000" dirty="0" smtClean="0"/>
              <a:t> </a:t>
            </a:r>
            <a:r>
              <a:rPr lang="en-US" altLang="zh-CN" sz="2000" dirty="0" err="1" smtClean="0"/>
              <a:t>xxx_dev</a:t>
            </a:r>
            <a:r>
              <a:rPr lang="en-US" altLang="zh-CN" sz="2000" dirty="0" smtClean="0"/>
              <a:t> *dev = </a:t>
            </a:r>
            <a:r>
              <a:rPr lang="en-US" altLang="zh-CN" sz="2000" dirty="0" err="1" smtClean="0"/>
              <a:t>req</a:t>
            </a:r>
            <a:r>
              <a:rPr lang="en-US" altLang="zh-CN" sz="2000" dirty="0" smtClean="0"/>
              <a:t>-&gt;</a:t>
            </a:r>
            <a:r>
              <a:rPr lang="en-US" altLang="zh-CN" sz="2000" dirty="0" err="1" smtClean="0"/>
              <a:t>rq_disk</a:t>
            </a:r>
            <a:r>
              <a:rPr lang="en-US" altLang="zh-CN" sz="2000" dirty="0" smtClean="0"/>
              <a:t>-&gt;</a:t>
            </a:r>
            <a:r>
              <a:rPr lang="en-US" altLang="zh-CN" sz="2000" dirty="0" err="1" smtClean="0"/>
              <a:t>private_data</a:t>
            </a:r>
            <a:r>
              <a:rPr lang="en-US" altLang="zh-CN" sz="2000" dirty="0" smtClean="0"/>
              <a:t>;</a:t>
            </a:r>
          </a:p>
          <a:p>
            <a:pPr>
              <a:lnSpc>
                <a:spcPct val="80000"/>
              </a:lnSpc>
              <a:buFont typeface="Wingdings 3" pitchFamily="18" charset="2"/>
              <a:buNone/>
            </a:pPr>
            <a:r>
              <a:rPr lang="en-US" altLang="zh-CN" sz="2000" dirty="0" smtClean="0"/>
              <a:t>               if (!</a:t>
            </a:r>
            <a:r>
              <a:rPr lang="en-US" altLang="zh-CN" sz="2000" dirty="0" err="1" smtClean="0"/>
              <a:t>blk_fs_request</a:t>
            </a:r>
            <a:r>
              <a:rPr lang="en-US" altLang="zh-CN" sz="2000" dirty="0" smtClean="0"/>
              <a:t>(</a:t>
            </a:r>
            <a:r>
              <a:rPr lang="en-US" altLang="zh-CN" sz="2000" dirty="0" err="1" smtClean="0"/>
              <a:t>req</a:t>
            </a:r>
            <a:r>
              <a:rPr lang="en-US" altLang="zh-CN" sz="2000" dirty="0" smtClean="0"/>
              <a:t>))  {  //</a:t>
            </a:r>
            <a:r>
              <a:rPr lang="zh-CN" altLang="en-US" sz="2000" dirty="0" smtClean="0"/>
              <a:t>不是文件系统请求</a:t>
            </a:r>
          </a:p>
          <a:p>
            <a:pPr>
              <a:lnSpc>
                <a:spcPct val="80000"/>
              </a:lnSpc>
              <a:buFont typeface="Wingdings 3" pitchFamily="18" charset="2"/>
              <a:buNone/>
            </a:pPr>
            <a:r>
              <a:rPr lang="en-US" altLang="zh-CN" sz="2000" dirty="0" smtClean="0"/>
              <a:t>            	      </a:t>
            </a:r>
            <a:r>
              <a:rPr lang="en-US" altLang="zh-CN" sz="2000" dirty="0" err="1" smtClean="0"/>
              <a:t>printk</a:t>
            </a:r>
            <a:r>
              <a:rPr lang="en-US" altLang="zh-CN" sz="2000" dirty="0" smtClean="0"/>
              <a:t>(KERN_NOTICE "Skip non-</a:t>
            </a:r>
            <a:r>
              <a:rPr lang="en-US" altLang="zh-CN" sz="2000" dirty="0" err="1" smtClean="0"/>
              <a:t>fs</a:t>
            </a:r>
            <a:r>
              <a:rPr lang="en-US" altLang="zh-CN" sz="2000" dirty="0" smtClean="0"/>
              <a:t> request\n");</a:t>
            </a:r>
          </a:p>
          <a:p>
            <a:pPr>
              <a:lnSpc>
                <a:spcPct val="80000"/>
              </a:lnSpc>
              <a:buFont typeface="Wingdings 3" pitchFamily="18" charset="2"/>
              <a:buNone/>
            </a:pPr>
            <a:r>
              <a:rPr lang="en-US" altLang="zh-CN" sz="2000" dirty="0" smtClean="0"/>
              <a:t>			     </a:t>
            </a:r>
            <a:r>
              <a:rPr lang="en-US" altLang="zh-CN" sz="2000" dirty="0" err="1" smtClean="0"/>
              <a:t>end_request</a:t>
            </a:r>
            <a:r>
              <a:rPr lang="en-US" altLang="zh-CN" sz="2000" dirty="0" smtClean="0"/>
              <a:t>(</a:t>
            </a:r>
            <a:r>
              <a:rPr lang="en-US" altLang="zh-CN" sz="2000" dirty="0" err="1" smtClean="0"/>
              <a:t>req</a:t>
            </a:r>
            <a:r>
              <a:rPr lang="en-US" altLang="zh-CN" sz="2000" dirty="0" smtClean="0"/>
              <a:t>, 0);//</a:t>
            </a:r>
            <a:r>
              <a:rPr lang="zh-CN" altLang="en-US" sz="2000" dirty="0" smtClean="0"/>
              <a:t>通知请求处理失败</a:t>
            </a:r>
          </a:p>
          <a:p>
            <a:pPr>
              <a:lnSpc>
                <a:spcPct val="80000"/>
              </a:lnSpc>
              <a:buFont typeface="Wingdings 3" pitchFamily="18" charset="2"/>
              <a:buNone/>
            </a:pPr>
            <a:r>
              <a:rPr lang="en-US" altLang="zh-CN" sz="2000" dirty="0" smtClean="0"/>
              <a:t>			     continue;</a:t>
            </a:r>
          </a:p>
          <a:p>
            <a:pPr>
              <a:lnSpc>
                <a:spcPct val="80000"/>
              </a:lnSpc>
              <a:buFont typeface="Wingdings 3" pitchFamily="18" charset="2"/>
              <a:buNone/>
            </a:pPr>
            <a:r>
              <a:rPr lang="en-US" altLang="zh-CN" sz="2000" dirty="0" smtClean="0"/>
              <a:t>		        }</a:t>
            </a:r>
          </a:p>
          <a:p>
            <a:pPr>
              <a:lnSpc>
                <a:spcPct val="80000"/>
              </a:lnSpc>
              <a:buFont typeface="Wingdings 3" pitchFamily="18" charset="2"/>
              <a:buNone/>
            </a:pPr>
            <a:r>
              <a:rPr lang="en-US" altLang="zh-CN" sz="2000" dirty="0" smtClean="0"/>
              <a:t>              </a:t>
            </a:r>
            <a:r>
              <a:rPr lang="en-US" altLang="zh-CN" sz="2000" dirty="0" err="1" smtClean="0"/>
              <a:t>xxx_transfer</a:t>
            </a:r>
            <a:r>
              <a:rPr lang="en-US" altLang="zh-CN" sz="2000" dirty="0" smtClean="0"/>
              <a:t>(dev, </a:t>
            </a:r>
            <a:r>
              <a:rPr lang="en-US" altLang="zh-CN" sz="2000" dirty="0" err="1" smtClean="0"/>
              <a:t>req</a:t>
            </a:r>
            <a:r>
              <a:rPr lang="en-US" altLang="zh-CN" sz="2000" dirty="0" smtClean="0"/>
              <a:t>-&gt;sector, </a:t>
            </a:r>
            <a:r>
              <a:rPr lang="en-US" altLang="zh-CN" sz="2000" dirty="0" err="1" smtClean="0"/>
              <a:t>req</a:t>
            </a:r>
            <a:r>
              <a:rPr lang="en-US" altLang="zh-CN" sz="2000" dirty="0" smtClean="0"/>
              <a:t>-&gt;</a:t>
            </a:r>
            <a:r>
              <a:rPr lang="en-US" altLang="zh-CN" sz="2000" dirty="0" err="1" smtClean="0"/>
              <a:t>current_nr_sectors</a:t>
            </a:r>
            <a:r>
              <a:rPr lang="en-US" altLang="zh-CN" sz="2000" dirty="0" smtClean="0"/>
              <a:t>, </a:t>
            </a:r>
            <a:r>
              <a:rPr lang="en-US" altLang="zh-CN" sz="2000" dirty="0" err="1" smtClean="0"/>
              <a:t>req</a:t>
            </a:r>
            <a:r>
              <a:rPr lang="en-US" altLang="zh-CN" sz="2000" dirty="0" smtClean="0"/>
              <a:t>-&gt;buffer,</a:t>
            </a:r>
          </a:p>
          <a:p>
            <a:pPr>
              <a:lnSpc>
                <a:spcPct val="80000"/>
              </a:lnSpc>
              <a:buFont typeface="Wingdings 3" pitchFamily="18" charset="2"/>
              <a:buNone/>
            </a:pPr>
            <a:r>
              <a:rPr lang="en-US" altLang="zh-CN" sz="2000" dirty="0" smtClean="0"/>
              <a:t>              </a:t>
            </a:r>
            <a:r>
              <a:rPr lang="en-US" altLang="zh-CN" sz="2000" dirty="0" err="1" smtClean="0"/>
              <a:t>rq_data_dir</a:t>
            </a:r>
            <a:r>
              <a:rPr lang="en-US" altLang="zh-CN" sz="2000" dirty="0" smtClean="0"/>
              <a:t>(</a:t>
            </a:r>
            <a:r>
              <a:rPr lang="en-US" altLang="zh-CN" sz="2000" dirty="0" err="1" smtClean="0"/>
              <a:t>req</a:t>
            </a:r>
            <a:r>
              <a:rPr lang="en-US" altLang="zh-CN" sz="2000" dirty="0" smtClean="0"/>
              <a:t>)); //</a:t>
            </a:r>
            <a:r>
              <a:rPr lang="zh-CN" altLang="en-US" sz="2000" dirty="0" smtClean="0"/>
              <a:t>处理这个请求</a:t>
            </a:r>
          </a:p>
          <a:p>
            <a:pPr>
              <a:lnSpc>
                <a:spcPct val="80000"/>
              </a:lnSpc>
              <a:buFont typeface="Wingdings 3" pitchFamily="18" charset="2"/>
              <a:buNone/>
            </a:pPr>
            <a:r>
              <a:rPr lang="en-US" altLang="zh-CN" sz="2000" dirty="0" smtClean="0"/>
              <a:t>	         </a:t>
            </a:r>
            <a:r>
              <a:rPr lang="en-US" altLang="zh-CN" sz="2000" dirty="0" err="1" smtClean="0"/>
              <a:t>end_request</a:t>
            </a:r>
            <a:r>
              <a:rPr lang="en-US" altLang="zh-CN" sz="2000" dirty="0" smtClean="0"/>
              <a:t>(</a:t>
            </a:r>
            <a:r>
              <a:rPr lang="en-US" altLang="zh-CN" sz="2000" dirty="0" err="1" smtClean="0"/>
              <a:t>req</a:t>
            </a:r>
            <a:r>
              <a:rPr lang="en-US" altLang="zh-CN" sz="2000" dirty="0" smtClean="0"/>
              <a:t>, 1); //</a:t>
            </a:r>
            <a:r>
              <a:rPr lang="zh-CN" altLang="en-US" sz="2000" dirty="0" smtClean="0"/>
              <a:t>通知成功完成这个请求</a:t>
            </a:r>
          </a:p>
          <a:p>
            <a:pPr>
              <a:lnSpc>
                <a:spcPct val="80000"/>
              </a:lnSpc>
              <a:buFont typeface="Wingdings 3" pitchFamily="18" charset="2"/>
              <a:buNone/>
            </a:pPr>
            <a:r>
              <a:rPr lang="en-US" altLang="zh-CN" sz="2000" dirty="0" smtClean="0"/>
              <a:t>          }</a:t>
            </a:r>
          </a:p>
          <a:p>
            <a:pPr>
              <a:lnSpc>
                <a:spcPct val="80000"/>
              </a:lnSpc>
              <a:buFont typeface="Wingdings 3" pitchFamily="18" charset="2"/>
              <a:buNone/>
            </a:pPr>
            <a:r>
              <a:rPr lang="en-US" altLang="zh-CN" sz="2000" dirty="0" smtClean="0"/>
              <a:t>    } </a:t>
            </a:r>
            <a:endParaRPr lang="zh-CN" altLang="en-US" sz="1800" dirty="0" smtClean="0"/>
          </a:p>
        </p:txBody>
      </p:sp>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p:cNvSpPr>
          <p:nvPr>
            <p:ph type="title"/>
          </p:nvPr>
        </p:nvSpPr>
        <p:spPr/>
        <p:txBody>
          <a:bodyPr/>
          <a:lstStyle/>
          <a:p>
            <a:r>
              <a:rPr lang="zh-CN" altLang="en-US" b="0" smtClean="0">
                <a:solidFill>
                  <a:schemeClr val="tx2"/>
                </a:solidFill>
                <a:latin typeface="Arial" charset="0"/>
                <a:ea typeface="宋体" charset="-122"/>
              </a:rPr>
              <a:t>完成具体的块设备</a:t>
            </a:r>
            <a:r>
              <a:rPr lang="en-US" altLang="zh-CN" b="0" smtClean="0">
                <a:solidFill>
                  <a:schemeClr val="tx2"/>
                </a:solidFill>
                <a:latin typeface="Arial" charset="0"/>
                <a:ea typeface="宋体" charset="-122"/>
              </a:rPr>
              <a:t>I/O</a:t>
            </a:r>
            <a:r>
              <a:rPr lang="zh-CN" altLang="en-US" b="0" smtClean="0">
                <a:solidFill>
                  <a:schemeClr val="tx2"/>
                </a:solidFill>
                <a:latin typeface="Arial" charset="0"/>
                <a:ea typeface="宋体" charset="-122"/>
              </a:rPr>
              <a:t>操作函数</a:t>
            </a:r>
            <a:endParaRPr lang="en-US" altLang="zh-CN" b="0" smtClean="0">
              <a:solidFill>
                <a:schemeClr val="tx2"/>
              </a:solidFill>
              <a:latin typeface="Arial" charset="0"/>
              <a:ea typeface="宋体" charset="-122"/>
            </a:endParaRPr>
          </a:p>
        </p:txBody>
      </p:sp>
      <p:sp>
        <p:nvSpPr>
          <p:cNvPr id="333827" name="Rectangle 3"/>
          <p:cNvSpPr>
            <a:spLocks noGrp="1"/>
          </p:cNvSpPr>
          <p:nvPr>
            <p:ph type="body" idx="1"/>
          </p:nvPr>
        </p:nvSpPr>
        <p:spPr/>
        <p:txBody>
          <a:bodyPr/>
          <a:lstStyle/>
          <a:p>
            <a:pPr>
              <a:lnSpc>
                <a:spcPct val="80000"/>
              </a:lnSpc>
            </a:pPr>
            <a:r>
              <a:rPr lang="en-US" altLang="zh-CN" sz="1800" dirty="0" smtClean="0"/>
              <a:t>static void </a:t>
            </a:r>
            <a:r>
              <a:rPr lang="en-US" altLang="zh-CN" sz="1800" dirty="0" err="1" smtClean="0"/>
              <a:t>xxx_transfer</a:t>
            </a:r>
            <a:r>
              <a:rPr lang="en-US" altLang="zh-CN" sz="1800" dirty="0" smtClean="0"/>
              <a:t>(</a:t>
            </a:r>
            <a:r>
              <a:rPr lang="en-US" altLang="zh-CN" sz="1800" dirty="0" err="1" smtClean="0"/>
              <a:t>struct</a:t>
            </a:r>
            <a:r>
              <a:rPr lang="en-US" altLang="zh-CN" sz="1800" dirty="0" smtClean="0"/>
              <a:t> </a:t>
            </a:r>
            <a:r>
              <a:rPr lang="en-US" altLang="zh-CN" sz="1800" dirty="0" err="1" smtClean="0"/>
              <a:t>xxx_dev</a:t>
            </a:r>
            <a:r>
              <a:rPr lang="en-US" altLang="zh-CN" sz="1800" dirty="0" smtClean="0"/>
              <a:t> *dev, unsigned long sector, unsigned</a:t>
            </a:r>
          </a:p>
          <a:p>
            <a:pPr>
              <a:lnSpc>
                <a:spcPct val="80000"/>
              </a:lnSpc>
              <a:buFont typeface="Wingdings 3" pitchFamily="18" charset="2"/>
              <a:buNone/>
            </a:pPr>
            <a:r>
              <a:rPr lang="en-US" altLang="zh-CN" sz="1800" dirty="0" smtClean="0"/>
              <a:t>	long </a:t>
            </a:r>
            <a:r>
              <a:rPr lang="en-US" altLang="zh-CN" sz="1800" dirty="0" err="1" smtClean="0"/>
              <a:t>nsect</a:t>
            </a:r>
            <a:r>
              <a:rPr lang="en-US" altLang="zh-CN" sz="1800" dirty="0" smtClean="0"/>
              <a:t>, char *buffer, </a:t>
            </a:r>
            <a:r>
              <a:rPr lang="en-US" altLang="zh-CN" sz="1800" dirty="0" err="1" smtClean="0"/>
              <a:t>int</a:t>
            </a:r>
            <a:r>
              <a:rPr lang="en-US" altLang="zh-CN" sz="1800" dirty="0" smtClean="0"/>
              <a:t> write)</a:t>
            </a:r>
          </a:p>
          <a:p>
            <a:pPr>
              <a:lnSpc>
                <a:spcPct val="80000"/>
              </a:lnSpc>
              <a:buFont typeface="Wingdings 3" pitchFamily="18" charset="2"/>
              <a:buNone/>
            </a:pPr>
            <a:r>
              <a:rPr lang="en-US" altLang="zh-CN" sz="1800" dirty="0" smtClean="0"/>
              <a:t>	 {</a:t>
            </a:r>
          </a:p>
          <a:p>
            <a:pPr>
              <a:lnSpc>
                <a:spcPct val="80000"/>
              </a:lnSpc>
              <a:buFont typeface="Wingdings 3" pitchFamily="18" charset="2"/>
              <a:buNone/>
            </a:pPr>
            <a:r>
              <a:rPr lang="en-US" altLang="zh-CN" sz="1800" dirty="0" smtClean="0"/>
              <a:t>	       unsigned long offset = sector * KERNEL_SECTOR_SIZE;</a:t>
            </a:r>
          </a:p>
          <a:p>
            <a:pPr>
              <a:lnSpc>
                <a:spcPct val="80000"/>
              </a:lnSpc>
              <a:buFont typeface="Wingdings 3" pitchFamily="18" charset="2"/>
              <a:buNone/>
            </a:pPr>
            <a:r>
              <a:rPr lang="en-US" altLang="zh-CN" sz="1800" dirty="0" smtClean="0"/>
              <a:t>	       unsigned long </a:t>
            </a:r>
            <a:r>
              <a:rPr lang="en-US" altLang="zh-CN" sz="1800" dirty="0" err="1" smtClean="0"/>
              <a:t>nbytes</a:t>
            </a:r>
            <a:r>
              <a:rPr lang="en-US" altLang="zh-CN" sz="1800" dirty="0" smtClean="0"/>
              <a:t> = </a:t>
            </a:r>
            <a:r>
              <a:rPr lang="en-US" altLang="zh-CN" sz="1800" dirty="0" err="1" smtClean="0"/>
              <a:t>nsect</a:t>
            </a:r>
            <a:r>
              <a:rPr lang="en-US" altLang="zh-CN" sz="1800" dirty="0" smtClean="0"/>
              <a:t> * KERNEL_SECTOR_SIZE;</a:t>
            </a:r>
          </a:p>
          <a:p>
            <a:pPr>
              <a:lnSpc>
                <a:spcPct val="80000"/>
              </a:lnSpc>
              <a:buFont typeface="Wingdings 3" pitchFamily="18" charset="2"/>
              <a:buNone/>
            </a:pPr>
            <a:r>
              <a:rPr lang="en-US" altLang="zh-CN" sz="1800" dirty="0" smtClean="0"/>
              <a:t>	       if ((offset + </a:t>
            </a:r>
            <a:r>
              <a:rPr lang="en-US" altLang="zh-CN" sz="1800" dirty="0" err="1" smtClean="0"/>
              <a:t>nbytes</a:t>
            </a:r>
            <a:r>
              <a:rPr lang="en-US" altLang="zh-CN" sz="1800" dirty="0" smtClean="0"/>
              <a:t>) &gt; dev-&gt;size)   {</a:t>
            </a:r>
          </a:p>
          <a:p>
            <a:pPr>
              <a:lnSpc>
                <a:spcPct val="80000"/>
              </a:lnSpc>
              <a:buFont typeface="Wingdings 3" pitchFamily="18" charset="2"/>
              <a:buNone/>
            </a:pPr>
            <a:r>
              <a:rPr lang="en-US" altLang="zh-CN" sz="1800" dirty="0" smtClean="0"/>
              <a:t>	        	</a:t>
            </a:r>
            <a:r>
              <a:rPr lang="en-US" altLang="zh-CN" sz="1800" dirty="0" err="1" smtClean="0"/>
              <a:t>printk</a:t>
            </a:r>
            <a:r>
              <a:rPr lang="en-US" altLang="zh-CN" sz="1800" dirty="0" smtClean="0"/>
              <a:t>(KERN_NOTICE "Beyond-end write (%ld %ld)\n", offset, </a:t>
            </a:r>
            <a:r>
              <a:rPr lang="en-US" altLang="zh-CN" sz="1800" dirty="0" err="1" smtClean="0"/>
              <a:t>nbytes</a:t>
            </a:r>
            <a:r>
              <a:rPr lang="en-US" altLang="zh-CN" sz="1800" dirty="0" smtClean="0"/>
              <a:t>);</a:t>
            </a:r>
          </a:p>
          <a:p>
            <a:pPr>
              <a:lnSpc>
                <a:spcPct val="80000"/>
              </a:lnSpc>
              <a:buFont typeface="Wingdings 3" pitchFamily="18" charset="2"/>
              <a:buNone/>
            </a:pPr>
            <a:r>
              <a:rPr lang="en-US" altLang="zh-CN" sz="1800" dirty="0" smtClean="0"/>
              <a:t>			return ;</a:t>
            </a:r>
          </a:p>
          <a:p>
            <a:pPr>
              <a:lnSpc>
                <a:spcPct val="80000"/>
              </a:lnSpc>
              <a:buFont typeface="Wingdings 3" pitchFamily="18" charset="2"/>
              <a:buNone/>
            </a:pPr>
            <a:r>
              <a:rPr lang="en-US" altLang="zh-CN" sz="1800" dirty="0" smtClean="0"/>
              <a:t>             }</a:t>
            </a:r>
          </a:p>
          <a:p>
            <a:pPr>
              <a:lnSpc>
                <a:spcPct val="80000"/>
              </a:lnSpc>
              <a:buFont typeface="Wingdings 3" pitchFamily="18" charset="2"/>
              <a:buNone/>
            </a:pPr>
            <a:r>
              <a:rPr lang="en-US" altLang="zh-CN" sz="1800" dirty="0" smtClean="0"/>
              <a:t>             if (write)   {</a:t>
            </a:r>
          </a:p>
          <a:p>
            <a:pPr>
              <a:lnSpc>
                <a:spcPct val="80000"/>
              </a:lnSpc>
              <a:buFont typeface="Wingdings 3" pitchFamily="18" charset="2"/>
              <a:buNone/>
            </a:pPr>
            <a:r>
              <a:rPr lang="en-US" altLang="zh-CN" sz="1800" dirty="0" smtClean="0"/>
              <a:t>                     </a:t>
            </a:r>
            <a:r>
              <a:rPr lang="en-US" altLang="zh-CN" sz="1800" dirty="0" err="1" smtClean="0"/>
              <a:t>write_dev</a:t>
            </a:r>
            <a:r>
              <a:rPr lang="en-US" altLang="zh-CN" sz="1800" dirty="0" smtClean="0"/>
              <a:t>(offset, buffer, </a:t>
            </a:r>
            <a:r>
              <a:rPr lang="en-US" altLang="zh-CN" sz="1800" dirty="0" err="1" smtClean="0"/>
              <a:t>nbytes</a:t>
            </a:r>
            <a:r>
              <a:rPr lang="en-US" altLang="zh-CN" sz="1800" dirty="0" smtClean="0"/>
              <a:t>);  //</a:t>
            </a:r>
            <a:r>
              <a:rPr lang="zh-CN" altLang="en-US" sz="1800" dirty="0" smtClean="0"/>
              <a:t>向设备写</a:t>
            </a:r>
            <a:r>
              <a:rPr lang="en-US" altLang="zh-CN" sz="1800" dirty="0" err="1" smtClean="0"/>
              <a:t>nbytes</a:t>
            </a:r>
            <a:r>
              <a:rPr lang="zh-CN" altLang="en-US" sz="1800" dirty="0" smtClean="0"/>
              <a:t>个字节的数据</a:t>
            </a:r>
          </a:p>
          <a:p>
            <a:pPr>
              <a:lnSpc>
                <a:spcPct val="80000"/>
              </a:lnSpc>
              <a:buFont typeface="Wingdings 3" pitchFamily="18" charset="2"/>
              <a:buNone/>
            </a:pPr>
            <a:r>
              <a:rPr lang="en-US" altLang="zh-CN" sz="1800" dirty="0" smtClean="0"/>
              <a:t>             }</a:t>
            </a:r>
          </a:p>
          <a:p>
            <a:pPr>
              <a:lnSpc>
                <a:spcPct val="80000"/>
              </a:lnSpc>
              <a:buFont typeface="Wingdings 3" pitchFamily="18" charset="2"/>
              <a:buNone/>
            </a:pPr>
            <a:r>
              <a:rPr lang="en-US" altLang="zh-CN" sz="1800" dirty="0" smtClean="0"/>
              <a:t>             else           {</a:t>
            </a:r>
          </a:p>
          <a:p>
            <a:pPr>
              <a:lnSpc>
                <a:spcPct val="80000"/>
              </a:lnSpc>
              <a:buFont typeface="Wingdings 3" pitchFamily="18" charset="2"/>
              <a:buNone/>
            </a:pPr>
            <a:r>
              <a:rPr lang="en-US" altLang="zh-CN" sz="1800" dirty="0" smtClean="0"/>
              <a:t>               	</a:t>
            </a:r>
            <a:r>
              <a:rPr lang="en-US" altLang="zh-CN" sz="1800" dirty="0" err="1" smtClean="0"/>
              <a:t>read_dev</a:t>
            </a:r>
            <a:r>
              <a:rPr lang="en-US" altLang="zh-CN" sz="1800" dirty="0" smtClean="0"/>
              <a:t>(offset, buffer, </a:t>
            </a:r>
            <a:r>
              <a:rPr lang="en-US" altLang="zh-CN" sz="1800" dirty="0" err="1" smtClean="0"/>
              <a:t>nbytes</a:t>
            </a:r>
            <a:r>
              <a:rPr lang="en-US" altLang="zh-CN" sz="1800" dirty="0" smtClean="0"/>
              <a:t>); //</a:t>
            </a:r>
            <a:r>
              <a:rPr lang="zh-CN" altLang="en-US" sz="1800" dirty="0" smtClean="0"/>
              <a:t>从设备读</a:t>
            </a:r>
            <a:r>
              <a:rPr lang="en-US" altLang="zh-CN" sz="1800" dirty="0" err="1" smtClean="0"/>
              <a:t>nbytes</a:t>
            </a:r>
            <a:r>
              <a:rPr lang="zh-CN" altLang="en-US" sz="1800" dirty="0" smtClean="0"/>
              <a:t>个字节的数据</a:t>
            </a:r>
          </a:p>
          <a:p>
            <a:pPr>
              <a:lnSpc>
                <a:spcPct val="80000"/>
              </a:lnSpc>
              <a:buFont typeface="Wingdings 3" pitchFamily="18" charset="2"/>
              <a:buNone/>
            </a:pPr>
            <a:r>
              <a:rPr lang="en-US" altLang="zh-CN" sz="1800" dirty="0" smtClean="0"/>
              <a:t>             }</a:t>
            </a:r>
          </a:p>
          <a:p>
            <a:pPr>
              <a:lnSpc>
                <a:spcPct val="80000"/>
              </a:lnSpc>
              <a:buFont typeface="Wingdings 3" pitchFamily="18" charset="2"/>
              <a:buNone/>
            </a:pPr>
            <a:r>
              <a:rPr lang="en-US" altLang="zh-CN" sz="1800" dirty="0" smtClean="0"/>
              <a:t>       }</a:t>
            </a:r>
            <a:endParaRPr lang="zh-CN" altLang="en-US" sz="1400" dirty="0" smtClean="0"/>
          </a:p>
        </p:txBody>
      </p:sp>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p:cNvSpPr>
          <p:nvPr>
            <p:ph type="ctrTitle"/>
          </p:nvPr>
        </p:nvSpPr>
        <p:spPr/>
        <p:txBody>
          <a:bodyPr/>
          <a:lstStyle/>
          <a:p>
            <a:pPr algn="ctr" eaLnBrk="1" hangingPunct="1"/>
            <a:r>
              <a:rPr lang="zh-CN" altLang="en-US" sz="4000" b="1" dirty="0" smtClean="0">
                <a:solidFill>
                  <a:schemeClr val="tx1"/>
                </a:solidFill>
                <a:effectLst>
                  <a:outerShdw blurRad="38100" dist="38100" dir="2700000" algn="tl">
                    <a:srgbClr val="C0C0C0"/>
                  </a:outerShdw>
                </a:effectLst>
                <a:latin typeface="+mj-ea"/>
              </a:rPr>
              <a:t>网络设备驱动高级开发</a:t>
            </a:r>
            <a:endParaRPr lang="en-US" altLang="zh-CN" sz="4000" b="1" dirty="0" smtClean="0">
              <a:solidFill>
                <a:schemeClr val="tx1"/>
              </a:solidFill>
              <a:effectLst>
                <a:outerShdw blurRad="38100" dist="38100" dir="2700000" algn="tl">
                  <a:srgbClr val="C0C0C0"/>
                </a:outerShdw>
              </a:effectLst>
              <a:latin typeface="+mj-ea"/>
            </a:endParaRPr>
          </a:p>
        </p:txBody>
      </p:sp>
    </p:spTree>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 </a:t>
            </a:r>
          </a:p>
        </p:txBody>
      </p:sp>
      <p:sp>
        <p:nvSpPr>
          <p:cNvPr id="302083" name="Rectangle 3"/>
          <p:cNvSpPr>
            <a:spLocks noGrp="1"/>
          </p:cNvSpPr>
          <p:nvPr>
            <p:ph type="body" idx="1"/>
          </p:nvPr>
        </p:nvSpPr>
        <p:spPr/>
        <p:txBody>
          <a:bodyPr/>
          <a:lstStyle/>
          <a:p>
            <a:pPr>
              <a:lnSpc>
                <a:spcPct val="150000"/>
              </a:lnSpc>
            </a:pPr>
            <a:r>
              <a:rPr lang="en-US" altLang="zh-CN" i="1" u="sng" dirty="0" smtClean="0"/>
              <a:t>OSI</a:t>
            </a:r>
            <a:r>
              <a:rPr lang="zh-CN" altLang="en-US" i="1" u="sng" dirty="0" smtClean="0"/>
              <a:t>网络参考模型</a:t>
            </a:r>
          </a:p>
          <a:p>
            <a:pPr>
              <a:lnSpc>
                <a:spcPct val="150000"/>
              </a:lnSpc>
            </a:pPr>
            <a:r>
              <a:rPr lang="zh-CN" altLang="en-US" dirty="0" smtClean="0"/>
              <a:t>套结字（</a:t>
            </a:r>
            <a:r>
              <a:rPr lang="en-US" altLang="zh-CN" dirty="0" smtClean="0"/>
              <a:t>socket</a:t>
            </a:r>
            <a:r>
              <a:rPr lang="zh-CN" altLang="en-US" dirty="0" smtClean="0"/>
              <a:t>）简介</a:t>
            </a:r>
          </a:p>
          <a:p>
            <a:pPr>
              <a:lnSpc>
                <a:spcPct val="150000"/>
              </a:lnSpc>
            </a:pPr>
            <a:r>
              <a:rPr lang="zh-CN" altLang="en-US" dirty="0" smtClean="0"/>
              <a:t>套结字缓冲区（</a:t>
            </a:r>
            <a:r>
              <a:rPr lang="en-US" altLang="zh-CN" dirty="0" err="1" smtClean="0"/>
              <a:t>sk_buff</a:t>
            </a:r>
            <a:r>
              <a:rPr lang="zh-CN" altLang="en-US" dirty="0" smtClean="0"/>
              <a:t>）</a:t>
            </a:r>
          </a:p>
          <a:p>
            <a:pPr>
              <a:lnSpc>
                <a:spcPct val="150000"/>
              </a:lnSpc>
            </a:pPr>
            <a:r>
              <a:rPr lang="en-US" altLang="zh-CN" dirty="0" err="1" smtClean="0"/>
              <a:t>net_device</a:t>
            </a:r>
            <a:r>
              <a:rPr lang="zh-CN" altLang="en-US" dirty="0" smtClean="0"/>
              <a:t>结构分析</a:t>
            </a:r>
          </a:p>
          <a:p>
            <a:pPr>
              <a:lnSpc>
                <a:spcPct val="150000"/>
              </a:lnSpc>
            </a:pPr>
            <a:r>
              <a:rPr lang="zh-CN" altLang="en-US" dirty="0" smtClean="0"/>
              <a:t>网络设备驱动编写</a:t>
            </a:r>
          </a:p>
        </p:txBody>
      </p:sp>
    </p:spTree>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idx="4294967295"/>
          </p:nvPr>
        </p:nvSpPr>
        <p:spPr>
          <a:xfrm>
            <a:off x="457200" y="428603"/>
            <a:ext cx="8221663" cy="704871"/>
          </a:xfrm>
        </p:spPr>
        <p:txBody>
          <a:bodyPr lIns="92075" tIns="46038" rIns="92075" bIns="46038" anchor="ctr"/>
          <a:lstStyle/>
          <a:p>
            <a:r>
              <a:rPr lang="en-US" altLang="zh-CN" dirty="0" smtClean="0"/>
              <a:t>OSI</a:t>
            </a:r>
            <a:r>
              <a:rPr lang="zh-CN" altLang="en-US" dirty="0" smtClean="0"/>
              <a:t>网络参考模型</a:t>
            </a:r>
          </a:p>
        </p:txBody>
      </p:sp>
      <p:pic>
        <p:nvPicPr>
          <p:cNvPr id="303107" name="Picture 4" descr="2005"/>
          <p:cNvPicPr>
            <a:picLocks noChangeAspect="1" noChangeArrowheads="1"/>
          </p:cNvPicPr>
          <p:nvPr/>
        </p:nvPicPr>
        <p:blipFill>
          <a:blip r:embed="rId3" cstate="print"/>
          <a:srcRect/>
          <a:stretch>
            <a:fillRect/>
          </a:stretch>
        </p:blipFill>
        <p:spPr bwMode="auto">
          <a:xfrm>
            <a:off x="827088" y="1854200"/>
            <a:ext cx="3292475" cy="2870200"/>
          </a:xfrm>
          <a:prstGeom prst="rect">
            <a:avLst/>
          </a:prstGeom>
          <a:noFill/>
          <a:ln w="9525">
            <a:noFill/>
            <a:miter lim="800000"/>
            <a:headEnd/>
            <a:tailEnd/>
          </a:ln>
        </p:spPr>
      </p:pic>
      <p:pic>
        <p:nvPicPr>
          <p:cNvPr id="303108" name="Picture 5" descr="2005"/>
          <p:cNvPicPr>
            <a:picLocks noChangeAspect="1" noChangeArrowheads="1"/>
          </p:cNvPicPr>
          <p:nvPr/>
        </p:nvPicPr>
        <p:blipFill>
          <a:blip r:embed="rId4" cstate="print"/>
          <a:srcRect/>
          <a:stretch>
            <a:fillRect/>
          </a:stretch>
        </p:blipFill>
        <p:spPr bwMode="auto">
          <a:xfrm>
            <a:off x="4500563" y="1844675"/>
            <a:ext cx="3887787" cy="2879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idx="4294967295"/>
          </p:nvPr>
        </p:nvSpPr>
        <p:spPr>
          <a:xfrm>
            <a:off x="457200" y="214289"/>
            <a:ext cx="8221663" cy="919185"/>
          </a:xfrm>
        </p:spPr>
        <p:txBody>
          <a:bodyPr lIns="92075" tIns="46038" rIns="92075" bIns="46038" anchor="ctr"/>
          <a:lstStyle/>
          <a:p>
            <a:r>
              <a:rPr lang="en-US" altLang="zh-CN" dirty="0" smtClean="0"/>
              <a:t>OSI VS TCP/IP</a:t>
            </a:r>
          </a:p>
        </p:txBody>
      </p:sp>
      <p:pic>
        <p:nvPicPr>
          <p:cNvPr id="4" name="Picture 4" descr="2_TCPIP_Protocol_Suite"/>
          <p:cNvPicPr>
            <a:picLocks noChangeAspect="1" noChangeArrowheads="1"/>
          </p:cNvPicPr>
          <p:nvPr/>
        </p:nvPicPr>
        <p:blipFill>
          <a:blip r:embed="rId3" cstate="print"/>
          <a:srcRect/>
          <a:stretch>
            <a:fillRect/>
          </a:stretch>
        </p:blipFill>
        <p:spPr bwMode="auto">
          <a:xfrm>
            <a:off x="1071538" y="1357298"/>
            <a:ext cx="7058025" cy="472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TCP/IP</a:t>
            </a:r>
            <a:r>
              <a:rPr lang="zh-CN" altLang="en-US" dirty="0" smtClean="0"/>
              <a:t>与</a:t>
            </a:r>
            <a:r>
              <a:rPr lang="en-US" altLang="zh-CN" dirty="0" smtClean="0"/>
              <a:t>OSI</a:t>
            </a:r>
            <a:r>
              <a:rPr lang="zh-CN" altLang="en-US" dirty="0" smtClean="0"/>
              <a:t>的对应关系</a:t>
            </a:r>
            <a:endParaRPr lang="zh-CN" altLang="en-US" dirty="0"/>
          </a:p>
        </p:txBody>
      </p:sp>
      <p:sp>
        <p:nvSpPr>
          <p:cNvPr id="3" name="内容占位符 2"/>
          <p:cNvSpPr>
            <a:spLocks noGrp="1"/>
          </p:cNvSpPr>
          <p:nvPr>
            <p:ph idx="1"/>
          </p:nvPr>
        </p:nvSpPr>
        <p:spPr/>
        <p:txBody>
          <a:bodyPr/>
          <a:lstStyle/>
          <a:p>
            <a:r>
              <a:rPr lang="en-US" altLang="zh-CN" dirty="0" smtClean="0"/>
              <a:t> </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pic>
        <p:nvPicPr>
          <p:cNvPr id="6" name="Picture 5" descr="1_TCPIP_and_OSI_models"/>
          <p:cNvPicPr>
            <a:picLocks noChangeAspect="1" noChangeArrowheads="1"/>
          </p:cNvPicPr>
          <p:nvPr/>
        </p:nvPicPr>
        <p:blipFill>
          <a:blip r:embed="rId2" cstate="print"/>
          <a:srcRect t="6131"/>
          <a:stretch>
            <a:fillRect/>
          </a:stretch>
        </p:blipFill>
        <p:spPr bwMode="auto">
          <a:xfrm>
            <a:off x="1428728" y="1357298"/>
            <a:ext cx="6408738" cy="43751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idx="4294967295"/>
          </p:nvPr>
        </p:nvSpPr>
        <p:spPr>
          <a:xfrm>
            <a:off x="457200" y="357165"/>
            <a:ext cx="8221663" cy="776309"/>
          </a:xfrm>
        </p:spPr>
        <p:txBody>
          <a:bodyPr lIns="92075" tIns="46038" rIns="92075" bIns="46038" anchor="ctr"/>
          <a:lstStyle/>
          <a:p>
            <a:r>
              <a:rPr lang="en-US" altLang="zh-CN" dirty="0" smtClean="0"/>
              <a:t>Linux</a:t>
            </a:r>
            <a:r>
              <a:rPr lang="zh-CN" altLang="en-US" dirty="0" smtClean="0"/>
              <a:t>网络设备</a:t>
            </a:r>
          </a:p>
        </p:txBody>
      </p:sp>
      <p:sp>
        <p:nvSpPr>
          <p:cNvPr id="307203" name="Rectangle 3"/>
          <p:cNvSpPr>
            <a:spLocks noGrp="1" noChangeArrowheads="1"/>
          </p:cNvSpPr>
          <p:nvPr>
            <p:ph type="body" idx="4294967295"/>
          </p:nvPr>
        </p:nvSpPr>
        <p:spPr/>
        <p:txBody>
          <a:bodyPr lIns="92075" tIns="46038" rIns="92075" bIns="46038"/>
          <a:lstStyle/>
          <a:p>
            <a:pPr eaLnBrk="1" hangingPunct="1"/>
            <a:r>
              <a:rPr lang="zh-CN" altLang="en-US" sz="2400" dirty="0" smtClean="0"/>
              <a:t>网络设备，又叫网络接口是</a:t>
            </a:r>
            <a:r>
              <a:rPr lang="en-US" altLang="zh-CN" sz="2400" dirty="0" smtClean="0"/>
              <a:t>Linux</a:t>
            </a:r>
            <a:r>
              <a:rPr lang="zh-CN" altLang="en-US" sz="2400" dirty="0" smtClean="0"/>
              <a:t>第三类标准设备</a:t>
            </a:r>
          </a:p>
          <a:p>
            <a:pPr eaLnBrk="1" hangingPunct="1"/>
            <a:r>
              <a:rPr lang="zh-CN" altLang="en-US" sz="2400" dirty="0" smtClean="0"/>
              <a:t>网络设备和块设备类似，在内核的特定数据结构中注册自己</a:t>
            </a:r>
          </a:p>
          <a:p>
            <a:pPr eaLnBrk="1" hangingPunct="1"/>
            <a:r>
              <a:rPr lang="zh-CN" altLang="en-US" sz="2400" dirty="0" smtClean="0"/>
              <a:t>当发生网络数据交换时，网络设备驱动程序注册的方法将被内核调用</a:t>
            </a:r>
          </a:p>
          <a:p>
            <a:pPr eaLnBrk="1" hangingPunct="1"/>
            <a:r>
              <a:rPr lang="zh-CN" altLang="en-US" sz="2400" dirty="0" smtClean="0"/>
              <a:t>网络设备不会在</a:t>
            </a:r>
            <a:r>
              <a:rPr lang="en-US" altLang="zh-CN" sz="2400" dirty="0" smtClean="0"/>
              <a:t>/dev</a:t>
            </a:r>
            <a:r>
              <a:rPr lang="zh-CN" altLang="en-US" sz="2400" dirty="0" smtClean="0"/>
              <a:t>下存在一个设备入口，它使用保留的内部设备名</a:t>
            </a:r>
          </a:p>
        </p:txBody>
      </p:sp>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idx="4294967295"/>
          </p:nvPr>
        </p:nvSpPr>
        <p:spPr>
          <a:xfrm>
            <a:off x="457200" y="357165"/>
            <a:ext cx="8221663" cy="776309"/>
          </a:xfrm>
        </p:spPr>
        <p:txBody>
          <a:bodyPr lIns="92075" tIns="46038" rIns="92075" bIns="46038" anchor="ctr"/>
          <a:lstStyle/>
          <a:p>
            <a:r>
              <a:rPr lang="zh-CN" altLang="en-US" dirty="0" smtClean="0"/>
              <a:t>网络设备的特点</a:t>
            </a:r>
          </a:p>
        </p:txBody>
      </p:sp>
      <p:sp>
        <p:nvSpPr>
          <p:cNvPr id="308227" name="Rectangle 3"/>
          <p:cNvSpPr>
            <a:spLocks noGrp="1" noChangeArrowheads="1"/>
          </p:cNvSpPr>
          <p:nvPr>
            <p:ph type="body" idx="4294967295"/>
          </p:nvPr>
        </p:nvSpPr>
        <p:spPr/>
        <p:txBody>
          <a:bodyPr lIns="92075" tIns="46038" rIns="92075" bIns="46038"/>
          <a:lstStyle/>
          <a:p>
            <a:pPr eaLnBrk="1" hangingPunct="1">
              <a:lnSpc>
                <a:spcPct val="80000"/>
              </a:lnSpc>
            </a:pPr>
            <a:r>
              <a:rPr lang="zh-CN" altLang="en-US" sz="2400" smtClean="0"/>
              <a:t>网络设备异步的接收外来的数据包，有别于其他设备</a:t>
            </a:r>
          </a:p>
          <a:p>
            <a:pPr eaLnBrk="1" hangingPunct="1">
              <a:lnSpc>
                <a:spcPct val="80000"/>
              </a:lnSpc>
            </a:pPr>
            <a:r>
              <a:rPr lang="zh-CN" altLang="en-US" sz="2400" smtClean="0"/>
              <a:t>网络设备主动的“请求”将硬件获得的数据包压入内核，而其他设备例如块设备被“请求”向内核发送缓冲区</a:t>
            </a:r>
          </a:p>
          <a:p>
            <a:pPr eaLnBrk="1" hangingPunct="1">
              <a:lnSpc>
                <a:spcPct val="80000"/>
              </a:lnSpc>
            </a:pPr>
            <a:r>
              <a:rPr lang="zh-CN" altLang="en-US" sz="2400" smtClean="0"/>
              <a:t>网络设备同时要执行大量的管理任务</a:t>
            </a:r>
          </a:p>
          <a:p>
            <a:pPr lvl="1" eaLnBrk="1" hangingPunct="1">
              <a:lnSpc>
                <a:spcPct val="80000"/>
              </a:lnSpc>
            </a:pPr>
            <a:r>
              <a:rPr lang="zh-CN" altLang="en-US" smtClean="0">
                <a:ea typeface="隶书" pitchFamily="49" charset="-122"/>
              </a:rPr>
              <a:t>设置地址</a:t>
            </a:r>
          </a:p>
          <a:p>
            <a:pPr lvl="1" eaLnBrk="1" hangingPunct="1">
              <a:lnSpc>
                <a:spcPct val="80000"/>
              </a:lnSpc>
            </a:pPr>
            <a:r>
              <a:rPr lang="zh-CN" altLang="en-US" smtClean="0">
                <a:ea typeface="隶书" pitchFamily="49" charset="-122"/>
              </a:rPr>
              <a:t>修改传输参数</a:t>
            </a:r>
          </a:p>
          <a:p>
            <a:pPr lvl="1" eaLnBrk="1" hangingPunct="1">
              <a:lnSpc>
                <a:spcPct val="80000"/>
              </a:lnSpc>
            </a:pPr>
            <a:r>
              <a:rPr lang="zh-CN" altLang="en-US" smtClean="0">
                <a:ea typeface="隶书" pitchFamily="49" charset="-122"/>
              </a:rPr>
              <a:t>维护流量和流量控制</a:t>
            </a:r>
          </a:p>
          <a:p>
            <a:pPr lvl="1" eaLnBrk="1" hangingPunct="1">
              <a:lnSpc>
                <a:spcPct val="80000"/>
              </a:lnSpc>
            </a:pPr>
            <a:r>
              <a:rPr lang="zh-CN" altLang="en-US" smtClean="0">
                <a:ea typeface="隶书" pitchFamily="49" charset="-122"/>
              </a:rPr>
              <a:t>错误统计和报告</a:t>
            </a:r>
          </a:p>
          <a:p>
            <a:pPr eaLnBrk="1" hangingPunct="1">
              <a:lnSpc>
                <a:spcPct val="80000"/>
              </a:lnSpc>
            </a:pPr>
            <a:r>
              <a:rPr lang="zh-CN" altLang="en-US" sz="2400" smtClean="0"/>
              <a:t>网络子系统是完全与协议无关的，网络驱动程序与内核其余部分之间的每次交互处理的都是一个网络数据包</a:t>
            </a:r>
          </a:p>
        </p:txBody>
      </p:sp>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idx="4294967295"/>
          </p:nvPr>
        </p:nvSpPr>
        <p:spPr>
          <a:xfrm>
            <a:off x="457200" y="428603"/>
            <a:ext cx="8221663" cy="704871"/>
          </a:xfrm>
        </p:spPr>
        <p:txBody>
          <a:bodyPr lIns="92075" tIns="46038" rIns="92075" bIns="46038" anchor="ctr"/>
          <a:lstStyle/>
          <a:p>
            <a:r>
              <a:rPr lang="zh-CN" altLang="en-US" dirty="0" smtClean="0"/>
              <a:t>网络设备驱动体系结构 </a:t>
            </a:r>
          </a:p>
        </p:txBody>
      </p:sp>
      <p:sp>
        <p:nvSpPr>
          <p:cNvPr id="309255" name="Rectangle 7"/>
          <p:cNvSpPr>
            <a:spLocks noChangeArrowheads="1"/>
          </p:cNvSpPr>
          <p:nvPr/>
        </p:nvSpPr>
        <p:spPr bwMode="auto">
          <a:xfrm>
            <a:off x="0" y="2279650"/>
            <a:ext cx="9144000" cy="0"/>
          </a:xfrm>
          <a:prstGeom prst="rect">
            <a:avLst/>
          </a:prstGeom>
          <a:noFill/>
          <a:ln w="9525" algn="ctr">
            <a:noFill/>
            <a:miter lim="800000"/>
            <a:headEnd/>
            <a:tailEnd/>
          </a:ln>
          <a:effectLst/>
        </p:spPr>
        <p:txBody>
          <a:bodyPr wrap="none" anchor="ctr">
            <a:spAutoFit/>
          </a:bodyPr>
          <a:lstStyle/>
          <a:p>
            <a:endParaRPr lang="zh-CN" altLang="en-US"/>
          </a:p>
        </p:txBody>
      </p:sp>
      <p:pic>
        <p:nvPicPr>
          <p:cNvPr id="309254" name="Picture 6" descr="16-01"/>
          <p:cNvPicPr>
            <a:picLocks noChangeAspect="1" noChangeArrowheads="1"/>
          </p:cNvPicPr>
          <p:nvPr/>
        </p:nvPicPr>
        <p:blipFill>
          <a:blip r:embed="rId3" cstate="print"/>
          <a:srcRect/>
          <a:stretch>
            <a:fillRect/>
          </a:stretch>
        </p:blipFill>
        <p:spPr bwMode="auto">
          <a:xfrm>
            <a:off x="1752600" y="1600200"/>
            <a:ext cx="5562600" cy="4071938"/>
          </a:xfrm>
          <a:prstGeom prst="rect">
            <a:avLst/>
          </a:prstGeom>
          <a:noFill/>
        </p:spPr>
      </p:pic>
    </p:spTree>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网络设备驱动核心数据结构</a:t>
            </a:r>
            <a:endParaRPr lang="zh-CN" altLang="en-US" dirty="0"/>
          </a:p>
        </p:txBody>
      </p:sp>
      <p:sp>
        <p:nvSpPr>
          <p:cNvPr id="3" name="内容占位符 2"/>
          <p:cNvSpPr>
            <a:spLocks noGrp="1"/>
          </p:cNvSpPr>
          <p:nvPr>
            <p:ph idx="1"/>
          </p:nvPr>
        </p:nvSpPr>
        <p:spPr/>
        <p:txBody>
          <a:bodyPr/>
          <a:lstStyle/>
          <a:p>
            <a:r>
              <a:rPr lang="en-US" altLang="zh-CN" dirty="0" smtClean="0"/>
              <a:t>SK_BUFF</a:t>
            </a:r>
            <a:r>
              <a:rPr lang="zh-CN" altLang="en-US" dirty="0" smtClean="0"/>
              <a:t>结构 </a:t>
            </a:r>
            <a:r>
              <a:rPr lang="en-US" altLang="zh-CN" dirty="0" smtClean="0"/>
              <a:t>(</a:t>
            </a:r>
            <a:r>
              <a:rPr lang="en-US" altLang="zh-CN" dirty="0" err="1" smtClean="0"/>
              <a:t>linux</a:t>
            </a:r>
            <a:r>
              <a:rPr lang="en-US" altLang="zh-CN" dirty="0" smtClean="0"/>
              <a:t>/</a:t>
            </a:r>
            <a:r>
              <a:rPr lang="en-US" altLang="zh-CN" dirty="0" err="1" smtClean="0"/>
              <a:t>skbuff.h</a:t>
            </a:r>
            <a:r>
              <a:rPr lang="en-US" altLang="zh-CN" dirty="0" smtClean="0"/>
              <a:t>)</a:t>
            </a:r>
          </a:p>
          <a:p>
            <a:endParaRPr lang="en-US" altLang="zh-CN" dirty="0" smtClean="0"/>
          </a:p>
          <a:p>
            <a:r>
              <a:rPr lang="en-US" altLang="zh-CN" dirty="0" smtClean="0"/>
              <a:t>NET_DEVICE</a:t>
            </a:r>
            <a:r>
              <a:rPr lang="zh-CN" altLang="en-US" dirty="0" smtClean="0"/>
              <a:t>结构</a:t>
            </a:r>
            <a:r>
              <a:rPr lang="en-US" altLang="zh-CN" dirty="0" smtClean="0"/>
              <a:t>(</a:t>
            </a:r>
            <a:r>
              <a:rPr lang="en-US" altLang="zh-CN" dirty="0" err="1" smtClean="0"/>
              <a:t>linux</a:t>
            </a:r>
            <a:r>
              <a:rPr lang="en-US" altLang="zh-CN" dirty="0" smtClean="0"/>
              <a:t>/</a:t>
            </a:r>
            <a:r>
              <a:rPr lang="en-US" altLang="zh-CN" dirty="0" err="1" smtClean="0"/>
              <a:t>netdevice.h</a:t>
            </a:r>
            <a:r>
              <a:rPr lang="en-US" altLang="zh-CN" dirty="0" smtClean="0"/>
              <a:t>)</a:t>
            </a:r>
          </a:p>
          <a:p>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Tree>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 </a:t>
            </a:r>
          </a:p>
        </p:txBody>
      </p:sp>
      <p:sp>
        <p:nvSpPr>
          <p:cNvPr id="353283" name="Rectangle 3"/>
          <p:cNvSpPr>
            <a:spLocks noGrp="1"/>
          </p:cNvSpPr>
          <p:nvPr>
            <p:ph type="body" idx="1"/>
          </p:nvPr>
        </p:nvSpPr>
        <p:spPr/>
        <p:txBody>
          <a:bodyPr/>
          <a:lstStyle/>
          <a:p>
            <a:pPr>
              <a:lnSpc>
                <a:spcPct val="150000"/>
              </a:lnSpc>
            </a:pPr>
            <a:r>
              <a:rPr lang="en-US" altLang="zh-CN" dirty="0" smtClean="0"/>
              <a:t>OSI</a:t>
            </a:r>
            <a:r>
              <a:rPr lang="zh-CN" altLang="en-US" dirty="0" smtClean="0"/>
              <a:t>网络参考模型</a:t>
            </a:r>
          </a:p>
          <a:p>
            <a:pPr>
              <a:lnSpc>
                <a:spcPct val="150000"/>
              </a:lnSpc>
            </a:pPr>
            <a:r>
              <a:rPr lang="zh-CN" altLang="en-US" i="1" u="sng" dirty="0" smtClean="0"/>
              <a:t>套结字（</a:t>
            </a:r>
            <a:r>
              <a:rPr lang="en-US" altLang="zh-CN" i="1" u="sng" dirty="0" smtClean="0"/>
              <a:t>socket</a:t>
            </a:r>
            <a:r>
              <a:rPr lang="zh-CN" altLang="en-US" i="1" u="sng" dirty="0" smtClean="0"/>
              <a:t>）简介</a:t>
            </a:r>
          </a:p>
          <a:p>
            <a:pPr>
              <a:lnSpc>
                <a:spcPct val="150000"/>
              </a:lnSpc>
            </a:pPr>
            <a:r>
              <a:rPr lang="zh-CN" altLang="en-US" dirty="0" smtClean="0"/>
              <a:t>套结字缓冲区（</a:t>
            </a:r>
            <a:r>
              <a:rPr lang="en-US" altLang="zh-CN" dirty="0" err="1" smtClean="0"/>
              <a:t>sk_buff</a:t>
            </a:r>
            <a:r>
              <a:rPr lang="zh-CN" altLang="en-US" dirty="0" smtClean="0"/>
              <a:t>）</a:t>
            </a:r>
          </a:p>
          <a:p>
            <a:pPr>
              <a:lnSpc>
                <a:spcPct val="150000"/>
              </a:lnSpc>
            </a:pPr>
            <a:r>
              <a:rPr lang="en-US" altLang="zh-CN" dirty="0" err="1" smtClean="0"/>
              <a:t>net_device</a:t>
            </a:r>
            <a:r>
              <a:rPr lang="zh-CN" altLang="en-US" dirty="0" smtClean="0"/>
              <a:t>结构分析</a:t>
            </a:r>
          </a:p>
          <a:p>
            <a:pPr>
              <a:lnSpc>
                <a:spcPct val="150000"/>
              </a:lnSpc>
            </a:pPr>
            <a:r>
              <a:rPr lang="zh-CN" altLang="en-US" dirty="0" smtClean="0"/>
              <a:t>网络设备驱动编写</a:t>
            </a:r>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idx="4294967295"/>
          </p:nvPr>
        </p:nvSpPr>
        <p:spPr>
          <a:xfrm>
            <a:off x="457200" y="571479"/>
            <a:ext cx="8221663" cy="561995"/>
          </a:xfrm>
        </p:spPr>
        <p:txBody>
          <a:bodyPr lIns="92075" tIns="46038" rIns="92075" bIns="46038" anchor="ctr"/>
          <a:lstStyle/>
          <a:p>
            <a:r>
              <a:rPr lang="zh-CN" altLang="en-US" dirty="0" smtClean="0"/>
              <a:t>套接字</a:t>
            </a:r>
            <a:r>
              <a:rPr lang="en-US" altLang="zh-CN" dirty="0" smtClean="0"/>
              <a:t>socket</a:t>
            </a:r>
            <a:r>
              <a:rPr lang="zh-CN" altLang="en-US" dirty="0" smtClean="0"/>
              <a:t>简介</a:t>
            </a:r>
          </a:p>
        </p:txBody>
      </p:sp>
      <p:sp>
        <p:nvSpPr>
          <p:cNvPr id="311299" name="Rectangle 3"/>
          <p:cNvSpPr>
            <a:spLocks noGrp="1" noChangeArrowheads="1"/>
          </p:cNvSpPr>
          <p:nvPr>
            <p:ph type="body" idx="4294967295"/>
          </p:nvPr>
        </p:nvSpPr>
        <p:spPr/>
        <p:txBody>
          <a:bodyPr lIns="92075" tIns="46038" rIns="92075" bIns="46038"/>
          <a:lstStyle/>
          <a:p>
            <a:pPr eaLnBrk="1" hangingPunct="1"/>
            <a:r>
              <a:rPr lang="zh-CN" altLang="en-US" sz="2400" dirty="0" smtClean="0"/>
              <a:t>客户端与服务器都围绕着通信端点</a:t>
            </a:r>
            <a:r>
              <a:rPr lang="en-US" altLang="zh-CN" sz="2400" dirty="0" smtClean="0"/>
              <a:t>(</a:t>
            </a:r>
            <a:r>
              <a:rPr lang="en-US" altLang="zh-CN" sz="2400" dirty="0" err="1" smtClean="0"/>
              <a:t>commnication</a:t>
            </a:r>
            <a:r>
              <a:rPr lang="en-US" altLang="zh-CN" sz="2400" dirty="0" smtClean="0"/>
              <a:t> endpoint)</a:t>
            </a:r>
            <a:r>
              <a:rPr lang="zh-CN" altLang="en-US" sz="2400" dirty="0" smtClean="0"/>
              <a:t>的概念，即套接字。</a:t>
            </a:r>
            <a:endParaRPr lang="en-US" altLang="zh-CN" sz="2400" dirty="0" smtClean="0"/>
          </a:p>
          <a:p>
            <a:pPr eaLnBrk="1" hangingPunct="1"/>
            <a:endParaRPr lang="en-US" altLang="zh-CN" sz="2400" dirty="0" smtClean="0"/>
          </a:p>
          <a:p>
            <a:pPr eaLnBrk="1" hangingPunct="1"/>
            <a:r>
              <a:rPr lang="zh-CN" altLang="en-US" sz="2400" dirty="0" smtClean="0"/>
              <a:t>一个套接字通过使用</a:t>
            </a:r>
            <a:r>
              <a:rPr lang="en-US" altLang="zh-CN" sz="2400" dirty="0" smtClean="0"/>
              <a:t>socket()</a:t>
            </a:r>
            <a:r>
              <a:rPr lang="zh-CN" altLang="en-US" sz="2400" dirty="0" smtClean="0"/>
              <a:t>函数惟一确定了一个端点。该端点的细节可以进一步由</a:t>
            </a:r>
            <a:r>
              <a:rPr lang="en-US" altLang="zh-CN" sz="2400" dirty="0" smtClean="0"/>
              <a:t>connect()</a:t>
            </a:r>
            <a:r>
              <a:rPr lang="zh-CN" altLang="en-US" sz="2400" dirty="0" smtClean="0"/>
              <a:t>或</a:t>
            </a:r>
            <a:r>
              <a:rPr lang="en-US" altLang="zh-CN" sz="2400" dirty="0" smtClean="0"/>
              <a:t>bin()</a:t>
            </a:r>
            <a:r>
              <a:rPr lang="zh-CN" altLang="en-US" sz="2400" dirty="0" smtClean="0"/>
              <a:t>函数定义。最终，客户端定义的端点将与服务器定义的端点进行连接和通信。</a:t>
            </a:r>
            <a:endParaRPr lang="en-US" altLang="zh-CN" sz="2400" dirty="0" smtClean="0"/>
          </a:p>
          <a:p>
            <a:pPr eaLnBrk="1" hangingPunct="1"/>
            <a:endParaRPr lang="en-US" altLang="zh-CN" sz="2400" dirty="0" smtClean="0"/>
          </a:p>
          <a:p>
            <a:pPr eaLnBrk="1" hangingPunct="1"/>
            <a:r>
              <a:rPr lang="zh-CN" altLang="en-US" sz="2400" dirty="0" smtClean="0"/>
              <a:t>使用</a:t>
            </a:r>
            <a:r>
              <a:rPr lang="en-US" altLang="zh-CN" sz="2400" dirty="0" smtClean="0"/>
              <a:t>UDP</a:t>
            </a:r>
            <a:r>
              <a:rPr lang="zh-CN" altLang="en-US" sz="2400" dirty="0" smtClean="0"/>
              <a:t>和</a:t>
            </a:r>
            <a:r>
              <a:rPr lang="en-US" altLang="zh-CN" sz="2400" dirty="0" smtClean="0"/>
              <a:t>TCP</a:t>
            </a:r>
            <a:r>
              <a:rPr lang="zh-CN" altLang="en-US" sz="2400" dirty="0" smtClean="0"/>
              <a:t>时，端点就是本地或远程</a:t>
            </a:r>
            <a:r>
              <a:rPr lang="en-US" altLang="zh-CN" sz="2400" dirty="0" smtClean="0"/>
              <a:t>IP</a:t>
            </a:r>
            <a:r>
              <a:rPr lang="zh-CN" altLang="en-US" sz="2400" dirty="0" smtClean="0"/>
              <a:t>地址与端口的组合。 </a:t>
            </a:r>
            <a:r>
              <a:rPr lang="en-US" altLang="zh-CN" sz="2400" dirty="0" smtClean="0"/>
              <a:t>Socket</a:t>
            </a:r>
            <a:r>
              <a:rPr lang="zh-CN" altLang="en-US" sz="2400" dirty="0" smtClean="0"/>
              <a:t>广泛用在网络编程中，使用</a:t>
            </a:r>
            <a:r>
              <a:rPr lang="en-US" altLang="zh-CN" sz="2400" dirty="0" smtClean="0"/>
              <a:t>socket</a:t>
            </a:r>
            <a:r>
              <a:rPr lang="zh-CN" altLang="en-US" sz="2400" dirty="0" smtClean="0"/>
              <a:t>有固定的流程。</a:t>
            </a:r>
          </a:p>
          <a:p>
            <a:pPr lvl="1" eaLnBrk="1" hangingPunct="1"/>
            <a:endParaRPr lang="en-US" altLang="zh-CN" sz="2800" dirty="0" smtClean="0">
              <a:ea typeface="隶书" pitchFamily="49" charset="-122"/>
            </a:endParaRPr>
          </a:p>
        </p:txBody>
      </p:sp>
    </p:spTree>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 </a:t>
            </a:r>
          </a:p>
        </p:txBody>
      </p:sp>
      <p:sp>
        <p:nvSpPr>
          <p:cNvPr id="355331" name="Rectangle 3"/>
          <p:cNvSpPr>
            <a:spLocks noGrp="1"/>
          </p:cNvSpPr>
          <p:nvPr>
            <p:ph type="body" idx="1"/>
          </p:nvPr>
        </p:nvSpPr>
        <p:spPr/>
        <p:txBody>
          <a:bodyPr/>
          <a:lstStyle/>
          <a:p>
            <a:pPr>
              <a:lnSpc>
                <a:spcPct val="150000"/>
              </a:lnSpc>
            </a:pPr>
            <a:r>
              <a:rPr lang="en-US" altLang="zh-CN" dirty="0" smtClean="0"/>
              <a:t>OSI</a:t>
            </a:r>
            <a:r>
              <a:rPr lang="zh-CN" altLang="en-US" dirty="0" smtClean="0"/>
              <a:t>网络参考模型</a:t>
            </a:r>
          </a:p>
          <a:p>
            <a:pPr>
              <a:lnSpc>
                <a:spcPct val="150000"/>
              </a:lnSpc>
            </a:pPr>
            <a:r>
              <a:rPr lang="zh-CN" altLang="en-US" dirty="0" smtClean="0"/>
              <a:t>套结字（</a:t>
            </a:r>
            <a:r>
              <a:rPr lang="en-US" altLang="zh-CN" dirty="0" smtClean="0"/>
              <a:t>socket</a:t>
            </a:r>
            <a:r>
              <a:rPr lang="zh-CN" altLang="en-US" dirty="0" smtClean="0"/>
              <a:t>）简介</a:t>
            </a:r>
          </a:p>
          <a:p>
            <a:pPr>
              <a:lnSpc>
                <a:spcPct val="150000"/>
              </a:lnSpc>
            </a:pPr>
            <a:r>
              <a:rPr lang="zh-CN" altLang="en-US" i="1" u="sng" dirty="0" smtClean="0"/>
              <a:t>套结字缓冲区（</a:t>
            </a:r>
            <a:r>
              <a:rPr lang="en-US" altLang="zh-CN" i="1" u="sng" dirty="0" err="1" smtClean="0"/>
              <a:t>sk_buff</a:t>
            </a:r>
            <a:r>
              <a:rPr lang="zh-CN" altLang="en-US" i="1" u="sng" dirty="0" smtClean="0"/>
              <a:t>）</a:t>
            </a:r>
          </a:p>
          <a:p>
            <a:pPr>
              <a:lnSpc>
                <a:spcPct val="150000"/>
              </a:lnSpc>
            </a:pPr>
            <a:r>
              <a:rPr lang="en-US" altLang="zh-CN" dirty="0" err="1" smtClean="0"/>
              <a:t>net_device</a:t>
            </a:r>
            <a:r>
              <a:rPr lang="zh-CN" altLang="en-US" dirty="0" smtClean="0"/>
              <a:t>结构分析</a:t>
            </a:r>
          </a:p>
          <a:p>
            <a:pPr>
              <a:lnSpc>
                <a:spcPct val="150000"/>
              </a:lnSpc>
            </a:pPr>
            <a:r>
              <a:rPr lang="zh-CN" altLang="en-US" dirty="0" smtClean="0"/>
              <a:t>网络设备驱动编写</a:t>
            </a:r>
          </a:p>
        </p:txBody>
      </p:sp>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idx="4294967295"/>
          </p:nvPr>
        </p:nvSpPr>
        <p:spPr/>
        <p:txBody>
          <a:bodyPr lIns="92075" tIns="46038" rIns="92075" bIns="46038" anchor="ctr"/>
          <a:lstStyle/>
          <a:p>
            <a:pPr eaLnBrk="1" hangingPunct="1"/>
            <a:r>
              <a:rPr lang="en-US" altLang="zh-CN" dirty="0" err="1" smtClean="0"/>
              <a:t>sk_buff</a:t>
            </a:r>
            <a:r>
              <a:rPr lang="zh-CN" altLang="en-US" dirty="0" smtClean="0"/>
              <a:t>结构</a:t>
            </a:r>
          </a:p>
        </p:txBody>
      </p:sp>
      <p:sp>
        <p:nvSpPr>
          <p:cNvPr id="315395" name="Rectangle 3"/>
          <p:cNvSpPr>
            <a:spLocks noGrp="1" noChangeArrowheads="1"/>
          </p:cNvSpPr>
          <p:nvPr>
            <p:ph type="body" idx="4294967295"/>
          </p:nvPr>
        </p:nvSpPr>
        <p:spPr/>
        <p:txBody>
          <a:bodyPr lIns="92075" tIns="46038" rIns="92075" bIns="46038"/>
          <a:lstStyle/>
          <a:p>
            <a:pPr eaLnBrk="1" hangingPunct="1"/>
            <a:r>
              <a:rPr lang="zh-CN" altLang="en-US" sz="2000" dirty="0" smtClean="0"/>
              <a:t>套接字缓冲区（</a:t>
            </a:r>
            <a:r>
              <a:rPr lang="en-US" altLang="zh-CN" sz="2000" dirty="0" err="1" smtClean="0"/>
              <a:t>sk_buff</a:t>
            </a:r>
            <a:r>
              <a:rPr lang="zh-CN" altLang="en-US" sz="2000" dirty="0" smtClean="0"/>
              <a:t>）结构是</a:t>
            </a:r>
            <a:r>
              <a:rPr lang="en-US" altLang="zh-CN" sz="2000" dirty="0" smtClean="0"/>
              <a:t>Linux</a:t>
            </a:r>
            <a:r>
              <a:rPr lang="zh-CN" altLang="en-US" sz="2000" dirty="0" smtClean="0"/>
              <a:t>内核网络子系统的核心内容，在</a:t>
            </a:r>
            <a:r>
              <a:rPr lang="en-US" altLang="zh-CN" sz="2000" dirty="0" smtClean="0"/>
              <a:t>&lt;</a:t>
            </a:r>
            <a:r>
              <a:rPr lang="en-US" altLang="zh-CN" sz="2000" dirty="0" err="1" smtClean="0"/>
              <a:t>linux</a:t>
            </a:r>
            <a:r>
              <a:rPr lang="en-US" altLang="zh-CN" sz="2000" dirty="0" smtClean="0"/>
              <a:t>/</a:t>
            </a:r>
            <a:r>
              <a:rPr lang="en-US" altLang="zh-CN" sz="2000" dirty="0" err="1" smtClean="0"/>
              <a:t>skbuff.h</a:t>
            </a:r>
            <a:r>
              <a:rPr lang="en-US" altLang="zh-CN" sz="2000" dirty="0" smtClean="0"/>
              <a:t>&gt;</a:t>
            </a:r>
            <a:r>
              <a:rPr lang="zh-CN" altLang="en-US" sz="2000" dirty="0" smtClean="0"/>
              <a:t>中被定义</a:t>
            </a:r>
          </a:p>
          <a:p>
            <a:pPr eaLnBrk="1" hangingPunct="1"/>
            <a:r>
              <a:rPr lang="en-US" altLang="zh-CN" sz="2000" dirty="0" err="1" smtClean="0"/>
              <a:t>sk_buff</a:t>
            </a:r>
            <a:r>
              <a:rPr lang="zh-CN" altLang="en-US" sz="2000" dirty="0" smtClean="0"/>
              <a:t>结构中的重要字段</a:t>
            </a:r>
            <a:r>
              <a:rPr lang="en-US" altLang="zh-CN" sz="2000" dirty="0" smtClean="0"/>
              <a:t>:</a:t>
            </a:r>
          </a:p>
          <a:p>
            <a:pPr lvl="1" algn="just" eaLnBrk="1" hangingPunct="1"/>
            <a:r>
              <a:rPr lang="zh-CN" altLang="en-US" sz="2000" dirty="0" smtClean="0"/>
              <a:t>（</a:t>
            </a:r>
            <a:r>
              <a:rPr lang="en-US" altLang="zh-CN" sz="2000" dirty="0" smtClean="0"/>
              <a:t>1</a:t>
            </a:r>
            <a:r>
              <a:rPr lang="zh-CN" altLang="en-US" sz="2000" dirty="0" smtClean="0"/>
              <a:t>）各层协议头</a:t>
            </a:r>
            <a:r>
              <a:rPr lang="en-US" altLang="zh-CN" sz="2000" dirty="0" err="1" smtClean="0"/>
              <a:t>hdr</a:t>
            </a:r>
            <a:r>
              <a:rPr lang="zh-CN" altLang="en-US" sz="2000" dirty="0" smtClean="0"/>
              <a:t>。</a:t>
            </a:r>
          </a:p>
          <a:p>
            <a:pPr lvl="3" algn="just" eaLnBrk="1" hangingPunct="1">
              <a:buFont typeface="Wingdings" pitchFamily="2" charset="2"/>
              <a:buNone/>
            </a:pPr>
            <a:r>
              <a:rPr lang="zh-CN" altLang="en-US" dirty="0" smtClean="0"/>
              <a:t>      传输层</a:t>
            </a:r>
            <a:r>
              <a:rPr lang="en-US" altLang="zh-CN" dirty="0" smtClean="0"/>
              <a:t>TCP/UDP</a:t>
            </a:r>
            <a:r>
              <a:rPr lang="zh-CN" altLang="en-US" dirty="0" smtClean="0"/>
              <a:t>（及</a:t>
            </a:r>
            <a:r>
              <a:rPr lang="en-US" altLang="zh-CN" dirty="0" smtClean="0"/>
              <a:t>ICMP</a:t>
            </a:r>
            <a:r>
              <a:rPr lang="zh-CN" altLang="en-US" dirty="0" smtClean="0"/>
              <a:t>和</a:t>
            </a:r>
            <a:r>
              <a:rPr lang="en-US" altLang="zh-CN" dirty="0" smtClean="0"/>
              <a:t>IGMP</a:t>
            </a:r>
            <a:r>
              <a:rPr lang="zh-CN" altLang="en-US" dirty="0" smtClean="0"/>
              <a:t>）协议头、网络层</a:t>
            </a:r>
          </a:p>
          <a:p>
            <a:pPr lvl="3" algn="just" eaLnBrk="1" hangingPunct="1">
              <a:buFont typeface="Wingdings" pitchFamily="2" charset="2"/>
              <a:buNone/>
            </a:pPr>
            <a:r>
              <a:rPr lang="zh-CN" altLang="en-US" dirty="0" smtClean="0"/>
              <a:t>      协议头和链路层协议头</a:t>
            </a:r>
            <a:endParaRPr lang="en-US" altLang="zh-CN" dirty="0" smtClean="0"/>
          </a:p>
          <a:p>
            <a:pPr lvl="1" algn="just" eaLnBrk="1" hangingPunct="1"/>
            <a:r>
              <a:rPr lang="zh-CN" altLang="en-US" sz="2000" dirty="0" smtClean="0"/>
              <a:t>（</a:t>
            </a:r>
            <a:r>
              <a:rPr lang="en-US" altLang="zh-CN" sz="2000" dirty="0" smtClean="0"/>
              <a:t>2</a:t>
            </a:r>
            <a:r>
              <a:rPr lang="zh-CN" altLang="en-US" sz="2000" dirty="0" smtClean="0"/>
              <a:t>）数据缓冲区指针</a:t>
            </a:r>
            <a:r>
              <a:rPr lang="en-US" altLang="zh-CN" sz="2000" dirty="0" smtClean="0"/>
              <a:t>head</a:t>
            </a:r>
            <a:r>
              <a:rPr lang="zh-CN" altLang="en-US" sz="2000" dirty="0" smtClean="0"/>
              <a:t>、</a:t>
            </a:r>
            <a:r>
              <a:rPr lang="en-US" altLang="zh-CN" sz="2000" dirty="0" smtClean="0"/>
              <a:t>data</a:t>
            </a:r>
            <a:r>
              <a:rPr lang="zh-CN" altLang="en-US" sz="2000" dirty="0" smtClean="0"/>
              <a:t>、</a:t>
            </a:r>
            <a:r>
              <a:rPr lang="en-US" altLang="zh-CN" sz="2000" dirty="0" smtClean="0"/>
              <a:t>tail</a:t>
            </a:r>
            <a:r>
              <a:rPr lang="zh-CN" altLang="en-US" sz="2000" dirty="0" smtClean="0"/>
              <a:t>和</a:t>
            </a:r>
            <a:r>
              <a:rPr lang="en-US" altLang="zh-CN" sz="2000" dirty="0" smtClean="0"/>
              <a:t>end</a:t>
            </a:r>
            <a:r>
              <a:rPr lang="zh-CN" altLang="en-US" sz="2000" dirty="0" smtClean="0"/>
              <a:t>。 </a:t>
            </a:r>
          </a:p>
          <a:p>
            <a:pPr lvl="2" eaLnBrk="1" hangingPunct="1">
              <a:buFont typeface="Wingdings 3" pitchFamily="18" charset="2"/>
              <a:buNone/>
            </a:pPr>
            <a:r>
              <a:rPr lang="zh-CN" altLang="en-US" dirty="0" smtClean="0"/>
              <a:t>指向这片缓冲区不同位置的指针</a:t>
            </a:r>
          </a:p>
          <a:p>
            <a:pPr lvl="2" eaLnBrk="1" hangingPunct="1">
              <a:buFont typeface="Wingdings 3" pitchFamily="18" charset="2"/>
              <a:buNone/>
            </a:pPr>
            <a:r>
              <a:rPr lang="en-US" altLang="zh-CN" dirty="0" smtClean="0"/>
              <a:t>head</a:t>
            </a:r>
            <a:r>
              <a:rPr lang="zh-CN" altLang="en-US" dirty="0" smtClean="0"/>
              <a:t>、</a:t>
            </a:r>
            <a:r>
              <a:rPr lang="en-US" altLang="zh-CN" dirty="0" smtClean="0"/>
              <a:t>data</a:t>
            </a:r>
            <a:r>
              <a:rPr lang="zh-CN" altLang="en-US" dirty="0" smtClean="0"/>
              <a:t>、</a:t>
            </a:r>
            <a:r>
              <a:rPr lang="en-US" altLang="zh-CN" dirty="0" smtClean="0"/>
              <a:t>tail</a:t>
            </a:r>
            <a:r>
              <a:rPr lang="zh-CN" altLang="en-US" dirty="0" smtClean="0"/>
              <a:t>和</a:t>
            </a:r>
            <a:r>
              <a:rPr lang="en-US" altLang="zh-CN" dirty="0" smtClean="0"/>
              <a:t>end</a:t>
            </a:r>
            <a:r>
              <a:rPr lang="zh-CN" altLang="en-US" dirty="0" smtClean="0"/>
              <a:t>。</a:t>
            </a:r>
            <a:endParaRPr lang="en-US" altLang="zh-CN" dirty="0" smtClean="0"/>
          </a:p>
          <a:p>
            <a:pPr lvl="1" eaLnBrk="1" hangingPunct="1"/>
            <a:r>
              <a:rPr lang="zh-CN" altLang="en-US" sz="2000" dirty="0" smtClean="0"/>
              <a:t>（</a:t>
            </a:r>
            <a:r>
              <a:rPr lang="en-US" altLang="zh-CN" sz="2000" dirty="0" smtClean="0"/>
              <a:t>3</a:t>
            </a:r>
            <a:r>
              <a:rPr lang="zh-CN" altLang="en-US" sz="2000" dirty="0" smtClean="0"/>
              <a:t>）长度信息</a:t>
            </a:r>
            <a:r>
              <a:rPr lang="en-US" altLang="zh-CN" sz="2000" dirty="0" err="1" smtClean="0"/>
              <a:t>len</a:t>
            </a:r>
            <a:r>
              <a:rPr lang="en-US" altLang="zh-CN" sz="2000" dirty="0" smtClean="0"/>
              <a:t> </a:t>
            </a:r>
          </a:p>
          <a:p>
            <a:pPr lvl="2" eaLnBrk="1" hangingPunct="1">
              <a:buFont typeface="Wingdings 3" pitchFamily="18" charset="2"/>
              <a:buNone/>
            </a:pPr>
            <a:r>
              <a:rPr lang="zh-CN" altLang="en-US" dirty="0" smtClean="0"/>
              <a:t>指数据包有效数据的长度 </a:t>
            </a:r>
            <a:endParaRPr lang="en-US" altLang="zh-CN" dirty="0" smtClean="0"/>
          </a:p>
          <a:p>
            <a:pPr eaLnBrk="1" hangingPunct="1"/>
            <a:endParaRPr lang="en-US" altLang="zh-CN" sz="2000" dirty="0" smtClean="0"/>
          </a:p>
          <a:p>
            <a:pPr lvl="3" algn="just" eaLnBrk="1" hangingPunct="1">
              <a:buFont typeface="Wingdings" pitchFamily="2" charset="2"/>
              <a:buNone/>
            </a:pPr>
            <a:r>
              <a:rPr lang="zh-CN" altLang="en-US" dirty="0" smtClean="0"/>
              <a:t> </a:t>
            </a:r>
          </a:p>
        </p:txBody>
      </p:sp>
      <p:pic>
        <p:nvPicPr>
          <p:cNvPr id="315396" name="Picture 4" descr="16-02"/>
          <p:cNvPicPr>
            <a:picLocks noChangeAspect="1" noChangeArrowheads="1"/>
          </p:cNvPicPr>
          <p:nvPr/>
        </p:nvPicPr>
        <p:blipFill>
          <a:blip r:embed="rId3" cstate="print"/>
          <a:srcRect/>
          <a:stretch>
            <a:fillRect/>
          </a:stretch>
        </p:blipFill>
        <p:spPr bwMode="auto">
          <a:xfrm>
            <a:off x="4648200" y="3746500"/>
            <a:ext cx="3505200" cy="2578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套接字缓冲区操作（</a:t>
            </a:r>
            <a:r>
              <a:rPr lang="en-US" altLang="zh-CN" b="0" smtClean="0">
                <a:solidFill>
                  <a:schemeClr val="tx2"/>
                </a:solidFill>
                <a:latin typeface="Arial" pitchFamily="34" charset="0"/>
                <a:ea typeface="宋体" pitchFamily="2" charset="-122"/>
              </a:rPr>
              <a:t>1</a:t>
            </a:r>
            <a:r>
              <a:rPr lang="zh-CN" altLang="en-US" b="0" smtClean="0">
                <a:solidFill>
                  <a:schemeClr val="tx2"/>
                </a:solidFill>
                <a:latin typeface="Arial" pitchFamily="34" charset="0"/>
                <a:ea typeface="宋体" pitchFamily="2" charset="-122"/>
              </a:rPr>
              <a:t>） </a:t>
            </a:r>
          </a:p>
        </p:txBody>
      </p:sp>
      <p:sp>
        <p:nvSpPr>
          <p:cNvPr id="342019" name="Rectangle 3"/>
          <p:cNvSpPr>
            <a:spLocks noGrp="1"/>
          </p:cNvSpPr>
          <p:nvPr>
            <p:ph type="body" idx="1"/>
          </p:nvPr>
        </p:nvSpPr>
        <p:spPr/>
        <p:txBody>
          <a:bodyPr/>
          <a:lstStyle/>
          <a:p>
            <a:r>
              <a:rPr lang="en-US" altLang="zh-CN" smtClean="0"/>
              <a:t>Linux</a:t>
            </a:r>
            <a:r>
              <a:rPr lang="zh-CN" altLang="en-US" smtClean="0"/>
              <a:t>套接字缓冲区支持分配、释放、指针移动等功能函数 </a:t>
            </a:r>
          </a:p>
          <a:p>
            <a:pPr lvl="1"/>
            <a:r>
              <a:rPr lang="zh-CN" altLang="en-US" smtClean="0"/>
              <a:t>（</a:t>
            </a:r>
            <a:r>
              <a:rPr lang="en-US" altLang="zh-CN" smtClean="0"/>
              <a:t>1</a:t>
            </a:r>
            <a:r>
              <a:rPr lang="zh-CN" altLang="en-US" smtClean="0"/>
              <a:t>）分配</a:t>
            </a:r>
          </a:p>
          <a:p>
            <a:pPr lvl="2"/>
            <a:r>
              <a:rPr lang="en-US" altLang="zh-CN" smtClean="0"/>
              <a:t>struct sk_buff *dev_alloc_skb(unsigned int len);</a:t>
            </a:r>
            <a:endParaRPr lang="zh-CN" altLang="en-US" smtClean="0"/>
          </a:p>
          <a:p>
            <a:pPr lvl="2"/>
            <a:r>
              <a:rPr lang="zh-CN" altLang="en-US" smtClean="0"/>
              <a:t>分配成功之后，因为还没有存放具体的网络数据包，所以</a:t>
            </a:r>
            <a:r>
              <a:rPr lang="en-US" altLang="zh-CN" smtClean="0"/>
              <a:t>sk_buff</a:t>
            </a:r>
            <a:r>
              <a:rPr lang="zh-CN" altLang="en-US" smtClean="0"/>
              <a:t>的</a:t>
            </a:r>
            <a:r>
              <a:rPr lang="en-US" altLang="zh-CN" smtClean="0"/>
              <a:t>data</a:t>
            </a:r>
            <a:r>
              <a:rPr lang="zh-CN" altLang="en-US" smtClean="0"/>
              <a:t>、</a:t>
            </a:r>
            <a:r>
              <a:rPr lang="en-US" altLang="zh-CN" smtClean="0"/>
              <a:t>tail</a:t>
            </a:r>
            <a:r>
              <a:rPr lang="zh-CN" altLang="en-US" smtClean="0"/>
              <a:t>指针都指向存储空间的起始地址</a:t>
            </a:r>
            <a:r>
              <a:rPr lang="en-US" altLang="zh-CN" smtClean="0"/>
              <a:t>head</a:t>
            </a:r>
            <a:r>
              <a:rPr lang="zh-CN" altLang="en-US" smtClean="0"/>
              <a:t>，而</a:t>
            </a:r>
            <a:r>
              <a:rPr lang="en-US" altLang="zh-CN" smtClean="0"/>
              <a:t>len</a:t>
            </a:r>
            <a:r>
              <a:rPr lang="zh-CN" altLang="en-US" smtClean="0"/>
              <a:t>的大小则为</a:t>
            </a:r>
            <a:r>
              <a:rPr lang="en-US" altLang="zh-CN" smtClean="0"/>
              <a:t>0</a:t>
            </a:r>
            <a:r>
              <a:rPr lang="zh-CN" altLang="en-US" smtClean="0"/>
              <a:t>。</a:t>
            </a:r>
          </a:p>
          <a:p>
            <a:pPr lvl="1"/>
            <a:r>
              <a:rPr lang="zh-CN" altLang="en-US" smtClean="0"/>
              <a:t>（</a:t>
            </a:r>
            <a:r>
              <a:rPr lang="en-US" altLang="zh-CN" smtClean="0"/>
              <a:t>2</a:t>
            </a:r>
            <a:r>
              <a:rPr lang="zh-CN" altLang="en-US" smtClean="0"/>
              <a:t>）释放</a:t>
            </a:r>
          </a:p>
          <a:p>
            <a:pPr lvl="2"/>
            <a:r>
              <a:rPr lang="en-US" altLang="zh-CN" smtClean="0"/>
              <a:t>void dev_kfree_skb(struct sk_buff *skb);</a:t>
            </a:r>
            <a:endParaRPr lang="zh-CN" altLang="en-US" smtClean="0"/>
          </a:p>
          <a:p>
            <a:pPr lvl="2"/>
            <a:r>
              <a:rPr lang="zh-CN" altLang="en-US" smtClean="0"/>
              <a:t>用于释放被</a:t>
            </a:r>
            <a:r>
              <a:rPr lang="en-US" altLang="zh-CN" smtClean="0"/>
              <a:t>alloc_skb()</a:t>
            </a:r>
            <a:r>
              <a:rPr lang="zh-CN" altLang="en-US" smtClean="0"/>
              <a:t>函数分配的套接字缓冲区和数据缓冲区</a:t>
            </a:r>
          </a:p>
          <a:p>
            <a:pPr lvl="1">
              <a:buFont typeface="Wingdings 3" pitchFamily="18" charset="2"/>
              <a:buNone/>
            </a:pPr>
            <a:endParaRPr lang="zh-CN" altLang="en-US" smtClean="0"/>
          </a:p>
          <a:p>
            <a:pPr lvl="2"/>
            <a:endParaRPr lang="zh-CN" altLang="en-US" smtClean="0"/>
          </a:p>
        </p:txBody>
      </p:sp>
    </p:spTree>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套接字缓冲区操作（</a:t>
            </a:r>
            <a:r>
              <a:rPr lang="en-US" altLang="zh-CN" b="0" smtClean="0">
                <a:solidFill>
                  <a:schemeClr val="tx2"/>
                </a:solidFill>
                <a:latin typeface="Arial" pitchFamily="34" charset="0"/>
                <a:ea typeface="宋体" pitchFamily="2" charset="-122"/>
              </a:rPr>
              <a:t>2</a:t>
            </a:r>
            <a:r>
              <a:rPr lang="zh-CN" altLang="en-US" b="0" smtClean="0">
                <a:solidFill>
                  <a:schemeClr val="tx2"/>
                </a:solidFill>
                <a:latin typeface="Arial" pitchFamily="34" charset="0"/>
                <a:ea typeface="宋体" pitchFamily="2" charset="-122"/>
              </a:rPr>
              <a:t>）</a:t>
            </a:r>
          </a:p>
        </p:txBody>
      </p:sp>
      <p:sp>
        <p:nvSpPr>
          <p:cNvPr id="343043" name="Rectangle 3"/>
          <p:cNvSpPr>
            <a:spLocks noGrp="1"/>
          </p:cNvSpPr>
          <p:nvPr>
            <p:ph type="body" idx="1"/>
          </p:nvPr>
        </p:nvSpPr>
        <p:spPr/>
        <p:txBody>
          <a:bodyPr/>
          <a:lstStyle/>
          <a:p>
            <a:pPr lvl="1">
              <a:lnSpc>
                <a:spcPct val="90000"/>
              </a:lnSpc>
            </a:pPr>
            <a:r>
              <a:rPr lang="zh-CN" altLang="en-US" sz="2000" dirty="0" smtClean="0"/>
              <a:t>（</a:t>
            </a:r>
            <a:r>
              <a:rPr lang="en-US" altLang="zh-CN" sz="2000" dirty="0" smtClean="0"/>
              <a:t>3</a:t>
            </a:r>
            <a:r>
              <a:rPr lang="zh-CN" altLang="en-US" sz="2000" dirty="0" smtClean="0"/>
              <a:t>）指针移动 </a:t>
            </a:r>
          </a:p>
          <a:p>
            <a:pPr lvl="2">
              <a:lnSpc>
                <a:spcPct val="90000"/>
              </a:lnSpc>
            </a:pPr>
            <a:r>
              <a:rPr lang="en-US" altLang="zh-CN" sz="1800" dirty="0" smtClean="0"/>
              <a:t>Linux</a:t>
            </a:r>
            <a:r>
              <a:rPr lang="zh-CN" altLang="en-US" sz="1800" dirty="0" smtClean="0"/>
              <a:t>套接字缓冲区中的数据缓冲区指针移动操作包括</a:t>
            </a:r>
            <a:r>
              <a:rPr lang="en-US" altLang="zh-CN" sz="1800" dirty="0" smtClean="0"/>
              <a:t>put</a:t>
            </a:r>
            <a:r>
              <a:rPr lang="zh-CN" altLang="en-US" sz="1800" dirty="0" smtClean="0"/>
              <a:t>（放置）、</a:t>
            </a:r>
            <a:r>
              <a:rPr lang="en-US" altLang="zh-CN" sz="1800" dirty="0" smtClean="0"/>
              <a:t>push</a:t>
            </a:r>
            <a:r>
              <a:rPr lang="zh-CN" altLang="en-US" sz="1800" dirty="0" smtClean="0"/>
              <a:t>（推）、</a:t>
            </a:r>
            <a:r>
              <a:rPr lang="en-US" altLang="zh-CN" sz="1800" dirty="0" smtClean="0"/>
              <a:t>pull</a:t>
            </a:r>
            <a:r>
              <a:rPr lang="zh-CN" altLang="en-US" sz="1800" dirty="0" smtClean="0"/>
              <a:t>（拉）、</a:t>
            </a:r>
            <a:r>
              <a:rPr lang="en-US" altLang="zh-CN" sz="1800" dirty="0" smtClean="0"/>
              <a:t>reserve</a:t>
            </a:r>
            <a:r>
              <a:rPr lang="zh-CN" altLang="en-US" sz="1800" dirty="0" smtClean="0"/>
              <a:t>（保留）等。</a:t>
            </a:r>
          </a:p>
          <a:p>
            <a:pPr lvl="2">
              <a:lnSpc>
                <a:spcPct val="90000"/>
              </a:lnSpc>
            </a:pPr>
            <a:r>
              <a:rPr lang="en-US" altLang="zh-CN" sz="1800" dirty="0" smtClean="0"/>
              <a:t>① put</a:t>
            </a:r>
            <a:r>
              <a:rPr lang="zh-CN" altLang="en-US" sz="1800" dirty="0" smtClean="0"/>
              <a:t>操作</a:t>
            </a:r>
          </a:p>
          <a:p>
            <a:pPr lvl="2">
              <a:lnSpc>
                <a:spcPct val="90000"/>
              </a:lnSpc>
            </a:pPr>
            <a:r>
              <a:rPr lang="en-US" altLang="zh-CN" sz="1800" dirty="0" smtClean="0"/>
              <a:t>unsigned char *</a:t>
            </a:r>
            <a:r>
              <a:rPr lang="en-US" altLang="zh-CN" sz="1800" dirty="0" err="1" smtClean="0"/>
              <a:t>skb_put</a:t>
            </a:r>
            <a:r>
              <a:rPr lang="en-US" altLang="zh-CN" sz="1800" dirty="0" smtClean="0"/>
              <a:t>(</a:t>
            </a:r>
            <a:r>
              <a:rPr lang="en-US" altLang="zh-CN" sz="1800" dirty="0" err="1" smtClean="0"/>
              <a:t>struct</a:t>
            </a:r>
            <a:r>
              <a:rPr lang="en-US" altLang="zh-CN" sz="1800" dirty="0" smtClean="0"/>
              <a:t> </a:t>
            </a:r>
            <a:r>
              <a:rPr lang="en-US" altLang="zh-CN" sz="1800" dirty="0" err="1" smtClean="0"/>
              <a:t>sk_buff</a:t>
            </a:r>
            <a:r>
              <a:rPr lang="en-US" altLang="zh-CN" sz="1800" dirty="0" smtClean="0"/>
              <a:t> *</a:t>
            </a:r>
            <a:r>
              <a:rPr lang="en-US" altLang="zh-CN" sz="1800" dirty="0" err="1" smtClean="0"/>
              <a:t>skb</a:t>
            </a:r>
            <a:r>
              <a:rPr lang="en-US" altLang="zh-CN" sz="1800" dirty="0" smtClean="0"/>
              <a:t>, unsigned </a:t>
            </a:r>
            <a:r>
              <a:rPr lang="en-US" altLang="zh-CN" sz="1800" dirty="0" err="1" smtClean="0"/>
              <a:t>int</a:t>
            </a:r>
            <a:r>
              <a:rPr lang="en-US" altLang="zh-CN" sz="1800" dirty="0" smtClean="0"/>
              <a:t> </a:t>
            </a:r>
            <a:r>
              <a:rPr lang="en-US" altLang="zh-CN" sz="1800" dirty="0" err="1" smtClean="0"/>
              <a:t>len</a:t>
            </a:r>
            <a:r>
              <a:rPr lang="en-US" altLang="zh-CN" sz="1800" dirty="0" smtClean="0"/>
              <a:t>);</a:t>
            </a:r>
            <a:endParaRPr lang="zh-CN" altLang="en-US" sz="1800" dirty="0" smtClean="0"/>
          </a:p>
          <a:p>
            <a:pPr lvl="2">
              <a:lnSpc>
                <a:spcPct val="90000"/>
              </a:lnSpc>
            </a:pPr>
            <a:r>
              <a:rPr lang="zh-CN" altLang="en-US" sz="1800" dirty="0" smtClean="0"/>
              <a:t>将</a:t>
            </a:r>
            <a:r>
              <a:rPr lang="en-US" altLang="zh-CN" sz="1800" dirty="0" smtClean="0"/>
              <a:t>tail</a:t>
            </a:r>
            <a:r>
              <a:rPr lang="zh-CN" altLang="en-US" sz="1800" dirty="0" smtClean="0"/>
              <a:t>指针下移，增加</a:t>
            </a:r>
            <a:r>
              <a:rPr lang="en-US" altLang="zh-CN" sz="1800" dirty="0" err="1" smtClean="0"/>
              <a:t>sk_buff</a:t>
            </a:r>
            <a:r>
              <a:rPr lang="zh-CN" altLang="en-US" sz="1800" dirty="0" smtClean="0"/>
              <a:t>的</a:t>
            </a:r>
            <a:r>
              <a:rPr lang="en-US" altLang="zh-CN" sz="1800" dirty="0" err="1" smtClean="0"/>
              <a:t>len</a:t>
            </a:r>
            <a:r>
              <a:rPr lang="zh-CN" altLang="en-US" sz="1800" dirty="0" smtClean="0"/>
              <a:t>值，并返回</a:t>
            </a:r>
            <a:r>
              <a:rPr lang="en-US" altLang="zh-CN" sz="1800" dirty="0" err="1" smtClean="0"/>
              <a:t>skb</a:t>
            </a:r>
            <a:r>
              <a:rPr lang="en-US" altLang="zh-CN" sz="1800" dirty="0" smtClean="0"/>
              <a:t>-&gt;tail</a:t>
            </a:r>
            <a:r>
              <a:rPr lang="zh-CN" altLang="en-US" sz="1800" dirty="0" smtClean="0"/>
              <a:t>原先的值 。</a:t>
            </a:r>
          </a:p>
          <a:p>
            <a:pPr lvl="2">
              <a:lnSpc>
                <a:spcPct val="90000"/>
              </a:lnSpc>
            </a:pPr>
            <a:r>
              <a:rPr lang="zh-CN" altLang="en-US" sz="1800" dirty="0" smtClean="0"/>
              <a:t>② </a:t>
            </a:r>
            <a:r>
              <a:rPr lang="en-US" altLang="zh-CN" sz="1800" dirty="0" smtClean="0"/>
              <a:t>push</a:t>
            </a:r>
            <a:r>
              <a:rPr lang="zh-CN" altLang="en-US" sz="1800" dirty="0" smtClean="0"/>
              <a:t>操作</a:t>
            </a:r>
          </a:p>
          <a:p>
            <a:pPr lvl="2">
              <a:lnSpc>
                <a:spcPct val="90000"/>
              </a:lnSpc>
            </a:pPr>
            <a:r>
              <a:rPr lang="en-US" altLang="zh-CN" sz="1800" dirty="0" smtClean="0"/>
              <a:t>unsigned char *</a:t>
            </a:r>
            <a:r>
              <a:rPr lang="en-US" altLang="zh-CN" sz="1800" dirty="0" err="1" smtClean="0"/>
              <a:t>skb_push</a:t>
            </a:r>
            <a:r>
              <a:rPr lang="en-US" altLang="zh-CN" sz="1800" dirty="0" smtClean="0"/>
              <a:t>(</a:t>
            </a:r>
            <a:r>
              <a:rPr lang="en-US" altLang="zh-CN" sz="1800" dirty="0" err="1" smtClean="0"/>
              <a:t>struct</a:t>
            </a:r>
            <a:r>
              <a:rPr lang="en-US" altLang="zh-CN" sz="1800" dirty="0" smtClean="0"/>
              <a:t> </a:t>
            </a:r>
            <a:r>
              <a:rPr lang="en-US" altLang="zh-CN" sz="1800" dirty="0" err="1" smtClean="0"/>
              <a:t>sk_buff</a:t>
            </a:r>
            <a:r>
              <a:rPr lang="en-US" altLang="zh-CN" sz="1800" dirty="0" smtClean="0"/>
              <a:t> *</a:t>
            </a:r>
            <a:r>
              <a:rPr lang="en-US" altLang="zh-CN" sz="1800" dirty="0" err="1" smtClean="0"/>
              <a:t>skb</a:t>
            </a:r>
            <a:r>
              <a:rPr lang="en-US" altLang="zh-CN" sz="1800" dirty="0" smtClean="0"/>
              <a:t>, unsigned </a:t>
            </a:r>
            <a:r>
              <a:rPr lang="en-US" altLang="zh-CN" sz="1800" dirty="0" err="1" smtClean="0"/>
              <a:t>int</a:t>
            </a:r>
            <a:r>
              <a:rPr lang="en-US" altLang="zh-CN" sz="1800" dirty="0" smtClean="0"/>
              <a:t> </a:t>
            </a:r>
            <a:r>
              <a:rPr lang="en-US" altLang="zh-CN" sz="1800" dirty="0" err="1" smtClean="0"/>
              <a:t>len</a:t>
            </a:r>
            <a:r>
              <a:rPr lang="en-US" altLang="zh-CN" sz="1800" dirty="0" smtClean="0"/>
              <a:t>);</a:t>
            </a:r>
          </a:p>
          <a:p>
            <a:pPr lvl="2">
              <a:lnSpc>
                <a:spcPct val="90000"/>
              </a:lnSpc>
            </a:pPr>
            <a:r>
              <a:rPr lang="zh-CN" altLang="en-US" sz="1800" dirty="0" smtClean="0"/>
              <a:t>将</a:t>
            </a:r>
            <a:r>
              <a:rPr lang="en-US" altLang="zh-CN" sz="1800" dirty="0" smtClean="0"/>
              <a:t>data</a:t>
            </a:r>
            <a:r>
              <a:rPr lang="zh-CN" altLang="en-US" sz="1800" dirty="0" smtClean="0"/>
              <a:t>指针上移，因此也要增加</a:t>
            </a:r>
            <a:r>
              <a:rPr lang="en-US" altLang="zh-CN" sz="1800" dirty="0" err="1" smtClean="0"/>
              <a:t>sk_buff</a:t>
            </a:r>
            <a:r>
              <a:rPr lang="zh-CN" altLang="en-US" sz="1800" dirty="0" smtClean="0"/>
              <a:t>的</a:t>
            </a:r>
            <a:r>
              <a:rPr lang="en-US" altLang="zh-CN" sz="1800" dirty="0" err="1" smtClean="0"/>
              <a:t>len</a:t>
            </a:r>
            <a:r>
              <a:rPr lang="zh-CN" altLang="en-US" sz="1800" dirty="0" smtClean="0"/>
              <a:t>值。 </a:t>
            </a:r>
          </a:p>
          <a:p>
            <a:pPr lvl="2">
              <a:lnSpc>
                <a:spcPct val="90000"/>
              </a:lnSpc>
            </a:pPr>
            <a:r>
              <a:rPr lang="zh-CN" altLang="en-US" sz="1800" dirty="0" smtClean="0"/>
              <a:t>③ </a:t>
            </a:r>
            <a:r>
              <a:rPr lang="en-US" altLang="zh-CN" sz="1800" dirty="0" smtClean="0"/>
              <a:t>pull</a:t>
            </a:r>
            <a:r>
              <a:rPr lang="zh-CN" altLang="en-US" sz="1800" dirty="0" smtClean="0"/>
              <a:t>操作</a:t>
            </a:r>
          </a:p>
          <a:p>
            <a:pPr lvl="2">
              <a:lnSpc>
                <a:spcPct val="90000"/>
              </a:lnSpc>
            </a:pPr>
            <a:r>
              <a:rPr lang="en-US" altLang="zh-CN" sz="1800" dirty="0" smtClean="0"/>
              <a:t>unsigned char * </a:t>
            </a:r>
            <a:r>
              <a:rPr lang="en-US" altLang="zh-CN" sz="1800" dirty="0" err="1" smtClean="0"/>
              <a:t>skb_pull</a:t>
            </a:r>
            <a:r>
              <a:rPr lang="en-US" altLang="zh-CN" sz="1800" dirty="0" smtClean="0"/>
              <a:t>(</a:t>
            </a:r>
            <a:r>
              <a:rPr lang="en-US" altLang="zh-CN" sz="1800" dirty="0" err="1" smtClean="0"/>
              <a:t>struct</a:t>
            </a:r>
            <a:r>
              <a:rPr lang="en-US" altLang="zh-CN" sz="1800" dirty="0" smtClean="0"/>
              <a:t> </a:t>
            </a:r>
            <a:r>
              <a:rPr lang="en-US" altLang="zh-CN" sz="1800" dirty="0" err="1" smtClean="0"/>
              <a:t>sk_buff</a:t>
            </a:r>
            <a:r>
              <a:rPr lang="en-US" altLang="zh-CN" sz="1800" dirty="0" smtClean="0"/>
              <a:t> *</a:t>
            </a:r>
            <a:r>
              <a:rPr lang="en-US" altLang="zh-CN" sz="1800" dirty="0" err="1" smtClean="0"/>
              <a:t>skb</a:t>
            </a:r>
            <a:r>
              <a:rPr lang="en-US" altLang="zh-CN" sz="1800" dirty="0" smtClean="0"/>
              <a:t>, unsigned </a:t>
            </a:r>
            <a:r>
              <a:rPr lang="en-US" altLang="zh-CN" sz="1800" dirty="0" err="1" smtClean="0"/>
              <a:t>int</a:t>
            </a:r>
            <a:r>
              <a:rPr lang="en-US" altLang="zh-CN" sz="1800" dirty="0" smtClean="0"/>
              <a:t> </a:t>
            </a:r>
            <a:r>
              <a:rPr lang="en-US" altLang="zh-CN" sz="1800" dirty="0" err="1" smtClean="0"/>
              <a:t>len</a:t>
            </a:r>
            <a:r>
              <a:rPr lang="en-US" altLang="zh-CN" sz="1800" dirty="0" smtClean="0"/>
              <a:t>);</a:t>
            </a:r>
          </a:p>
          <a:p>
            <a:pPr lvl="2">
              <a:lnSpc>
                <a:spcPct val="90000"/>
              </a:lnSpc>
            </a:pPr>
            <a:r>
              <a:rPr lang="zh-CN" altLang="en-US" sz="1800" dirty="0" smtClean="0"/>
              <a:t>将</a:t>
            </a:r>
            <a:r>
              <a:rPr lang="en-US" altLang="zh-CN" sz="1800" dirty="0" smtClean="0"/>
              <a:t>data</a:t>
            </a:r>
            <a:r>
              <a:rPr lang="zh-CN" altLang="en-US" sz="1800" dirty="0" smtClean="0"/>
              <a:t>指针下移，并减小</a:t>
            </a:r>
            <a:r>
              <a:rPr lang="en-US" altLang="zh-CN" sz="1800" dirty="0" err="1" smtClean="0"/>
              <a:t>skb</a:t>
            </a:r>
            <a:r>
              <a:rPr lang="zh-CN" altLang="en-US" sz="1800" dirty="0" smtClean="0"/>
              <a:t>的</a:t>
            </a:r>
            <a:r>
              <a:rPr lang="en-US" altLang="zh-CN" sz="1800" dirty="0" err="1" smtClean="0"/>
              <a:t>len</a:t>
            </a:r>
            <a:r>
              <a:rPr lang="zh-CN" altLang="en-US" sz="1800" dirty="0" smtClean="0"/>
              <a:t>值 。</a:t>
            </a:r>
          </a:p>
          <a:p>
            <a:pPr lvl="2">
              <a:lnSpc>
                <a:spcPct val="90000"/>
              </a:lnSpc>
            </a:pPr>
            <a:r>
              <a:rPr lang="en-US" altLang="zh-CN" sz="1800" dirty="0" smtClean="0"/>
              <a:t>reserve</a:t>
            </a:r>
            <a:r>
              <a:rPr lang="zh-CN" altLang="en-US" sz="1800" dirty="0" smtClean="0"/>
              <a:t>操作 </a:t>
            </a:r>
          </a:p>
          <a:p>
            <a:pPr lvl="2">
              <a:lnSpc>
                <a:spcPct val="90000"/>
              </a:lnSpc>
            </a:pPr>
            <a:r>
              <a:rPr lang="en-US" altLang="zh-CN" sz="1800" dirty="0" smtClean="0"/>
              <a:t>void </a:t>
            </a:r>
            <a:r>
              <a:rPr lang="en-US" altLang="zh-CN" sz="1800" dirty="0" err="1" smtClean="0"/>
              <a:t>skb_reserve</a:t>
            </a:r>
            <a:r>
              <a:rPr lang="en-US" altLang="zh-CN" sz="1800" dirty="0" smtClean="0"/>
              <a:t>(</a:t>
            </a:r>
            <a:r>
              <a:rPr lang="en-US" altLang="zh-CN" sz="1800" dirty="0" err="1" smtClean="0"/>
              <a:t>struct</a:t>
            </a:r>
            <a:r>
              <a:rPr lang="en-US" altLang="zh-CN" sz="1800" dirty="0" smtClean="0"/>
              <a:t> </a:t>
            </a:r>
            <a:r>
              <a:rPr lang="en-US" altLang="zh-CN" sz="1800" dirty="0" err="1" smtClean="0"/>
              <a:t>sk_buff</a:t>
            </a:r>
            <a:r>
              <a:rPr lang="en-US" altLang="zh-CN" sz="1800" dirty="0" smtClean="0"/>
              <a:t> *</a:t>
            </a:r>
            <a:r>
              <a:rPr lang="en-US" altLang="zh-CN" sz="1800" dirty="0" err="1" smtClean="0"/>
              <a:t>skb</a:t>
            </a:r>
            <a:r>
              <a:rPr lang="en-US" altLang="zh-CN" sz="1800" dirty="0" smtClean="0"/>
              <a:t>, unsigned </a:t>
            </a:r>
            <a:r>
              <a:rPr lang="en-US" altLang="zh-CN" sz="1800" dirty="0" err="1" smtClean="0"/>
              <a:t>int</a:t>
            </a:r>
            <a:r>
              <a:rPr lang="en-US" altLang="zh-CN" sz="1800" dirty="0" smtClean="0"/>
              <a:t> </a:t>
            </a:r>
            <a:r>
              <a:rPr lang="en-US" altLang="zh-CN" sz="1800" dirty="0" err="1" smtClean="0"/>
              <a:t>len</a:t>
            </a:r>
            <a:r>
              <a:rPr lang="en-US" altLang="zh-CN" sz="1800" dirty="0" smtClean="0"/>
              <a:t>);</a:t>
            </a:r>
            <a:endParaRPr lang="zh-CN" altLang="en-US" sz="1800" dirty="0" smtClean="0"/>
          </a:p>
          <a:p>
            <a:pPr lvl="2">
              <a:lnSpc>
                <a:spcPct val="90000"/>
              </a:lnSpc>
            </a:pPr>
            <a:r>
              <a:rPr lang="en-US" altLang="zh-CN" sz="1800" dirty="0" smtClean="0"/>
              <a:t>data</a:t>
            </a:r>
            <a:r>
              <a:rPr lang="zh-CN" altLang="en-US" sz="1800" dirty="0" smtClean="0"/>
              <a:t>指针和</a:t>
            </a:r>
            <a:r>
              <a:rPr lang="en-US" altLang="zh-CN" sz="1800" dirty="0" smtClean="0"/>
              <a:t>tail</a:t>
            </a:r>
            <a:r>
              <a:rPr lang="zh-CN" altLang="en-US" sz="1800" dirty="0" smtClean="0"/>
              <a:t>指针同时下移 </a:t>
            </a:r>
          </a:p>
          <a:p>
            <a:pPr>
              <a:lnSpc>
                <a:spcPct val="90000"/>
              </a:lnSpc>
            </a:pPr>
            <a:endParaRPr lang="zh-CN" altLang="en-US" sz="2400" dirty="0" smtClean="0"/>
          </a:p>
          <a:p>
            <a:pPr>
              <a:lnSpc>
                <a:spcPct val="90000"/>
              </a:lnSpc>
            </a:pPr>
            <a:endParaRPr lang="zh-CN" altLang="en-US" sz="2400" dirty="0" smtClean="0"/>
          </a:p>
        </p:txBody>
      </p:sp>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分配</a:t>
            </a:r>
            <a:r>
              <a:rPr lang="en-US" altLang="zh-CN" b="0" smtClean="0">
                <a:solidFill>
                  <a:schemeClr val="tx2"/>
                </a:solidFill>
                <a:latin typeface="Arial" pitchFamily="34" charset="0"/>
                <a:ea typeface="宋体" pitchFamily="2" charset="-122"/>
              </a:rPr>
              <a:t>sk_buff</a:t>
            </a:r>
            <a:r>
              <a:rPr lang="zh-CN" altLang="en-US" b="0" smtClean="0">
                <a:solidFill>
                  <a:schemeClr val="tx2"/>
                </a:solidFill>
                <a:latin typeface="Arial" pitchFamily="34" charset="0"/>
                <a:ea typeface="宋体" pitchFamily="2" charset="-122"/>
              </a:rPr>
              <a:t>和数据缓冲区 </a:t>
            </a:r>
          </a:p>
        </p:txBody>
      </p:sp>
      <p:sp>
        <p:nvSpPr>
          <p:cNvPr id="344067" name="Rectangle 3"/>
          <p:cNvSpPr>
            <a:spLocks noGrp="1"/>
          </p:cNvSpPr>
          <p:nvPr>
            <p:ph type="body" idx="1"/>
          </p:nvPr>
        </p:nvSpPr>
        <p:spPr/>
        <p:txBody>
          <a:bodyPr/>
          <a:lstStyle/>
          <a:p>
            <a:pPr>
              <a:lnSpc>
                <a:spcPct val="90000"/>
              </a:lnSpc>
              <a:buFont typeface="Wingdings 3" pitchFamily="18" charset="2"/>
              <a:buNone/>
            </a:pPr>
            <a:r>
              <a:rPr lang="en-US" altLang="zh-CN" sz="2000" smtClean="0"/>
              <a:t>/* </a:t>
            </a:r>
            <a:r>
              <a:rPr lang="zh-CN" altLang="en-US" sz="2000" smtClean="0"/>
              <a:t>分配新的套接字缓冲区和数据缓冲区 *</a:t>
            </a:r>
            <a:r>
              <a:rPr lang="en-US" altLang="zh-CN" sz="2000" smtClean="0"/>
              <a:t>/</a:t>
            </a:r>
          </a:p>
          <a:p>
            <a:pPr>
              <a:lnSpc>
                <a:spcPct val="90000"/>
              </a:lnSpc>
              <a:buFont typeface="Wingdings 3" pitchFamily="18" charset="2"/>
              <a:buNone/>
            </a:pPr>
            <a:r>
              <a:rPr lang="en-US" altLang="zh-CN" sz="2000" smtClean="0"/>
              <a:t>	skb = dev_alloc_skb(length + 2);</a:t>
            </a:r>
          </a:p>
          <a:p>
            <a:pPr>
              <a:lnSpc>
                <a:spcPct val="90000"/>
              </a:lnSpc>
              <a:buFont typeface="Wingdings 3" pitchFamily="18" charset="2"/>
              <a:buNone/>
            </a:pPr>
            <a:r>
              <a:rPr lang="en-US" altLang="zh-CN" sz="2000" smtClean="0"/>
              <a:t> 	if (skb == NULL)</a:t>
            </a:r>
          </a:p>
          <a:p>
            <a:pPr>
              <a:lnSpc>
                <a:spcPct val="90000"/>
              </a:lnSpc>
              <a:buFont typeface="Wingdings 3" pitchFamily="18" charset="2"/>
              <a:buNone/>
            </a:pPr>
            <a:r>
              <a:rPr lang="en-US" altLang="zh-CN" sz="2000" smtClean="0"/>
              <a:t> 	{</a:t>
            </a:r>
          </a:p>
          <a:p>
            <a:pPr>
              <a:lnSpc>
                <a:spcPct val="90000"/>
              </a:lnSpc>
              <a:buFont typeface="Wingdings 3" pitchFamily="18" charset="2"/>
              <a:buNone/>
            </a:pPr>
            <a:r>
              <a:rPr lang="en-US" altLang="zh-CN" sz="2000" smtClean="0"/>
              <a:t> 	         .../* </a:t>
            </a:r>
            <a:r>
              <a:rPr lang="zh-CN" altLang="en-US" sz="2000" smtClean="0"/>
              <a:t>分配失败 *</a:t>
            </a:r>
            <a:r>
              <a:rPr lang="en-US" altLang="zh-CN" sz="2000" smtClean="0"/>
              <a:t>/</a:t>
            </a:r>
          </a:p>
          <a:p>
            <a:pPr>
              <a:lnSpc>
                <a:spcPct val="90000"/>
              </a:lnSpc>
              <a:buFont typeface="Wingdings 3" pitchFamily="18" charset="2"/>
              <a:buNone/>
            </a:pPr>
            <a:r>
              <a:rPr lang="en-US" altLang="zh-CN" sz="2000" smtClean="0"/>
              <a:t> 	        return ;</a:t>
            </a:r>
          </a:p>
          <a:p>
            <a:pPr>
              <a:lnSpc>
                <a:spcPct val="90000"/>
              </a:lnSpc>
              <a:buFont typeface="Wingdings 3" pitchFamily="18" charset="2"/>
              <a:buNone/>
            </a:pPr>
            <a:r>
              <a:rPr lang="en-US" altLang="zh-CN" sz="2000" smtClean="0"/>
              <a:t> 	}</a:t>
            </a:r>
          </a:p>
          <a:p>
            <a:pPr>
              <a:lnSpc>
                <a:spcPct val="90000"/>
              </a:lnSpc>
              <a:buFont typeface="Wingdings 3" pitchFamily="18" charset="2"/>
              <a:buNone/>
            </a:pPr>
            <a:r>
              <a:rPr lang="en-US" altLang="zh-CN" sz="2000" smtClean="0"/>
              <a:t> 	skb_reserve(skb, 2); /* </a:t>
            </a:r>
            <a:r>
              <a:rPr lang="zh-CN" altLang="en-US" sz="2000" smtClean="0"/>
              <a:t>预留空间以使网络层协议头对齐 *</a:t>
            </a:r>
            <a:r>
              <a:rPr lang="en-US" altLang="zh-CN" sz="2000" smtClean="0"/>
              <a:t>/</a:t>
            </a:r>
          </a:p>
          <a:p>
            <a:pPr>
              <a:lnSpc>
                <a:spcPct val="90000"/>
              </a:lnSpc>
              <a:buFont typeface="Wingdings 3" pitchFamily="18" charset="2"/>
              <a:buNone/>
            </a:pPr>
            <a:r>
              <a:rPr lang="en-US" altLang="zh-CN" sz="2000" smtClean="0"/>
              <a:t>  /* </a:t>
            </a:r>
            <a:r>
              <a:rPr lang="zh-CN" altLang="en-US" sz="2000" smtClean="0"/>
              <a:t>将硬件上接收到的数据复制到数据缓冲区 *</a:t>
            </a:r>
            <a:r>
              <a:rPr lang="en-US" altLang="zh-CN" sz="2000" smtClean="0"/>
              <a:t>/</a:t>
            </a:r>
          </a:p>
          <a:p>
            <a:pPr>
              <a:lnSpc>
                <a:spcPct val="90000"/>
              </a:lnSpc>
              <a:buFont typeface="Wingdings 3" pitchFamily="18" charset="2"/>
              <a:buNone/>
            </a:pPr>
            <a:r>
              <a:rPr lang="en-US" altLang="zh-CN" sz="2000" smtClean="0"/>
              <a:t>	readwords(ioaddr, RX_FRAME_PORT, skb_put(skb, length), length &gt;&gt; 1); </a:t>
            </a:r>
          </a:p>
          <a:p>
            <a:pPr>
              <a:lnSpc>
                <a:spcPct val="90000"/>
              </a:lnSpc>
              <a:buFont typeface="Wingdings 3" pitchFamily="18" charset="2"/>
              <a:buNone/>
            </a:pPr>
            <a:r>
              <a:rPr lang="en-US" altLang="zh-CN" sz="2000" smtClean="0"/>
              <a:t>	if (length &amp;1)</a:t>
            </a:r>
          </a:p>
          <a:p>
            <a:pPr>
              <a:lnSpc>
                <a:spcPct val="90000"/>
              </a:lnSpc>
              <a:buFont typeface="Wingdings 3" pitchFamily="18" charset="2"/>
              <a:buNone/>
            </a:pPr>
            <a:r>
              <a:rPr lang="en-US" altLang="zh-CN" sz="2000" smtClean="0"/>
              <a:t>     	  skb-&gt;data[length - 1] = readword(ioaddr, RX_FRAME_PORT);</a:t>
            </a:r>
            <a:endParaRPr lang="zh-CN" altLang="en-US" sz="2000" smtClean="0"/>
          </a:p>
        </p:txBody>
      </p:sp>
    </p:spTree>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 </a:t>
            </a:r>
          </a:p>
        </p:txBody>
      </p:sp>
      <p:sp>
        <p:nvSpPr>
          <p:cNvPr id="354307" name="Rectangle 3"/>
          <p:cNvSpPr>
            <a:spLocks noGrp="1"/>
          </p:cNvSpPr>
          <p:nvPr>
            <p:ph type="body" idx="1"/>
          </p:nvPr>
        </p:nvSpPr>
        <p:spPr/>
        <p:txBody>
          <a:bodyPr/>
          <a:lstStyle/>
          <a:p>
            <a:pPr>
              <a:lnSpc>
                <a:spcPct val="150000"/>
              </a:lnSpc>
            </a:pPr>
            <a:r>
              <a:rPr lang="en-US" altLang="zh-CN" dirty="0" smtClean="0"/>
              <a:t>OSI</a:t>
            </a:r>
            <a:r>
              <a:rPr lang="zh-CN" altLang="en-US" dirty="0" smtClean="0"/>
              <a:t>网络参考模型</a:t>
            </a:r>
          </a:p>
          <a:p>
            <a:pPr>
              <a:lnSpc>
                <a:spcPct val="150000"/>
              </a:lnSpc>
            </a:pPr>
            <a:r>
              <a:rPr lang="zh-CN" altLang="en-US" dirty="0" smtClean="0"/>
              <a:t>套结字（</a:t>
            </a:r>
            <a:r>
              <a:rPr lang="en-US" altLang="zh-CN" dirty="0" smtClean="0"/>
              <a:t>socket</a:t>
            </a:r>
            <a:r>
              <a:rPr lang="zh-CN" altLang="en-US" dirty="0" smtClean="0"/>
              <a:t>）简介</a:t>
            </a:r>
          </a:p>
          <a:p>
            <a:pPr>
              <a:lnSpc>
                <a:spcPct val="150000"/>
              </a:lnSpc>
            </a:pPr>
            <a:r>
              <a:rPr lang="zh-CN" altLang="en-US" dirty="0" smtClean="0"/>
              <a:t>套结字缓冲区（</a:t>
            </a:r>
            <a:r>
              <a:rPr lang="en-US" altLang="zh-CN" dirty="0" err="1" smtClean="0"/>
              <a:t>sk_buff</a:t>
            </a:r>
            <a:r>
              <a:rPr lang="zh-CN" altLang="en-US" dirty="0" smtClean="0"/>
              <a:t>）</a:t>
            </a:r>
          </a:p>
          <a:p>
            <a:pPr>
              <a:lnSpc>
                <a:spcPct val="150000"/>
              </a:lnSpc>
            </a:pPr>
            <a:r>
              <a:rPr lang="en-US" altLang="zh-CN" i="1" u="sng" dirty="0" err="1" smtClean="0"/>
              <a:t>net_device</a:t>
            </a:r>
            <a:r>
              <a:rPr lang="zh-CN" altLang="en-US" i="1" u="sng" dirty="0" smtClean="0"/>
              <a:t>结构分析</a:t>
            </a:r>
          </a:p>
          <a:p>
            <a:pPr>
              <a:lnSpc>
                <a:spcPct val="150000"/>
              </a:lnSpc>
            </a:pPr>
            <a:r>
              <a:rPr lang="zh-CN" altLang="en-US" dirty="0" smtClean="0"/>
              <a:t>网络设备驱动编写</a:t>
            </a:r>
          </a:p>
        </p:txBody>
      </p:sp>
    </p:spTree>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p:cNvSpPr>
          <p:nvPr>
            <p:ph type="title"/>
          </p:nvPr>
        </p:nvSpPr>
        <p:spPr/>
        <p:txBody>
          <a:bodyPr/>
          <a:lstStyle/>
          <a:p>
            <a:r>
              <a:rPr lang="en-US" altLang="zh-CN" dirty="0" err="1" smtClean="0"/>
              <a:t>net_device</a:t>
            </a:r>
            <a:r>
              <a:rPr lang="zh-CN" altLang="en-US" dirty="0" smtClean="0"/>
              <a:t>结构</a:t>
            </a:r>
          </a:p>
        </p:txBody>
      </p:sp>
      <p:sp>
        <p:nvSpPr>
          <p:cNvPr id="345091" name="Rectangle 3"/>
          <p:cNvSpPr>
            <a:spLocks noGrp="1"/>
          </p:cNvSpPr>
          <p:nvPr>
            <p:ph type="body" idx="1"/>
          </p:nvPr>
        </p:nvSpPr>
        <p:spPr/>
        <p:txBody>
          <a:bodyPr/>
          <a:lstStyle/>
          <a:p>
            <a:pPr>
              <a:lnSpc>
                <a:spcPct val="150000"/>
              </a:lnSpc>
            </a:pPr>
            <a:r>
              <a:rPr lang="en-US" altLang="zh-CN" sz="2400" dirty="0" err="1" smtClean="0"/>
              <a:t>net_device</a:t>
            </a:r>
            <a:r>
              <a:rPr lang="zh-CN" altLang="en-US" sz="2400" dirty="0" smtClean="0"/>
              <a:t>结构体在内核中代表一个网络设备。网络设备驱动程序需通过填充</a:t>
            </a:r>
            <a:r>
              <a:rPr lang="en-US" altLang="zh-CN" sz="2400" dirty="0" err="1" smtClean="0"/>
              <a:t>net_device</a:t>
            </a:r>
            <a:r>
              <a:rPr lang="zh-CN" altLang="en-US" sz="2400" dirty="0" smtClean="0"/>
              <a:t>的具体成员并注册</a:t>
            </a:r>
            <a:r>
              <a:rPr lang="en-US" altLang="zh-CN" sz="2400" dirty="0" err="1" smtClean="0"/>
              <a:t>net_device</a:t>
            </a:r>
            <a:r>
              <a:rPr lang="en-US" altLang="zh-CN" sz="2400" dirty="0" smtClean="0"/>
              <a:t> </a:t>
            </a:r>
            <a:r>
              <a:rPr lang="zh-CN" altLang="en-US" sz="2400" dirty="0" smtClean="0"/>
              <a:t>方可实现硬件操作函数与内核的挂接。</a:t>
            </a:r>
            <a:endParaRPr lang="en-US" altLang="zh-CN" sz="2400" dirty="0" smtClean="0"/>
          </a:p>
          <a:p>
            <a:endParaRPr lang="zh-CN" altLang="en-US" sz="2400" dirty="0" smtClean="0"/>
          </a:p>
          <a:p>
            <a:pPr>
              <a:lnSpc>
                <a:spcPct val="150000"/>
              </a:lnSpc>
            </a:pPr>
            <a:r>
              <a:rPr lang="en-US" altLang="zh-CN" sz="2400" dirty="0" err="1" smtClean="0"/>
              <a:t>net_device</a:t>
            </a:r>
            <a:r>
              <a:rPr lang="zh-CN" altLang="en-US" sz="2400" dirty="0" smtClean="0"/>
              <a:t>本身是一个巨型结构体，包含网络设备的属性描述和操作接口。当我们编写网络设备驱动程序时，只需要了解其中的一部分。</a:t>
            </a:r>
          </a:p>
        </p:txBody>
      </p:sp>
    </p:spTree>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idx="4294967295"/>
          </p:nvPr>
        </p:nvSpPr>
        <p:spPr>
          <a:xfrm>
            <a:off x="428596" y="428604"/>
            <a:ext cx="8221663" cy="776309"/>
          </a:xfrm>
        </p:spPr>
        <p:txBody>
          <a:bodyPr lIns="92075" tIns="46038" rIns="92075" bIns="46038" anchor="ctr"/>
          <a:lstStyle/>
          <a:p>
            <a:pPr eaLnBrk="1" hangingPunct="1"/>
            <a:r>
              <a:rPr lang="en-US" altLang="zh-CN" dirty="0" err="1" smtClean="0"/>
              <a:t>net_device</a:t>
            </a:r>
            <a:r>
              <a:rPr lang="zh-CN" altLang="en-US" dirty="0" smtClean="0"/>
              <a:t>结构分析（</a:t>
            </a:r>
            <a:r>
              <a:rPr lang="en-US" altLang="zh-CN" dirty="0" smtClean="0"/>
              <a:t>1</a:t>
            </a:r>
            <a:r>
              <a:rPr lang="zh-CN" altLang="en-US" dirty="0" smtClean="0"/>
              <a:t>）</a:t>
            </a:r>
          </a:p>
        </p:txBody>
      </p:sp>
      <p:sp>
        <p:nvSpPr>
          <p:cNvPr id="321539" name="Rectangle 3"/>
          <p:cNvSpPr>
            <a:spLocks noGrp="1" noChangeArrowheads="1"/>
          </p:cNvSpPr>
          <p:nvPr>
            <p:ph type="body" idx="4294967295"/>
          </p:nvPr>
        </p:nvSpPr>
        <p:spPr/>
        <p:txBody>
          <a:bodyPr lIns="92075" tIns="46038" rIns="92075" bIns="46038"/>
          <a:lstStyle/>
          <a:p>
            <a:pPr eaLnBrk="1" hangingPunct="1"/>
            <a:r>
              <a:rPr lang="zh-CN" altLang="en-US" sz="2000" dirty="0" smtClean="0"/>
              <a:t>该结构是网络设备驱动的核心，它包含了许多成员。</a:t>
            </a:r>
            <a:endParaRPr lang="en-US" altLang="zh-CN" sz="2000" dirty="0" smtClean="0"/>
          </a:p>
          <a:p>
            <a:pPr eaLnBrk="1" hangingPunct="1"/>
            <a:r>
              <a:rPr lang="zh-CN" altLang="en-US" sz="2000" dirty="0" smtClean="0"/>
              <a:t>可以参考</a:t>
            </a:r>
            <a:r>
              <a:rPr lang="en-US" altLang="zh-CN" sz="2000" dirty="0" smtClean="0"/>
              <a:t>&lt;include/</a:t>
            </a:r>
            <a:r>
              <a:rPr lang="en-US" altLang="zh-CN" sz="2000" dirty="0" err="1" smtClean="0"/>
              <a:t>linux</a:t>
            </a:r>
            <a:r>
              <a:rPr lang="en-US" altLang="zh-CN" sz="2000" dirty="0" smtClean="0"/>
              <a:t>/</a:t>
            </a:r>
            <a:r>
              <a:rPr lang="en-US" altLang="zh-CN" sz="2000" dirty="0" err="1" smtClean="0"/>
              <a:t>netdevice.h</a:t>
            </a:r>
            <a:r>
              <a:rPr lang="en-US" altLang="zh-CN" sz="2000" dirty="0" smtClean="0"/>
              <a:t>&gt;</a:t>
            </a:r>
            <a:r>
              <a:rPr lang="zh-CN" altLang="en-US" sz="2000" dirty="0" smtClean="0"/>
              <a:t>文件，阅读它的完整定义。</a:t>
            </a:r>
            <a:endParaRPr lang="en-US" altLang="zh-CN" sz="2000" dirty="0" smtClean="0"/>
          </a:p>
          <a:p>
            <a:pPr eaLnBrk="1" hangingPunct="1"/>
            <a:endParaRPr lang="en-US" altLang="zh-CN" sz="2000" dirty="0" smtClean="0"/>
          </a:p>
          <a:p>
            <a:pPr eaLnBrk="1" hangingPunct="1">
              <a:lnSpc>
                <a:spcPct val="150000"/>
              </a:lnSpc>
            </a:pPr>
            <a:r>
              <a:rPr lang="en-US" altLang="zh-CN" sz="2000" dirty="0" err="1" smtClean="0"/>
              <a:t>net_device</a:t>
            </a:r>
            <a:r>
              <a:rPr lang="zh-CN" altLang="en-US" sz="2000" dirty="0" smtClean="0"/>
              <a:t>结构可分为全局成员、硬件相关成员、接口相关成员、设备方法成员和公用成员等五个部分。</a:t>
            </a:r>
            <a:endParaRPr lang="en-US" altLang="zh-CN" sz="2000" dirty="0" smtClean="0"/>
          </a:p>
          <a:p>
            <a:pPr eaLnBrk="1" hangingPunct="1"/>
            <a:r>
              <a:rPr lang="zh-CN" altLang="en-US" sz="2000" dirty="0" smtClean="0"/>
              <a:t>（</a:t>
            </a:r>
            <a:r>
              <a:rPr lang="en-US" altLang="zh-CN" sz="2000" dirty="0" smtClean="0"/>
              <a:t>1</a:t>
            </a:r>
            <a:r>
              <a:rPr lang="zh-CN" altLang="en-US" sz="2000" dirty="0" smtClean="0"/>
              <a:t>）全局信息</a:t>
            </a:r>
          </a:p>
          <a:p>
            <a:pPr lvl="1">
              <a:lnSpc>
                <a:spcPct val="150000"/>
              </a:lnSpc>
            </a:pPr>
            <a:r>
              <a:rPr lang="en-US" sz="1800" dirty="0" smtClean="0"/>
              <a:t>char name[IFNAMESIZ]; </a:t>
            </a:r>
            <a:endParaRPr lang="zh-CN" altLang="en-US" sz="1800" dirty="0" smtClean="0"/>
          </a:p>
          <a:p>
            <a:pPr lvl="1">
              <a:lnSpc>
                <a:spcPct val="150000"/>
              </a:lnSpc>
            </a:pPr>
            <a:r>
              <a:rPr lang="en-US" sz="1800" dirty="0" smtClean="0"/>
              <a:t>name</a:t>
            </a:r>
            <a:r>
              <a:rPr lang="zh-CN" altLang="en-US" sz="1800" dirty="0" smtClean="0"/>
              <a:t>是网络设备的名称。</a:t>
            </a:r>
          </a:p>
          <a:p>
            <a:pPr lvl="1">
              <a:lnSpc>
                <a:spcPct val="150000"/>
              </a:lnSpc>
            </a:pPr>
            <a:r>
              <a:rPr lang="en-US" sz="1800" dirty="0" err="1" smtClean="0"/>
              <a:t>int</a:t>
            </a:r>
            <a:r>
              <a:rPr lang="en-US" sz="1800" dirty="0" smtClean="0"/>
              <a:t> (*init)(</a:t>
            </a:r>
            <a:r>
              <a:rPr lang="en-US" sz="1800" dirty="0" err="1" smtClean="0"/>
              <a:t>struct</a:t>
            </a:r>
            <a:r>
              <a:rPr lang="en-US" sz="1800" dirty="0" smtClean="0"/>
              <a:t> </a:t>
            </a:r>
            <a:r>
              <a:rPr lang="en-US" sz="1800" dirty="0" err="1" smtClean="0"/>
              <a:t>net_device</a:t>
            </a:r>
            <a:r>
              <a:rPr lang="en-US" sz="1800" dirty="0" smtClean="0"/>
              <a:t> *dev); </a:t>
            </a:r>
            <a:endParaRPr lang="zh-CN" altLang="en-US" sz="1800" dirty="0" smtClean="0"/>
          </a:p>
          <a:p>
            <a:pPr lvl="1">
              <a:lnSpc>
                <a:spcPct val="150000"/>
              </a:lnSpc>
            </a:pPr>
            <a:r>
              <a:rPr lang="en-US" sz="1800" dirty="0" smtClean="0"/>
              <a:t>init</a:t>
            </a:r>
            <a:r>
              <a:rPr lang="zh-CN" altLang="en-US" sz="1800" dirty="0" smtClean="0"/>
              <a:t>为设备初始化函数指针，如果这个指针被设置了，则网络设备被注册时将调用该函数完成对</a:t>
            </a:r>
            <a:r>
              <a:rPr lang="en-US" sz="1800" dirty="0" err="1" smtClean="0"/>
              <a:t>net_device</a:t>
            </a:r>
            <a:r>
              <a:rPr lang="zh-CN" altLang="en-US" sz="1800" dirty="0" smtClean="0"/>
              <a:t>结构体的初始化。</a:t>
            </a:r>
            <a:endParaRPr lang="en-US" altLang="zh-CN" sz="1800" dirty="0" smtClean="0"/>
          </a:p>
          <a:p>
            <a:pPr eaLnBrk="1" hangingPunct="1"/>
            <a:endParaRPr lang="en-US" altLang="zh-CN" sz="2000" dirty="0" smtClean="0"/>
          </a:p>
        </p:txBody>
      </p:sp>
    </p:spTree>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idx="4294967295"/>
          </p:nvPr>
        </p:nvSpPr>
        <p:spPr/>
        <p:txBody>
          <a:bodyPr lIns="92075" tIns="46038" rIns="92075" bIns="46038" anchor="ctr"/>
          <a:lstStyle/>
          <a:p>
            <a:pPr eaLnBrk="1" hangingPunct="1"/>
            <a:r>
              <a:rPr lang="en-US" altLang="zh-CN" dirty="0" err="1" smtClean="0"/>
              <a:t>net_device</a:t>
            </a:r>
            <a:r>
              <a:rPr lang="zh-CN" altLang="en-US" dirty="0" smtClean="0"/>
              <a:t>结构分析（</a:t>
            </a:r>
            <a:r>
              <a:rPr lang="en-US" altLang="zh-CN" dirty="0" smtClean="0"/>
              <a:t>2</a:t>
            </a:r>
            <a:r>
              <a:rPr lang="zh-CN" altLang="en-US" dirty="0" smtClean="0"/>
              <a:t>）</a:t>
            </a:r>
          </a:p>
        </p:txBody>
      </p:sp>
      <p:sp>
        <p:nvSpPr>
          <p:cNvPr id="322563" name="Rectangle 3"/>
          <p:cNvSpPr>
            <a:spLocks noGrp="1" noChangeArrowheads="1"/>
          </p:cNvSpPr>
          <p:nvPr>
            <p:ph type="body" idx="4294967295"/>
          </p:nvPr>
        </p:nvSpPr>
        <p:spPr>
          <a:xfrm>
            <a:off x="457200" y="1219200"/>
            <a:ext cx="8229600" cy="5138758"/>
          </a:xfrm>
        </p:spPr>
        <p:txBody>
          <a:bodyPr lIns="92075" tIns="46038" rIns="92075" bIns="46038"/>
          <a:lstStyle/>
          <a:p>
            <a:pPr eaLnBrk="1" hangingPunct="1">
              <a:lnSpc>
                <a:spcPct val="80000"/>
              </a:lnSpc>
            </a:pPr>
            <a:r>
              <a:rPr lang="zh-CN" altLang="en-US" sz="2400" dirty="0" smtClean="0"/>
              <a:t>（</a:t>
            </a:r>
            <a:r>
              <a:rPr lang="en-US" altLang="zh-CN" sz="2400" dirty="0" smtClean="0"/>
              <a:t>2</a:t>
            </a:r>
            <a:r>
              <a:rPr lang="zh-CN" altLang="en-US" sz="2400" dirty="0" smtClean="0"/>
              <a:t>）硬件信息</a:t>
            </a:r>
            <a:endParaRPr lang="en-US" altLang="zh-CN" sz="2400" dirty="0" smtClean="0"/>
          </a:p>
          <a:p>
            <a:pPr lvl="1"/>
            <a:r>
              <a:rPr lang="en-US" sz="1800" dirty="0" smtClean="0"/>
              <a:t>unsigned long </a:t>
            </a:r>
            <a:r>
              <a:rPr lang="en-US" sz="1800" dirty="0" err="1" smtClean="0"/>
              <a:t>mem_end</a:t>
            </a:r>
            <a:r>
              <a:rPr lang="en-US" sz="1800" dirty="0" smtClean="0"/>
              <a:t>; </a:t>
            </a:r>
            <a:endParaRPr lang="zh-CN" altLang="en-US" sz="1800" dirty="0" smtClean="0"/>
          </a:p>
          <a:p>
            <a:pPr lvl="1"/>
            <a:r>
              <a:rPr lang="en-US" sz="1800" dirty="0" smtClean="0"/>
              <a:t>unsigned long </a:t>
            </a:r>
            <a:r>
              <a:rPr lang="en-US" sz="1800" dirty="0" err="1" smtClean="0"/>
              <a:t>mem_start</a:t>
            </a:r>
            <a:r>
              <a:rPr lang="en-US" sz="1800" dirty="0" smtClean="0"/>
              <a:t>; </a:t>
            </a:r>
            <a:endParaRPr lang="zh-CN" altLang="en-US" sz="1800" dirty="0" smtClean="0"/>
          </a:p>
          <a:p>
            <a:pPr lvl="1"/>
            <a:r>
              <a:rPr lang="en-US" sz="1800" dirty="0" err="1" smtClean="0"/>
              <a:t>mem_start</a:t>
            </a:r>
            <a:r>
              <a:rPr lang="zh-CN" altLang="en-US" sz="1800" dirty="0" smtClean="0"/>
              <a:t>和</a:t>
            </a:r>
            <a:r>
              <a:rPr lang="en-US" sz="1800" dirty="0" err="1" smtClean="0"/>
              <a:t>mem_end</a:t>
            </a:r>
            <a:r>
              <a:rPr lang="en-US" sz="1800" dirty="0" smtClean="0"/>
              <a:t> </a:t>
            </a:r>
            <a:r>
              <a:rPr lang="zh-CN" altLang="en-US" sz="1800" dirty="0" smtClean="0"/>
              <a:t>分别定义了设备所使用的共享内存的起始和结束地址</a:t>
            </a:r>
          </a:p>
          <a:p>
            <a:pPr lvl="1"/>
            <a:r>
              <a:rPr lang="en-US" sz="1800" dirty="0" smtClean="0"/>
              <a:t>unsigned long </a:t>
            </a:r>
            <a:r>
              <a:rPr lang="en-US" sz="1800" dirty="0" err="1" smtClean="0"/>
              <a:t>base_addr</a:t>
            </a:r>
            <a:r>
              <a:rPr lang="en-US" sz="1800" dirty="0" smtClean="0"/>
              <a:t>; </a:t>
            </a:r>
            <a:endParaRPr lang="zh-CN" altLang="en-US" sz="1800" dirty="0" smtClean="0"/>
          </a:p>
          <a:p>
            <a:pPr lvl="1"/>
            <a:r>
              <a:rPr lang="en-US" sz="1800" dirty="0" smtClean="0"/>
              <a:t>unsigned char </a:t>
            </a:r>
            <a:r>
              <a:rPr lang="en-US" sz="1800" dirty="0" err="1" smtClean="0"/>
              <a:t>irq</a:t>
            </a:r>
            <a:r>
              <a:rPr lang="en-US" sz="1800" dirty="0" smtClean="0"/>
              <a:t>; </a:t>
            </a:r>
            <a:endParaRPr lang="zh-CN" altLang="en-US" sz="1800" dirty="0" smtClean="0"/>
          </a:p>
          <a:p>
            <a:pPr lvl="1"/>
            <a:r>
              <a:rPr lang="en-US" sz="1800" dirty="0" smtClean="0"/>
              <a:t>unsigned char </a:t>
            </a:r>
            <a:r>
              <a:rPr lang="en-US" sz="1800" dirty="0" err="1" smtClean="0"/>
              <a:t>if_port</a:t>
            </a:r>
            <a:r>
              <a:rPr lang="en-US" sz="1800" dirty="0" smtClean="0"/>
              <a:t>;   </a:t>
            </a:r>
            <a:endParaRPr lang="zh-CN" altLang="en-US" sz="1800" dirty="0" smtClean="0"/>
          </a:p>
          <a:p>
            <a:pPr lvl="1"/>
            <a:r>
              <a:rPr lang="en-US" sz="1800" dirty="0" smtClean="0"/>
              <a:t>unsigned char </a:t>
            </a:r>
            <a:r>
              <a:rPr lang="en-US" sz="1800" dirty="0" err="1" smtClean="0"/>
              <a:t>dma</a:t>
            </a:r>
            <a:r>
              <a:rPr lang="en-US" sz="1800" dirty="0" smtClean="0"/>
              <a:t>;  </a:t>
            </a:r>
            <a:endParaRPr lang="zh-CN" altLang="en-US" sz="1800" dirty="0" smtClean="0"/>
          </a:p>
          <a:p>
            <a:pPr lvl="1"/>
            <a:r>
              <a:rPr lang="en-US" sz="1800" dirty="0" err="1" smtClean="0"/>
              <a:t>base_addr</a:t>
            </a:r>
            <a:r>
              <a:rPr lang="zh-CN" altLang="en-US" sz="1800" dirty="0" smtClean="0"/>
              <a:t>为网络设备</a:t>
            </a:r>
            <a:r>
              <a:rPr lang="en-US" sz="1800" dirty="0" smtClean="0"/>
              <a:t>I/O</a:t>
            </a:r>
            <a:r>
              <a:rPr lang="zh-CN" altLang="en-US" sz="1800" dirty="0" smtClean="0"/>
              <a:t>基地址。</a:t>
            </a:r>
          </a:p>
          <a:p>
            <a:pPr lvl="1"/>
            <a:r>
              <a:rPr lang="en-US" sz="1800" dirty="0" err="1" smtClean="0"/>
              <a:t>irq</a:t>
            </a:r>
            <a:r>
              <a:rPr lang="zh-CN" altLang="en-US" sz="1800" dirty="0" smtClean="0"/>
              <a:t>为设备使用的中断号。</a:t>
            </a:r>
          </a:p>
          <a:p>
            <a:pPr lvl="1"/>
            <a:r>
              <a:rPr lang="en-US" sz="1800" dirty="0" err="1" smtClean="0"/>
              <a:t>if_port</a:t>
            </a:r>
            <a:r>
              <a:rPr lang="zh-CN" altLang="en-US" sz="1800" dirty="0" smtClean="0"/>
              <a:t>指定多端口设备使用哪一个端口，该字段仅针对多端口设备。例如，如果设备同时支持</a:t>
            </a:r>
            <a:r>
              <a:rPr lang="en-US" sz="1800" dirty="0" smtClean="0"/>
              <a:t>IF_PORT_10BASE2</a:t>
            </a:r>
            <a:r>
              <a:rPr lang="zh-CN" altLang="en-US" sz="1800" dirty="0" smtClean="0"/>
              <a:t>（同轴电缆）和</a:t>
            </a:r>
            <a:r>
              <a:rPr lang="en-US" sz="1800" dirty="0" smtClean="0"/>
              <a:t>IF_PORT_10BASET</a:t>
            </a:r>
            <a:r>
              <a:rPr lang="zh-CN" altLang="en-US" sz="1800" dirty="0" smtClean="0"/>
              <a:t>（双绞线），则可使用该字段。</a:t>
            </a:r>
          </a:p>
          <a:p>
            <a:pPr lvl="1"/>
            <a:r>
              <a:rPr lang="en-US" sz="1800" dirty="0" err="1" smtClean="0"/>
              <a:t>dma</a:t>
            </a:r>
            <a:r>
              <a:rPr lang="zh-CN" altLang="en-US" sz="1800" dirty="0" smtClean="0"/>
              <a:t>指定分配给设备的</a:t>
            </a:r>
            <a:r>
              <a:rPr lang="en-US" sz="1800" dirty="0" smtClean="0"/>
              <a:t>DMA</a:t>
            </a:r>
            <a:r>
              <a:rPr lang="zh-CN" altLang="en-US" sz="1800" dirty="0" smtClean="0"/>
              <a:t>通道。</a:t>
            </a:r>
          </a:p>
          <a:p>
            <a:pPr lvl="1" eaLnBrk="1" hangingPunct="1">
              <a:lnSpc>
                <a:spcPct val="80000"/>
              </a:lnSpc>
            </a:pPr>
            <a:endParaRPr lang="zh-CN" altLang="en-US" sz="2000" dirty="0" smtClean="0"/>
          </a:p>
        </p:txBody>
      </p:sp>
    </p:spTree>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net_device</a:t>
            </a:r>
            <a:r>
              <a:rPr lang="zh-CN" altLang="en-US" dirty="0" smtClean="0"/>
              <a:t>结构分析（</a:t>
            </a:r>
            <a:r>
              <a:rPr lang="en-US" altLang="zh-CN" dirty="0" smtClean="0"/>
              <a:t>3</a:t>
            </a:r>
            <a:r>
              <a:rPr lang="zh-CN" altLang="en-US" dirty="0" smtClean="0"/>
              <a:t>）</a:t>
            </a:r>
            <a:endParaRPr lang="zh-CN" altLang="en-US" dirty="0"/>
          </a:p>
        </p:txBody>
      </p:sp>
      <p:sp>
        <p:nvSpPr>
          <p:cNvPr id="3" name="内容占位符 2"/>
          <p:cNvSpPr>
            <a:spLocks noGrp="1"/>
          </p:cNvSpPr>
          <p:nvPr>
            <p:ph idx="1"/>
          </p:nvPr>
        </p:nvSpPr>
        <p:spPr>
          <a:xfrm>
            <a:off x="457200" y="1071546"/>
            <a:ext cx="8221663" cy="4902200"/>
          </a:xfrm>
        </p:spPr>
        <p:txBody>
          <a:bodyPr/>
          <a:lstStyle/>
          <a:p>
            <a:r>
              <a:rPr lang="zh-CN" altLang="en-US" dirty="0" smtClean="0"/>
              <a:t>（</a:t>
            </a:r>
            <a:r>
              <a:rPr lang="en-US" dirty="0" smtClean="0"/>
              <a:t>3</a:t>
            </a:r>
            <a:r>
              <a:rPr lang="zh-CN" altLang="en-US" dirty="0" smtClean="0"/>
              <a:t>）</a:t>
            </a:r>
            <a:r>
              <a:rPr lang="zh-CN" altLang="en-US" sz="2400" dirty="0" smtClean="0"/>
              <a:t>接口信息</a:t>
            </a:r>
            <a:endParaRPr lang="en-US" altLang="zh-CN" dirty="0" smtClean="0"/>
          </a:p>
          <a:p>
            <a:pPr lvl="1"/>
            <a:r>
              <a:rPr lang="en-US" dirty="0" smtClean="0"/>
              <a:t>unsigned short </a:t>
            </a:r>
            <a:r>
              <a:rPr lang="en-US" dirty="0" err="1" smtClean="0"/>
              <a:t>hard_header_len</a:t>
            </a:r>
            <a:r>
              <a:rPr lang="en-US" dirty="0" smtClean="0"/>
              <a:t>;  </a:t>
            </a:r>
            <a:endParaRPr lang="zh-CN" altLang="en-US" dirty="0" smtClean="0"/>
          </a:p>
          <a:p>
            <a:pPr lvl="2"/>
            <a:r>
              <a:rPr lang="zh-CN" altLang="en-US" dirty="0" smtClean="0"/>
              <a:t>网络设备的硬件头长度，在以太网设备的初始化函数中，该成员被赋为</a:t>
            </a:r>
            <a:r>
              <a:rPr lang="en-US" dirty="0" smtClean="0"/>
              <a:t>ETH_HLEN</a:t>
            </a:r>
            <a:r>
              <a:rPr lang="zh-CN" altLang="en-US" dirty="0" smtClean="0"/>
              <a:t>，即</a:t>
            </a:r>
            <a:r>
              <a:rPr lang="en-US" dirty="0" smtClean="0"/>
              <a:t>14</a:t>
            </a:r>
            <a:r>
              <a:rPr lang="zh-CN" altLang="en-US" dirty="0" smtClean="0"/>
              <a:t>。</a:t>
            </a:r>
            <a:endParaRPr lang="en-US" altLang="zh-CN" dirty="0" smtClean="0"/>
          </a:p>
          <a:p>
            <a:pPr lvl="1"/>
            <a:r>
              <a:rPr lang="en-US" dirty="0" smtClean="0"/>
              <a:t>unsigned </a:t>
            </a:r>
            <a:r>
              <a:rPr lang="en-US" dirty="0" err="1" smtClean="0"/>
              <a:t>mtu</a:t>
            </a:r>
            <a:r>
              <a:rPr lang="en-US" dirty="0" smtClean="0"/>
              <a:t>; </a:t>
            </a:r>
          </a:p>
          <a:p>
            <a:pPr lvl="2"/>
            <a:r>
              <a:rPr lang="en-US" dirty="0" err="1" smtClean="0"/>
              <a:t>mtu</a:t>
            </a:r>
            <a:r>
              <a:rPr lang="zh-CN" altLang="en-US" dirty="0" smtClean="0"/>
              <a:t>指最大传输单元（</a:t>
            </a:r>
            <a:r>
              <a:rPr lang="en-US" dirty="0" smtClean="0"/>
              <a:t>MTU</a:t>
            </a:r>
            <a:r>
              <a:rPr lang="zh-CN" altLang="en-US" dirty="0" smtClean="0"/>
              <a:t>）。</a:t>
            </a:r>
          </a:p>
          <a:p>
            <a:pPr lvl="1"/>
            <a:r>
              <a:rPr lang="en-US" dirty="0" smtClean="0"/>
              <a:t>unsigned char </a:t>
            </a:r>
            <a:r>
              <a:rPr lang="en-US" dirty="0" err="1" smtClean="0"/>
              <a:t>dev_addr</a:t>
            </a:r>
            <a:r>
              <a:rPr lang="en-US" dirty="0" smtClean="0"/>
              <a:t>[MAX_ADDR_LEN]; </a:t>
            </a:r>
          </a:p>
          <a:p>
            <a:pPr lvl="2"/>
            <a:r>
              <a:rPr lang="en-US" dirty="0" smtClean="0"/>
              <a:t>MAC</a:t>
            </a:r>
            <a:r>
              <a:rPr lang="zh-CN" altLang="en-US" dirty="0" smtClean="0"/>
              <a:t>地址</a:t>
            </a:r>
            <a:endParaRPr lang="en-US" altLang="zh-CN" dirty="0" smtClean="0"/>
          </a:p>
          <a:p>
            <a:pPr lvl="1"/>
            <a:r>
              <a:rPr lang="en-US" dirty="0" smtClean="0"/>
              <a:t>unsigned short flags</a:t>
            </a:r>
            <a:r>
              <a:rPr lang="zh-CN" altLang="en-US" dirty="0" smtClean="0"/>
              <a:t>；</a:t>
            </a:r>
            <a:endParaRPr lang="en-US" altLang="zh-CN" dirty="0" smtClean="0"/>
          </a:p>
          <a:p>
            <a:pPr lvl="2"/>
            <a:r>
              <a:rPr lang="en-US" dirty="0" smtClean="0"/>
              <a:t>flags</a:t>
            </a:r>
            <a:r>
              <a:rPr lang="zh-CN" altLang="en-US" dirty="0" smtClean="0"/>
              <a:t>指网络接口标志，以</a:t>
            </a:r>
            <a:r>
              <a:rPr lang="en-US" dirty="0" smtClean="0"/>
              <a:t>IFF_</a:t>
            </a:r>
            <a:r>
              <a:rPr lang="zh-CN" altLang="en-US" dirty="0" smtClean="0"/>
              <a:t>（</a:t>
            </a:r>
            <a:r>
              <a:rPr lang="en-US" dirty="0" smtClean="0"/>
              <a:t>interface flags</a:t>
            </a:r>
            <a:r>
              <a:rPr lang="zh-CN" altLang="en-US" dirty="0" smtClean="0"/>
              <a:t>）开头，部分标志由内核来管理，其他的在接口初始化时被设置以说明设备接口的能力和特性。接口标志包括</a:t>
            </a:r>
            <a:r>
              <a:rPr lang="en-US" dirty="0" smtClean="0"/>
              <a:t>IFF_UP</a:t>
            </a:r>
            <a:r>
              <a:rPr lang="zh-CN" altLang="en-US" dirty="0" smtClean="0"/>
              <a:t>（当设备被激活并可以开始发送数据包时，内核设置该标志）、</a:t>
            </a:r>
            <a:r>
              <a:rPr lang="en-US" dirty="0" smtClean="0"/>
              <a:t>IFF_BROADCAST</a:t>
            </a:r>
            <a:r>
              <a:rPr lang="zh-CN" altLang="en-US" dirty="0" smtClean="0"/>
              <a:t>（允许广播）、</a:t>
            </a:r>
            <a:r>
              <a:rPr lang="en-US" dirty="0" smtClean="0"/>
              <a:t>IFF_NOARP</a:t>
            </a:r>
            <a:r>
              <a:rPr lang="zh-CN" altLang="en-US" dirty="0" smtClean="0"/>
              <a:t>（接口不能执行</a:t>
            </a:r>
            <a:r>
              <a:rPr lang="en-US" dirty="0" smtClean="0"/>
              <a:t>ARP</a:t>
            </a:r>
            <a:r>
              <a:rPr lang="zh-CN" altLang="en-US" dirty="0" smtClean="0"/>
              <a:t>）等</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Tree>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idx="4294967295"/>
          </p:nvPr>
        </p:nvSpPr>
        <p:spPr>
          <a:xfrm>
            <a:off x="457200" y="500041"/>
            <a:ext cx="8221663" cy="633433"/>
          </a:xfrm>
        </p:spPr>
        <p:txBody>
          <a:bodyPr lIns="92075" tIns="46038" rIns="92075" bIns="46038" anchor="ctr"/>
          <a:lstStyle/>
          <a:p>
            <a:pPr eaLnBrk="1" hangingPunct="1"/>
            <a:r>
              <a:rPr lang="en-US" altLang="zh-CN" dirty="0" err="1" smtClean="0"/>
              <a:t>net_device</a:t>
            </a:r>
            <a:r>
              <a:rPr lang="zh-CN" altLang="en-US" dirty="0" smtClean="0"/>
              <a:t>结构分析（</a:t>
            </a:r>
            <a:r>
              <a:rPr lang="en-US" altLang="zh-CN" dirty="0" smtClean="0"/>
              <a:t>4</a:t>
            </a:r>
            <a:r>
              <a:rPr lang="zh-CN" altLang="en-US" dirty="0" smtClean="0"/>
              <a:t>）</a:t>
            </a:r>
          </a:p>
        </p:txBody>
      </p:sp>
      <p:sp>
        <p:nvSpPr>
          <p:cNvPr id="323587" name="Rectangle 3"/>
          <p:cNvSpPr>
            <a:spLocks noGrp="1" noChangeArrowheads="1"/>
          </p:cNvSpPr>
          <p:nvPr>
            <p:ph type="body" idx="4294967295"/>
          </p:nvPr>
        </p:nvSpPr>
        <p:spPr/>
        <p:txBody>
          <a:bodyPr lIns="92075" tIns="46038" rIns="92075" bIns="46038"/>
          <a:lstStyle/>
          <a:p>
            <a:pPr eaLnBrk="1" hangingPunct="1">
              <a:lnSpc>
                <a:spcPct val="80000"/>
              </a:lnSpc>
            </a:pPr>
            <a:r>
              <a:rPr lang="zh-CN" altLang="en-US" sz="2400" dirty="0" smtClean="0"/>
              <a:t>网络设备要实现一系列函数作为调用方法的实现</a:t>
            </a:r>
          </a:p>
          <a:p>
            <a:pPr eaLnBrk="1" hangingPunct="1">
              <a:lnSpc>
                <a:spcPct val="80000"/>
              </a:lnSpc>
            </a:pPr>
            <a:r>
              <a:rPr lang="zh-CN" altLang="en-US" sz="2400" dirty="0" smtClean="0"/>
              <a:t>基本方法包括</a:t>
            </a:r>
          </a:p>
          <a:p>
            <a:pPr lvl="1" eaLnBrk="1" hangingPunct="1">
              <a:lnSpc>
                <a:spcPct val="80000"/>
              </a:lnSpc>
            </a:pPr>
            <a:r>
              <a:rPr lang="en-US" altLang="zh-CN" sz="2000" dirty="0" err="1" smtClean="0"/>
              <a:t>int</a:t>
            </a:r>
            <a:r>
              <a:rPr lang="en-US" altLang="zh-CN" sz="2000" dirty="0" smtClean="0"/>
              <a:t> (*open)(</a:t>
            </a:r>
            <a:r>
              <a:rPr lang="en-US" altLang="zh-CN" sz="2000" dirty="0" err="1" smtClean="0"/>
              <a:t>struct</a:t>
            </a:r>
            <a:r>
              <a:rPr lang="en-US" altLang="zh-CN" sz="2000" dirty="0" smtClean="0"/>
              <a:t> </a:t>
            </a:r>
            <a:r>
              <a:rPr lang="en-US" altLang="zh-CN" sz="2000" dirty="0" err="1" smtClean="0"/>
              <a:t>net_device</a:t>
            </a:r>
            <a:r>
              <a:rPr lang="en-US" altLang="zh-CN" sz="2000" dirty="0" smtClean="0"/>
              <a:t> *dev);</a:t>
            </a:r>
          </a:p>
          <a:p>
            <a:pPr lvl="1" eaLnBrk="1" hangingPunct="1">
              <a:lnSpc>
                <a:spcPct val="80000"/>
              </a:lnSpc>
              <a:buFont typeface="Wingdings 3" pitchFamily="18" charset="2"/>
              <a:buNone/>
            </a:pPr>
            <a:r>
              <a:rPr lang="en-US" altLang="zh-CN" sz="2000" dirty="0" smtClean="0"/>
              <a:t>	</a:t>
            </a:r>
            <a:r>
              <a:rPr lang="zh-CN" altLang="en-US" sz="2000" dirty="0" smtClean="0"/>
              <a:t>打开接口。当</a:t>
            </a:r>
            <a:r>
              <a:rPr lang="en-US" altLang="zh-CN" sz="2000" dirty="0" err="1" smtClean="0"/>
              <a:t>ifconfig</a:t>
            </a:r>
            <a:r>
              <a:rPr lang="zh-CN" altLang="en-US" sz="2000" dirty="0" smtClean="0"/>
              <a:t>激活网络设备时，接口被打开。通常我们在</a:t>
            </a:r>
            <a:r>
              <a:rPr lang="en-US" altLang="zh-CN" sz="2000" dirty="0" smtClean="0"/>
              <a:t>open</a:t>
            </a:r>
            <a:r>
              <a:rPr lang="zh-CN" altLang="en-US" sz="2000" dirty="0" smtClean="0"/>
              <a:t>方法里面完成资源的分配，包括</a:t>
            </a:r>
            <a:r>
              <a:rPr lang="en-US" altLang="zh-CN" sz="2000" dirty="0" smtClean="0"/>
              <a:t>I/O</a:t>
            </a:r>
            <a:r>
              <a:rPr lang="zh-CN" altLang="en-US" sz="2000" dirty="0" smtClean="0"/>
              <a:t>映射、中断注册、</a:t>
            </a:r>
            <a:r>
              <a:rPr lang="en-US" altLang="zh-CN" sz="2000" dirty="0" smtClean="0"/>
              <a:t>DMA</a:t>
            </a:r>
            <a:r>
              <a:rPr lang="zh-CN" altLang="en-US" sz="2000" dirty="0" smtClean="0"/>
              <a:t>注册等。同时激活硬件，并增加使用计数</a:t>
            </a:r>
            <a:endParaRPr lang="en-US" altLang="zh-CN" sz="2000" dirty="0" smtClean="0"/>
          </a:p>
          <a:p>
            <a:pPr lvl="1" eaLnBrk="1" hangingPunct="1">
              <a:lnSpc>
                <a:spcPct val="80000"/>
              </a:lnSpc>
              <a:buFont typeface="Wingdings 3" pitchFamily="18" charset="2"/>
              <a:buNone/>
            </a:pPr>
            <a:endParaRPr lang="zh-CN" altLang="en-US" sz="2000" dirty="0" smtClean="0"/>
          </a:p>
          <a:p>
            <a:pPr lvl="1" eaLnBrk="1" hangingPunct="1">
              <a:lnSpc>
                <a:spcPct val="80000"/>
              </a:lnSpc>
            </a:pPr>
            <a:r>
              <a:rPr lang="en-US" altLang="zh-CN" sz="2000" dirty="0" err="1" smtClean="0"/>
              <a:t>int</a:t>
            </a:r>
            <a:r>
              <a:rPr lang="en-US" altLang="zh-CN" sz="2000" dirty="0" smtClean="0"/>
              <a:t> (*stop)(</a:t>
            </a:r>
            <a:r>
              <a:rPr lang="en-US" altLang="zh-CN" sz="2000" dirty="0" err="1" smtClean="0"/>
              <a:t>struct</a:t>
            </a:r>
            <a:r>
              <a:rPr lang="en-US" altLang="zh-CN" sz="2000" dirty="0" smtClean="0"/>
              <a:t> </a:t>
            </a:r>
            <a:r>
              <a:rPr lang="en-US" altLang="zh-CN" sz="2000" dirty="0" err="1" smtClean="0"/>
              <a:t>net_device</a:t>
            </a:r>
            <a:r>
              <a:rPr lang="en-US" altLang="zh-CN" sz="2000" dirty="0" smtClean="0"/>
              <a:t> *dev);</a:t>
            </a:r>
          </a:p>
          <a:p>
            <a:pPr lvl="1" eaLnBrk="1" hangingPunct="1">
              <a:lnSpc>
                <a:spcPct val="80000"/>
              </a:lnSpc>
              <a:buFont typeface="Wingdings 3" pitchFamily="18" charset="2"/>
              <a:buNone/>
            </a:pPr>
            <a:r>
              <a:rPr lang="en-US" altLang="zh-CN" sz="2000" dirty="0" smtClean="0"/>
              <a:t>	</a:t>
            </a:r>
            <a:r>
              <a:rPr lang="zh-CN" altLang="en-US" sz="2000" dirty="0" smtClean="0"/>
              <a:t>停止接口。在这个方法里面，我们完成与</a:t>
            </a:r>
            <a:r>
              <a:rPr lang="en-US" altLang="zh-CN" sz="2000" dirty="0" smtClean="0"/>
              <a:t>open</a:t>
            </a:r>
            <a:r>
              <a:rPr lang="zh-CN" altLang="en-US" sz="2000" dirty="0" smtClean="0"/>
              <a:t>方法相反的，注销操作</a:t>
            </a:r>
            <a:endParaRPr lang="en-US" altLang="zh-CN" sz="2000" dirty="0" smtClean="0"/>
          </a:p>
          <a:p>
            <a:pPr lvl="1" eaLnBrk="1" hangingPunct="1">
              <a:lnSpc>
                <a:spcPct val="80000"/>
              </a:lnSpc>
              <a:buFont typeface="Wingdings 3" pitchFamily="18" charset="2"/>
              <a:buNone/>
            </a:pPr>
            <a:endParaRPr lang="zh-CN" altLang="en-US" sz="2000" dirty="0" smtClean="0"/>
          </a:p>
          <a:p>
            <a:pPr lvl="1" eaLnBrk="1" hangingPunct="1">
              <a:lnSpc>
                <a:spcPct val="80000"/>
              </a:lnSpc>
            </a:pPr>
            <a:r>
              <a:rPr lang="en-US" altLang="zh-CN" sz="2000" dirty="0" err="1" smtClean="0"/>
              <a:t>int</a:t>
            </a:r>
            <a:r>
              <a:rPr lang="en-US" altLang="zh-CN" sz="2000" dirty="0" smtClean="0"/>
              <a:t> (*</a:t>
            </a:r>
            <a:r>
              <a:rPr lang="en-US" altLang="zh-CN" sz="2000" dirty="0" err="1" smtClean="0"/>
              <a:t>hard_start_xmit</a:t>
            </a:r>
            <a:r>
              <a:rPr lang="en-US" altLang="zh-CN" sz="2000" dirty="0" smtClean="0"/>
              <a:t>) (</a:t>
            </a:r>
            <a:r>
              <a:rPr lang="en-US" altLang="zh-CN" sz="2000" dirty="0" err="1" smtClean="0"/>
              <a:t>struct</a:t>
            </a:r>
            <a:r>
              <a:rPr lang="en-US" altLang="zh-CN" sz="2000" dirty="0" smtClean="0"/>
              <a:t> </a:t>
            </a:r>
            <a:r>
              <a:rPr lang="en-US" altLang="zh-CN" sz="2000" dirty="0" err="1" smtClean="0"/>
              <a:t>sk_buff</a:t>
            </a:r>
            <a:r>
              <a:rPr lang="en-US" altLang="zh-CN" sz="2000" dirty="0" smtClean="0"/>
              <a:t> *</a:t>
            </a:r>
            <a:r>
              <a:rPr lang="en-US" altLang="zh-CN" sz="2000" dirty="0" err="1" smtClean="0"/>
              <a:t>skb</a:t>
            </a:r>
            <a:r>
              <a:rPr lang="en-US" altLang="zh-CN" sz="2000" dirty="0" smtClean="0"/>
              <a:t>, </a:t>
            </a:r>
            <a:r>
              <a:rPr lang="en-US" altLang="zh-CN" sz="2000" dirty="0" err="1" smtClean="0"/>
              <a:t>struct</a:t>
            </a:r>
            <a:r>
              <a:rPr lang="en-US" altLang="zh-CN" sz="2000" dirty="0" smtClean="0"/>
              <a:t> </a:t>
            </a:r>
            <a:r>
              <a:rPr lang="en-US" altLang="zh-CN" sz="2000" dirty="0" err="1" smtClean="0"/>
              <a:t>net_device</a:t>
            </a:r>
            <a:r>
              <a:rPr lang="en-US" altLang="zh-CN" sz="2000" dirty="0" smtClean="0"/>
              <a:t> *dev);</a:t>
            </a:r>
          </a:p>
          <a:p>
            <a:pPr lvl="1" eaLnBrk="1" hangingPunct="1">
              <a:lnSpc>
                <a:spcPct val="80000"/>
              </a:lnSpc>
              <a:buFont typeface="Wingdings 3" pitchFamily="18" charset="2"/>
              <a:buNone/>
            </a:pPr>
            <a:r>
              <a:rPr lang="en-US" altLang="zh-CN" sz="2000" dirty="0" smtClean="0"/>
              <a:t>	</a:t>
            </a:r>
            <a:r>
              <a:rPr lang="zh-CN" altLang="en-US" sz="2000" dirty="0" smtClean="0"/>
              <a:t>该方法初始化数据包的传输。是网络设备驱动中非常重要的一个方法。我们将完整的数据包放入一个套接字缓冲区</a:t>
            </a:r>
            <a:r>
              <a:rPr lang="en-US" altLang="zh-CN" sz="2000" dirty="0" err="1" smtClean="0"/>
              <a:t>sk_buff</a:t>
            </a:r>
            <a:r>
              <a:rPr lang="zh-CN" altLang="en-US" sz="2000" dirty="0" smtClean="0"/>
              <a:t>结构里</a:t>
            </a:r>
          </a:p>
        </p:txBody>
      </p:sp>
    </p:spTree>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idx="4294967295"/>
          </p:nvPr>
        </p:nvSpPr>
        <p:spPr>
          <a:xfrm>
            <a:off x="457200" y="428603"/>
            <a:ext cx="8221663" cy="704871"/>
          </a:xfrm>
        </p:spPr>
        <p:txBody>
          <a:bodyPr lIns="92075" tIns="46038" rIns="92075" bIns="46038" anchor="ctr"/>
          <a:lstStyle/>
          <a:p>
            <a:pPr eaLnBrk="1" hangingPunct="1"/>
            <a:r>
              <a:rPr lang="en-US" altLang="zh-CN" dirty="0" err="1" smtClean="0"/>
              <a:t>net_device</a:t>
            </a:r>
            <a:r>
              <a:rPr lang="zh-CN" altLang="en-US" dirty="0" smtClean="0"/>
              <a:t>结构分析（</a:t>
            </a:r>
            <a:r>
              <a:rPr lang="en-US" altLang="zh-CN" dirty="0" smtClean="0"/>
              <a:t>5</a:t>
            </a:r>
            <a:r>
              <a:rPr lang="zh-CN" altLang="en-US" dirty="0" smtClean="0"/>
              <a:t>）</a:t>
            </a:r>
          </a:p>
        </p:txBody>
      </p:sp>
      <p:sp>
        <p:nvSpPr>
          <p:cNvPr id="324611" name="Rectangle 3"/>
          <p:cNvSpPr>
            <a:spLocks noGrp="1" noChangeArrowheads="1"/>
          </p:cNvSpPr>
          <p:nvPr>
            <p:ph type="body" idx="4294967295"/>
          </p:nvPr>
        </p:nvSpPr>
        <p:spPr>
          <a:xfrm>
            <a:off x="381000" y="1219200"/>
            <a:ext cx="7400925" cy="5181600"/>
          </a:xfrm>
        </p:spPr>
        <p:txBody>
          <a:bodyPr lIns="92075" tIns="46038" rIns="92075" bIns="46038"/>
          <a:lstStyle/>
          <a:p>
            <a:pPr lvl="1" eaLnBrk="1" hangingPunct="1">
              <a:lnSpc>
                <a:spcPct val="80000"/>
              </a:lnSpc>
            </a:pPr>
            <a:r>
              <a:rPr lang="en-US" altLang="zh-CN" sz="2000" dirty="0" err="1" smtClean="0">
                <a:solidFill>
                  <a:schemeClr val="tx1"/>
                </a:solidFill>
              </a:rPr>
              <a:t>int</a:t>
            </a:r>
            <a:r>
              <a:rPr lang="en-US" altLang="zh-CN" sz="2000" dirty="0" smtClean="0">
                <a:solidFill>
                  <a:schemeClr val="tx1"/>
                </a:solidFill>
              </a:rPr>
              <a:t> (*</a:t>
            </a:r>
            <a:r>
              <a:rPr lang="en-US" altLang="zh-CN" sz="2000" dirty="0" err="1" smtClean="0">
                <a:solidFill>
                  <a:schemeClr val="tx1"/>
                </a:solidFill>
              </a:rPr>
              <a:t>hard_header</a:t>
            </a:r>
            <a:r>
              <a:rPr lang="en-US" altLang="zh-CN" sz="2000" dirty="0" smtClean="0">
                <a:solidFill>
                  <a:schemeClr val="tx1"/>
                </a:solidFill>
              </a:rPr>
              <a:t>) (</a:t>
            </a:r>
            <a:r>
              <a:rPr lang="en-US" altLang="zh-CN" sz="2000" dirty="0" err="1" smtClean="0">
                <a:solidFill>
                  <a:schemeClr val="tx1"/>
                </a:solidFill>
              </a:rPr>
              <a:t>struct</a:t>
            </a:r>
            <a:r>
              <a:rPr lang="en-US" altLang="zh-CN" sz="2000" dirty="0" smtClean="0">
                <a:solidFill>
                  <a:schemeClr val="tx1"/>
                </a:solidFill>
              </a:rPr>
              <a:t> </a:t>
            </a:r>
            <a:r>
              <a:rPr lang="en-US" altLang="zh-CN" sz="2000" dirty="0" err="1" smtClean="0">
                <a:solidFill>
                  <a:schemeClr val="tx1"/>
                </a:solidFill>
              </a:rPr>
              <a:t>sk_buff</a:t>
            </a:r>
            <a:r>
              <a:rPr lang="en-US" altLang="zh-CN" sz="2000" dirty="0" smtClean="0">
                <a:solidFill>
                  <a:schemeClr val="tx1"/>
                </a:solidFill>
              </a:rPr>
              <a:t> *</a:t>
            </a:r>
            <a:r>
              <a:rPr lang="en-US" altLang="zh-CN" sz="2000" dirty="0" err="1" smtClean="0">
                <a:solidFill>
                  <a:schemeClr val="tx1"/>
                </a:solidFill>
              </a:rPr>
              <a:t>skb</a:t>
            </a:r>
            <a:r>
              <a:rPr lang="en-US" altLang="zh-CN" sz="2000" dirty="0" smtClean="0">
                <a:solidFill>
                  <a:schemeClr val="tx1"/>
                </a:solidFill>
              </a:rPr>
              <a:t>, </a:t>
            </a:r>
            <a:r>
              <a:rPr lang="en-US" altLang="zh-CN" sz="2000" dirty="0" err="1" smtClean="0">
                <a:solidFill>
                  <a:schemeClr val="tx1"/>
                </a:solidFill>
              </a:rPr>
              <a:t>struct</a:t>
            </a:r>
            <a:r>
              <a:rPr lang="en-US" altLang="zh-CN" sz="2000" dirty="0" smtClean="0">
                <a:solidFill>
                  <a:schemeClr val="tx1"/>
                </a:solidFill>
              </a:rPr>
              <a:t> </a:t>
            </a:r>
            <a:r>
              <a:rPr lang="en-US" altLang="zh-CN" sz="2000" dirty="0" err="1" smtClean="0">
                <a:solidFill>
                  <a:schemeClr val="tx1"/>
                </a:solidFill>
              </a:rPr>
              <a:t>net_device</a:t>
            </a:r>
            <a:r>
              <a:rPr lang="en-US" altLang="zh-CN" sz="2000" dirty="0" smtClean="0">
                <a:solidFill>
                  <a:schemeClr val="tx1"/>
                </a:solidFill>
              </a:rPr>
              <a:t> *dev, unsigned short type, void *</a:t>
            </a:r>
            <a:r>
              <a:rPr lang="en-US" altLang="zh-CN" sz="2000" dirty="0" err="1" smtClean="0">
                <a:solidFill>
                  <a:schemeClr val="tx1"/>
                </a:solidFill>
              </a:rPr>
              <a:t>daddr</a:t>
            </a:r>
            <a:r>
              <a:rPr lang="en-US" altLang="zh-CN" sz="2000" dirty="0" smtClean="0">
                <a:solidFill>
                  <a:schemeClr val="tx1"/>
                </a:solidFill>
              </a:rPr>
              <a:t>, void *</a:t>
            </a:r>
            <a:r>
              <a:rPr lang="en-US" altLang="zh-CN" sz="2000" dirty="0" err="1" smtClean="0">
                <a:solidFill>
                  <a:schemeClr val="tx1"/>
                </a:solidFill>
              </a:rPr>
              <a:t>saddr</a:t>
            </a:r>
            <a:r>
              <a:rPr lang="en-US" altLang="zh-CN" sz="2000" dirty="0" smtClean="0">
                <a:solidFill>
                  <a:schemeClr val="tx1"/>
                </a:solidFill>
              </a:rPr>
              <a:t>, unsigned </a:t>
            </a:r>
            <a:r>
              <a:rPr lang="en-US" altLang="zh-CN" sz="2000" dirty="0" err="1" smtClean="0">
                <a:solidFill>
                  <a:schemeClr val="tx1"/>
                </a:solidFill>
              </a:rPr>
              <a:t>len</a:t>
            </a:r>
            <a:r>
              <a:rPr lang="en-US" altLang="zh-CN" sz="2000" dirty="0" smtClean="0">
                <a:solidFill>
                  <a:schemeClr val="tx1"/>
                </a:solidFill>
              </a:rPr>
              <a:t>);</a:t>
            </a:r>
          </a:p>
          <a:p>
            <a:pPr lvl="1" eaLnBrk="1" hangingPunct="1">
              <a:lnSpc>
                <a:spcPct val="80000"/>
              </a:lnSpc>
              <a:buFont typeface="Wingdings 3" pitchFamily="18" charset="2"/>
              <a:buNone/>
            </a:pPr>
            <a:r>
              <a:rPr lang="en-US" altLang="zh-CN" sz="2000" dirty="0" smtClean="0">
                <a:solidFill>
                  <a:schemeClr val="tx1"/>
                </a:solidFill>
              </a:rPr>
              <a:t>	</a:t>
            </a:r>
            <a:r>
              <a:rPr lang="zh-CN" altLang="en-US" sz="2000" dirty="0" smtClean="0">
                <a:solidFill>
                  <a:schemeClr val="tx1"/>
                </a:solidFill>
              </a:rPr>
              <a:t>该方法根据先前检索到的源和目的硬件地址建立硬件头</a:t>
            </a:r>
            <a:endParaRPr lang="en-US" altLang="zh-CN" sz="2000" dirty="0" smtClean="0">
              <a:solidFill>
                <a:schemeClr val="tx1"/>
              </a:solidFill>
            </a:endParaRPr>
          </a:p>
          <a:p>
            <a:pPr lvl="1" eaLnBrk="1" hangingPunct="1">
              <a:lnSpc>
                <a:spcPct val="80000"/>
              </a:lnSpc>
              <a:buFont typeface="Wingdings 3" pitchFamily="18" charset="2"/>
              <a:buNone/>
            </a:pPr>
            <a:endParaRPr lang="zh-CN" altLang="en-US" sz="2000" dirty="0" smtClean="0">
              <a:solidFill>
                <a:schemeClr val="tx1"/>
              </a:solidFill>
            </a:endParaRPr>
          </a:p>
          <a:p>
            <a:pPr lvl="1" eaLnBrk="1" hangingPunct="1">
              <a:lnSpc>
                <a:spcPct val="80000"/>
              </a:lnSpc>
            </a:pPr>
            <a:r>
              <a:rPr lang="en-US" altLang="zh-CN" dirty="0" err="1" smtClean="0">
                <a:solidFill>
                  <a:schemeClr val="tx1"/>
                </a:solidFill>
              </a:rPr>
              <a:t>int</a:t>
            </a:r>
            <a:r>
              <a:rPr lang="en-US" altLang="zh-CN" dirty="0" smtClean="0">
                <a:solidFill>
                  <a:schemeClr val="tx1"/>
                </a:solidFill>
              </a:rPr>
              <a:t> (*</a:t>
            </a:r>
            <a:r>
              <a:rPr lang="en-US" altLang="zh-CN" dirty="0" err="1" smtClean="0">
                <a:solidFill>
                  <a:schemeClr val="tx1"/>
                </a:solidFill>
              </a:rPr>
              <a:t>rebuild_header</a:t>
            </a:r>
            <a:r>
              <a:rPr lang="en-US" altLang="zh-CN" dirty="0" smtClean="0">
                <a:solidFill>
                  <a:schemeClr val="tx1"/>
                </a:solidFill>
              </a:rPr>
              <a:t>)(</a:t>
            </a:r>
            <a:r>
              <a:rPr lang="en-US" altLang="zh-CN" dirty="0" err="1" smtClean="0">
                <a:solidFill>
                  <a:schemeClr val="tx1"/>
                </a:solidFill>
              </a:rPr>
              <a:t>struct</a:t>
            </a:r>
            <a:r>
              <a:rPr lang="en-US" altLang="zh-CN" dirty="0" smtClean="0">
                <a:solidFill>
                  <a:schemeClr val="tx1"/>
                </a:solidFill>
              </a:rPr>
              <a:t> </a:t>
            </a:r>
            <a:r>
              <a:rPr lang="en-US" altLang="zh-CN" dirty="0" err="1" smtClean="0">
                <a:solidFill>
                  <a:schemeClr val="tx1"/>
                </a:solidFill>
              </a:rPr>
              <a:t>sk_buff</a:t>
            </a:r>
            <a:r>
              <a:rPr lang="en-US" altLang="zh-CN" dirty="0" smtClean="0">
                <a:solidFill>
                  <a:schemeClr val="tx1"/>
                </a:solidFill>
              </a:rPr>
              <a:t> *</a:t>
            </a:r>
            <a:r>
              <a:rPr lang="en-US" altLang="zh-CN" dirty="0" err="1" smtClean="0">
                <a:solidFill>
                  <a:schemeClr val="tx1"/>
                </a:solidFill>
              </a:rPr>
              <a:t>skb</a:t>
            </a:r>
            <a:r>
              <a:rPr lang="en-US" altLang="zh-CN" dirty="0" smtClean="0">
                <a:solidFill>
                  <a:schemeClr val="tx1"/>
                </a:solidFill>
              </a:rPr>
              <a:t>);</a:t>
            </a:r>
          </a:p>
          <a:p>
            <a:pPr lvl="1" eaLnBrk="1" hangingPunct="1">
              <a:lnSpc>
                <a:spcPct val="80000"/>
              </a:lnSpc>
              <a:buFont typeface="Wingdings 3" pitchFamily="18" charset="2"/>
              <a:buNone/>
            </a:pPr>
            <a:r>
              <a:rPr lang="en-US" altLang="zh-CN" sz="2000" dirty="0" smtClean="0">
                <a:solidFill>
                  <a:schemeClr val="tx1"/>
                </a:solidFill>
              </a:rPr>
              <a:t>	</a:t>
            </a:r>
            <a:r>
              <a:rPr lang="zh-CN" altLang="en-US" sz="2000" dirty="0" smtClean="0">
                <a:solidFill>
                  <a:schemeClr val="tx1"/>
                </a:solidFill>
              </a:rPr>
              <a:t>该方法用来在传输数据包之前重建硬件头</a:t>
            </a:r>
            <a:endParaRPr lang="en-US" altLang="zh-CN" sz="2000" dirty="0" smtClean="0">
              <a:solidFill>
                <a:schemeClr val="tx1"/>
              </a:solidFill>
            </a:endParaRPr>
          </a:p>
          <a:p>
            <a:pPr lvl="1" eaLnBrk="1" hangingPunct="1">
              <a:lnSpc>
                <a:spcPct val="80000"/>
              </a:lnSpc>
              <a:buFont typeface="Wingdings 3" pitchFamily="18" charset="2"/>
              <a:buNone/>
            </a:pPr>
            <a:endParaRPr lang="zh-CN" altLang="en-US" sz="2000" dirty="0" smtClean="0">
              <a:solidFill>
                <a:schemeClr val="tx1"/>
              </a:solidFill>
            </a:endParaRPr>
          </a:p>
          <a:p>
            <a:pPr lvl="1" eaLnBrk="1" hangingPunct="1">
              <a:lnSpc>
                <a:spcPct val="80000"/>
              </a:lnSpc>
            </a:pPr>
            <a:r>
              <a:rPr lang="en-US" altLang="zh-CN" sz="2000" dirty="0" smtClean="0">
                <a:solidFill>
                  <a:schemeClr val="tx1"/>
                </a:solidFill>
              </a:rPr>
              <a:t>void (*</a:t>
            </a:r>
            <a:r>
              <a:rPr lang="en-US" altLang="zh-CN" sz="2000" dirty="0" err="1" smtClean="0">
                <a:solidFill>
                  <a:schemeClr val="tx1"/>
                </a:solidFill>
              </a:rPr>
              <a:t>tx_timeout</a:t>
            </a:r>
            <a:r>
              <a:rPr lang="en-US" altLang="zh-CN" sz="2000" dirty="0" smtClean="0">
                <a:solidFill>
                  <a:schemeClr val="tx1"/>
                </a:solidFill>
              </a:rPr>
              <a:t>)(</a:t>
            </a:r>
            <a:r>
              <a:rPr lang="en-US" altLang="zh-CN" sz="2000" dirty="0" err="1" smtClean="0">
                <a:solidFill>
                  <a:schemeClr val="tx1"/>
                </a:solidFill>
              </a:rPr>
              <a:t>struct</a:t>
            </a:r>
            <a:r>
              <a:rPr lang="en-US" altLang="zh-CN" sz="2000" dirty="0" smtClean="0">
                <a:solidFill>
                  <a:schemeClr val="tx1"/>
                </a:solidFill>
              </a:rPr>
              <a:t> </a:t>
            </a:r>
            <a:r>
              <a:rPr lang="en-US" altLang="zh-CN" sz="2000" dirty="0" err="1" smtClean="0">
                <a:solidFill>
                  <a:schemeClr val="tx1"/>
                </a:solidFill>
              </a:rPr>
              <a:t>net_device</a:t>
            </a:r>
            <a:r>
              <a:rPr lang="en-US" altLang="zh-CN" sz="2000" dirty="0" smtClean="0">
                <a:solidFill>
                  <a:schemeClr val="tx1"/>
                </a:solidFill>
              </a:rPr>
              <a:t> *dev);</a:t>
            </a:r>
          </a:p>
          <a:p>
            <a:pPr lvl="1" eaLnBrk="1" hangingPunct="1">
              <a:lnSpc>
                <a:spcPct val="80000"/>
              </a:lnSpc>
              <a:buFont typeface="Wingdings 3" pitchFamily="18" charset="2"/>
              <a:buNone/>
            </a:pPr>
            <a:r>
              <a:rPr lang="en-US" altLang="zh-CN" sz="2000" dirty="0" smtClean="0">
                <a:solidFill>
                  <a:schemeClr val="tx1"/>
                </a:solidFill>
              </a:rPr>
              <a:t>	</a:t>
            </a:r>
            <a:r>
              <a:rPr lang="zh-CN" altLang="en-US" sz="2000" dirty="0" smtClean="0">
                <a:solidFill>
                  <a:schemeClr val="tx1"/>
                </a:solidFill>
              </a:rPr>
              <a:t>如果数据包发送在超时时间内失败，这时该方法被调用。这个方法应该解决失败的问题并重新开始发送数据包</a:t>
            </a:r>
            <a:endParaRPr lang="en-US" altLang="zh-CN" sz="2000" dirty="0" smtClean="0">
              <a:solidFill>
                <a:schemeClr val="tx1"/>
              </a:solidFill>
            </a:endParaRPr>
          </a:p>
          <a:p>
            <a:pPr lvl="1" eaLnBrk="1" hangingPunct="1">
              <a:lnSpc>
                <a:spcPct val="80000"/>
              </a:lnSpc>
              <a:buFont typeface="Wingdings 3" pitchFamily="18" charset="2"/>
              <a:buNone/>
            </a:pPr>
            <a:endParaRPr lang="zh-CN" altLang="en-US" sz="2000" dirty="0" smtClean="0">
              <a:solidFill>
                <a:schemeClr val="tx1"/>
              </a:solidFill>
            </a:endParaRPr>
          </a:p>
          <a:p>
            <a:pPr lvl="1" eaLnBrk="1" hangingPunct="1">
              <a:lnSpc>
                <a:spcPct val="80000"/>
              </a:lnSpc>
            </a:pPr>
            <a:r>
              <a:rPr lang="en-US" altLang="zh-CN" dirty="0" err="1" smtClean="0">
                <a:solidFill>
                  <a:schemeClr val="tx1"/>
                </a:solidFill>
              </a:rPr>
              <a:t>struct</a:t>
            </a:r>
            <a:r>
              <a:rPr lang="en-US" altLang="zh-CN" dirty="0" smtClean="0">
                <a:solidFill>
                  <a:schemeClr val="tx1"/>
                </a:solidFill>
              </a:rPr>
              <a:t> </a:t>
            </a:r>
            <a:r>
              <a:rPr lang="en-US" altLang="zh-CN" dirty="0" err="1" smtClean="0">
                <a:solidFill>
                  <a:schemeClr val="tx1"/>
                </a:solidFill>
              </a:rPr>
              <a:t>net_device_stats</a:t>
            </a:r>
            <a:r>
              <a:rPr lang="en-US" altLang="zh-CN" dirty="0" smtClean="0">
                <a:solidFill>
                  <a:schemeClr val="tx1"/>
                </a:solidFill>
              </a:rPr>
              <a:t> *(*</a:t>
            </a:r>
            <a:r>
              <a:rPr lang="en-US" altLang="zh-CN" dirty="0" err="1" smtClean="0">
                <a:solidFill>
                  <a:schemeClr val="tx1"/>
                </a:solidFill>
              </a:rPr>
              <a:t>get_stats</a:t>
            </a:r>
            <a:r>
              <a:rPr lang="en-US" altLang="zh-CN" dirty="0" smtClean="0">
                <a:solidFill>
                  <a:schemeClr val="tx1"/>
                </a:solidFill>
              </a:rPr>
              <a:t>)(</a:t>
            </a:r>
            <a:r>
              <a:rPr lang="en-US" altLang="zh-CN" dirty="0" err="1" smtClean="0">
                <a:solidFill>
                  <a:schemeClr val="tx1"/>
                </a:solidFill>
              </a:rPr>
              <a:t>struct</a:t>
            </a:r>
            <a:r>
              <a:rPr lang="en-US" altLang="zh-CN" dirty="0" smtClean="0">
                <a:solidFill>
                  <a:schemeClr val="tx1"/>
                </a:solidFill>
              </a:rPr>
              <a:t> </a:t>
            </a:r>
            <a:r>
              <a:rPr lang="en-US" altLang="zh-CN" dirty="0" err="1" smtClean="0">
                <a:solidFill>
                  <a:schemeClr val="tx1"/>
                </a:solidFill>
              </a:rPr>
              <a:t>net_device</a:t>
            </a:r>
            <a:r>
              <a:rPr lang="en-US" altLang="zh-CN" dirty="0" smtClean="0">
                <a:solidFill>
                  <a:schemeClr val="tx1"/>
                </a:solidFill>
              </a:rPr>
              <a:t> *dev);</a:t>
            </a:r>
          </a:p>
          <a:p>
            <a:pPr lvl="1" eaLnBrk="1" hangingPunct="1">
              <a:lnSpc>
                <a:spcPct val="80000"/>
              </a:lnSpc>
              <a:buFont typeface="Wingdings 3" pitchFamily="18" charset="2"/>
              <a:buNone/>
            </a:pPr>
            <a:r>
              <a:rPr lang="en-US" altLang="zh-CN" sz="2000" dirty="0" smtClean="0">
                <a:solidFill>
                  <a:schemeClr val="tx1"/>
                </a:solidFill>
              </a:rPr>
              <a:t>	</a:t>
            </a:r>
            <a:r>
              <a:rPr lang="zh-CN" altLang="en-US" sz="2000" dirty="0" smtClean="0">
                <a:solidFill>
                  <a:schemeClr val="tx1"/>
                </a:solidFill>
              </a:rPr>
              <a:t>当应用程序需要获得接口的统计信息时，这个方法被调用</a:t>
            </a:r>
          </a:p>
        </p:txBody>
      </p:sp>
    </p:spTree>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idx="4294967295"/>
          </p:nvPr>
        </p:nvSpPr>
        <p:spPr>
          <a:xfrm>
            <a:off x="457200" y="428603"/>
            <a:ext cx="8221663" cy="704871"/>
          </a:xfrm>
        </p:spPr>
        <p:txBody>
          <a:bodyPr lIns="92075" tIns="46038" rIns="92075" bIns="46038" anchor="ctr"/>
          <a:lstStyle/>
          <a:p>
            <a:pPr eaLnBrk="1" hangingPunct="1"/>
            <a:r>
              <a:rPr lang="en-US" altLang="zh-CN" dirty="0" err="1" smtClean="0"/>
              <a:t>net_device</a:t>
            </a:r>
            <a:r>
              <a:rPr lang="zh-CN" altLang="en-US" dirty="0" smtClean="0"/>
              <a:t>结构分析（</a:t>
            </a:r>
            <a:r>
              <a:rPr lang="en-US" altLang="zh-CN" dirty="0" smtClean="0"/>
              <a:t>6</a:t>
            </a:r>
            <a:r>
              <a:rPr lang="zh-CN" altLang="en-US" dirty="0" smtClean="0"/>
              <a:t>）</a:t>
            </a:r>
          </a:p>
        </p:txBody>
      </p:sp>
      <p:sp>
        <p:nvSpPr>
          <p:cNvPr id="325635" name="Rectangle 3"/>
          <p:cNvSpPr>
            <a:spLocks noGrp="1" noChangeArrowheads="1"/>
          </p:cNvSpPr>
          <p:nvPr>
            <p:ph type="body" idx="4294967295"/>
          </p:nvPr>
        </p:nvSpPr>
        <p:spPr/>
        <p:txBody>
          <a:bodyPr lIns="92075" tIns="46038" rIns="92075" bIns="46038"/>
          <a:lstStyle/>
          <a:p>
            <a:pPr eaLnBrk="1" hangingPunct="1">
              <a:lnSpc>
                <a:spcPct val="80000"/>
              </a:lnSpc>
            </a:pPr>
            <a:endParaRPr lang="en-US" altLang="zh-CN" sz="2000" dirty="0" smtClean="0"/>
          </a:p>
          <a:p>
            <a:pPr eaLnBrk="1" hangingPunct="1">
              <a:lnSpc>
                <a:spcPct val="80000"/>
              </a:lnSpc>
            </a:pPr>
            <a:r>
              <a:rPr lang="en-US" altLang="zh-CN" sz="2000" dirty="0" err="1" smtClean="0"/>
              <a:t>int</a:t>
            </a:r>
            <a:r>
              <a:rPr lang="en-US" altLang="zh-CN" sz="2000" dirty="0" smtClean="0"/>
              <a:t> (*</a:t>
            </a:r>
            <a:r>
              <a:rPr lang="en-US" altLang="zh-CN" sz="2000" dirty="0" err="1" smtClean="0"/>
              <a:t>set_config</a:t>
            </a:r>
            <a:r>
              <a:rPr lang="en-US" altLang="zh-CN" sz="2000" dirty="0" smtClean="0"/>
              <a:t>)(</a:t>
            </a:r>
            <a:r>
              <a:rPr lang="en-US" altLang="zh-CN" sz="2000" dirty="0" err="1" smtClean="0"/>
              <a:t>struct</a:t>
            </a:r>
            <a:r>
              <a:rPr lang="en-US" altLang="zh-CN" sz="2000" dirty="0" smtClean="0"/>
              <a:t> </a:t>
            </a:r>
            <a:r>
              <a:rPr lang="en-US" altLang="zh-CN" sz="2000" dirty="0" err="1" smtClean="0"/>
              <a:t>net_device</a:t>
            </a:r>
            <a:r>
              <a:rPr lang="en-US" altLang="zh-CN" sz="2000" dirty="0" smtClean="0"/>
              <a:t> *dev, </a:t>
            </a:r>
            <a:r>
              <a:rPr lang="en-US" altLang="zh-CN" sz="2000" dirty="0" err="1" smtClean="0"/>
              <a:t>struct</a:t>
            </a:r>
            <a:r>
              <a:rPr lang="en-US" altLang="zh-CN" sz="2000" dirty="0" smtClean="0"/>
              <a:t> </a:t>
            </a:r>
            <a:r>
              <a:rPr lang="en-US" altLang="zh-CN" sz="2000" dirty="0" err="1" smtClean="0"/>
              <a:t>ifmap</a:t>
            </a:r>
            <a:r>
              <a:rPr lang="en-US" altLang="zh-CN" sz="2000" dirty="0" smtClean="0"/>
              <a:t> *map);</a:t>
            </a:r>
          </a:p>
          <a:p>
            <a:pPr lvl="1" eaLnBrk="1" hangingPunct="1">
              <a:lnSpc>
                <a:spcPct val="80000"/>
              </a:lnSpc>
              <a:buNone/>
            </a:pPr>
            <a:r>
              <a:rPr lang="en-US" altLang="zh-CN" sz="2000" dirty="0" smtClean="0"/>
              <a:t>	</a:t>
            </a:r>
            <a:r>
              <a:rPr lang="zh-CN" altLang="en-US" sz="2000" dirty="0" smtClean="0"/>
              <a:t>改变接口的配置。比如改变</a:t>
            </a:r>
            <a:r>
              <a:rPr lang="en-US" altLang="zh-CN" sz="2000" dirty="0" smtClean="0"/>
              <a:t>I/O</a:t>
            </a:r>
            <a:r>
              <a:rPr lang="zh-CN" altLang="en-US" sz="2000" dirty="0" smtClean="0"/>
              <a:t>端口和中断号等，现在的驱动程序通常无需该方法</a:t>
            </a:r>
          </a:p>
          <a:p>
            <a:pPr eaLnBrk="1" hangingPunct="1">
              <a:lnSpc>
                <a:spcPct val="80000"/>
              </a:lnSpc>
            </a:pPr>
            <a:endParaRPr lang="en-US" altLang="zh-CN" sz="2000" dirty="0" smtClean="0"/>
          </a:p>
          <a:p>
            <a:pPr eaLnBrk="1" hangingPunct="1">
              <a:lnSpc>
                <a:spcPct val="80000"/>
              </a:lnSpc>
            </a:pPr>
            <a:r>
              <a:rPr lang="en-US" altLang="zh-CN" sz="2000" dirty="0" err="1" smtClean="0"/>
              <a:t>int</a:t>
            </a:r>
            <a:r>
              <a:rPr lang="en-US" altLang="zh-CN" sz="2000" dirty="0" smtClean="0"/>
              <a:t> (*</a:t>
            </a:r>
            <a:r>
              <a:rPr lang="en-US" altLang="zh-CN" sz="2000" dirty="0" err="1" smtClean="0"/>
              <a:t>do_ioctl</a:t>
            </a:r>
            <a:r>
              <a:rPr lang="en-US" altLang="zh-CN" sz="2000" dirty="0" smtClean="0"/>
              <a:t>)(</a:t>
            </a:r>
            <a:r>
              <a:rPr lang="en-US" altLang="zh-CN" sz="2000" dirty="0" err="1" smtClean="0"/>
              <a:t>struct</a:t>
            </a:r>
            <a:r>
              <a:rPr lang="en-US" altLang="zh-CN" sz="2000" dirty="0" smtClean="0"/>
              <a:t> </a:t>
            </a:r>
            <a:r>
              <a:rPr lang="en-US" altLang="zh-CN" sz="2000" dirty="0" err="1" smtClean="0"/>
              <a:t>net_device</a:t>
            </a:r>
            <a:r>
              <a:rPr lang="en-US" altLang="zh-CN" sz="2000" dirty="0" smtClean="0"/>
              <a:t> *dev, </a:t>
            </a:r>
            <a:r>
              <a:rPr lang="en-US" altLang="zh-CN" sz="2000" dirty="0" err="1" smtClean="0"/>
              <a:t>struct</a:t>
            </a:r>
            <a:r>
              <a:rPr lang="en-US" altLang="zh-CN" sz="2000" dirty="0" smtClean="0"/>
              <a:t> </a:t>
            </a:r>
            <a:r>
              <a:rPr lang="en-US" altLang="zh-CN" sz="2000" dirty="0" err="1" smtClean="0"/>
              <a:t>ifreq</a:t>
            </a:r>
            <a:r>
              <a:rPr lang="en-US" altLang="zh-CN" sz="2000" dirty="0" smtClean="0"/>
              <a:t> *</a:t>
            </a:r>
            <a:r>
              <a:rPr lang="en-US" altLang="zh-CN" sz="2000" dirty="0" err="1" smtClean="0"/>
              <a:t>ifr</a:t>
            </a:r>
            <a:r>
              <a:rPr lang="en-US" altLang="zh-CN" sz="2000" dirty="0" smtClean="0"/>
              <a:t>, </a:t>
            </a:r>
            <a:r>
              <a:rPr lang="en-US" altLang="zh-CN" sz="2000" dirty="0" err="1" smtClean="0"/>
              <a:t>int</a:t>
            </a:r>
            <a:r>
              <a:rPr lang="en-US" altLang="zh-CN" sz="2000" dirty="0" smtClean="0"/>
              <a:t> </a:t>
            </a:r>
            <a:r>
              <a:rPr lang="en-US" altLang="zh-CN" sz="2000" dirty="0" err="1" smtClean="0"/>
              <a:t>cmd</a:t>
            </a:r>
            <a:r>
              <a:rPr lang="en-US" altLang="zh-CN" sz="2000" dirty="0" smtClean="0"/>
              <a:t>);</a:t>
            </a:r>
          </a:p>
          <a:p>
            <a:pPr eaLnBrk="1" hangingPunct="1">
              <a:lnSpc>
                <a:spcPct val="80000"/>
              </a:lnSpc>
              <a:buFont typeface="Wingdings 3" pitchFamily="18" charset="2"/>
              <a:buNone/>
            </a:pPr>
            <a:r>
              <a:rPr lang="en-US" altLang="zh-CN" sz="2000" dirty="0" smtClean="0"/>
              <a:t>	</a:t>
            </a:r>
            <a:r>
              <a:rPr lang="zh-CN" altLang="en-US" sz="2000" dirty="0" smtClean="0"/>
              <a:t>用来实现设备自定义的</a:t>
            </a:r>
            <a:r>
              <a:rPr lang="en-US" altLang="zh-CN" sz="2000" dirty="0" err="1" smtClean="0"/>
              <a:t>ioctl</a:t>
            </a:r>
            <a:r>
              <a:rPr lang="zh-CN" altLang="en-US" sz="2000" dirty="0" smtClean="0"/>
              <a:t>命令。如果不需要自定义命令，可以为</a:t>
            </a:r>
            <a:r>
              <a:rPr lang="en-US" altLang="zh-CN" sz="2000" dirty="0" smtClean="0"/>
              <a:t>NULL</a:t>
            </a:r>
          </a:p>
          <a:p>
            <a:pPr eaLnBrk="1" hangingPunct="1">
              <a:lnSpc>
                <a:spcPct val="80000"/>
              </a:lnSpc>
              <a:buFont typeface="Wingdings 3" pitchFamily="18" charset="2"/>
              <a:buNone/>
            </a:pPr>
            <a:endParaRPr lang="en-US" altLang="zh-CN" sz="2000" dirty="0" smtClean="0"/>
          </a:p>
          <a:p>
            <a:pPr eaLnBrk="1" hangingPunct="1">
              <a:lnSpc>
                <a:spcPct val="80000"/>
              </a:lnSpc>
            </a:pPr>
            <a:r>
              <a:rPr lang="en-US" altLang="zh-CN" sz="2000" dirty="0" smtClean="0"/>
              <a:t>void (*</a:t>
            </a:r>
            <a:r>
              <a:rPr lang="en-US" altLang="zh-CN" sz="2000" dirty="0" err="1" smtClean="0"/>
              <a:t>set_multicast_list</a:t>
            </a:r>
            <a:r>
              <a:rPr lang="en-US" altLang="zh-CN" sz="2000" dirty="0" smtClean="0"/>
              <a:t>)(</a:t>
            </a:r>
            <a:r>
              <a:rPr lang="en-US" altLang="zh-CN" sz="2000" dirty="0" err="1" smtClean="0"/>
              <a:t>struct</a:t>
            </a:r>
            <a:r>
              <a:rPr lang="en-US" altLang="zh-CN" sz="2000" dirty="0" smtClean="0"/>
              <a:t> </a:t>
            </a:r>
            <a:r>
              <a:rPr lang="en-US" altLang="zh-CN" sz="2000" dirty="0" err="1" smtClean="0"/>
              <a:t>net_device</a:t>
            </a:r>
            <a:r>
              <a:rPr lang="en-US" altLang="zh-CN" sz="2000" dirty="0" smtClean="0"/>
              <a:t> *dev);</a:t>
            </a:r>
          </a:p>
          <a:p>
            <a:pPr eaLnBrk="1" hangingPunct="1">
              <a:lnSpc>
                <a:spcPct val="80000"/>
              </a:lnSpc>
              <a:buFont typeface="Wingdings 3" pitchFamily="18" charset="2"/>
              <a:buNone/>
            </a:pPr>
            <a:r>
              <a:rPr lang="en-US" altLang="zh-CN" sz="2000" dirty="0" smtClean="0"/>
              <a:t>	</a:t>
            </a:r>
            <a:r>
              <a:rPr lang="zh-CN" altLang="en-US" sz="2000" dirty="0" smtClean="0"/>
              <a:t>当设备的组播列表改变或设备标志改变时，该方法被调用</a:t>
            </a:r>
            <a:endParaRPr lang="en-US" altLang="zh-CN" sz="2000" dirty="0" smtClean="0"/>
          </a:p>
          <a:p>
            <a:pPr eaLnBrk="1" hangingPunct="1">
              <a:lnSpc>
                <a:spcPct val="80000"/>
              </a:lnSpc>
              <a:buFont typeface="Wingdings 3" pitchFamily="18" charset="2"/>
              <a:buNone/>
            </a:pPr>
            <a:endParaRPr lang="zh-CN" altLang="en-US" sz="2000" dirty="0" smtClean="0"/>
          </a:p>
          <a:p>
            <a:pPr eaLnBrk="1" hangingPunct="1">
              <a:lnSpc>
                <a:spcPct val="80000"/>
              </a:lnSpc>
            </a:pPr>
            <a:r>
              <a:rPr lang="en-US" altLang="zh-CN" sz="2000" dirty="0" err="1" smtClean="0"/>
              <a:t>int</a:t>
            </a:r>
            <a:r>
              <a:rPr lang="en-US" altLang="zh-CN" sz="2000" dirty="0" smtClean="0"/>
              <a:t> (*</a:t>
            </a:r>
            <a:r>
              <a:rPr lang="en-US" altLang="zh-CN" sz="2000" dirty="0" err="1" smtClean="0"/>
              <a:t>set_mac_address</a:t>
            </a:r>
            <a:r>
              <a:rPr lang="en-US" altLang="zh-CN" sz="2000" dirty="0" smtClean="0"/>
              <a:t>)(</a:t>
            </a:r>
            <a:r>
              <a:rPr lang="en-US" altLang="zh-CN" sz="2000" dirty="0" err="1" smtClean="0"/>
              <a:t>struct</a:t>
            </a:r>
            <a:r>
              <a:rPr lang="en-US" altLang="zh-CN" sz="2000" dirty="0" smtClean="0"/>
              <a:t> </a:t>
            </a:r>
            <a:r>
              <a:rPr lang="en-US" altLang="zh-CN" sz="2000" dirty="0" err="1" smtClean="0"/>
              <a:t>net_device</a:t>
            </a:r>
            <a:r>
              <a:rPr lang="en-US" altLang="zh-CN" sz="2000" dirty="0" smtClean="0"/>
              <a:t> *dev, void *</a:t>
            </a:r>
            <a:r>
              <a:rPr lang="en-US" altLang="zh-CN" sz="2000" dirty="0" err="1" smtClean="0"/>
              <a:t>addr</a:t>
            </a:r>
            <a:r>
              <a:rPr lang="en-US" altLang="zh-CN" sz="2000" dirty="0" smtClean="0"/>
              <a:t>);</a:t>
            </a:r>
          </a:p>
          <a:p>
            <a:pPr eaLnBrk="1" hangingPunct="1">
              <a:lnSpc>
                <a:spcPct val="80000"/>
              </a:lnSpc>
              <a:buFont typeface="Wingdings 3" pitchFamily="18" charset="2"/>
              <a:buNone/>
            </a:pPr>
            <a:r>
              <a:rPr lang="en-US" altLang="zh-CN" sz="2000" dirty="0" smtClean="0"/>
              <a:t>	</a:t>
            </a:r>
            <a:r>
              <a:rPr lang="zh-CN" altLang="en-US" sz="2000" dirty="0" smtClean="0"/>
              <a:t>如果接口支持</a:t>
            </a:r>
            <a:r>
              <a:rPr lang="en-US" altLang="zh-CN" sz="2000" dirty="0" smtClean="0"/>
              <a:t>MAC</a:t>
            </a:r>
            <a:r>
              <a:rPr lang="zh-CN" altLang="en-US" sz="2000" dirty="0" smtClean="0"/>
              <a:t>地址改变，则可以实现该函数</a:t>
            </a:r>
          </a:p>
        </p:txBody>
      </p:sp>
    </p:spTree>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 </a:t>
            </a:r>
          </a:p>
        </p:txBody>
      </p:sp>
      <p:sp>
        <p:nvSpPr>
          <p:cNvPr id="356355" name="Rectangle 3"/>
          <p:cNvSpPr>
            <a:spLocks noGrp="1"/>
          </p:cNvSpPr>
          <p:nvPr>
            <p:ph type="body" idx="1"/>
          </p:nvPr>
        </p:nvSpPr>
        <p:spPr/>
        <p:txBody>
          <a:bodyPr/>
          <a:lstStyle/>
          <a:p>
            <a:pPr>
              <a:lnSpc>
                <a:spcPct val="150000"/>
              </a:lnSpc>
            </a:pPr>
            <a:r>
              <a:rPr lang="en-US" altLang="zh-CN" dirty="0" smtClean="0"/>
              <a:t>OSI</a:t>
            </a:r>
            <a:r>
              <a:rPr lang="zh-CN" altLang="en-US" dirty="0" smtClean="0"/>
              <a:t>网络参考模型</a:t>
            </a:r>
          </a:p>
          <a:p>
            <a:pPr>
              <a:lnSpc>
                <a:spcPct val="150000"/>
              </a:lnSpc>
            </a:pPr>
            <a:r>
              <a:rPr lang="zh-CN" altLang="en-US" dirty="0" smtClean="0"/>
              <a:t>套结字（</a:t>
            </a:r>
            <a:r>
              <a:rPr lang="en-US" altLang="zh-CN" dirty="0" smtClean="0"/>
              <a:t>socket</a:t>
            </a:r>
            <a:r>
              <a:rPr lang="zh-CN" altLang="en-US" dirty="0" smtClean="0"/>
              <a:t>）简介</a:t>
            </a:r>
          </a:p>
          <a:p>
            <a:pPr>
              <a:lnSpc>
                <a:spcPct val="150000"/>
              </a:lnSpc>
            </a:pPr>
            <a:r>
              <a:rPr lang="zh-CN" altLang="en-US" dirty="0" smtClean="0"/>
              <a:t>套结字缓冲区（</a:t>
            </a:r>
            <a:r>
              <a:rPr lang="en-US" altLang="zh-CN" dirty="0" err="1" smtClean="0"/>
              <a:t>sk_buff</a:t>
            </a:r>
            <a:r>
              <a:rPr lang="zh-CN" altLang="en-US" dirty="0" smtClean="0"/>
              <a:t>）</a:t>
            </a:r>
          </a:p>
          <a:p>
            <a:pPr>
              <a:lnSpc>
                <a:spcPct val="150000"/>
              </a:lnSpc>
            </a:pPr>
            <a:r>
              <a:rPr lang="en-US" altLang="zh-CN" dirty="0" err="1" smtClean="0"/>
              <a:t>net_device</a:t>
            </a:r>
            <a:r>
              <a:rPr lang="zh-CN" altLang="en-US" dirty="0" smtClean="0"/>
              <a:t>结构分析</a:t>
            </a:r>
          </a:p>
          <a:p>
            <a:pPr>
              <a:lnSpc>
                <a:spcPct val="150000"/>
              </a:lnSpc>
            </a:pPr>
            <a:r>
              <a:rPr lang="zh-CN" altLang="en-US" i="1" u="sng" dirty="0" smtClean="0"/>
              <a:t>网络设备驱动编写</a:t>
            </a:r>
          </a:p>
          <a:p>
            <a:pPr>
              <a:buFont typeface="Wingdings 3" pitchFamily="18" charset="2"/>
              <a:buNone/>
            </a:pPr>
            <a:endParaRPr lang="zh-CN" altLang="en-US" dirty="0" smtClean="0"/>
          </a:p>
        </p:txBody>
      </p:sp>
    </p:spTree>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网络设备驱动的注册与注销 </a:t>
            </a:r>
          </a:p>
        </p:txBody>
      </p:sp>
      <p:sp>
        <p:nvSpPr>
          <p:cNvPr id="346115" name="Rectangle 3"/>
          <p:cNvSpPr>
            <a:spLocks noGrp="1"/>
          </p:cNvSpPr>
          <p:nvPr>
            <p:ph type="body" idx="1"/>
          </p:nvPr>
        </p:nvSpPr>
        <p:spPr/>
        <p:txBody>
          <a:bodyPr/>
          <a:lstStyle/>
          <a:p>
            <a:r>
              <a:rPr lang="zh-CN" altLang="en-US" dirty="0" smtClean="0"/>
              <a:t>网络设备驱动的注册与注销使用成对出现的</a:t>
            </a:r>
            <a:r>
              <a:rPr lang="en-US" altLang="zh-CN" dirty="0" err="1" smtClean="0"/>
              <a:t>register_netdev</a:t>
            </a:r>
            <a:r>
              <a:rPr lang="en-US" altLang="zh-CN" dirty="0" smtClean="0"/>
              <a:t>()</a:t>
            </a:r>
            <a:r>
              <a:rPr lang="zh-CN" altLang="en-US" dirty="0" smtClean="0"/>
              <a:t>和</a:t>
            </a:r>
            <a:r>
              <a:rPr lang="en-US" altLang="zh-CN" dirty="0" err="1" smtClean="0"/>
              <a:t>unregister_netdev</a:t>
            </a:r>
            <a:r>
              <a:rPr lang="en-US" altLang="zh-CN" dirty="0" smtClean="0"/>
              <a:t>()</a:t>
            </a:r>
            <a:r>
              <a:rPr lang="zh-CN" altLang="en-US" dirty="0" smtClean="0"/>
              <a:t>函数完成，这两个函数的原型为：</a:t>
            </a:r>
          </a:p>
          <a:p>
            <a:pPr lvl="1"/>
            <a:r>
              <a:rPr lang="en-US" altLang="zh-CN" dirty="0" err="1" smtClean="0"/>
              <a:t>int</a:t>
            </a:r>
            <a:r>
              <a:rPr lang="en-US" altLang="zh-CN" dirty="0" smtClean="0"/>
              <a:t> </a:t>
            </a:r>
            <a:r>
              <a:rPr lang="en-US" altLang="zh-CN" dirty="0" err="1" smtClean="0"/>
              <a:t>register_netdev</a:t>
            </a:r>
            <a:r>
              <a:rPr lang="en-US" altLang="zh-CN" dirty="0" smtClean="0"/>
              <a:t>(</a:t>
            </a:r>
            <a:r>
              <a:rPr lang="en-US" altLang="zh-CN" dirty="0" err="1" smtClean="0"/>
              <a:t>struct</a:t>
            </a:r>
            <a:r>
              <a:rPr lang="en-US" altLang="zh-CN" dirty="0" smtClean="0"/>
              <a:t> </a:t>
            </a:r>
            <a:r>
              <a:rPr lang="en-US" altLang="zh-CN" dirty="0" err="1" smtClean="0"/>
              <a:t>net_device</a:t>
            </a:r>
            <a:r>
              <a:rPr lang="en-US" altLang="zh-CN" dirty="0" smtClean="0"/>
              <a:t> *dev);</a:t>
            </a:r>
          </a:p>
          <a:p>
            <a:pPr lvl="1"/>
            <a:endParaRPr lang="en-US" altLang="zh-CN" dirty="0" smtClean="0"/>
          </a:p>
          <a:p>
            <a:pPr lvl="1"/>
            <a:r>
              <a:rPr lang="en-US" altLang="zh-CN" dirty="0" smtClean="0"/>
              <a:t>void </a:t>
            </a:r>
            <a:r>
              <a:rPr lang="en-US" altLang="zh-CN" dirty="0" err="1" smtClean="0"/>
              <a:t>unregister_netdev</a:t>
            </a:r>
            <a:r>
              <a:rPr lang="en-US" altLang="zh-CN" dirty="0" smtClean="0"/>
              <a:t>(</a:t>
            </a:r>
            <a:r>
              <a:rPr lang="en-US" altLang="zh-CN" dirty="0" err="1" smtClean="0"/>
              <a:t>struct</a:t>
            </a:r>
            <a:r>
              <a:rPr lang="en-US" altLang="zh-CN" dirty="0" smtClean="0"/>
              <a:t> </a:t>
            </a:r>
            <a:r>
              <a:rPr lang="en-US" altLang="zh-CN" dirty="0" err="1" smtClean="0"/>
              <a:t>net_device</a:t>
            </a:r>
            <a:r>
              <a:rPr lang="en-US" altLang="zh-CN" dirty="0" smtClean="0"/>
              <a:t> *dev);</a:t>
            </a:r>
          </a:p>
          <a:p>
            <a:pPr lvl="1"/>
            <a:endParaRPr lang="en-US" altLang="zh-CN" dirty="0" smtClean="0"/>
          </a:p>
          <a:p>
            <a:pPr lvl="1"/>
            <a:r>
              <a:rPr lang="zh-CN" altLang="en-US" dirty="0" smtClean="0"/>
              <a:t>这两个函数都接收一个</a:t>
            </a:r>
            <a:r>
              <a:rPr lang="en-US" altLang="zh-CN" dirty="0" err="1" smtClean="0"/>
              <a:t>net_device</a:t>
            </a:r>
            <a:r>
              <a:rPr lang="zh-CN" altLang="en-US" dirty="0" smtClean="0"/>
              <a:t>结构体指针为参数，可见</a:t>
            </a:r>
            <a:r>
              <a:rPr lang="en-US" altLang="zh-CN" dirty="0" err="1" smtClean="0"/>
              <a:t>net_device</a:t>
            </a:r>
            <a:r>
              <a:rPr lang="zh-CN" altLang="en-US" dirty="0" smtClean="0"/>
              <a:t>数据结构在网络设备驱动中的核心地位。</a:t>
            </a:r>
          </a:p>
        </p:txBody>
      </p:sp>
    </p:spTree>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网络设备的初始化 </a:t>
            </a:r>
          </a:p>
        </p:txBody>
      </p:sp>
      <p:sp>
        <p:nvSpPr>
          <p:cNvPr id="347139" name="Rectangle 3"/>
          <p:cNvSpPr>
            <a:spLocks noGrp="1"/>
          </p:cNvSpPr>
          <p:nvPr>
            <p:ph type="body" idx="1"/>
          </p:nvPr>
        </p:nvSpPr>
        <p:spPr/>
        <p:txBody>
          <a:bodyPr/>
          <a:lstStyle/>
          <a:p>
            <a:r>
              <a:rPr lang="zh-CN" altLang="en-US" sz="2400" smtClean="0"/>
              <a:t>设备探测工作在</a:t>
            </a:r>
            <a:r>
              <a:rPr lang="en-US" altLang="zh-CN" sz="2400" smtClean="0"/>
              <a:t>init</a:t>
            </a:r>
            <a:r>
              <a:rPr lang="zh-CN" altLang="en-US" sz="2400" smtClean="0"/>
              <a:t>方法中进行，一般调用一个称之为</a:t>
            </a:r>
            <a:r>
              <a:rPr lang="en-US" altLang="zh-CN" sz="2400" smtClean="0"/>
              <a:t>probe</a:t>
            </a:r>
            <a:r>
              <a:rPr lang="zh-CN" altLang="en-US" sz="2400" smtClean="0"/>
              <a:t>方法的函数</a:t>
            </a:r>
          </a:p>
          <a:p>
            <a:pPr eaLnBrk="1" hangingPunct="1"/>
            <a:r>
              <a:rPr lang="zh-CN" altLang="en-US" sz="2400" smtClean="0"/>
              <a:t>初始化的主要工作是检测设备，配置和初始化硬件，如果私有信息中包括自旋锁或信号量等并发或同步机制，则需对其进行初始化，最后向系统申请这些资源。此外，填充该设备的</a:t>
            </a:r>
            <a:r>
              <a:rPr lang="en-US" altLang="zh-CN" sz="2400" smtClean="0"/>
              <a:t>dev</a:t>
            </a:r>
            <a:r>
              <a:rPr lang="zh-CN" altLang="en-US" sz="2400" smtClean="0"/>
              <a:t>结构，我们可以调用内核提供的</a:t>
            </a:r>
            <a:r>
              <a:rPr lang="en-US" altLang="zh-CN" sz="2400" smtClean="0"/>
              <a:t>ether_setup</a:t>
            </a:r>
            <a:r>
              <a:rPr lang="zh-CN" altLang="en-US" sz="2400" smtClean="0"/>
              <a:t>方法来设置一些以太网默认的设置</a:t>
            </a:r>
          </a:p>
          <a:p>
            <a:r>
              <a:rPr lang="zh-CN" altLang="en-US" sz="2400" smtClean="0"/>
              <a:t>初始化函数是</a:t>
            </a:r>
            <a:r>
              <a:rPr lang="en-US" altLang="zh-CN" sz="2400" smtClean="0"/>
              <a:t>net_device</a:t>
            </a:r>
            <a:r>
              <a:rPr lang="zh-CN" altLang="en-US" sz="2400" smtClean="0"/>
              <a:t>结构体的</a:t>
            </a:r>
            <a:r>
              <a:rPr lang="en-US" altLang="zh-CN" sz="2400" smtClean="0"/>
              <a:t>init</a:t>
            </a:r>
            <a:r>
              <a:rPr lang="zh-CN" altLang="en-US" sz="2400" smtClean="0"/>
              <a:t>项指定</a:t>
            </a:r>
          </a:p>
          <a:p>
            <a:pPr lvl="1">
              <a:buFont typeface="Wingdings 3" pitchFamily="18" charset="2"/>
              <a:buNone/>
            </a:pPr>
            <a:r>
              <a:rPr lang="en-US" altLang="zh-CN" sz="1800" smtClean="0"/>
              <a:t>	static struct net_device cs8900_dev =</a:t>
            </a:r>
          </a:p>
          <a:p>
            <a:pPr lvl="1">
              <a:buFont typeface="Wingdings 3" pitchFamily="18" charset="2"/>
              <a:buNone/>
            </a:pPr>
            <a:r>
              <a:rPr lang="en-US" altLang="zh-CN" sz="1800" smtClean="0"/>
              <a:t>	{</a:t>
            </a:r>
          </a:p>
          <a:p>
            <a:pPr lvl="1">
              <a:buFont typeface="Wingdings 3" pitchFamily="18" charset="2"/>
              <a:buNone/>
            </a:pPr>
            <a:r>
              <a:rPr lang="en-US" altLang="zh-CN" sz="1800" smtClean="0"/>
              <a:t>	        init: cs8900_probe</a:t>
            </a:r>
          </a:p>
          <a:p>
            <a:pPr lvl="1">
              <a:buFont typeface="Wingdings 3" pitchFamily="18" charset="2"/>
              <a:buNone/>
            </a:pPr>
            <a:r>
              <a:rPr lang="en-US" altLang="zh-CN" sz="1800" smtClean="0"/>
              <a:t>	};</a:t>
            </a:r>
            <a:endParaRPr lang="zh-CN" altLang="en-US" sz="1800" smtClean="0"/>
          </a:p>
        </p:txBody>
      </p:sp>
    </p:spTree>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idx="4294967295"/>
          </p:nvPr>
        </p:nvSpPr>
        <p:spPr>
          <a:xfrm>
            <a:off x="457200" y="357165"/>
            <a:ext cx="8221663" cy="776309"/>
          </a:xfrm>
        </p:spPr>
        <p:txBody>
          <a:bodyPr lIns="92075" tIns="46038" rIns="92075" bIns="46038" anchor="ctr"/>
          <a:lstStyle/>
          <a:p>
            <a:pPr eaLnBrk="1" hangingPunct="1"/>
            <a:r>
              <a:rPr lang="zh-CN" altLang="en-US" dirty="0" smtClean="0"/>
              <a:t>打开和关闭网络设备</a:t>
            </a:r>
          </a:p>
        </p:txBody>
      </p:sp>
      <p:sp>
        <p:nvSpPr>
          <p:cNvPr id="327683" name="Rectangle 3"/>
          <p:cNvSpPr>
            <a:spLocks noGrp="1" noChangeArrowheads="1"/>
          </p:cNvSpPr>
          <p:nvPr>
            <p:ph type="body" idx="4294967295"/>
          </p:nvPr>
        </p:nvSpPr>
        <p:spPr>
          <a:xfrm>
            <a:off x="457200" y="1219200"/>
            <a:ext cx="8229600" cy="4554538"/>
          </a:xfrm>
        </p:spPr>
        <p:txBody>
          <a:bodyPr lIns="92075" tIns="46038" rIns="92075" bIns="46038"/>
          <a:lstStyle/>
          <a:p>
            <a:pPr eaLnBrk="1" hangingPunct="1">
              <a:lnSpc>
                <a:spcPct val="80000"/>
              </a:lnSpc>
            </a:pPr>
            <a:r>
              <a:rPr lang="zh-CN" altLang="en-US" sz="2400" dirty="0" smtClean="0"/>
              <a:t>系统响应</a:t>
            </a:r>
            <a:r>
              <a:rPr lang="en-US" altLang="zh-CN" sz="2400" dirty="0" err="1" smtClean="0"/>
              <a:t>ifconfig</a:t>
            </a:r>
            <a:r>
              <a:rPr lang="zh-CN" altLang="en-US" sz="2400" dirty="0" smtClean="0"/>
              <a:t>命令时，打开和关闭一个接口</a:t>
            </a:r>
          </a:p>
          <a:p>
            <a:pPr eaLnBrk="1" hangingPunct="1">
              <a:lnSpc>
                <a:spcPct val="80000"/>
              </a:lnSpc>
            </a:pPr>
            <a:r>
              <a:rPr lang="en-US" altLang="zh-CN" sz="2400" dirty="0" err="1" smtClean="0"/>
              <a:t>ifconfig</a:t>
            </a:r>
            <a:r>
              <a:rPr lang="zh-CN" altLang="en-US" sz="2400" dirty="0" smtClean="0"/>
              <a:t>开始会调用</a:t>
            </a:r>
            <a:r>
              <a:rPr lang="en-US" altLang="zh-CN" sz="2400" dirty="0" err="1" smtClean="0"/>
              <a:t>ioctl</a:t>
            </a:r>
            <a:r>
              <a:rPr lang="en-US" altLang="zh-CN" sz="2400" dirty="0" smtClean="0"/>
              <a:t>(SIOCSIFADDR)</a:t>
            </a:r>
            <a:r>
              <a:rPr lang="zh-CN" altLang="en-US" sz="2400" dirty="0" smtClean="0"/>
              <a:t>来将地址赋予接口。响应</a:t>
            </a:r>
            <a:r>
              <a:rPr lang="en-US" altLang="zh-CN" sz="2400" dirty="0" smtClean="0"/>
              <a:t>SIOCSIFADDR</a:t>
            </a:r>
            <a:r>
              <a:rPr lang="zh-CN" altLang="en-US" sz="2400" dirty="0" smtClean="0"/>
              <a:t>由内核来完成，与设备无关</a:t>
            </a:r>
            <a:endParaRPr lang="en-US" altLang="zh-CN" sz="2400" dirty="0" smtClean="0"/>
          </a:p>
          <a:p>
            <a:pPr eaLnBrk="1" hangingPunct="1">
              <a:lnSpc>
                <a:spcPct val="80000"/>
              </a:lnSpc>
            </a:pPr>
            <a:endParaRPr lang="zh-CN" altLang="en-US" sz="2400" dirty="0" smtClean="0"/>
          </a:p>
          <a:p>
            <a:pPr eaLnBrk="1" hangingPunct="1">
              <a:lnSpc>
                <a:spcPct val="80000"/>
              </a:lnSpc>
            </a:pPr>
            <a:r>
              <a:rPr lang="zh-CN" altLang="en-US" sz="2400" dirty="0" smtClean="0"/>
              <a:t>接着，</a:t>
            </a:r>
            <a:r>
              <a:rPr lang="en-US" altLang="zh-CN" sz="2400" dirty="0" err="1" smtClean="0"/>
              <a:t>ifconfig</a:t>
            </a:r>
            <a:r>
              <a:rPr lang="zh-CN" altLang="en-US" sz="2400" dirty="0" smtClean="0"/>
              <a:t>会调用</a:t>
            </a:r>
            <a:r>
              <a:rPr lang="en-US" altLang="zh-CN" sz="2400" dirty="0" err="1" smtClean="0"/>
              <a:t>ioctl</a:t>
            </a:r>
            <a:r>
              <a:rPr lang="en-US" altLang="zh-CN" sz="2400" dirty="0" smtClean="0"/>
              <a:t>(SIOCSIFFLAGS)</a:t>
            </a:r>
            <a:r>
              <a:rPr lang="zh-CN" altLang="en-US" sz="2400" dirty="0" smtClean="0"/>
              <a:t>，设置</a:t>
            </a:r>
            <a:r>
              <a:rPr lang="zh-CN" altLang="zh-CN" sz="2400" dirty="0" smtClean="0"/>
              <a:t>dev-&gt;flag的IFF_UP位</a:t>
            </a:r>
            <a:r>
              <a:rPr lang="zh-CN" altLang="en-US" sz="2400" dirty="0" smtClean="0"/>
              <a:t>来打开设备，这个调用会使得设备的</a:t>
            </a:r>
            <a:r>
              <a:rPr lang="en-US" altLang="zh-CN" sz="2400" dirty="0" smtClean="0"/>
              <a:t>open</a:t>
            </a:r>
            <a:r>
              <a:rPr lang="zh-CN" altLang="en-US" sz="2400" dirty="0" smtClean="0"/>
              <a:t>方法得到调用</a:t>
            </a:r>
            <a:endParaRPr lang="en-US" altLang="zh-CN" sz="2400" dirty="0" smtClean="0"/>
          </a:p>
          <a:p>
            <a:pPr eaLnBrk="1" hangingPunct="1">
              <a:lnSpc>
                <a:spcPct val="80000"/>
              </a:lnSpc>
            </a:pPr>
            <a:endParaRPr lang="zh-CN" altLang="en-US" sz="2400" dirty="0" smtClean="0"/>
          </a:p>
          <a:p>
            <a:pPr eaLnBrk="1" hangingPunct="1">
              <a:lnSpc>
                <a:spcPct val="80000"/>
              </a:lnSpc>
            </a:pPr>
            <a:r>
              <a:rPr lang="zh-CN" altLang="en-US" sz="2400" dirty="0" smtClean="0"/>
              <a:t>当</a:t>
            </a:r>
            <a:r>
              <a:rPr lang="en-US" altLang="zh-CN" sz="2400" dirty="0" err="1" smtClean="0"/>
              <a:t>ifconfig</a:t>
            </a:r>
            <a:r>
              <a:rPr lang="zh-CN" altLang="en-US" sz="2400" dirty="0" smtClean="0"/>
              <a:t>调用</a:t>
            </a:r>
            <a:r>
              <a:rPr lang="en-US" altLang="zh-CN" sz="2400" dirty="0" err="1" smtClean="0"/>
              <a:t>ioctl</a:t>
            </a:r>
            <a:r>
              <a:rPr lang="en-US" altLang="zh-CN" sz="2400" dirty="0" smtClean="0"/>
              <a:t>(SIOCSIFFLAGS)</a:t>
            </a:r>
            <a:r>
              <a:rPr lang="zh-CN" altLang="en-US" sz="2400" dirty="0" smtClean="0"/>
              <a:t>，清除</a:t>
            </a:r>
            <a:r>
              <a:rPr lang="zh-CN" altLang="zh-CN" sz="2400" dirty="0" smtClean="0"/>
              <a:t>dev-&gt;flag的IFF_UP位时，设备的stop方法将被调用</a:t>
            </a:r>
            <a:endParaRPr lang="zh-CN" altLang="en-US" sz="2400" dirty="0" smtClean="0"/>
          </a:p>
        </p:txBody>
      </p:sp>
    </p:spTree>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网络设备的打开与释放 </a:t>
            </a:r>
          </a:p>
        </p:txBody>
      </p:sp>
      <p:sp>
        <p:nvSpPr>
          <p:cNvPr id="348163" name="Rectangle 3"/>
          <p:cNvSpPr>
            <a:spLocks noGrp="1"/>
          </p:cNvSpPr>
          <p:nvPr>
            <p:ph type="body" idx="1"/>
          </p:nvPr>
        </p:nvSpPr>
        <p:spPr/>
        <p:txBody>
          <a:bodyPr/>
          <a:lstStyle/>
          <a:p>
            <a:pPr>
              <a:lnSpc>
                <a:spcPct val="80000"/>
              </a:lnSpc>
            </a:pPr>
            <a:r>
              <a:rPr lang="zh-CN" altLang="en-US" sz="2400" dirty="0" smtClean="0"/>
              <a:t>网络设备的打开函数需要完成如下工作。</a:t>
            </a:r>
            <a:endParaRPr lang="zh-CN" altLang="en-US" sz="2400" dirty="0" smtClean="0">
              <a:sym typeface="Wingdings" pitchFamily="2" charset="2"/>
            </a:endParaRPr>
          </a:p>
          <a:p>
            <a:pPr lvl="1">
              <a:lnSpc>
                <a:spcPct val="80000"/>
              </a:lnSpc>
            </a:pPr>
            <a:r>
              <a:rPr lang="zh-CN" altLang="en-US" dirty="0" smtClean="0"/>
              <a:t>使能设备使用的硬件资源，申请</a:t>
            </a:r>
            <a:r>
              <a:rPr lang="en-US" altLang="zh-CN" dirty="0" smtClean="0"/>
              <a:t>I/O</a:t>
            </a:r>
            <a:r>
              <a:rPr lang="zh-CN" altLang="en-US" dirty="0" smtClean="0"/>
              <a:t>区域、中断和</a:t>
            </a:r>
            <a:r>
              <a:rPr lang="en-US" altLang="zh-CN" dirty="0" smtClean="0"/>
              <a:t>DMA</a:t>
            </a:r>
            <a:r>
              <a:rPr lang="zh-CN" altLang="en-US" dirty="0" smtClean="0"/>
              <a:t>通道等。</a:t>
            </a:r>
            <a:endParaRPr lang="zh-CN" altLang="en-US" dirty="0" smtClean="0">
              <a:sym typeface="Wingdings" pitchFamily="2" charset="2"/>
            </a:endParaRPr>
          </a:p>
          <a:p>
            <a:pPr lvl="1">
              <a:lnSpc>
                <a:spcPct val="80000"/>
              </a:lnSpc>
            </a:pPr>
            <a:r>
              <a:rPr lang="zh-CN" altLang="en-US" dirty="0" smtClean="0"/>
              <a:t>激活设备发送队列。</a:t>
            </a:r>
          </a:p>
          <a:p>
            <a:pPr>
              <a:lnSpc>
                <a:spcPct val="80000"/>
              </a:lnSpc>
              <a:buFont typeface="Wingdings 3" pitchFamily="18" charset="2"/>
              <a:buNone/>
            </a:pPr>
            <a:r>
              <a:rPr lang="en-US" altLang="zh-CN" sz="2400" dirty="0" smtClean="0"/>
              <a:t>	    void </a:t>
            </a:r>
            <a:r>
              <a:rPr lang="en-US" altLang="zh-CN" sz="2400" dirty="0" err="1" smtClean="0"/>
              <a:t>netif_start_queue</a:t>
            </a:r>
            <a:r>
              <a:rPr lang="en-US" altLang="zh-CN" sz="2400" dirty="0" smtClean="0"/>
              <a:t>(</a:t>
            </a:r>
            <a:r>
              <a:rPr lang="en-US" altLang="zh-CN" sz="2400" dirty="0" err="1" smtClean="0"/>
              <a:t>struct</a:t>
            </a:r>
            <a:r>
              <a:rPr lang="en-US" altLang="zh-CN" sz="2400" dirty="0" smtClean="0"/>
              <a:t> </a:t>
            </a:r>
            <a:r>
              <a:rPr lang="en-US" altLang="zh-CN" sz="2400" dirty="0" err="1" smtClean="0"/>
              <a:t>net_device</a:t>
            </a:r>
            <a:r>
              <a:rPr lang="en-US" altLang="zh-CN" sz="2400" dirty="0" smtClean="0"/>
              <a:t> *dev);</a:t>
            </a:r>
          </a:p>
          <a:p>
            <a:pPr>
              <a:lnSpc>
                <a:spcPct val="80000"/>
              </a:lnSpc>
              <a:buFont typeface="Wingdings 3" pitchFamily="18" charset="2"/>
              <a:buNone/>
            </a:pPr>
            <a:endParaRPr lang="zh-CN" altLang="en-US" sz="2400" dirty="0" smtClean="0"/>
          </a:p>
          <a:p>
            <a:pPr>
              <a:lnSpc>
                <a:spcPct val="80000"/>
              </a:lnSpc>
            </a:pPr>
            <a:r>
              <a:rPr lang="zh-CN" altLang="en-US" sz="2400" dirty="0" smtClean="0"/>
              <a:t>网络设备的关闭函数需要完成如下工作。</a:t>
            </a:r>
          </a:p>
          <a:p>
            <a:pPr lvl="1">
              <a:lnSpc>
                <a:spcPct val="80000"/>
              </a:lnSpc>
            </a:pPr>
            <a:r>
              <a:rPr lang="zh-CN" altLang="en-US" dirty="0" smtClean="0"/>
              <a:t>停止设备传输包。</a:t>
            </a:r>
          </a:p>
          <a:p>
            <a:pPr lvl="1">
              <a:lnSpc>
                <a:spcPct val="80000"/>
              </a:lnSpc>
              <a:buFont typeface="Wingdings 3" pitchFamily="18" charset="2"/>
              <a:buNone/>
            </a:pPr>
            <a:r>
              <a:rPr lang="en-US" altLang="zh-CN" dirty="0" smtClean="0"/>
              <a:t>    void </a:t>
            </a:r>
            <a:r>
              <a:rPr lang="en-US" altLang="zh-CN" dirty="0" err="1" smtClean="0"/>
              <a:t>netif_stop_queue</a:t>
            </a:r>
            <a:r>
              <a:rPr lang="en-US" altLang="zh-CN" dirty="0" smtClean="0"/>
              <a:t> (</a:t>
            </a:r>
            <a:r>
              <a:rPr lang="en-US" altLang="zh-CN" dirty="0" err="1" smtClean="0"/>
              <a:t>struct</a:t>
            </a:r>
            <a:r>
              <a:rPr lang="en-US" altLang="zh-CN" dirty="0" smtClean="0"/>
              <a:t> </a:t>
            </a:r>
            <a:r>
              <a:rPr lang="en-US" altLang="zh-CN" dirty="0" err="1" smtClean="0"/>
              <a:t>net_device</a:t>
            </a:r>
            <a:r>
              <a:rPr lang="en-US" altLang="zh-CN" dirty="0" smtClean="0"/>
              <a:t> *dev);</a:t>
            </a:r>
            <a:endParaRPr lang="zh-CN" altLang="en-US" dirty="0" smtClean="0">
              <a:sym typeface="Wingdings" pitchFamily="2" charset="2"/>
            </a:endParaRPr>
          </a:p>
          <a:p>
            <a:pPr lvl="1">
              <a:lnSpc>
                <a:spcPct val="80000"/>
              </a:lnSpc>
            </a:pPr>
            <a:r>
              <a:rPr lang="zh-CN" altLang="en-US" dirty="0" smtClean="0"/>
              <a:t>释放设备所使用的</a:t>
            </a:r>
            <a:r>
              <a:rPr lang="en-US" altLang="zh-CN" dirty="0" smtClean="0"/>
              <a:t>I/O</a:t>
            </a:r>
            <a:r>
              <a:rPr lang="zh-CN" altLang="en-US" dirty="0" smtClean="0"/>
              <a:t>区域、中断和</a:t>
            </a:r>
            <a:r>
              <a:rPr lang="en-US" altLang="zh-CN" dirty="0" smtClean="0"/>
              <a:t>DMA</a:t>
            </a:r>
            <a:r>
              <a:rPr lang="zh-CN" altLang="en-US" dirty="0" smtClean="0"/>
              <a:t>资源。</a:t>
            </a:r>
          </a:p>
          <a:p>
            <a:pPr>
              <a:lnSpc>
                <a:spcPct val="80000"/>
              </a:lnSpc>
              <a:buFont typeface="Wingdings 3" pitchFamily="18" charset="2"/>
              <a:buNone/>
            </a:pPr>
            <a:endParaRPr lang="zh-CN" altLang="en-US" sz="1600" dirty="0" smtClean="0">
              <a:sym typeface="Wingdings" pitchFamily="2" charset="2"/>
            </a:endParaRPr>
          </a:p>
          <a:p>
            <a:pPr>
              <a:lnSpc>
                <a:spcPct val="80000"/>
              </a:lnSpc>
            </a:pPr>
            <a:endParaRPr lang="zh-CN" altLang="en-US" sz="1400" dirty="0" smtClean="0">
              <a:sym typeface="Wingdings" pitchFamily="2" charset="2"/>
            </a:endParaRPr>
          </a:p>
          <a:p>
            <a:pPr>
              <a:lnSpc>
                <a:spcPct val="80000"/>
              </a:lnSpc>
              <a:buFont typeface="Wingdings 3" pitchFamily="18" charset="2"/>
              <a:buNone/>
            </a:pPr>
            <a:r>
              <a:rPr lang="zh-CN" altLang="en-US" sz="1400" dirty="0" smtClean="0"/>
              <a:t>	</a:t>
            </a:r>
          </a:p>
          <a:p>
            <a:pPr lvl="1">
              <a:lnSpc>
                <a:spcPct val="80000"/>
              </a:lnSpc>
              <a:buFont typeface="Wingdings 3" pitchFamily="18" charset="2"/>
              <a:buNone/>
            </a:pPr>
            <a:r>
              <a:rPr lang="en-US" altLang="zh-CN" sz="1400" dirty="0" smtClean="0"/>
              <a:t>	</a:t>
            </a:r>
            <a:endParaRPr lang="zh-CN" altLang="en-US" sz="1400" dirty="0" smtClean="0"/>
          </a:p>
        </p:txBody>
      </p:sp>
    </p:spTree>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网络设备打开和释放函数模板 </a:t>
            </a:r>
          </a:p>
        </p:txBody>
      </p:sp>
      <p:sp>
        <p:nvSpPr>
          <p:cNvPr id="357379" name="Rectangle 3"/>
          <p:cNvSpPr>
            <a:spLocks noGrp="1"/>
          </p:cNvSpPr>
          <p:nvPr>
            <p:ph type="body" idx="1"/>
          </p:nvPr>
        </p:nvSpPr>
        <p:spPr/>
        <p:style>
          <a:lnRef idx="1">
            <a:schemeClr val="dk1"/>
          </a:lnRef>
          <a:fillRef idx="2">
            <a:schemeClr val="dk1"/>
          </a:fillRef>
          <a:effectRef idx="1">
            <a:schemeClr val="dk1"/>
          </a:effectRef>
          <a:fontRef idx="minor">
            <a:schemeClr val="dk1"/>
          </a:fontRef>
        </p:style>
        <p:txBody>
          <a:bodyPr/>
          <a:lstStyle/>
          <a:p>
            <a:pPr>
              <a:lnSpc>
                <a:spcPct val="80000"/>
              </a:lnSpc>
              <a:buFont typeface="Wingdings 3" pitchFamily="18" charset="2"/>
              <a:buNone/>
            </a:pPr>
            <a:endParaRPr lang="en-US" altLang="zh-CN" sz="1600" dirty="0" smtClean="0"/>
          </a:p>
          <a:p>
            <a:pPr>
              <a:lnSpc>
                <a:spcPct val="80000"/>
              </a:lnSpc>
              <a:buFont typeface="Wingdings 3" pitchFamily="18" charset="2"/>
              <a:buNone/>
            </a:pPr>
            <a:r>
              <a:rPr lang="en-US" altLang="zh-CN" sz="1600" dirty="0" err="1" smtClean="0"/>
              <a:t>int</a:t>
            </a:r>
            <a:r>
              <a:rPr lang="en-US" altLang="zh-CN" sz="1600" dirty="0" smtClean="0"/>
              <a:t> </a:t>
            </a:r>
            <a:r>
              <a:rPr lang="en-US" altLang="zh-CN" sz="1600" dirty="0" err="1" smtClean="0"/>
              <a:t>xxx_open</a:t>
            </a:r>
            <a:r>
              <a:rPr lang="en-US" altLang="zh-CN" sz="1600" dirty="0" smtClean="0"/>
              <a:t>(</a:t>
            </a:r>
            <a:r>
              <a:rPr lang="en-US" altLang="zh-CN" sz="1600" dirty="0" err="1" smtClean="0"/>
              <a:t>struct</a:t>
            </a:r>
            <a:r>
              <a:rPr lang="en-US" altLang="zh-CN" sz="1600" dirty="0" smtClean="0"/>
              <a:t> </a:t>
            </a:r>
            <a:r>
              <a:rPr lang="en-US" altLang="zh-CN" sz="1600" dirty="0" err="1" smtClean="0"/>
              <a:t>net_device</a:t>
            </a:r>
            <a:r>
              <a:rPr lang="en-US" altLang="zh-CN" sz="1600" dirty="0" smtClean="0"/>
              <a:t> *dev)</a:t>
            </a:r>
          </a:p>
          <a:p>
            <a:pPr>
              <a:lnSpc>
                <a:spcPct val="80000"/>
              </a:lnSpc>
              <a:buFont typeface="Wingdings 3" pitchFamily="18" charset="2"/>
              <a:buNone/>
            </a:pPr>
            <a:r>
              <a:rPr lang="en-US" altLang="zh-CN" sz="1600" dirty="0" smtClean="0"/>
              <a:t> {</a:t>
            </a:r>
          </a:p>
          <a:p>
            <a:pPr>
              <a:lnSpc>
                <a:spcPct val="80000"/>
              </a:lnSpc>
              <a:buFont typeface="Wingdings 3" pitchFamily="18" charset="2"/>
              <a:buNone/>
            </a:pPr>
            <a:r>
              <a:rPr lang="en-US" altLang="zh-CN" sz="1600" dirty="0" smtClean="0"/>
              <a:t> 	  /* </a:t>
            </a:r>
            <a:r>
              <a:rPr lang="zh-CN" altLang="en-US" sz="1600" dirty="0" smtClean="0"/>
              <a:t>申请端口、</a:t>
            </a:r>
            <a:r>
              <a:rPr lang="en-US" altLang="zh-CN" sz="1600" dirty="0" smtClean="0"/>
              <a:t>IRQ</a:t>
            </a:r>
            <a:r>
              <a:rPr lang="zh-CN" altLang="en-US" sz="1600" dirty="0" smtClean="0"/>
              <a:t>等，类似于</a:t>
            </a:r>
            <a:r>
              <a:rPr lang="en-US" altLang="zh-CN" sz="1600" dirty="0" smtClean="0"/>
              <a:t>fops-&gt;open */</a:t>
            </a:r>
          </a:p>
          <a:p>
            <a:pPr>
              <a:lnSpc>
                <a:spcPct val="80000"/>
              </a:lnSpc>
              <a:buFont typeface="Wingdings 3" pitchFamily="18" charset="2"/>
              <a:buNone/>
            </a:pPr>
            <a:r>
              <a:rPr lang="en-US" altLang="zh-CN" sz="1600" dirty="0" smtClean="0"/>
              <a:t> 	  ret = </a:t>
            </a:r>
            <a:r>
              <a:rPr lang="en-US" altLang="zh-CN" sz="1600" dirty="0" err="1" smtClean="0"/>
              <a:t>request_irq</a:t>
            </a:r>
            <a:r>
              <a:rPr lang="en-US" altLang="zh-CN" sz="1600" dirty="0" smtClean="0"/>
              <a:t>(dev-&gt;</a:t>
            </a:r>
            <a:r>
              <a:rPr lang="en-US" altLang="zh-CN" sz="1600" dirty="0" err="1" smtClean="0"/>
              <a:t>irq</a:t>
            </a:r>
            <a:r>
              <a:rPr lang="en-US" altLang="zh-CN" sz="1600" dirty="0" smtClean="0"/>
              <a:t>, &amp;</a:t>
            </a:r>
            <a:r>
              <a:rPr lang="en-US" altLang="zh-CN" sz="1600" dirty="0" err="1" smtClean="0"/>
              <a:t>xxx_interrupt</a:t>
            </a:r>
            <a:r>
              <a:rPr lang="en-US" altLang="zh-CN" sz="1600" dirty="0" smtClean="0"/>
              <a:t>, 0, dev-&gt;name, dev);</a:t>
            </a:r>
          </a:p>
          <a:p>
            <a:pPr>
              <a:lnSpc>
                <a:spcPct val="80000"/>
              </a:lnSpc>
              <a:buFont typeface="Wingdings 3" pitchFamily="18" charset="2"/>
              <a:buNone/>
            </a:pPr>
            <a:r>
              <a:rPr lang="en-US" altLang="zh-CN" sz="1600" dirty="0" smtClean="0"/>
              <a:t> 	  ...</a:t>
            </a:r>
          </a:p>
          <a:p>
            <a:pPr>
              <a:lnSpc>
                <a:spcPct val="80000"/>
              </a:lnSpc>
              <a:buFont typeface="Wingdings 3" pitchFamily="18" charset="2"/>
              <a:buNone/>
            </a:pPr>
            <a:r>
              <a:rPr lang="en-US" altLang="zh-CN" sz="1600" dirty="0" smtClean="0"/>
              <a:t> 	  </a:t>
            </a:r>
            <a:r>
              <a:rPr lang="en-US" altLang="zh-CN" sz="1600" dirty="0" err="1" smtClean="0"/>
              <a:t>netif_start_queue</a:t>
            </a:r>
            <a:r>
              <a:rPr lang="en-US" altLang="zh-CN" sz="1600" dirty="0" smtClean="0"/>
              <a:t>(dev);</a:t>
            </a:r>
          </a:p>
          <a:p>
            <a:pPr>
              <a:lnSpc>
                <a:spcPct val="80000"/>
              </a:lnSpc>
              <a:buFont typeface="Wingdings 3" pitchFamily="18" charset="2"/>
              <a:buNone/>
            </a:pPr>
            <a:r>
              <a:rPr lang="en-US" altLang="zh-CN" sz="1600" dirty="0" smtClean="0"/>
              <a:t> 	  ...</a:t>
            </a:r>
          </a:p>
          <a:p>
            <a:pPr>
              <a:lnSpc>
                <a:spcPct val="80000"/>
              </a:lnSpc>
              <a:buFont typeface="Wingdings 3" pitchFamily="18" charset="2"/>
              <a:buNone/>
            </a:pPr>
            <a:r>
              <a:rPr lang="en-US" altLang="zh-CN" sz="1600" dirty="0" smtClean="0"/>
              <a:t>}	</a:t>
            </a:r>
          </a:p>
          <a:p>
            <a:pPr>
              <a:lnSpc>
                <a:spcPct val="80000"/>
              </a:lnSpc>
              <a:buFont typeface="Wingdings 3" pitchFamily="18" charset="2"/>
              <a:buNone/>
            </a:pPr>
            <a:r>
              <a:rPr lang="en-US" altLang="zh-CN" sz="1600" dirty="0" err="1" smtClean="0"/>
              <a:t>int</a:t>
            </a:r>
            <a:r>
              <a:rPr lang="en-US" altLang="zh-CN" sz="1600" dirty="0" smtClean="0"/>
              <a:t> </a:t>
            </a:r>
            <a:r>
              <a:rPr lang="en-US" altLang="zh-CN" sz="1600" dirty="0" err="1" smtClean="0"/>
              <a:t>xxx_release</a:t>
            </a:r>
            <a:r>
              <a:rPr lang="en-US" altLang="zh-CN" sz="1600" dirty="0" smtClean="0"/>
              <a:t>(</a:t>
            </a:r>
            <a:r>
              <a:rPr lang="en-US" altLang="zh-CN" sz="1600" dirty="0" err="1" smtClean="0"/>
              <a:t>struct</a:t>
            </a:r>
            <a:r>
              <a:rPr lang="en-US" altLang="zh-CN" sz="1600" dirty="0" smtClean="0"/>
              <a:t> </a:t>
            </a:r>
            <a:r>
              <a:rPr lang="en-US" altLang="zh-CN" sz="1600" dirty="0" err="1" smtClean="0"/>
              <a:t>net_device</a:t>
            </a:r>
            <a:r>
              <a:rPr lang="en-US" altLang="zh-CN" sz="1600" dirty="0" smtClean="0"/>
              <a:t> *dev)</a:t>
            </a:r>
          </a:p>
          <a:p>
            <a:pPr>
              <a:lnSpc>
                <a:spcPct val="80000"/>
              </a:lnSpc>
              <a:buFont typeface="Wingdings 3" pitchFamily="18" charset="2"/>
              <a:buNone/>
            </a:pPr>
            <a:r>
              <a:rPr lang="en-US" altLang="zh-CN" sz="1600" dirty="0" smtClean="0"/>
              <a:t>{</a:t>
            </a:r>
          </a:p>
          <a:p>
            <a:pPr>
              <a:lnSpc>
                <a:spcPct val="80000"/>
              </a:lnSpc>
              <a:buFont typeface="Wingdings 3" pitchFamily="18" charset="2"/>
              <a:buNone/>
            </a:pPr>
            <a:r>
              <a:rPr lang="en-US" altLang="zh-CN" sz="1600" dirty="0" smtClean="0"/>
              <a:t> /* </a:t>
            </a:r>
            <a:r>
              <a:rPr lang="zh-CN" altLang="en-US" sz="1600" dirty="0" smtClean="0"/>
              <a:t>释放端口、</a:t>
            </a:r>
            <a:r>
              <a:rPr lang="en-US" altLang="zh-CN" sz="1600" dirty="0" smtClean="0"/>
              <a:t>IRQ</a:t>
            </a:r>
            <a:r>
              <a:rPr lang="zh-CN" altLang="en-US" sz="1600" dirty="0" smtClean="0"/>
              <a:t>等，类似于</a:t>
            </a:r>
            <a:r>
              <a:rPr lang="en-US" altLang="zh-CN" sz="1600" dirty="0" smtClean="0"/>
              <a:t>fops-&gt;close */</a:t>
            </a:r>
          </a:p>
          <a:p>
            <a:pPr>
              <a:lnSpc>
                <a:spcPct val="80000"/>
              </a:lnSpc>
              <a:buFont typeface="Wingdings 3" pitchFamily="18" charset="2"/>
              <a:buNone/>
            </a:pPr>
            <a:r>
              <a:rPr lang="en-US" altLang="zh-CN" sz="1600" dirty="0" smtClean="0"/>
              <a:t>	  </a:t>
            </a:r>
            <a:r>
              <a:rPr lang="en-US" altLang="zh-CN" sz="1600" dirty="0" err="1" smtClean="0"/>
              <a:t>free_irq</a:t>
            </a:r>
            <a:r>
              <a:rPr lang="en-US" altLang="zh-CN" sz="1600" dirty="0" smtClean="0"/>
              <a:t>(dev-&gt;</a:t>
            </a:r>
            <a:r>
              <a:rPr lang="en-US" altLang="zh-CN" sz="1600" dirty="0" err="1" smtClean="0"/>
              <a:t>irq</a:t>
            </a:r>
            <a:r>
              <a:rPr lang="en-US" altLang="zh-CN" sz="1600" dirty="0" smtClean="0"/>
              <a:t>, dev);</a:t>
            </a:r>
          </a:p>
          <a:p>
            <a:pPr>
              <a:lnSpc>
                <a:spcPct val="80000"/>
              </a:lnSpc>
              <a:buFont typeface="Wingdings 3" pitchFamily="18" charset="2"/>
              <a:buNone/>
            </a:pPr>
            <a:r>
              <a:rPr lang="en-US" altLang="zh-CN" sz="1600" dirty="0" smtClean="0"/>
              <a:t>	  ...</a:t>
            </a:r>
          </a:p>
          <a:p>
            <a:pPr>
              <a:lnSpc>
                <a:spcPct val="80000"/>
              </a:lnSpc>
              <a:buFont typeface="Wingdings 3" pitchFamily="18" charset="2"/>
              <a:buNone/>
            </a:pPr>
            <a:r>
              <a:rPr lang="en-US" altLang="zh-CN" sz="1600" dirty="0" smtClean="0"/>
              <a:t>	  </a:t>
            </a:r>
            <a:r>
              <a:rPr lang="en-US" altLang="zh-CN" sz="1600" dirty="0" err="1" smtClean="0"/>
              <a:t>netif_stop_queue</a:t>
            </a:r>
            <a:r>
              <a:rPr lang="en-US" altLang="zh-CN" sz="1600" dirty="0" smtClean="0"/>
              <a:t>(dev); /* can't transmit any more */</a:t>
            </a:r>
          </a:p>
          <a:p>
            <a:pPr>
              <a:lnSpc>
                <a:spcPct val="80000"/>
              </a:lnSpc>
              <a:buFont typeface="Wingdings 3" pitchFamily="18" charset="2"/>
              <a:buNone/>
            </a:pPr>
            <a:r>
              <a:rPr lang="en-US" altLang="zh-CN" sz="1600" dirty="0" smtClean="0"/>
              <a:t>	  ...</a:t>
            </a:r>
          </a:p>
          <a:p>
            <a:pPr>
              <a:lnSpc>
                <a:spcPct val="80000"/>
              </a:lnSpc>
              <a:buFont typeface="Wingdings 3" pitchFamily="18" charset="2"/>
              <a:buNone/>
            </a:pPr>
            <a:r>
              <a:rPr lang="en-US" altLang="zh-CN" sz="1600" dirty="0" smtClean="0"/>
              <a:t>}</a:t>
            </a:r>
            <a:endParaRPr lang="zh-CN" altLang="en-US" sz="1600" dirty="0" smtClean="0"/>
          </a:p>
        </p:txBody>
      </p:sp>
    </p:spTree>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数据发送流程 </a:t>
            </a:r>
          </a:p>
        </p:txBody>
      </p:sp>
      <p:sp>
        <p:nvSpPr>
          <p:cNvPr id="349187" name="Rectangle 3"/>
          <p:cNvSpPr>
            <a:spLocks noGrp="1"/>
          </p:cNvSpPr>
          <p:nvPr>
            <p:ph type="body" idx="1"/>
          </p:nvPr>
        </p:nvSpPr>
        <p:spPr/>
        <p:txBody>
          <a:bodyPr/>
          <a:lstStyle/>
          <a:p>
            <a:r>
              <a:rPr lang="en-US" altLang="zh-CN" sz="2400" dirty="0" smtClean="0"/>
              <a:t>Linux</a:t>
            </a:r>
            <a:r>
              <a:rPr lang="zh-CN" altLang="en-US" sz="2400" dirty="0" smtClean="0"/>
              <a:t>网络子系统在发送数据包时，会调用驱动程序提供的</a:t>
            </a:r>
            <a:r>
              <a:rPr lang="en-US" altLang="zh-CN" sz="2400" dirty="0" err="1" smtClean="0"/>
              <a:t>hard_start_transmit</a:t>
            </a:r>
            <a:r>
              <a:rPr lang="en-US" altLang="zh-CN" sz="2400" dirty="0" smtClean="0"/>
              <a:t>()</a:t>
            </a:r>
            <a:r>
              <a:rPr lang="zh-CN" altLang="en-US" sz="2400" dirty="0" smtClean="0"/>
              <a:t>函数，该函数用于启动数据包的发送。在设备初始化的时候，这个函数指针需被初始化指向设备的</a:t>
            </a:r>
            <a:r>
              <a:rPr lang="en-US" altLang="zh-CN" sz="2400" dirty="0" err="1" smtClean="0"/>
              <a:t>xxx_tx</a:t>
            </a:r>
            <a:r>
              <a:rPr lang="en-US" altLang="zh-CN" sz="2400" dirty="0" smtClean="0"/>
              <a:t>()</a:t>
            </a:r>
            <a:r>
              <a:rPr lang="zh-CN" altLang="en-US" sz="2400" dirty="0" smtClean="0"/>
              <a:t>函数。</a:t>
            </a:r>
            <a:r>
              <a:rPr lang="zh-CN" altLang="en-US" dirty="0" smtClean="0"/>
              <a:t> </a:t>
            </a:r>
            <a:endParaRPr lang="zh-CN" altLang="en-US" sz="2400" dirty="0" smtClean="0"/>
          </a:p>
          <a:p>
            <a:r>
              <a:rPr lang="zh-CN" altLang="en-US" sz="2400" dirty="0" smtClean="0"/>
              <a:t>网络设备驱动完成数据包发送的流程如下。</a:t>
            </a:r>
          </a:p>
          <a:p>
            <a:pPr lvl="1"/>
            <a:r>
              <a:rPr lang="zh-CN" altLang="en-US" sz="2000" dirty="0" smtClean="0"/>
              <a:t>（</a:t>
            </a:r>
            <a:r>
              <a:rPr lang="en-US" altLang="zh-CN" sz="2000" dirty="0" smtClean="0"/>
              <a:t>1</a:t>
            </a:r>
            <a:r>
              <a:rPr lang="zh-CN" altLang="en-US" sz="2000" dirty="0" smtClean="0"/>
              <a:t>）网络设备驱动程序从上层协议传递过来的</a:t>
            </a:r>
            <a:r>
              <a:rPr lang="en-US" altLang="zh-CN" sz="2000" dirty="0" err="1" smtClean="0"/>
              <a:t>sk_buff</a:t>
            </a:r>
            <a:r>
              <a:rPr lang="zh-CN" altLang="en-US" sz="2000" dirty="0" smtClean="0"/>
              <a:t>参数获得数据包的有效数据和长度，将有效数据放入临时缓冲区。</a:t>
            </a:r>
            <a:endParaRPr lang="en-US" altLang="zh-CN" sz="2000" dirty="0" smtClean="0"/>
          </a:p>
          <a:p>
            <a:pPr lvl="1"/>
            <a:endParaRPr lang="zh-CN" altLang="en-US" sz="2000" dirty="0" smtClean="0"/>
          </a:p>
          <a:p>
            <a:pPr lvl="1"/>
            <a:r>
              <a:rPr lang="zh-CN" altLang="en-US" sz="2000" dirty="0" smtClean="0"/>
              <a:t>（</a:t>
            </a:r>
            <a:r>
              <a:rPr lang="en-US" altLang="zh-CN" sz="2000" dirty="0" smtClean="0"/>
              <a:t>2</a:t>
            </a:r>
            <a:r>
              <a:rPr lang="zh-CN" altLang="en-US" sz="2000" dirty="0" smtClean="0"/>
              <a:t>）对于以太网，如果有效数据的长度小于以太网冲突检测所要求数据帧的最小长度</a:t>
            </a:r>
            <a:r>
              <a:rPr lang="en-US" altLang="zh-CN" sz="2000" dirty="0" smtClean="0"/>
              <a:t>ETH_ZLEN</a:t>
            </a:r>
            <a:r>
              <a:rPr lang="zh-CN" altLang="en-US" sz="2000" dirty="0" smtClean="0"/>
              <a:t>，则给临时缓冲区的末尾填充</a:t>
            </a:r>
            <a:r>
              <a:rPr lang="en-US" altLang="zh-CN" sz="2000" dirty="0" smtClean="0"/>
              <a:t>0</a:t>
            </a:r>
            <a:r>
              <a:rPr lang="zh-CN" altLang="en-US" sz="2000" dirty="0" smtClean="0"/>
              <a:t>。</a:t>
            </a:r>
            <a:endParaRPr lang="en-US" altLang="zh-CN" sz="2000" dirty="0" smtClean="0"/>
          </a:p>
          <a:p>
            <a:pPr lvl="1"/>
            <a:endParaRPr lang="zh-CN" altLang="en-US" sz="2000" dirty="0" smtClean="0"/>
          </a:p>
          <a:p>
            <a:pPr lvl="1"/>
            <a:r>
              <a:rPr lang="zh-CN" altLang="en-US" sz="2000" dirty="0" smtClean="0"/>
              <a:t>（</a:t>
            </a:r>
            <a:r>
              <a:rPr lang="en-US" altLang="zh-CN" sz="2000" dirty="0" smtClean="0"/>
              <a:t>3</a:t>
            </a:r>
            <a:r>
              <a:rPr lang="zh-CN" altLang="en-US" sz="2000" dirty="0" smtClean="0"/>
              <a:t>）设置硬件的寄存器，驱使网络设备进行数据发送操作。</a:t>
            </a:r>
          </a:p>
          <a:p>
            <a:pPr>
              <a:buFont typeface="Wingdings 3" pitchFamily="18" charset="2"/>
              <a:buNone/>
            </a:pPr>
            <a:endParaRPr lang="en-US" altLang="zh-CN" sz="2400" dirty="0" smtClean="0"/>
          </a:p>
          <a:p>
            <a:endParaRPr lang="zh-CN" altLang="en-US" sz="2400" dirty="0" smtClean="0"/>
          </a:p>
          <a:p>
            <a:endParaRPr lang="zh-CN" altLang="en-US" sz="2400" dirty="0" smtClean="0"/>
          </a:p>
          <a:p>
            <a:pPr lvl="1"/>
            <a:endParaRPr lang="zh-CN" altLang="en-US" sz="2000" dirty="0" smtClean="0"/>
          </a:p>
        </p:txBody>
      </p:sp>
    </p:spTree>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数据包发送函数模板</a:t>
            </a:r>
          </a:p>
        </p:txBody>
      </p:sp>
      <p:sp>
        <p:nvSpPr>
          <p:cNvPr id="358403" name="Rectangle 3"/>
          <p:cNvSpPr>
            <a:spLocks noGrp="1"/>
          </p:cNvSpPr>
          <p:nvPr>
            <p:ph type="body" idx="1"/>
          </p:nvPr>
        </p:nvSpPr>
        <p:spPr/>
        <p:style>
          <a:lnRef idx="1">
            <a:schemeClr val="dk1"/>
          </a:lnRef>
          <a:fillRef idx="2">
            <a:schemeClr val="dk1"/>
          </a:fillRef>
          <a:effectRef idx="1">
            <a:schemeClr val="dk1"/>
          </a:effectRef>
          <a:fontRef idx="minor">
            <a:schemeClr val="dk1"/>
          </a:fontRef>
        </p:style>
        <p:txBody>
          <a:bodyPr/>
          <a:lstStyle/>
          <a:p>
            <a:pPr>
              <a:lnSpc>
                <a:spcPct val="80000"/>
              </a:lnSpc>
              <a:buFont typeface="Wingdings 3" pitchFamily="18" charset="2"/>
              <a:buNone/>
            </a:pPr>
            <a:r>
              <a:rPr lang="en-US" altLang="zh-CN" sz="1400" dirty="0" err="1" smtClean="0"/>
              <a:t>int</a:t>
            </a:r>
            <a:r>
              <a:rPr lang="en-US" altLang="zh-CN" sz="1400" dirty="0" smtClean="0"/>
              <a:t> </a:t>
            </a:r>
            <a:r>
              <a:rPr lang="en-US" altLang="zh-CN" sz="1400" dirty="0" err="1" smtClean="0"/>
              <a:t>xxx_tx</a:t>
            </a:r>
            <a:r>
              <a:rPr lang="en-US" altLang="zh-CN" sz="1400" dirty="0" smtClean="0"/>
              <a:t>(</a:t>
            </a:r>
            <a:r>
              <a:rPr lang="en-US" altLang="zh-CN" sz="1400" dirty="0" err="1" smtClean="0"/>
              <a:t>struct</a:t>
            </a:r>
            <a:r>
              <a:rPr lang="en-US" altLang="zh-CN" sz="1400" dirty="0" smtClean="0"/>
              <a:t> </a:t>
            </a:r>
            <a:r>
              <a:rPr lang="en-US" altLang="zh-CN" sz="1400" dirty="0" err="1" smtClean="0"/>
              <a:t>sk_buff</a:t>
            </a:r>
            <a:r>
              <a:rPr lang="en-US" altLang="zh-CN" sz="1400" dirty="0" smtClean="0"/>
              <a:t> *</a:t>
            </a:r>
            <a:r>
              <a:rPr lang="en-US" altLang="zh-CN" sz="1400" dirty="0" err="1" smtClean="0"/>
              <a:t>skb</a:t>
            </a:r>
            <a:r>
              <a:rPr lang="en-US" altLang="zh-CN" sz="1400" dirty="0" smtClean="0"/>
              <a:t>, </a:t>
            </a:r>
            <a:r>
              <a:rPr lang="en-US" altLang="zh-CN" sz="1400" dirty="0" err="1" smtClean="0"/>
              <a:t>struct</a:t>
            </a:r>
            <a:r>
              <a:rPr lang="en-US" altLang="zh-CN" sz="1400" dirty="0" smtClean="0"/>
              <a:t> </a:t>
            </a:r>
            <a:r>
              <a:rPr lang="en-US" altLang="zh-CN" sz="1400" dirty="0" err="1" smtClean="0"/>
              <a:t>net_device</a:t>
            </a:r>
            <a:r>
              <a:rPr lang="en-US" altLang="zh-CN" sz="1400" dirty="0" smtClean="0"/>
              <a:t> *dev)</a:t>
            </a:r>
          </a:p>
          <a:p>
            <a:pPr>
              <a:lnSpc>
                <a:spcPct val="80000"/>
              </a:lnSpc>
              <a:buFont typeface="Wingdings 3" pitchFamily="18" charset="2"/>
              <a:buNone/>
            </a:pPr>
            <a:r>
              <a:rPr lang="en-US" altLang="zh-CN" sz="1400" dirty="0" smtClean="0"/>
              <a:t>{</a:t>
            </a:r>
          </a:p>
          <a:p>
            <a:pPr>
              <a:lnSpc>
                <a:spcPct val="80000"/>
              </a:lnSpc>
              <a:buFont typeface="Wingdings 3" pitchFamily="18" charset="2"/>
              <a:buNone/>
            </a:pPr>
            <a:r>
              <a:rPr lang="en-US" altLang="zh-CN" sz="1400" dirty="0" smtClean="0"/>
              <a:t>	</a:t>
            </a:r>
            <a:r>
              <a:rPr lang="en-US" altLang="zh-CN" sz="1400" dirty="0" err="1" smtClean="0"/>
              <a:t>int</a:t>
            </a:r>
            <a:r>
              <a:rPr lang="en-US" altLang="zh-CN" sz="1400" dirty="0" smtClean="0"/>
              <a:t> </a:t>
            </a:r>
            <a:r>
              <a:rPr lang="en-US" altLang="zh-CN" sz="1400" dirty="0" err="1" smtClean="0"/>
              <a:t>len</a:t>
            </a:r>
            <a:r>
              <a:rPr lang="en-US" altLang="zh-CN" sz="1400" dirty="0" smtClean="0"/>
              <a:t>;</a:t>
            </a:r>
          </a:p>
          <a:p>
            <a:pPr>
              <a:lnSpc>
                <a:spcPct val="80000"/>
              </a:lnSpc>
              <a:buFont typeface="Wingdings 3" pitchFamily="18" charset="2"/>
              <a:buNone/>
            </a:pPr>
            <a:r>
              <a:rPr lang="en-US" altLang="zh-CN" sz="1400" dirty="0" smtClean="0"/>
              <a:t> 	 char *data, </a:t>
            </a:r>
            <a:r>
              <a:rPr lang="en-US" altLang="zh-CN" sz="1400" dirty="0" err="1" smtClean="0"/>
              <a:t>shortpkt</a:t>
            </a:r>
            <a:r>
              <a:rPr lang="en-US" altLang="zh-CN" sz="1400" dirty="0" smtClean="0"/>
              <a:t>[ETH_ZLEN];</a:t>
            </a:r>
          </a:p>
          <a:p>
            <a:pPr>
              <a:lnSpc>
                <a:spcPct val="80000"/>
              </a:lnSpc>
              <a:buFont typeface="Wingdings 3" pitchFamily="18" charset="2"/>
              <a:buNone/>
            </a:pPr>
            <a:r>
              <a:rPr lang="en-US" altLang="zh-CN" sz="1400" dirty="0" smtClean="0"/>
              <a:t>	 /* </a:t>
            </a:r>
            <a:r>
              <a:rPr lang="zh-CN" altLang="en-US" sz="1400" dirty="0" smtClean="0"/>
              <a:t>获得有效数据指针和长度 *</a:t>
            </a:r>
            <a:r>
              <a:rPr lang="en-US" altLang="zh-CN" sz="1400" dirty="0" smtClean="0"/>
              <a:t>/</a:t>
            </a:r>
          </a:p>
          <a:p>
            <a:pPr>
              <a:lnSpc>
                <a:spcPct val="80000"/>
              </a:lnSpc>
              <a:buFont typeface="Wingdings 3" pitchFamily="18" charset="2"/>
              <a:buNone/>
            </a:pPr>
            <a:r>
              <a:rPr lang="en-US" altLang="zh-CN" sz="1400" dirty="0" smtClean="0"/>
              <a:t>	 data = </a:t>
            </a:r>
            <a:r>
              <a:rPr lang="en-US" altLang="zh-CN" sz="1400" dirty="0" err="1" smtClean="0"/>
              <a:t>skb</a:t>
            </a:r>
            <a:r>
              <a:rPr lang="en-US" altLang="zh-CN" sz="1400" dirty="0" smtClean="0"/>
              <a:t>-&gt;data;</a:t>
            </a:r>
          </a:p>
          <a:p>
            <a:pPr>
              <a:lnSpc>
                <a:spcPct val="80000"/>
              </a:lnSpc>
              <a:buFont typeface="Wingdings 3" pitchFamily="18" charset="2"/>
              <a:buNone/>
            </a:pPr>
            <a:r>
              <a:rPr lang="en-US" altLang="zh-CN" sz="1400" dirty="0" smtClean="0"/>
              <a:t>	 </a:t>
            </a:r>
            <a:r>
              <a:rPr lang="en-US" altLang="zh-CN" sz="1400" dirty="0" err="1" smtClean="0"/>
              <a:t>len</a:t>
            </a:r>
            <a:r>
              <a:rPr lang="en-US" altLang="zh-CN" sz="1400" dirty="0" smtClean="0"/>
              <a:t> = </a:t>
            </a:r>
            <a:r>
              <a:rPr lang="en-US" altLang="zh-CN" sz="1400" dirty="0" err="1" smtClean="0"/>
              <a:t>skb</a:t>
            </a:r>
            <a:r>
              <a:rPr lang="en-US" altLang="zh-CN" sz="1400" dirty="0" smtClean="0"/>
              <a:t>-&gt;</a:t>
            </a:r>
            <a:r>
              <a:rPr lang="en-US" altLang="zh-CN" sz="1400" dirty="0" err="1" smtClean="0"/>
              <a:t>len</a:t>
            </a:r>
            <a:r>
              <a:rPr lang="en-US" altLang="zh-CN" sz="1400" dirty="0" smtClean="0"/>
              <a:t>;</a:t>
            </a:r>
          </a:p>
          <a:p>
            <a:pPr>
              <a:lnSpc>
                <a:spcPct val="80000"/>
              </a:lnSpc>
              <a:buFont typeface="Wingdings 3" pitchFamily="18" charset="2"/>
              <a:buNone/>
            </a:pPr>
            <a:r>
              <a:rPr lang="en-US" altLang="zh-CN" sz="1400" dirty="0" smtClean="0"/>
              <a:t>	 if (</a:t>
            </a:r>
            <a:r>
              <a:rPr lang="en-US" altLang="zh-CN" sz="1400" dirty="0" err="1" smtClean="0"/>
              <a:t>len</a:t>
            </a:r>
            <a:r>
              <a:rPr lang="en-US" altLang="zh-CN" sz="1400" dirty="0" smtClean="0"/>
              <a:t> &lt; ETH_ZLEN)</a:t>
            </a:r>
          </a:p>
          <a:p>
            <a:pPr>
              <a:lnSpc>
                <a:spcPct val="80000"/>
              </a:lnSpc>
              <a:buFont typeface="Wingdings 3" pitchFamily="18" charset="2"/>
              <a:buNone/>
            </a:pPr>
            <a:r>
              <a:rPr lang="en-US" altLang="zh-CN" sz="1400" dirty="0" smtClean="0"/>
              <a:t>	 {</a:t>
            </a:r>
          </a:p>
          <a:p>
            <a:pPr>
              <a:lnSpc>
                <a:spcPct val="80000"/>
              </a:lnSpc>
              <a:buFont typeface="Wingdings 3" pitchFamily="18" charset="2"/>
              <a:buNone/>
            </a:pPr>
            <a:r>
              <a:rPr lang="en-US" altLang="zh-CN" sz="1400" dirty="0" smtClean="0"/>
              <a:t>	     /* </a:t>
            </a:r>
            <a:r>
              <a:rPr lang="zh-CN" altLang="en-US" sz="1400" dirty="0" smtClean="0"/>
              <a:t>如果帧长小于以太网帧最小长度，补</a:t>
            </a:r>
            <a:r>
              <a:rPr lang="en-US" altLang="zh-CN" sz="1400" dirty="0" smtClean="0"/>
              <a:t>0 */</a:t>
            </a:r>
          </a:p>
          <a:p>
            <a:pPr>
              <a:lnSpc>
                <a:spcPct val="80000"/>
              </a:lnSpc>
              <a:buFont typeface="Wingdings 3" pitchFamily="18" charset="2"/>
              <a:buNone/>
            </a:pPr>
            <a:r>
              <a:rPr lang="en-US" altLang="zh-CN" sz="1400" dirty="0" smtClean="0"/>
              <a:t>		</a:t>
            </a:r>
            <a:r>
              <a:rPr lang="en-US" altLang="zh-CN" sz="1400" dirty="0" err="1" smtClean="0"/>
              <a:t>memset</a:t>
            </a:r>
            <a:r>
              <a:rPr lang="en-US" altLang="zh-CN" sz="1400" dirty="0" smtClean="0"/>
              <a:t>(</a:t>
            </a:r>
            <a:r>
              <a:rPr lang="en-US" altLang="zh-CN" sz="1400" dirty="0" err="1" smtClean="0"/>
              <a:t>shortpkt</a:t>
            </a:r>
            <a:r>
              <a:rPr lang="en-US" altLang="zh-CN" sz="1400" dirty="0" smtClean="0"/>
              <a:t>, 0, ETH_ZLEN);</a:t>
            </a:r>
          </a:p>
          <a:p>
            <a:pPr>
              <a:lnSpc>
                <a:spcPct val="80000"/>
              </a:lnSpc>
              <a:buFont typeface="Wingdings 3" pitchFamily="18" charset="2"/>
              <a:buNone/>
            </a:pPr>
            <a:r>
              <a:rPr lang="en-US" altLang="zh-CN" sz="1400" dirty="0" smtClean="0"/>
              <a:t>		</a:t>
            </a:r>
            <a:r>
              <a:rPr lang="en-US" altLang="zh-CN" sz="1400" dirty="0" err="1" smtClean="0"/>
              <a:t>memcpy</a:t>
            </a:r>
            <a:r>
              <a:rPr lang="en-US" altLang="zh-CN" sz="1400" dirty="0" smtClean="0"/>
              <a:t>(</a:t>
            </a:r>
            <a:r>
              <a:rPr lang="en-US" altLang="zh-CN" sz="1400" dirty="0" err="1" smtClean="0"/>
              <a:t>shortpkt</a:t>
            </a:r>
            <a:r>
              <a:rPr lang="en-US" altLang="zh-CN" sz="1400" dirty="0" smtClean="0"/>
              <a:t>, </a:t>
            </a:r>
            <a:r>
              <a:rPr lang="en-US" altLang="zh-CN" sz="1400" dirty="0" err="1" smtClean="0"/>
              <a:t>skb</a:t>
            </a:r>
            <a:r>
              <a:rPr lang="en-US" altLang="zh-CN" sz="1400" dirty="0" smtClean="0"/>
              <a:t>-&gt;data, </a:t>
            </a:r>
            <a:r>
              <a:rPr lang="en-US" altLang="zh-CN" sz="1400" dirty="0" err="1" smtClean="0"/>
              <a:t>skb</a:t>
            </a:r>
            <a:r>
              <a:rPr lang="en-US" altLang="zh-CN" sz="1400" dirty="0" smtClean="0"/>
              <a:t>-&gt;</a:t>
            </a:r>
            <a:r>
              <a:rPr lang="en-US" altLang="zh-CN" sz="1400" dirty="0" err="1" smtClean="0"/>
              <a:t>len</a:t>
            </a:r>
            <a:r>
              <a:rPr lang="en-US" altLang="zh-CN" sz="1400" dirty="0" smtClean="0"/>
              <a:t>);</a:t>
            </a:r>
          </a:p>
          <a:p>
            <a:pPr>
              <a:lnSpc>
                <a:spcPct val="80000"/>
              </a:lnSpc>
              <a:buFont typeface="Wingdings 3" pitchFamily="18" charset="2"/>
              <a:buNone/>
            </a:pPr>
            <a:r>
              <a:rPr lang="en-US" altLang="zh-CN" sz="1400" dirty="0" smtClean="0"/>
              <a:t>		</a:t>
            </a:r>
            <a:r>
              <a:rPr lang="en-US" altLang="zh-CN" sz="1400" dirty="0" err="1" smtClean="0"/>
              <a:t>len</a:t>
            </a:r>
            <a:r>
              <a:rPr lang="en-US" altLang="zh-CN" sz="1400" dirty="0" smtClean="0"/>
              <a:t> = ETH_ZLEN;</a:t>
            </a:r>
          </a:p>
          <a:p>
            <a:pPr>
              <a:lnSpc>
                <a:spcPct val="80000"/>
              </a:lnSpc>
              <a:buFont typeface="Wingdings 3" pitchFamily="18" charset="2"/>
              <a:buNone/>
            </a:pPr>
            <a:r>
              <a:rPr lang="en-US" altLang="zh-CN" sz="1400" dirty="0" smtClean="0"/>
              <a:t>		data = </a:t>
            </a:r>
            <a:r>
              <a:rPr lang="en-US" altLang="zh-CN" sz="1400" dirty="0" err="1" smtClean="0"/>
              <a:t>shortpkt</a:t>
            </a:r>
            <a:r>
              <a:rPr lang="en-US" altLang="zh-CN" sz="1400" dirty="0" smtClean="0"/>
              <a:t>;</a:t>
            </a:r>
          </a:p>
          <a:p>
            <a:pPr>
              <a:lnSpc>
                <a:spcPct val="80000"/>
              </a:lnSpc>
              <a:buFont typeface="Wingdings 3" pitchFamily="18" charset="2"/>
              <a:buNone/>
            </a:pPr>
            <a:r>
              <a:rPr lang="en-US" altLang="zh-CN" sz="1400" dirty="0" smtClean="0"/>
              <a:t>	} </a:t>
            </a:r>
          </a:p>
          <a:p>
            <a:pPr>
              <a:lnSpc>
                <a:spcPct val="80000"/>
              </a:lnSpc>
              <a:buFont typeface="Wingdings 3" pitchFamily="18" charset="2"/>
              <a:buNone/>
            </a:pPr>
            <a:r>
              <a:rPr lang="en-US" altLang="zh-CN" sz="1400" dirty="0" smtClean="0"/>
              <a:t> 	dev-&gt;</a:t>
            </a:r>
            <a:r>
              <a:rPr lang="en-US" altLang="zh-CN" sz="1400" dirty="0" err="1" smtClean="0"/>
              <a:t>trans_start</a:t>
            </a:r>
            <a:r>
              <a:rPr lang="en-US" altLang="zh-CN" sz="1400" dirty="0" smtClean="0"/>
              <a:t> = jiffies; /* </a:t>
            </a:r>
            <a:r>
              <a:rPr lang="zh-CN" altLang="en-US" sz="1400" dirty="0" smtClean="0"/>
              <a:t>记录发送时间戳 *</a:t>
            </a:r>
            <a:r>
              <a:rPr lang="en-US" altLang="zh-CN" sz="1400" dirty="0" smtClean="0"/>
              <a:t>/</a:t>
            </a:r>
          </a:p>
          <a:p>
            <a:pPr>
              <a:lnSpc>
                <a:spcPct val="80000"/>
              </a:lnSpc>
              <a:buFont typeface="Wingdings 3" pitchFamily="18" charset="2"/>
              <a:buNone/>
            </a:pPr>
            <a:r>
              <a:rPr lang="en-US" altLang="zh-CN" sz="1400" dirty="0" smtClean="0"/>
              <a:t>	/* </a:t>
            </a:r>
            <a:r>
              <a:rPr lang="zh-CN" altLang="en-US" sz="1400" dirty="0" smtClean="0"/>
              <a:t>设置硬件寄存器让硬件把数据包发送出去 *</a:t>
            </a:r>
            <a:r>
              <a:rPr lang="en-US" altLang="zh-CN" sz="1400" dirty="0" smtClean="0"/>
              <a:t>/</a:t>
            </a:r>
          </a:p>
          <a:p>
            <a:pPr>
              <a:lnSpc>
                <a:spcPct val="80000"/>
              </a:lnSpc>
              <a:buFont typeface="Wingdings 3" pitchFamily="18" charset="2"/>
              <a:buNone/>
            </a:pPr>
            <a:r>
              <a:rPr lang="en-US" altLang="zh-CN" sz="1400" dirty="0" smtClean="0"/>
              <a:t>	</a:t>
            </a:r>
            <a:r>
              <a:rPr lang="en-US" altLang="zh-CN" sz="1400" dirty="0" err="1" smtClean="0"/>
              <a:t>xxx_hw_tx</a:t>
            </a:r>
            <a:r>
              <a:rPr lang="en-US" altLang="zh-CN" sz="1400" dirty="0" smtClean="0"/>
              <a:t>(data, </a:t>
            </a:r>
            <a:r>
              <a:rPr lang="en-US" altLang="zh-CN" sz="1400" dirty="0" err="1" smtClean="0"/>
              <a:t>len</a:t>
            </a:r>
            <a:r>
              <a:rPr lang="en-US" altLang="zh-CN" sz="1400" dirty="0" smtClean="0"/>
              <a:t>, dev);</a:t>
            </a:r>
          </a:p>
          <a:p>
            <a:pPr>
              <a:lnSpc>
                <a:spcPct val="80000"/>
              </a:lnSpc>
              <a:buFont typeface="Wingdings 3" pitchFamily="18" charset="2"/>
              <a:buNone/>
            </a:pPr>
            <a:r>
              <a:rPr lang="en-US" altLang="zh-CN" sz="1400" dirty="0" smtClean="0"/>
              <a:t>	 ...</a:t>
            </a:r>
          </a:p>
          <a:p>
            <a:pPr>
              <a:lnSpc>
                <a:spcPct val="80000"/>
              </a:lnSpc>
              <a:buFont typeface="Wingdings 3" pitchFamily="18" charset="2"/>
              <a:buNone/>
            </a:pPr>
            <a:r>
              <a:rPr lang="en-US" altLang="zh-CN" sz="1400" dirty="0" smtClean="0"/>
              <a:t>}</a:t>
            </a:r>
            <a:endParaRPr lang="zh-CN" altLang="en-US" sz="1400" dirty="0" smtClean="0"/>
          </a:p>
        </p:txBody>
      </p:sp>
    </p:spTree>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p:cNvSpPr>
            <a:spLocks noGrp="1"/>
          </p:cNvSpPr>
          <p:nvPr>
            <p:ph type="title"/>
          </p:nvPr>
        </p:nvSpPr>
        <p:spPr>
          <a:xfrm>
            <a:off x="381000" y="457200"/>
            <a:ext cx="8229600" cy="609600"/>
          </a:xfrm>
        </p:spPr>
        <p:txBody>
          <a:bodyPr/>
          <a:lstStyle/>
          <a:p>
            <a:r>
              <a:rPr lang="zh-CN" altLang="en-US" b="0" smtClean="0">
                <a:solidFill>
                  <a:schemeClr val="tx2"/>
                </a:solidFill>
                <a:latin typeface="Arial" pitchFamily="34" charset="0"/>
                <a:ea typeface="宋体" pitchFamily="2" charset="-122"/>
              </a:rPr>
              <a:t>数据包发送超时 </a:t>
            </a:r>
          </a:p>
        </p:txBody>
      </p:sp>
      <p:sp>
        <p:nvSpPr>
          <p:cNvPr id="350211" name="Rectangle 3"/>
          <p:cNvSpPr>
            <a:spLocks noGrp="1"/>
          </p:cNvSpPr>
          <p:nvPr>
            <p:ph type="body" idx="1"/>
          </p:nvPr>
        </p:nvSpPr>
        <p:spPr/>
        <p:txBody>
          <a:bodyPr/>
          <a:lstStyle/>
          <a:p>
            <a:pPr>
              <a:buFont typeface="Wingdings 3" pitchFamily="18" charset="2"/>
              <a:buNone/>
            </a:pPr>
            <a:r>
              <a:rPr lang="zh-CN" altLang="en-US" sz="2000" dirty="0" smtClean="0"/>
              <a:t>当数据传输超时时，意味着当前的发送操作失败，此时，数据包发送超</a:t>
            </a:r>
          </a:p>
          <a:p>
            <a:pPr>
              <a:buFont typeface="Wingdings 3" pitchFamily="18" charset="2"/>
              <a:buNone/>
            </a:pPr>
            <a:r>
              <a:rPr lang="zh-CN" altLang="en-US" sz="2000" dirty="0" smtClean="0"/>
              <a:t>时处理函数将被调用。</a:t>
            </a:r>
          </a:p>
          <a:p>
            <a:pPr lvl="1" eaLnBrk="1" hangingPunct="1"/>
            <a:r>
              <a:rPr lang="zh-CN" altLang="en-US" sz="2000" dirty="0" smtClean="0">
                <a:latin typeface="宋体" pitchFamily="2" charset="-122"/>
              </a:rPr>
              <a:t>网络驱动程序可以在</a:t>
            </a:r>
            <a:r>
              <a:rPr lang="en-US" altLang="zh-CN" sz="2000" dirty="0" err="1" smtClean="0"/>
              <a:t>net_device</a:t>
            </a:r>
            <a:r>
              <a:rPr lang="zh-CN" altLang="en-US" sz="2000" dirty="0" smtClean="0"/>
              <a:t>结构的</a:t>
            </a:r>
            <a:r>
              <a:rPr lang="en-US" altLang="zh-CN" sz="2000" dirty="0" err="1" smtClean="0"/>
              <a:t>watchdog_timeo</a:t>
            </a:r>
            <a:r>
              <a:rPr lang="zh-CN" altLang="en-US" sz="2000" dirty="0" smtClean="0"/>
              <a:t>字段中设置超时时间，以</a:t>
            </a:r>
            <a:r>
              <a:rPr lang="en-US" altLang="zh-CN" sz="2000" dirty="0" smtClean="0"/>
              <a:t>jiffies</a:t>
            </a:r>
            <a:r>
              <a:rPr lang="zh-CN" altLang="en-US" sz="2000" dirty="0" smtClean="0"/>
              <a:t>为单位</a:t>
            </a:r>
          </a:p>
          <a:p>
            <a:pPr lvl="1" eaLnBrk="1" hangingPunct="1"/>
            <a:r>
              <a:rPr lang="zh-CN" altLang="en-US" sz="2000" dirty="0" smtClean="0"/>
              <a:t>如果当前的系统时间超过设备的</a:t>
            </a:r>
            <a:r>
              <a:rPr lang="en-US" altLang="zh-CN" sz="2000" dirty="0" err="1" smtClean="0"/>
              <a:t>trans_start</a:t>
            </a:r>
            <a:r>
              <a:rPr lang="zh-CN" altLang="en-US" sz="2000" dirty="0" smtClean="0"/>
              <a:t>时间至少一个超时周期，那么网络层将最终调用驱动程序的</a:t>
            </a:r>
            <a:r>
              <a:rPr lang="en-US" altLang="zh-CN" sz="2000" dirty="0" err="1" smtClean="0"/>
              <a:t>xxx_tx</a:t>
            </a:r>
            <a:r>
              <a:rPr lang="en-US" altLang="zh-CN" sz="2000" dirty="0" smtClean="0"/>
              <a:t>_ timeout()</a:t>
            </a:r>
            <a:r>
              <a:rPr lang="zh-CN" altLang="en-US" sz="2000" dirty="0" smtClean="0"/>
              <a:t>方法。这个函数需要调用</a:t>
            </a:r>
            <a:r>
              <a:rPr lang="en-US" altLang="zh-CN" sz="2000" dirty="0" smtClean="0"/>
              <a:t>Linux</a:t>
            </a:r>
            <a:r>
              <a:rPr lang="zh-CN" altLang="en-US" sz="2000" dirty="0" smtClean="0"/>
              <a:t>内核提供的</a:t>
            </a:r>
            <a:r>
              <a:rPr lang="en-US" altLang="zh-CN" sz="2000" dirty="0" err="1" smtClean="0"/>
              <a:t>netif_wake_queue</a:t>
            </a:r>
            <a:r>
              <a:rPr lang="en-US" altLang="zh-CN" sz="2000" dirty="0" smtClean="0"/>
              <a:t>()</a:t>
            </a:r>
            <a:r>
              <a:rPr lang="zh-CN" altLang="en-US" sz="2000" dirty="0" smtClean="0"/>
              <a:t>函数重新启动设备发送队列 </a:t>
            </a:r>
          </a:p>
          <a:p>
            <a:pPr lvl="1"/>
            <a:r>
              <a:rPr lang="zh-CN" altLang="en-US" sz="1800" dirty="0" smtClean="0">
                <a:latin typeface="宋体" pitchFamily="2" charset="-122"/>
              </a:rPr>
              <a:t>例如：</a:t>
            </a:r>
          </a:p>
          <a:p>
            <a:pPr lvl="1">
              <a:buFont typeface="Wingdings 3" pitchFamily="18" charset="2"/>
              <a:buNone/>
            </a:pPr>
            <a:r>
              <a:rPr lang="en-US" altLang="zh-CN" sz="2000" dirty="0" smtClean="0"/>
              <a:t>	void </a:t>
            </a:r>
            <a:r>
              <a:rPr lang="en-US" altLang="zh-CN" sz="2000" dirty="0" err="1" smtClean="0"/>
              <a:t>xxx_tx_timeout</a:t>
            </a:r>
            <a:r>
              <a:rPr lang="en-US" altLang="zh-CN" sz="2000" dirty="0" smtClean="0"/>
              <a:t>(</a:t>
            </a:r>
            <a:r>
              <a:rPr lang="en-US" altLang="zh-CN" sz="2000" dirty="0" err="1" smtClean="0"/>
              <a:t>struct</a:t>
            </a:r>
            <a:r>
              <a:rPr lang="en-US" altLang="zh-CN" sz="2000" dirty="0" smtClean="0"/>
              <a:t> </a:t>
            </a:r>
            <a:r>
              <a:rPr lang="en-US" altLang="zh-CN" sz="2000" dirty="0" err="1" smtClean="0"/>
              <a:t>net_device</a:t>
            </a:r>
            <a:r>
              <a:rPr lang="en-US" altLang="zh-CN" sz="2000" dirty="0" smtClean="0"/>
              <a:t> *dev)</a:t>
            </a:r>
          </a:p>
          <a:p>
            <a:pPr lvl="1">
              <a:buFont typeface="Wingdings 3" pitchFamily="18" charset="2"/>
              <a:buNone/>
            </a:pPr>
            <a:r>
              <a:rPr lang="en-US" altLang="zh-CN" sz="2000" dirty="0" smtClean="0"/>
              <a:t>	{</a:t>
            </a:r>
          </a:p>
          <a:p>
            <a:pPr lvl="1">
              <a:buFont typeface="Wingdings 3" pitchFamily="18" charset="2"/>
              <a:buNone/>
            </a:pPr>
            <a:r>
              <a:rPr lang="en-US" altLang="zh-CN" sz="2000" dirty="0" smtClean="0"/>
              <a:t>    		 ...</a:t>
            </a:r>
          </a:p>
          <a:p>
            <a:pPr lvl="1">
              <a:buFont typeface="Wingdings 3" pitchFamily="18" charset="2"/>
              <a:buNone/>
            </a:pPr>
            <a:r>
              <a:rPr lang="en-US" altLang="zh-CN" sz="2000" dirty="0" smtClean="0"/>
              <a:t>    		</a:t>
            </a:r>
            <a:r>
              <a:rPr lang="en-US" altLang="zh-CN" sz="2000" dirty="0" err="1" smtClean="0"/>
              <a:t>netif_wake_queue</a:t>
            </a:r>
            <a:r>
              <a:rPr lang="en-US" altLang="zh-CN" sz="2000" dirty="0" smtClean="0"/>
              <a:t>(dev);  /* </a:t>
            </a:r>
            <a:r>
              <a:rPr lang="zh-CN" altLang="en-US" sz="2000" dirty="0" smtClean="0"/>
              <a:t>重新启动设备发送队列 *</a:t>
            </a:r>
            <a:r>
              <a:rPr lang="en-US" altLang="zh-CN" sz="2000" dirty="0" smtClean="0"/>
              <a:t>/</a:t>
            </a:r>
          </a:p>
          <a:p>
            <a:pPr lvl="1">
              <a:buFont typeface="Wingdings 3" pitchFamily="18" charset="2"/>
              <a:buNone/>
            </a:pPr>
            <a:r>
              <a:rPr lang="en-US" altLang="zh-CN" sz="2000" dirty="0" smtClean="0"/>
              <a:t>	}</a:t>
            </a:r>
            <a:endParaRPr lang="zh-CN" altLang="en-US" sz="2000" dirty="0" smtClean="0"/>
          </a:p>
        </p:txBody>
      </p:sp>
    </p:spTree>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idx="4294967295"/>
          </p:nvPr>
        </p:nvSpPr>
        <p:spPr>
          <a:xfrm>
            <a:off x="457200" y="357165"/>
            <a:ext cx="8221663" cy="776309"/>
          </a:xfrm>
        </p:spPr>
        <p:txBody>
          <a:bodyPr lIns="92075" tIns="46038" rIns="92075" bIns="46038" anchor="ctr"/>
          <a:lstStyle/>
          <a:p>
            <a:pPr eaLnBrk="1" hangingPunct="1"/>
            <a:r>
              <a:rPr lang="zh-CN" altLang="en-US" dirty="0" smtClean="0"/>
              <a:t>数据接收流程 </a:t>
            </a:r>
          </a:p>
        </p:txBody>
      </p:sp>
      <p:sp>
        <p:nvSpPr>
          <p:cNvPr id="328707" name="Rectangle 3"/>
          <p:cNvSpPr>
            <a:spLocks noGrp="1" noChangeArrowheads="1"/>
          </p:cNvSpPr>
          <p:nvPr>
            <p:ph type="body" idx="4294967295"/>
          </p:nvPr>
        </p:nvSpPr>
        <p:spPr/>
        <p:txBody>
          <a:bodyPr lIns="92075" tIns="46038" rIns="92075" bIns="46038"/>
          <a:lstStyle/>
          <a:p>
            <a:pPr eaLnBrk="1" hangingPunct="1">
              <a:lnSpc>
                <a:spcPct val="150000"/>
              </a:lnSpc>
            </a:pPr>
            <a:r>
              <a:rPr lang="zh-CN" altLang="en-US" sz="2400" dirty="0" smtClean="0"/>
              <a:t>网络设备接收数据的主要方法是由中断引发设备的中断处理函数，中断处理函数判断中断类型，如果为接收中断，则读取接收到的数据，分配</a:t>
            </a:r>
            <a:r>
              <a:rPr lang="en-US" altLang="zh-CN" sz="2400" dirty="0" err="1" smtClean="0"/>
              <a:t>sk_buffer</a:t>
            </a:r>
            <a:r>
              <a:rPr lang="zh-CN" altLang="en-US" sz="2400" dirty="0" smtClean="0"/>
              <a:t>数据结构和数据缓冲区，将接收到的数据复制到数据缓冲区，并调用</a:t>
            </a:r>
            <a:r>
              <a:rPr lang="en-US" altLang="zh-CN" sz="2400" dirty="0" err="1" smtClean="0"/>
              <a:t>netif_rx</a:t>
            </a:r>
            <a:r>
              <a:rPr lang="en-US" altLang="zh-CN" sz="2400" dirty="0" smtClean="0"/>
              <a:t>()</a:t>
            </a:r>
            <a:r>
              <a:rPr lang="zh-CN" altLang="en-US" sz="2400" dirty="0" smtClean="0"/>
              <a:t>函数将</a:t>
            </a:r>
            <a:r>
              <a:rPr lang="en-US" altLang="zh-CN" sz="2400" dirty="0" err="1" smtClean="0"/>
              <a:t>sk_buffer</a:t>
            </a:r>
            <a:r>
              <a:rPr lang="zh-CN" altLang="en-US" sz="2400" dirty="0" smtClean="0"/>
              <a:t>传递给上层协议 </a:t>
            </a:r>
          </a:p>
          <a:p>
            <a:pPr eaLnBrk="1" hangingPunct="1">
              <a:buFont typeface="Wingdings 3" pitchFamily="18" charset="2"/>
              <a:buNone/>
            </a:pPr>
            <a:endParaRPr lang="en-US" altLang="zh-CN" dirty="0" smtClean="0"/>
          </a:p>
        </p:txBody>
      </p:sp>
    </p:spTree>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中断处理函数接收数据模板（</a:t>
            </a:r>
            <a:r>
              <a:rPr lang="en-US" altLang="zh-CN" b="0" smtClean="0">
                <a:solidFill>
                  <a:schemeClr val="tx2"/>
                </a:solidFill>
                <a:latin typeface="Arial" pitchFamily="34" charset="0"/>
                <a:ea typeface="宋体" pitchFamily="2" charset="-122"/>
              </a:rPr>
              <a:t>1</a:t>
            </a:r>
            <a:r>
              <a:rPr lang="zh-CN" altLang="en-US" b="0" smtClean="0">
                <a:solidFill>
                  <a:schemeClr val="tx2"/>
                </a:solidFill>
                <a:latin typeface="Arial" pitchFamily="34" charset="0"/>
                <a:ea typeface="宋体" pitchFamily="2" charset="-122"/>
              </a:rPr>
              <a:t>）</a:t>
            </a:r>
          </a:p>
        </p:txBody>
      </p:sp>
      <p:sp>
        <p:nvSpPr>
          <p:cNvPr id="360451" name="Rectangle 3"/>
          <p:cNvSpPr>
            <a:spLocks noGrp="1"/>
          </p:cNvSpPr>
          <p:nvPr>
            <p:ph type="body" idx="1"/>
          </p:nvPr>
        </p:nvSpPr>
        <p:spPr/>
        <p:style>
          <a:lnRef idx="1">
            <a:schemeClr val="dk1"/>
          </a:lnRef>
          <a:fillRef idx="2">
            <a:schemeClr val="dk1"/>
          </a:fillRef>
          <a:effectRef idx="1">
            <a:schemeClr val="dk1"/>
          </a:effectRef>
          <a:fontRef idx="minor">
            <a:schemeClr val="dk1"/>
          </a:fontRef>
        </p:style>
        <p:txBody>
          <a:bodyPr/>
          <a:lstStyle/>
          <a:p>
            <a:pPr>
              <a:lnSpc>
                <a:spcPct val="80000"/>
              </a:lnSpc>
              <a:buFont typeface="Wingdings 3" pitchFamily="18" charset="2"/>
              <a:buNone/>
            </a:pPr>
            <a:endParaRPr lang="en-US" altLang="zh-CN" sz="1400" dirty="0" smtClean="0"/>
          </a:p>
          <a:p>
            <a:pPr>
              <a:lnSpc>
                <a:spcPct val="80000"/>
              </a:lnSpc>
              <a:buFont typeface="Wingdings 3" pitchFamily="18" charset="2"/>
              <a:buNone/>
            </a:pPr>
            <a:r>
              <a:rPr lang="en-US" altLang="zh-CN" sz="1800" dirty="0" smtClean="0"/>
              <a:t>static void </a:t>
            </a:r>
            <a:r>
              <a:rPr lang="en-US" altLang="zh-CN" sz="1800" dirty="0" err="1" smtClean="0"/>
              <a:t>xxx_interrupt</a:t>
            </a:r>
            <a:r>
              <a:rPr lang="en-US" altLang="zh-CN" sz="1800" dirty="0" smtClean="0"/>
              <a:t>(</a:t>
            </a:r>
            <a:r>
              <a:rPr lang="en-US" altLang="zh-CN" sz="1800" dirty="0" err="1" smtClean="0"/>
              <a:t>int</a:t>
            </a:r>
            <a:r>
              <a:rPr lang="en-US" altLang="zh-CN" sz="1800" dirty="0" smtClean="0"/>
              <a:t> </a:t>
            </a:r>
            <a:r>
              <a:rPr lang="en-US" altLang="zh-CN" sz="1800" dirty="0" err="1" smtClean="0"/>
              <a:t>irq</a:t>
            </a:r>
            <a:r>
              <a:rPr lang="en-US" altLang="zh-CN" sz="1800" dirty="0" smtClean="0"/>
              <a:t>, void *</a:t>
            </a:r>
            <a:r>
              <a:rPr lang="en-US" altLang="zh-CN" sz="1800" dirty="0" err="1" smtClean="0"/>
              <a:t>dev_id</a:t>
            </a:r>
            <a:r>
              <a:rPr lang="en-US" altLang="zh-CN" sz="1800" dirty="0" smtClean="0"/>
              <a:t>, </a:t>
            </a:r>
            <a:r>
              <a:rPr lang="en-US" altLang="zh-CN" sz="1800" dirty="0" err="1" smtClean="0"/>
              <a:t>struct</a:t>
            </a:r>
            <a:r>
              <a:rPr lang="en-US" altLang="zh-CN" sz="1800" dirty="0" smtClean="0"/>
              <a:t> </a:t>
            </a:r>
            <a:r>
              <a:rPr lang="en-US" altLang="zh-CN" sz="1800" dirty="0" err="1" smtClean="0"/>
              <a:t>pt_regs</a:t>
            </a:r>
            <a:r>
              <a:rPr lang="en-US" altLang="zh-CN" sz="1800" dirty="0" smtClean="0"/>
              <a:t> *</a:t>
            </a:r>
            <a:r>
              <a:rPr lang="en-US" altLang="zh-CN" sz="1800" dirty="0" err="1" smtClean="0"/>
              <a:t>regs</a:t>
            </a:r>
            <a:r>
              <a:rPr lang="en-US" altLang="zh-CN" sz="1800" dirty="0" smtClean="0"/>
              <a:t>)</a:t>
            </a:r>
          </a:p>
          <a:p>
            <a:pPr>
              <a:lnSpc>
                <a:spcPct val="80000"/>
              </a:lnSpc>
              <a:buFont typeface="Wingdings 3" pitchFamily="18" charset="2"/>
              <a:buNone/>
            </a:pPr>
            <a:r>
              <a:rPr lang="en-US" altLang="zh-CN" sz="1800" dirty="0" smtClean="0"/>
              <a:t>{</a:t>
            </a:r>
          </a:p>
          <a:p>
            <a:pPr>
              <a:lnSpc>
                <a:spcPct val="80000"/>
              </a:lnSpc>
              <a:buFont typeface="Wingdings 3" pitchFamily="18" charset="2"/>
              <a:buNone/>
            </a:pPr>
            <a:r>
              <a:rPr lang="en-US" altLang="zh-CN" sz="1800" dirty="0" smtClean="0"/>
              <a:t> 	  ...</a:t>
            </a:r>
          </a:p>
          <a:p>
            <a:pPr>
              <a:lnSpc>
                <a:spcPct val="80000"/>
              </a:lnSpc>
              <a:buFont typeface="Wingdings 3" pitchFamily="18" charset="2"/>
              <a:buNone/>
            </a:pPr>
            <a:r>
              <a:rPr lang="en-US" altLang="zh-CN" sz="1800" dirty="0" smtClean="0"/>
              <a:t> 	  switch (status &amp;ISQ_EVENT_MASK)</a:t>
            </a:r>
          </a:p>
          <a:p>
            <a:pPr>
              <a:lnSpc>
                <a:spcPct val="80000"/>
              </a:lnSpc>
              <a:buFont typeface="Wingdings 3" pitchFamily="18" charset="2"/>
              <a:buNone/>
            </a:pPr>
            <a:r>
              <a:rPr lang="en-US" altLang="zh-CN" sz="1800" dirty="0" smtClean="0"/>
              <a:t> 	  {</a:t>
            </a:r>
          </a:p>
          <a:p>
            <a:pPr>
              <a:lnSpc>
                <a:spcPct val="80000"/>
              </a:lnSpc>
              <a:buFont typeface="Wingdings 3" pitchFamily="18" charset="2"/>
              <a:buNone/>
            </a:pPr>
            <a:r>
              <a:rPr lang="en-US" altLang="zh-CN" sz="1800" dirty="0" smtClean="0"/>
              <a:t> 		    case ISQ_RECEIVER_EVENT:</a:t>
            </a:r>
          </a:p>
          <a:p>
            <a:pPr>
              <a:lnSpc>
                <a:spcPct val="80000"/>
              </a:lnSpc>
              <a:buFont typeface="Wingdings 3" pitchFamily="18" charset="2"/>
              <a:buNone/>
            </a:pPr>
            <a:r>
              <a:rPr lang="en-US" altLang="zh-CN" sz="1800" dirty="0" smtClean="0"/>
              <a:t>	 	      /* </a:t>
            </a:r>
            <a:r>
              <a:rPr lang="zh-CN" altLang="en-US" sz="1800" dirty="0" smtClean="0"/>
              <a:t>获取数据包 *</a:t>
            </a:r>
            <a:r>
              <a:rPr lang="en-US" altLang="zh-CN" sz="1800" dirty="0" smtClean="0"/>
              <a:t>/</a:t>
            </a:r>
          </a:p>
          <a:p>
            <a:pPr>
              <a:lnSpc>
                <a:spcPct val="80000"/>
              </a:lnSpc>
              <a:buFont typeface="Wingdings 3" pitchFamily="18" charset="2"/>
              <a:buNone/>
            </a:pPr>
            <a:r>
              <a:rPr lang="en-US" altLang="zh-CN" sz="1800" dirty="0" smtClean="0"/>
              <a:t>	 	      </a:t>
            </a:r>
            <a:r>
              <a:rPr lang="en-US" altLang="zh-CN" sz="1800" dirty="0" err="1" smtClean="0"/>
              <a:t>xxx_rx</a:t>
            </a:r>
            <a:r>
              <a:rPr lang="en-US" altLang="zh-CN" sz="1800" dirty="0" smtClean="0"/>
              <a:t>(dev);</a:t>
            </a:r>
          </a:p>
          <a:p>
            <a:pPr>
              <a:lnSpc>
                <a:spcPct val="80000"/>
              </a:lnSpc>
              <a:buFont typeface="Wingdings 3" pitchFamily="18" charset="2"/>
              <a:buNone/>
            </a:pPr>
            <a:r>
              <a:rPr lang="en-US" altLang="zh-CN" sz="1800" dirty="0" smtClean="0"/>
              <a:t>	 	      break;</a:t>
            </a:r>
          </a:p>
          <a:p>
            <a:pPr>
              <a:lnSpc>
                <a:spcPct val="80000"/>
              </a:lnSpc>
              <a:buFont typeface="Wingdings 3" pitchFamily="18" charset="2"/>
              <a:buNone/>
            </a:pPr>
            <a:r>
              <a:rPr lang="en-US" altLang="zh-CN" sz="1800" dirty="0" smtClean="0"/>
              <a:t>		      /* </a:t>
            </a:r>
            <a:r>
              <a:rPr lang="zh-CN" altLang="en-US" sz="1800" dirty="0" smtClean="0"/>
              <a:t>其他类型的中断 *</a:t>
            </a:r>
            <a:r>
              <a:rPr lang="en-US" altLang="zh-CN" sz="1800" dirty="0" smtClean="0"/>
              <a:t>/</a:t>
            </a:r>
          </a:p>
          <a:p>
            <a:pPr>
              <a:lnSpc>
                <a:spcPct val="80000"/>
              </a:lnSpc>
              <a:buFont typeface="Wingdings 3" pitchFamily="18" charset="2"/>
              <a:buNone/>
            </a:pPr>
            <a:r>
              <a:rPr lang="en-US" altLang="zh-CN" sz="1800" dirty="0" smtClean="0"/>
              <a:t>	  }</a:t>
            </a:r>
          </a:p>
          <a:p>
            <a:pPr>
              <a:lnSpc>
                <a:spcPct val="80000"/>
              </a:lnSpc>
              <a:buFont typeface="Wingdings 3" pitchFamily="18" charset="2"/>
              <a:buNone/>
            </a:pPr>
            <a:r>
              <a:rPr lang="en-US" altLang="zh-CN" sz="1800" dirty="0" smtClean="0"/>
              <a:t>}</a:t>
            </a:r>
            <a:endParaRPr lang="zh-CN" altLang="en-US" sz="1800" dirty="0" smtClean="0"/>
          </a:p>
        </p:txBody>
      </p:sp>
    </p:spTree>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中断处理函数接收数据模板（</a:t>
            </a:r>
            <a:r>
              <a:rPr lang="en-US" altLang="zh-CN" b="0" smtClean="0">
                <a:solidFill>
                  <a:schemeClr val="tx2"/>
                </a:solidFill>
                <a:latin typeface="Arial" pitchFamily="34" charset="0"/>
                <a:ea typeface="宋体" pitchFamily="2" charset="-122"/>
              </a:rPr>
              <a:t>2</a:t>
            </a:r>
            <a:r>
              <a:rPr lang="zh-CN" altLang="en-US" b="0" smtClean="0">
                <a:solidFill>
                  <a:schemeClr val="tx2"/>
                </a:solidFill>
                <a:latin typeface="Arial" pitchFamily="34" charset="0"/>
                <a:ea typeface="宋体" pitchFamily="2" charset="-122"/>
              </a:rPr>
              <a:t>）</a:t>
            </a:r>
          </a:p>
        </p:txBody>
      </p:sp>
      <p:sp>
        <p:nvSpPr>
          <p:cNvPr id="361475" name="Rectangle 3"/>
          <p:cNvSpPr>
            <a:spLocks noGrp="1"/>
          </p:cNvSpPr>
          <p:nvPr>
            <p:ph type="body" idx="1"/>
          </p:nvPr>
        </p:nvSpPr>
        <p:spPr/>
        <p:style>
          <a:lnRef idx="1">
            <a:schemeClr val="dk1"/>
          </a:lnRef>
          <a:fillRef idx="2">
            <a:schemeClr val="dk1"/>
          </a:fillRef>
          <a:effectRef idx="1">
            <a:schemeClr val="dk1"/>
          </a:effectRef>
          <a:fontRef idx="minor">
            <a:schemeClr val="dk1"/>
          </a:fontRef>
        </p:style>
        <p:txBody>
          <a:bodyPr/>
          <a:lstStyle/>
          <a:p>
            <a:pPr>
              <a:lnSpc>
                <a:spcPct val="80000"/>
              </a:lnSpc>
              <a:buFont typeface="Wingdings 3" pitchFamily="18" charset="2"/>
              <a:buNone/>
            </a:pPr>
            <a:r>
              <a:rPr lang="en-US" altLang="zh-CN" sz="1400" dirty="0" smtClean="0"/>
              <a:t>static void </a:t>
            </a:r>
            <a:r>
              <a:rPr lang="en-US" altLang="zh-CN" sz="1400" dirty="0" err="1" smtClean="0"/>
              <a:t>xxx_rx</a:t>
            </a:r>
            <a:r>
              <a:rPr lang="en-US" altLang="zh-CN" sz="1400" dirty="0" smtClean="0"/>
              <a:t>(</a:t>
            </a:r>
            <a:r>
              <a:rPr lang="en-US" altLang="zh-CN" sz="1400" dirty="0" err="1" smtClean="0"/>
              <a:t>struct</a:t>
            </a:r>
            <a:r>
              <a:rPr lang="en-US" altLang="zh-CN" sz="1400" dirty="0" smtClean="0"/>
              <a:t> </a:t>
            </a:r>
            <a:r>
              <a:rPr lang="en-US" altLang="zh-CN" sz="1400" dirty="0" err="1" smtClean="0"/>
              <a:t>xxx_device</a:t>
            </a:r>
            <a:r>
              <a:rPr lang="en-US" altLang="zh-CN" sz="1400" dirty="0" smtClean="0"/>
              <a:t> *dev)</a:t>
            </a:r>
          </a:p>
          <a:p>
            <a:pPr>
              <a:lnSpc>
                <a:spcPct val="80000"/>
              </a:lnSpc>
              <a:buFont typeface="Wingdings 3" pitchFamily="18" charset="2"/>
              <a:buNone/>
            </a:pPr>
            <a:r>
              <a:rPr lang="en-US" altLang="zh-CN" sz="1400" dirty="0" smtClean="0"/>
              <a:t>{</a:t>
            </a:r>
          </a:p>
          <a:p>
            <a:pPr>
              <a:lnSpc>
                <a:spcPct val="80000"/>
              </a:lnSpc>
              <a:buFont typeface="Wingdings 3" pitchFamily="18" charset="2"/>
              <a:buNone/>
            </a:pPr>
            <a:r>
              <a:rPr lang="en-US" altLang="zh-CN" sz="1400" dirty="0" smtClean="0"/>
              <a:t>	  ...</a:t>
            </a:r>
          </a:p>
          <a:p>
            <a:pPr>
              <a:lnSpc>
                <a:spcPct val="80000"/>
              </a:lnSpc>
              <a:buFont typeface="Wingdings 3" pitchFamily="18" charset="2"/>
              <a:buNone/>
            </a:pPr>
            <a:r>
              <a:rPr lang="en-US" altLang="zh-CN" sz="1400" dirty="0" smtClean="0"/>
              <a:t>	  length = </a:t>
            </a:r>
            <a:r>
              <a:rPr lang="en-US" altLang="zh-CN" sz="1400" dirty="0" err="1" smtClean="0"/>
              <a:t>get_rev_len</a:t>
            </a:r>
            <a:r>
              <a:rPr lang="en-US" altLang="zh-CN" sz="1400" dirty="0" smtClean="0"/>
              <a:t> (...);</a:t>
            </a:r>
          </a:p>
          <a:p>
            <a:pPr>
              <a:lnSpc>
                <a:spcPct val="80000"/>
              </a:lnSpc>
              <a:buFont typeface="Wingdings 3" pitchFamily="18" charset="2"/>
              <a:buNone/>
            </a:pPr>
            <a:r>
              <a:rPr lang="en-US" altLang="zh-CN" sz="1400" dirty="0" smtClean="0"/>
              <a:t>	  /* </a:t>
            </a:r>
            <a:r>
              <a:rPr lang="zh-CN" altLang="en-US" sz="1400" dirty="0" smtClean="0"/>
              <a:t>分配新的套接字缓冲区 *</a:t>
            </a:r>
            <a:r>
              <a:rPr lang="en-US" altLang="zh-CN" sz="1400" dirty="0" smtClean="0"/>
              <a:t>/</a:t>
            </a:r>
          </a:p>
          <a:p>
            <a:pPr>
              <a:lnSpc>
                <a:spcPct val="80000"/>
              </a:lnSpc>
              <a:buFont typeface="Wingdings 3" pitchFamily="18" charset="2"/>
              <a:buNone/>
            </a:pPr>
            <a:r>
              <a:rPr lang="en-US" altLang="zh-CN" sz="1400" dirty="0" smtClean="0"/>
              <a:t>	  </a:t>
            </a:r>
            <a:r>
              <a:rPr lang="en-US" altLang="zh-CN" sz="1400" dirty="0" err="1" smtClean="0"/>
              <a:t>skb</a:t>
            </a:r>
            <a:r>
              <a:rPr lang="en-US" altLang="zh-CN" sz="1400" dirty="0" smtClean="0"/>
              <a:t> = </a:t>
            </a:r>
            <a:r>
              <a:rPr lang="en-US" altLang="zh-CN" sz="1400" dirty="0" err="1" smtClean="0"/>
              <a:t>dev_alloc_skb</a:t>
            </a:r>
            <a:r>
              <a:rPr lang="en-US" altLang="zh-CN" sz="1400" dirty="0" smtClean="0"/>
              <a:t>(length + 2);	</a:t>
            </a:r>
          </a:p>
          <a:p>
            <a:pPr>
              <a:lnSpc>
                <a:spcPct val="80000"/>
              </a:lnSpc>
              <a:buFont typeface="Wingdings 3" pitchFamily="18" charset="2"/>
              <a:buNone/>
            </a:pPr>
            <a:r>
              <a:rPr lang="en-US" altLang="zh-CN" sz="1400" dirty="0" smtClean="0"/>
              <a:t>	  </a:t>
            </a:r>
            <a:r>
              <a:rPr lang="en-US" altLang="zh-CN" sz="1400" dirty="0" err="1" smtClean="0"/>
              <a:t>skb_reserve</a:t>
            </a:r>
            <a:r>
              <a:rPr lang="en-US" altLang="zh-CN" sz="1400" dirty="0" smtClean="0"/>
              <a:t>(</a:t>
            </a:r>
            <a:r>
              <a:rPr lang="en-US" altLang="zh-CN" sz="1400" dirty="0" err="1" smtClean="0"/>
              <a:t>skb</a:t>
            </a:r>
            <a:r>
              <a:rPr lang="en-US" altLang="zh-CN" sz="1400" dirty="0" smtClean="0"/>
              <a:t>, 2); /* </a:t>
            </a:r>
            <a:r>
              <a:rPr lang="zh-CN" altLang="en-US" sz="1400" dirty="0" smtClean="0"/>
              <a:t>对齐 *</a:t>
            </a:r>
            <a:r>
              <a:rPr lang="en-US" altLang="zh-CN" sz="1400" dirty="0" smtClean="0"/>
              <a:t>/</a:t>
            </a:r>
          </a:p>
          <a:p>
            <a:pPr>
              <a:lnSpc>
                <a:spcPct val="80000"/>
              </a:lnSpc>
              <a:buFont typeface="Wingdings 3" pitchFamily="18" charset="2"/>
              <a:buNone/>
            </a:pPr>
            <a:r>
              <a:rPr lang="en-US" altLang="zh-CN" sz="1400" dirty="0" smtClean="0"/>
              <a:t>	  </a:t>
            </a:r>
            <a:r>
              <a:rPr lang="en-US" altLang="zh-CN" sz="1400" dirty="0" err="1" smtClean="0"/>
              <a:t>skb</a:t>
            </a:r>
            <a:r>
              <a:rPr lang="en-US" altLang="zh-CN" sz="1400" dirty="0" smtClean="0"/>
              <a:t>-&gt;dev = dev;</a:t>
            </a:r>
          </a:p>
          <a:p>
            <a:pPr>
              <a:lnSpc>
                <a:spcPct val="80000"/>
              </a:lnSpc>
              <a:buFont typeface="Wingdings 3" pitchFamily="18" charset="2"/>
              <a:buNone/>
            </a:pPr>
            <a:r>
              <a:rPr lang="en-US" altLang="zh-CN" sz="1400" dirty="0" smtClean="0"/>
              <a:t>	  /* </a:t>
            </a:r>
            <a:r>
              <a:rPr lang="zh-CN" altLang="en-US" sz="1400" dirty="0" smtClean="0"/>
              <a:t>读取硬件上接收到的数据 *</a:t>
            </a:r>
            <a:r>
              <a:rPr lang="en-US" altLang="zh-CN" sz="1400" dirty="0" smtClean="0"/>
              <a:t>/</a:t>
            </a:r>
          </a:p>
          <a:p>
            <a:pPr>
              <a:lnSpc>
                <a:spcPct val="80000"/>
              </a:lnSpc>
              <a:buFont typeface="Wingdings 3" pitchFamily="18" charset="2"/>
              <a:buNone/>
            </a:pPr>
            <a:r>
              <a:rPr lang="en-US" altLang="zh-CN" sz="1400" dirty="0" smtClean="0"/>
              <a:t>	 </a:t>
            </a:r>
            <a:r>
              <a:rPr lang="en-US" altLang="zh-CN" sz="1400" dirty="0" err="1" smtClean="0"/>
              <a:t>insw</a:t>
            </a:r>
            <a:r>
              <a:rPr lang="en-US" altLang="zh-CN" sz="1400" dirty="0" smtClean="0"/>
              <a:t>(</a:t>
            </a:r>
            <a:r>
              <a:rPr lang="en-US" altLang="zh-CN" sz="1400" dirty="0" err="1" smtClean="0"/>
              <a:t>ioaddr</a:t>
            </a:r>
            <a:r>
              <a:rPr lang="en-US" altLang="zh-CN" sz="1400" dirty="0" smtClean="0"/>
              <a:t> + RX_FRAME_PORT, </a:t>
            </a:r>
            <a:r>
              <a:rPr lang="en-US" altLang="zh-CN" sz="1400" dirty="0" err="1" smtClean="0"/>
              <a:t>skb_put</a:t>
            </a:r>
            <a:r>
              <a:rPr lang="en-US" altLang="zh-CN" sz="1400" dirty="0" smtClean="0"/>
              <a:t>(</a:t>
            </a:r>
            <a:r>
              <a:rPr lang="en-US" altLang="zh-CN" sz="1400" dirty="0" err="1" smtClean="0"/>
              <a:t>skb</a:t>
            </a:r>
            <a:r>
              <a:rPr lang="en-US" altLang="zh-CN" sz="1400" dirty="0" smtClean="0"/>
              <a:t>, length), length &gt;&gt; 1);</a:t>
            </a:r>
          </a:p>
          <a:p>
            <a:pPr>
              <a:lnSpc>
                <a:spcPct val="80000"/>
              </a:lnSpc>
              <a:buFont typeface="Wingdings 3" pitchFamily="18" charset="2"/>
              <a:buNone/>
            </a:pPr>
            <a:r>
              <a:rPr lang="en-US" altLang="zh-CN" sz="1400" dirty="0" smtClean="0"/>
              <a:t>	 if (length &amp;1)</a:t>
            </a:r>
          </a:p>
          <a:p>
            <a:pPr>
              <a:lnSpc>
                <a:spcPct val="80000"/>
              </a:lnSpc>
              <a:buFont typeface="Wingdings 3" pitchFamily="18" charset="2"/>
              <a:buNone/>
            </a:pPr>
            <a:r>
              <a:rPr lang="en-US" altLang="zh-CN" sz="1400" dirty="0" smtClean="0"/>
              <a:t>	    </a:t>
            </a:r>
            <a:r>
              <a:rPr lang="en-US" altLang="zh-CN" sz="1400" dirty="0" err="1" smtClean="0"/>
              <a:t>skb</a:t>
            </a:r>
            <a:r>
              <a:rPr lang="en-US" altLang="zh-CN" sz="1400" dirty="0" smtClean="0"/>
              <a:t>-&gt;data[length - 1] = </a:t>
            </a:r>
            <a:r>
              <a:rPr lang="en-US" altLang="zh-CN" sz="1400" dirty="0" err="1" smtClean="0"/>
              <a:t>inw</a:t>
            </a:r>
            <a:r>
              <a:rPr lang="en-US" altLang="zh-CN" sz="1400" dirty="0" smtClean="0"/>
              <a:t>(</a:t>
            </a:r>
            <a:r>
              <a:rPr lang="en-US" altLang="zh-CN" sz="1400" dirty="0" err="1" smtClean="0"/>
              <a:t>ioaddr</a:t>
            </a:r>
            <a:r>
              <a:rPr lang="en-US" altLang="zh-CN" sz="1400" dirty="0" smtClean="0"/>
              <a:t> + RX_FRAME_PORT);	</a:t>
            </a:r>
          </a:p>
          <a:p>
            <a:pPr>
              <a:lnSpc>
                <a:spcPct val="80000"/>
              </a:lnSpc>
              <a:buFont typeface="Wingdings 3" pitchFamily="18" charset="2"/>
              <a:buNone/>
            </a:pPr>
            <a:r>
              <a:rPr lang="en-US" altLang="zh-CN" sz="1400" dirty="0" smtClean="0"/>
              <a:t>         /* </a:t>
            </a:r>
            <a:r>
              <a:rPr lang="zh-CN" altLang="en-US" sz="1400" dirty="0" smtClean="0"/>
              <a:t>获取上层协议类型 *</a:t>
            </a:r>
            <a:r>
              <a:rPr lang="en-US" altLang="zh-CN" sz="1400" dirty="0" smtClean="0"/>
              <a:t>/</a:t>
            </a:r>
          </a:p>
          <a:p>
            <a:pPr>
              <a:lnSpc>
                <a:spcPct val="80000"/>
              </a:lnSpc>
              <a:buFont typeface="Wingdings 3" pitchFamily="18" charset="2"/>
              <a:buNone/>
            </a:pPr>
            <a:r>
              <a:rPr lang="en-US" altLang="zh-CN" sz="1400" dirty="0" smtClean="0"/>
              <a:t>	  </a:t>
            </a:r>
            <a:r>
              <a:rPr lang="en-US" altLang="zh-CN" sz="1400" dirty="0" err="1" smtClean="0"/>
              <a:t>skb</a:t>
            </a:r>
            <a:r>
              <a:rPr lang="en-US" altLang="zh-CN" sz="1400" dirty="0" smtClean="0"/>
              <a:t>-&gt;protocol = </a:t>
            </a:r>
            <a:r>
              <a:rPr lang="en-US" altLang="zh-CN" sz="1400" dirty="0" err="1" smtClean="0"/>
              <a:t>eth_type_trans</a:t>
            </a:r>
            <a:r>
              <a:rPr lang="en-US" altLang="zh-CN" sz="1400" dirty="0" smtClean="0"/>
              <a:t>(</a:t>
            </a:r>
            <a:r>
              <a:rPr lang="en-US" altLang="zh-CN" sz="1400" dirty="0" err="1" smtClean="0"/>
              <a:t>skb</a:t>
            </a:r>
            <a:r>
              <a:rPr lang="en-US" altLang="zh-CN" sz="1400" dirty="0" smtClean="0"/>
              <a:t>, dev); </a:t>
            </a:r>
          </a:p>
          <a:p>
            <a:pPr>
              <a:lnSpc>
                <a:spcPct val="80000"/>
              </a:lnSpc>
              <a:buFont typeface="Wingdings 3" pitchFamily="18" charset="2"/>
              <a:buNone/>
            </a:pPr>
            <a:r>
              <a:rPr lang="en-US" altLang="zh-CN" sz="1400" dirty="0" smtClean="0"/>
              <a:t>	 /* </a:t>
            </a:r>
            <a:r>
              <a:rPr lang="zh-CN" altLang="en-US" sz="1400" dirty="0" smtClean="0"/>
              <a:t>把数据包交给上层 *</a:t>
            </a:r>
            <a:r>
              <a:rPr lang="en-US" altLang="zh-CN" sz="1400" dirty="0" smtClean="0"/>
              <a:t>/</a:t>
            </a:r>
          </a:p>
          <a:p>
            <a:pPr>
              <a:lnSpc>
                <a:spcPct val="80000"/>
              </a:lnSpc>
              <a:buFont typeface="Wingdings 3" pitchFamily="18" charset="2"/>
              <a:buNone/>
            </a:pPr>
            <a:r>
              <a:rPr lang="en-US" altLang="zh-CN" sz="1400" dirty="0" smtClean="0"/>
              <a:t>	  </a:t>
            </a:r>
            <a:r>
              <a:rPr lang="en-US" altLang="zh-CN" sz="1400" dirty="0" err="1" smtClean="0"/>
              <a:t>netif_rx</a:t>
            </a:r>
            <a:r>
              <a:rPr lang="en-US" altLang="zh-CN" sz="1400" dirty="0" smtClean="0"/>
              <a:t>(</a:t>
            </a:r>
            <a:r>
              <a:rPr lang="en-US" altLang="zh-CN" sz="1400" dirty="0" err="1" smtClean="0"/>
              <a:t>skb</a:t>
            </a:r>
            <a:r>
              <a:rPr lang="en-US" altLang="zh-CN" sz="1400" dirty="0" smtClean="0"/>
              <a:t>);	</a:t>
            </a:r>
          </a:p>
          <a:p>
            <a:pPr>
              <a:lnSpc>
                <a:spcPct val="80000"/>
              </a:lnSpc>
              <a:buFont typeface="Wingdings 3" pitchFamily="18" charset="2"/>
              <a:buNone/>
            </a:pPr>
            <a:r>
              <a:rPr lang="en-US" altLang="zh-CN" sz="1400" dirty="0" smtClean="0"/>
              <a:t>	 /* </a:t>
            </a:r>
            <a:r>
              <a:rPr lang="zh-CN" altLang="en-US" sz="1400" dirty="0" smtClean="0"/>
              <a:t>记录接收时间戳 *</a:t>
            </a:r>
            <a:r>
              <a:rPr lang="en-US" altLang="zh-CN" sz="1400" dirty="0" smtClean="0"/>
              <a:t>/</a:t>
            </a:r>
          </a:p>
          <a:p>
            <a:pPr>
              <a:lnSpc>
                <a:spcPct val="80000"/>
              </a:lnSpc>
              <a:buFont typeface="Wingdings 3" pitchFamily="18" charset="2"/>
              <a:buNone/>
            </a:pPr>
            <a:r>
              <a:rPr lang="en-US" altLang="zh-CN" sz="1400" dirty="0" smtClean="0"/>
              <a:t>	  dev-&gt;</a:t>
            </a:r>
            <a:r>
              <a:rPr lang="en-US" altLang="zh-CN" sz="1400" dirty="0" err="1" smtClean="0"/>
              <a:t>last_rx</a:t>
            </a:r>
            <a:r>
              <a:rPr lang="en-US" altLang="zh-CN" sz="1400" dirty="0" smtClean="0"/>
              <a:t> = jiffies;</a:t>
            </a:r>
          </a:p>
          <a:p>
            <a:pPr>
              <a:lnSpc>
                <a:spcPct val="80000"/>
              </a:lnSpc>
              <a:buFont typeface="Wingdings 3" pitchFamily="18" charset="2"/>
              <a:buNone/>
            </a:pPr>
            <a:r>
              <a:rPr lang="en-US" altLang="zh-CN" sz="1400" dirty="0" smtClean="0"/>
              <a:t>	  ...</a:t>
            </a:r>
          </a:p>
          <a:p>
            <a:pPr>
              <a:lnSpc>
                <a:spcPct val="80000"/>
              </a:lnSpc>
              <a:buFont typeface="Wingdings 3" pitchFamily="18" charset="2"/>
              <a:buNone/>
            </a:pPr>
            <a:r>
              <a:rPr lang="en-US" altLang="zh-CN" sz="1400" dirty="0" smtClean="0"/>
              <a:t>}</a:t>
            </a:r>
            <a:endParaRPr lang="zh-CN" altLang="en-US" sz="1400" dirty="0" smtClean="0"/>
          </a:p>
        </p:txBody>
      </p:sp>
    </p:spTree>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NAPI</a:t>
            </a:r>
            <a:r>
              <a:rPr lang="zh-CN" altLang="en-US" dirty="0" smtClean="0"/>
              <a:t>接收方法支持</a:t>
            </a:r>
            <a:endParaRPr lang="zh-CN" altLang="en-US" dirty="0"/>
          </a:p>
        </p:txBody>
      </p:sp>
      <p:sp>
        <p:nvSpPr>
          <p:cNvPr id="3" name="内容占位符 2"/>
          <p:cNvSpPr>
            <a:spLocks noGrp="1"/>
          </p:cNvSpPr>
          <p:nvPr>
            <p:ph idx="1"/>
          </p:nvPr>
        </p:nvSpPr>
        <p:spPr/>
        <p:txBody>
          <a:bodyPr/>
          <a:lstStyle/>
          <a:p>
            <a:r>
              <a:rPr lang="en-US" dirty="0" smtClean="0"/>
              <a:t>dev-&gt;poll = </a:t>
            </a:r>
            <a:r>
              <a:rPr lang="en-US" dirty="0" err="1" smtClean="0"/>
              <a:t>xxx_poll</a:t>
            </a:r>
            <a:r>
              <a:rPr lang="en-US" dirty="0" smtClean="0"/>
              <a:t>;</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
        <p:nvSpPr>
          <p:cNvPr id="5181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18145" name="Object 1"/>
          <p:cNvGraphicFramePr>
            <a:graphicFrameLocks noChangeAspect="1"/>
          </p:cNvGraphicFramePr>
          <p:nvPr/>
        </p:nvGraphicFramePr>
        <p:xfrm>
          <a:off x="714348" y="2357430"/>
          <a:ext cx="7092323" cy="3071834"/>
        </p:xfrm>
        <a:graphic>
          <a:graphicData uri="http://schemas.openxmlformats.org/presentationml/2006/ole">
            <mc:AlternateContent xmlns:mc="http://schemas.openxmlformats.org/markup-compatibility/2006">
              <mc:Choice xmlns:v="urn:schemas-microsoft-com:vml" Requires="v">
                <p:oleObj spid="_x0000_s585805" name="Visio" r:id="rId3" imgW="3973830" imgH="1719453" progId="">
                  <p:embed/>
                </p:oleObj>
              </mc:Choice>
              <mc:Fallback>
                <p:oleObj name="Visio" r:id="rId3" imgW="3973830" imgH="1719453" progId="">
                  <p:embed/>
                  <p:pic>
                    <p:nvPicPr>
                      <p:cNvPr id="0" name="Picture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48" y="2357430"/>
                        <a:ext cx="7092323" cy="30718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214290"/>
            <a:ext cx="8221663" cy="982662"/>
          </a:xfrm>
        </p:spPr>
        <p:txBody>
          <a:bodyPr/>
          <a:lstStyle/>
          <a:p>
            <a:r>
              <a:rPr lang="en-US" altLang="zh-CN" dirty="0" smtClean="0"/>
              <a:t>NAPI</a:t>
            </a:r>
            <a:r>
              <a:rPr lang="zh-CN" altLang="en-US" dirty="0" smtClean="0"/>
              <a:t>中断处理函数模板</a:t>
            </a:r>
            <a:endParaRPr lang="zh-CN" altLang="en-US" dirty="0"/>
          </a:p>
        </p:txBody>
      </p:sp>
      <p:sp>
        <p:nvSpPr>
          <p:cNvPr id="3" name="内容占位符 2"/>
          <p:cNvSpPr>
            <a:spLocks noGrp="1"/>
          </p:cNvSpPr>
          <p:nvPr>
            <p:ph idx="1"/>
          </p:nvPr>
        </p:nvSpPr>
        <p:spPr>
          <a:xfrm>
            <a:off x="457200" y="1219200"/>
            <a:ext cx="8221663" cy="280974"/>
          </a:xfrm>
        </p:spPr>
        <p:txBody>
          <a:bodyPr/>
          <a:lstStyle/>
          <a:p>
            <a:r>
              <a:rPr lang="en-US" altLang="zh-CN" dirty="0" smtClean="0"/>
              <a:t> </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sp>
        <p:nvSpPr>
          <p:cNvPr id="6" name="TextBox 5"/>
          <p:cNvSpPr txBox="1"/>
          <p:nvPr/>
        </p:nvSpPr>
        <p:spPr>
          <a:xfrm>
            <a:off x="785786" y="1785926"/>
            <a:ext cx="7572428" cy="369331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solidFill>
                  <a:schemeClr val="tx1"/>
                </a:solidFill>
              </a:rPr>
              <a:t>1 	static void </a:t>
            </a:r>
            <a:r>
              <a:rPr lang="en-US" dirty="0" err="1" smtClean="0">
                <a:solidFill>
                  <a:schemeClr val="tx1"/>
                </a:solidFill>
              </a:rPr>
              <a:t>xxx_poll_interrupt</a:t>
            </a:r>
            <a:r>
              <a:rPr lang="en-US" dirty="0" smtClean="0">
                <a:solidFill>
                  <a:schemeClr val="tx1"/>
                </a:solidFill>
              </a:rPr>
              <a:t>(</a:t>
            </a:r>
            <a:r>
              <a:rPr lang="en-US" dirty="0" err="1" smtClean="0">
                <a:solidFill>
                  <a:schemeClr val="tx1"/>
                </a:solidFill>
              </a:rPr>
              <a:t>int</a:t>
            </a:r>
            <a:r>
              <a:rPr lang="en-US" dirty="0" smtClean="0">
                <a:solidFill>
                  <a:schemeClr val="tx1"/>
                </a:solidFill>
              </a:rPr>
              <a:t> </a:t>
            </a:r>
            <a:r>
              <a:rPr lang="en-US" dirty="0" err="1" smtClean="0">
                <a:solidFill>
                  <a:schemeClr val="tx1"/>
                </a:solidFill>
              </a:rPr>
              <a:t>irq</a:t>
            </a:r>
            <a:r>
              <a:rPr lang="en-US" dirty="0" smtClean="0">
                <a:solidFill>
                  <a:schemeClr val="tx1"/>
                </a:solidFill>
              </a:rPr>
              <a:t>, void *</a:t>
            </a:r>
            <a:r>
              <a:rPr lang="en-US" dirty="0" err="1" smtClean="0">
                <a:solidFill>
                  <a:schemeClr val="tx1"/>
                </a:solidFill>
              </a:rPr>
              <a:t>dev_id</a:t>
            </a:r>
            <a:r>
              <a:rPr lang="en-US" dirty="0" smtClean="0">
                <a:solidFill>
                  <a:schemeClr val="tx1"/>
                </a:solidFill>
              </a:rPr>
              <a:t>, </a:t>
            </a:r>
            <a:r>
              <a:rPr lang="en-US" dirty="0" err="1" smtClean="0">
                <a:solidFill>
                  <a:schemeClr val="tx1"/>
                </a:solidFill>
              </a:rPr>
              <a:t>struct</a:t>
            </a:r>
            <a:r>
              <a:rPr lang="en-US" dirty="0" smtClean="0">
                <a:solidFill>
                  <a:schemeClr val="tx1"/>
                </a:solidFill>
              </a:rPr>
              <a:t> </a:t>
            </a:r>
            <a:r>
              <a:rPr lang="en-US" dirty="0" err="1" smtClean="0">
                <a:solidFill>
                  <a:schemeClr val="tx1"/>
                </a:solidFill>
              </a:rPr>
              <a:t>pt_regs</a:t>
            </a:r>
            <a:r>
              <a:rPr lang="en-US" dirty="0" smtClean="0">
                <a:solidFill>
                  <a:schemeClr val="tx1"/>
                </a:solidFill>
              </a:rPr>
              <a:t> *</a:t>
            </a:r>
            <a:r>
              <a:rPr lang="en-US" dirty="0" err="1" smtClean="0">
                <a:solidFill>
                  <a:schemeClr val="tx1"/>
                </a:solidFill>
              </a:rPr>
              <a:t>regs</a:t>
            </a:r>
            <a:r>
              <a:rPr lang="en-US" dirty="0" smtClean="0">
                <a:solidFill>
                  <a:schemeClr val="tx1"/>
                </a:solidFill>
              </a:rPr>
              <a:t>)</a:t>
            </a:r>
            <a:endParaRPr lang="zh-CN" altLang="en-US" dirty="0" smtClean="0">
              <a:solidFill>
                <a:schemeClr val="tx1"/>
              </a:solidFill>
            </a:endParaRPr>
          </a:p>
          <a:p>
            <a:r>
              <a:rPr lang="en-US" dirty="0" smtClean="0">
                <a:solidFill>
                  <a:schemeClr val="tx1"/>
                </a:solidFill>
              </a:rPr>
              <a:t>2 	{</a:t>
            </a:r>
            <a:endParaRPr lang="zh-CN" altLang="en-US" dirty="0" smtClean="0">
              <a:solidFill>
                <a:schemeClr val="tx1"/>
              </a:solidFill>
            </a:endParaRPr>
          </a:p>
          <a:p>
            <a:r>
              <a:rPr lang="en-US" dirty="0" smtClean="0">
                <a:solidFill>
                  <a:schemeClr val="tx1"/>
                </a:solidFill>
              </a:rPr>
              <a:t>3 	  switch (status &amp;ISQ_EVENT_MASK)</a:t>
            </a:r>
            <a:endParaRPr lang="zh-CN" altLang="en-US" dirty="0" smtClean="0">
              <a:solidFill>
                <a:schemeClr val="tx1"/>
              </a:solidFill>
            </a:endParaRPr>
          </a:p>
          <a:p>
            <a:r>
              <a:rPr lang="en-US" dirty="0" smtClean="0">
                <a:solidFill>
                  <a:schemeClr val="tx1"/>
                </a:solidFill>
              </a:rPr>
              <a:t>4 	  {</a:t>
            </a:r>
            <a:endParaRPr lang="zh-CN" altLang="en-US" dirty="0" smtClean="0">
              <a:solidFill>
                <a:schemeClr val="tx1"/>
              </a:solidFill>
            </a:endParaRPr>
          </a:p>
          <a:p>
            <a:r>
              <a:rPr lang="en-US" dirty="0" smtClean="0">
                <a:solidFill>
                  <a:schemeClr val="tx1"/>
                </a:solidFill>
              </a:rPr>
              <a:t>5 	    case ISQ_RECEIVER_EVENT:</a:t>
            </a:r>
            <a:endParaRPr lang="zh-CN" altLang="en-US" dirty="0" smtClean="0">
              <a:solidFill>
                <a:schemeClr val="tx1"/>
              </a:solidFill>
            </a:endParaRPr>
          </a:p>
          <a:p>
            <a:r>
              <a:rPr lang="en-US" dirty="0" smtClean="0">
                <a:solidFill>
                  <a:schemeClr val="tx1"/>
                </a:solidFill>
              </a:rPr>
              <a:t>6 	      </a:t>
            </a:r>
            <a:r>
              <a:rPr lang="en-US" altLang="zh-CN" dirty="0" smtClean="0">
                <a:solidFill>
                  <a:schemeClr val="tx1"/>
                </a:solidFill>
              </a:rPr>
              <a:t>…</a:t>
            </a:r>
            <a:r>
              <a:rPr lang="en-US" dirty="0" smtClean="0">
                <a:solidFill>
                  <a:schemeClr val="tx1"/>
                </a:solidFill>
              </a:rPr>
              <a:t> /* </a:t>
            </a:r>
            <a:r>
              <a:rPr lang="zh-CN" altLang="en-US" dirty="0" smtClean="0">
                <a:solidFill>
                  <a:schemeClr val="tx1"/>
                </a:solidFill>
              </a:rPr>
              <a:t>获取数据包</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7 	      </a:t>
            </a:r>
            <a:r>
              <a:rPr lang="en-US" dirty="0" err="1" smtClean="0">
                <a:solidFill>
                  <a:schemeClr val="tx1"/>
                </a:solidFill>
              </a:rPr>
              <a:t>xxx_disable_rx_int</a:t>
            </a:r>
            <a:r>
              <a:rPr lang="en-US" dirty="0" smtClean="0">
                <a:solidFill>
                  <a:schemeClr val="tx1"/>
                </a:solidFill>
              </a:rPr>
              <a:t>(...);  /* </a:t>
            </a:r>
            <a:r>
              <a:rPr lang="zh-CN" altLang="en-US" dirty="0" smtClean="0">
                <a:solidFill>
                  <a:schemeClr val="tx1"/>
                </a:solidFill>
              </a:rPr>
              <a:t>禁止接收中断</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8 	</a:t>
            </a:r>
            <a:r>
              <a:rPr lang="en-US" b="1" dirty="0" smtClean="0">
                <a:solidFill>
                  <a:schemeClr val="accent6">
                    <a:lumMod val="60000"/>
                    <a:lumOff val="40000"/>
                  </a:schemeClr>
                </a:solidFill>
              </a:rPr>
              <a:t>      </a:t>
            </a:r>
            <a:r>
              <a:rPr lang="en-US" b="1" dirty="0" err="1" smtClean="0">
                <a:solidFill>
                  <a:schemeClr val="accent6">
                    <a:lumMod val="60000"/>
                    <a:lumOff val="40000"/>
                  </a:schemeClr>
                </a:solidFill>
              </a:rPr>
              <a:t>netif_rx_schedule</a:t>
            </a:r>
            <a:r>
              <a:rPr lang="en-US" b="1" dirty="0" smtClean="0">
                <a:solidFill>
                  <a:schemeClr val="accent6">
                    <a:lumMod val="60000"/>
                    <a:lumOff val="40000"/>
                  </a:schemeClr>
                </a:solidFill>
              </a:rPr>
              <a:t>(dev);</a:t>
            </a:r>
            <a:endParaRPr lang="zh-CN" altLang="en-US" b="1" dirty="0" smtClean="0">
              <a:solidFill>
                <a:schemeClr val="accent6">
                  <a:lumMod val="60000"/>
                  <a:lumOff val="40000"/>
                </a:schemeClr>
              </a:solidFill>
            </a:endParaRPr>
          </a:p>
          <a:p>
            <a:r>
              <a:rPr lang="en-US" dirty="0" smtClean="0">
                <a:solidFill>
                  <a:schemeClr val="tx1"/>
                </a:solidFill>
              </a:rPr>
              <a:t>9 	      break;</a:t>
            </a:r>
            <a:endParaRPr lang="zh-CN" altLang="en-US" dirty="0" smtClean="0">
              <a:solidFill>
                <a:schemeClr val="tx1"/>
              </a:solidFill>
            </a:endParaRPr>
          </a:p>
          <a:p>
            <a:r>
              <a:rPr lang="en-US" dirty="0" smtClean="0">
                <a:solidFill>
                  <a:schemeClr val="tx1"/>
                </a:solidFill>
              </a:rPr>
              <a:t>10	    </a:t>
            </a:r>
            <a:r>
              <a:rPr lang="en-US" altLang="zh-CN" dirty="0" smtClean="0">
                <a:solidFill>
                  <a:schemeClr val="tx1"/>
                </a:solidFill>
              </a:rPr>
              <a:t>…</a:t>
            </a:r>
            <a:r>
              <a:rPr lang="en-US" dirty="0" smtClean="0">
                <a:solidFill>
                  <a:schemeClr val="tx1"/>
                </a:solidFill>
              </a:rPr>
              <a:t>  /* </a:t>
            </a:r>
            <a:r>
              <a:rPr lang="zh-CN" altLang="en-US" dirty="0" smtClean="0">
                <a:solidFill>
                  <a:schemeClr val="tx1"/>
                </a:solidFill>
              </a:rPr>
              <a:t>其他类型的中断</a:t>
            </a:r>
            <a:r>
              <a:rPr lang="en-US" dirty="0" smtClean="0">
                <a:solidFill>
                  <a:schemeClr val="tx1"/>
                </a:solidFill>
              </a:rPr>
              <a:t> */</a:t>
            </a:r>
            <a:endParaRPr lang="zh-CN" altLang="en-US" dirty="0" smtClean="0">
              <a:solidFill>
                <a:schemeClr val="tx1"/>
              </a:solidFill>
            </a:endParaRPr>
          </a:p>
          <a:p>
            <a:r>
              <a:rPr lang="en-US" dirty="0" smtClean="0">
                <a:solidFill>
                  <a:schemeClr val="tx1"/>
                </a:solidFill>
              </a:rPr>
              <a:t>11	  }</a:t>
            </a:r>
            <a:endParaRPr lang="zh-CN" altLang="en-US" dirty="0" smtClean="0">
              <a:solidFill>
                <a:schemeClr val="tx1"/>
              </a:solidFill>
            </a:endParaRPr>
          </a:p>
          <a:p>
            <a:r>
              <a:rPr lang="en-US" dirty="0" smtClean="0">
                <a:solidFill>
                  <a:schemeClr val="tx1"/>
                </a:solidFill>
              </a:rPr>
              <a:t>12	}</a:t>
            </a:r>
            <a:endParaRPr lang="zh-CN" altLang="en-US" dirty="0" smtClean="0">
              <a:solidFill>
                <a:schemeClr val="tx1"/>
              </a:solidFill>
            </a:endParaRPr>
          </a:p>
          <a:p>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p:cNvSpPr>
          <p:nvPr>
            <p:ph type="title"/>
          </p:nvPr>
        </p:nvSpPr>
        <p:spPr/>
        <p:txBody>
          <a:bodyPr/>
          <a:lstStyle/>
          <a:p>
            <a:r>
              <a:rPr lang="zh-CN" altLang="en-US" b="0" smtClean="0">
                <a:solidFill>
                  <a:schemeClr val="tx2"/>
                </a:solidFill>
                <a:latin typeface="Arial" pitchFamily="34" charset="0"/>
                <a:ea typeface="宋体" pitchFamily="2" charset="-122"/>
              </a:rPr>
              <a:t>参数设置和统计数据 </a:t>
            </a:r>
          </a:p>
        </p:txBody>
      </p:sp>
      <p:sp>
        <p:nvSpPr>
          <p:cNvPr id="352259" name="Rectangle 3"/>
          <p:cNvSpPr>
            <a:spLocks noGrp="1"/>
          </p:cNvSpPr>
          <p:nvPr>
            <p:ph type="body" idx="1"/>
          </p:nvPr>
        </p:nvSpPr>
        <p:spPr/>
        <p:txBody>
          <a:bodyPr/>
          <a:lstStyle/>
          <a:p>
            <a:r>
              <a:rPr lang="zh-CN" altLang="en-US" sz="2400" dirty="0" smtClean="0"/>
              <a:t>在网络设备的驱动程序中还提供一些方法供系统对设备的参数进行设置或读取设备相关的信息。</a:t>
            </a:r>
            <a:endParaRPr lang="en-US" altLang="zh-CN" sz="2400" dirty="0" smtClean="0"/>
          </a:p>
          <a:p>
            <a:endParaRPr lang="zh-CN" altLang="en-US" sz="2400" dirty="0" smtClean="0"/>
          </a:p>
          <a:p>
            <a:r>
              <a:rPr lang="zh-CN" altLang="en-US" sz="2400" dirty="0" smtClean="0"/>
              <a:t>设置网络设备的</a:t>
            </a:r>
            <a:r>
              <a:rPr lang="en-US" altLang="zh-CN" sz="2400" dirty="0" smtClean="0"/>
              <a:t>MAC</a:t>
            </a:r>
          </a:p>
          <a:p>
            <a:pPr lvl="1"/>
            <a:r>
              <a:rPr lang="en-US" altLang="zh-CN" dirty="0" err="1" smtClean="0"/>
              <a:t>int</a:t>
            </a:r>
            <a:r>
              <a:rPr lang="en-US" altLang="zh-CN" dirty="0" smtClean="0"/>
              <a:t> </a:t>
            </a:r>
            <a:r>
              <a:rPr lang="en-US" altLang="zh-CN" dirty="0" err="1" smtClean="0"/>
              <a:t>set_mac_address</a:t>
            </a:r>
            <a:r>
              <a:rPr lang="en-US" altLang="zh-CN" dirty="0" smtClean="0"/>
              <a:t>(</a:t>
            </a:r>
            <a:r>
              <a:rPr lang="en-US" altLang="zh-CN" dirty="0" err="1" smtClean="0"/>
              <a:t>struct</a:t>
            </a:r>
            <a:r>
              <a:rPr lang="en-US" altLang="zh-CN" dirty="0" smtClean="0"/>
              <a:t> </a:t>
            </a:r>
            <a:r>
              <a:rPr lang="en-US" altLang="zh-CN" dirty="0" err="1" smtClean="0"/>
              <a:t>net_device</a:t>
            </a:r>
            <a:r>
              <a:rPr lang="en-US" altLang="zh-CN" dirty="0" smtClean="0"/>
              <a:t> *dev, void *</a:t>
            </a:r>
            <a:r>
              <a:rPr lang="en-US" altLang="zh-CN" dirty="0" err="1" smtClean="0"/>
              <a:t>addr</a:t>
            </a:r>
            <a:r>
              <a:rPr lang="en-US" altLang="zh-CN" dirty="0" smtClean="0"/>
              <a:t>)</a:t>
            </a:r>
          </a:p>
          <a:p>
            <a:pPr lvl="1"/>
            <a:endParaRPr lang="en-US" altLang="zh-CN" dirty="0" smtClean="0"/>
          </a:p>
          <a:p>
            <a:r>
              <a:rPr lang="zh-CN" altLang="en-US" sz="2400" dirty="0" smtClean="0"/>
              <a:t>户反馈设备状态和统计信息 </a:t>
            </a:r>
            <a:endParaRPr lang="en-US" altLang="zh-CN" sz="2400" dirty="0" smtClean="0"/>
          </a:p>
          <a:p>
            <a:pPr lvl="1"/>
            <a:r>
              <a:rPr lang="en-US" altLang="zh-CN" dirty="0" err="1" smtClean="0"/>
              <a:t>struct</a:t>
            </a:r>
            <a:r>
              <a:rPr lang="en-US" altLang="zh-CN" dirty="0" smtClean="0"/>
              <a:t> </a:t>
            </a:r>
            <a:r>
              <a:rPr lang="en-US" altLang="zh-CN" dirty="0" err="1" smtClean="0"/>
              <a:t>net_device_stats</a:t>
            </a:r>
            <a:r>
              <a:rPr lang="en-US" altLang="zh-CN" dirty="0" smtClean="0"/>
              <a:t> *</a:t>
            </a:r>
            <a:r>
              <a:rPr lang="en-US" altLang="zh-CN" dirty="0" err="1" smtClean="0"/>
              <a:t>get_stats</a:t>
            </a:r>
            <a:r>
              <a:rPr lang="en-US" altLang="zh-CN" dirty="0" smtClean="0"/>
              <a:t>(</a:t>
            </a:r>
            <a:r>
              <a:rPr lang="en-US" altLang="zh-CN" dirty="0" err="1" smtClean="0"/>
              <a:t>struct</a:t>
            </a:r>
            <a:r>
              <a:rPr lang="en-US" altLang="zh-CN" dirty="0" smtClean="0"/>
              <a:t> </a:t>
            </a:r>
            <a:r>
              <a:rPr lang="en-US" altLang="zh-CN" dirty="0" err="1" smtClean="0"/>
              <a:t>net_device</a:t>
            </a:r>
            <a:r>
              <a:rPr lang="en-US" altLang="zh-CN" dirty="0" smtClean="0"/>
              <a:t> *dev) </a:t>
            </a:r>
          </a:p>
          <a:p>
            <a:pPr lvl="1"/>
            <a:endParaRPr lang="zh-CN" altLang="en-US" dirty="0" smtClean="0"/>
          </a:p>
        </p:txBody>
      </p:sp>
    </p:spTree>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idx="4294967295"/>
          </p:nvPr>
        </p:nvSpPr>
        <p:spPr>
          <a:xfrm>
            <a:off x="457200" y="500041"/>
            <a:ext cx="8221663" cy="633433"/>
          </a:xfrm>
        </p:spPr>
        <p:txBody>
          <a:bodyPr lIns="92075" tIns="46038" rIns="92075" bIns="46038" anchor="ctr"/>
          <a:lstStyle/>
          <a:p>
            <a:pPr eaLnBrk="1" hangingPunct="1"/>
            <a:r>
              <a:rPr lang="zh-CN" altLang="en-US" dirty="0" smtClean="0"/>
              <a:t>控制并发传输</a:t>
            </a:r>
          </a:p>
        </p:txBody>
      </p:sp>
      <p:sp>
        <p:nvSpPr>
          <p:cNvPr id="329731" name="Rectangle 3"/>
          <p:cNvSpPr>
            <a:spLocks noGrp="1" noChangeArrowheads="1"/>
          </p:cNvSpPr>
          <p:nvPr>
            <p:ph type="body" idx="4294967295"/>
          </p:nvPr>
        </p:nvSpPr>
        <p:spPr/>
        <p:txBody>
          <a:bodyPr lIns="92075" tIns="46038" rIns="92075" bIns="46038"/>
          <a:lstStyle/>
          <a:p>
            <a:pPr eaLnBrk="1" hangingPunct="1"/>
            <a:r>
              <a:rPr lang="en-US" altLang="zh-CN" sz="2400" dirty="0" err="1" smtClean="0"/>
              <a:t>hard_start_xmit</a:t>
            </a:r>
            <a:r>
              <a:rPr lang="zh-CN" altLang="en-US" sz="2400" dirty="0" smtClean="0"/>
              <a:t>函数通过</a:t>
            </a:r>
            <a:r>
              <a:rPr lang="en-US" altLang="zh-CN" sz="2400" dirty="0" err="1" smtClean="0"/>
              <a:t>net_device</a:t>
            </a:r>
            <a:r>
              <a:rPr lang="zh-CN" altLang="en-US" sz="2400" dirty="0" smtClean="0"/>
              <a:t>结构中的一个自旋锁（</a:t>
            </a:r>
            <a:r>
              <a:rPr lang="en-US" altLang="zh-CN" sz="2400" dirty="0" err="1" smtClean="0"/>
              <a:t>xmit_lock</a:t>
            </a:r>
            <a:r>
              <a:rPr lang="zh-CN" altLang="en-US" sz="2400" dirty="0" smtClean="0"/>
              <a:t>）获得并发调用时的保护</a:t>
            </a:r>
            <a:endParaRPr lang="en-US" altLang="zh-CN" sz="2400" dirty="0" smtClean="0"/>
          </a:p>
          <a:p>
            <a:pPr eaLnBrk="1" hangingPunct="1"/>
            <a:endParaRPr lang="zh-CN" altLang="en-US" sz="2400" dirty="0" smtClean="0"/>
          </a:p>
          <a:p>
            <a:pPr eaLnBrk="1" hangingPunct="1"/>
            <a:r>
              <a:rPr lang="zh-CN" altLang="en-US" sz="2400" dirty="0" smtClean="0"/>
              <a:t>实际硬件设备中的缓冲区很有限，驱动程序需要告诉网络子系统在硬件能够接受新数据之前，不能启动其他的数据发送</a:t>
            </a:r>
            <a:endParaRPr lang="en-US" altLang="zh-CN" sz="2400" dirty="0" smtClean="0"/>
          </a:p>
          <a:p>
            <a:pPr eaLnBrk="1" hangingPunct="1"/>
            <a:endParaRPr lang="zh-CN" altLang="en-US" sz="2400" dirty="0" smtClean="0"/>
          </a:p>
          <a:p>
            <a:pPr eaLnBrk="1" hangingPunct="1"/>
            <a:r>
              <a:rPr lang="zh-CN" altLang="en-US" sz="2400" dirty="0" smtClean="0"/>
              <a:t>调用</a:t>
            </a:r>
            <a:r>
              <a:rPr lang="en-US" altLang="zh-CN" sz="2400" dirty="0" err="1" smtClean="0"/>
              <a:t>netif_stop_queue</a:t>
            </a:r>
            <a:r>
              <a:rPr lang="zh-CN" altLang="en-US" sz="2400" dirty="0" smtClean="0"/>
              <a:t>可以完成这种通知</a:t>
            </a:r>
            <a:endParaRPr lang="en-US" altLang="zh-CN" sz="2400" dirty="0" smtClean="0"/>
          </a:p>
          <a:p>
            <a:pPr eaLnBrk="1" hangingPunct="1"/>
            <a:endParaRPr lang="zh-CN" altLang="en-US" sz="2400" dirty="0" smtClean="0"/>
          </a:p>
          <a:p>
            <a:pPr eaLnBrk="1" hangingPunct="1"/>
            <a:r>
              <a:rPr lang="zh-CN" altLang="en-US" sz="2400" dirty="0" smtClean="0"/>
              <a:t>前一个数据传送完成，当设备缓冲区再次可用时，应该调用</a:t>
            </a:r>
            <a:r>
              <a:rPr lang="en-US" altLang="zh-CN" sz="2400" dirty="0" err="1" smtClean="0"/>
              <a:t>netif_wake_queue</a:t>
            </a:r>
            <a:r>
              <a:rPr lang="zh-CN" altLang="en-US" sz="2400" dirty="0" smtClean="0"/>
              <a:t>来通知网络子系统重新启动传送队列</a:t>
            </a:r>
          </a:p>
        </p:txBody>
      </p:sp>
    </p:spTree>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idx="4294967295"/>
          </p:nvPr>
        </p:nvSpPr>
        <p:spPr>
          <a:xfrm>
            <a:off x="457200" y="357165"/>
            <a:ext cx="8221663" cy="776309"/>
          </a:xfrm>
        </p:spPr>
        <p:txBody>
          <a:bodyPr lIns="92075" tIns="46038" rIns="92075" bIns="46038" anchor="ctr"/>
          <a:lstStyle/>
          <a:p>
            <a:pPr eaLnBrk="1" hangingPunct="1"/>
            <a:r>
              <a:rPr lang="zh-CN" altLang="en-US" dirty="0" smtClean="0"/>
              <a:t>网络中断处理</a:t>
            </a:r>
          </a:p>
        </p:txBody>
      </p:sp>
      <p:sp>
        <p:nvSpPr>
          <p:cNvPr id="332803" name="Rectangle 3"/>
          <p:cNvSpPr>
            <a:spLocks noGrp="1" noChangeArrowheads="1"/>
          </p:cNvSpPr>
          <p:nvPr>
            <p:ph type="body" idx="4294967295"/>
          </p:nvPr>
        </p:nvSpPr>
        <p:spPr>
          <a:xfrm>
            <a:off x="457200" y="1219200"/>
            <a:ext cx="8229600" cy="4349750"/>
          </a:xfrm>
        </p:spPr>
        <p:txBody>
          <a:bodyPr lIns="92075" tIns="46038" rIns="92075" bIns="46038"/>
          <a:lstStyle/>
          <a:p>
            <a:pPr eaLnBrk="1" hangingPunct="1">
              <a:lnSpc>
                <a:spcPct val="90000"/>
              </a:lnSpc>
            </a:pPr>
            <a:r>
              <a:rPr lang="zh-CN" altLang="en-US" sz="2400" dirty="0" smtClean="0"/>
              <a:t>中断处理程序可以检查物理设备上的状态寄存器，用来区分是数据包到达中断还是传输完成中断</a:t>
            </a:r>
            <a:endParaRPr lang="en-US" altLang="zh-CN" sz="2400" dirty="0" smtClean="0"/>
          </a:p>
          <a:p>
            <a:pPr eaLnBrk="1" hangingPunct="1">
              <a:lnSpc>
                <a:spcPct val="90000"/>
              </a:lnSpc>
            </a:pPr>
            <a:endParaRPr lang="zh-CN" altLang="en-US" sz="2400" dirty="0" smtClean="0"/>
          </a:p>
          <a:p>
            <a:pPr eaLnBrk="1" hangingPunct="1">
              <a:lnSpc>
                <a:spcPct val="90000"/>
              </a:lnSpc>
            </a:pPr>
            <a:r>
              <a:rPr lang="zh-CN" altLang="en-US" sz="2400" dirty="0" smtClean="0"/>
              <a:t>传输结束时，中断处理程序更新统计信息，并且调用</a:t>
            </a:r>
            <a:r>
              <a:rPr lang="en-US" altLang="zh-CN" sz="2400" dirty="0" err="1" smtClean="0"/>
              <a:t>dev_kfree_skb</a:t>
            </a:r>
            <a:r>
              <a:rPr lang="zh-CN" altLang="en-US" sz="2400" dirty="0" smtClean="0"/>
              <a:t>将不再使用的套接字缓冲区释放给系统。</a:t>
            </a:r>
            <a:endParaRPr lang="en-US" altLang="zh-CN" sz="2400" dirty="0" smtClean="0"/>
          </a:p>
          <a:p>
            <a:pPr eaLnBrk="1" hangingPunct="1">
              <a:lnSpc>
                <a:spcPct val="90000"/>
              </a:lnSpc>
            </a:pPr>
            <a:endParaRPr lang="zh-CN" altLang="en-US" sz="2400" dirty="0" smtClean="0"/>
          </a:p>
          <a:p>
            <a:pPr eaLnBrk="1" hangingPunct="1">
              <a:lnSpc>
                <a:spcPct val="90000"/>
              </a:lnSpc>
            </a:pPr>
            <a:r>
              <a:rPr lang="zh-CN" altLang="en-US" sz="2400" dirty="0" smtClean="0"/>
              <a:t>同时在传输结束时，如果之前驱动程序停止了传输队列，则调用</a:t>
            </a:r>
            <a:r>
              <a:rPr lang="en-US" altLang="zh-CN" sz="2400" dirty="0" err="1" smtClean="0"/>
              <a:t>netif_wake_queue</a:t>
            </a:r>
            <a:r>
              <a:rPr lang="zh-CN" altLang="en-US" sz="2400" dirty="0" smtClean="0"/>
              <a:t>重新启动传输队列</a:t>
            </a:r>
            <a:endParaRPr lang="en-US" altLang="zh-CN" sz="2400" dirty="0" smtClean="0"/>
          </a:p>
          <a:p>
            <a:pPr eaLnBrk="1" hangingPunct="1">
              <a:lnSpc>
                <a:spcPct val="90000"/>
              </a:lnSpc>
            </a:pPr>
            <a:endParaRPr lang="zh-CN" altLang="en-US" sz="2400" dirty="0" smtClean="0"/>
          </a:p>
          <a:p>
            <a:pPr eaLnBrk="1" hangingPunct="1">
              <a:lnSpc>
                <a:spcPct val="90000"/>
              </a:lnSpc>
            </a:pPr>
            <a:r>
              <a:rPr lang="zh-CN" altLang="en-US" sz="2400" dirty="0" smtClean="0"/>
              <a:t>而在数据包到达中断发生时，中断处理程序只是调用数据接收函数就够了</a:t>
            </a:r>
          </a:p>
        </p:txBody>
      </p:sp>
    </p:spTree>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dirty="0" err="1" smtClean="0"/>
              <a:t>数据流程</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pic>
        <p:nvPicPr>
          <p:cNvPr id="6" name="Picture 4"/>
          <p:cNvPicPr>
            <a:picLocks noChangeAspect="1" noChangeArrowheads="1"/>
          </p:cNvPicPr>
          <p:nvPr/>
        </p:nvPicPr>
        <p:blipFill>
          <a:blip r:embed="rId2" cstate="print"/>
          <a:srcRect/>
          <a:stretch>
            <a:fillRect/>
          </a:stretch>
        </p:blipFill>
        <p:spPr bwMode="auto">
          <a:xfrm>
            <a:off x="857224" y="1142984"/>
            <a:ext cx="7380287" cy="5472112"/>
          </a:xfrm>
          <a:prstGeom prst="rect">
            <a:avLst/>
          </a:prstGeom>
          <a:noFill/>
          <a:ln w="9525">
            <a:noFill/>
            <a:round/>
            <a:headEnd/>
            <a:tailEnd/>
          </a:ln>
          <a:effectLst/>
        </p:spPr>
      </p:pic>
    </p:spTree>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GB" dirty="0" smtClean="0"/>
              <a:t>各层函数调用流程</a:t>
            </a:r>
            <a:endParaRPr lang="zh-CN" altLang="en-US" dirty="0"/>
          </a:p>
        </p:txBody>
      </p:sp>
      <p:sp>
        <p:nvSpPr>
          <p:cNvPr id="5" name="日期占位符 4"/>
          <p:cNvSpPr>
            <a:spLocks noGrp="1"/>
          </p:cNvSpPr>
          <p:nvPr>
            <p:ph type="dt" idx="12"/>
          </p:nvPr>
        </p:nvSpPr>
        <p:spPr/>
        <p:txBody>
          <a:bodyPr/>
          <a:lstStyle/>
          <a:p>
            <a:pPr>
              <a:defRPr/>
            </a:pPr>
            <a:r>
              <a:rPr lang="en-US" dirty="0" smtClean="0"/>
              <a:t>2011-01</a:t>
            </a:r>
            <a:endParaRPr lang="en-US" dirty="0"/>
          </a:p>
        </p:txBody>
      </p:sp>
      <p:pic>
        <p:nvPicPr>
          <p:cNvPr id="6" name="Picture 5"/>
          <p:cNvPicPr>
            <a:picLocks noChangeAspect="1" noChangeArrowheads="1"/>
          </p:cNvPicPr>
          <p:nvPr/>
        </p:nvPicPr>
        <p:blipFill>
          <a:blip r:embed="rId2" cstate="print"/>
          <a:srcRect/>
          <a:stretch>
            <a:fillRect/>
          </a:stretch>
        </p:blipFill>
        <p:spPr bwMode="auto">
          <a:xfrm>
            <a:off x="2285984" y="1571612"/>
            <a:ext cx="4298139" cy="4989175"/>
          </a:xfrm>
          <a:prstGeom prst="rect">
            <a:avLst/>
          </a:prstGeom>
          <a:noFill/>
          <a:ln w="9525">
            <a:noFill/>
            <a:round/>
            <a:headEnd/>
            <a:tailEnd/>
          </a:ln>
          <a:effectLst/>
        </p:spPr>
      </p:pic>
      <p:sp>
        <p:nvSpPr>
          <p:cNvPr id="7" name="TextBox 6"/>
          <p:cNvSpPr txBox="1"/>
          <p:nvPr/>
        </p:nvSpPr>
        <p:spPr>
          <a:xfrm>
            <a:off x="428596" y="1285860"/>
            <a:ext cx="8143932" cy="738664"/>
          </a:xfrm>
          <a:prstGeom prst="rect">
            <a:avLst/>
          </a:prstGeom>
          <a:noFill/>
        </p:spPr>
        <p:txBody>
          <a:bodyPr wrap="square" rtlCol="0">
            <a:spAutoFit/>
          </a:bodyPr>
          <a:lstStyle/>
          <a:p>
            <a:pPr marL="457200" indent="-457200">
              <a:buFont typeface="Wingdings" pitchFamily="2" charset="2"/>
              <a:buChar char="n"/>
            </a:pPr>
            <a:r>
              <a:rPr lang="en-GB" sz="2400" dirty="0" err="1" smtClean="0">
                <a:solidFill>
                  <a:schemeClr val="tx1"/>
                </a:solidFill>
              </a:rPr>
              <a:t>两台主机建立udp通信所走过的函数列表</a:t>
            </a:r>
            <a:endParaRPr lang="en-GB" sz="2400" dirty="0" smtClean="0">
              <a:solidFill>
                <a:schemeClr val="tx1"/>
              </a:solidFill>
            </a:endParaRPr>
          </a:p>
          <a:p>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449263" rtl="0" eaLnBrk="1" fontAlgn="base" latinLnBrk="0" hangingPunct="1">
          <a:lnSpc>
            <a:spcPct val="100000"/>
          </a:lnSpc>
          <a:spcBef>
            <a:spcPct val="0"/>
          </a:spcBef>
          <a:spcAft>
            <a:spcPct val="0"/>
          </a:spcAft>
          <a:buClr>
            <a:srgbClr val="000000"/>
          </a:buClr>
          <a:buSzPct val="100000"/>
          <a:buFont typeface="Arial" pitchFamily="34" charset="0"/>
          <a:buNone/>
          <a:tabLst/>
          <a:defRPr kumimoji="0" lang="en-GB" sz="1800" b="0" i="0" u="none" strike="noStrike" cap="none" normalizeH="0" baseline="0" smtClean="0">
            <a:ln>
              <a:noFill/>
            </a:ln>
            <a:solidFill>
              <a:schemeClr val="bg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449263" rtl="0" eaLnBrk="1" fontAlgn="base" latinLnBrk="0" hangingPunct="1">
          <a:lnSpc>
            <a:spcPct val="100000"/>
          </a:lnSpc>
          <a:spcBef>
            <a:spcPct val="0"/>
          </a:spcBef>
          <a:spcAft>
            <a:spcPct val="0"/>
          </a:spcAft>
          <a:buClr>
            <a:srgbClr val="000000"/>
          </a:buClr>
          <a:buSzPct val="100000"/>
          <a:buFont typeface="Arial" pitchFamily="34" charset="0"/>
          <a:buNone/>
          <a:tabLst/>
          <a:defRPr kumimoji="0" lang="en-GB" sz="1800" b="0" i="0" u="none" strike="noStrike" cap="none" normalizeH="0" baseline="0" smtClean="0">
            <a:ln>
              <a:noFill/>
            </a:ln>
            <a:solidFill>
              <a:schemeClr val="bg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449263" rtl="0" eaLnBrk="1" fontAlgn="base" latinLnBrk="0" hangingPunct="1">
          <a:lnSpc>
            <a:spcPct val="100000"/>
          </a:lnSpc>
          <a:spcBef>
            <a:spcPct val="0"/>
          </a:spcBef>
          <a:spcAft>
            <a:spcPct val="0"/>
          </a:spcAft>
          <a:buClr>
            <a:srgbClr val="000000"/>
          </a:buClr>
          <a:buSzPct val="100000"/>
          <a:buFont typeface="Arial" pitchFamily="34" charset="0"/>
          <a:buNone/>
          <a:tabLst/>
          <a:defRPr kumimoji="0" lang="en-GB" sz="1800" b="0" i="0" u="none" strike="noStrike" cap="none" normalizeH="0" baseline="0" smtClean="0">
            <a:ln>
              <a:noFill/>
            </a:ln>
            <a:solidFill>
              <a:schemeClr val="bg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449263" rtl="0" eaLnBrk="1" fontAlgn="base" latinLnBrk="0" hangingPunct="1">
          <a:lnSpc>
            <a:spcPct val="100000"/>
          </a:lnSpc>
          <a:spcBef>
            <a:spcPct val="0"/>
          </a:spcBef>
          <a:spcAft>
            <a:spcPct val="0"/>
          </a:spcAft>
          <a:buClr>
            <a:srgbClr val="000000"/>
          </a:buClr>
          <a:buSzPct val="100000"/>
          <a:buFont typeface="Arial" pitchFamily="34" charset="0"/>
          <a:buNone/>
          <a:tabLst/>
          <a:defRPr kumimoji="0" lang="en-GB" sz="1800" b="0" i="0" u="none" strike="noStrike" cap="none" normalizeH="0" baseline="0" smtClean="0">
            <a:ln>
              <a:noFill/>
            </a:ln>
            <a:solidFill>
              <a:schemeClr val="bg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质朴">
  <a:themeElements>
    <a:clrScheme name="质朴 1">
      <a:dk1>
        <a:srgbClr val="000000"/>
      </a:dk1>
      <a:lt1>
        <a:srgbClr val="FFFFFF"/>
      </a:lt1>
      <a:dk2>
        <a:srgbClr val="464653"/>
      </a:dk2>
      <a:lt2>
        <a:srgbClr val="DDE9EC"/>
      </a:lt2>
      <a:accent1>
        <a:srgbClr val="727CA3"/>
      </a:accent1>
      <a:accent2>
        <a:srgbClr val="9FB8CD"/>
      </a:accent2>
      <a:accent3>
        <a:srgbClr val="FFFFFF"/>
      </a:accent3>
      <a:accent4>
        <a:srgbClr val="000000"/>
      </a:accent4>
      <a:accent5>
        <a:srgbClr val="BCBFCE"/>
      </a:accent5>
      <a:accent6>
        <a:srgbClr val="90A6BA"/>
      </a:accent6>
      <a:hlink>
        <a:srgbClr val="B292CA"/>
      </a:hlink>
      <a:folHlink>
        <a:srgbClr val="6B5680"/>
      </a:folHlink>
    </a:clrScheme>
    <a:fontScheme name="质朴">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质朴 1">
        <a:dk1>
          <a:srgbClr val="000000"/>
        </a:dk1>
        <a:lt1>
          <a:srgbClr val="FFFFFF"/>
        </a:lt1>
        <a:dk2>
          <a:srgbClr val="464653"/>
        </a:dk2>
        <a:lt2>
          <a:srgbClr val="DDE9EC"/>
        </a:lt2>
        <a:accent1>
          <a:srgbClr val="727CA3"/>
        </a:accent1>
        <a:accent2>
          <a:srgbClr val="9FB8CD"/>
        </a:accent2>
        <a:accent3>
          <a:srgbClr val="FFFFFF"/>
        </a:accent3>
        <a:accent4>
          <a:srgbClr val="000000"/>
        </a:accent4>
        <a:accent5>
          <a:srgbClr val="BCBFCE"/>
        </a:accent5>
        <a:accent6>
          <a:srgbClr val="90A6BA"/>
        </a:accent6>
        <a:hlink>
          <a:srgbClr val="B292CA"/>
        </a:hlink>
        <a:folHlink>
          <a:srgbClr val="6B56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449263" rtl="0" eaLnBrk="1" fontAlgn="base" latinLnBrk="0" hangingPunct="1">
          <a:lnSpc>
            <a:spcPct val="100000"/>
          </a:lnSpc>
          <a:spcBef>
            <a:spcPct val="0"/>
          </a:spcBef>
          <a:spcAft>
            <a:spcPct val="0"/>
          </a:spcAft>
          <a:buClr>
            <a:srgbClr val="000000"/>
          </a:buClr>
          <a:buSzPct val="100000"/>
          <a:buFont typeface="Arial" pitchFamily="34" charset="0"/>
          <a:buNone/>
          <a:tabLst/>
          <a:defRPr kumimoji="0" lang="en-GB" sz="1800" b="0" i="0" u="none" strike="noStrike" cap="none" normalizeH="0" baseline="0" smtClean="0">
            <a:ln>
              <a:noFill/>
            </a:ln>
            <a:solidFill>
              <a:schemeClr val="bg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449263" rtl="0" eaLnBrk="1" fontAlgn="base" latinLnBrk="0" hangingPunct="1">
          <a:lnSpc>
            <a:spcPct val="100000"/>
          </a:lnSpc>
          <a:spcBef>
            <a:spcPct val="0"/>
          </a:spcBef>
          <a:spcAft>
            <a:spcPct val="0"/>
          </a:spcAft>
          <a:buClr>
            <a:srgbClr val="000000"/>
          </a:buClr>
          <a:buSzPct val="100000"/>
          <a:buFont typeface="Arial" pitchFamily="34" charset="0"/>
          <a:buNone/>
          <a:tabLst/>
          <a:defRPr kumimoji="0" lang="en-GB" sz="1800" b="0" i="0" u="none" strike="noStrike" cap="none" normalizeH="0" baseline="0" smtClean="0">
            <a:ln>
              <a:noFill/>
            </a:ln>
            <a:solidFill>
              <a:schemeClr val="bg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449263" rtl="0" eaLnBrk="1" fontAlgn="base" latinLnBrk="0" hangingPunct="1">
          <a:lnSpc>
            <a:spcPct val="100000"/>
          </a:lnSpc>
          <a:spcBef>
            <a:spcPct val="0"/>
          </a:spcBef>
          <a:spcAft>
            <a:spcPct val="0"/>
          </a:spcAft>
          <a:buClr>
            <a:srgbClr val="000000"/>
          </a:buClr>
          <a:buSzPct val="100000"/>
          <a:buFont typeface="Arial" pitchFamily="34" charset="0"/>
          <a:buNone/>
          <a:tabLst/>
          <a:defRPr kumimoji="0" lang="en-GB" sz="1800" b="0" i="0" u="none" strike="noStrike" cap="none" normalizeH="0" baseline="0" smtClean="0">
            <a:ln>
              <a:noFill/>
            </a:ln>
            <a:solidFill>
              <a:schemeClr val="bg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449263" rtl="0" eaLnBrk="1" fontAlgn="base" latinLnBrk="0" hangingPunct="1">
          <a:lnSpc>
            <a:spcPct val="100000"/>
          </a:lnSpc>
          <a:spcBef>
            <a:spcPct val="0"/>
          </a:spcBef>
          <a:spcAft>
            <a:spcPct val="0"/>
          </a:spcAft>
          <a:buClr>
            <a:srgbClr val="000000"/>
          </a:buClr>
          <a:buSzPct val="100000"/>
          <a:buFont typeface="Arial" pitchFamily="34" charset="0"/>
          <a:buNone/>
          <a:tabLst/>
          <a:defRPr kumimoji="0" lang="en-GB" sz="1800" b="0" i="0" u="none" strike="noStrike" cap="none" normalizeH="0" baseline="0" smtClean="0">
            <a:ln>
              <a:noFill/>
            </a:ln>
            <a:solidFill>
              <a:schemeClr val="bg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15949</TotalTime>
  <Words>11748</Words>
  <Application>Microsoft Office PowerPoint</Application>
  <PresentationFormat>全屏显示(4:3)</PresentationFormat>
  <Paragraphs>2344</Paragraphs>
  <Slides>260</Slides>
  <Notes>68</Notes>
  <HiddenSlides>0</HiddenSlides>
  <MMClips>0</MMClips>
  <ScaleCrop>false</ScaleCrop>
  <HeadingPairs>
    <vt:vector size="8" baseType="variant">
      <vt:variant>
        <vt:lpstr>已用的字体</vt:lpstr>
      </vt:variant>
      <vt:variant>
        <vt:i4>10</vt:i4>
      </vt:variant>
      <vt:variant>
        <vt:lpstr>主题</vt:lpstr>
      </vt:variant>
      <vt:variant>
        <vt:i4>5</vt:i4>
      </vt:variant>
      <vt:variant>
        <vt:lpstr>嵌入 OLE 服务器</vt:lpstr>
      </vt:variant>
      <vt:variant>
        <vt:i4>1</vt:i4>
      </vt:variant>
      <vt:variant>
        <vt:lpstr>幻灯片标题</vt:lpstr>
      </vt:variant>
      <vt:variant>
        <vt:i4>260</vt:i4>
      </vt:variant>
    </vt:vector>
  </HeadingPairs>
  <TitlesOfParts>
    <vt:vector size="276" baseType="lpstr">
      <vt:lpstr>AR PL UMing CN</vt:lpstr>
      <vt:lpstr>AR PL UMing HK</vt:lpstr>
      <vt:lpstr>隶书</vt:lpstr>
      <vt:lpstr>宋体</vt:lpstr>
      <vt:lpstr>微软雅黑</vt:lpstr>
      <vt:lpstr>Arial</vt:lpstr>
      <vt:lpstr>Tahoma</vt:lpstr>
      <vt:lpstr>Times New Roman</vt:lpstr>
      <vt:lpstr>Wingdings</vt:lpstr>
      <vt:lpstr>Wingdings 3</vt:lpstr>
      <vt:lpstr>默认设计模板</vt:lpstr>
      <vt:lpstr>2_默认设计模板</vt:lpstr>
      <vt:lpstr>质朴</vt:lpstr>
      <vt:lpstr>3_默认设计模板</vt:lpstr>
      <vt:lpstr>1_默认设计模板</vt:lpstr>
      <vt:lpstr>Visio</vt:lpstr>
      <vt:lpstr>PowerPoint 演示文稿</vt:lpstr>
      <vt:lpstr>认识模块</vt:lpstr>
      <vt:lpstr>模块加载和卸载</vt:lpstr>
      <vt:lpstr>一个简单的Linux内核模块 </vt:lpstr>
      <vt:lpstr>Linux内核模块的程序结构 </vt:lpstr>
      <vt:lpstr>模块参数 </vt:lpstr>
      <vt:lpstr>导出符号 </vt:lpstr>
      <vt:lpstr>模块的编译和装载</vt:lpstr>
      <vt:lpstr>PowerPoint 演示文稿</vt:lpstr>
      <vt:lpstr>设备驱动介绍</vt:lpstr>
      <vt:lpstr>设备驱动在内核中的结构</vt:lpstr>
      <vt:lpstr>设备驱动在内核中的结构(cont.)</vt:lpstr>
      <vt:lpstr>Linux字符设备驱动基础</vt:lpstr>
      <vt:lpstr>设备名与主次设备号</vt:lpstr>
      <vt:lpstr>申请设备号</vt:lpstr>
      <vt:lpstr>注册字符设备</vt:lpstr>
      <vt:lpstr>file_operations结构分析</vt:lpstr>
      <vt:lpstr>file_operations（cont.）</vt:lpstr>
      <vt:lpstr>file_operations（cont.）</vt:lpstr>
      <vt:lpstr>file_operations（cont.）</vt:lpstr>
      <vt:lpstr>file_operations（cont.）</vt:lpstr>
      <vt:lpstr>怎样使用ioctl</vt:lpstr>
      <vt:lpstr>ioctl权能和受限操作</vt:lpstr>
      <vt:lpstr>用ioctl控制驱动程序实例分析</vt:lpstr>
      <vt:lpstr>用ioctl控制驱动程序实例分析</vt:lpstr>
      <vt:lpstr>模块加载与卸载函数模板</vt:lpstr>
      <vt:lpstr>读、写、I/O控制函数模板</vt:lpstr>
      <vt:lpstr>读、写、I/O控制函数模板</vt:lpstr>
      <vt:lpstr>PowerPoint 演示文稿</vt:lpstr>
      <vt:lpstr>并发控制的概念</vt:lpstr>
      <vt:lpstr>竞态发生的情况</vt:lpstr>
      <vt:lpstr>竞态发生的情况（cont.）</vt:lpstr>
      <vt:lpstr>解决竞态问题的途径</vt:lpstr>
      <vt:lpstr>中断屏蔽</vt:lpstr>
      <vt:lpstr>原子操作</vt:lpstr>
      <vt:lpstr>原子操作(cont.)</vt:lpstr>
      <vt:lpstr>原子操作(cont.)</vt:lpstr>
      <vt:lpstr>原子操作(cont.)</vt:lpstr>
      <vt:lpstr>使用原子变量实现设备只能被一个进程打开</vt:lpstr>
      <vt:lpstr>自旋锁</vt:lpstr>
      <vt:lpstr>自旋锁(cont.)</vt:lpstr>
      <vt:lpstr>自旋锁使用注意事项</vt:lpstr>
      <vt:lpstr>使用自旋锁实现设备只能被一个进程打开</vt:lpstr>
      <vt:lpstr>读写自旋锁</vt:lpstr>
      <vt:lpstr>读写自旋锁（cont.）</vt:lpstr>
      <vt:lpstr>读写自旋锁（cont.）</vt:lpstr>
      <vt:lpstr>读写自旋锁使用</vt:lpstr>
      <vt:lpstr>顺序锁</vt:lpstr>
      <vt:lpstr>顺序锁（cont.）</vt:lpstr>
      <vt:lpstr>信号量</vt:lpstr>
      <vt:lpstr>信号量（cont.）</vt:lpstr>
      <vt:lpstr>使用信号量实现设备只能被一个进程打开</vt:lpstr>
      <vt:lpstr>读写信号量</vt:lpstr>
      <vt:lpstr>读写信号量(cont.)</vt:lpstr>
      <vt:lpstr>读写信号量的用法</vt:lpstr>
      <vt:lpstr>互斥体</vt:lpstr>
      <vt:lpstr>互斥体(cont.)</vt:lpstr>
      <vt:lpstr>PowerPoint 演示文稿</vt:lpstr>
      <vt:lpstr>阻塞与非阻塞I/O</vt:lpstr>
      <vt:lpstr>阻塞地读取串口一个字符</vt:lpstr>
      <vt:lpstr>非阻塞地读取串口一个字符</vt:lpstr>
      <vt:lpstr>等待队列</vt:lpstr>
      <vt:lpstr>等待队列的操作（1）</vt:lpstr>
      <vt:lpstr>等待队列的操作（2）</vt:lpstr>
      <vt:lpstr>等待队列的操作（3）</vt:lpstr>
      <vt:lpstr>poll和select操作</vt:lpstr>
      <vt:lpstr>应用程序中的轮询编程</vt:lpstr>
      <vt:lpstr>poll()函数典型模板</vt:lpstr>
      <vt:lpstr>异步通知的概念与作用</vt:lpstr>
      <vt:lpstr>Linux信号 </vt:lpstr>
      <vt:lpstr>信号的接收</vt:lpstr>
      <vt:lpstr>signal()捕获信号范例 </vt:lpstr>
      <vt:lpstr>异步通知的应用程序 </vt:lpstr>
      <vt:lpstr>异步通知的内核程序</vt:lpstr>
      <vt:lpstr>实现图例</vt:lpstr>
      <vt:lpstr>阻塞I/O，poll()非阻塞I/O、异步通知 </vt:lpstr>
      <vt:lpstr>PowerPoint 演示文稿</vt:lpstr>
      <vt:lpstr>Linux内核中断子系统</vt:lpstr>
      <vt:lpstr>中断处理</vt:lpstr>
      <vt:lpstr>Linux中断处理子系统</vt:lpstr>
      <vt:lpstr>PowerPoint 演示文稿</vt:lpstr>
      <vt:lpstr>全局中断控制</vt:lpstr>
      <vt:lpstr>中断处理程序编写</vt:lpstr>
      <vt:lpstr>申请IRQ </vt:lpstr>
      <vt:lpstr>申请IRQ （cont.）</vt:lpstr>
      <vt:lpstr>释放IRQ </vt:lpstr>
      <vt:lpstr>使能和屏蔽中断 </vt:lpstr>
      <vt:lpstr>中断共享 </vt:lpstr>
      <vt:lpstr>中断共享处理</vt:lpstr>
      <vt:lpstr>中断处理程序的实现</vt:lpstr>
      <vt:lpstr>Linux中断底半部机制</vt:lpstr>
      <vt:lpstr>Linux软中断机制</vt:lpstr>
      <vt:lpstr>驱动程序延缓执行机制</vt:lpstr>
      <vt:lpstr>tasklet和下半部处理</vt:lpstr>
      <vt:lpstr>Tasklet的实现</vt:lpstr>
      <vt:lpstr>工作队列和下半部处理</vt:lpstr>
      <vt:lpstr>工作队列的实现</vt:lpstr>
      <vt:lpstr>内核中的时间流</vt:lpstr>
      <vt:lpstr>获取当前时间</vt:lpstr>
      <vt:lpstr>延迟执行</vt:lpstr>
      <vt:lpstr>内核定时器</vt:lpstr>
      <vt:lpstr>内核定时器的使用</vt:lpstr>
      <vt:lpstr>PowerPoint 演示文稿</vt:lpstr>
      <vt:lpstr>Linux用户空间内存分配</vt:lpstr>
      <vt:lpstr>Linux内核空间内存分配</vt:lpstr>
      <vt:lpstr>按页分配</vt:lpstr>
      <vt:lpstr>内存分配参数</vt:lpstr>
      <vt:lpstr>kmalloc函数size参数</vt:lpstr>
      <vt:lpstr>vmalloc和相关函数</vt:lpstr>
      <vt:lpstr>内核引导时的内存分配</vt:lpstr>
      <vt:lpstr>后备高速缓存</vt:lpstr>
      <vt:lpstr>IO与内存访问</vt:lpstr>
      <vt:lpstr>I/O端口访问</vt:lpstr>
      <vt:lpstr>I/O端口访问(cont.)</vt:lpstr>
      <vt:lpstr>I/O内存映射</vt:lpstr>
      <vt:lpstr>I/O内存访问</vt:lpstr>
      <vt:lpstr>I/O内存访问（cont.）</vt:lpstr>
      <vt:lpstr>I/O端口申请与释放</vt:lpstr>
      <vt:lpstr>I/O内存申请与释放</vt:lpstr>
      <vt:lpstr> I/O内存访问流程</vt:lpstr>
      <vt:lpstr>PowerPoint 演示文稿</vt:lpstr>
      <vt:lpstr>设备驱动模型与sysfs文件系统</vt:lpstr>
      <vt:lpstr>Kobject</vt:lpstr>
      <vt:lpstr>Kobject(cont.)</vt:lpstr>
      <vt:lpstr>Kset</vt:lpstr>
      <vt:lpstr>kset与kobject的关系图 </vt:lpstr>
      <vt:lpstr>子系统</vt:lpstr>
      <vt:lpstr>子系统（cont.）</vt:lpstr>
      <vt:lpstr>总线（bus）、设备（device）、驱动（device_driver）</vt:lpstr>
      <vt:lpstr>platform_driver</vt:lpstr>
      <vt:lpstr>platform_device</vt:lpstr>
      <vt:lpstr>类（Class）与类设备（class_device）</vt:lpstr>
      <vt:lpstr>sysfs目录和属性</vt:lpstr>
      <vt:lpstr>devfs设备文件系统 </vt:lpstr>
      <vt:lpstr>udev的用途 </vt:lpstr>
      <vt:lpstr>udev规则文件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块设备驱动程序的特点</vt:lpstr>
      <vt:lpstr>块设备与字符设备的区别</vt:lpstr>
      <vt:lpstr>Linux 块驱动层次结构</vt:lpstr>
      <vt:lpstr> </vt:lpstr>
      <vt:lpstr>block_device_operations结构体 </vt:lpstr>
      <vt:lpstr>打开和释放 </vt:lpstr>
      <vt:lpstr>IO控制 </vt:lpstr>
      <vt:lpstr>介质改变</vt:lpstr>
      <vt:lpstr>使介质有效 </vt:lpstr>
      <vt:lpstr>获得驱动器信息 </vt:lpstr>
      <vt:lpstr> </vt:lpstr>
      <vt:lpstr>gendisk结构体 </vt:lpstr>
      <vt:lpstr>操作gendisk(1) </vt:lpstr>
      <vt:lpstr>操作gendisk(2)</vt:lpstr>
      <vt:lpstr>操作gendisk(3)</vt:lpstr>
      <vt:lpstr>操作gendisk(4)</vt:lpstr>
      <vt:lpstr>操作gendisk(5)</vt:lpstr>
      <vt:lpstr> </vt:lpstr>
      <vt:lpstr>request队列作用</vt:lpstr>
      <vt:lpstr>request队列结构体</vt:lpstr>
      <vt:lpstr>request结构体 </vt:lpstr>
      <vt:lpstr>bio结构体 </vt:lpstr>
      <vt:lpstr> bio_vec结构体 </vt:lpstr>
      <vt:lpstr>bio与bio_vec</vt:lpstr>
      <vt:lpstr>request、bio、bio_vec</vt:lpstr>
      <vt:lpstr>总体结构</vt:lpstr>
      <vt:lpstr> </vt:lpstr>
      <vt:lpstr>块设备注册与注销</vt:lpstr>
      <vt:lpstr>构建请求队列</vt:lpstr>
      <vt:lpstr>块设备驱动的模块加载函数模板 (1)</vt:lpstr>
      <vt:lpstr>块设备驱动的模块加载函数模板 (2)</vt:lpstr>
      <vt:lpstr>块设备驱动的模块卸载函数模板 </vt:lpstr>
      <vt:lpstr>块设备的打开与释放 </vt:lpstr>
      <vt:lpstr>块设备驱动的I/O请求处理 </vt:lpstr>
      <vt:lpstr>完成具体的块设备I/O操作函数</vt:lpstr>
      <vt:lpstr>网络设备驱动高级开发</vt:lpstr>
      <vt:lpstr> </vt:lpstr>
      <vt:lpstr>OSI网络参考模型</vt:lpstr>
      <vt:lpstr>OSI VS TCP/IP</vt:lpstr>
      <vt:lpstr>TCP/IP与OSI的对应关系</vt:lpstr>
      <vt:lpstr>Linux网络设备</vt:lpstr>
      <vt:lpstr>网络设备的特点</vt:lpstr>
      <vt:lpstr>网络设备驱动体系结构 </vt:lpstr>
      <vt:lpstr>网络设备驱动核心数据结构</vt:lpstr>
      <vt:lpstr> </vt:lpstr>
      <vt:lpstr>套接字socket简介</vt:lpstr>
      <vt:lpstr> </vt:lpstr>
      <vt:lpstr>sk_buff结构</vt:lpstr>
      <vt:lpstr>套接字缓冲区操作（1） </vt:lpstr>
      <vt:lpstr>套接字缓冲区操作（2）</vt:lpstr>
      <vt:lpstr>分配sk_buff和数据缓冲区 </vt:lpstr>
      <vt:lpstr> </vt:lpstr>
      <vt:lpstr>net_device结构</vt:lpstr>
      <vt:lpstr>net_device结构分析（1）</vt:lpstr>
      <vt:lpstr>net_device结构分析（2）</vt:lpstr>
      <vt:lpstr>net_device结构分析（3）</vt:lpstr>
      <vt:lpstr>net_device结构分析（4）</vt:lpstr>
      <vt:lpstr>net_device结构分析（5）</vt:lpstr>
      <vt:lpstr>net_device结构分析（6）</vt:lpstr>
      <vt:lpstr> </vt:lpstr>
      <vt:lpstr>网络设备驱动的注册与注销 </vt:lpstr>
      <vt:lpstr>网络设备的初始化 </vt:lpstr>
      <vt:lpstr>打开和关闭网络设备</vt:lpstr>
      <vt:lpstr>网络设备的打开与释放 </vt:lpstr>
      <vt:lpstr>网络设备打开和释放函数模板 </vt:lpstr>
      <vt:lpstr>数据发送流程 </vt:lpstr>
      <vt:lpstr>数据包发送函数模板</vt:lpstr>
      <vt:lpstr>数据包发送超时 </vt:lpstr>
      <vt:lpstr>数据接收流程 </vt:lpstr>
      <vt:lpstr>中断处理函数接收数据模板（1）</vt:lpstr>
      <vt:lpstr>中断处理函数接收数据模板（2）</vt:lpstr>
      <vt:lpstr>NAPI接收方法支持</vt:lpstr>
      <vt:lpstr>NAPI中断处理函数模板</vt:lpstr>
      <vt:lpstr>参数设置和统计数据 </vt:lpstr>
      <vt:lpstr>控制并发传输</vt:lpstr>
      <vt:lpstr>网络中断处理</vt:lpstr>
      <vt:lpstr>数据流程</vt:lpstr>
      <vt:lpstr>各层函数调用流程</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曹忠明</cp:lastModifiedBy>
  <cp:revision>930</cp:revision>
  <cp:lastPrinted>2011-09-16T06:19:42Z</cp:lastPrinted>
  <dcterms:modified xsi:type="dcterms:W3CDTF">2015-06-03T09:36:49Z</dcterms:modified>
</cp:coreProperties>
</file>