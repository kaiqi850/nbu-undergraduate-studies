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56" r:id="rId2"/>
    <p:sldId id="415" r:id="rId3"/>
    <p:sldId id="480" r:id="rId4"/>
    <p:sldId id="416" r:id="rId5"/>
    <p:sldId id="417" r:id="rId6"/>
    <p:sldId id="418" r:id="rId7"/>
    <p:sldId id="481" r:id="rId8"/>
    <p:sldId id="482" r:id="rId9"/>
    <p:sldId id="484" r:id="rId10"/>
    <p:sldId id="483" r:id="rId11"/>
    <p:sldId id="485" r:id="rId12"/>
    <p:sldId id="486" r:id="rId13"/>
    <p:sldId id="487" r:id="rId14"/>
    <p:sldId id="488" r:id="rId15"/>
    <p:sldId id="489" r:id="rId16"/>
    <p:sldId id="490" r:id="rId17"/>
    <p:sldId id="491" r:id="rId18"/>
    <p:sldId id="492" r:id="rId19"/>
    <p:sldId id="493" r:id="rId20"/>
    <p:sldId id="494" r:id="rId21"/>
    <p:sldId id="49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5B0"/>
    <a:srgbClr val="FF0505"/>
    <a:srgbClr val="EA0000"/>
    <a:srgbClr val="444444"/>
    <a:srgbClr val="0FCED3"/>
    <a:srgbClr val="D60093"/>
    <a:srgbClr val="CC3399"/>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90" autoAdjust="0"/>
    <p:restoredTop sz="83972" autoAdjust="0"/>
  </p:normalViewPr>
  <p:slideViewPr>
    <p:cSldViewPr>
      <p:cViewPr varScale="1">
        <p:scale>
          <a:sx n="102" d="100"/>
          <a:sy n="102" d="100"/>
        </p:scale>
        <p:origin x="176" y="872"/>
      </p:cViewPr>
      <p:guideLst>
        <p:guide orient="horz" pos="2160"/>
        <p:guide pos="2880"/>
      </p:guideLst>
    </p:cSldViewPr>
  </p:slideViewPr>
  <p:notesTextViewPr>
    <p:cViewPr>
      <p:scale>
        <a:sx n="3" d="2"/>
        <a:sy n="3" d="2"/>
      </p:scale>
      <p:origin x="0" y="0"/>
    </p:cViewPr>
  </p:notesTextViewPr>
  <p:sorterViewPr>
    <p:cViewPr>
      <p:scale>
        <a:sx n="70" d="100"/>
        <a:sy n="70" d="100"/>
      </p:scale>
      <p:origin x="0" y="0"/>
    </p:cViewPr>
  </p:sorterViewPr>
  <p:notesViewPr>
    <p:cSldViewPr>
      <p:cViewPr varScale="1">
        <p:scale>
          <a:sx n="53" d="100"/>
          <a:sy n="53" d="100"/>
        </p:scale>
        <p:origin x="-294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2BABB2A-1528-4AAF-9A21-F4370666C7B2}" type="datetimeFigureOut">
              <a:rPr lang="en-JM" smtClean="0"/>
              <a:pPr/>
              <a:t>29/05/2024</a:t>
            </a:fld>
            <a:endParaRPr lang="en-JM"/>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38927C-AB49-450F-8967-4AD52E2DC3DA}" type="slidenum">
              <a:rPr lang="en-JM" smtClean="0"/>
              <a:pPr/>
              <a:t>‹#›</a:t>
            </a:fld>
            <a:endParaRPr lang="en-JM"/>
          </a:p>
        </p:txBody>
      </p:sp>
    </p:spTree>
    <p:extLst>
      <p:ext uri="{BB962C8B-B14F-4D97-AF65-F5344CB8AC3E}">
        <p14:creationId xmlns:p14="http://schemas.microsoft.com/office/powerpoint/2010/main" val="352751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190015-6979-4CAF-87BC-D33F74A1F261}" type="datetimeFigureOut">
              <a:rPr lang="en-JM" smtClean="0"/>
              <a:pPr/>
              <a:t>29/05/2024</a:t>
            </a:fld>
            <a:endParaRPr lang="en-JM"/>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9CA0D8-6577-48B2-BA77-88519BAFBFDA}" type="slidenum">
              <a:rPr lang="en-JM" smtClean="0"/>
              <a:pPr/>
              <a:t>‹#›</a:t>
            </a:fld>
            <a:endParaRPr lang="en-JM"/>
          </a:p>
        </p:txBody>
      </p:sp>
    </p:spTree>
    <p:extLst>
      <p:ext uri="{BB962C8B-B14F-4D97-AF65-F5344CB8AC3E}">
        <p14:creationId xmlns:p14="http://schemas.microsoft.com/office/powerpoint/2010/main" val="1591203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Linux</a:t>
            </a:r>
            <a:r>
              <a:rPr kumimoji="1" lang="zh-CN" altLang="en-US" dirty="0"/>
              <a:t>是一种开源电脑操作系统内核。它是一个用</a:t>
            </a:r>
            <a:r>
              <a:rPr kumimoji="1" lang="en" altLang="zh-CN" dirty="0"/>
              <a:t>C</a:t>
            </a:r>
            <a:r>
              <a:rPr kumimoji="1" lang="zh-CN" altLang="en-US" dirty="0"/>
              <a:t>语言写成，符合</a:t>
            </a:r>
            <a:r>
              <a:rPr kumimoji="1" lang="en" altLang="zh-CN" dirty="0"/>
              <a:t>POSIX</a:t>
            </a:r>
            <a:r>
              <a:rPr kumimoji="1" lang="zh-CN" altLang="en-US" dirty="0"/>
              <a:t>标准的类</a:t>
            </a:r>
            <a:r>
              <a:rPr kumimoji="1" lang="en" altLang="zh-CN" dirty="0"/>
              <a:t>Unix</a:t>
            </a:r>
            <a:r>
              <a:rPr kumimoji="1" lang="zh-CN" altLang="en-US" dirty="0"/>
              <a:t>操作系统。 </a:t>
            </a:r>
            <a:r>
              <a:rPr kumimoji="1" lang="en" altLang="zh-CN" dirty="0"/>
              <a:t>Linux</a:t>
            </a:r>
            <a:r>
              <a:rPr kumimoji="1" lang="zh-CN" altLang="en-US" dirty="0"/>
              <a:t>内核是一个用来和硬件打交道并为用户程序提供一个有限服务集的低级支撑软件。一个计算机系统是一个硬件和软件的共生体，它们互相依赖，不可分割。计算机的硬件，含有外围设备、处理器、内存、硬盘和其他的电子设备组成计算机的发动机。但是没有软件来操作和控制它，自身是不能工作的。完成这个控制工作的软件就称为操作系统，在</a:t>
            </a:r>
            <a:r>
              <a:rPr kumimoji="1" lang="en" altLang="zh-CN" dirty="0"/>
              <a:t>Linux</a:t>
            </a:r>
            <a:r>
              <a:rPr kumimoji="1" lang="zh-CN" altLang="en-US" dirty="0"/>
              <a:t>的术语中被称为“内核”，也可以称为“核心”。</a:t>
            </a:r>
            <a:r>
              <a:rPr kumimoji="1" lang="en" altLang="zh-CN" dirty="0"/>
              <a:t>Linux</a:t>
            </a:r>
            <a:r>
              <a:rPr kumimoji="1" lang="zh-CN" altLang="en-US" dirty="0"/>
              <a:t>内核的主要模块（或组件）分以下几个部分：进程管理子系统、内存管理子系统、文件子系统、网络子系统、设备子系统等。</a:t>
            </a:r>
          </a:p>
          <a:p>
            <a:endParaRPr kumimoji="1" lang="zh-CN" altLang="en-US" dirty="0"/>
          </a:p>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6</a:t>
            </a:fld>
            <a:endParaRPr lang="en-JM"/>
          </a:p>
        </p:txBody>
      </p:sp>
    </p:spTree>
    <p:extLst>
      <p:ext uri="{BB962C8B-B14F-4D97-AF65-F5344CB8AC3E}">
        <p14:creationId xmlns:p14="http://schemas.microsoft.com/office/powerpoint/2010/main" val="1474010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7</a:t>
            </a:fld>
            <a:endParaRPr lang="en-JM"/>
          </a:p>
        </p:txBody>
      </p:sp>
    </p:spTree>
    <p:extLst>
      <p:ext uri="{BB962C8B-B14F-4D97-AF65-F5344CB8AC3E}">
        <p14:creationId xmlns:p14="http://schemas.microsoft.com/office/powerpoint/2010/main" val="2532318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8</a:t>
            </a:fld>
            <a:endParaRPr lang="en-JM"/>
          </a:p>
        </p:txBody>
      </p:sp>
    </p:spTree>
    <p:extLst>
      <p:ext uri="{BB962C8B-B14F-4D97-AF65-F5344CB8AC3E}">
        <p14:creationId xmlns:p14="http://schemas.microsoft.com/office/powerpoint/2010/main" val="1982940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9</a:t>
            </a:fld>
            <a:endParaRPr lang="en-JM"/>
          </a:p>
        </p:txBody>
      </p:sp>
    </p:spTree>
    <p:extLst>
      <p:ext uri="{BB962C8B-B14F-4D97-AF65-F5344CB8AC3E}">
        <p14:creationId xmlns:p14="http://schemas.microsoft.com/office/powerpoint/2010/main" val="3061954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10</a:t>
            </a:fld>
            <a:endParaRPr lang="en-JM"/>
          </a:p>
        </p:txBody>
      </p:sp>
    </p:spTree>
    <p:extLst>
      <p:ext uri="{BB962C8B-B14F-4D97-AF65-F5344CB8AC3E}">
        <p14:creationId xmlns:p14="http://schemas.microsoft.com/office/powerpoint/2010/main" val="2752133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11</a:t>
            </a:fld>
            <a:endParaRPr lang="en-JM"/>
          </a:p>
        </p:txBody>
      </p:sp>
    </p:spTree>
    <p:extLst>
      <p:ext uri="{BB962C8B-B14F-4D97-AF65-F5344CB8AC3E}">
        <p14:creationId xmlns:p14="http://schemas.microsoft.com/office/powerpoint/2010/main" val="1688582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12</a:t>
            </a:fld>
            <a:endParaRPr lang="en-JM"/>
          </a:p>
        </p:txBody>
      </p:sp>
    </p:spTree>
    <p:extLst>
      <p:ext uri="{BB962C8B-B14F-4D97-AF65-F5344CB8AC3E}">
        <p14:creationId xmlns:p14="http://schemas.microsoft.com/office/powerpoint/2010/main" val="153428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13</a:t>
            </a:fld>
            <a:endParaRPr lang="en-JM"/>
          </a:p>
        </p:txBody>
      </p:sp>
    </p:spTree>
    <p:extLst>
      <p:ext uri="{BB962C8B-B14F-4D97-AF65-F5344CB8AC3E}">
        <p14:creationId xmlns:p14="http://schemas.microsoft.com/office/powerpoint/2010/main" val="238690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14</a:t>
            </a:fld>
            <a:endParaRPr lang="en-JM"/>
          </a:p>
        </p:txBody>
      </p:sp>
    </p:spTree>
    <p:extLst>
      <p:ext uri="{BB962C8B-B14F-4D97-AF65-F5344CB8AC3E}">
        <p14:creationId xmlns:p14="http://schemas.microsoft.com/office/powerpoint/2010/main" val="3566265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15</a:t>
            </a:fld>
            <a:endParaRPr lang="en-JM"/>
          </a:p>
        </p:txBody>
      </p:sp>
    </p:spTree>
    <p:extLst>
      <p:ext uri="{BB962C8B-B14F-4D97-AF65-F5344CB8AC3E}">
        <p14:creationId xmlns:p14="http://schemas.microsoft.com/office/powerpoint/2010/main" val="823648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16</a:t>
            </a:fld>
            <a:endParaRPr lang="en-JM"/>
          </a:p>
        </p:txBody>
      </p:sp>
    </p:spTree>
    <p:extLst>
      <p:ext uri="{BB962C8B-B14F-4D97-AF65-F5344CB8AC3E}">
        <p14:creationId xmlns:p14="http://schemas.microsoft.com/office/powerpoint/2010/main" val="3063673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17</a:t>
            </a:fld>
            <a:endParaRPr lang="en-JM"/>
          </a:p>
        </p:txBody>
      </p:sp>
    </p:spTree>
    <p:extLst>
      <p:ext uri="{BB962C8B-B14F-4D97-AF65-F5344CB8AC3E}">
        <p14:creationId xmlns:p14="http://schemas.microsoft.com/office/powerpoint/2010/main" val="37358132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18</a:t>
            </a:fld>
            <a:endParaRPr lang="en-JM"/>
          </a:p>
        </p:txBody>
      </p:sp>
    </p:spTree>
    <p:extLst>
      <p:ext uri="{BB962C8B-B14F-4D97-AF65-F5344CB8AC3E}">
        <p14:creationId xmlns:p14="http://schemas.microsoft.com/office/powerpoint/2010/main" val="1474717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19</a:t>
            </a:fld>
            <a:endParaRPr lang="en-JM"/>
          </a:p>
        </p:txBody>
      </p:sp>
    </p:spTree>
    <p:extLst>
      <p:ext uri="{BB962C8B-B14F-4D97-AF65-F5344CB8AC3E}">
        <p14:creationId xmlns:p14="http://schemas.microsoft.com/office/powerpoint/2010/main" val="297712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20</a:t>
            </a:fld>
            <a:endParaRPr lang="en-JM"/>
          </a:p>
        </p:txBody>
      </p:sp>
    </p:spTree>
    <p:extLst>
      <p:ext uri="{BB962C8B-B14F-4D97-AF65-F5344CB8AC3E}">
        <p14:creationId xmlns:p14="http://schemas.microsoft.com/office/powerpoint/2010/main" val="3134456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379CA0D8-6577-48B2-BA77-88519BAFBFDA}" type="slidenum">
              <a:rPr lang="en-JM" smtClean="0"/>
              <a:pPr/>
              <a:t>21</a:t>
            </a:fld>
            <a:endParaRPr lang="en-JM"/>
          </a:p>
        </p:txBody>
      </p:sp>
    </p:spTree>
    <p:extLst>
      <p:ext uri="{BB962C8B-B14F-4D97-AF65-F5344CB8AC3E}">
        <p14:creationId xmlns:p14="http://schemas.microsoft.com/office/powerpoint/2010/main" val="23353502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1"/>
          <p:cNvSpPr>
            <a:spLocks noGrp="1"/>
          </p:cNvSpPr>
          <p:nvPr>
            <p:ph type="ctrTitle"/>
          </p:nvPr>
        </p:nvSpPr>
        <p:spPr>
          <a:xfrm>
            <a:off x="685800" y="2130428"/>
            <a:ext cx="7772400" cy="1470025"/>
          </a:xfrm>
        </p:spPr>
        <p:txBody>
          <a:bodyPr/>
          <a:lstStyle>
            <a:lvl1pPr algn="ctr">
              <a:defRPr/>
            </a:lvl1pPr>
          </a:lstStyle>
          <a:p>
            <a:r>
              <a:rPr lang="en-US" dirty="0"/>
              <a:t>Click to edit Master title style</a:t>
            </a:r>
            <a:endParaRPr lang="en-JM" dirty="0"/>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1800">
                <a:solidFill>
                  <a:srgbClr val="7F7F7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600" b="0" cap="all"/>
            </a:lvl1pPr>
          </a:lstStyle>
          <a:p>
            <a:r>
              <a:rPr lang="en-US"/>
              <a:t>Click to edit Master title style</a:t>
            </a:r>
            <a:endParaRPr lang="en-JM"/>
          </a:p>
        </p:txBody>
      </p:sp>
      <p:sp>
        <p:nvSpPr>
          <p:cNvPr id="3" name="Text Placeholder 2"/>
          <p:cNvSpPr>
            <a:spLocks noGrp="1"/>
          </p:cNvSpPr>
          <p:nvPr>
            <p:ph type="body" idx="1"/>
          </p:nvPr>
        </p:nvSpPr>
        <p:spPr>
          <a:xfrm>
            <a:off x="722313" y="2906713"/>
            <a:ext cx="7772400" cy="1500187"/>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JM"/>
              <a:t>PUT THE NAME OF YOUR COMPANY HERE</a:t>
            </a:r>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sz="half" idx="1"/>
          </p:nvPr>
        </p:nvSpPr>
        <p:spPr>
          <a:xfrm>
            <a:off x="457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4" name="Content Placeholder 3"/>
          <p:cNvSpPr>
            <a:spLocks noGrp="1"/>
          </p:cNvSpPr>
          <p:nvPr>
            <p:ph sz="half" idx="2"/>
          </p:nvPr>
        </p:nvSpPr>
        <p:spPr>
          <a:xfrm>
            <a:off x="4648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Footer Placeholder 5"/>
          <p:cNvSpPr>
            <a:spLocks noGrp="1"/>
          </p:cNvSpPr>
          <p:nvPr>
            <p:ph type="ftr" sz="quarter" idx="11"/>
          </p:nvPr>
        </p:nvSpPr>
        <p:spPr/>
        <p:txBody>
          <a:bodyPr/>
          <a:lstStyle/>
          <a:p>
            <a:r>
              <a:rPr lang="en-JM"/>
              <a:t>PUT THE NAME OF YOUR COMPANY HERE</a:t>
            </a:r>
          </a:p>
        </p:txBody>
      </p:sp>
      <p:sp>
        <p:nvSpPr>
          <p:cNvPr id="7" name="Slide Number Placeholder 6"/>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JM"/>
          </a:p>
        </p:txBody>
      </p:sp>
      <p:sp>
        <p:nvSpPr>
          <p:cNvPr id="3" name="Text Placeholder 2"/>
          <p:cNvSpPr>
            <a:spLocks noGrp="1"/>
          </p:cNvSpPr>
          <p:nvPr>
            <p:ph type="body" idx="1"/>
          </p:nvPr>
        </p:nvSpPr>
        <p:spPr>
          <a:xfrm>
            <a:off x="457200" y="1295400"/>
            <a:ext cx="4040188"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35161"/>
            <a:ext cx="4040188"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Text Placeholder 4"/>
          <p:cNvSpPr>
            <a:spLocks noGrp="1"/>
          </p:cNvSpPr>
          <p:nvPr>
            <p:ph type="body" sz="quarter" idx="3"/>
          </p:nvPr>
        </p:nvSpPr>
        <p:spPr>
          <a:xfrm>
            <a:off x="4645029" y="1295400"/>
            <a:ext cx="4041775"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9" y="1935161"/>
            <a:ext cx="4041775"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8" name="Footer Placeholder 7"/>
          <p:cNvSpPr>
            <a:spLocks noGrp="1"/>
          </p:cNvSpPr>
          <p:nvPr>
            <p:ph type="ftr" sz="quarter" idx="11"/>
          </p:nvPr>
        </p:nvSpPr>
        <p:spPr/>
        <p:txBody>
          <a:bodyPr/>
          <a:lstStyle/>
          <a:p>
            <a:r>
              <a:rPr lang="en-JM"/>
              <a:t>PUT THE NAME OF YOUR COMPANY HERE</a:t>
            </a:r>
          </a:p>
        </p:txBody>
      </p:sp>
      <p:sp>
        <p:nvSpPr>
          <p:cNvPr id="9" name="Slide Number Placeholder 8"/>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18"/>
          <p:cNvSpPr>
            <a:spLocks noGrp="1"/>
          </p:cNvSpPr>
          <p:nvPr>
            <p:ph type="body" sz="quarter" idx="15"/>
          </p:nvPr>
        </p:nvSpPr>
        <p:spPr>
          <a:xfrm>
            <a:off x="533400" y="18034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6"/>
          </p:nvPr>
        </p:nvSpPr>
        <p:spPr>
          <a:xfrm>
            <a:off x="533400" y="21082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7"/>
          </p:nvPr>
        </p:nvSpPr>
        <p:spPr>
          <a:xfrm>
            <a:off x="533400" y="32258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18"/>
          </p:nvPr>
        </p:nvSpPr>
        <p:spPr>
          <a:xfrm>
            <a:off x="533400" y="35306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6" name="Text Placeholder 18"/>
          <p:cNvSpPr>
            <a:spLocks noGrp="1"/>
          </p:cNvSpPr>
          <p:nvPr>
            <p:ph type="body" sz="quarter" idx="19"/>
          </p:nvPr>
        </p:nvSpPr>
        <p:spPr>
          <a:xfrm>
            <a:off x="533400" y="46482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7" name="Text Placeholder 20"/>
          <p:cNvSpPr>
            <a:spLocks noGrp="1"/>
          </p:cNvSpPr>
          <p:nvPr>
            <p:ph type="body" sz="quarter" idx="20"/>
          </p:nvPr>
        </p:nvSpPr>
        <p:spPr>
          <a:xfrm>
            <a:off x="533400" y="49530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extLst>
      <p:ext uri="{BB962C8B-B14F-4D97-AF65-F5344CB8AC3E}">
        <p14:creationId xmlns:p14="http://schemas.microsoft.com/office/powerpoint/2010/main" val="154460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2"/>
          <p:cNvSpPr>
            <a:spLocks noGrp="1"/>
          </p:cNvSpPr>
          <p:nvPr>
            <p:ph type="body" sz="quarter" idx="16"/>
          </p:nvPr>
        </p:nvSpPr>
        <p:spPr>
          <a:xfrm>
            <a:off x="838200" y="2510117"/>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7" name="Text Placeholder 12"/>
          <p:cNvSpPr>
            <a:spLocks noGrp="1"/>
          </p:cNvSpPr>
          <p:nvPr>
            <p:ph type="body" sz="quarter" idx="17"/>
          </p:nvPr>
        </p:nvSpPr>
        <p:spPr>
          <a:xfrm>
            <a:off x="37338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8" name="Text Placeholder 12"/>
          <p:cNvSpPr>
            <a:spLocks noGrp="1"/>
          </p:cNvSpPr>
          <p:nvPr>
            <p:ph type="body" sz="quarter" idx="18"/>
          </p:nvPr>
        </p:nvSpPr>
        <p:spPr>
          <a:xfrm>
            <a:off x="66294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9" name="Text Placeholder 27"/>
          <p:cNvSpPr>
            <a:spLocks noGrp="1"/>
          </p:cNvSpPr>
          <p:nvPr>
            <p:ph type="body" sz="quarter" idx="19"/>
          </p:nvPr>
        </p:nvSpPr>
        <p:spPr>
          <a:xfrm>
            <a:off x="584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0" name="Text Placeholder 27"/>
          <p:cNvSpPr>
            <a:spLocks noGrp="1"/>
          </p:cNvSpPr>
          <p:nvPr>
            <p:ph type="body" sz="quarter" idx="20"/>
          </p:nvPr>
        </p:nvSpPr>
        <p:spPr>
          <a:xfrm>
            <a:off x="3505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1" name="Text Placeholder 27"/>
          <p:cNvSpPr>
            <a:spLocks noGrp="1"/>
          </p:cNvSpPr>
          <p:nvPr>
            <p:ph type="body" sz="quarter" idx="21"/>
          </p:nvPr>
        </p:nvSpPr>
        <p:spPr>
          <a:xfrm>
            <a:off x="63754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2" name="Content Placeholder 21"/>
          <p:cNvSpPr>
            <a:spLocks noGrp="1"/>
          </p:cNvSpPr>
          <p:nvPr>
            <p:ph sz="quarter" idx="13"/>
          </p:nvPr>
        </p:nvSpPr>
        <p:spPr>
          <a:xfrm>
            <a:off x="457200" y="1320800"/>
            <a:ext cx="8229600" cy="685800"/>
          </a:xfrm>
        </p:spPr>
        <p:txBody>
          <a:bodyPr>
            <a:normAutofit/>
          </a:bodyPr>
          <a:lstStyle>
            <a:lvl1pPr>
              <a:buNone/>
              <a:defRPr sz="1400">
                <a:solidFill>
                  <a:schemeClr val="tx1">
                    <a:lumMod val="65000"/>
                    <a:lumOff val="35000"/>
                  </a:schemeClr>
                </a:solidFill>
              </a:defRPr>
            </a:lvl1pPr>
          </a:lstStyle>
          <a:p>
            <a:pPr lvl="0"/>
            <a:endParaRPr lang="en-JM" dirty="0"/>
          </a:p>
        </p:txBody>
      </p:sp>
    </p:spTree>
    <p:extLst>
      <p:ext uri="{BB962C8B-B14F-4D97-AF65-F5344CB8AC3E}">
        <p14:creationId xmlns:p14="http://schemas.microsoft.com/office/powerpoint/2010/main" val="2506707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4321" y="1835900"/>
            <a:ext cx="2286001" cy="3327400"/>
          </a:xfrm>
          <a:prstGeom prst="rect">
            <a:avLst/>
          </a:prstGeom>
        </p:spPr>
      </p:pic>
      <p:sp>
        <p:nvSpPr>
          <p:cNvPr id="7" name="Picture Placeholder 12"/>
          <p:cNvSpPr>
            <a:spLocks noGrp="1"/>
          </p:cNvSpPr>
          <p:nvPr>
            <p:ph type="pic" sz="quarter" idx="16"/>
          </p:nvPr>
        </p:nvSpPr>
        <p:spPr>
          <a:xfrm>
            <a:off x="794399" y="2229600"/>
            <a:ext cx="1725845" cy="2540000"/>
          </a:xfrm>
        </p:spPr>
        <p:txBody>
          <a:bodyPr/>
          <a:lstStyle/>
          <a:p>
            <a:endParaRPr lang="en-JM"/>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76600" y="1805348"/>
            <a:ext cx="2286001" cy="3327400"/>
          </a:xfrm>
          <a:prstGeom prst="rect">
            <a:avLst/>
          </a:prstGeom>
        </p:spPr>
      </p:pic>
      <p:sp>
        <p:nvSpPr>
          <p:cNvPr id="9" name="Picture Placeholder 12"/>
          <p:cNvSpPr>
            <a:spLocks noGrp="1"/>
          </p:cNvSpPr>
          <p:nvPr>
            <p:ph type="pic" sz="quarter" idx="17"/>
          </p:nvPr>
        </p:nvSpPr>
        <p:spPr>
          <a:xfrm>
            <a:off x="3556678" y="2199048"/>
            <a:ext cx="1725845" cy="2540000"/>
          </a:xfrm>
        </p:spPr>
        <p:txBody>
          <a:bodyPr/>
          <a:lstStyle/>
          <a:p>
            <a:endParaRPr lang="en-JM"/>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1805348"/>
            <a:ext cx="2286001" cy="3327400"/>
          </a:xfrm>
          <a:prstGeom prst="rect">
            <a:avLst/>
          </a:prstGeom>
        </p:spPr>
      </p:pic>
      <p:sp>
        <p:nvSpPr>
          <p:cNvPr id="11" name="Picture Placeholder 12"/>
          <p:cNvSpPr>
            <a:spLocks noGrp="1"/>
          </p:cNvSpPr>
          <p:nvPr>
            <p:ph type="pic" sz="quarter" idx="18"/>
          </p:nvPr>
        </p:nvSpPr>
        <p:spPr>
          <a:xfrm>
            <a:off x="6376078" y="2199048"/>
            <a:ext cx="1725845" cy="2540000"/>
          </a:xfrm>
        </p:spPr>
        <p:txBody>
          <a:bodyPr/>
          <a:lstStyle/>
          <a:p>
            <a:endParaRPr lang="en-JM"/>
          </a:p>
        </p:txBody>
      </p:sp>
      <p:sp>
        <p:nvSpPr>
          <p:cNvPr id="12" name="Text Placeholder 11"/>
          <p:cNvSpPr>
            <a:spLocks noGrp="1"/>
          </p:cNvSpPr>
          <p:nvPr>
            <p:ph type="body" sz="quarter" idx="19" hasCustomPrompt="1"/>
          </p:nvPr>
        </p:nvSpPr>
        <p:spPr>
          <a:xfrm>
            <a:off x="6096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3" name="Text Placeholder 11"/>
          <p:cNvSpPr>
            <a:spLocks noGrp="1"/>
          </p:cNvSpPr>
          <p:nvPr>
            <p:ph type="body" sz="quarter" idx="20" hasCustomPrompt="1"/>
          </p:nvPr>
        </p:nvSpPr>
        <p:spPr>
          <a:xfrm>
            <a:off x="34290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4" name="Text Placeholder 11"/>
          <p:cNvSpPr>
            <a:spLocks noGrp="1"/>
          </p:cNvSpPr>
          <p:nvPr>
            <p:ph type="body" sz="quarter" idx="21" hasCustomPrompt="1"/>
          </p:nvPr>
        </p:nvSpPr>
        <p:spPr>
          <a:xfrm>
            <a:off x="62484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Tree>
    <p:extLst>
      <p:ext uri="{BB962C8B-B14F-4D97-AF65-F5344CB8AC3E}">
        <p14:creationId xmlns:p14="http://schemas.microsoft.com/office/powerpoint/2010/main" val="121861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7200" y="1752600"/>
            <a:ext cx="4419600" cy="4010501"/>
          </a:xfrm>
          <a:prstGeom prst="rect">
            <a:avLst/>
          </a:prstGeom>
        </p:spPr>
      </p:pic>
      <p:sp>
        <p:nvSpPr>
          <p:cNvPr id="7" name="Text Placeholder 18"/>
          <p:cNvSpPr>
            <a:spLocks noGrp="1"/>
          </p:cNvSpPr>
          <p:nvPr>
            <p:ph type="body" sz="quarter" idx="15"/>
          </p:nvPr>
        </p:nvSpPr>
        <p:spPr>
          <a:xfrm>
            <a:off x="1295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20"/>
          <p:cNvSpPr>
            <a:spLocks noGrp="1"/>
          </p:cNvSpPr>
          <p:nvPr>
            <p:ph type="body" sz="quarter" idx="16"/>
          </p:nvPr>
        </p:nvSpPr>
        <p:spPr>
          <a:xfrm>
            <a:off x="1295400" y="21082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9" name="Text Placeholder 18"/>
          <p:cNvSpPr>
            <a:spLocks noGrp="1"/>
          </p:cNvSpPr>
          <p:nvPr>
            <p:ph type="body" sz="quarter" idx="17"/>
          </p:nvPr>
        </p:nvSpPr>
        <p:spPr>
          <a:xfrm>
            <a:off x="1295400" y="30226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0" name="Text Placeholder 20"/>
          <p:cNvSpPr>
            <a:spLocks noGrp="1"/>
          </p:cNvSpPr>
          <p:nvPr>
            <p:ph type="body" sz="quarter" idx="18"/>
          </p:nvPr>
        </p:nvSpPr>
        <p:spPr>
          <a:xfrm>
            <a:off x="1295400" y="33274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1" name="Text Placeholder 18"/>
          <p:cNvSpPr>
            <a:spLocks noGrp="1"/>
          </p:cNvSpPr>
          <p:nvPr>
            <p:ph type="body" sz="quarter" idx="19"/>
          </p:nvPr>
        </p:nvSpPr>
        <p:spPr>
          <a:xfrm>
            <a:off x="1295400" y="4267200"/>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2" name="Text Placeholder 20"/>
          <p:cNvSpPr>
            <a:spLocks noGrp="1"/>
          </p:cNvSpPr>
          <p:nvPr>
            <p:ph type="body" sz="quarter" idx="20"/>
          </p:nvPr>
        </p:nvSpPr>
        <p:spPr>
          <a:xfrm>
            <a:off x="1295400" y="4571999"/>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3" name="Picture Placeholder 24"/>
          <p:cNvSpPr>
            <a:spLocks noGrp="1"/>
          </p:cNvSpPr>
          <p:nvPr>
            <p:ph type="pic" sz="quarter" idx="28"/>
          </p:nvPr>
        </p:nvSpPr>
        <p:spPr>
          <a:xfrm>
            <a:off x="4544096" y="2072664"/>
            <a:ext cx="3860269" cy="2423136"/>
          </a:xfrm>
        </p:spPr>
        <p:txBody>
          <a:bodyPr/>
          <a:lstStyle/>
          <a:p>
            <a:endParaRPr lang="en-JM"/>
          </a:p>
        </p:txBody>
      </p:sp>
    </p:spTree>
    <p:extLst>
      <p:ext uri="{BB962C8B-B14F-4D97-AF65-F5344CB8AC3E}">
        <p14:creationId xmlns:p14="http://schemas.microsoft.com/office/powerpoint/2010/main" val="3738919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8"/>
          <p:cNvSpPr>
            <a:spLocks noGrp="1"/>
          </p:cNvSpPr>
          <p:nvPr>
            <p:ph type="body" sz="quarter" idx="15"/>
          </p:nvPr>
        </p:nvSpPr>
        <p:spPr>
          <a:xfrm>
            <a:off x="5791200" y="1830917"/>
            <a:ext cx="2667000" cy="886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18"/>
          <p:cNvSpPr>
            <a:spLocks noGrp="1"/>
          </p:cNvSpPr>
          <p:nvPr>
            <p:ph type="body" sz="quarter" idx="17"/>
          </p:nvPr>
        </p:nvSpPr>
        <p:spPr>
          <a:xfrm>
            <a:off x="5791200" y="3022601"/>
            <a:ext cx="253365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9" name="Text Placeholder 20"/>
          <p:cNvSpPr>
            <a:spLocks noGrp="1"/>
          </p:cNvSpPr>
          <p:nvPr>
            <p:ph type="body" sz="quarter" idx="18"/>
          </p:nvPr>
        </p:nvSpPr>
        <p:spPr>
          <a:xfrm>
            <a:off x="5791200" y="3401484"/>
            <a:ext cx="28194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0" name="Text Placeholder 18"/>
          <p:cNvSpPr>
            <a:spLocks noGrp="1"/>
          </p:cNvSpPr>
          <p:nvPr>
            <p:ph type="body" sz="quarter" idx="19"/>
          </p:nvPr>
        </p:nvSpPr>
        <p:spPr>
          <a:xfrm>
            <a:off x="5791200" y="4472517"/>
            <a:ext cx="251460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20"/>
          </p:nvPr>
        </p:nvSpPr>
        <p:spPr>
          <a:xfrm>
            <a:off x="5791200" y="4851400"/>
            <a:ext cx="29718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2169082"/>
            <a:ext cx="5257800" cy="3012518"/>
          </a:xfrm>
          <a:prstGeom prst="rect">
            <a:avLst/>
          </a:prstGeom>
        </p:spPr>
      </p:pic>
      <p:sp>
        <p:nvSpPr>
          <p:cNvPr id="13" name="Picture Placeholder 16"/>
          <p:cNvSpPr>
            <a:spLocks noGrp="1"/>
          </p:cNvSpPr>
          <p:nvPr>
            <p:ph type="pic" sz="quarter" idx="21"/>
          </p:nvPr>
        </p:nvSpPr>
        <p:spPr>
          <a:xfrm>
            <a:off x="1176793" y="2514600"/>
            <a:ext cx="3666213" cy="2120030"/>
          </a:xfrm>
        </p:spPr>
        <p:txBody>
          <a:bodyPr/>
          <a:lstStyle/>
          <a:p>
            <a:endParaRPr lang="en-JM"/>
          </a:p>
        </p:txBody>
      </p:sp>
    </p:spTree>
    <p:extLst>
      <p:ext uri="{BB962C8B-B14F-4D97-AF65-F5344CB8AC3E}">
        <p14:creationId xmlns:p14="http://schemas.microsoft.com/office/powerpoint/2010/main" val="2096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cxnSp>
        <p:nvCxnSpPr>
          <p:cNvPr id="7" name="Straight Connector 6"/>
          <p:cNvCxnSpPr/>
          <p:nvPr userDrawn="1"/>
        </p:nvCxnSpPr>
        <p:spPr>
          <a:xfrm>
            <a:off x="32004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60960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572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6" name="Text Placeholder 14"/>
          <p:cNvSpPr>
            <a:spLocks noGrp="1"/>
          </p:cNvSpPr>
          <p:nvPr>
            <p:ph type="body" sz="quarter" idx="14"/>
          </p:nvPr>
        </p:nvSpPr>
        <p:spPr>
          <a:xfrm>
            <a:off x="33528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7" name="Text Placeholder 14"/>
          <p:cNvSpPr>
            <a:spLocks noGrp="1"/>
          </p:cNvSpPr>
          <p:nvPr>
            <p:ph type="body" sz="quarter" idx="15"/>
          </p:nvPr>
        </p:nvSpPr>
        <p:spPr>
          <a:xfrm>
            <a:off x="62484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8" name="Content Placeholder 38"/>
          <p:cNvSpPr>
            <a:spLocks noGrp="1"/>
          </p:cNvSpPr>
          <p:nvPr>
            <p:ph sz="quarter" idx="37"/>
          </p:nvPr>
        </p:nvSpPr>
        <p:spPr>
          <a:xfrm>
            <a:off x="4572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1" name="Content Placeholder 38"/>
          <p:cNvSpPr>
            <a:spLocks noGrp="1"/>
          </p:cNvSpPr>
          <p:nvPr>
            <p:ph sz="quarter" idx="38"/>
          </p:nvPr>
        </p:nvSpPr>
        <p:spPr>
          <a:xfrm>
            <a:off x="33528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3" name="Content Placeholder 38"/>
          <p:cNvSpPr>
            <a:spLocks noGrp="1"/>
          </p:cNvSpPr>
          <p:nvPr>
            <p:ph sz="quarter" idx="39"/>
          </p:nvPr>
        </p:nvSpPr>
        <p:spPr>
          <a:xfrm>
            <a:off x="62484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extLst>
      <p:ext uri="{BB962C8B-B14F-4D97-AF65-F5344CB8AC3E}">
        <p14:creationId xmlns:p14="http://schemas.microsoft.com/office/powerpoint/2010/main" val="2263622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
        <p:nvSpPr>
          <p:cNvPr id="5" name="Picture Placeholder 4"/>
          <p:cNvSpPr>
            <a:spLocks noGrp="1"/>
          </p:cNvSpPr>
          <p:nvPr>
            <p:ph type="pic" sz="quarter" idx="13"/>
          </p:nvPr>
        </p:nvSpPr>
        <p:spPr>
          <a:xfrm>
            <a:off x="0" y="0"/>
            <a:ext cx="9144000" cy="6883400"/>
          </a:xfrm>
        </p:spPr>
        <p:txBody>
          <a:bodyPr/>
          <a:lstStyle/>
          <a:p>
            <a:endParaRPr lang="en-JM"/>
          </a:p>
        </p:txBody>
      </p:sp>
    </p:spTree>
    <p:extLst>
      <p:ext uri="{BB962C8B-B14F-4D97-AF65-F5344CB8AC3E}">
        <p14:creationId xmlns:p14="http://schemas.microsoft.com/office/powerpoint/2010/main" val="666670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30" name="Picture Placeholder 29"/>
          <p:cNvSpPr>
            <a:spLocks noGrp="1"/>
          </p:cNvSpPr>
          <p:nvPr>
            <p:ph type="pic" sz="quarter" idx="13"/>
          </p:nvPr>
        </p:nvSpPr>
        <p:spPr>
          <a:xfrm>
            <a:off x="533400" y="1828800"/>
            <a:ext cx="1828800" cy="1796288"/>
          </a:xfrm>
        </p:spPr>
        <p:txBody>
          <a:bodyPr>
            <a:normAutofit/>
          </a:bodyPr>
          <a:lstStyle>
            <a:lvl1pPr marL="0" indent="0" algn="ctr">
              <a:buFontTx/>
              <a:buNone/>
              <a:defRPr sz="1400"/>
            </a:lvl1pPr>
          </a:lstStyle>
          <a:p>
            <a:endParaRPr lang="en-JM" dirty="0"/>
          </a:p>
        </p:txBody>
      </p:sp>
      <p:sp>
        <p:nvSpPr>
          <p:cNvPr id="32" name="Picture Placeholder 29"/>
          <p:cNvSpPr>
            <a:spLocks noGrp="1"/>
          </p:cNvSpPr>
          <p:nvPr>
            <p:ph type="pic" sz="quarter" idx="14"/>
          </p:nvPr>
        </p:nvSpPr>
        <p:spPr>
          <a:xfrm>
            <a:off x="2590800" y="1828800"/>
            <a:ext cx="1828800" cy="1796288"/>
          </a:xfrm>
        </p:spPr>
        <p:txBody>
          <a:bodyPr>
            <a:normAutofit/>
          </a:bodyPr>
          <a:lstStyle>
            <a:lvl1pPr marL="0" indent="0" algn="ctr">
              <a:buFontTx/>
              <a:buNone/>
              <a:defRPr sz="1400"/>
            </a:lvl1pPr>
          </a:lstStyle>
          <a:p>
            <a:endParaRPr lang="en-JM"/>
          </a:p>
        </p:txBody>
      </p:sp>
      <p:sp>
        <p:nvSpPr>
          <p:cNvPr id="34" name="Picture Placeholder 29"/>
          <p:cNvSpPr>
            <a:spLocks noGrp="1"/>
          </p:cNvSpPr>
          <p:nvPr>
            <p:ph type="pic" sz="quarter" idx="15"/>
          </p:nvPr>
        </p:nvSpPr>
        <p:spPr>
          <a:xfrm>
            <a:off x="4648200" y="1828800"/>
            <a:ext cx="1828800" cy="1796288"/>
          </a:xfrm>
        </p:spPr>
        <p:txBody>
          <a:bodyPr>
            <a:normAutofit/>
          </a:bodyPr>
          <a:lstStyle>
            <a:lvl1pPr marL="0" indent="0" algn="ctr">
              <a:buFontTx/>
              <a:buNone/>
              <a:defRPr sz="1400"/>
            </a:lvl1pPr>
          </a:lstStyle>
          <a:p>
            <a:endParaRPr lang="en-JM"/>
          </a:p>
        </p:txBody>
      </p:sp>
      <p:sp>
        <p:nvSpPr>
          <p:cNvPr id="36" name="Picture Placeholder 29"/>
          <p:cNvSpPr>
            <a:spLocks noGrp="1"/>
          </p:cNvSpPr>
          <p:nvPr>
            <p:ph type="pic" sz="quarter" idx="16"/>
          </p:nvPr>
        </p:nvSpPr>
        <p:spPr>
          <a:xfrm>
            <a:off x="6705600" y="1828800"/>
            <a:ext cx="1828800" cy="1796288"/>
          </a:xfrm>
        </p:spPr>
        <p:txBody>
          <a:bodyPr>
            <a:normAutofit/>
          </a:bodyPr>
          <a:lstStyle>
            <a:lvl1pPr marL="0" indent="0" algn="ctr">
              <a:buFontTx/>
              <a:buNone/>
              <a:defRPr sz="1400"/>
            </a:lvl1pPr>
          </a:lstStyle>
          <a:p>
            <a:endParaRPr lang="en-JM"/>
          </a:p>
        </p:txBody>
      </p:sp>
      <p:sp>
        <p:nvSpPr>
          <p:cNvPr id="39" name="Content Placeholder 37"/>
          <p:cNvSpPr>
            <a:spLocks noGrp="1"/>
          </p:cNvSpPr>
          <p:nvPr>
            <p:ph sz="quarter" idx="18"/>
          </p:nvPr>
        </p:nvSpPr>
        <p:spPr>
          <a:xfrm>
            <a:off x="25146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0" name="Content Placeholder 37"/>
          <p:cNvSpPr>
            <a:spLocks noGrp="1"/>
          </p:cNvSpPr>
          <p:nvPr>
            <p:ph sz="quarter" idx="19"/>
          </p:nvPr>
        </p:nvSpPr>
        <p:spPr>
          <a:xfrm>
            <a:off x="45720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1" name="Content Placeholder 37"/>
          <p:cNvSpPr>
            <a:spLocks noGrp="1"/>
          </p:cNvSpPr>
          <p:nvPr>
            <p:ph sz="quarter" idx="20"/>
          </p:nvPr>
        </p:nvSpPr>
        <p:spPr>
          <a:xfrm>
            <a:off x="66294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37" name="Content Placeholder 37"/>
          <p:cNvSpPr>
            <a:spLocks noGrp="1"/>
          </p:cNvSpPr>
          <p:nvPr>
            <p:ph sz="quarter" idx="21"/>
          </p:nvPr>
        </p:nvSpPr>
        <p:spPr>
          <a:xfrm>
            <a:off x="4572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25" name="Content Placeholder 37"/>
          <p:cNvSpPr>
            <a:spLocks noGrp="1"/>
          </p:cNvSpPr>
          <p:nvPr>
            <p:ph sz="quarter" idx="26"/>
          </p:nvPr>
        </p:nvSpPr>
        <p:spPr>
          <a:xfrm>
            <a:off x="25146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8" name="Content Placeholder 37"/>
          <p:cNvSpPr>
            <a:spLocks noGrp="1"/>
          </p:cNvSpPr>
          <p:nvPr>
            <p:ph sz="quarter" idx="27"/>
          </p:nvPr>
        </p:nvSpPr>
        <p:spPr>
          <a:xfrm>
            <a:off x="45720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9" name="Content Placeholder 37"/>
          <p:cNvSpPr>
            <a:spLocks noGrp="1"/>
          </p:cNvSpPr>
          <p:nvPr>
            <p:ph sz="quarter" idx="28"/>
          </p:nvPr>
        </p:nvSpPr>
        <p:spPr>
          <a:xfrm>
            <a:off x="66294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31" name="Content Placeholder 37"/>
          <p:cNvSpPr>
            <a:spLocks noGrp="1"/>
          </p:cNvSpPr>
          <p:nvPr>
            <p:ph sz="quarter" idx="29"/>
          </p:nvPr>
        </p:nvSpPr>
        <p:spPr>
          <a:xfrm>
            <a:off x="4572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46" name="Text Placeholder 42"/>
          <p:cNvSpPr>
            <a:spLocks noGrp="1"/>
          </p:cNvSpPr>
          <p:nvPr>
            <p:ph type="body" sz="quarter" idx="25"/>
          </p:nvPr>
        </p:nvSpPr>
        <p:spPr>
          <a:xfrm>
            <a:off x="5334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2" name="Text Placeholder 42"/>
          <p:cNvSpPr>
            <a:spLocks noGrp="1"/>
          </p:cNvSpPr>
          <p:nvPr>
            <p:ph type="body" sz="quarter" idx="30"/>
          </p:nvPr>
        </p:nvSpPr>
        <p:spPr>
          <a:xfrm>
            <a:off x="25908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7" name="Text Placeholder 42"/>
          <p:cNvSpPr>
            <a:spLocks noGrp="1"/>
          </p:cNvSpPr>
          <p:nvPr>
            <p:ph type="body" sz="quarter" idx="31"/>
          </p:nvPr>
        </p:nvSpPr>
        <p:spPr>
          <a:xfrm>
            <a:off x="46482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8" name="Text Placeholder 42"/>
          <p:cNvSpPr>
            <a:spLocks noGrp="1"/>
          </p:cNvSpPr>
          <p:nvPr>
            <p:ph type="body" sz="quarter" idx="32"/>
          </p:nvPr>
        </p:nvSpPr>
        <p:spPr>
          <a:xfrm>
            <a:off x="67056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22" name="Content Placeholder 21"/>
          <p:cNvSpPr>
            <a:spLocks noGrp="1"/>
          </p:cNvSpPr>
          <p:nvPr>
            <p:ph sz="quarter" idx="13"/>
          </p:nvPr>
        </p:nvSpPr>
        <p:spPr>
          <a:xfrm>
            <a:off x="457200" y="13208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10" name="Text Placeholder 9"/>
          <p:cNvSpPr>
            <a:spLocks noGrp="1"/>
          </p:cNvSpPr>
          <p:nvPr>
            <p:ph type="body" sz="quarter" idx="15"/>
          </p:nvPr>
        </p:nvSpPr>
        <p:spPr>
          <a:xfrm>
            <a:off x="5562600" y="3022600"/>
            <a:ext cx="2667000" cy="2336800"/>
          </a:xfrm>
        </p:spPr>
        <p:txBody>
          <a:bodyPr>
            <a:normAutofit/>
          </a:bodyPr>
          <a:lstStyle>
            <a:lvl1pPr>
              <a:lnSpc>
                <a:spcPct val="110000"/>
              </a:lnSpc>
              <a:spcBef>
                <a:spcPts val="0"/>
              </a:spcBef>
              <a:buNone/>
              <a:defRPr sz="1300"/>
            </a:lvl1pPr>
            <a:lvl2pPr>
              <a:defRPr sz="1300"/>
            </a:lvl2pPr>
            <a:lvl3pPr>
              <a:defRPr sz="1300"/>
            </a:lvl3pPr>
            <a:lvl4pPr>
              <a:defRPr sz="1300"/>
            </a:lvl4pPr>
            <a:lvl5pPr>
              <a:defRPr sz="1300"/>
            </a:lvl5pPr>
          </a:lstStyle>
          <a:p>
            <a:pPr lvl="0"/>
            <a:endParaRPr lang="en-JM" dirty="0"/>
          </a:p>
        </p:txBody>
      </p:sp>
      <p:sp>
        <p:nvSpPr>
          <p:cNvPr id="11" name="Content Placeholder 38"/>
          <p:cNvSpPr>
            <a:spLocks noGrp="1"/>
          </p:cNvSpPr>
          <p:nvPr>
            <p:ph sz="quarter" idx="37"/>
          </p:nvPr>
        </p:nvSpPr>
        <p:spPr>
          <a:xfrm>
            <a:off x="5562600" y="2514600"/>
            <a:ext cx="2438400" cy="381000"/>
          </a:xfrm>
          <a:solidFill>
            <a:srgbClr val="0070C0"/>
          </a:solidFill>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 Layout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6" name="Chart Placeholder 25"/>
          <p:cNvSpPr>
            <a:spLocks noGrp="1"/>
          </p:cNvSpPr>
          <p:nvPr>
            <p:ph type="chart" sz="quarter" idx="14"/>
          </p:nvPr>
        </p:nvSpPr>
        <p:spPr>
          <a:xfrm>
            <a:off x="4343400" y="1498600"/>
            <a:ext cx="4343400" cy="4140200"/>
          </a:xfrm>
        </p:spPr>
        <p:txBody>
          <a:bodyPr>
            <a:normAutofit/>
          </a:bodyPr>
          <a:lstStyle>
            <a:lvl1pPr>
              <a:defRPr sz="1400"/>
            </a:lvl1pPr>
          </a:lstStyle>
          <a:p>
            <a:endParaRPr lang="en-JM" dirty="0"/>
          </a:p>
        </p:txBody>
      </p:sp>
      <p:sp>
        <p:nvSpPr>
          <p:cNvPr id="10" name="Text Placeholder 18"/>
          <p:cNvSpPr>
            <a:spLocks noGrp="1"/>
          </p:cNvSpPr>
          <p:nvPr>
            <p:ph type="body" sz="quarter" idx="15"/>
          </p:nvPr>
        </p:nvSpPr>
        <p:spPr>
          <a:xfrm>
            <a:off x="533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16"/>
          </p:nvPr>
        </p:nvSpPr>
        <p:spPr>
          <a:xfrm>
            <a:off x="533400" y="21082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2" name="Text Placeholder 18"/>
          <p:cNvSpPr>
            <a:spLocks noGrp="1"/>
          </p:cNvSpPr>
          <p:nvPr>
            <p:ph type="body" sz="quarter" idx="17"/>
          </p:nvPr>
        </p:nvSpPr>
        <p:spPr>
          <a:xfrm>
            <a:off x="533400" y="32258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8"/>
          </p:nvPr>
        </p:nvSpPr>
        <p:spPr>
          <a:xfrm>
            <a:off x="533400" y="35306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9"/>
          </p:nvPr>
        </p:nvSpPr>
        <p:spPr>
          <a:xfrm>
            <a:off x="533400" y="46482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20"/>
          </p:nvPr>
        </p:nvSpPr>
        <p:spPr>
          <a:xfrm>
            <a:off x="533400" y="49530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 Layout Option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23" name="Text Placeholder 22"/>
          <p:cNvSpPr>
            <a:spLocks noGrp="1"/>
          </p:cNvSpPr>
          <p:nvPr>
            <p:ph type="body" sz="quarter" idx="15"/>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4" name="Text Placeholder 22"/>
          <p:cNvSpPr>
            <a:spLocks noGrp="1"/>
          </p:cNvSpPr>
          <p:nvPr>
            <p:ph type="body" sz="quarter" idx="16"/>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5" name="Text Placeholder 22"/>
          <p:cNvSpPr>
            <a:spLocks noGrp="1"/>
          </p:cNvSpPr>
          <p:nvPr>
            <p:ph type="body" sz="quarter" idx="17"/>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7" name="Text Placeholder 22"/>
          <p:cNvSpPr>
            <a:spLocks noGrp="1"/>
          </p:cNvSpPr>
          <p:nvPr>
            <p:ph type="body" sz="quarter" idx="18"/>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8" name="Content Placeholder 38"/>
          <p:cNvSpPr>
            <a:spLocks noGrp="1"/>
          </p:cNvSpPr>
          <p:nvPr>
            <p:ph sz="quarter" idx="37"/>
          </p:nvPr>
        </p:nvSpPr>
        <p:spPr>
          <a:xfrm>
            <a:off x="5029200" y="2580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29" name="Content Placeholder 38"/>
          <p:cNvSpPr>
            <a:spLocks noGrp="1"/>
          </p:cNvSpPr>
          <p:nvPr>
            <p:ph sz="quarter" idx="38"/>
          </p:nvPr>
        </p:nvSpPr>
        <p:spPr>
          <a:xfrm>
            <a:off x="5029200" y="3419197"/>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0" name="Content Placeholder 38"/>
          <p:cNvSpPr>
            <a:spLocks noGrp="1"/>
          </p:cNvSpPr>
          <p:nvPr>
            <p:ph sz="quarter" idx="39"/>
          </p:nvPr>
        </p:nvSpPr>
        <p:spPr>
          <a:xfrm>
            <a:off x="5029200" y="4231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1" name="Content Placeholder 38"/>
          <p:cNvSpPr>
            <a:spLocks noGrp="1"/>
          </p:cNvSpPr>
          <p:nvPr>
            <p:ph sz="quarter" idx="40"/>
          </p:nvPr>
        </p:nvSpPr>
        <p:spPr>
          <a:xfrm>
            <a:off x="5029200" y="50447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mart Ar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9" name="SmartArt Placeholder 8"/>
          <p:cNvSpPr>
            <a:spLocks noGrp="1"/>
          </p:cNvSpPr>
          <p:nvPr>
            <p:ph type="dgm" sz="quarter" idx="15"/>
          </p:nvPr>
        </p:nvSpPr>
        <p:spPr>
          <a:xfrm>
            <a:off x="381000" y="2133600"/>
            <a:ext cx="4419600" cy="3505200"/>
          </a:xfrm>
        </p:spPr>
        <p:txBody>
          <a:bodyPr>
            <a:normAutofit/>
          </a:bodyPr>
          <a:lstStyle>
            <a:lvl1pPr>
              <a:defRPr sz="1400"/>
            </a:lvl1pPr>
          </a:lstStyle>
          <a:p>
            <a:endParaRPr lang="en-JM"/>
          </a:p>
        </p:txBody>
      </p:sp>
      <p:sp>
        <p:nvSpPr>
          <p:cNvPr id="8" name="Text Placeholder 22"/>
          <p:cNvSpPr>
            <a:spLocks noGrp="1"/>
          </p:cNvSpPr>
          <p:nvPr>
            <p:ph type="body" sz="quarter" idx="16"/>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0" name="Text Placeholder 22"/>
          <p:cNvSpPr>
            <a:spLocks noGrp="1"/>
          </p:cNvSpPr>
          <p:nvPr>
            <p:ph type="body" sz="quarter" idx="17"/>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1" name="Text Placeholder 22"/>
          <p:cNvSpPr>
            <a:spLocks noGrp="1"/>
          </p:cNvSpPr>
          <p:nvPr>
            <p:ph type="body" sz="quarter" idx="18"/>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2" name="Text Placeholder 22"/>
          <p:cNvSpPr>
            <a:spLocks noGrp="1"/>
          </p:cNvSpPr>
          <p:nvPr>
            <p:ph type="body" sz="quarter" idx="19"/>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3" name="Content Placeholder 38"/>
          <p:cNvSpPr>
            <a:spLocks noGrp="1"/>
          </p:cNvSpPr>
          <p:nvPr>
            <p:ph sz="quarter" idx="37"/>
          </p:nvPr>
        </p:nvSpPr>
        <p:spPr>
          <a:xfrm>
            <a:off x="5105400" y="2580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38"/>
          </p:nvPr>
        </p:nvSpPr>
        <p:spPr>
          <a:xfrm>
            <a:off x="5105400" y="3419197"/>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9"/>
          </p:nvPr>
        </p:nvSpPr>
        <p:spPr>
          <a:xfrm>
            <a:off x="5105400" y="4231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6" name="Content Placeholder 38"/>
          <p:cNvSpPr>
            <a:spLocks noGrp="1"/>
          </p:cNvSpPr>
          <p:nvPr>
            <p:ph sz="quarter" idx="40"/>
          </p:nvPr>
        </p:nvSpPr>
        <p:spPr>
          <a:xfrm>
            <a:off x="5105400" y="50447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omething About Us">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533400" y="1320800"/>
            <a:ext cx="8001000" cy="3327400"/>
          </a:xfrm>
          <a:ln w="38100">
            <a:solidFill>
              <a:schemeClr val="bg1">
                <a:lumMod val="95000"/>
              </a:schemeClr>
            </a:solidFill>
            <a:miter lim="800000"/>
          </a:ln>
          <a:effectLst/>
        </p:spPr>
        <p:txBody>
          <a:bodyPr>
            <a:normAutofit/>
          </a:bodyPr>
          <a:lstStyle>
            <a:lvl1pPr>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a:xfrm>
            <a:off x="457200" y="6375400"/>
            <a:ext cx="6019800" cy="390525"/>
          </a:xfrm>
        </p:spPr>
        <p:txBody>
          <a:bodyPr/>
          <a:lstStyle>
            <a:lvl1pPr>
              <a:defRPr sz="1400"/>
            </a:lvl1pPr>
          </a:lstStyle>
          <a:p>
            <a:r>
              <a:rPr lang="en-JM"/>
              <a:t>PUT THE NAME OF YOUR COMPANY HERE</a:t>
            </a:r>
            <a:endParaRPr lang="en-JM" dirty="0"/>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4800600" y="4953000"/>
            <a:ext cx="3810000" cy="914400"/>
          </a:xfrm>
        </p:spPr>
        <p:txBody>
          <a:bodyPr>
            <a:noAutofit/>
          </a:bodyPr>
          <a:lstStyle>
            <a:lvl1pPr algn="r">
              <a:lnSpc>
                <a:spcPct val="110000"/>
              </a:lnSpc>
              <a:spcBef>
                <a:spcPts val="0"/>
              </a:spcBef>
              <a:buNone/>
              <a:defRPr sz="1300"/>
            </a:lvl1pPr>
            <a:lvl2pPr>
              <a:defRPr sz="1600"/>
            </a:lvl2pPr>
            <a:lvl3pPr>
              <a:defRPr sz="1600"/>
            </a:lvl3pPr>
            <a:lvl4pPr>
              <a:defRPr sz="1600"/>
            </a:lvl4pPr>
            <a:lvl5pPr>
              <a:buNone/>
              <a:defRPr sz="1600"/>
            </a:lvl5pPr>
          </a:lstStyle>
          <a:p>
            <a:pPr lvl="0"/>
            <a:endParaRPr lang="en-JM" dirty="0"/>
          </a:p>
        </p:txBody>
      </p:sp>
      <p:sp>
        <p:nvSpPr>
          <p:cNvPr id="14" name="Content Placeholder 38"/>
          <p:cNvSpPr>
            <a:spLocks noGrp="1"/>
          </p:cNvSpPr>
          <p:nvPr>
            <p:ph sz="quarter" idx="36"/>
          </p:nvPr>
        </p:nvSpPr>
        <p:spPr>
          <a:xfrm>
            <a:off x="533400" y="4978400"/>
            <a:ext cx="2438400" cy="3810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7"/>
          </p:nvPr>
        </p:nvSpPr>
        <p:spPr>
          <a:xfrm>
            <a:off x="533400" y="5359400"/>
            <a:ext cx="2971800" cy="381000"/>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Gallery">
    <p:spTree>
      <p:nvGrpSpPr>
        <p:cNvPr id="1" name=""/>
        <p:cNvGrpSpPr/>
        <p:nvPr/>
      </p:nvGrpSpPr>
      <p:grpSpPr>
        <a:xfrm>
          <a:off x="0" y="0"/>
          <a:ext cx="0" cy="0"/>
          <a:chOff x="0" y="0"/>
          <a:chExt cx="0" cy="0"/>
        </a:xfrm>
      </p:grpSpPr>
      <p:sp>
        <p:nvSpPr>
          <p:cNvPr id="20" name="Picture Placeholder 19"/>
          <p:cNvSpPr>
            <a:spLocks noGrp="1"/>
          </p:cNvSpPr>
          <p:nvPr>
            <p:ph type="pic" sz="quarter" idx="13"/>
          </p:nvPr>
        </p:nvSpPr>
        <p:spPr>
          <a:xfrm>
            <a:off x="5334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4" name="Picture Placeholder 19"/>
          <p:cNvSpPr>
            <a:spLocks noGrp="1"/>
          </p:cNvSpPr>
          <p:nvPr>
            <p:ph type="pic" sz="quarter" idx="26"/>
          </p:nvPr>
        </p:nvSpPr>
        <p:spPr>
          <a:xfrm>
            <a:off x="31242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5" name="Picture Placeholder 19"/>
          <p:cNvSpPr>
            <a:spLocks noGrp="1"/>
          </p:cNvSpPr>
          <p:nvPr>
            <p:ph type="pic" sz="quarter" idx="27"/>
          </p:nvPr>
        </p:nvSpPr>
        <p:spPr>
          <a:xfrm>
            <a:off x="57150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6" name="Picture Placeholder 19"/>
          <p:cNvSpPr>
            <a:spLocks noGrp="1"/>
          </p:cNvSpPr>
          <p:nvPr>
            <p:ph type="pic" sz="quarter" idx="28"/>
          </p:nvPr>
        </p:nvSpPr>
        <p:spPr>
          <a:xfrm>
            <a:off x="5334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7" name="Picture Placeholder 19"/>
          <p:cNvSpPr>
            <a:spLocks noGrp="1"/>
          </p:cNvSpPr>
          <p:nvPr>
            <p:ph type="pic" sz="quarter" idx="29"/>
          </p:nvPr>
        </p:nvSpPr>
        <p:spPr>
          <a:xfrm>
            <a:off x="3124200" y="3835400"/>
            <a:ext cx="2286000" cy="1524000"/>
          </a:xfrm>
          <a:ln w="28575">
            <a:noFill/>
            <a:miter lim="800000"/>
          </a:ln>
          <a:effectLst/>
        </p:spPr>
        <p:txBody>
          <a:bodyPr>
            <a:normAutofit/>
          </a:bodyPr>
          <a:lstStyle>
            <a:lvl1pPr marL="0" indent="0" algn="ctr">
              <a:buFontTx/>
              <a:buNone/>
              <a:defRPr sz="1400"/>
            </a:lvl1pPr>
          </a:lstStyle>
          <a:p>
            <a:endParaRPr lang="en-JM" dirty="0"/>
          </a:p>
        </p:txBody>
      </p:sp>
      <p:sp>
        <p:nvSpPr>
          <p:cNvPr id="18" name="Picture Placeholder 19"/>
          <p:cNvSpPr>
            <a:spLocks noGrp="1"/>
          </p:cNvSpPr>
          <p:nvPr>
            <p:ph type="pic" sz="quarter" idx="30"/>
          </p:nvPr>
        </p:nvSpPr>
        <p:spPr>
          <a:xfrm>
            <a:off x="57150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9" name="Text Placeholder 28"/>
          <p:cNvSpPr>
            <a:spLocks noGrp="1"/>
          </p:cNvSpPr>
          <p:nvPr>
            <p:ph type="body" sz="quarter" idx="31"/>
          </p:nvPr>
        </p:nvSpPr>
        <p:spPr>
          <a:xfrm>
            <a:off x="5334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0" name="Text Placeholder 28"/>
          <p:cNvSpPr>
            <a:spLocks noGrp="1"/>
          </p:cNvSpPr>
          <p:nvPr>
            <p:ph type="body" sz="quarter" idx="37"/>
          </p:nvPr>
        </p:nvSpPr>
        <p:spPr>
          <a:xfrm>
            <a:off x="31242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1" name="Text Placeholder 28"/>
          <p:cNvSpPr>
            <a:spLocks noGrp="1"/>
          </p:cNvSpPr>
          <p:nvPr>
            <p:ph type="body" sz="quarter" idx="38"/>
          </p:nvPr>
        </p:nvSpPr>
        <p:spPr>
          <a:xfrm>
            <a:off x="57150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7" name="Text Placeholder 28"/>
          <p:cNvSpPr>
            <a:spLocks noGrp="1"/>
          </p:cNvSpPr>
          <p:nvPr>
            <p:ph type="body" sz="quarter" idx="39"/>
          </p:nvPr>
        </p:nvSpPr>
        <p:spPr>
          <a:xfrm>
            <a:off x="5334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8" name="Text Placeholder 28"/>
          <p:cNvSpPr>
            <a:spLocks noGrp="1"/>
          </p:cNvSpPr>
          <p:nvPr>
            <p:ph type="body" sz="quarter" idx="40"/>
          </p:nvPr>
        </p:nvSpPr>
        <p:spPr>
          <a:xfrm>
            <a:off x="31242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9" name="Text Placeholder 28"/>
          <p:cNvSpPr>
            <a:spLocks noGrp="1"/>
          </p:cNvSpPr>
          <p:nvPr>
            <p:ph type="body" sz="quarter" idx="41"/>
          </p:nvPr>
        </p:nvSpPr>
        <p:spPr>
          <a:xfrm>
            <a:off x="57150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ur Servi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7" name="Rectangle 6"/>
          <p:cNvSpPr/>
          <p:nvPr/>
        </p:nvSpPr>
        <p:spPr>
          <a:xfrm>
            <a:off x="533400" y="1372815"/>
            <a:ext cx="7772400" cy="532187"/>
          </a:xfrm>
          <a:prstGeom prst="rect">
            <a:avLst/>
          </a:prstGeom>
          <a:solidFill>
            <a:schemeClr val="bg1">
              <a:lumMod val="95000"/>
            </a:schemeClr>
          </a:solidFill>
          <a:ln w="6350">
            <a:solidFill>
              <a:schemeClr val="bg1">
                <a:lumMod val="85000"/>
              </a:schemeClr>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sp>
        <p:nvSpPr>
          <p:cNvPr id="28" name="Picture Placeholder 27"/>
          <p:cNvSpPr>
            <a:spLocks noGrp="1"/>
          </p:cNvSpPr>
          <p:nvPr userDrawn="1">
            <p:ph type="pic" sz="quarter" idx="13"/>
          </p:nvPr>
        </p:nvSpPr>
        <p:spPr>
          <a:xfrm>
            <a:off x="533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29" name="Picture Placeholder 27"/>
          <p:cNvSpPr>
            <a:spLocks noGrp="1"/>
          </p:cNvSpPr>
          <p:nvPr userDrawn="1">
            <p:ph type="pic" sz="quarter" idx="14"/>
          </p:nvPr>
        </p:nvSpPr>
        <p:spPr>
          <a:xfrm>
            <a:off x="533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0" name="Picture Placeholder 27"/>
          <p:cNvSpPr>
            <a:spLocks noGrp="1"/>
          </p:cNvSpPr>
          <p:nvPr userDrawn="1">
            <p:ph type="pic" sz="quarter" idx="15"/>
          </p:nvPr>
        </p:nvSpPr>
        <p:spPr>
          <a:xfrm>
            <a:off x="4724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1" name="Picture Placeholder 27"/>
          <p:cNvSpPr>
            <a:spLocks noGrp="1"/>
          </p:cNvSpPr>
          <p:nvPr userDrawn="1">
            <p:ph type="pic" sz="quarter" idx="16"/>
          </p:nvPr>
        </p:nvSpPr>
        <p:spPr>
          <a:xfrm>
            <a:off x="4724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3" name="Text Placeholder 32"/>
          <p:cNvSpPr>
            <a:spLocks noGrp="1"/>
          </p:cNvSpPr>
          <p:nvPr userDrawn="1">
            <p:ph type="body" sz="quarter" idx="17"/>
          </p:nvPr>
        </p:nvSpPr>
        <p:spPr>
          <a:xfrm>
            <a:off x="1600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5" name="Content Placeholder 34"/>
          <p:cNvSpPr>
            <a:spLocks noGrp="1"/>
          </p:cNvSpPr>
          <p:nvPr userDrawn="1">
            <p:ph sz="quarter" idx="18"/>
          </p:nvPr>
        </p:nvSpPr>
        <p:spPr>
          <a:xfrm>
            <a:off x="1600200" y="2768600"/>
            <a:ext cx="2667000" cy="1066800"/>
          </a:xfrm>
        </p:spPr>
        <p:txBody>
          <a:bodyPr>
            <a:noAutofit/>
          </a:bodyPr>
          <a:lstStyle>
            <a:lvl1pPr marL="342900" marR="0" indent="-342900" algn="l" defTabSz="914400" rtl="0" eaLnBrk="1" fontAlgn="auto" latinLnBrk="0" hangingPunct="1">
              <a:lnSpc>
                <a:spcPct val="110000"/>
              </a:lnSpc>
              <a:spcBef>
                <a:spcPts val="0"/>
              </a:spcBef>
              <a:spcAft>
                <a:spcPts val="0"/>
              </a:spcAft>
              <a:buClrTx/>
              <a:buSzTx/>
              <a:buFont typeface="Arial" pitchFamily="34" charset="0"/>
              <a:buNone/>
              <a:tabLst/>
              <a:defRPr sz="1300"/>
            </a:lvl1pPr>
            <a:lvl2pPr>
              <a:defRPr sz="1600"/>
            </a:lvl2pPr>
            <a:lvl3pPr>
              <a:defRPr sz="1600"/>
            </a:lvl3pPr>
            <a:lvl4pPr>
              <a:defRPr sz="1600"/>
            </a:lvl4pPr>
            <a:lvl5pPr>
              <a:defRPr sz="1600"/>
            </a:lvl5pPr>
          </a:lstStyle>
          <a:p>
            <a:pPr lvl="0"/>
            <a:endParaRPr lang="en-JM" dirty="0"/>
          </a:p>
        </p:txBody>
      </p:sp>
      <p:sp>
        <p:nvSpPr>
          <p:cNvPr id="36" name="Text Placeholder 32"/>
          <p:cNvSpPr>
            <a:spLocks noGrp="1"/>
          </p:cNvSpPr>
          <p:nvPr userDrawn="1">
            <p:ph type="body" sz="quarter" idx="19"/>
          </p:nvPr>
        </p:nvSpPr>
        <p:spPr>
          <a:xfrm>
            <a:off x="5791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7" name="Content Placeholder 34"/>
          <p:cNvSpPr>
            <a:spLocks noGrp="1"/>
          </p:cNvSpPr>
          <p:nvPr userDrawn="1">
            <p:ph sz="quarter" idx="20"/>
          </p:nvPr>
        </p:nvSpPr>
        <p:spPr>
          <a:xfrm>
            <a:off x="5791200" y="27686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38" name="Text Placeholder 32"/>
          <p:cNvSpPr>
            <a:spLocks noGrp="1"/>
          </p:cNvSpPr>
          <p:nvPr userDrawn="1">
            <p:ph type="body" sz="quarter" idx="21"/>
          </p:nvPr>
        </p:nvSpPr>
        <p:spPr>
          <a:xfrm>
            <a:off x="1600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9" name="Content Placeholder 34"/>
          <p:cNvSpPr>
            <a:spLocks noGrp="1"/>
          </p:cNvSpPr>
          <p:nvPr userDrawn="1">
            <p:ph sz="quarter" idx="22"/>
          </p:nvPr>
        </p:nvSpPr>
        <p:spPr>
          <a:xfrm>
            <a:off x="1600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40" name="Text Placeholder 32"/>
          <p:cNvSpPr>
            <a:spLocks noGrp="1"/>
          </p:cNvSpPr>
          <p:nvPr userDrawn="1">
            <p:ph type="body" sz="quarter" idx="23"/>
          </p:nvPr>
        </p:nvSpPr>
        <p:spPr>
          <a:xfrm>
            <a:off x="5791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41" name="Content Placeholder 34"/>
          <p:cNvSpPr>
            <a:spLocks noGrp="1"/>
          </p:cNvSpPr>
          <p:nvPr userDrawn="1">
            <p:ph sz="quarter" idx="24"/>
          </p:nvPr>
        </p:nvSpPr>
        <p:spPr>
          <a:xfrm>
            <a:off x="5791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p:ph type="body" sz="quarter" idx="25"/>
          </p:nvPr>
        </p:nvSpPr>
        <p:spPr>
          <a:xfrm>
            <a:off x="533400" y="1397000"/>
            <a:ext cx="1905000" cy="508000"/>
          </a:xfrm>
        </p:spPr>
        <p:txBody>
          <a:bodyPr anchor="ctr">
            <a:normAutofit/>
          </a:bodyPr>
          <a:lstStyle>
            <a:lvl1pPr algn="ctr">
              <a:buNone/>
              <a:defRPr sz="1700">
                <a:latin typeface="Bebas Neue" pitchFamily="34" charset="0"/>
              </a:defRPr>
            </a:lvl1pPr>
          </a:lstStyle>
          <a:p>
            <a:pPr lvl="0"/>
            <a:endParaRPr lang="en-JM" dirty="0"/>
          </a:p>
        </p:txBody>
      </p:sp>
      <p:sp>
        <p:nvSpPr>
          <p:cNvPr id="27" name="Text Placeholder 25"/>
          <p:cNvSpPr>
            <a:spLocks noGrp="1"/>
          </p:cNvSpPr>
          <p:nvPr>
            <p:ph type="body" sz="quarter" idx="26"/>
          </p:nvPr>
        </p:nvSpPr>
        <p:spPr>
          <a:xfrm>
            <a:off x="2590800" y="1397000"/>
            <a:ext cx="2057400" cy="508000"/>
          </a:xfrm>
        </p:spPr>
        <p:txBody>
          <a:bodyPr anchor="ctr">
            <a:normAutofit/>
          </a:bodyPr>
          <a:lstStyle>
            <a:lvl1pPr algn="ctr">
              <a:buNone/>
              <a:defRPr sz="1700">
                <a:latin typeface="Bebas Neue" pitchFamily="34" charset="0"/>
              </a:defRPr>
            </a:lvl1pPr>
          </a:lstStyle>
          <a:p>
            <a:pPr lvl="0"/>
            <a:endParaRPr lang="en-JM" dirty="0"/>
          </a:p>
        </p:txBody>
      </p:sp>
      <p:sp>
        <p:nvSpPr>
          <p:cNvPr id="32" name="Text Placeholder 25"/>
          <p:cNvSpPr>
            <a:spLocks noGrp="1"/>
          </p:cNvSpPr>
          <p:nvPr>
            <p:ph type="body" sz="quarter" idx="27"/>
          </p:nvPr>
        </p:nvSpPr>
        <p:spPr>
          <a:xfrm>
            <a:off x="4724400" y="1397000"/>
            <a:ext cx="1524000" cy="508000"/>
          </a:xfrm>
        </p:spPr>
        <p:txBody>
          <a:bodyPr anchor="ctr">
            <a:normAutofit/>
          </a:bodyPr>
          <a:lstStyle>
            <a:lvl1pPr algn="ctr">
              <a:buNone/>
              <a:defRPr sz="1700">
                <a:latin typeface="Bebas Neue" pitchFamily="34" charset="0"/>
              </a:defRPr>
            </a:lvl1pPr>
          </a:lstStyle>
          <a:p>
            <a:pPr lvl="0"/>
            <a:endParaRPr lang="en-JM" dirty="0"/>
          </a:p>
        </p:txBody>
      </p:sp>
      <p:sp>
        <p:nvSpPr>
          <p:cNvPr id="34" name="Text Placeholder 25"/>
          <p:cNvSpPr>
            <a:spLocks noGrp="1"/>
          </p:cNvSpPr>
          <p:nvPr>
            <p:ph type="body" sz="quarter" idx="28"/>
          </p:nvPr>
        </p:nvSpPr>
        <p:spPr>
          <a:xfrm>
            <a:off x="6400800" y="1397000"/>
            <a:ext cx="1828800" cy="508000"/>
          </a:xfrm>
        </p:spPr>
        <p:txBody>
          <a:bodyPr anchor="ctr">
            <a:normAutofit/>
          </a:bodyPr>
          <a:lstStyle>
            <a:lvl1pPr algn="ctr">
              <a:buNone/>
              <a:defRPr sz="1700">
                <a:latin typeface="Bebas Neue" pitchFamily="34" charset="0"/>
              </a:defRPr>
            </a:lvl1pPr>
          </a:lstStyle>
          <a:p>
            <a:pPr lvl="0"/>
            <a:endParaRPr lang="en-JM"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4" name="Content Placeholder 13"/>
          <p:cNvSpPr>
            <a:spLocks noGrp="1"/>
          </p:cNvSpPr>
          <p:nvPr>
            <p:ph sz="quarter" idx="13"/>
          </p:nvPr>
        </p:nvSpPr>
        <p:spPr>
          <a:xfrm>
            <a:off x="5334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12" name="Content Placeholder 38"/>
          <p:cNvSpPr>
            <a:spLocks noGrp="1"/>
          </p:cNvSpPr>
          <p:nvPr>
            <p:ph sz="quarter" idx="39"/>
          </p:nvPr>
        </p:nvSpPr>
        <p:spPr>
          <a:xfrm>
            <a:off x="533400" y="1549400"/>
            <a:ext cx="210312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7" name="Content Placeholder 38"/>
          <p:cNvSpPr>
            <a:spLocks noGrp="1"/>
          </p:cNvSpPr>
          <p:nvPr>
            <p:ph sz="quarter" idx="40"/>
          </p:nvPr>
        </p:nvSpPr>
        <p:spPr>
          <a:xfrm>
            <a:off x="33528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8" name="Content Placeholder 38"/>
          <p:cNvSpPr>
            <a:spLocks noGrp="1"/>
          </p:cNvSpPr>
          <p:nvPr>
            <p:ph sz="quarter" idx="41"/>
          </p:nvPr>
        </p:nvSpPr>
        <p:spPr>
          <a:xfrm>
            <a:off x="62484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0" name="Content Placeholder 13"/>
          <p:cNvSpPr>
            <a:spLocks noGrp="1"/>
          </p:cNvSpPr>
          <p:nvPr>
            <p:ph sz="quarter" idx="42"/>
          </p:nvPr>
        </p:nvSpPr>
        <p:spPr>
          <a:xfrm>
            <a:off x="33528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21" name="Content Placeholder 13"/>
          <p:cNvSpPr>
            <a:spLocks noGrp="1"/>
          </p:cNvSpPr>
          <p:nvPr>
            <p:ph sz="quarter" idx="43"/>
          </p:nvPr>
        </p:nvSpPr>
        <p:spPr>
          <a:xfrm>
            <a:off x="6248400" y="2057400"/>
            <a:ext cx="2514600" cy="3733800"/>
          </a:xfrm>
        </p:spPr>
        <p:txBody>
          <a:bodyPr>
            <a:normAutofit/>
          </a:bodyPr>
          <a:lstStyle>
            <a:lvl1pPr>
              <a:lnSpc>
                <a:spcPct val="110000"/>
              </a:lnSpc>
              <a:spcBef>
                <a:spcPts val="0"/>
              </a:spcBef>
              <a:buNone/>
              <a:defRPr sz="1300"/>
            </a:lvl1pPr>
          </a:lstStyle>
          <a:p>
            <a:pPr lvl="0"/>
            <a:endParaRPr lang="en-JM"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609600" y="2006600"/>
            <a:ext cx="3654357" cy="39370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2" name="Content Placeholder 10"/>
          <p:cNvSpPr>
            <a:spLocks noGrp="1"/>
          </p:cNvSpPr>
          <p:nvPr>
            <p:ph sz="quarter" idx="14"/>
          </p:nvPr>
        </p:nvSpPr>
        <p:spPr>
          <a:xfrm>
            <a:off x="4800600" y="2006600"/>
            <a:ext cx="3733800" cy="39624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9" name="Content Placeholder 38"/>
          <p:cNvSpPr>
            <a:spLocks noGrp="1"/>
          </p:cNvSpPr>
          <p:nvPr>
            <p:ph sz="quarter" idx="39"/>
          </p:nvPr>
        </p:nvSpPr>
        <p:spPr>
          <a:xfrm>
            <a:off x="609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40"/>
          </p:nvPr>
        </p:nvSpPr>
        <p:spPr>
          <a:xfrm>
            <a:off x="4800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ext Placeholder 9"/>
          <p:cNvSpPr>
            <a:spLocks noGrp="1"/>
          </p:cNvSpPr>
          <p:nvPr>
            <p:ph type="body" sz="quarter" idx="13"/>
          </p:nvPr>
        </p:nvSpPr>
        <p:spPr>
          <a:xfrm>
            <a:off x="457200" y="1320800"/>
            <a:ext cx="8229600" cy="685800"/>
          </a:xfrm>
        </p:spPr>
        <p:txBody>
          <a:bodyPr>
            <a:noAutofit/>
          </a:bodyPr>
          <a:lstStyle>
            <a:lvl1pPr>
              <a:lnSpc>
                <a:spcPct val="110000"/>
              </a:lnSpc>
              <a:spcBef>
                <a:spcPts val="0"/>
              </a:spcBef>
              <a:buNone/>
              <a:defRPr sz="1400"/>
            </a:lvl1pPr>
            <a:lvl2pPr>
              <a:defRPr sz="1600"/>
            </a:lvl2pPr>
            <a:lvl3pPr>
              <a:defRPr sz="1600"/>
            </a:lvl3pPr>
            <a:lvl4pPr>
              <a:defRPr sz="1600"/>
            </a:lvl4pPr>
            <a:lvl5pPr>
              <a:defRPr sz="1600"/>
            </a:lvl5pPr>
          </a:lstStyle>
          <a:p>
            <a:pPr lvl="0"/>
            <a:endParaRPr lang="en-JM" dirty="0"/>
          </a:p>
        </p:txBody>
      </p:sp>
      <p:sp>
        <p:nvSpPr>
          <p:cNvPr id="12" name="Picture Placeholder 11"/>
          <p:cNvSpPr>
            <a:spLocks noGrp="1"/>
          </p:cNvSpPr>
          <p:nvPr>
            <p:ph type="pic" sz="quarter" idx="14"/>
          </p:nvPr>
        </p:nvSpPr>
        <p:spPr>
          <a:xfrm>
            <a:off x="533400" y="2387600"/>
            <a:ext cx="4419600" cy="3276600"/>
          </a:xfrm>
          <a:ln w="38100">
            <a:solidFill>
              <a:schemeClr val="bg1"/>
            </a:solidFill>
            <a:miter lim="800000"/>
          </a:ln>
          <a:effectLst/>
        </p:spPr>
        <p:txBody>
          <a:bodyPr>
            <a:normAutofit/>
          </a:bodyPr>
          <a:lstStyle>
            <a:lvl1pPr>
              <a:defRPr sz="1400"/>
            </a:lvl1pPr>
          </a:lstStyle>
          <a:p>
            <a:endParaRPr lang="en-JM"/>
          </a:p>
        </p:txBody>
      </p:sp>
      <p:sp>
        <p:nvSpPr>
          <p:cNvPr id="16" name="Text Placeholder 13"/>
          <p:cNvSpPr>
            <a:spLocks noGrp="1"/>
          </p:cNvSpPr>
          <p:nvPr>
            <p:ph type="body" sz="quarter" idx="17"/>
          </p:nvPr>
        </p:nvSpPr>
        <p:spPr>
          <a:xfrm>
            <a:off x="5257800" y="50546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7" name="Text Placeholder 13"/>
          <p:cNvSpPr>
            <a:spLocks noGrp="1"/>
          </p:cNvSpPr>
          <p:nvPr>
            <p:ph type="body" sz="quarter" idx="18"/>
          </p:nvPr>
        </p:nvSpPr>
        <p:spPr>
          <a:xfrm>
            <a:off x="5257800" y="3225800"/>
            <a:ext cx="3429000" cy="1625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8" name="Text Placeholder 13"/>
          <p:cNvSpPr>
            <a:spLocks noGrp="1"/>
          </p:cNvSpPr>
          <p:nvPr>
            <p:ph type="body" sz="quarter" idx="19"/>
          </p:nvPr>
        </p:nvSpPr>
        <p:spPr>
          <a:xfrm>
            <a:off x="5257800" y="2311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Bullet List">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0" y="1397000"/>
            <a:ext cx="9144000" cy="3759200"/>
          </a:xfrm>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304800" y="5359400"/>
            <a:ext cx="8534400" cy="711200"/>
          </a:xfrm>
        </p:spPr>
        <p:txBody>
          <a:bodyPr>
            <a:normAutofit/>
          </a:bodyPr>
          <a:lstStyle>
            <a:lvl1pPr>
              <a:lnSpc>
                <a:spcPct val="110000"/>
              </a:lnSpc>
              <a:spcBef>
                <a:spcPts val="0"/>
              </a:spcBef>
              <a:buClr>
                <a:srgbClr val="0FCED3"/>
              </a:buClr>
              <a:buFontTx/>
              <a:buNone/>
              <a:defRPr sz="1300"/>
            </a:lvl1pPr>
          </a:lstStyle>
          <a:p>
            <a:pPr lvl="0"/>
            <a:endParaRPr lang="en-JM"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oject Layout">
    <p:spTree>
      <p:nvGrpSpPr>
        <p:cNvPr id="1" name=""/>
        <p:cNvGrpSpPr/>
        <p:nvPr/>
      </p:nvGrpSpPr>
      <p:grpSpPr>
        <a:xfrm>
          <a:off x="0" y="0"/>
          <a:ext cx="0" cy="0"/>
          <a:chOff x="0" y="0"/>
          <a:chExt cx="0" cy="0"/>
        </a:xfrm>
      </p:grpSpPr>
      <p:sp>
        <p:nvSpPr>
          <p:cNvPr id="14" name="Picture Placeholder 13"/>
          <p:cNvSpPr>
            <a:spLocks noGrp="1"/>
          </p:cNvSpPr>
          <p:nvPr>
            <p:ph type="pic" sz="quarter" idx="13"/>
          </p:nvPr>
        </p:nvSpPr>
        <p:spPr>
          <a:xfrm>
            <a:off x="0" y="1498600"/>
            <a:ext cx="5181600" cy="4368800"/>
          </a:xfrm>
          <a:effectLst/>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dirty="0"/>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38"/>
          <p:cNvSpPr>
            <a:spLocks noGrp="1"/>
          </p:cNvSpPr>
          <p:nvPr>
            <p:ph sz="quarter" idx="37"/>
          </p:nvPr>
        </p:nvSpPr>
        <p:spPr>
          <a:xfrm>
            <a:off x="5410200" y="1998472"/>
            <a:ext cx="2971800" cy="414528"/>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0" name="Content Placeholder 38"/>
          <p:cNvSpPr>
            <a:spLocks noGrp="1"/>
          </p:cNvSpPr>
          <p:nvPr>
            <p:ph sz="quarter" idx="36"/>
          </p:nvPr>
        </p:nvSpPr>
        <p:spPr>
          <a:xfrm>
            <a:off x="5410200" y="1524000"/>
            <a:ext cx="2438400" cy="4826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7" name="Text Placeholder 13"/>
          <p:cNvSpPr>
            <a:spLocks noGrp="1"/>
          </p:cNvSpPr>
          <p:nvPr>
            <p:ph type="body" sz="quarter" idx="19"/>
          </p:nvPr>
        </p:nvSpPr>
        <p:spPr>
          <a:xfrm>
            <a:off x="5410200" y="2819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8" name="Text Placeholder 13"/>
          <p:cNvSpPr>
            <a:spLocks noGrp="1"/>
          </p:cNvSpPr>
          <p:nvPr>
            <p:ph type="body" sz="quarter" idx="41"/>
          </p:nvPr>
        </p:nvSpPr>
        <p:spPr>
          <a:xfrm>
            <a:off x="5410200" y="3632200"/>
            <a:ext cx="3429000" cy="15240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9" name="Text Placeholder 13"/>
          <p:cNvSpPr>
            <a:spLocks noGrp="1"/>
          </p:cNvSpPr>
          <p:nvPr>
            <p:ph type="body" sz="quarter" idx="42"/>
          </p:nvPr>
        </p:nvSpPr>
        <p:spPr>
          <a:xfrm>
            <a:off x="5410200" y="52578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able Placeholder 9"/>
          <p:cNvSpPr>
            <a:spLocks noGrp="1"/>
          </p:cNvSpPr>
          <p:nvPr>
            <p:ph type="tbl" sz="quarter" idx="13"/>
          </p:nvPr>
        </p:nvSpPr>
        <p:spPr>
          <a:xfrm>
            <a:off x="533400" y="2159000"/>
            <a:ext cx="7848600" cy="3048000"/>
          </a:xfrm>
        </p:spPr>
        <p:txBody>
          <a:bodyPr>
            <a:normAutofit/>
          </a:bodyPr>
          <a:lstStyle>
            <a:lvl1pPr>
              <a:defRPr sz="1400"/>
            </a:lvl1pPr>
          </a:lstStyle>
          <a:p>
            <a:endParaRPr lang="en-JM"/>
          </a:p>
        </p:txBody>
      </p:sp>
      <p:sp>
        <p:nvSpPr>
          <p:cNvPr id="12" name="Text Placeholder 11"/>
          <p:cNvSpPr>
            <a:spLocks noGrp="1"/>
          </p:cNvSpPr>
          <p:nvPr>
            <p:ph type="body" sz="quarter" idx="14"/>
          </p:nvPr>
        </p:nvSpPr>
        <p:spPr>
          <a:xfrm>
            <a:off x="457200" y="1447800"/>
            <a:ext cx="8229600" cy="381000"/>
          </a:xfrm>
        </p:spPr>
        <p:txBody>
          <a:bodyPr>
            <a:noAutofit/>
          </a:bodyPr>
          <a:lstStyle>
            <a:lvl1pPr algn="l">
              <a:buNone/>
              <a:defRPr sz="1600" b="0">
                <a:latin typeface="Bebas Neue"/>
                <a:cs typeface="Bebas Neue"/>
              </a:defRPr>
            </a:lvl1pPr>
            <a:lvl2pPr>
              <a:defRPr sz="1800" b="1"/>
            </a:lvl2pPr>
            <a:lvl3pPr>
              <a:defRPr sz="1800" b="1"/>
            </a:lvl3pPr>
            <a:lvl4pPr>
              <a:defRPr sz="1800" b="1"/>
            </a:lvl4pPr>
            <a:lvl5pPr>
              <a:defRPr sz="1800" b="1"/>
            </a:lvl5pPr>
          </a:lstStyle>
          <a:p>
            <a:pPr lvl="0"/>
            <a:endParaRPr lang="en-JM" dirty="0"/>
          </a:p>
        </p:txBody>
      </p:sp>
      <p:sp>
        <p:nvSpPr>
          <p:cNvPr id="14" name="Text Placeholder 13"/>
          <p:cNvSpPr>
            <a:spLocks noGrp="1"/>
          </p:cNvSpPr>
          <p:nvPr>
            <p:ph type="body" sz="quarter" idx="15"/>
          </p:nvPr>
        </p:nvSpPr>
        <p:spPr>
          <a:xfrm>
            <a:off x="533400" y="5359400"/>
            <a:ext cx="7924800" cy="6096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Area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1" name="Text Placeholder 20"/>
          <p:cNvSpPr>
            <a:spLocks noGrp="1"/>
          </p:cNvSpPr>
          <p:nvPr userDrawn="1">
            <p:ph type="body" sz="quarter" idx="13"/>
          </p:nvPr>
        </p:nvSpPr>
        <p:spPr>
          <a:xfrm>
            <a:off x="53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2" name="Text Placeholder 20"/>
          <p:cNvSpPr>
            <a:spLocks noGrp="1"/>
          </p:cNvSpPr>
          <p:nvPr userDrawn="1">
            <p:ph type="body" sz="quarter" idx="14"/>
          </p:nvPr>
        </p:nvSpPr>
        <p:spPr>
          <a:xfrm>
            <a:off x="434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3" name="Text Placeholder 20"/>
          <p:cNvSpPr>
            <a:spLocks noGrp="1"/>
          </p:cNvSpPr>
          <p:nvPr userDrawn="1">
            <p:ph type="body" sz="quarter" idx="15"/>
          </p:nvPr>
        </p:nvSpPr>
        <p:spPr>
          <a:xfrm>
            <a:off x="53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4" name="Text Placeholder 20"/>
          <p:cNvSpPr>
            <a:spLocks noGrp="1"/>
          </p:cNvSpPr>
          <p:nvPr userDrawn="1">
            <p:ph type="body" sz="quarter" idx="16"/>
          </p:nvPr>
        </p:nvSpPr>
        <p:spPr>
          <a:xfrm>
            <a:off x="434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userDrawn="1">
            <p:ph type="body" sz="quarter" idx="17"/>
          </p:nvPr>
        </p:nvSpPr>
        <p:spPr>
          <a:xfrm>
            <a:off x="533400" y="1498600"/>
            <a:ext cx="24384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7" name="Text Placeholder 25"/>
          <p:cNvSpPr>
            <a:spLocks noGrp="1"/>
          </p:cNvSpPr>
          <p:nvPr userDrawn="1">
            <p:ph type="body" sz="quarter" idx="18"/>
          </p:nvPr>
        </p:nvSpPr>
        <p:spPr>
          <a:xfrm>
            <a:off x="4343400" y="14986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9" name="Text Placeholder 25"/>
          <p:cNvSpPr>
            <a:spLocks noGrp="1"/>
          </p:cNvSpPr>
          <p:nvPr userDrawn="1">
            <p:ph type="body" sz="quarter" idx="20"/>
          </p:nvPr>
        </p:nvSpPr>
        <p:spPr>
          <a:xfrm>
            <a:off x="533400" y="3962400"/>
            <a:ext cx="25908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8" name="Text Placeholder 25"/>
          <p:cNvSpPr>
            <a:spLocks noGrp="1"/>
          </p:cNvSpPr>
          <p:nvPr userDrawn="1">
            <p:ph type="body" sz="quarter" idx="19"/>
          </p:nvPr>
        </p:nvSpPr>
        <p:spPr>
          <a:xfrm>
            <a:off x="4343400" y="39624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Picture Placeholder 8"/>
          <p:cNvSpPr>
            <a:spLocks noGrp="1"/>
          </p:cNvSpPr>
          <p:nvPr>
            <p:ph type="pic" sz="quarter" idx="13"/>
          </p:nvPr>
        </p:nvSpPr>
        <p:spPr>
          <a:xfrm>
            <a:off x="533400" y="2159000"/>
            <a:ext cx="4343400" cy="3302000"/>
          </a:xfrm>
          <a:ln w="38100">
            <a:solidFill>
              <a:schemeClr val="bg1"/>
            </a:solidFill>
            <a:miter lim="800000"/>
          </a:ln>
          <a:effectLst/>
        </p:spPr>
        <p:txBody>
          <a:bodyPr>
            <a:normAutofit/>
          </a:bodyPr>
          <a:lstStyle>
            <a:lvl1pPr>
              <a:defRPr sz="1400"/>
            </a:lvl1pPr>
          </a:lstStyle>
          <a:p>
            <a:endParaRPr lang="en-JM"/>
          </a:p>
        </p:txBody>
      </p:sp>
      <p:sp>
        <p:nvSpPr>
          <p:cNvPr id="11" name="Text Placeholder 10"/>
          <p:cNvSpPr>
            <a:spLocks noGrp="1"/>
          </p:cNvSpPr>
          <p:nvPr>
            <p:ph type="body" sz="quarter" idx="14"/>
          </p:nvPr>
        </p:nvSpPr>
        <p:spPr>
          <a:xfrm>
            <a:off x="457200" y="1346200"/>
            <a:ext cx="8077200" cy="457200"/>
          </a:xfrm>
        </p:spPr>
        <p:txBody>
          <a:bodyPr>
            <a:noAutofit/>
          </a:bodyPr>
          <a:lstStyle>
            <a:lvl1pPr>
              <a:lnSpc>
                <a:spcPct val="110000"/>
              </a:lnSpc>
              <a:spcBef>
                <a:spcPts val="0"/>
              </a:spcBef>
              <a:buNone/>
              <a:defRPr sz="1400">
                <a:solidFill>
                  <a:schemeClr val="tx1">
                    <a:lumMod val="65000"/>
                    <a:lumOff val="35000"/>
                  </a:schemeClr>
                </a:solidFill>
              </a:defRPr>
            </a:lvl1pPr>
            <a:lvl2pPr>
              <a:defRPr sz="1600"/>
            </a:lvl2pPr>
            <a:lvl3pPr>
              <a:defRPr sz="1600"/>
            </a:lvl3pPr>
            <a:lvl4pPr>
              <a:defRPr sz="1600"/>
            </a:lvl4pPr>
            <a:lvl5pPr>
              <a:defRPr sz="1600"/>
            </a:lvl5pPr>
          </a:lstStyle>
          <a:p>
            <a:pPr lvl="0"/>
            <a:endParaRPr lang="en-JM" dirty="0"/>
          </a:p>
        </p:txBody>
      </p:sp>
      <p:sp>
        <p:nvSpPr>
          <p:cNvPr id="8" name="Text Placeholder 7"/>
          <p:cNvSpPr>
            <a:spLocks noGrp="1"/>
          </p:cNvSpPr>
          <p:nvPr>
            <p:ph type="body" sz="quarter" idx="15"/>
          </p:nvPr>
        </p:nvSpPr>
        <p:spPr>
          <a:xfrm>
            <a:off x="6172200" y="2311400"/>
            <a:ext cx="2438400" cy="406400"/>
          </a:xfrm>
        </p:spPr>
        <p:txBody>
          <a:bodyPr>
            <a:normAutofit/>
          </a:bodyPr>
          <a:lstStyle>
            <a:lvl1pPr>
              <a:buNone/>
              <a:defRPr sz="1300"/>
            </a:lvl1pPr>
          </a:lstStyle>
          <a:p>
            <a:pPr lvl="0"/>
            <a:endParaRPr lang="en-JM" dirty="0"/>
          </a:p>
        </p:txBody>
      </p:sp>
      <p:sp>
        <p:nvSpPr>
          <p:cNvPr id="10" name="Text Placeholder 7"/>
          <p:cNvSpPr>
            <a:spLocks noGrp="1"/>
          </p:cNvSpPr>
          <p:nvPr>
            <p:ph type="body" sz="quarter" idx="16"/>
          </p:nvPr>
        </p:nvSpPr>
        <p:spPr>
          <a:xfrm>
            <a:off x="6172200" y="2717800"/>
            <a:ext cx="2438400" cy="406400"/>
          </a:xfrm>
        </p:spPr>
        <p:txBody>
          <a:bodyPr>
            <a:normAutofit/>
          </a:bodyPr>
          <a:lstStyle>
            <a:lvl1pPr>
              <a:buNone/>
              <a:defRPr sz="1300"/>
            </a:lvl1pPr>
          </a:lstStyle>
          <a:p>
            <a:pPr lvl="0"/>
            <a:endParaRPr lang="en-JM" dirty="0"/>
          </a:p>
        </p:txBody>
      </p:sp>
      <p:sp>
        <p:nvSpPr>
          <p:cNvPr id="12" name="Text Placeholder 7"/>
          <p:cNvSpPr>
            <a:spLocks noGrp="1"/>
          </p:cNvSpPr>
          <p:nvPr>
            <p:ph type="body" sz="quarter" idx="17"/>
          </p:nvPr>
        </p:nvSpPr>
        <p:spPr>
          <a:xfrm>
            <a:off x="6172200" y="3124200"/>
            <a:ext cx="2438400" cy="406400"/>
          </a:xfrm>
        </p:spPr>
        <p:txBody>
          <a:bodyPr>
            <a:normAutofit/>
          </a:bodyPr>
          <a:lstStyle>
            <a:lvl1pPr>
              <a:buNone/>
              <a:defRPr sz="1300"/>
            </a:lvl1pPr>
          </a:lstStyle>
          <a:p>
            <a:pPr lvl="0"/>
            <a:endParaRPr lang="en-JM" dirty="0"/>
          </a:p>
        </p:txBody>
      </p:sp>
      <p:sp>
        <p:nvSpPr>
          <p:cNvPr id="13" name="Text Placeholder 7"/>
          <p:cNvSpPr>
            <a:spLocks noGrp="1"/>
          </p:cNvSpPr>
          <p:nvPr>
            <p:ph type="body" sz="quarter" idx="18"/>
          </p:nvPr>
        </p:nvSpPr>
        <p:spPr>
          <a:xfrm>
            <a:off x="6172200" y="3530600"/>
            <a:ext cx="2438400" cy="406400"/>
          </a:xfrm>
        </p:spPr>
        <p:txBody>
          <a:bodyPr>
            <a:normAutofit/>
          </a:bodyPr>
          <a:lstStyle>
            <a:lvl1pPr>
              <a:buNone/>
              <a:defRPr sz="1300"/>
            </a:lvl1pPr>
          </a:lstStyle>
          <a:p>
            <a:pPr lvl="0"/>
            <a:endParaRPr lang="en-JM" dirty="0"/>
          </a:p>
        </p:txBody>
      </p:sp>
      <p:sp>
        <p:nvSpPr>
          <p:cNvPr id="14" name="Text Placeholder 7"/>
          <p:cNvSpPr>
            <a:spLocks noGrp="1"/>
          </p:cNvSpPr>
          <p:nvPr>
            <p:ph type="body" sz="quarter" idx="19"/>
          </p:nvPr>
        </p:nvSpPr>
        <p:spPr>
          <a:xfrm>
            <a:off x="5867400" y="4241800"/>
            <a:ext cx="2743200" cy="406400"/>
          </a:xfrm>
        </p:spPr>
        <p:txBody>
          <a:bodyPr>
            <a:normAutofit/>
          </a:bodyPr>
          <a:lstStyle>
            <a:lvl1pPr>
              <a:buNone/>
              <a:defRPr sz="1300"/>
            </a:lvl1pPr>
          </a:lstStyle>
          <a:p>
            <a:pPr lvl="0"/>
            <a:endParaRPr lang="en-JM" dirty="0"/>
          </a:p>
        </p:txBody>
      </p:sp>
      <p:sp>
        <p:nvSpPr>
          <p:cNvPr id="15" name="Text Placeholder 7"/>
          <p:cNvSpPr>
            <a:spLocks noGrp="1"/>
          </p:cNvSpPr>
          <p:nvPr>
            <p:ph type="body" sz="quarter" idx="20"/>
          </p:nvPr>
        </p:nvSpPr>
        <p:spPr>
          <a:xfrm>
            <a:off x="5867400" y="4648200"/>
            <a:ext cx="2743200" cy="406400"/>
          </a:xfrm>
        </p:spPr>
        <p:txBody>
          <a:bodyPr>
            <a:normAutofit/>
          </a:bodyPr>
          <a:lstStyle>
            <a:lvl1pPr>
              <a:buNone/>
              <a:defRPr sz="1300"/>
            </a:lvl1pPr>
          </a:lstStyle>
          <a:p>
            <a:pPr lvl="0"/>
            <a:endParaRPr lang="en-JM" dirty="0"/>
          </a:p>
        </p:txBody>
      </p:sp>
      <p:sp>
        <p:nvSpPr>
          <p:cNvPr id="16" name="Text Placeholder 7"/>
          <p:cNvSpPr>
            <a:spLocks noGrp="1"/>
          </p:cNvSpPr>
          <p:nvPr>
            <p:ph type="body" sz="quarter" idx="21"/>
          </p:nvPr>
        </p:nvSpPr>
        <p:spPr>
          <a:xfrm>
            <a:off x="5105400" y="23114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7" name="Text Placeholder 7"/>
          <p:cNvSpPr>
            <a:spLocks noGrp="1"/>
          </p:cNvSpPr>
          <p:nvPr>
            <p:ph type="body" sz="quarter" idx="22"/>
          </p:nvPr>
        </p:nvSpPr>
        <p:spPr>
          <a:xfrm>
            <a:off x="5105400" y="27178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8" name="Text Placeholder 7"/>
          <p:cNvSpPr>
            <a:spLocks noGrp="1"/>
          </p:cNvSpPr>
          <p:nvPr>
            <p:ph type="body" sz="quarter" idx="23"/>
          </p:nvPr>
        </p:nvSpPr>
        <p:spPr>
          <a:xfrm>
            <a:off x="5105400" y="31242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9" name="Text Placeholder 7"/>
          <p:cNvSpPr>
            <a:spLocks noGrp="1"/>
          </p:cNvSpPr>
          <p:nvPr>
            <p:ph type="body" sz="quarter" idx="24"/>
          </p:nvPr>
        </p:nvSpPr>
        <p:spPr>
          <a:xfrm>
            <a:off x="5105400" y="35306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6"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7" name="Rectangle 16"/>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8" name="Straight Connector 17"/>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1"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5" name="Rectangle 14"/>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3" name="Straight Connector 12"/>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Oval 20">
            <a:hlinkClick r:id="" action="ppaction://hlinkshowjump?jump=nextslide" highlightClick="1"/>
          </p:cNvPr>
          <p:cNvSpPr/>
          <p:nvPr userDrawn="1"/>
        </p:nvSpPr>
        <p:spPr>
          <a:xfrm>
            <a:off x="83820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2" name="Oval 21">
            <a:hlinkClick r:id="" action="ppaction://hlinkshowjump?jump=previousslide" highlightClick="1"/>
          </p:cNvPr>
          <p:cNvSpPr/>
          <p:nvPr userDrawn="1"/>
        </p:nvSpPr>
        <p:spPr>
          <a:xfrm>
            <a:off x="79248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3" name="Chevron 22"/>
          <p:cNvSpPr/>
          <p:nvPr userDrawn="1"/>
        </p:nvSpPr>
        <p:spPr>
          <a:xfrm flipH="1">
            <a:off x="80665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24" name="Chevron 23"/>
          <p:cNvSpPr/>
          <p:nvPr userDrawn="1"/>
        </p:nvSpPr>
        <p:spPr>
          <a:xfrm>
            <a:off x="85237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Tree>
    <p:extLst>
      <p:ext uri="{BB962C8B-B14F-4D97-AF65-F5344CB8AC3E}">
        <p14:creationId xmlns:p14="http://schemas.microsoft.com/office/powerpoint/2010/main" val="21777134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5">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Placeholder 1"/>
          <p:cNvSpPr>
            <a:spLocks noGrp="1"/>
          </p:cNvSpPr>
          <p:nvPr>
            <p:ph type="title"/>
          </p:nvPr>
        </p:nvSpPr>
        <p:spPr>
          <a:xfrm>
            <a:off x="457200" y="584200"/>
            <a:ext cx="7620000" cy="563563"/>
          </a:xfrm>
          <a:prstGeom prst="rect">
            <a:avLst/>
          </a:prstGeom>
        </p:spPr>
        <p:txBody>
          <a:bodyPr vert="horz" lIns="91440" tIns="45720" rIns="91440" bIns="45720" rtlCol="0" anchor="ctr">
            <a:noAutofit/>
          </a:bodyPr>
          <a:lstStyle/>
          <a:p>
            <a:r>
              <a:rPr lang="en-US" dirty="0"/>
              <a:t>Click to edit Master title style</a:t>
            </a:r>
            <a:endParaRPr lang="en-JM" dirty="0"/>
          </a:p>
        </p:txBody>
      </p:sp>
      <p:sp>
        <p:nvSpPr>
          <p:cNvPr id="3" name="Text Placeholder 2"/>
          <p:cNvSpPr>
            <a:spLocks noGrp="1"/>
          </p:cNvSpPr>
          <p:nvPr>
            <p:ph type="body" idx="1"/>
          </p:nvPr>
        </p:nvSpPr>
        <p:spPr>
          <a:xfrm>
            <a:off x="457200" y="13716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Slide Number Placeholder 5"/>
          <p:cNvSpPr>
            <a:spLocks noGrp="1"/>
          </p:cNvSpPr>
          <p:nvPr>
            <p:ph type="sldNum" sz="quarter" idx="4"/>
          </p:nvPr>
        </p:nvSpPr>
        <p:spPr>
          <a:xfrm>
            <a:off x="8305800" y="381000"/>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F5134D-7C6B-4A7B-B28B-A8C75F870448}" type="slidenum">
              <a:rPr lang="en-JM" smtClean="0"/>
              <a:pPr/>
              <a:t>‹#›</a:t>
            </a:fld>
            <a:endParaRPr lang="en-JM"/>
          </a:p>
        </p:txBody>
      </p:sp>
      <p:sp>
        <p:nvSpPr>
          <p:cNvPr id="8" name="Rectangle 7"/>
          <p:cNvSpPr/>
          <p:nvPr/>
        </p:nvSpPr>
        <p:spPr>
          <a:xfrm>
            <a:off x="0" y="558800"/>
            <a:ext cx="152400"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cxnSp>
        <p:nvCxnSpPr>
          <p:cNvPr id="16" name="Straight Connector 15"/>
          <p:cNvCxnSpPr/>
          <p:nvPr userDrawn="1"/>
        </p:nvCxnSpPr>
        <p:spPr bwMode="auto">
          <a:xfrm>
            <a:off x="0" y="802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bwMode="auto">
          <a:xfrm>
            <a:off x="0" y="863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p:cNvSpPr/>
          <p:nvPr userDrawn="1"/>
        </p:nvSpPr>
        <p:spPr>
          <a:xfrm>
            <a:off x="0" y="6259402"/>
            <a:ext cx="9144000" cy="62399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hlinkClick r:id="" action="ppaction://hlinkshowjump?jump=nextslide" highlightClick="1"/>
          </p:cNvPr>
          <p:cNvSpPr/>
          <p:nvPr/>
        </p:nvSpPr>
        <p:spPr>
          <a:xfrm>
            <a:off x="83820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5" name="Oval 14">
            <a:hlinkClick r:id="" action="ppaction://hlinkshowjump?jump=previousslide" highlightClick="1"/>
          </p:cNvPr>
          <p:cNvSpPr/>
          <p:nvPr/>
        </p:nvSpPr>
        <p:spPr>
          <a:xfrm>
            <a:off x="79248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8" name="Chevron 17"/>
          <p:cNvSpPr/>
          <p:nvPr userDrawn="1"/>
        </p:nvSpPr>
        <p:spPr>
          <a:xfrm flipH="1">
            <a:off x="80665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19" name="Chevron 18"/>
          <p:cNvSpPr/>
          <p:nvPr userDrawn="1"/>
        </p:nvSpPr>
        <p:spPr>
          <a:xfrm>
            <a:off x="85237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5" name="Footer Placeholder 4"/>
          <p:cNvSpPr>
            <a:spLocks noGrp="1"/>
          </p:cNvSpPr>
          <p:nvPr>
            <p:ph type="ftr" sz="quarter" idx="3"/>
          </p:nvPr>
        </p:nvSpPr>
        <p:spPr>
          <a:xfrm>
            <a:off x="457200" y="6375400"/>
            <a:ext cx="6629400" cy="390525"/>
          </a:xfrm>
          <a:prstGeom prst="rect">
            <a:avLst/>
          </a:prstGeom>
        </p:spPr>
        <p:txBody>
          <a:bodyPr vert="horz" lIns="91440" tIns="45720" rIns="91440" bIns="45720" rtlCol="0" anchor="ctr"/>
          <a:lstStyle>
            <a:lvl1pPr algn="l">
              <a:defRPr sz="1400" b="0">
                <a:solidFill>
                  <a:srgbClr val="7F7F7F"/>
                </a:solidFill>
                <a:latin typeface="Bebas Neue" pitchFamily="34" charset="0"/>
              </a:defRPr>
            </a:lvl1pPr>
          </a:lstStyle>
          <a:p>
            <a:r>
              <a:rPr lang="en-JM" dirty="0"/>
              <a:t>PUT THE NAME OF YOUR COMPANY HERE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86" r:id="rId7"/>
    <p:sldLayoutId id="2147483685" r:id="rId8"/>
    <p:sldLayoutId id="2147483682" r:id="rId9"/>
    <p:sldLayoutId id="2147483681" r:id="rId10"/>
    <p:sldLayoutId id="2147483680" r:id="rId11"/>
    <p:sldLayoutId id="2147483677" r:id="rId12"/>
    <p:sldLayoutId id="2147483655" r:id="rId13"/>
    <p:sldLayoutId id="2147483688" r:id="rId14"/>
    <p:sldLayoutId id="2147483683" r:id="rId15"/>
    <p:sldLayoutId id="2147483661" r:id="rId16"/>
    <p:sldLayoutId id="2147483662" r:id="rId17"/>
    <p:sldLayoutId id="2147483679" r:id="rId18"/>
    <p:sldLayoutId id="2147483678" r:id="rId19"/>
    <p:sldLayoutId id="2147483670" r:id="rId20"/>
    <p:sldLayoutId id="2147483663" r:id="rId21"/>
    <p:sldLayoutId id="2147483664" r:id="rId22"/>
    <p:sldLayoutId id="2147483666" r:id="rId23"/>
    <p:sldLayoutId id="2147483667" r:id="rId24"/>
    <p:sldLayoutId id="2147483668" r:id="rId25"/>
    <p:sldLayoutId id="2147483669" r:id="rId26"/>
    <p:sldLayoutId id="2147483671" r:id="rId27"/>
    <p:sldLayoutId id="2147483672" r:id="rId28"/>
    <p:sldLayoutId id="2147483673" r:id="rId29"/>
    <p:sldLayoutId id="2147483674" r:id="rId30"/>
    <p:sldLayoutId id="2147483675" r:id="rId31"/>
    <p:sldLayoutId id="2147483676" r:id="rId32"/>
    <p:sldLayoutId id="2147483687" r:id="rId33"/>
  </p:sldLayoutIdLst>
  <p:hf sldNum="0" hdr="0" dt="0"/>
  <p:txStyles>
    <p:titleStyle>
      <a:lvl1pPr algn="l" defTabSz="914400" rtl="0" eaLnBrk="1" latinLnBrk="0" hangingPunct="1">
        <a:spcBef>
          <a:spcPct val="0"/>
        </a:spcBef>
        <a:buNone/>
        <a:defRPr sz="4400" kern="1200">
          <a:solidFill>
            <a:schemeClr val="tx1">
              <a:lumMod val="85000"/>
              <a:lumOff val="15000"/>
            </a:schemeClr>
          </a:solidFill>
          <a:latin typeface="Bebas Neue"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4343400"/>
            <a:ext cx="6400800" cy="457200"/>
          </a:xfrm>
        </p:spPr>
        <p:txBody>
          <a:bodyPr>
            <a:normAutofit/>
          </a:bodyPr>
          <a:lstStyle/>
          <a:p>
            <a:r>
              <a:rPr lang="zh-CN" altLang="en-US" sz="2200" dirty="0">
                <a:solidFill>
                  <a:schemeClr val="tx1">
                    <a:lumMod val="75000"/>
                    <a:lumOff val="25000"/>
                  </a:schemeClr>
                </a:solidFill>
                <a:latin typeface="+mj-lt"/>
                <a:cs typeface="Helvetica" panose="020B0604020202020204" pitchFamily="34" charset="0"/>
              </a:rPr>
              <a:t>教师</a:t>
            </a:r>
            <a:r>
              <a:rPr lang="en-JM" sz="2200" dirty="0">
                <a:solidFill>
                  <a:schemeClr val="tx1">
                    <a:lumMod val="75000"/>
                    <a:lumOff val="25000"/>
                  </a:schemeClr>
                </a:solidFill>
                <a:latin typeface="+mj-lt"/>
                <a:cs typeface="Helvetica" panose="020B0604020202020204" pitchFamily="34" charset="0"/>
              </a:rPr>
              <a:t>: </a:t>
            </a:r>
            <a:r>
              <a:rPr lang="zh-CN" altLang="en-US" sz="2200" dirty="0">
                <a:solidFill>
                  <a:schemeClr val="tx1">
                    <a:lumMod val="75000"/>
                    <a:lumOff val="25000"/>
                  </a:schemeClr>
                </a:solidFill>
                <a:latin typeface="+mj-lt"/>
                <a:cs typeface="Helvetica" panose="020B0604020202020204" pitchFamily="34" charset="0"/>
              </a:rPr>
              <a:t>王翀</a:t>
            </a:r>
            <a:endParaRPr lang="en-JM" sz="2200" b="1" dirty="0">
              <a:solidFill>
                <a:schemeClr val="tx1">
                  <a:lumMod val="75000"/>
                  <a:lumOff val="25000"/>
                </a:schemeClr>
              </a:solidFill>
              <a:latin typeface="+mj-lt"/>
              <a:cs typeface="Helvetica" panose="020B0604020202020204" pitchFamily="34" charset="0"/>
            </a:endParaRPr>
          </a:p>
        </p:txBody>
      </p:sp>
      <p:sp>
        <p:nvSpPr>
          <p:cNvPr id="5" name="Oval 4">
            <a:hlinkClick r:id="" action="ppaction://hlinkshowjump?jump=nextslide" highlightClick="1"/>
          </p:cNvPr>
          <p:cNvSpPr/>
          <p:nvPr/>
        </p:nvSpPr>
        <p:spPr>
          <a:xfrm>
            <a:off x="4343400" y="5430520"/>
            <a:ext cx="457200" cy="45720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solidFill>
                <a:schemeClr val="bg1">
                  <a:lumMod val="75000"/>
                </a:schemeClr>
              </a:solidFill>
              <a:latin typeface="+mj-lt"/>
              <a:cs typeface="Helvetica" panose="020B0604020202020204" pitchFamily="34" charset="0"/>
            </a:endParaRPr>
          </a:p>
        </p:txBody>
      </p:sp>
      <p:grpSp>
        <p:nvGrpSpPr>
          <p:cNvPr id="16" name="Group 15"/>
          <p:cNvGrpSpPr/>
          <p:nvPr/>
        </p:nvGrpSpPr>
        <p:grpSpPr>
          <a:xfrm>
            <a:off x="381001" y="1752600"/>
            <a:ext cx="8381999" cy="1676400"/>
            <a:chOff x="2209800" y="1981200"/>
            <a:chExt cx="4876800" cy="1371600"/>
          </a:xfrm>
        </p:grpSpPr>
        <p:sp>
          <p:nvSpPr>
            <p:cNvPr id="12" name="Rectangle 11"/>
            <p:cNvSpPr/>
            <p:nvPr/>
          </p:nvSpPr>
          <p:spPr>
            <a:xfrm>
              <a:off x="2209800" y="1981200"/>
              <a:ext cx="4876800" cy="13716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3" name="Rectangle 12"/>
            <p:cNvSpPr/>
            <p:nvPr/>
          </p:nvSpPr>
          <p:spPr>
            <a:xfrm>
              <a:off x="2209801" y="2286000"/>
              <a:ext cx="108065"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4" name="Rectangle 13"/>
            <p:cNvSpPr/>
            <p:nvPr/>
          </p:nvSpPr>
          <p:spPr>
            <a:xfrm>
              <a:off x="6978534" y="2286000"/>
              <a:ext cx="108066"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grpSp>
      <p:sp>
        <p:nvSpPr>
          <p:cNvPr id="15" name="Rectangle 14"/>
          <p:cNvSpPr/>
          <p:nvPr/>
        </p:nvSpPr>
        <p:spPr>
          <a:xfrm>
            <a:off x="2743200" y="4851400"/>
            <a:ext cx="3810000" cy="4572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latin typeface="+mj-lt"/>
                <a:cs typeface="Helvetica" panose="020B0604020202020204" pitchFamily="34" charset="0"/>
              </a:rPr>
              <a:t>信息学院 计算机系</a:t>
            </a:r>
            <a:endParaRPr lang="en-JM" dirty="0">
              <a:solidFill>
                <a:srgbClr val="0070C0"/>
              </a:solidFill>
              <a:latin typeface="+mj-lt"/>
              <a:cs typeface="Helvetica" panose="020B0604020202020204" pitchFamily="34" charset="0"/>
            </a:endParaRPr>
          </a:p>
        </p:txBody>
      </p:sp>
      <p:sp>
        <p:nvSpPr>
          <p:cNvPr id="2" name="Title 1"/>
          <p:cNvSpPr>
            <a:spLocks noGrp="1"/>
          </p:cNvSpPr>
          <p:nvPr>
            <p:ph type="ctrTitle"/>
          </p:nvPr>
        </p:nvSpPr>
        <p:spPr>
          <a:xfrm>
            <a:off x="642939" y="1447800"/>
            <a:ext cx="7858124" cy="2285999"/>
          </a:xfrm>
        </p:spPr>
        <p:txBody>
          <a:bodyPr/>
          <a:lstStyle/>
          <a:p>
            <a:r>
              <a:rPr lang="en-US" altLang="zh-CN"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Linux</a:t>
            </a:r>
            <a:r>
              <a:rPr lang="zh-CN" altLang="en-US"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驱动开发</a:t>
            </a:r>
            <a:endParaRPr lang="en-JM" sz="6000" dirty="0">
              <a:solidFill>
                <a:srgbClr val="0065B0"/>
              </a:solidFill>
              <a:effectLst>
                <a:outerShdw blurRad="38100" dist="38100" dir="2700000" algn="tl">
                  <a:srgbClr val="000000">
                    <a:alpha val="43137"/>
                  </a:srgbClr>
                </a:outerShdw>
              </a:effectLst>
              <a:latin typeface="+mj-lt"/>
              <a:cs typeface="Helvetica" panose="020B0604020202020204" pitchFamily="34" charset="0"/>
            </a:endParaRPr>
          </a:p>
        </p:txBody>
      </p:sp>
      <p:sp>
        <p:nvSpPr>
          <p:cNvPr id="6" name="Chevron 5"/>
          <p:cNvSpPr/>
          <p:nvPr/>
        </p:nvSpPr>
        <p:spPr>
          <a:xfrm>
            <a:off x="4536000" y="5580000"/>
            <a:ext cx="107653" cy="164592"/>
          </a:xfrm>
          <a:prstGeom prst="chevron">
            <a:avLst>
              <a:gd name="adj" fmla="val 79255"/>
            </a:avLst>
          </a:prstGeom>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latin typeface="+mj-lt"/>
              <a:cs typeface="Helvetica" panose="020B0604020202020204" pitchFamily="34" charset="0"/>
            </a:endParaRPr>
          </a:p>
        </p:txBody>
      </p:sp>
      <p:cxnSp>
        <p:nvCxnSpPr>
          <p:cNvPr id="11" name="Straight Connector 10"/>
          <p:cNvCxnSpPr/>
          <p:nvPr/>
        </p:nvCxnSpPr>
        <p:spPr bwMode="auto">
          <a:xfrm>
            <a:off x="381000" y="24384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381000" y="2499784"/>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8661400" y="2453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8661400" y="2514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par>
                                <p:cTn id="40" presetID="53" presetClass="entr" presetSubtype="16"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par>
                                <p:cTn id="45" presetID="53" presetClass="entr" presetSubtype="16"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
                                            <p:txEl>
                                              <p:pRg st="0" end="0"/>
                                            </p:txEl>
                                          </p:spTgt>
                                        </p:tgtEl>
                                        <p:attrNameLst>
                                          <p:attrName>style.visibility</p:attrName>
                                        </p:attrNameLst>
                                      </p:cBhvr>
                                      <p:to>
                                        <p:strVal val="visible"/>
                                      </p:to>
                                    </p:set>
                                    <p:anim calcmode="lin" valueType="num">
                                      <p:cBhvr>
                                        <p:cTn id="5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5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5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5" grpId="0" animBg="1"/>
      <p:bldP spid="2" grpId="0"/>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US" altLang="zh-CN" b="1" dirty="0">
                <a:solidFill>
                  <a:srgbClr val="4F4F4F"/>
                </a:solidFill>
                <a:latin typeface="PingFang SC" panose="020B0400000000000000" pitchFamily="34" charset="-122"/>
                <a:ea typeface="PingFang SC" panose="020B0400000000000000" pitchFamily="34" charset="-122"/>
              </a:rPr>
              <a:t>Linux </a:t>
            </a:r>
            <a:r>
              <a:rPr lang="zh-CN" altLang="en-US" b="1" dirty="0">
                <a:solidFill>
                  <a:srgbClr val="4F4F4F"/>
                </a:solidFill>
                <a:latin typeface="PingFang SC" panose="020B0400000000000000" pitchFamily="34" charset="-122"/>
                <a:ea typeface="PingFang SC" panose="020B0400000000000000" pitchFamily="34" charset="-122"/>
              </a:rPr>
              <a:t>内核模块</a:t>
            </a:r>
            <a:endParaRPr lang="zh-CN" altLang="en-US" dirty="0"/>
          </a:p>
        </p:txBody>
      </p:sp>
      <p:sp>
        <p:nvSpPr>
          <p:cNvPr id="9219" name="Rectangle 5"/>
          <p:cNvSpPr>
            <a:spLocks noGrp="1" noChangeArrowheads="1"/>
          </p:cNvSpPr>
          <p:nvPr>
            <p:ph idx="1"/>
          </p:nvPr>
        </p:nvSpPr>
        <p:spPr/>
        <p:txBody>
          <a:bodyPr>
            <a:normAutofit/>
          </a:bodyPr>
          <a:lstStyle/>
          <a:p>
            <a:pPr>
              <a:lnSpc>
                <a:spcPct val="150000"/>
              </a:lnSpc>
            </a:pPr>
            <a:r>
              <a:rPr lang="zh-CN" altLang="en-US" sz="2400" dirty="0">
                <a:solidFill>
                  <a:srgbClr val="4D4D4D"/>
                </a:solidFill>
                <a:latin typeface="-apple-system"/>
              </a:rPr>
              <a:t>设备驱动会以内核模块的形式出现</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学习 </a:t>
            </a:r>
            <a:r>
              <a:rPr lang="en-US" altLang="zh-CN" sz="2400" dirty="0">
                <a:solidFill>
                  <a:srgbClr val="4D4D4D"/>
                </a:solidFill>
                <a:latin typeface="-apple-system"/>
              </a:rPr>
              <a:t>Linux </a:t>
            </a:r>
            <a:r>
              <a:rPr lang="zh-CN" altLang="en-US" sz="2400" dirty="0">
                <a:solidFill>
                  <a:srgbClr val="4D4D4D"/>
                </a:solidFill>
                <a:latin typeface="-apple-system"/>
              </a:rPr>
              <a:t>内核模块编程是驱动开发的先决条件</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内核按照体系结构分为两类： </a:t>
            </a:r>
            <a:endParaRPr lang="en-US" altLang="zh-CN" sz="2400" dirty="0">
              <a:solidFill>
                <a:srgbClr val="4D4D4D"/>
              </a:solidFill>
              <a:latin typeface="-apple-system"/>
            </a:endParaRPr>
          </a:p>
          <a:p>
            <a:pPr lvl="1" indent="-342900">
              <a:lnSpc>
                <a:spcPct val="150000"/>
              </a:lnSpc>
              <a:buFont typeface="Wingdings" panose="05000000000000000000" pitchFamily="2" charset="2"/>
              <a:buChar char="Ø"/>
            </a:pPr>
            <a:r>
              <a:rPr lang="zh-CN" altLang="en-US" sz="2400" b="1" dirty="0">
                <a:solidFill>
                  <a:srgbClr val="0065B0"/>
                </a:solidFill>
                <a:latin typeface="-apple-system"/>
              </a:rPr>
              <a:t>微内核</a:t>
            </a:r>
            <a:r>
              <a:rPr lang="zh-CN" altLang="en-US" sz="2400" dirty="0">
                <a:solidFill>
                  <a:srgbClr val="4D4D4D"/>
                </a:solidFill>
                <a:latin typeface="-apple-system"/>
              </a:rPr>
              <a:t>（</a:t>
            </a:r>
            <a:r>
              <a:rPr lang="en-US" altLang="zh-CN" sz="2400" dirty="0">
                <a:solidFill>
                  <a:srgbClr val="4D4D4D"/>
                </a:solidFill>
                <a:latin typeface="-apple-system"/>
              </a:rPr>
              <a:t>Micro Kernel</a:t>
            </a:r>
            <a:r>
              <a:rPr lang="zh-CN" altLang="en-US" sz="2400" dirty="0">
                <a:solidFill>
                  <a:srgbClr val="4D4D4D"/>
                </a:solidFill>
                <a:latin typeface="-apple-system"/>
              </a:rPr>
              <a:t>） </a:t>
            </a:r>
            <a:endParaRPr lang="en-US" altLang="zh-CN" sz="2400" dirty="0">
              <a:solidFill>
                <a:srgbClr val="4D4D4D"/>
              </a:solidFill>
              <a:latin typeface="-apple-system"/>
            </a:endParaRPr>
          </a:p>
          <a:p>
            <a:pPr lvl="1" indent="-342900">
              <a:lnSpc>
                <a:spcPct val="150000"/>
              </a:lnSpc>
              <a:buFont typeface="Wingdings" panose="05000000000000000000" pitchFamily="2" charset="2"/>
              <a:buChar char="Ø"/>
            </a:pPr>
            <a:r>
              <a:rPr lang="zh-CN" altLang="en-US" sz="2400" b="1" dirty="0">
                <a:solidFill>
                  <a:srgbClr val="0065B0"/>
                </a:solidFill>
                <a:latin typeface="-apple-system"/>
              </a:rPr>
              <a:t>宏内核</a:t>
            </a:r>
            <a:r>
              <a:rPr lang="zh-CN" altLang="en-US" sz="2400" dirty="0">
                <a:solidFill>
                  <a:srgbClr val="4D4D4D"/>
                </a:solidFill>
                <a:latin typeface="-apple-system"/>
              </a:rPr>
              <a:t>（</a:t>
            </a:r>
            <a:r>
              <a:rPr lang="en-US" altLang="zh-CN" sz="2400" dirty="0">
                <a:solidFill>
                  <a:srgbClr val="4D4D4D"/>
                </a:solidFill>
                <a:latin typeface="-apple-system"/>
              </a:rPr>
              <a:t>Monolithic Kernel</a:t>
            </a:r>
            <a:r>
              <a:rPr lang="zh-CN" altLang="en-US" sz="2400" dirty="0">
                <a:solidFill>
                  <a:srgbClr val="4D4D4D"/>
                </a:solidFill>
                <a:latin typeface="-apple-system"/>
              </a:rPr>
              <a:t>）</a:t>
            </a:r>
            <a:endParaRPr lang="zh-CN" altLang="en-US" sz="2400" b="0" i="0" u="none" strike="noStrike" dirty="0">
              <a:solidFill>
                <a:srgbClr val="4D4D4D"/>
              </a:solidFill>
              <a:effectLst/>
              <a:latin typeface="-apple-system"/>
            </a:endParaRPr>
          </a:p>
        </p:txBody>
      </p:sp>
      <p:sp>
        <p:nvSpPr>
          <p:cNvPr id="5" name="文本框 4">
            <a:extLst>
              <a:ext uri="{FF2B5EF4-FFF2-40B4-BE49-F238E27FC236}">
                <a16:creationId xmlns:a16="http://schemas.microsoft.com/office/drawing/2014/main" id="{FE32372B-C8D3-1F4D-AB6E-71DCB76DD5CE}"/>
              </a:ext>
            </a:extLst>
          </p:cNvPr>
          <p:cNvSpPr txBox="1"/>
          <p:nvPr/>
        </p:nvSpPr>
        <p:spPr>
          <a:xfrm>
            <a:off x="0" y="6253922"/>
            <a:ext cx="9982200" cy="646331"/>
          </a:xfrm>
          <a:prstGeom prst="rect">
            <a:avLst/>
          </a:prstGeom>
          <a:noFill/>
        </p:spPr>
        <p:txBody>
          <a:bodyPr wrap="square">
            <a:spAutoFit/>
          </a:bodyPr>
          <a:lstStyle/>
          <a:p>
            <a:r>
              <a:rPr lang="zh-CN" altLang="en-US" sz="1800" b="0" i="0" u="none" strike="noStrike" dirty="0">
                <a:solidFill>
                  <a:schemeClr val="bg1">
                    <a:lumMod val="50000"/>
                  </a:schemeClr>
                </a:solidFill>
                <a:effectLst/>
                <a:latin typeface="-apple-system"/>
              </a:rPr>
              <a:t>版权声明：本文为博主原创文章，遵循 </a:t>
            </a:r>
            <a:r>
              <a:rPr lang="en" altLang="zh-CN" sz="1800" b="0" i="0" u="none" strike="noStrike" dirty="0">
                <a:solidFill>
                  <a:schemeClr val="bg1">
                    <a:lumMod val="50000"/>
                  </a:schemeClr>
                </a:solidFill>
                <a:effectLst/>
                <a:latin typeface="-apple-system"/>
              </a:rPr>
              <a:t>CC 4.0 BY-SA </a:t>
            </a:r>
            <a:r>
              <a:rPr lang="zh-CN" altLang="en-US" sz="1800" b="0" i="0" u="none" strike="noStrike" dirty="0">
                <a:solidFill>
                  <a:schemeClr val="bg1">
                    <a:lumMod val="50000"/>
                  </a:schemeClr>
                </a:solidFill>
                <a:effectLst/>
                <a:latin typeface="-apple-system"/>
              </a:rPr>
              <a:t>版权协议。</a:t>
            </a:r>
            <a:endParaRPr lang="en-US" altLang="zh-CN" sz="1800" b="0" i="0" u="none" strike="noStrike" dirty="0">
              <a:solidFill>
                <a:schemeClr val="bg1">
                  <a:lumMod val="50000"/>
                </a:schemeClr>
              </a:solidFill>
              <a:effectLst/>
              <a:latin typeface="-apple-system"/>
            </a:endParaRPr>
          </a:p>
          <a:p>
            <a:r>
              <a:rPr lang="zh-CN" altLang="en-US" sz="1800" b="0" i="0" u="none" strike="noStrike" dirty="0">
                <a:solidFill>
                  <a:schemeClr val="bg1">
                    <a:lumMod val="50000"/>
                  </a:schemeClr>
                </a:solidFill>
                <a:effectLst/>
                <a:latin typeface="-apple-system"/>
              </a:rPr>
              <a:t>原文链接：</a:t>
            </a:r>
            <a:r>
              <a:rPr lang="en" altLang="zh-CN" sz="1800" b="0" i="0" u="none" strike="noStrike" dirty="0">
                <a:solidFill>
                  <a:schemeClr val="bg1">
                    <a:lumMod val="50000"/>
                  </a:schemeClr>
                </a:solidFill>
                <a:effectLst/>
                <a:latin typeface="-apple-system"/>
              </a:rPr>
              <a:t>https://</a:t>
            </a:r>
            <a:r>
              <a:rPr lang="en" altLang="zh-CN" sz="1800" b="0" i="0" u="none" strike="noStrike" dirty="0" err="1">
                <a:solidFill>
                  <a:schemeClr val="bg1">
                    <a:lumMod val="50000"/>
                  </a:schemeClr>
                </a:solidFill>
                <a:effectLst/>
                <a:latin typeface="-apple-system"/>
              </a:rPr>
              <a:t>blog.csdn.net</a:t>
            </a:r>
            <a:r>
              <a:rPr lang="en" altLang="zh-CN" sz="1800" b="0" i="0" u="none" strike="noStrike" dirty="0">
                <a:solidFill>
                  <a:schemeClr val="bg1">
                    <a:lumMod val="50000"/>
                  </a:schemeClr>
                </a:solidFill>
                <a:effectLst/>
                <a:latin typeface="-apple-system"/>
              </a:rPr>
              <a:t>/sinat_31039061/article/details/98885275</a:t>
            </a:r>
            <a:endParaRPr lang="en-US" altLang="zh-CN" sz="1800" b="0" i="0" u="none" strike="noStrike" dirty="0">
              <a:solidFill>
                <a:schemeClr val="bg1">
                  <a:lumMod val="50000"/>
                </a:schemeClr>
              </a:solidFill>
              <a:effectLst/>
              <a:latin typeface="-apple-system"/>
            </a:endParaRPr>
          </a:p>
        </p:txBody>
      </p:sp>
    </p:spTree>
    <p:extLst>
      <p:ext uri="{BB962C8B-B14F-4D97-AF65-F5344CB8AC3E}">
        <p14:creationId xmlns:p14="http://schemas.microsoft.com/office/powerpoint/2010/main" val="1464135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804A0F-7BBF-4E55-BF2C-8D35C4ADD37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79C470F-17CB-46E3-B810-B528C5294769}"/>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AF9DFE59-8CEE-4E6D-A6C8-0416B9E0CDA5}"/>
              </a:ext>
            </a:extLst>
          </p:cNvPr>
          <p:cNvSpPr>
            <a:spLocks noGrp="1"/>
          </p:cNvSpPr>
          <p:nvPr>
            <p:ph type="ftr" sz="quarter" idx="11"/>
          </p:nvPr>
        </p:nvSpPr>
        <p:spPr/>
        <p:txBody>
          <a:bodyPr/>
          <a:lstStyle/>
          <a:p>
            <a:r>
              <a:rPr lang="en-JM"/>
              <a:t>PUT THE NAME OF YOUR COMPANY HERE</a:t>
            </a:r>
            <a:endParaRPr lang="en-JM" dirty="0"/>
          </a:p>
        </p:txBody>
      </p:sp>
      <p:pic>
        <p:nvPicPr>
          <p:cNvPr id="5" name="Picture 2" descr="https://img2020.cnblogs.com/blog/2085252/202103/2085252-20210317205514283-1432589303.png">
            <a:extLst>
              <a:ext uri="{FF2B5EF4-FFF2-40B4-BE49-F238E27FC236}">
                <a16:creationId xmlns:a16="http://schemas.microsoft.com/office/drawing/2014/main" id="{51553C21-6BED-4F85-9D52-B84269BB8B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568325"/>
            <a:ext cx="6648450" cy="570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99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9219" name="Rectangle 5"/>
          <p:cNvSpPr>
            <a:spLocks noGrp="1" noChangeArrowheads="1"/>
          </p:cNvSpPr>
          <p:nvPr>
            <p:ph idx="1"/>
          </p:nvPr>
        </p:nvSpPr>
        <p:spPr>
          <a:xfrm>
            <a:off x="381000" y="1380894"/>
            <a:ext cx="8229600" cy="5486399"/>
          </a:xfrm>
        </p:spPr>
        <p:txBody>
          <a:bodyPr>
            <a:normAutofit/>
          </a:bodyPr>
          <a:lstStyle/>
          <a:p>
            <a:pPr marL="0" indent="0">
              <a:lnSpc>
                <a:spcPct val="150000"/>
              </a:lnSpc>
              <a:buNone/>
            </a:pPr>
            <a:r>
              <a:rPr lang="zh-CN" altLang="en-US" sz="2400" dirty="0">
                <a:solidFill>
                  <a:srgbClr val="4D4D4D"/>
                </a:solidFill>
                <a:latin typeface="-apple-system"/>
              </a:rPr>
              <a:t>微内核架构：</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内核只提供操作系统核心功能，如实现进程管理、存储器管理、进程间通信、 </a:t>
            </a:r>
            <a:r>
              <a:rPr lang="en-US" altLang="zh-CN" sz="2400" dirty="0">
                <a:solidFill>
                  <a:srgbClr val="4D4D4D"/>
                </a:solidFill>
                <a:latin typeface="-apple-system"/>
              </a:rPr>
              <a:t>I/O </a:t>
            </a:r>
            <a:r>
              <a:rPr lang="zh-CN" altLang="en-US" sz="2400" dirty="0">
                <a:solidFill>
                  <a:srgbClr val="4D4D4D"/>
                </a:solidFill>
                <a:latin typeface="-apple-system"/>
              </a:rPr>
              <a:t>设备管理等</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其它的应用层 </a:t>
            </a:r>
            <a:r>
              <a:rPr lang="en-US" altLang="zh-CN" sz="2400" dirty="0">
                <a:solidFill>
                  <a:srgbClr val="4D4D4D"/>
                </a:solidFill>
                <a:latin typeface="-apple-system"/>
              </a:rPr>
              <a:t>IPC</a:t>
            </a:r>
            <a:r>
              <a:rPr lang="zh-CN" altLang="en-US" sz="2400" dirty="0">
                <a:solidFill>
                  <a:srgbClr val="4D4D4D"/>
                </a:solidFill>
                <a:latin typeface="-apple-system"/>
              </a:rPr>
              <a:t>、文件系统功能、设备驱动模块则不被包含到内核功能中，属于微内核之外的模块</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微内核具有动态扩展性强的优点</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 </a:t>
            </a:r>
            <a:r>
              <a:rPr lang="en-US" altLang="zh-CN" sz="2400" dirty="0">
                <a:solidFill>
                  <a:srgbClr val="4D4D4D"/>
                </a:solidFill>
                <a:latin typeface="-apple-system"/>
              </a:rPr>
              <a:t>Windows </a:t>
            </a:r>
            <a:r>
              <a:rPr lang="zh-CN" altLang="en-US" sz="2400" dirty="0">
                <a:solidFill>
                  <a:srgbClr val="4D4D4D"/>
                </a:solidFill>
                <a:latin typeface="-apple-system"/>
              </a:rPr>
              <a:t>操作系统、华为的鸿蒙操作系统就属于这类微内核架构</a:t>
            </a:r>
            <a:endParaRPr lang="zh-CN" altLang="en-US" sz="2400" b="0" i="0" u="none" strike="noStrike" dirty="0">
              <a:solidFill>
                <a:srgbClr val="4D4D4D"/>
              </a:solidFill>
              <a:effectLst/>
              <a:latin typeface="-apple-system"/>
            </a:endParaRPr>
          </a:p>
        </p:txBody>
      </p:sp>
    </p:spTree>
    <p:extLst>
      <p:ext uri="{BB962C8B-B14F-4D97-AF65-F5344CB8AC3E}">
        <p14:creationId xmlns:p14="http://schemas.microsoft.com/office/powerpoint/2010/main" val="1432609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9219" name="Rectangle 5"/>
          <p:cNvSpPr>
            <a:spLocks noGrp="1" noChangeArrowheads="1"/>
          </p:cNvSpPr>
          <p:nvPr>
            <p:ph idx="1"/>
          </p:nvPr>
        </p:nvSpPr>
        <p:spPr>
          <a:xfrm>
            <a:off x="457200" y="1371601"/>
            <a:ext cx="8229600" cy="5486399"/>
          </a:xfrm>
        </p:spPr>
        <p:txBody>
          <a:bodyPr>
            <a:normAutofit/>
          </a:bodyPr>
          <a:lstStyle/>
          <a:p>
            <a:pPr marL="0" indent="0">
              <a:lnSpc>
                <a:spcPct val="150000"/>
              </a:lnSpc>
              <a:buNone/>
            </a:pPr>
            <a:r>
              <a:rPr lang="zh-CN" altLang="en-US" sz="2400" dirty="0">
                <a:solidFill>
                  <a:srgbClr val="4D4D4D"/>
                </a:solidFill>
                <a:latin typeface="-apple-system"/>
              </a:rPr>
              <a:t>宏内核架构：</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将微内核以及微内核之外的应用层 </a:t>
            </a:r>
            <a:r>
              <a:rPr lang="en-US" altLang="zh-CN" sz="2400" dirty="0">
                <a:solidFill>
                  <a:srgbClr val="4D4D4D"/>
                </a:solidFill>
                <a:latin typeface="-apple-system"/>
              </a:rPr>
              <a:t>IPC</a:t>
            </a:r>
            <a:r>
              <a:rPr lang="zh-CN" altLang="en-US" sz="2400" dirty="0">
                <a:solidFill>
                  <a:srgbClr val="4D4D4D"/>
                </a:solidFill>
                <a:latin typeface="-apple-system"/>
              </a:rPr>
              <a:t>、文件系统功能、设备驱动模块都编译成一个整体</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优点是执行效率非常高</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缺点是一旦想要修改、增加内核某个功能时（如增加设备驱动程序）都需要重新编译一遍内核 </a:t>
            </a:r>
            <a:endParaRPr lang="en-US" altLang="zh-CN" sz="2400" dirty="0">
              <a:solidFill>
                <a:srgbClr val="4D4D4D"/>
              </a:solidFill>
              <a:latin typeface="-apple-system"/>
            </a:endParaRPr>
          </a:p>
          <a:p>
            <a:pPr>
              <a:lnSpc>
                <a:spcPct val="150000"/>
              </a:lnSpc>
            </a:pPr>
            <a:r>
              <a:rPr lang="en-US" altLang="zh-CN" sz="2400" dirty="0">
                <a:solidFill>
                  <a:srgbClr val="4D4D4D"/>
                </a:solidFill>
                <a:latin typeface="-apple-system"/>
              </a:rPr>
              <a:t>Linux </a:t>
            </a:r>
            <a:r>
              <a:rPr lang="zh-CN" altLang="en-US" sz="2400" dirty="0">
                <a:solidFill>
                  <a:srgbClr val="4D4D4D"/>
                </a:solidFill>
                <a:latin typeface="-apple-system"/>
              </a:rPr>
              <a:t>操作系统采用宏内核结构</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为了解决这一缺点， </a:t>
            </a:r>
            <a:r>
              <a:rPr lang="en-US" altLang="zh-CN" sz="2400" dirty="0" err="1">
                <a:solidFill>
                  <a:srgbClr val="4D4D4D"/>
                </a:solidFill>
                <a:latin typeface="-apple-system"/>
              </a:rPr>
              <a:t>linux</a:t>
            </a:r>
            <a:r>
              <a:rPr lang="en-US" altLang="zh-CN" sz="2400" dirty="0">
                <a:solidFill>
                  <a:srgbClr val="4D4D4D"/>
                </a:solidFill>
                <a:latin typeface="-apple-system"/>
              </a:rPr>
              <a:t> </a:t>
            </a:r>
            <a:r>
              <a:rPr lang="zh-CN" altLang="en-US" sz="2400" dirty="0">
                <a:solidFill>
                  <a:srgbClr val="4D4D4D"/>
                </a:solidFill>
                <a:latin typeface="-apple-system"/>
              </a:rPr>
              <a:t>中引入了内核模块这一机制</a:t>
            </a:r>
            <a:endParaRPr lang="zh-CN" altLang="en-US" sz="2000" b="0" i="0" u="none" strike="noStrike" dirty="0">
              <a:solidFill>
                <a:srgbClr val="4D4D4D"/>
              </a:solidFill>
              <a:effectLst/>
              <a:latin typeface="-apple-system"/>
            </a:endParaRPr>
          </a:p>
        </p:txBody>
      </p:sp>
    </p:spTree>
    <p:extLst>
      <p:ext uri="{BB962C8B-B14F-4D97-AF65-F5344CB8AC3E}">
        <p14:creationId xmlns:p14="http://schemas.microsoft.com/office/powerpoint/2010/main" val="1197756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dirty="0">
                <a:solidFill>
                  <a:srgbClr val="4F4F4F"/>
                </a:solidFill>
                <a:latin typeface="PingFang SC" panose="020B0400000000000000" pitchFamily="34" charset="-122"/>
                <a:ea typeface="PingFang SC" panose="020B0400000000000000" pitchFamily="34" charset="-122"/>
              </a:rPr>
              <a:t>内核模块</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nSpc>
                <a:spcPct val="150000"/>
              </a:lnSpc>
            </a:pPr>
            <a:r>
              <a:rPr lang="en-US" altLang="zh-CN" sz="2400" dirty="0">
                <a:solidFill>
                  <a:srgbClr val="4D4D4D"/>
                </a:solidFill>
                <a:latin typeface="-apple-system"/>
              </a:rPr>
              <a:t>Linux </a:t>
            </a:r>
            <a:r>
              <a:rPr lang="zh-CN" altLang="en-US" sz="2400" dirty="0">
                <a:solidFill>
                  <a:srgbClr val="4D4D4D"/>
                </a:solidFill>
                <a:latin typeface="-apple-system"/>
              </a:rPr>
              <a:t>是一个跨平台的操作系统，支持众多的设备，在 </a:t>
            </a:r>
            <a:r>
              <a:rPr lang="en-US" altLang="zh-CN" sz="2400" dirty="0">
                <a:solidFill>
                  <a:srgbClr val="4D4D4D"/>
                </a:solidFill>
                <a:latin typeface="-apple-system"/>
              </a:rPr>
              <a:t>Linux </a:t>
            </a:r>
            <a:r>
              <a:rPr lang="zh-CN" altLang="en-US" sz="2400" dirty="0">
                <a:solidFill>
                  <a:srgbClr val="4D4D4D"/>
                </a:solidFill>
                <a:latin typeface="-apple-system"/>
              </a:rPr>
              <a:t>内核源码中有</a:t>
            </a:r>
            <a:r>
              <a:rPr lang="zh-CN" altLang="en-US" sz="2400" b="1" dirty="0">
                <a:solidFill>
                  <a:srgbClr val="0065B0"/>
                </a:solidFill>
                <a:latin typeface="-apple-system"/>
              </a:rPr>
              <a:t>超过 </a:t>
            </a:r>
            <a:r>
              <a:rPr lang="en-US" altLang="zh-CN" sz="2400" b="1" dirty="0">
                <a:solidFill>
                  <a:srgbClr val="0065B0"/>
                </a:solidFill>
                <a:latin typeface="-apple-system"/>
              </a:rPr>
              <a:t>50% </a:t>
            </a:r>
            <a:r>
              <a:rPr lang="zh-CN" altLang="en-US" sz="2400" dirty="0">
                <a:solidFill>
                  <a:srgbClr val="4D4D4D"/>
                </a:solidFill>
                <a:latin typeface="-apple-system"/>
              </a:rPr>
              <a:t>的代码都与设备驱动相关</a:t>
            </a:r>
            <a:endParaRPr lang="en-US" altLang="zh-CN" sz="2400" dirty="0">
              <a:solidFill>
                <a:srgbClr val="4D4D4D"/>
              </a:solidFill>
              <a:latin typeface="-apple-system"/>
            </a:endParaRPr>
          </a:p>
          <a:p>
            <a:pPr>
              <a:lnSpc>
                <a:spcPct val="150000"/>
              </a:lnSpc>
            </a:pPr>
            <a:r>
              <a:rPr lang="en-US" altLang="zh-CN" sz="2400" dirty="0">
                <a:solidFill>
                  <a:srgbClr val="4D4D4D"/>
                </a:solidFill>
                <a:latin typeface="-apple-system"/>
              </a:rPr>
              <a:t>Linux </a:t>
            </a:r>
            <a:r>
              <a:rPr lang="zh-CN" altLang="en-US" sz="2400" dirty="0">
                <a:solidFill>
                  <a:srgbClr val="4D4D4D"/>
                </a:solidFill>
                <a:latin typeface="-apple-system"/>
              </a:rPr>
              <a:t>为宏内核架构，如果开启所有的功能，内核就会变得十分臃肿</a:t>
            </a:r>
            <a:endParaRPr lang="en-US" altLang="zh-CN" sz="2400" dirty="0">
              <a:solidFill>
                <a:srgbClr val="4D4D4D"/>
              </a:solidFill>
              <a:latin typeface="-apple-system"/>
            </a:endParaRPr>
          </a:p>
          <a:p>
            <a:pPr>
              <a:lnSpc>
                <a:spcPct val="150000"/>
              </a:lnSpc>
            </a:pPr>
            <a:r>
              <a:rPr lang="zh-CN" altLang="en-US" sz="2400" b="1" dirty="0">
                <a:solidFill>
                  <a:srgbClr val="0065B0"/>
                </a:solidFill>
                <a:latin typeface="-apple-system"/>
              </a:rPr>
              <a:t>内核模块</a:t>
            </a:r>
            <a:r>
              <a:rPr lang="zh-CN" altLang="en-US" sz="2400" dirty="0">
                <a:solidFill>
                  <a:srgbClr val="4D4D4D"/>
                </a:solidFill>
                <a:latin typeface="-apple-system"/>
              </a:rPr>
              <a:t>就是实现了某个功能的一段内核代码，在内核运行过程，可以加载这部分代码到内核中，从而动态地增加了内核的功能</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进行设备驱动开发时，以内核模块的形式编写设备驱动，只需编译相关的驱动代码即可，无需对整个内核进行编译</a:t>
            </a:r>
            <a:endParaRPr lang="zh-CN" altLang="en-US" sz="2000" b="0" i="0" u="none" strike="noStrike" dirty="0">
              <a:solidFill>
                <a:srgbClr val="4D4D4D"/>
              </a:solidFill>
              <a:effectLst/>
              <a:latin typeface="-apple-system"/>
            </a:endParaRPr>
          </a:p>
        </p:txBody>
      </p:sp>
    </p:spTree>
    <p:extLst>
      <p:ext uri="{BB962C8B-B14F-4D97-AF65-F5344CB8AC3E}">
        <p14:creationId xmlns:p14="http://schemas.microsoft.com/office/powerpoint/2010/main" val="3208428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dirty="0">
                <a:solidFill>
                  <a:srgbClr val="4F4F4F"/>
                </a:solidFill>
                <a:latin typeface="PingFang SC" panose="020B0400000000000000" pitchFamily="34" charset="-122"/>
                <a:ea typeface="PingFang SC" panose="020B0400000000000000" pitchFamily="34" charset="-122"/>
              </a:rPr>
              <a:t>内核模块</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fontScale="92500"/>
          </a:bodyPr>
          <a:lstStyle/>
          <a:p>
            <a:pPr>
              <a:lnSpc>
                <a:spcPct val="150000"/>
              </a:lnSpc>
            </a:pPr>
            <a:r>
              <a:rPr lang="zh-CN" altLang="en-US" sz="2400" dirty="0">
                <a:solidFill>
                  <a:srgbClr val="4D4D4D"/>
                </a:solidFill>
                <a:latin typeface="-apple-system"/>
              </a:rPr>
              <a:t>内核模块全称 </a:t>
            </a:r>
            <a:r>
              <a:rPr lang="en-US" altLang="zh-CN" sz="2400" dirty="0">
                <a:solidFill>
                  <a:srgbClr val="4D4D4D"/>
                </a:solidFill>
                <a:latin typeface="-apple-system"/>
              </a:rPr>
              <a:t>Loadable Kernel Module(LKM), </a:t>
            </a:r>
            <a:r>
              <a:rPr lang="zh-CN" altLang="en-US" sz="2400" dirty="0">
                <a:solidFill>
                  <a:srgbClr val="4D4D4D"/>
                </a:solidFill>
                <a:latin typeface="-apple-system"/>
              </a:rPr>
              <a:t>是一种在内核运行时加载一组目标代码来实现某个特定功能的机制 </a:t>
            </a:r>
            <a:endParaRPr lang="en-US" altLang="zh-CN" sz="2400" dirty="0">
              <a:solidFill>
                <a:srgbClr val="4D4D4D"/>
              </a:solidFill>
              <a:latin typeface="-apple-system"/>
            </a:endParaRPr>
          </a:p>
          <a:p>
            <a:pPr lvl="1">
              <a:lnSpc>
                <a:spcPct val="150000"/>
              </a:lnSpc>
            </a:pPr>
            <a:r>
              <a:rPr lang="zh-CN" altLang="en-US" sz="2400" dirty="0">
                <a:solidFill>
                  <a:srgbClr val="4D4D4D"/>
                </a:solidFill>
                <a:latin typeface="-apple-system"/>
              </a:rPr>
              <a:t>具有独立功能的程序，可以被单独编译，但不能独立运行</a:t>
            </a:r>
            <a:endParaRPr lang="en-US" altLang="zh-CN" sz="2400" dirty="0">
              <a:solidFill>
                <a:srgbClr val="4D4D4D"/>
              </a:solidFill>
              <a:latin typeface="-apple-system"/>
            </a:endParaRPr>
          </a:p>
          <a:p>
            <a:pPr lvl="1">
              <a:lnSpc>
                <a:spcPct val="150000"/>
              </a:lnSpc>
            </a:pPr>
            <a:r>
              <a:rPr lang="zh-CN" altLang="en-US" sz="2400" dirty="0">
                <a:solidFill>
                  <a:srgbClr val="4D4D4D"/>
                </a:solidFill>
                <a:latin typeface="-apple-system"/>
              </a:rPr>
              <a:t>运行时它被链接到内核作为内核的一部分在内核空间运行，这与运行在用户空间的进程是不一样的</a:t>
            </a:r>
            <a:endParaRPr lang="en-US" altLang="zh-CN" sz="2400" dirty="0">
              <a:solidFill>
                <a:srgbClr val="4D4D4D"/>
              </a:solidFill>
              <a:latin typeface="-apple-system"/>
            </a:endParaRPr>
          </a:p>
          <a:p>
            <a:pPr lvl="1">
              <a:lnSpc>
                <a:spcPct val="150000"/>
              </a:lnSpc>
            </a:pPr>
            <a:r>
              <a:rPr lang="zh-CN" altLang="en-US" sz="2400" dirty="0">
                <a:solidFill>
                  <a:srgbClr val="4D4D4D"/>
                </a:solidFill>
                <a:latin typeface="-apple-system"/>
              </a:rPr>
              <a:t>模块由一组函数和数据结构组成，用来实现一种文件系统、一个驱动程序和其他内核上层功能。</a:t>
            </a:r>
            <a:endParaRPr lang="en-US" altLang="zh-CN" sz="2400" dirty="0">
              <a:solidFill>
                <a:srgbClr val="4D4D4D"/>
              </a:solidFill>
              <a:latin typeface="-apple-system"/>
            </a:endParaRPr>
          </a:p>
          <a:p>
            <a:pPr>
              <a:lnSpc>
                <a:spcPct val="150000"/>
              </a:lnSpc>
            </a:pPr>
            <a:r>
              <a:rPr lang="zh-CN" altLang="en-US" sz="2400" dirty="0">
                <a:solidFill>
                  <a:srgbClr val="4D4D4D"/>
                </a:solidFill>
                <a:latin typeface="-apple-system"/>
              </a:rPr>
              <a:t>特点： </a:t>
            </a:r>
            <a:endParaRPr lang="en-US" altLang="zh-CN" sz="2400" dirty="0">
              <a:solidFill>
                <a:srgbClr val="4D4D4D"/>
              </a:solidFill>
              <a:latin typeface="-apple-system"/>
            </a:endParaRPr>
          </a:p>
          <a:p>
            <a:pPr lvl="1">
              <a:lnSpc>
                <a:spcPct val="150000"/>
              </a:lnSpc>
            </a:pPr>
            <a:r>
              <a:rPr lang="zh-CN" altLang="en-US" sz="2400" dirty="0">
                <a:solidFill>
                  <a:srgbClr val="4D4D4D"/>
                </a:solidFill>
                <a:latin typeface="-apple-system"/>
              </a:rPr>
              <a:t>模块本身不被编译入内核映像，这控制了内核的大小</a:t>
            </a:r>
            <a:endParaRPr lang="en-US" altLang="zh-CN" sz="2400" dirty="0">
              <a:solidFill>
                <a:srgbClr val="4D4D4D"/>
              </a:solidFill>
              <a:latin typeface="-apple-system"/>
            </a:endParaRPr>
          </a:p>
          <a:p>
            <a:pPr lvl="1">
              <a:lnSpc>
                <a:spcPct val="150000"/>
              </a:lnSpc>
            </a:pPr>
            <a:r>
              <a:rPr lang="zh-CN" altLang="en-US" sz="2400" dirty="0">
                <a:solidFill>
                  <a:srgbClr val="4D4D4D"/>
                </a:solidFill>
                <a:latin typeface="-apple-system"/>
              </a:rPr>
              <a:t>模块一旦被加载，它就和内核中的其它部分完全一样</a:t>
            </a:r>
            <a:endParaRPr lang="zh-CN" altLang="en-US" sz="2000" b="0" i="0" u="none" strike="noStrike" dirty="0">
              <a:solidFill>
                <a:srgbClr val="4D4D4D"/>
              </a:solidFill>
              <a:effectLst/>
              <a:latin typeface="-apple-system"/>
            </a:endParaRPr>
          </a:p>
        </p:txBody>
      </p:sp>
    </p:spTree>
    <p:extLst>
      <p:ext uri="{BB962C8B-B14F-4D97-AF65-F5344CB8AC3E}">
        <p14:creationId xmlns:p14="http://schemas.microsoft.com/office/powerpoint/2010/main" val="2180950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dirty="0">
                <a:solidFill>
                  <a:srgbClr val="4F4F4F"/>
                </a:solidFill>
                <a:latin typeface="PingFang SC" panose="020B0400000000000000" pitchFamily="34" charset="-122"/>
                <a:ea typeface="PingFang SC" panose="020B0400000000000000" pitchFamily="34" charset="-122"/>
              </a:rPr>
              <a:t>Linux </a:t>
            </a:r>
            <a:r>
              <a:rPr lang="zh-CN" altLang="en-US" b="1" dirty="0">
                <a:solidFill>
                  <a:srgbClr val="4F4F4F"/>
                </a:solidFill>
                <a:latin typeface="PingFang SC" panose="020B0400000000000000" pitchFamily="34" charset="-122"/>
                <a:ea typeface="PingFang SC" panose="020B0400000000000000" pitchFamily="34" charset="-122"/>
              </a:rPr>
              <a:t>内核模块的工作机制</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nSpc>
                <a:spcPct val="150000"/>
              </a:lnSpc>
            </a:pPr>
            <a:r>
              <a:rPr lang="zh-CN" altLang="en-US" sz="2400" b="0" i="0" u="none" strike="noStrike" dirty="0">
                <a:solidFill>
                  <a:srgbClr val="4D4D4D"/>
                </a:solidFill>
                <a:effectLst/>
                <a:latin typeface="-apple-system"/>
              </a:rPr>
              <a:t>编写的内核模块经过编译，最终形成</a:t>
            </a:r>
            <a:r>
              <a:rPr lang="en-US" altLang="zh-CN" sz="2400" b="0" i="0" u="none" strike="noStrike" dirty="0">
                <a:solidFill>
                  <a:srgbClr val="4D4D4D"/>
                </a:solidFill>
                <a:effectLst/>
                <a:latin typeface="-apple-system"/>
              </a:rPr>
              <a:t>.</a:t>
            </a:r>
            <a:r>
              <a:rPr lang="en" altLang="zh-CN" sz="2400" b="0" i="0" u="none" strike="noStrike" dirty="0">
                <a:solidFill>
                  <a:srgbClr val="4D4D4D"/>
                </a:solidFill>
                <a:effectLst/>
                <a:latin typeface="-apple-system"/>
              </a:rPr>
              <a:t>ko </a:t>
            </a:r>
            <a:r>
              <a:rPr lang="zh-CN" altLang="en-US" sz="2400" b="0" i="0" u="none" strike="noStrike" dirty="0">
                <a:solidFill>
                  <a:srgbClr val="4D4D4D"/>
                </a:solidFill>
                <a:effectLst/>
                <a:latin typeface="-apple-system"/>
              </a:rPr>
              <a:t>为后缀的 </a:t>
            </a:r>
            <a:r>
              <a:rPr lang="en" altLang="zh-CN" sz="2400" b="0" i="0" u="none" strike="noStrike" dirty="0">
                <a:solidFill>
                  <a:srgbClr val="4D4D4D"/>
                </a:solidFill>
                <a:effectLst/>
                <a:latin typeface="-apple-system"/>
              </a:rPr>
              <a:t>ELF </a:t>
            </a:r>
            <a:r>
              <a:rPr lang="zh-CN" altLang="en-US" sz="2400" b="0" i="0" u="none" strike="noStrike" dirty="0">
                <a:solidFill>
                  <a:srgbClr val="4D4D4D"/>
                </a:solidFill>
                <a:effectLst/>
                <a:latin typeface="-apple-system"/>
              </a:rPr>
              <a:t>文件</a:t>
            </a:r>
            <a:endParaRPr lang="en-US" altLang="zh-CN" sz="2400" b="0" i="0" u="none" strike="noStrike" dirty="0">
              <a:solidFill>
                <a:srgbClr val="4D4D4D"/>
              </a:solidFill>
              <a:effectLst/>
              <a:latin typeface="-apple-system"/>
            </a:endParaRPr>
          </a:p>
          <a:p>
            <a:pPr>
              <a:lnSpc>
                <a:spcPct val="150000"/>
              </a:lnSpc>
            </a:pPr>
            <a:r>
              <a:rPr lang="en" altLang="zh-CN" sz="2400" b="0" i="0" u="none" strike="noStrike" dirty="0">
                <a:solidFill>
                  <a:srgbClr val="4D4D4D"/>
                </a:solidFill>
                <a:effectLst/>
                <a:latin typeface="-apple-system"/>
              </a:rPr>
              <a:t>ko </a:t>
            </a:r>
            <a:r>
              <a:rPr lang="zh-CN" altLang="en-US" sz="2400" b="0" i="0" u="none" strike="noStrike" dirty="0">
                <a:solidFill>
                  <a:srgbClr val="4D4D4D"/>
                </a:solidFill>
                <a:effectLst/>
                <a:latin typeface="-apple-system"/>
              </a:rPr>
              <a:t>文件在数据组织形式上是 </a:t>
            </a:r>
            <a:r>
              <a:rPr lang="en" altLang="zh-CN" sz="2400" b="0" i="0" u="none" strike="noStrike" dirty="0">
                <a:solidFill>
                  <a:srgbClr val="4D4D4D"/>
                </a:solidFill>
                <a:effectLst/>
                <a:latin typeface="-apple-system"/>
              </a:rPr>
              <a:t>ELF(</a:t>
            </a:r>
            <a:r>
              <a:rPr lang="en" altLang="zh-CN" sz="2400" b="0" i="0" u="none" strike="noStrike" dirty="0" err="1">
                <a:solidFill>
                  <a:srgbClr val="4D4D4D"/>
                </a:solidFill>
                <a:effectLst/>
                <a:latin typeface="-apple-system"/>
              </a:rPr>
              <a:t>Excutable</a:t>
            </a:r>
            <a:r>
              <a:rPr lang="en" altLang="zh-CN" sz="2400" b="0" i="0" u="none" strike="noStrike" dirty="0">
                <a:solidFill>
                  <a:srgbClr val="4D4D4D"/>
                </a:solidFill>
                <a:effectLst/>
                <a:latin typeface="-apple-system"/>
              </a:rPr>
              <a:t> And Linking Format) </a:t>
            </a:r>
            <a:r>
              <a:rPr lang="zh-CN" altLang="en-US" sz="2400" b="0" i="0" u="none" strike="noStrike" dirty="0">
                <a:solidFill>
                  <a:srgbClr val="4D4D4D"/>
                </a:solidFill>
                <a:effectLst/>
                <a:latin typeface="-apple-system"/>
              </a:rPr>
              <a:t>格式，是一种普通的可重定位目标文件</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这类文件包含了代码和数据，可以被用来链接成可执行文件或共享目标文件，静态链接库也可以归为这一类</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内核就是利用</a:t>
            </a:r>
            <a:r>
              <a:rPr lang="en" altLang="zh-CN" sz="2400" b="0" i="0" u="none" strike="noStrike" dirty="0">
                <a:solidFill>
                  <a:srgbClr val="4D4D4D"/>
                </a:solidFill>
                <a:effectLst/>
                <a:latin typeface="-apple-system"/>
              </a:rPr>
              <a:t>ELF</a:t>
            </a:r>
            <a:r>
              <a:rPr lang="zh-CN" altLang="en-US" sz="2400" b="0" i="0" u="none" strike="noStrike" dirty="0">
                <a:solidFill>
                  <a:srgbClr val="4D4D4D"/>
                </a:solidFill>
                <a:effectLst/>
                <a:latin typeface="-apple-system"/>
              </a:rPr>
              <a:t>文件留在内核模块里的信息，对内核模块进行利用</a:t>
            </a:r>
          </a:p>
        </p:txBody>
      </p:sp>
    </p:spTree>
    <p:extLst>
      <p:ext uri="{BB962C8B-B14F-4D97-AF65-F5344CB8AC3E}">
        <p14:creationId xmlns:p14="http://schemas.microsoft.com/office/powerpoint/2010/main" val="1359162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dirty="0">
                <a:solidFill>
                  <a:srgbClr val="4F4F4F"/>
                </a:solidFill>
                <a:latin typeface="PingFang SC" panose="020B0400000000000000" pitchFamily="34" charset="-122"/>
                <a:ea typeface="PingFang SC" panose="020B0400000000000000" pitchFamily="34" charset="-122"/>
              </a:rPr>
              <a:t>内核模块的组成部分</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fontScale="85000" lnSpcReduction="10000"/>
          </a:bodyPr>
          <a:lstStyle/>
          <a:p>
            <a:pPr>
              <a:lnSpc>
                <a:spcPct val="150000"/>
              </a:lnSpc>
            </a:pPr>
            <a:r>
              <a:rPr lang="zh-CN" altLang="en-US" sz="2400" b="1" i="0" u="none" strike="noStrike" dirty="0">
                <a:solidFill>
                  <a:srgbClr val="0065B0"/>
                </a:solidFill>
                <a:effectLst/>
                <a:latin typeface="-apple-system"/>
              </a:rPr>
              <a:t>模块加载函数 </a:t>
            </a:r>
            <a:r>
              <a:rPr lang="en-US" altLang="zh-CN" sz="2400" b="1" i="0" u="none" strike="noStrike" dirty="0">
                <a:solidFill>
                  <a:srgbClr val="0065B0"/>
                </a:solidFill>
                <a:effectLst/>
                <a:latin typeface="-apple-system"/>
              </a:rPr>
              <a:t>(</a:t>
            </a:r>
            <a:r>
              <a:rPr lang="zh-CN" altLang="en-US" sz="2400" b="1" i="0" u="none" strike="noStrike" dirty="0">
                <a:solidFill>
                  <a:srgbClr val="0065B0"/>
                </a:solidFill>
                <a:effectLst/>
                <a:latin typeface="-apple-system"/>
              </a:rPr>
              <a:t>必须</a:t>
            </a:r>
            <a:r>
              <a:rPr lang="en-US" altLang="zh-CN" sz="2400" b="1" i="0" u="none" strike="noStrike" dirty="0">
                <a:solidFill>
                  <a:srgbClr val="0065B0"/>
                </a:solidFill>
                <a:effectLst/>
                <a:latin typeface="-apple-system"/>
              </a:rPr>
              <a:t>)</a:t>
            </a:r>
            <a:r>
              <a:rPr lang="zh-CN" altLang="en-US" sz="2400" b="0" i="0" u="none" strike="noStrike" dirty="0">
                <a:solidFill>
                  <a:srgbClr val="4D4D4D"/>
                </a:solidFill>
                <a:effectLst/>
                <a:latin typeface="-apple-system"/>
              </a:rPr>
              <a:t>： 通过 </a:t>
            </a:r>
            <a:r>
              <a:rPr lang="en" altLang="zh-CN" sz="2400" b="0" i="0" u="none" strike="noStrike" dirty="0" err="1">
                <a:solidFill>
                  <a:srgbClr val="4D4D4D"/>
                </a:solidFill>
                <a:effectLst/>
                <a:latin typeface="-apple-system"/>
              </a:rPr>
              <a:t>insmod</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或 </a:t>
            </a:r>
            <a:r>
              <a:rPr lang="en" altLang="zh-CN" sz="2400" b="0" i="0" u="none" strike="noStrike" dirty="0" err="1">
                <a:solidFill>
                  <a:srgbClr val="4D4D4D"/>
                </a:solidFill>
                <a:effectLst/>
                <a:latin typeface="-apple-system"/>
              </a:rPr>
              <a:t>modprobe</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命令加载内核模块时，模块的加载函数就会自动被内核执行，完成本模块相关的初始化工作</a:t>
            </a:r>
            <a:endParaRPr lang="en-US" altLang="zh-CN" sz="2400" b="0" i="0" u="none" strike="noStrike" dirty="0">
              <a:solidFill>
                <a:srgbClr val="4D4D4D"/>
              </a:solidFill>
              <a:effectLst/>
              <a:latin typeface="-apple-system"/>
            </a:endParaRPr>
          </a:p>
          <a:p>
            <a:pPr>
              <a:lnSpc>
                <a:spcPct val="150000"/>
              </a:lnSpc>
            </a:pPr>
            <a:r>
              <a:rPr lang="zh-CN" altLang="en-US" sz="2400" b="1" i="0" u="none" strike="noStrike" dirty="0">
                <a:solidFill>
                  <a:srgbClr val="0065B0"/>
                </a:solidFill>
                <a:effectLst/>
                <a:latin typeface="-apple-system"/>
              </a:rPr>
              <a:t>模块卸载函数 </a:t>
            </a:r>
            <a:r>
              <a:rPr lang="en-US" altLang="zh-CN" sz="2400" b="1" i="0" u="none" strike="noStrike" dirty="0">
                <a:solidFill>
                  <a:srgbClr val="0065B0"/>
                </a:solidFill>
                <a:effectLst/>
                <a:latin typeface="-apple-system"/>
              </a:rPr>
              <a:t>(</a:t>
            </a:r>
            <a:r>
              <a:rPr lang="zh-CN" altLang="en-US" sz="2400" b="1" i="0" u="none" strike="noStrike" dirty="0">
                <a:solidFill>
                  <a:srgbClr val="0065B0"/>
                </a:solidFill>
                <a:effectLst/>
                <a:latin typeface="-apple-system"/>
              </a:rPr>
              <a:t>必须</a:t>
            </a:r>
            <a:r>
              <a:rPr lang="en-US" altLang="zh-CN" sz="2400" b="1" i="0" u="none" strike="noStrike" dirty="0">
                <a:solidFill>
                  <a:srgbClr val="0065B0"/>
                </a:solidFill>
                <a:effectLst/>
                <a:latin typeface="-apple-system"/>
              </a:rPr>
              <a:t>)</a:t>
            </a:r>
            <a:r>
              <a:rPr lang="zh-CN" altLang="en-US" sz="2400" b="0" i="0" u="none" strike="noStrike" dirty="0">
                <a:solidFill>
                  <a:srgbClr val="4D4D4D"/>
                </a:solidFill>
                <a:effectLst/>
                <a:latin typeface="-apple-system"/>
              </a:rPr>
              <a:t>： 执行 </a:t>
            </a:r>
            <a:r>
              <a:rPr lang="en" altLang="zh-CN" sz="2400" b="0" i="0" u="none" strike="noStrike" dirty="0" err="1">
                <a:solidFill>
                  <a:srgbClr val="4D4D4D"/>
                </a:solidFill>
                <a:effectLst/>
                <a:latin typeface="-apple-system"/>
              </a:rPr>
              <a:t>rmmod</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命令卸载模块时，模块卸载函数就会自动被内核自动执行，完成相关清理工作</a:t>
            </a:r>
            <a:endParaRPr lang="en-US" altLang="zh-CN" sz="2400" b="0" i="0" u="none" strike="noStrike" dirty="0">
              <a:solidFill>
                <a:srgbClr val="4D4D4D"/>
              </a:solidFill>
              <a:effectLst/>
              <a:latin typeface="-apple-system"/>
            </a:endParaRPr>
          </a:p>
          <a:p>
            <a:pPr>
              <a:lnSpc>
                <a:spcPct val="150000"/>
              </a:lnSpc>
            </a:pPr>
            <a:r>
              <a:rPr lang="zh-CN" altLang="en-US" sz="2400" b="1" i="0" u="none" strike="noStrike" dirty="0">
                <a:solidFill>
                  <a:srgbClr val="0065B0"/>
                </a:solidFill>
                <a:effectLst/>
                <a:latin typeface="-apple-system"/>
              </a:rPr>
              <a:t>模块许可证声明 </a:t>
            </a:r>
            <a:r>
              <a:rPr lang="en-US" altLang="zh-CN" sz="2400" b="1" i="0" u="none" strike="noStrike" dirty="0">
                <a:solidFill>
                  <a:srgbClr val="0065B0"/>
                </a:solidFill>
                <a:effectLst/>
                <a:latin typeface="-apple-system"/>
              </a:rPr>
              <a:t>(</a:t>
            </a:r>
            <a:r>
              <a:rPr lang="zh-CN" altLang="en-US" sz="2400" b="1" i="0" u="none" strike="noStrike" dirty="0">
                <a:solidFill>
                  <a:srgbClr val="0065B0"/>
                </a:solidFill>
                <a:effectLst/>
                <a:latin typeface="-apple-system"/>
              </a:rPr>
              <a:t>必须</a:t>
            </a:r>
            <a:r>
              <a:rPr lang="en-US" altLang="zh-CN" sz="2400" b="1" i="0" u="none" strike="noStrike" dirty="0">
                <a:solidFill>
                  <a:srgbClr val="0065B0"/>
                </a:solidFill>
                <a:effectLst/>
                <a:latin typeface="-apple-system"/>
              </a:rPr>
              <a:t>)</a:t>
            </a:r>
            <a:r>
              <a:rPr lang="zh-CN" altLang="en-US" sz="2400" b="0" i="0" u="none" strike="noStrike" dirty="0">
                <a:solidFill>
                  <a:srgbClr val="4D4D4D"/>
                </a:solidFill>
                <a:effectLst/>
                <a:latin typeface="-apple-system"/>
              </a:rPr>
              <a:t>： 许可证声明描述内核模块的许可权限，如果模块不声明，模块被加载时，将会有内核被污染的警告</a:t>
            </a:r>
            <a:endParaRPr lang="en-US" altLang="zh-CN" sz="2400" b="0" i="0" u="none" strike="noStrike" dirty="0">
              <a:solidFill>
                <a:srgbClr val="4D4D4D"/>
              </a:solidFill>
              <a:effectLst/>
              <a:latin typeface="-apple-system"/>
            </a:endParaRPr>
          </a:p>
          <a:p>
            <a:pPr>
              <a:lnSpc>
                <a:spcPct val="150000"/>
              </a:lnSpc>
            </a:pPr>
            <a:r>
              <a:rPr lang="zh-CN" altLang="en-US" sz="2400" b="1" i="0" u="none" strike="noStrike" dirty="0">
                <a:solidFill>
                  <a:srgbClr val="0065B0"/>
                </a:solidFill>
                <a:effectLst/>
                <a:latin typeface="-apple-system"/>
              </a:rPr>
              <a:t>模块参数</a:t>
            </a:r>
            <a:r>
              <a:rPr lang="zh-CN" altLang="en-US" sz="2400" b="0" i="0" u="none" strike="noStrike" dirty="0">
                <a:solidFill>
                  <a:srgbClr val="4D4D4D"/>
                </a:solidFill>
                <a:effectLst/>
                <a:latin typeface="-apple-system"/>
              </a:rPr>
              <a:t>： 模块参数是模块被加载时，可以传值给模块中的参数</a:t>
            </a:r>
            <a:endParaRPr lang="en-US" altLang="zh-CN" sz="2400" b="0" i="0" u="none" strike="noStrike" dirty="0">
              <a:solidFill>
                <a:srgbClr val="4D4D4D"/>
              </a:solidFill>
              <a:effectLst/>
              <a:latin typeface="-apple-system"/>
            </a:endParaRPr>
          </a:p>
          <a:p>
            <a:pPr>
              <a:lnSpc>
                <a:spcPct val="150000"/>
              </a:lnSpc>
            </a:pPr>
            <a:r>
              <a:rPr lang="zh-CN" altLang="en-US" sz="2400" b="1" i="0" u="none" strike="noStrike" dirty="0">
                <a:solidFill>
                  <a:srgbClr val="0065B0"/>
                </a:solidFill>
                <a:effectLst/>
                <a:latin typeface="-apple-system"/>
              </a:rPr>
              <a:t>模块导出符号</a:t>
            </a:r>
            <a:r>
              <a:rPr lang="zh-CN" altLang="en-US" sz="2400" b="0" i="0" u="none" strike="noStrike" dirty="0">
                <a:solidFill>
                  <a:srgbClr val="4D4D4D"/>
                </a:solidFill>
                <a:effectLst/>
                <a:latin typeface="-apple-system"/>
              </a:rPr>
              <a:t>： 模块可以导出准备好的变量或函数作为符号，以便其他内核模块调用</a:t>
            </a:r>
            <a:endParaRPr lang="en-US" altLang="zh-CN" sz="2400" b="0" i="0" u="none" strike="noStrike" dirty="0">
              <a:solidFill>
                <a:srgbClr val="4D4D4D"/>
              </a:solidFill>
              <a:effectLst/>
              <a:latin typeface="-apple-system"/>
            </a:endParaRPr>
          </a:p>
          <a:p>
            <a:pPr>
              <a:lnSpc>
                <a:spcPct val="150000"/>
              </a:lnSpc>
            </a:pPr>
            <a:r>
              <a:rPr lang="zh-CN" altLang="en-US" sz="2400" b="1" i="0" u="none" strike="noStrike" dirty="0">
                <a:solidFill>
                  <a:srgbClr val="0065B0"/>
                </a:solidFill>
                <a:effectLst/>
                <a:latin typeface="-apple-system"/>
              </a:rPr>
              <a:t>模块的其他相关信息</a:t>
            </a:r>
            <a:r>
              <a:rPr lang="zh-CN" altLang="en-US" sz="2400" b="0" i="0" u="none" strike="noStrike" dirty="0">
                <a:solidFill>
                  <a:srgbClr val="4D4D4D"/>
                </a:solidFill>
                <a:effectLst/>
                <a:latin typeface="-apple-system"/>
              </a:rPr>
              <a:t>： 可以声明模块作者等信息</a:t>
            </a: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2705336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dirty="0">
                <a:solidFill>
                  <a:srgbClr val="4F4F4F"/>
                </a:solidFill>
                <a:latin typeface="PingFang SC" panose="020B0400000000000000" pitchFamily="34" charset="-122"/>
                <a:ea typeface="PingFang SC" panose="020B0400000000000000" pitchFamily="34" charset="-122"/>
              </a:rPr>
              <a:t>内核模块的加载过程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nSpc>
                <a:spcPct val="150000"/>
              </a:lnSpc>
            </a:pPr>
            <a:r>
              <a:rPr lang="en" altLang="zh-CN" sz="2400" i="0" u="none" strike="noStrike" dirty="0" err="1">
                <a:solidFill>
                  <a:schemeClr val="tx1"/>
                </a:solidFill>
                <a:effectLst/>
                <a:latin typeface="-apple-system"/>
              </a:rPr>
              <a:t>linux</a:t>
            </a:r>
            <a:r>
              <a:rPr lang="zh-CN" altLang="en-US" sz="2400" i="0" u="none" strike="noStrike" dirty="0">
                <a:solidFill>
                  <a:schemeClr val="tx1"/>
                </a:solidFill>
                <a:effectLst/>
                <a:latin typeface="-apple-system"/>
              </a:rPr>
              <a:t>内核模块加载函数一般以</a:t>
            </a:r>
            <a:r>
              <a:rPr lang="en-US" altLang="zh-CN" sz="2400" i="0" u="none" strike="noStrike" dirty="0">
                <a:solidFill>
                  <a:schemeClr val="tx1"/>
                </a:solidFill>
                <a:effectLst/>
                <a:latin typeface="-apple-system"/>
              </a:rPr>
              <a:t>__</a:t>
            </a:r>
            <a:r>
              <a:rPr lang="en" altLang="zh-CN" sz="2400" i="0" u="none" strike="noStrike" dirty="0" err="1">
                <a:solidFill>
                  <a:schemeClr val="tx1"/>
                </a:solidFill>
                <a:effectLst/>
                <a:latin typeface="-apple-system"/>
              </a:rPr>
              <a:t>init</a:t>
            </a:r>
            <a:r>
              <a:rPr lang="zh-CN" altLang="en-US" sz="2400" i="0" u="none" strike="noStrike" dirty="0">
                <a:solidFill>
                  <a:schemeClr val="tx1"/>
                </a:solidFill>
                <a:effectLst/>
                <a:latin typeface="-apple-system"/>
              </a:rPr>
              <a:t>标识声明</a:t>
            </a:r>
            <a:endParaRPr lang="en-US" altLang="zh-CN" sz="2400" i="0" u="none" strike="noStrike" dirty="0">
              <a:solidFill>
                <a:schemeClr val="tx1"/>
              </a:solidFill>
              <a:effectLst/>
              <a:latin typeface="-apple-system"/>
            </a:endParaRPr>
          </a:p>
          <a:p>
            <a:pPr>
              <a:lnSpc>
                <a:spcPct val="150000"/>
              </a:lnSpc>
            </a:pPr>
            <a:r>
              <a:rPr lang="zh-CN" altLang="en-US" sz="2400" i="0" u="none" strike="noStrike" dirty="0">
                <a:solidFill>
                  <a:schemeClr val="tx1"/>
                </a:solidFill>
                <a:effectLst/>
                <a:latin typeface="-apple-system"/>
              </a:rPr>
              <a:t>模块加载函数以</a:t>
            </a:r>
            <a:r>
              <a:rPr lang="en" altLang="zh-CN" sz="2400" i="0" u="none" strike="noStrike" dirty="0" err="1">
                <a:solidFill>
                  <a:schemeClr val="tx1"/>
                </a:solidFill>
                <a:effectLst/>
                <a:latin typeface="-apple-system"/>
              </a:rPr>
              <a:t>module_init</a:t>
            </a:r>
            <a:r>
              <a:rPr lang="en" altLang="zh-CN" sz="2400" i="0" u="none" strike="noStrike" dirty="0">
                <a:solidFill>
                  <a:schemeClr val="tx1"/>
                </a:solidFill>
                <a:effectLst/>
                <a:latin typeface="-apple-system"/>
              </a:rPr>
              <a:t>(</a:t>
            </a:r>
            <a:r>
              <a:rPr lang="zh-CN" altLang="en-US" sz="2400" i="0" u="none" strike="noStrike" dirty="0">
                <a:solidFill>
                  <a:schemeClr val="tx1"/>
                </a:solidFill>
                <a:effectLst/>
                <a:latin typeface="-apple-system"/>
              </a:rPr>
              <a:t>函数名</a:t>
            </a:r>
            <a:r>
              <a:rPr lang="en-US" altLang="zh-CN" sz="2400" i="0" u="none" strike="noStrike" dirty="0">
                <a:solidFill>
                  <a:schemeClr val="tx1"/>
                </a:solidFill>
                <a:effectLst/>
                <a:latin typeface="-apple-system"/>
              </a:rPr>
              <a:t>)</a:t>
            </a:r>
            <a:r>
              <a:rPr lang="zh-CN" altLang="en-US" sz="2400" i="0" u="none" strike="noStrike" dirty="0">
                <a:solidFill>
                  <a:schemeClr val="tx1"/>
                </a:solidFill>
                <a:effectLst/>
                <a:latin typeface="-apple-system"/>
              </a:rPr>
              <a:t>的形式被指定。</a:t>
            </a:r>
            <a:endParaRPr lang="en-US" altLang="zh-CN" sz="2400" i="0" u="none" strike="noStrike" dirty="0">
              <a:solidFill>
                <a:schemeClr val="tx1"/>
              </a:solidFill>
              <a:effectLst/>
              <a:latin typeface="-apple-system"/>
            </a:endParaRPr>
          </a:p>
          <a:p>
            <a:pPr>
              <a:lnSpc>
                <a:spcPct val="150000"/>
              </a:lnSpc>
            </a:pPr>
            <a:r>
              <a:rPr lang="zh-CN" altLang="en-US" sz="2400" i="0" u="none" strike="noStrike" dirty="0">
                <a:solidFill>
                  <a:schemeClr val="tx1"/>
                </a:solidFill>
                <a:effectLst/>
                <a:latin typeface="-apple-system"/>
              </a:rPr>
              <a:t>若初始化成功返回</a:t>
            </a:r>
            <a:r>
              <a:rPr lang="en-US" altLang="zh-CN" sz="2400" i="0" u="none" strike="noStrike" dirty="0">
                <a:solidFill>
                  <a:schemeClr val="tx1"/>
                </a:solidFill>
                <a:effectLst/>
                <a:latin typeface="-apple-system"/>
              </a:rPr>
              <a:t>0</a:t>
            </a:r>
            <a:r>
              <a:rPr lang="zh-CN" altLang="en-US" sz="2400" i="0" u="none" strike="noStrike" dirty="0">
                <a:solidFill>
                  <a:schemeClr val="tx1"/>
                </a:solidFill>
                <a:effectLst/>
                <a:latin typeface="-apple-system"/>
              </a:rPr>
              <a:t>，若初始化失败应该返回错误编码</a:t>
            </a: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4" name="图片 3">
            <a:extLst>
              <a:ext uri="{FF2B5EF4-FFF2-40B4-BE49-F238E27FC236}">
                <a16:creationId xmlns:a16="http://schemas.microsoft.com/office/drawing/2014/main" id="{EA80C8D9-5559-A740-83A9-64030848F6F6}"/>
              </a:ext>
            </a:extLst>
          </p:cNvPr>
          <p:cNvPicPr>
            <a:picLocks noChangeAspect="1"/>
          </p:cNvPicPr>
          <p:nvPr/>
        </p:nvPicPr>
        <p:blipFill>
          <a:blip r:embed="rId3"/>
          <a:stretch>
            <a:fillRect/>
          </a:stretch>
        </p:blipFill>
        <p:spPr>
          <a:xfrm>
            <a:off x="996950" y="3459271"/>
            <a:ext cx="6540500" cy="1905000"/>
          </a:xfrm>
          <a:prstGeom prst="rect">
            <a:avLst/>
          </a:prstGeom>
        </p:spPr>
      </p:pic>
    </p:spTree>
    <p:extLst>
      <p:ext uri="{BB962C8B-B14F-4D97-AF65-F5344CB8AC3E}">
        <p14:creationId xmlns:p14="http://schemas.microsoft.com/office/powerpoint/2010/main" val="1867788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dirty="0">
                <a:solidFill>
                  <a:srgbClr val="4F4F4F"/>
                </a:solidFill>
                <a:latin typeface="PingFang SC" panose="020B0400000000000000" pitchFamily="34" charset="-122"/>
                <a:ea typeface="PingFang SC" panose="020B0400000000000000" pitchFamily="34" charset="-122"/>
              </a:rPr>
              <a:t>内核模块的加载过程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nSpc>
                <a:spcPct val="150000"/>
              </a:lnSpc>
            </a:pPr>
            <a:r>
              <a:rPr lang="en" altLang="zh-CN" sz="2400" i="0" u="none" strike="noStrike" dirty="0">
                <a:solidFill>
                  <a:schemeClr val="tx1"/>
                </a:solidFill>
                <a:effectLst/>
                <a:latin typeface="-apple-system"/>
              </a:rPr>
              <a:t>__</a:t>
            </a:r>
            <a:r>
              <a:rPr lang="en" altLang="zh-CN" sz="2400" i="0" u="none" strike="noStrike" dirty="0" err="1">
                <a:solidFill>
                  <a:schemeClr val="tx1"/>
                </a:solidFill>
                <a:effectLst/>
                <a:latin typeface="-apple-system"/>
              </a:rPr>
              <a:t>init</a:t>
            </a:r>
            <a:r>
              <a:rPr lang="en" altLang="zh-CN" sz="2400" i="0" u="none" strike="noStrike" dirty="0">
                <a:solidFill>
                  <a:schemeClr val="tx1"/>
                </a:solidFill>
                <a:effectLst/>
                <a:latin typeface="-apple-system"/>
              </a:rPr>
              <a:t> </a:t>
            </a:r>
            <a:r>
              <a:rPr lang="zh-CN" altLang="en-US" sz="2400" i="0" u="none" strike="noStrike" dirty="0">
                <a:solidFill>
                  <a:schemeClr val="tx1"/>
                </a:solidFill>
                <a:effectLst/>
                <a:latin typeface="-apple-system"/>
              </a:rPr>
              <a:t>和</a:t>
            </a:r>
            <a:r>
              <a:rPr lang="en" altLang="zh-CN" sz="2400" i="0" u="none" strike="noStrike" dirty="0" err="1">
                <a:solidFill>
                  <a:schemeClr val="tx1"/>
                </a:solidFill>
                <a:effectLst/>
                <a:latin typeface="-apple-system"/>
              </a:rPr>
              <a:t>module_init</a:t>
            </a:r>
            <a:r>
              <a:rPr lang="zh-CN" altLang="en-US" sz="2400" i="0" u="none" strike="noStrike" dirty="0">
                <a:solidFill>
                  <a:schemeClr val="tx1"/>
                </a:solidFill>
                <a:effectLst/>
                <a:latin typeface="-apple-system"/>
              </a:rPr>
              <a:t>宏定义介绍</a:t>
            </a:r>
            <a:endParaRPr lang="en-US" altLang="zh-CN" sz="2400" i="0" u="none" strike="noStrike" dirty="0">
              <a:solidFill>
                <a:schemeClr val="tx1"/>
              </a:solidFill>
              <a:effectLst/>
              <a:latin typeface="-apple-system"/>
            </a:endParaRPr>
          </a:p>
          <a:p>
            <a:pPr>
              <a:lnSpc>
                <a:spcPct val="150000"/>
              </a:lnSpc>
            </a:pPr>
            <a:endParaRPr lang="en-US" altLang="zh-CN" sz="2400" dirty="0">
              <a:solidFill>
                <a:schemeClr val="tx1"/>
              </a:solidFill>
              <a:latin typeface="-apple-system"/>
            </a:endParaRPr>
          </a:p>
          <a:p>
            <a:pPr marL="0" indent="0">
              <a:lnSpc>
                <a:spcPct val="150000"/>
              </a:lnSpc>
              <a:buNone/>
            </a:pPr>
            <a:r>
              <a:rPr lang="zh-CN" altLang="en-US" sz="2400" i="0" u="none" strike="noStrike" dirty="0">
                <a:solidFill>
                  <a:schemeClr val="tx1"/>
                </a:solidFill>
                <a:effectLst/>
                <a:latin typeface="-apple-system"/>
              </a:rPr>
              <a:t>带有 </a:t>
            </a:r>
            <a:r>
              <a:rPr lang="en-US" altLang="zh-CN" sz="2400" i="0" u="none" strike="noStrike" dirty="0">
                <a:solidFill>
                  <a:schemeClr val="tx1"/>
                </a:solidFill>
                <a:effectLst/>
                <a:latin typeface="-apple-system"/>
              </a:rPr>
              <a:t>__</a:t>
            </a:r>
            <a:r>
              <a:rPr lang="en-US" altLang="zh-CN" sz="2400" i="0" u="none" strike="noStrike" dirty="0" err="1">
                <a:solidFill>
                  <a:schemeClr val="tx1"/>
                </a:solidFill>
                <a:effectLst/>
                <a:latin typeface="-apple-system"/>
              </a:rPr>
              <a:t>init</a:t>
            </a:r>
            <a:r>
              <a:rPr lang="en-US" altLang="zh-CN" sz="2400" i="0" u="none" strike="noStrike" dirty="0">
                <a:solidFill>
                  <a:schemeClr val="tx1"/>
                </a:solidFill>
                <a:effectLst/>
                <a:latin typeface="-apple-system"/>
              </a:rPr>
              <a:t> </a:t>
            </a:r>
            <a:r>
              <a:rPr lang="zh-CN" altLang="en-US" sz="2400" i="0" u="none" strike="noStrike" dirty="0">
                <a:solidFill>
                  <a:schemeClr val="tx1"/>
                </a:solidFill>
                <a:effectLst/>
                <a:latin typeface="-apple-system"/>
              </a:rPr>
              <a:t>的修饰符，表示将该函数放到可执行文件的 </a:t>
            </a:r>
            <a:r>
              <a:rPr lang="en-US" altLang="zh-CN" sz="2400" i="0" u="none" strike="noStrike" dirty="0">
                <a:solidFill>
                  <a:schemeClr val="tx1"/>
                </a:solidFill>
                <a:effectLst/>
                <a:latin typeface="-apple-system"/>
              </a:rPr>
              <a:t>__</a:t>
            </a:r>
            <a:r>
              <a:rPr lang="en-US" altLang="zh-CN" sz="2400" i="0" u="none" strike="noStrike" dirty="0" err="1">
                <a:solidFill>
                  <a:schemeClr val="tx1"/>
                </a:solidFill>
                <a:effectLst/>
                <a:latin typeface="-apple-system"/>
              </a:rPr>
              <a:t>init</a:t>
            </a:r>
            <a:r>
              <a:rPr lang="en-US" altLang="zh-CN" sz="2400" i="0" u="none" strike="noStrike" dirty="0">
                <a:solidFill>
                  <a:schemeClr val="tx1"/>
                </a:solidFill>
                <a:effectLst/>
                <a:latin typeface="-apple-system"/>
              </a:rPr>
              <a:t> </a:t>
            </a:r>
            <a:r>
              <a:rPr lang="zh-CN" altLang="en-US" sz="2400" i="0" u="none" strike="noStrike" dirty="0">
                <a:solidFill>
                  <a:schemeClr val="tx1"/>
                </a:solidFill>
                <a:effectLst/>
                <a:latin typeface="-apple-system"/>
              </a:rPr>
              <a:t>节区中，该节区的内容只能用于模块的初始化阶段，初始化阶段执行完毕之后，这部分的内容就会被释放掉</a:t>
            </a:r>
            <a:endParaRPr lang="en-US" altLang="zh-CN" sz="2400" dirty="0">
              <a:solidFill>
                <a:schemeClr val="tx1"/>
              </a:solidFill>
              <a:latin typeface="-apple-system"/>
            </a:endParaRPr>
          </a:p>
          <a:p>
            <a:pPr marL="0" indent="0">
              <a:lnSpc>
                <a:spcPct val="150000"/>
              </a:lnSpc>
              <a:buNone/>
            </a:pPr>
            <a:endParaRPr lang="en-US" altLang="zh-CN" sz="2400" i="0" u="none" strike="noStrike" dirty="0">
              <a:solidFill>
                <a:schemeClr val="tx1"/>
              </a:solidFill>
              <a:effectLst/>
              <a:latin typeface="-apple-system"/>
            </a:endParaRPr>
          </a:p>
          <a:p>
            <a:pPr marL="0" indent="0">
              <a:lnSpc>
                <a:spcPct val="150000"/>
              </a:lnSpc>
              <a:buNone/>
            </a:pPr>
            <a:r>
              <a:rPr lang="zh-CN" altLang="en-US" sz="2400" i="0" u="none" strike="noStrike" dirty="0">
                <a:solidFill>
                  <a:schemeClr val="tx1"/>
                </a:solidFill>
                <a:effectLst/>
                <a:latin typeface="-apple-system"/>
              </a:rPr>
              <a:t>宏定义 </a:t>
            </a:r>
            <a:r>
              <a:rPr lang="en-US" altLang="zh-CN" sz="2400" i="0" u="none" strike="noStrike" dirty="0" err="1">
                <a:solidFill>
                  <a:schemeClr val="tx1"/>
                </a:solidFill>
                <a:effectLst/>
                <a:latin typeface="-apple-system"/>
              </a:rPr>
              <a:t>module_init</a:t>
            </a:r>
            <a:r>
              <a:rPr lang="en-US" altLang="zh-CN" sz="2400" i="0" u="none" strike="noStrike" dirty="0">
                <a:solidFill>
                  <a:schemeClr val="tx1"/>
                </a:solidFill>
                <a:effectLst/>
                <a:latin typeface="-apple-system"/>
              </a:rPr>
              <a:t> </a:t>
            </a:r>
            <a:r>
              <a:rPr lang="zh-CN" altLang="en-US" sz="2400" i="0" u="none" strike="noStrike" dirty="0">
                <a:solidFill>
                  <a:schemeClr val="tx1"/>
                </a:solidFill>
                <a:effectLst/>
                <a:latin typeface="-apple-system"/>
              </a:rPr>
              <a:t>用于通知内核初始化模块的时候，要使用哪个函数进行初始化。它会将函数地址加入到相应的节区 </a:t>
            </a:r>
            <a:r>
              <a:rPr lang="en-US" altLang="zh-CN" sz="2400" i="0" u="none" strike="noStrike" dirty="0">
                <a:solidFill>
                  <a:schemeClr val="tx1"/>
                </a:solidFill>
                <a:effectLst/>
                <a:latin typeface="-apple-system"/>
              </a:rPr>
              <a:t>section </a:t>
            </a:r>
            <a:r>
              <a:rPr lang="zh-CN" altLang="en-US" sz="2400" i="0" u="none" strike="noStrike" dirty="0">
                <a:solidFill>
                  <a:schemeClr val="tx1"/>
                </a:solidFill>
                <a:effectLst/>
                <a:latin typeface="-apple-system"/>
              </a:rPr>
              <a:t>中，开机的时候自动加载模块</a:t>
            </a:r>
            <a:endParaRPr lang="en-US" altLang="zh-CN" sz="24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2" name="图片 1">
            <a:extLst>
              <a:ext uri="{FF2B5EF4-FFF2-40B4-BE49-F238E27FC236}">
                <a16:creationId xmlns:a16="http://schemas.microsoft.com/office/drawing/2014/main" id="{AEA5F8F7-2485-2142-B60C-DC180B469FA4}"/>
              </a:ext>
            </a:extLst>
          </p:cNvPr>
          <p:cNvPicPr>
            <a:picLocks noChangeAspect="1"/>
          </p:cNvPicPr>
          <p:nvPr/>
        </p:nvPicPr>
        <p:blipFill>
          <a:blip r:embed="rId3"/>
          <a:stretch>
            <a:fillRect/>
          </a:stretch>
        </p:blipFill>
        <p:spPr>
          <a:xfrm>
            <a:off x="844550" y="2114193"/>
            <a:ext cx="7454900" cy="508000"/>
          </a:xfrm>
          <a:prstGeom prst="rect">
            <a:avLst/>
          </a:prstGeom>
        </p:spPr>
      </p:pic>
      <p:pic>
        <p:nvPicPr>
          <p:cNvPr id="6" name="图片 5">
            <a:extLst>
              <a:ext uri="{FF2B5EF4-FFF2-40B4-BE49-F238E27FC236}">
                <a16:creationId xmlns:a16="http://schemas.microsoft.com/office/drawing/2014/main" id="{0E1C01AA-BB4C-B448-B01C-A7237E4AF759}"/>
              </a:ext>
            </a:extLst>
          </p:cNvPr>
          <p:cNvPicPr>
            <a:picLocks noChangeAspect="1"/>
          </p:cNvPicPr>
          <p:nvPr/>
        </p:nvPicPr>
        <p:blipFill>
          <a:blip r:embed="rId4"/>
          <a:stretch>
            <a:fillRect/>
          </a:stretch>
        </p:blipFill>
        <p:spPr>
          <a:xfrm>
            <a:off x="845594" y="4439210"/>
            <a:ext cx="6870700" cy="495300"/>
          </a:xfrm>
          <a:prstGeom prst="rect">
            <a:avLst/>
          </a:prstGeom>
        </p:spPr>
      </p:pic>
    </p:spTree>
    <p:extLst>
      <p:ext uri="{BB962C8B-B14F-4D97-AF65-F5344CB8AC3E}">
        <p14:creationId xmlns:p14="http://schemas.microsoft.com/office/powerpoint/2010/main" val="1492570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dirty="0">
                <a:solidFill>
                  <a:srgbClr val="4F4F4F"/>
                </a:solidFill>
                <a:latin typeface="PingFang SC" panose="020B0400000000000000" pitchFamily="34" charset="-122"/>
                <a:ea typeface="PingFang SC" panose="020B0400000000000000" pitchFamily="34" charset="-122"/>
              </a:rPr>
              <a:t>模块声明与描述</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gn="l">
              <a:buFont typeface="Arial" panose="020B0604020202020204" pitchFamily="34" charset="0"/>
              <a:buChar char="•"/>
            </a:pPr>
            <a:r>
              <a:rPr lang="en" altLang="zh-CN" sz="2800" b="0" i="0" u="none" strike="noStrike" dirty="0">
                <a:effectLst/>
                <a:latin typeface="-apple-system"/>
              </a:rPr>
              <a:t>MODULE_AUTHOR</a:t>
            </a:r>
            <a:r>
              <a:rPr lang="zh-CN" altLang="en" sz="2800" b="0" i="0" u="none" strike="noStrike" dirty="0">
                <a:effectLst/>
                <a:latin typeface="-apple-system"/>
              </a:rPr>
              <a:t>：</a:t>
            </a:r>
            <a:r>
              <a:rPr lang="zh-CN" altLang="en-US" sz="2800" b="0" i="0" u="none" strike="noStrike" dirty="0">
                <a:effectLst/>
                <a:latin typeface="-apple-system"/>
              </a:rPr>
              <a:t>模块作者</a:t>
            </a:r>
          </a:p>
          <a:p>
            <a:pPr algn="l">
              <a:buFont typeface="Arial" panose="020B0604020202020204" pitchFamily="34" charset="0"/>
              <a:buChar char="•"/>
            </a:pPr>
            <a:r>
              <a:rPr lang="en" altLang="zh-CN" sz="2800" b="0" i="0" u="none" strike="noStrike" dirty="0">
                <a:effectLst/>
                <a:latin typeface="-apple-system"/>
              </a:rPr>
              <a:t>MODULE_DESCRIPTION</a:t>
            </a:r>
            <a:r>
              <a:rPr lang="zh-CN" altLang="en" sz="2800" b="0" i="0" u="none" strike="noStrike" dirty="0">
                <a:effectLst/>
                <a:latin typeface="-apple-system"/>
              </a:rPr>
              <a:t>：</a:t>
            </a:r>
            <a:r>
              <a:rPr lang="zh-CN" altLang="en-US" sz="2800" b="0" i="0" u="none" strike="noStrike" dirty="0">
                <a:effectLst/>
                <a:latin typeface="-apple-system"/>
              </a:rPr>
              <a:t>模块描述</a:t>
            </a:r>
          </a:p>
          <a:p>
            <a:pPr algn="l">
              <a:buFont typeface="Arial" panose="020B0604020202020204" pitchFamily="34" charset="0"/>
              <a:buChar char="•"/>
            </a:pPr>
            <a:r>
              <a:rPr lang="en" altLang="zh-CN" sz="2800" b="0" i="0" u="none" strike="noStrike" dirty="0">
                <a:effectLst/>
                <a:latin typeface="-apple-system"/>
              </a:rPr>
              <a:t>MODULE_VERSION</a:t>
            </a:r>
            <a:r>
              <a:rPr lang="zh-CN" altLang="en" sz="2800" b="0" i="0" u="none" strike="noStrike" dirty="0">
                <a:effectLst/>
                <a:latin typeface="-apple-system"/>
              </a:rPr>
              <a:t>：</a:t>
            </a:r>
            <a:r>
              <a:rPr lang="zh-CN" altLang="en-US" sz="2800" b="0" i="0" u="none" strike="noStrike" dirty="0">
                <a:effectLst/>
                <a:latin typeface="-apple-system"/>
              </a:rPr>
              <a:t>模块版本</a:t>
            </a:r>
          </a:p>
          <a:p>
            <a:pPr algn="l">
              <a:buFont typeface="Arial" panose="020B0604020202020204" pitchFamily="34" charset="0"/>
              <a:buChar char="•"/>
            </a:pPr>
            <a:r>
              <a:rPr lang="en" altLang="zh-CN" sz="2800" b="0" i="0" u="none" strike="noStrike" dirty="0">
                <a:effectLst/>
                <a:latin typeface="-apple-system"/>
              </a:rPr>
              <a:t>MODULE_DEVICE_TABLE</a:t>
            </a:r>
            <a:r>
              <a:rPr lang="zh-CN" altLang="en" sz="2800" b="0" i="0" u="none" strike="noStrike" dirty="0">
                <a:effectLst/>
                <a:latin typeface="-apple-system"/>
              </a:rPr>
              <a:t>：</a:t>
            </a:r>
            <a:r>
              <a:rPr lang="zh-CN" altLang="en-US" sz="2800" b="0" i="0" u="none" strike="noStrike" dirty="0">
                <a:effectLst/>
                <a:latin typeface="-apple-system"/>
              </a:rPr>
              <a:t>设备表</a:t>
            </a:r>
          </a:p>
          <a:p>
            <a:pPr algn="l">
              <a:buFont typeface="Arial" panose="020B0604020202020204" pitchFamily="34" charset="0"/>
              <a:buChar char="•"/>
            </a:pPr>
            <a:r>
              <a:rPr lang="en" altLang="zh-CN" sz="2800" b="0" i="0" u="none" strike="noStrike" dirty="0">
                <a:effectLst/>
                <a:latin typeface="-apple-system"/>
              </a:rPr>
              <a:t>MODULE_ALIAS</a:t>
            </a:r>
            <a:r>
              <a:rPr lang="zh-CN" altLang="en" sz="2800" b="0" i="0" u="none" strike="noStrike" dirty="0">
                <a:effectLst/>
                <a:latin typeface="-apple-system"/>
              </a:rPr>
              <a:t>：</a:t>
            </a:r>
            <a:r>
              <a:rPr lang="zh-CN" altLang="en-US" sz="2800" b="0" i="0" u="none" strike="noStrike" dirty="0">
                <a:effectLst/>
                <a:latin typeface="-apple-system"/>
              </a:rPr>
              <a:t>别名</a:t>
            </a:r>
          </a:p>
          <a:p>
            <a:pPr marL="0" indent="0">
              <a:lnSpc>
                <a:spcPct val="150000"/>
              </a:lnSpc>
              <a:buNone/>
            </a:pPr>
            <a:endParaRPr lang="en-US" altLang="zh-CN" sz="24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1824148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dirty="0">
                <a:solidFill>
                  <a:srgbClr val="4F4F4F"/>
                </a:solidFill>
                <a:latin typeface="PingFang SC" panose="020B0400000000000000" pitchFamily="34" charset="-122"/>
                <a:ea typeface="PingFang SC" panose="020B0400000000000000" pitchFamily="34" charset="-122"/>
              </a:rPr>
              <a:t>模块声明与描述</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gn="l">
              <a:buFont typeface="Arial" panose="020B0604020202020204" pitchFamily="34" charset="0"/>
              <a:buChar char="•"/>
            </a:pPr>
            <a:r>
              <a:rPr lang="zh-CN" altLang="en-US" sz="2800" b="0" i="0" u="none" strike="noStrike" dirty="0">
                <a:solidFill>
                  <a:srgbClr val="4D4D4D"/>
                </a:solidFill>
                <a:effectLst/>
                <a:latin typeface="-apple-system"/>
              </a:rPr>
              <a:t>完整代码的例子：</a:t>
            </a:r>
            <a:endParaRPr lang="zh-CN" altLang="en-US" sz="2800" b="0" i="0" u="none" strike="noStrike" dirty="0">
              <a:effectLst/>
              <a:latin typeface="-apple-system"/>
            </a:endParaRPr>
          </a:p>
          <a:p>
            <a:pPr marL="0" indent="0">
              <a:lnSpc>
                <a:spcPct val="150000"/>
              </a:lnSpc>
              <a:buNone/>
            </a:pPr>
            <a:endParaRPr lang="en-US" altLang="zh-CN" sz="24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2" name="图片 1">
            <a:extLst>
              <a:ext uri="{FF2B5EF4-FFF2-40B4-BE49-F238E27FC236}">
                <a16:creationId xmlns:a16="http://schemas.microsoft.com/office/drawing/2014/main" id="{533DEDC4-4E30-CB47-B514-EE9D26199327}"/>
              </a:ext>
            </a:extLst>
          </p:cNvPr>
          <p:cNvPicPr>
            <a:picLocks noChangeAspect="1"/>
          </p:cNvPicPr>
          <p:nvPr/>
        </p:nvPicPr>
        <p:blipFill>
          <a:blip r:embed="rId3"/>
          <a:stretch>
            <a:fillRect/>
          </a:stretch>
        </p:blipFill>
        <p:spPr>
          <a:xfrm>
            <a:off x="1746250" y="1977618"/>
            <a:ext cx="5340350" cy="4823201"/>
          </a:xfrm>
          <a:prstGeom prst="rect">
            <a:avLst/>
          </a:prstGeom>
        </p:spPr>
      </p:pic>
    </p:spTree>
    <p:extLst>
      <p:ext uri="{BB962C8B-B14F-4D97-AF65-F5344CB8AC3E}">
        <p14:creationId xmlns:p14="http://schemas.microsoft.com/office/powerpoint/2010/main" val="2199950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模块参数</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gn="l">
              <a:buFont typeface="Arial" panose="020B0604020202020204" pitchFamily="34" charset="0"/>
              <a:buChar char="•"/>
            </a:pPr>
            <a:r>
              <a:rPr lang="en" altLang="zh-CN" sz="2800" b="0" i="0" u="none" strike="noStrike" dirty="0">
                <a:solidFill>
                  <a:srgbClr val="4D4D4D"/>
                </a:solidFill>
                <a:effectLst/>
                <a:latin typeface="-apple-system"/>
              </a:rPr>
              <a:t>Linux </a:t>
            </a:r>
            <a:r>
              <a:rPr lang="zh-CN" altLang="en-US" sz="2800" b="0" i="0" u="none" strike="noStrike" dirty="0">
                <a:solidFill>
                  <a:srgbClr val="4D4D4D"/>
                </a:solidFill>
                <a:effectLst/>
                <a:latin typeface="-apple-system"/>
              </a:rPr>
              <a:t>内核提供一个宏来实现模块的参数传递</a:t>
            </a:r>
            <a:endParaRPr lang="en-US" altLang="zh-CN" sz="2800" b="0" i="0" u="none" strike="noStrike" dirty="0">
              <a:solidFill>
                <a:srgbClr val="4D4D4D"/>
              </a:solidFill>
              <a:effectLst/>
              <a:latin typeface="-apple-system"/>
            </a:endParaRPr>
          </a:p>
          <a:p>
            <a:pPr algn="l">
              <a:buFont typeface="Arial" panose="020B0604020202020204" pitchFamily="34" charset="0"/>
              <a:buChar char="•"/>
            </a:pPr>
            <a:endParaRPr lang="en-US" altLang="zh-CN" sz="2800" dirty="0">
              <a:solidFill>
                <a:srgbClr val="4D4D4D"/>
              </a:solidFill>
              <a:latin typeface="-apple-system"/>
            </a:endParaRPr>
          </a:p>
          <a:p>
            <a:pPr algn="l">
              <a:buFont typeface="Arial" panose="020B0604020202020204" pitchFamily="34" charset="0"/>
              <a:buChar char="•"/>
            </a:pPr>
            <a:endParaRPr lang="en-US" altLang="zh-CN" sz="2800" b="0" i="0" u="none" strike="noStrike" dirty="0">
              <a:solidFill>
                <a:srgbClr val="4D4D4D"/>
              </a:solidFill>
              <a:effectLst/>
              <a:latin typeface="-apple-system"/>
            </a:endParaRPr>
          </a:p>
          <a:p>
            <a:pPr algn="l">
              <a:buFont typeface="Arial" panose="020B0604020202020204" pitchFamily="34" charset="0"/>
              <a:buChar char="•"/>
            </a:pPr>
            <a:endParaRPr lang="en-US" altLang="zh-CN" sz="2800" dirty="0">
              <a:solidFill>
                <a:srgbClr val="4D4D4D"/>
              </a:solidFill>
              <a:latin typeface="-apple-system"/>
            </a:endParaRPr>
          </a:p>
          <a:p>
            <a:pPr algn="l">
              <a:buFont typeface="Arial" panose="020B0604020202020204" pitchFamily="34" charset="0"/>
              <a:buChar char="•"/>
            </a:pPr>
            <a:endParaRPr lang="en-US" altLang="zh-CN" sz="2800" b="0" i="0" u="none" strike="noStrike" dirty="0">
              <a:solidFill>
                <a:srgbClr val="4D4D4D"/>
              </a:solidFill>
              <a:effectLst/>
              <a:latin typeface="-apple-system"/>
            </a:endParaRPr>
          </a:p>
          <a:p>
            <a:pPr algn="l">
              <a:buFont typeface="Arial" panose="020B0604020202020204" pitchFamily="34" charset="0"/>
              <a:buChar char="•"/>
            </a:pPr>
            <a:r>
              <a:rPr lang="en" altLang="zh-CN" sz="2800" b="0" i="0" u="none" strike="noStrike" dirty="0">
                <a:effectLst/>
                <a:latin typeface="-apple-system"/>
              </a:rPr>
              <a:t>name</a:t>
            </a:r>
            <a:r>
              <a:rPr lang="zh-CN" altLang="en" sz="2800" b="0" i="0" u="none" strike="noStrike" dirty="0">
                <a:effectLst/>
                <a:latin typeface="-apple-system"/>
              </a:rPr>
              <a:t>： </a:t>
            </a:r>
            <a:r>
              <a:rPr lang="zh-CN" altLang="en-US" sz="2800" b="0" i="0" u="none" strike="noStrike" dirty="0">
                <a:effectLst/>
                <a:latin typeface="-apple-system"/>
              </a:rPr>
              <a:t>我们定义的变量名；</a:t>
            </a:r>
          </a:p>
          <a:p>
            <a:pPr algn="l">
              <a:buFont typeface="Arial" panose="020B0604020202020204" pitchFamily="34" charset="0"/>
              <a:buChar char="•"/>
            </a:pPr>
            <a:r>
              <a:rPr lang="en" altLang="zh-CN" sz="2800" b="0" i="0" u="none" strike="noStrike" dirty="0">
                <a:effectLst/>
                <a:latin typeface="-apple-system"/>
              </a:rPr>
              <a:t>type</a:t>
            </a:r>
            <a:r>
              <a:rPr lang="zh-CN" altLang="en" sz="2800" b="0" i="0" u="none" strike="noStrike" dirty="0">
                <a:effectLst/>
                <a:latin typeface="-apple-system"/>
              </a:rPr>
              <a:t>： </a:t>
            </a:r>
            <a:r>
              <a:rPr lang="zh-CN" altLang="en-US" sz="2800" b="0" i="0" u="none" strike="noStrike" dirty="0">
                <a:effectLst/>
                <a:latin typeface="-apple-system"/>
              </a:rPr>
              <a:t>参数的类型；</a:t>
            </a:r>
          </a:p>
          <a:p>
            <a:pPr algn="l">
              <a:buFont typeface="Arial" panose="020B0604020202020204" pitchFamily="34" charset="0"/>
              <a:buChar char="•"/>
            </a:pPr>
            <a:r>
              <a:rPr lang="en" altLang="zh-CN" sz="2800" b="0" i="0" u="none" strike="noStrike" dirty="0">
                <a:effectLst/>
                <a:latin typeface="-apple-system"/>
              </a:rPr>
              <a:t>perm</a:t>
            </a:r>
            <a:r>
              <a:rPr lang="zh-CN" altLang="en" sz="2800" b="0" i="0" u="none" strike="noStrike" dirty="0">
                <a:effectLst/>
                <a:latin typeface="-apple-system"/>
              </a:rPr>
              <a:t>： </a:t>
            </a:r>
            <a:r>
              <a:rPr lang="zh-CN" altLang="en-US" sz="2800" b="0" i="0" u="none" strike="noStrike" dirty="0">
                <a:effectLst/>
                <a:latin typeface="-apple-system"/>
              </a:rPr>
              <a:t>表示的是该文件的权限</a:t>
            </a:r>
          </a:p>
          <a:p>
            <a:pPr algn="l">
              <a:buFont typeface="Arial" panose="020B0604020202020204" pitchFamily="34" charset="0"/>
              <a:buChar char="•"/>
            </a:pPr>
            <a:endParaRPr lang="zh-CN" altLang="en-US" sz="2800" b="0" i="0" u="none" strike="noStrike" dirty="0">
              <a:effectLst/>
              <a:latin typeface="-apple-system"/>
            </a:endParaRPr>
          </a:p>
          <a:p>
            <a:pPr marL="0" indent="0">
              <a:lnSpc>
                <a:spcPct val="150000"/>
              </a:lnSpc>
              <a:buNone/>
            </a:pPr>
            <a:endParaRPr lang="en-US" altLang="zh-CN" sz="24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4" name="图片 3">
            <a:extLst>
              <a:ext uri="{FF2B5EF4-FFF2-40B4-BE49-F238E27FC236}">
                <a16:creationId xmlns:a16="http://schemas.microsoft.com/office/drawing/2014/main" id="{0E75D527-A8A3-3540-BFD5-35D92675E2D8}"/>
              </a:ext>
            </a:extLst>
          </p:cNvPr>
          <p:cNvPicPr>
            <a:picLocks noChangeAspect="1"/>
          </p:cNvPicPr>
          <p:nvPr/>
        </p:nvPicPr>
        <p:blipFill>
          <a:blip r:embed="rId3"/>
          <a:stretch>
            <a:fillRect/>
          </a:stretch>
        </p:blipFill>
        <p:spPr>
          <a:xfrm>
            <a:off x="903092" y="1981200"/>
            <a:ext cx="7150100" cy="1612900"/>
          </a:xfrm>
          <a:prstGeom prst="rect">
            <a:avLst/>
          </a:prstGeom>
        </p:spPr>
      </p:pic>
    </p:spTree>
    <p:extLst>
      <p:ext uri="{BB962C8B-B14F-4D97-AF65-F5344CB8AC3E}">
        <p14:creationId xmlns:p14="http://schemas.microsoft.com/office/powerpoint/2010/main" val="1803049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导出符号</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229600" cy="5486399"/>
          </a:xfrm>
        </p:spPr>
        <p:txBody>
          <a:bodyPr>
            <a:normAutofit/>
          </a:bodyPr>
          <a:lstStyle/>
          <a:p>
            <a:pPr algn="l">
              <a:buFont typeface="Arial" panose="020B0604020202020204" pitchFamily="34" charset="0"/>
              <a:buChar char="•"/>
            </a:pPr>
            <a:r>
              <a:rPr lang="zh-CN" altLang="en-US" sz="2800" b="0" i="0" u="none" strike="noStrike" dirty="0">
                <a:solidFill>
                  <a:srgbClr val="4D4D4D"/>
                </a:solidFill>
                <a:effectLst/>
                <a:latin typeface="-apple-system"/>
              </a:rPr>
              <a:t>模块可以使用如下宏导出符号到内核符号表中</a:t>
            </a:r>
            <a:endParaRPr lang="en-US" altLang="zh-CN" sz="2800" dirty="0">
              <a:solidFill>
                <a:srgbClr val="4D4D4D"/>
              </a:solidFill>
              <a:latin typeface="-apple-system"/>
            </a:endParaRPr>
          </a:p>
          <a:p>
            <a:pPr algn="l">
              <a:buFont typeface="Arial" panose="020B0604020202020204" pitchFamily="34" charset="0"/>
              <a:buChar char="•"/>
            </a:pPr>
            <a:endParaRPr lang="en-US" altLang="zh-CN" sz="2800" b="0" i="0" u="none" strike="noStrike" dirty="0">
              <a:solidFill>
                <a:srgbClr val="4D4D4D"/>
              </a:solidFill>
              <a:effectLst/>
              <a:latin typeface="-apple-system"/>
            </a:endParaRPr>
          </a:p>
          <a:p>
            <a:pPr algn="l">
              <a:buFont typeface="Arial" panose="020B0604020202020204" pitchFamily="34" charset="0"/>
              <a:buChar char="•"/>
            </a:pPr>
            <a:endParaRPr lang="en-US" altLang="zh-CN" sz="2800" dirty="0">
              <a:solidFill>
                <a:srgbClr val="4D4D4D"/>
              </a:solidFill>
              <a:latin typeface="-apple-system"/>
            </a:endParaRPr>
          </a:p>
          <a:p>
            <a:pPr algn="l">
              <a:buFont typeface="Arial" panose="020B0604020202020204" pitchFamily="34" charset="0"/>
              <a:buChar char="•"/>
            </a:pPr>
            <a:endParaRPr lang="en-US" altLang="zh-CN" sz="2800" b="0" i="0" u="none" strike="noStrike" dirty="0">
              <a:solidFill>
                <a:srgbClr val="4D4D4D"/>
              </a:solidFill>
              <a:effectLst/>
              <a:latin typeface="-apple-system"/>
            </a:endParaRPr>
          </a:p>
          <a:p>
            <a:pPr algn="l">
              <a:buFont typeface="Arial" panose="020B0604020202020204" pitchFamily="34" charset="0"/>
              <a:buChar char="•"/>
            </a:pPr>
            <a:r>
              <a:rPr lang="zh-CN" altLang="en-US" sz="2800" b="0" i="0" u="none" strike="noStrike" dirty="0">
                <a:effectLst/>
                <a:latin typeface="-apple-system"/>
              </a:rPr>
              <a:t>导出符号可以被其他模块使用，只需要使用前声明一下即可</a:t>
            </a:r>
            <a:endParaRPr lang="en-US" altLang="zh-CN" sz="2800" b="0" i="0" u="none" strike="noStrike" dirty="0">
              <a:effectLst/>
              <a:latin typeface="-apple-system"/>
            </a:endParaRPr>
          </a:p>
          <a:p>
            <a:pPr algn="l">
              <a:buFont typeface="Arial" panose="020B0604020202020204" pitchFamily="34" charset="0"/>
              <a:buChar char="•"/>
            </a:pPr>
            <a:r>
              <a:rPr lang="en" altLang="zh-CN" sz="2800" b="0" i="0" u="none" strike="noStrike" dirty="0">
                <a:effectLst/>
                <a:latin typeface="-apple-system"/>
              </a:rPr>
              <a:t>EXPORT_SYMBOL_GPL</a:t>
            </a:r>
            <a:r>
              <a:rPr lang="zh-CN" altLang="en" sz="2800" b="0" i="0" u="none" strike="noStrike" dirty="0">
                <a:effectLst/>
                <a:latin typeface="-apple-system"/>
              </a:rPr>
              <a:t>（）</a:t>
            </a:r>
            <a:r>
              <a:rPr lang="zh-CN" altLang="en-US" sz="2800" b="0" i="0" u="none" strike="noStrike" dirty="0">
                <a:effectLst/>
                <a:latin typeface="-apple-system"/>
              </a:rPr>
              <a:t>只适用于包含</a:t>
            </a:r>
            <a:r>
              <a:rPr lang="en" altLang="zh-CN" sz="2800" b="0" i="0" u="none" strike="noStrike" dirty="0">
                <a:effectLst/>
                <a:latin typeface="-apple-system"/>
              </a:rPr>
              <a:t>GPL</a:t>
            </a:r>
            <a:r>
              <a:rPr lang="zh-CN" altLang="en-US" sz="2800" b="0" i="0" u="none" strike="noStrike" dirty="0">
                <a:effectLst/>
                <a:latin typeface="-apple-system"/>
              </a:rPr>
              <a:t>许可权的模块</a:t>
            </a:r>
            <a:endParaRPr lang="en-US" altLang="zh-CN" sz="2800" b="0" i="0" u="none" strike="noStrike" dirty="0">
              <a:effectLst/>
              <a:latin typeface="-apple-system"/>
            </a:endParaRPr>
          </a:p>
          <a:p>
            <a:pPr algn="l">
              <a:buFont typeface="Arial" panose="020B0604020202020204" pitchFamily="34" charset="0"/>
              <a:buChar char="•"/>
            </a:pPr>
            <a:r>
              <a:rPr lang="zh-CN" altLang="en-US" sz="2800" b="0" i="0" u="none" strike="noStrike" dirty="0">
                <a:effectLst/>
                <a:latin typeface="-apple-system"/>
              </a:rPr>
              <a:t>一般保守做法是</a:t>
            </a:r>
            <a:r>
              <a:rPr lang="en" altLang="zh-CN" sz="2800" b="0" i="0" u="none" strike="noStrike" dirty="0" err="1">
                <a:effectLst/>
                <a:latin typeface="-apple-system"/>
              </a:rPr>
              <a:t>linux</a:t>
            </a:r>
            <a:r>
              <a:rPr lang="zh-CN" altLang="en-US" sz="2800" b="0" i="0" u="none" strike="noStrike" dirty="0">
                <a:effectLst/>
                <a:latin typeface="-apple-system"/>
              </a:rPr>
              <a:t>内核不能使用非</a:t>
            </a:r>
            <a:r>
              <a:rPr lang="en" altLang="zh-CN" sz="2800" b="0" i="0" u="none" strike="noStrike" dirty="0">
                <a:effectLst/>
                <a:latin typeface="-apple-system"/>
              </a:rPr>
              <a:t>GPL</a:t>
            </a:r>
            <a:r>
              <a:rPr lang="zh-CN" altLang="en-US" sz="2800" b="0" i="0" u="none" strike="noStrike" dirty="0">
                <a:effectLst/>
                <a:latin typeface="-apple-system"/>
              </a:rPr>
              <a:t>许可权</a:t>
            </a:r>
          </a:p>
          <a:p>
            <a:pPr algn="l">
              <a:buFont typeface="Arial" panose="020B0604020202020204" pitchFamily="34" charset="0"/>
              <a:buChar char="•"/>
            </a:pPr>
            <a:endParaRPr lang="zh-CN" altLang="en-US" sz="2800" b="0" i="0" u="none" strike="noStrike" dirty="0">
              <a:effectLst/>
              <a:latin typeface="-apple-system"/>
            </a:endParaRPr>
          </a:p>
          <a:p>
            <a:pPr marL="0" indent="0">
              <a:lnSpc>
                <a:spcPct val="150000"/>
              </a:lnSpc>
              <a:buNone/>
            </a:pPr>
            <a:endParaRPr lang="en-US" altLang="zh-CN" sz="24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2" name="图片 1">
            <a:extLst>
              <a:ext uri="{FF2B5EF4-FFF2-40B4-BE49-F238E27FC236}">
                <a16:creationId xmlns:a16="http://schemas.microsoft.com/office/drawing/2014/main" id="{6C9B4A13-2FB4-384C-B21C-897FD3827714}"/>
              </a:ext>
            </a:extLst>
          </p:cNvPr>
          <p:cNvPicPr>
            <a:picLocks noChangeAspect="1"/>
          </p:cNvPicPr>
          <p:nvPr/>
        </p:nvPicPr>
        <p:blipFill>
          <a:blip r:embed="rId3"/>
          <a:stretch>
            <a:fillRect/>
          </a:stretch>
        </p:blipFill>
        <p:spPr>
          <a:xfrm>
            <a:off x="990600" y="2114193"/>
            <a:ext cx="5359400" cy="800100"/>
          </a:xfrm>
          <a:prstGeom prst="rect">
            <a:avLst/>
          </a:prstGeom>
        </p:spPr>
      </p:pic>
    </p:spTree>
    <p:extLst>
      <p:ext uri="{BB962C8B-B14F-4D97-AF65-F5344CB8AC3E}">
        <p14:creationId xmlns:p14="http://schemas.microsoft.com/office/powerpoint/2010/main" val="2503826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内核模块的编译</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1"/>
            <a:ext cx="8382000" cy="5486399"/>
          </a:xfrm>
        </p:spPr>
        <p:txBody>
          <a:bodyPr>
            <a:normAutofit/>
          </a:bodyPr>
          <a:lstStyle/>
          <a:p>
            <a:pPr algn="l">
              <a:buFont typeface="Arial" panose="020B0604020202020204" pitchFamily="34" charset="0"/>
              <a:buChar char="•"/>
            </a:pPr>
            <a:r>
              <a:rPr lang="zh-CN" altLang="en-US" sz="2800" b="0" i="0" u="none" strike="noStrike" dirty="0">
                <a:solidFill>
                  <a:srgbClr val="4D4D4D"/>
                </a:solidFill>
                <a:effectLst/>
                <a:latin typeface="-apple-system"/>
              </a:rPr>
              <a:t>内核模块属于内核的一段代码，但不在内核源码中</a:t>
            </a:r>
            <a:endParaRPr lang="en-US" altLang="zh-CN" sz="2800" b="0" i="0" u="none" strike="noStrike" dirty="0">
              <a:solidFill>
                <a:srgbClr val="4D4D4D"/>
              </a:solidFill>
              <a:effectLst/>
              <a:latin typeface="-apple-system"/>
            </a:endParaRPr>
          </a:p>
          <a:p>
            <a:pPr algn="l">
              <a:buFont typeface="Arial" panose="020B0604020202020204" pitchFamily="34" charset="0"/>
              <a:buChar char="•"/>
            </a:pPr>
            <a:r>
              <a:rPr lang="zh-CN" altLang="en-US" sz="2800" b="0" i="0" u="none" strike="noStrike" dirty="0">
                <a:solidFill>
                  <a:srgbClr val="4D4D4D"/>
                </a:solidFill>
                <a:effectLst/>
                <a:latin typeface="-apple-system"/>
              </a:rPr>
              <a:t>编译时需要到内核源码目录下进行编译</a:t>
            </a:r>
            <a:endParaRPr lang="en-US" altLang="zh-CN" sz="2800" b="0" i="0" u="none" strike="noStrike" dirty="0">
              <a:solidFill>
                <a:srgbClr val="4D4D4D"/>
              </a:solidFill>
              <a:effectLst/>
              <a:latin typeface="-apple-system"/>
            </a:endParaRPr>
          </a:p>
          <a:p>
            <a:pPr algn="l">
              <a:buFont typeface="Arial" panose="020B0604020202020204" pitchFamily="34" charset="0"/>
              <a:buChar char="•"/>
            </a:pPr>
            <a:r>
              <a:rPr lang="en-US" altLang="zh-CN" sz="2800" b="0" i="0" u="none" strike="noStrike" dirty="0" err="1">
                <a:solidFill>
                  <a:srgbClr val="4D4D4D"/>
                </a:solidFill>
                <a:effectLst/>
                <a:latin typeface="-apple-system"/>
              </a:rPr>
              <a:t>Makefile</a:t>
            </a:r>
            <a:r>
              <a:rPr lang="en-US" altLang="zh-CN" sz="2800" b="0" i="0" u="none" strike="noStrike" dirty="0">
                <a:solidFill>
                  <a:srgbClr val="4D4D4D"/>
                </a:solidFill>
                <a:effectLst/>
                <a:latin typeface="-apple-system"/>
              </a:rPr>
              <a:t> </a:t>
            </a:r>
            <a:r>
              <a:rPr lang="zh-CN" altLang="en-US" sz="2800" b="0" i="0" u="none" strike="noStrike" dirty="0">
                <a:solidFill>
                  <a:srgbClr val="4D4D4D"/>
                </a:solidFill>
                <a:effectLst/>
                <a:latin typeface="-apple-system"/>
              </a:rPr>
              <a:t>文件：</a:t>
            </a:r>
            <a:endParaRPr lang="en-US" altLang="zh-CN" sz="2800" b="0" i="0" u="none" strike="noStrike" dirty="0">
              <a:solidFill>
                <a:srgbClr val="4D4D4D"/>
              </a:solidFill>
              <a:effectLst/>
              <a:latin typeface="-apple-system"/>
            </a:endParaRPr>
          </a:p>
          <a:p>
            <a:pPr marL="0" indent="0">
              <a:lnSpc>
                <a:spcPct val="150000"/>
              </a:lnSpc>
              <a:buNone/>
            </a:pPr>
            <a:endParaRPr lang="en-US" altLang="zh-CN" sz="24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6" name="图片 5">
            <a:extLst>
              <a:ext uri="{FF2B5EF4-FFF2-40B4-BE49-F238E27FC236}">
                <a16:creationId xmlns:a16="http://schemas.microsoft.com/office/drawing/2014/main" id="{8B4AA0B8-26CC-614B-A234-A05884A6D8B3}"/>
              </a:ext>
            </a:extLst>
          </p:cNvPr>
          <p:cNvPicPr>
            <a:picLocks noChangeAspect="1"/>
          </p:cNvPicPr>
          <p:nvPr/>
        </p:nvPicPr>
        <p:blipFill>
          <a:blip r:embed="rId3"/>
          <a:stretch>
            <a:fillRect/>
          </a:stretch>
        </p:blipFill>
        <p:spPr>
          <a:xfrm>
            <a:off x="3533541" y="2514600"/>
            <a:ext cx="5230503" cy="4274507"/>
          </a:xfrm>
          <a:prstGeom prst="rect">
            <a:avLst/>
          </a:prstGeom>
        </p:spPr>
      </p:pic>
    </p:spTree>
    <p:extLst>
      <p:ext uri="{BB962C8B-B14F-4D97-AF65-F5344CB8AC3E}">
        <p14:creationId xmlns:p14="http://schemas.microsoft.com/office/powerpoint/2010/main" val="2766510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内核模块的编译</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1" y="1352813"/>
            <a:ext cx="5230503" cy="5276588"/>
          </a:xfrm>
        </p:spPr>
        <p:txBody>
          <a:bodyPr>
            <a:normAutofit fontScale="92500" lnSpcReduction="20000"/>
          </a:bodyPr>
          <a:lstStyle/>
          <a:p>
            <a:pPr algn="l">
              <a:lnSpc>
                <a:spcPct val="150000"/>
              </a:lnSpc>
              <a:buFont typeface="Arial" panose="020B0604020202020204" pitchFamily="34" charset="0"/>
              <a:buChar char="•"/>
            </a:pPr>
            <a:r>
              <a:rPr lang="zh-CN" altLang="en-US" sz="2000" b="0" i="0" u="none" strike="noStrike" dirty="0">
                <a:solidFill>
                  <a:srgbClr val="4D4D4D"/>
                </a:solidFill>
                <a:effectLst/>
                <a:latin typeface="-apple-system"/>
              </a:rPr>
              <a:t>第 </a:t>
            </a:r>
            <a:r>
              <a:rPr lang="en-US" altLang="zh-CN" sz="2000" b="0" i="0" u="none" strike="noStrike" dirty="0">
                <a:solidFill>
                  <a:srgbClr val="4D4D4D"/>
                </a:solidFill>
                <a:effectLst/>
                <a:latin typeface="-apple-system"/>
              </a:rPr>
              <a:t>1 </a:t>
            </a:r>
            <a:r>
              <a:rPr lang="zh-CN" altLang="en-US" sz="2000" b="0" i="0" u="none" strike="noStrike" dirty="0">
                <a:solidFill>
                  <a:srgbClr val="4D4D4D"/>
                </a:solidFill>
                <a:effectLst/>
                <a:latin typeface="-apple-system"/>
              </a:rPr>
              <a:t>行：该 </a:t>
            </a:r>
            <a:r>
              <a:rPr lang="en" altLang="zh-CN" sz="2000" b="0" i="0" u="none" strike="noStrike" dirty="0" err="1">
                <a:solidFill>
                  <a:srgbClr val="4D4D4D"/>
                </a:solidFill>
                <a:effectLst/>
                <a:latin typeface="-apple-system"/>
              </a:rPr>
              <a:t>Makefile</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定义了变量 </a:t>
            </a:r>
            <a:r>
              <a:rPr lang="en" altLang="zh-CN" sz="2000" b="0" i="0" u="none" strike="noStrike" dirty="0">
                <a:solidFill>
                  <a:srgbClr val="4D4D4D"/>
                </a:solidFill>
                <a:effectLst/>
                <a:latin typeface="-apple-system"/>
              </a:rPr>
              <a:t>KERNEL_DIR</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来保存内核源码的目录</a:t>
            </a:r>
            <a:endParaRPr lang="en-US" altLang="zh-CN" sz="2000" b="0" i="0" u="none" strike="noStrike" dirty="0">
              <a:solidFill>
                <a:srgbClr val="4D4D4D"/>
              </a:solidFill>
              <a:effectLst/>
              <a:latin typeface="-apple-system"/>
            </a:endParaRPr>
          </a:p>
          <a:p>
            <a:pPr algn="l">
              <a:lnSpc>
                <a:spcPct val="150000"/>
              </a:lnSpc>
              <a:buFont typeface="Arial" panose="020B0604020202020204" pitchFamily="34" charset="0"/>
              <a:buChar char="•"/>
            </a:pPr>
            <a:r>
              <a:rPr lang="zh-CN" altLang="en-US" sz="2000" b="0" i="0" u="none" strike="noStrike" dirty="0">
                <a:solidFill>
                  <a:srgbClr val="4D4D4D"/>
                </a:solidFill>
                <a:effectLst/>
                <a:latin typeface="-apple-system"/>
              </a:rPr>
              <a:t>第 </a:t>
            </a:r>
            <a:r>
              <a:rPr lang="en-US" altLang="zh-CN" sz="2000" b="0" i="0" u="none" strike="noStrike" dirty="0">
                <a:solidFill>
                  <a:srgbClr val="4D4D4D"/>
                </a:solidFill>
                <a:effectLst/>
                <a:latin typeface="-apple-system"/>
              </a:rPr>
              <a:t>3-5 </a:t>
            </a:r>
            <a:r>
              <a:rPr lang="zh-CN" altLang="en-US" sz="2000" b="0" i="0" u="none" strike="noStrike" dirty="0">
                <a:solidFill>
                  <a:srgbClr val="4D4D4D"/>
                </a:solidFill>
                <a:effectLst/>
                <a:latin typeface="-apple-system"/>
              </a:rPr>
              <a:t>行：指定了工具链并导出环境变量 </a:t>
            </a:r>
            <a:endParaRPr lang="en-US" altLang="zh-CN" sz="2000" b="0" i="0" u="none" strike="noStrike" dirty="0">
              <a:solidFill>
                <a:srgbClr val="4D4D4D"/>
              </a:solidFill>
              <a:effectLst/>
              <a:latin typeface="-apple-system"/>
            </a:endParaRPr>
          </a:p>
          <a:p>
            <a:pPr algn="l">
              <a:lnSpc>
                <a:spcPct val="150000"/>
              </a:lnSpc>
              <a:buFont typeface="Arial" panose="020B0604020202020204" pitchFamily="34" charset="0"/>
              <a:buChar char="•"/>
            </a:pPr>
            <a:r>
              <a:rPr lang="zh-CN" altLang="en-US" sz="2000" b="0" i="0" u="none" strike="noStrike" dirty="0">
                <a:solidFill>
                  <a:srgbClr val="4D4D4D"/>
                </a:solidFill>
                <a:effectLst/>
                <a:latin typeface="-apple-system"/>
              </a:rPr>
              <a:t>第 </a:t>
            </a:r>
            <a:r>
              <a:rPr lang="en-US" altLang="zh-CN" sz="2000" b="0" i="0" u="none" strike="noStrike" dirty="0">
                <a:solidFill>
                  <a:srgbClr val="4D4D4D"/>
                </a:solidFill>
                <a:effectLst/>
                <a:latin typeface="-apple-system"/>
              </a:rPr>
              <a:t>6 </a:t>
            </a:r>
            <a:r>
              <a:rPr lang="zh-CN" altLang="en-US" sz="2000" b="0" i="0" u="none" strike="noStrike" dirty="0">
                <a:solidFill>
                  <a:srgbClr val="4D4D4D"/>
                </a:solidFill>
                <a:effectLst/>
                <a:latin typeface="-apple-system"/>
              </a:rPr>
              <a:t>行：变量 </a:t>
            </a:r>
            <a:r>
              <a:rPr lang="en" altLang="zh-CN" sz="2000" b="0" i="0" u="none" strike="noStrike" dirty="0">
                <a:solidFill>
                  <a:srgbClr val="4D4D4D"/>
                </a:solidFill>
                <a:effectLst/>
                <a:latin typeface="-apple-system"/>
              </a:rPr>
              <a:t>obj-m </a:t>
            </a:r>
            <a:r>
              <a:rPr lang="zh-CN" altLang="en-US" sz="2000" b="0" i="0" u="none" strike="noStrike" dirty="0">
                <a:solidFill>
                  <a:srgbClr val="4D4D4D"/>
                </a:solidFill>
                <a:effectLst/>
                <a:latin typeface="-apple-system"/>
              </a:rPr>
              <a:t>保存着需要编译成模块的目标文件名 </a:t>
            </a:r>
            <a:endParaRPr lang="en-US" altLang="zh-CN" sz="2000" b="0" i="0" u="none" strike="noStrike" dirty="0">
              <a:solidFill>
                <a:srgbClr val="4D4D4D"/>
              </a:solidFill>
              <a:effectLst/>
              <a:latin typeface="-apple-system"/>
            </a:endParaRPr>
          </a:p>
          <a:p>
            <a:pPr algn="l">
              <a:lnSpc>
                <a:spcPct val="150000"/>
              </a:lnSpc>
              <a:buFont typeface="Arial" panose="020B0604020202020204" pitchFamily="34" charset="0"/>
              <a:buChar char="•"/>
            </a:pPr>
            <a:r>
              <a:rPr lang="zh-CN" altLang="en-US" sz="2000" b="0" i="0" u="none" strike="noStrike" dirty="0">
                <a:solidFill>
                  <a:srgbClr val="4D4D4D"/>
                </a:solidFill>
                <a:effectLst/>
                <a:latin typeface="-apple-system"/>
              </a:rPr>
              <a:t>第 </a:t>
            </a:r>
            <a:r>
              <a:rPr lang="en-US" altLang="zh-CN" sz="2000" b="0" i="0" u="none" strike="noStrike" dirty="0">
                <a:solidFill>
                  <a:srgbClr val="4D4D4D"/>
                </a:solidFill>
                <a:effectLst/>
                <a:latin typeface="-apple-system"/>
              </a:rPr>
              <a:t>8 </a:t>
            </a:r>
            <a:r>
              <a:rPr lang="zh-CN" altLang="en-US" sz="2000" b="0" i="0" u="none" strike="noStrike" dirty="0">
                <a:solidFill>
                  <a:srgbClr val="4D4D4D"/>
                </a:solidFill>
                <a:effectLst/>
                <a:latin typeface="-apple-system"/>
              </a:rPr>
              <a:t>行：“ </a:t>
            </a:r>
            <a:r>
              <a:rPr lang="en-US" altLang="zh-CN" sz="2000" b="0" i="0" u="none" strike="noStrike" dirty="0">
                <a:solidFill>
                  <a:srgbClr val="4D4D4D"/>
                </a:solidFill>
                <a:effectLst/>
                <a:latin typeface="-apple-system"/>
              </a:rPr>
              <a:t>$ (</a:t>
            </a:r>
            <a:r>
              <a:rPr lang="en" altLang="zh-CN" sz="2000" b="0" i="0" u="none" strike="noStrike" dirty="0">
                <a:solidFill>
                  <a:srgbClr val="4D4D4D"/>
                </a:solidFill>
                <a:effectLst/>
                <a:latin typeface="-apple-system"/>
              </a:rPr>
              <a:t>MAKE)modules </a:t>
            </a:r>
            <a:r>
              <a:rPr lang="zh-CN" altLang="en-US" sz="2000" b="0" i="0" u="none" strike="noStrike" dirty="0">
                <a:solidFill>
                  <a:srgbClr val="4D4D4D"/>
                </a:solidFill>
                <a:effectLst/>
                <a:latin typeface="-apple-system"/>
              </a:rPr>
              <a:t>”实际上是执行 </a:t>
            </a:r>
            <a:r>
              <a:rPr lang="en" altLang="zh-CN" sz="2000" b="0" i="0" u="none" strike="noStrike" dirty="0">
                <a:solidFill>
                  <a:srgbClr val="4D4D4D"/>
                </a:solidFill>
                <a:effectLst/>
                <a:latin typeface="-apple-system"/>
              </a:rPr>
              <a:t>Linux </a:t>
            </a:r>
            <a:r>
              <a:rPr lang="zh-CN" altLang="en-US" sz="2000" b="0" i="0" u="none" strike="noStrike" dirty="0">
                <a:solidFill>
                  <a:srgbClr val="4D4D4D"/>
                </a:solidFill>
                <a:effectLst/>
                <a:latin typeface="-apple-system"/>
              </a:rPr>
              <a:t>顶层 </a:t>
            </a:r>
            <a:r>
              <a:rPr lang="en" altLang="zh-CN" sz="2000" b="0" i="0" u="none" strike="noStrike" dirty="0" err="1">
                <a:solidFill>
                  <a:srgbClr val="4D4D4D"/>
                </a:solidFill>
                <a:effectLst/>
                <a:latin typeface="-apple-system"/>
              </a:rPr>
              <a:t>Makefile</a:t>
            </a:r>
            <a:r>
              <a:rPr lang="en" altLang="zh-CN" sz="2000" b="0" i="0" u="none" strike="noStrike" dirty="0">
                <a:solidFill>
                  <a:srgbClr val="4D4D4D"/>
                </a:solidFill>
                <a:effectLst/>
                <a:latin typeface="-apple-system"/>
              </a:rPr>
              <a:t> </a:t>
            </a:r>
            <a:r>
              <a:rPr lang="zh-CN" altLang="en-US" sz="2000" b="0" i="0" u="none" strike="noStrike" dirty="0">
                <a:solidFill>
                  <a:srgbClr val="4D4D4D"/>
                </a:solidFill>
                <a:effectLst/>
                <a:latin typeface="-apple-system"/>
              </a:rPr>
              <a:t>的伪目标 </a:t>
            </a:r>
            <a:r>
              <a:rPr lang="en" altLang="zh-CN" sz="2000" b="0" i="0" u="none" strike="noStrike" dirty="0">
                <a:solidFill>
                  <a:srgbClr val="4D4D4D"/>
                </a:solidFill>
                <a:effectLst/>
                <a:latin typeface="-apple-system"/>
              </a:rPr>
              <a:t>modules</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通过选项“</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C</a:t>
            </a:r>
            <a:r>
              <a:rPr lang="zh-CN" altLang="en-US" sz="2000" b="0" i="0" u="none" strike="noStrike" dirty="0">
                <a:solidFill>
                  <a:srgbClr val="4D4D4D"/>
                </a:solidFill>
                <a:effectLst/>
                <a:latin typeface="-apple-system"/>
              </a:rPr>
              <a:t>”</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可以让 </a:t>
            </a:r>
            <a:r>
              <a:rPr lang="en" altLang="zh-CN" sz="2000" b="0" i="0" u="none" strike="noStrike" dirty="0">
                <a:solidFill>
                  <a:srgbClr val="4D4D4D"/>
                </a:solidFill>
                <a:effectLst/>
                <a:latin typeface="-apple-system"/>
              </a:rPr>
              <a:t>make </a:t>
            </a:r>
            <a:r>
              <a:rPr lang="zh-CN" altLang="en-US" sz="2000" b="0" i="0" u="none" strike="noStrike" dirty="0">
                <a:solidFill>
                  <a:srgbClr val="4D4D4D"/>
                </a:solidFill>
                <a:effectLst/>
                <a:latin typeface="-apple-system"/>
              </a:rPr>
              <a:t>工具跳转到源码目录下读取顶层 </a:t>
            </a:r>
            <a:r>
              <a:rPr lang="en" altLang="zh-CN" sz="2000" b="0" i="0" u="none" strike="noStrike" dirty="0" err="1">
                <a:solidFill>
                  <a:srgbClr val="4D4D4D"/>
                </a:solidFill>
                <a:effectLst/>
                <a:latin typeface="-apple-system"/>
              </a:rPr>
              <a:t>Makefile</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a:t>
            </a:r>
            <a:r>
              <a:rPr lang="zh-CN" altLang="en" sz="2000" b="0" i="0" u="none" strike="noStrike" dirty="0">
                <a:solidFill>
                  <a:srgbClr val="4D4D4D"/>
                </a:solidFill>
                <a:effectLst/>
                <a:latin typeface="-apple-system"/>
              </a:rPr>
              <a:t> </a:t>
            </a:r>
            <a:r>
              <a:rPr lang="en" altLang="zh-CN" sz="2000" b="0" i="0" u="none" strike="noStrike" dirty="0">
                <a:solidFill>
                  <a:srgbClr val="4D4D4D"/>
                </a:solidFill>
                <a:effectLst/>
                <a:latin typeface="-apple-system"/>
              </a:rPr>
              <a:t>M=$(CURDIR)</a:t>
            </a:r>
            <a:r>
              <a:rPr lang="zh-CN" altLang="en-US" sz="2000" b="0" i="0" u="none" strike="noStrike" dirty="0">
                <a:solidFill>
                  <a:srgbClr val="4D4D4D"/>
                </a:solidFill>
                <a:effectLst/>
                <a:latin typeface="-apple-system"/>
              </a:rPr>
              <a:t>”表明返回到当前目录，读取并执行当前目录的 </a:t>
            </a:r>
            <a:r>
              <a:rPr lang="en" altLang="zh-CN" sz="2000" b="0" i="0" u="none" strike="noStrike" dirty="0" err="1">
                <a:solidFill>
                  <a:srgbClr val="4D4D4D"/>
                </a:solidFill>
                <a:effectLst/>
                <a:latin typeface="-apple-system"/>
              </a:rPr>
              <a:t>Makefile</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开始编译内核模块。 </a:t>
            </a:r>
            <a:r>
              <a:rPr lang="en" altLang="zh-CN" sz="2000" b="0" i="0" u="none" strike="noStrike" dirty="0">
                <a:solidFill>
                  <a:srgbClr val="4D4D4D"/>
                </a:solidFill>
                <a:effectLst/>
                <a:latin typeface="-apple-system"/>
              </a:rPr>
              <a:t>CURDIR </a:t>
            </a:r>
            <a:r>
              <a:rPr lang="zh-CN" altLang="en-US" sz="2000" b="0" i="0" u="none" strike="noStrike" dirty="0">
                <a:solidFill>
                  <a:srgbClr val="4D4D4D"/>
                </a:solidFill>
                <a:effectLst/>
                <a:latin typeface="-apple-system"/>
              </a:rPr>
              <a:t>是 </a:t>
            </a:r>
            <a:r>
              <a:rPr lang="en" altLang="zh-CN" sz="2000" b="0" i="0" u="none" strike="noStrike" dirty="0">
                <a:solidFill>
                  <a:srgbClr val="4D4D4D"/>
                </a:solidFill>
                <a:effectLst/>
                <a:latin typeface="-apple-system"/>
              </a:rPr>
              <a:t>make </a:t>
            </a:r>
            <a:r>
              <a:rPr lang="zh-CN" altLang="en-US" sz="2000" b="0" i="0" u="none" strike="noStrike" dirty="0">
                <a:solidFill>
                  <a:srgbClr val="4D4D4D"/>
                </a:solidFill>
                <a:effectLst/>
                <a:latin typeface="-apple-system"/>
              </a:rPr>
              <a:t>的内嵌变量，自动设置为当前目录</a:t>
            </a:r>
            <a:endParaRPr lang="en-US" altLang="zh-CN" sz="18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6" name="图片 5">
            <a:extLst>
              <a:ext uri="{FF2B5EF4-FFF2-40B4-BE49-F238E27FC236}">
                <a16:creationId xmlns:a16="http://schemas.microsoft.com/office/drawing/2014/main" id="{8B4AA0B8-26CC-614B-A234-A05884A6D8B3}"/>
              </a:ext>
            </a:extLst>
          </p:cNvPr>
          <p:cNvPicPr>
            <a:picLocks noChangeAspect="1"/>
          </p:cNvPicPr>
          <p:nvPr/>
        </p:nvPicPr>
        <p:blipFill>
          <a:blip r:embed="rId3"/>
          <a:stretch>
            <a:fillRect/>
          </a:stretch>
        </p:blipFill>
        <p:spPr>
          <a:xfrm>
            <a:off x="5461948" y="1524000"/>
            <a:ext cx="5230503" cy="4274507"/>
          </a:xfrm>
          <a:prstGeom prst="rect">
            <a:avLst/>
          </a:prstGeom>
        </p:spPr>
      </p:pic>
    </p:spTree>
    <p:extLst>
      <p:ext uri="{BB962C8B-B14F-4D97-AF65-F5344CB8AC3E}">
        <p14:creationId xmlns:p14="http://schemas.microsoft.com/office/powerpoint/2010/main" val="3202035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内核模块的编译</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0"/>
            <a:ext cx="8382000" cy="5276588"/>
          </a:xfrm>
        </p:spPr>
        <p:txBody>
          <a:bodyPr>
            <a:normAutofit/>
          </a:bodyPr>
          <a:lstStyle/>
          <a:p>
            <a:pPr algn="l">
              <a:lnSpc>
                <a:spcPct val="150000"/>
              </a:lnSpc>
              <a:buFont typeface="Arial" panose="020B0604020202020204" pitchFamily="34" charset="0"/>
              <a:buChar char="•"/>
            </a:pPr>
            <a:r>
              <a:rPr lang="zh-CN" altLang="en-US" sz="2000" b="0" i="0" u="none" strike="noStrike" dirty="0">
                <a:solidFill>
                  <a:srgbClr val="4D4D4D"/>
                </a:solidFill>
                <a:effectLst/>
                <a:latin typeface="-apple-system"/>
              </a:rPr>
              <a:t>将编写的驱动程序代码放到内核代码同级目录，原因是编译内核驱动模块的时候，驱动程序需要依赖上一小节编译好的内核，</a:t>
            </a:r>
            <a:r>
              <a:rPr lang="en" altLang="zh-CN" sz="2000" b="0" i="0" u="none" strike="noStrike" dirty="0">
                <a:solidFill>
                  <a:srgbClr val="0065B0"/>
                </a:solidFill>
                <a:effectLst/>
                <a:latin typeface="-apple-system"/>
              </a:rPr>
              <a:t>KERNEL_DIR=../../</a:t>
            </a:r>
            <a:r>
              <a:rPr lang="en" altLang="zh-CN" sz="2000" b="0" i="0" u="none" strike="noStrike" dirty="0" err="1">
                <a:solidFill>
                  <a:srgbClr val="0065B0"/>
                </a:solidFill>
                <a:effectLst/>
                <a:latin typeface="-apple-system"/>
              </a:rPr>
              <a:t>ebf</a:t>
            </a:r>
            <a:r>
              <a:rPr lang="en" altLang="zh-CN" sz="2000" b="0" i="0" u="none" strike="noStrike" dirty="0">
                <a:solidFill>
                  <a:srgbClr val="0065B0"/>
                </a:solidFill>
                <a:effectLst/>
                <a:latin typeface="-apple-system"/>
              </a:rPr>
              <a:t>-buster-</a:t>
            </a:r>
            <a:r>
              <a:rPr lang="en" altLang="zh-CN" sz="2000" b="0" i="0" u="none" strike="noStrike" dirty="0" err="1">
                <a:solidFill>
                  <a:srgbClr val="0065B0"/>
                </a:solidFill>
                <a:effectLst/>
                <a:latin typeface="-apple-system"/>
              </a:rPr>
              <a:t>linux</a:t>
            </a:r>
            <a:r>
              <a:rPr lang="zh-CN" altLang="en-US" sz="2000" b="0" i="0" u="none" strike="noStrike" dirty="0">
                <a:solidFill>
                  <a:srgbClr val="4D4D4D"/>
                </a:solidFill>
                <a:effectLst/>
                <a:latin typeface="-apple-system"/>
              </a:rPr>
              <a:t> 标识</a:t>
            </a:r>
            <a:r>
              <a:rPr lang="en" altLang="zh-CN" sz="2000" b="0" i="0" u="none" strike="noStrike" dirty="0" err="1">
                <a:solidFill>
                  <a:srgbClr val="4D4D4D"/>
                </a:solidFill>
                <a:effectLst/>
                <a:latin typeface="-apple-system"/>
              </a:rPr>
              <a:t>linux</a:t>
            </a:r>
            <a:r>
              <a:rPr lang="zh-CN" altLang="en-US" sz="2000" b="0" i="0" u="none" strike="noStrike" dirty="0">
                <a:solidFill>
                  <a:srgbClr val="4D4D4D"/>
                </a:solidFill>
                <a:effectLst/>
                <a:latin typeface="-apple-system"/>
              </a:rPr>
              <a:t>内核的目录</a:t>
            </a:r>
            <a:endParaRPr lang="en-US" altLang="zh-CN" sz="2000" b="0" i="0" u="none" strike="noStrike" dirty="0">
              <a:solidFill>
                <a:srgbClr val="4D4D4D"/>
              </a:solidFill>
              <a:effectLst/>
              <a:latin typeface="-apple-system"/>
            </a:endParaRPr>
          </a:p>
          <a:p>
            <a:pPr algn="l">
              <a:lnSpc>
                <a:spcPct val="150000"/>
              </a:lnSpc>
              <a:buFont typeface="Arial" panose="020B0604020202020204" pitchFamily="34" charset="0"/>
              <a:buChar char="•"/>
            </a:pPr>
            <a:r>
              <a:rPr lang="zh-CN" altLang="en-US" sz="2000" dirty="0">
                <a:solidFill>
                  <a:srgbClr val="4D4D4D"/>
                </a:solidFill>
                <a:latin typeface="-apple-system"/>
              </a:rPr>
              <a:t>编译：</a:t>
            </a:r>
            <a:endParaRPr lang="en-US" altLang="zh-CN" sz="2000" dirty="0">
              <a:solidFill>
                <a:srgbClr val="4D4D4D"/>
              </a:solidFill>
              <a:latin typeface="-apple-system"/>
            </a:endParaRPr>
          </a:p>
          <a:p>
            <a:pPr algn="l">
              <a:lnSpc>
                <a:spcPct val="150000"/>
              </a:lnSpc>
              <a:buFont typeface="Arial" panose="020B0604020202020204" pitchFamily="34" charset="0"/>
              <a:buChar char="•"/>
            </a:pPr>
            <a:endParaRPr lang="en-US" altLang="zh-CN" sz="18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pic>
        <p:nvPicPr>
          <p:cNvPr id="1026" name="Picture 2">
            <a:extLst>
              <a:ext uri="{FF2B5EF4-FFF2-40B4-BE49-F238E27FC236}">
                <a16:creationId xmlns:a16="http://schemas.microsoft.com/office/drawing/2014/main" id="{C0F4143A-ADCA-F445-9410-E064E1EED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3505200"/>
            <a:ext cx="83058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132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内核模块的使用</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0"/>
            <a:ext cx="8382000" cy="5276588"/>
          </a:xfrm>
        </p:spPr>
        <p:txBody>
          <a:bodyPr>
            <a:normAutofit/>
          </a:bodyPr>
          <a:lstStyle/>
          <a:p>
            <a:pPr marL="0" indent="0" algn="l">
              <a:lnSpc>
                <a:spcPct val="150000"/>
              </a:lnSpc>
              <a:buNone/>
            </a:pPr>
            <a:r>
              <a:rPr lang="zh-CN" altLang="en-US" sz="2400" b="1" i="0" u="none" strike="noStrike" dirty="0">
                <a:solidFill>
                  <a:srgbClr val="4D4D4D"/>
                </a:solidFill>
                <a:effectLst/>
                <a:latin typeface="-apple-system"/>
              </a:rPr>
              <a:t>加载模块与卸载模块 </a:t>
            </a:r>
            <a:endParaRPr lang="en-US" altLang="zh-CN" sz="2000" b="1" i="0" u="none" strike="noStrike" dirty="0">
              <a:solidFill>
                <a:srgbClr val="4D4D4D"/>
              </a:solidFill>
              <a:effectLst/>
              <a:latin typeface="-apple-system"/>
            </a:endParaRPr>
          </a:p>
          <a:p>
            <a:pPr algn="l">
              <a:lnSpc>
                <a:spcPct val="150000"/>
              </a:lnSpc>
              <a:buFont typeface="Arial" panose="020B0604020202020204" pitchFamily="34" charset="0"/>
              <a:buChar char="•"/>
            </a:pPr>
            <a:r>
              <a:rPr lang="zh-CN" altLang="en-US" sz="2400" b="0" i="0" u="none" strike="noStrike" dirty="0">
                <a:solidFill>
                  <a:srgbClr val="4D4D4D"/>
                </a:solidFill>
                <a:effectLst/>
                <a:latin typeface="-apple-system"/>
              </a:rPr>
              <a:t>使用 </a:t>
            </a:r>
            <a:r>
              <a:rPr lang="en" altLang="zh-CN" sz="2400" b="0" i="0" u="none" strike="noStrike" dirty="0" err="1">
                <a:solidFill>
                  <a:srgbClr val="4D4D4D"/>
                </a:solidFill>
                <a:effectLst/>
                <a:latin typeface="-apple-system"/>
              </a:rPr>
              <a:t>insmod</a:t>
            </a:r>
            <a:r>
              <a:rPr lang="zh-CN" altLang="en-US" sz="2400" b="0" i="0" u="none" strike="noStrike" dirty="0">
                <a:solidFill>
                  <a:srgbClr val="4D4D4D"/>
                </a:solidFill>
                <a:effectLst/>
                <a:latin typeface="-apple-system"/>
              </a:rPr>
              <a:t>命令加载模块：</a:t>
            </a:r>
            <a:endParaRPr lang="en-US" altLang="zh-CN" sz="2000" b="0" i="0" u="none" strike="noStrike" dirty="0">
              <a:solidFill>
                <a:srgbClr val="4D4D4D"/>
              </a:solidFill>
              <a:effectLst/>
              <a:latin typeface="-apple-system"/>
            </a:endParaRPr>
          </a:p>
          <a:p>
            <a:pPr algn="l">
              <a:lnSpc>
                <a:spcPct val="150000"/>
              </a:lnSpc>
              <a:buFont typeface="Arial" panose="020B0604020202020204" pitchFamily="34" charset="0"/>
              <a:buChar char="•"/>
            </a:pPr>
            <a:endParaRPr lang="en-US" altLang="zh-CN" sz="18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sp>
        <p:nvSpPr>
          <p:cNvPr id="2" name="文本框 1">
            <a:extLst>
              <a:ext uri="{FF2B5EF4-FFF2-40B4-BE49-F238E27FC236}">
                <a16:creationId xmlns:a16="http://schemas.microsoft.com/office/drawing/2014/main" id="{CDE6E663-63E8-044D-BEA7-E537995AFFCA}"/>
              </a:ext>
            </a:extLst>
          </p:cNvPr>
          <p:cNvSpPr txBox="1"/>
          <p:nvPr/>
        </p:nvSpPr>
        <p:spPr>
          <a:xfrm>
            <a:off x="1578279" y="316282"/>
            <a:ext cx="184731" cy="369332"/>
          </a:xfrm>
          <a:prstGeom prst="rect">
            <a:avLst/>
          </a:prstGeom>
          <a:noFill/>
        </p:spPr>
        <p:txBody>
          <a:bodyPr wrap="none" rtlCol="0">
            <a:spAutoFit/>
          </a:bodyPr>
          <a:lstStyle/>
          <a:p>
            <a:endParaRPr kumimoji="1" lang="zh-CN" altLang="en-US" dirty="0"/>
          </a:p>
        </p:txBody>
      </p:sp>
      <p:pic>
        <p:nvPicPr>
          <p:cNvPr id="2050" name="Picture 2">
            <a:extLst>
              <a:ext uri="{FF2B5EF4-FFF2-40B4-BE49-F238E27FC236}">
                <a16:creationId xmlns:a16="http://schemas.microsoft.com/office/drawing/2014/main" id="{C561BF67-ABD9-EA48-8885-76B0236EA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43200"/>
            <a:ext cx="9144000" cy="3897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714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内核模块的使用</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0"/>
            <a:ext cx="8382000" cy="5276588"/>
          </a:xfrm>
        </p:spPr>
        <p:txBody>
          <a:bodyPr>
            <a:normAutofit/>
          </a:bodyPr>
          <a:lstStyle/>
          <a:p>
            <a:pPr algn="l">
              <a:lnSpc>
                <a:spcPct val="150000"/>
              </a:lnSpc>
              <a:buFont typeface="Arial" panose="020B0604020202020204" pitchFamily="34" charset="0"/>
              <a:buChar char="•"/>
            </a:pPr>
            <a:r>
              <a:rPr lang="zh-CN" altLang="en-US" sz="2400" b="0" i="0" u="none" strike="noStrike" dirty="0">
                <a:solidFill>
                  <a:srgbClr val="4D4D4D"/>
                </a:solidFill>
                <a:effectLst/>
                <a:latin typeface="-apple-system"/>
              </a:rPr>
              <a:t>使用 </a:t>
            </a:r>
            <a:r>
              <a:rPr lang="en" altLang="zh-CN" sz="2400" b="0" i="0" u="none" strike="noStrike" dirty="0" err="1">
                <a:solidFill>
                  <a:srgbClr val="4D4D4D"/>
                </a:solidFill>
                <a:effectLst/>
                <a:latin typeface="-apple-system"/>
              </a:rPr>
              <a:t>rmmod</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命令卸载模块：</a:t>
            </a:r>
            <a:endParaRPr lang="en-US" altLang="zh-CN" sz="2400" b="0" i="0" u="none" strike="noStrike" dirty="0">
              <a:solidFill>
                <a:srgbClr val="4D4D4D"/>
              </a:solidFill>
              <a:effectLst/>
              <a:latin typeface="-apple-system"/>
            </a:endParaRPr>
          </a:p>
          <a:p>
            <a:pPr algn="l">
              <a:lnSpc>
                <a:spcPct val="150000"/>
              </a:lnSpc>
              <a:buFont typeface="Arial" panose="020B0604020202020204" pitchFamily="34" charset="0"/>
              <a:buChar char="•"/>
            </a:pPr>
            <a:endParaRPr lang="en-US" altLang="zh-CN" sz="18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sp>
        <p:nvSpPr>
          <p:cNvPr id="2" name="文本框 1">
            <a:extLst>
              <a:ext uri="{FF2B5EF4-FFF2-40B4-BE49-F238E27FC236}">
                <a16:creationId xmlns:a16="http://schemas.microsoft.com/office/drawing/2014/main" id="{CDE6E663-63E8-044D-BEA7-E537995AFFCA}"/>
              </a:ext>
            </a:extLst>
          </p:cNvPr>
          <p:cNvSpPr txBox="1"/>
          <p:nvPr/>
        </p:nvSpPr>
        <p:spPr>
          <a:xfrm>
            <a:off x="1578279" y="316282"/>
            <a:ext cx="184731" cy="369332"/>
          </a:xfrm>
          <a:prstGeom prst="rect">
            <a:avLst/>
          </a:prstGeom>
          <a:noFill/>
        </p:spPr>
        <p:txBody>
          <a:bodyPr wrap="none" rtlCol="0">
            <a:spAutoFit/>
          </a:bodyPr>
          <a:lstStyle/>
          <a:p>
            <a:endParaRPr kumimoji="1" lang="zh-CN" altLang="en-US" dirty="0"/>
          </a:p>
        </p:txBody>
      </p:sp>
      <p:pic>
        <p:nvPicPr>
          <p:cNvPr id="3074" name="Picture 2">
            <a:extLst>
              <a:ext uri="{FF2B5EF4-FFF2-40B4-BE49-F238E27FC236}">
                <a16:creationId xmlns:a16="http://schemas.microsoft.com/office/drawing/2014/main" id="{443CF9C3-306B-E04B-A8B3-05ADDAB992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236" y="2181094"/>
            <a:ext cx="83439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7486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Linux</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内核模块的使用</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5" name="Rectangle 5">
            <a:extLst>
              <a:ext uri="{FF2B5EF4-FFF2-40B4-BE49-F238E27FC236}">
                <a16:creationId xmlns:a16="http://schemas.microsoft.com/office/drawing/2014/main" id="{D3DAFE97-2658-4B9F-B5F3-94483E4DA2A7}"/>
              </a:ext>
            </a:extLst>
          </p:cNvPr>
          <p:cNvSpPr>
            <a:spLocks noGrp="1" noChangeArrowheads="1"/>
          </p:cNvSpPr>
          <p:nvPr>
            <p:ph idx="1"/>
          </p:nvPr>
        </p:nvSpPr>
        <p:spPr>
          <a:xfrm>
            <a:off x="457200" y="1371600"/>
            <a:ext cx="8382000" cy="5276588"/>
          </a:xfrm>
        </p:spPr>
        <p:txBody>
          <a:bodyPr>
            <a:normAutofit/>
          </a:bodyPr>
          <a:lstStyle/>
          <a:p>
            <a:pPr algn="l">
              <a:lnSpc>
                <a:spcPct val="150000"/>
              </a:lnSpc>
              <a:buFont typeface="Arial" panose="020B0604020202020204" pitchFamily="34" charset="0"/>
              <a:buChar char="•"/>
            </a:pPr>
            <a:r>
              <a:rPr lang="en" altLang="zh-CN" sz="2400" b="0" i="0" u="none" strike="noStrike" dirty="0" err="1">
                <a:solidFill>
                  <a:srgbClr val="4D4D4D"/>
                </a:solidFill>
                <a:effectLst/>
                <a:latin typeface="-apple-system"/>
              </a:rPr>
              <a:t>modprobe</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和 </a:t>
            </a:r>
            <a:r>
              <a:rPr lang="en" altLang="zh-CN" sz="2400" b="0" i="0" u="none" strike="noStrike" dirty="0" err="1">
                <a:solidFill>
                  <a:srgbClr val="4D4D4D"/>
                </a:solidFill>
                <a:effectLst/>
                <a:latin typeface="-apple-system"/>
              </a:rPr>
              <a:t>insmod</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具备同样的功能，同样可以将模块加载到内核中</a:t>
            </a:r>
            <a:endParaRPr lang="en-US" altLang="zh-CN" sz="2400" b="0" i="0" u="none" strike="noStrike" dirty="0">
              <a:solidFill>
                <a:srgbClr val="4D4D4D"/>
              </a:solidFill>
              <a:effectLst/>
              <a:latin typeface="-apple-system"/>
            </a:endParaRPr>
          </a:p>
          <a:p>
            <a:pPr algn="l">
              <a:lnSpc>
                <a:spcPct val="150000"/>
              </a:lnSpc>
              <a:buFont typeface="Arial" panose="020B0604020202020204" pitchFamily="34" charset="0"/>
              <a:buChar char="•"/>
            </a:pPr>
            <a:r>
              <a:rPr lang="en" altLang="zh-CN" sz="2400" b="0" i="0" u="none" strike="noStrike" dirty="0" err="1">
                <a:solidFill>
                  <a:srgbClr val="4D4D4D"/>
                </a:solidFill>
                <a:effectLst/>
                <a:latin typeface="-apple-system"/>
              </a:rPr>
              <a:t>modprobe</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还能检查模块之间的依赖关系，并且按照顺序加载这些依赖，相当于按照顺序多次执行 </a:t>
            </a:r>
            <a:r>
              <a:rPr lang="en" altLang="zh-CN" sz="2400" b="0" i="0" u="none" strike="noStrike" dirty="0" err="1">
                <a:solidFill>
                  <a:srgbClr val="4D4D4D"/>
                </a:solidFill>
                <a:effectLst/>
                <a:latin typeface="-apple-system"/>
              </a:rPr>
              <a:t>insmod</a:t>
            </a:r>
            <a:endParaRPr lang="en-US" altLang="zh-CN" sz="2400" b="0" i="0" u="none" strike="noStrike" dirty="0">
              <a:solidFill>
                <a:srgbClr val="4D4D4D"/>
              </a:solidFill>
              <a:effectLst/>
              <a:latin typeface="-apple-system"/>
            </a:endParaRPr>
          </a:p>
          <a:p>
            <a:pPr algn="l">
              <a:lnSpc>
                <a:spcPct val="150000"/>
              </a:lnSpc>
              <a:buFont typeface="Arial" panose="020B0604020202020204" pitchFamily="34" charset="0"/>
              <a:buChar char="•"/>
            </a:pPr>
            <a:r>
              <a:rPr lang="zh-CN" altLang="en-US" sz="2400" b="0" i="0" u="none" strike="noStrike" dirty="0">
                <a:solidFill>
                  <a:srgbClr val="4D4D4D"/>
                </a:solidFill>
                <a:effectLst/>
                <a:latin typeface="-apple-system"/>
              </a:rPr>
              <a:t>通过</a:t>
            </a:r>
            <a:r>
              <a:rPr lang="en" altLang="zh-CN" sz="2400" b="0" i="0" u="none" strike="noStrike" dirty="0" err="1">
                <a:solidFill>
                  <a:srgbClr val="4D4D4D"/>
                </a:solidFill>
                <a:effectLst/>
                <a:latin typeface="-apple-system"/>
              </a:rPr>
              <a:t>modprobe</a:t>
            </a:r>
            <a:r>
              <a:rPr lang="zh-CN" altLang="en-US" sz="2400" b="0" i="0" u="none" strike="noStrike" dirty="0">
                <a:solidFill>
                  <a:srgbClr val="4D4D4D"/>
                </a:solidFill>
                <a:effectLst/>
                <a:latin typeface="-apple-system"/>
              </a:rPr>
              <a:t>加载的模块，可以通过</a:t>
            </a:r>
            <a:r>
              <a:rPr lang="en" altLang="zh-CN" sz="2400" b="0" i="0" u="none" strike="noStrike" dirty="0" err="1">
                <a:solidFill>
                  <a:srgbClr val="4D4D4D"/>
                </a:solidFill>
                <a:effectLst/>
                <a:latin typeface="-apple-system"/>
              </a:rPr>
              <a:t>modprobe</a:t>
            </a:r>
            <a:r>
              <a:rPr lang="zh-CN" altLang="en-US" sz="2400" b="0" i="0" u="none" strike="noStrike" dirty="0">
                <a:solidFill>
                  <a:srgbClr val="4D4D4D"/>
                </a:solidFill>
                <a:effectLst/>
                <a:latin typeface="-apple-system"/>
              </a:rPr>
              <a:t>卸载</a:t>
            </a:r>
            <a:endParaRPr lang="en-US" altLang="zh-CN" sz="2400" b="0" i="0" u="none" strike="noStrike" dirty="0">
              <a:solidFill>
                <a:srgbClr val="4D4D4D"/>
              </a:solidFill>
              <a:effectLst/>
              <a:latin typeface="-apple-system"/>
            </a:endParaRPr>
          </a:p>
          <a:p>
            <a:pPr algn="l">
              <a:lnSpc>
                <a:spcPct val="150000"/>
              </a:lnSpc>
              <a:buFont typeface="Arial" panose="020B0604020202020204" pitchFamily="34" charset="0"/>
              <a:buChar char="•"/>
            </a:pPr>
            <a:r>
              <a:rPr lang="zh-CN" altLang="en-US" sz="2400" b="0" i="0" u="none" strike="noStrike" dirty="0">
                <a:solidFill>
                  <a:srgbClr val="4D4D4D"/>
                </a:solidFill>
                <a:effectLst/>
                <a:latin typeface="-apple-system"/>
              </a:rPr>
              <a:t>模块之间的依赖关系存放在根文件系统的 </a:t>
            </a:r>
            <a:r>
              <a:rPr lang="en-US" altLang="zh-CN" sz="2400" b="0" i="0" u="none" strike="noStrike" dirty="0">
                <a:solidFill>
                  <a:srgbClr val="0065B0"/>
                </a:solidFill>
                <a:effectLst/>
                <a:latin typeface="-apple-system"/>
              </a:rPr>
              <a:t>/</a:t>
            </a:r>
            <a:r>
              <a:rPr lang="en" altLang="zh-CN" sz="2400" b="0" i="0" u="none" strike="noStrike" dirty="0">
                <a:solidFill>
                  <a:srgbClr val="0065B0"/>
                </a:solidFill>
                <a:effectLst/>
                <a:latin typeface="-apple-system"/>
              </a:rPr>
              <a:t>lib/modules//</a:t>
            </a:r>
            <a:r>
              <a:rPr lang="en" altLang="zh-CN" sz="2400" b="0" i="0" u="none" strike="noStrike" dirty="0" err="1">
                <a:solidFill>
                  <a:srgbClr val="0065B0"/>
                </a:solidFill>
                <a:effectLst/>
                <a:latin typeface="-apple-system"/>
              </a:rPr>
              <a:t>modules.dep</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文件中，该文件是在整体编译内核时，由</a:t>
            </a:r>
            <a:r>
              <a:rPr lang="en" altLang="zh-CN" sz="2400" b="0" i="0" u="none" strike="noStrike" dirty="0" err="1">
                <a:solidFill>
                  <a:srgbClr val="4D4D4D"/>
                </a:solidFill>
                <a:effectLst/>
                <a:latin typeface="-apple-system"/>
              </a:rPr>
              <a:t>depmod</a:t>
            </a:r>
            <a:r>
              <a:rPr lang="zh-CN" altLang="en-US" sz="2400" b="0" i="0" u="none" strike="noStrike" dirty="0">
                <a:solidFill>
                  <a:srgbClr val="4D4D4D"/>
                </a:solidFill>
                <a:effectLst/>
                <a:latin typeface="-apple-system"/>
              </a:rPr>
              <a:t>工具生成的</a:t>
            </a:r>
            <a:endParaRPr lang="en-US" altLang="zh-CN" sz="1800" i="0" u="none" strike="noStrike" dirty="0">
              <a:solidFill>
                <a:schemeClr val="tx1"/>
              </a:solidFill>
              <a:effectLst/>
              <a:latin typeface="-apple-system"/>
            </a:endParaRPr>
          </a:p>
        </p:txBody>
      </p:sp>
      <p:sp>
        <p:nvSpPr>
          <p:cNvPr id="3" name="文本框 2">
            <a:extLst>
              <a:ext uri="{FF2B5EF4-FFF2-40B4-BE49-F238E27FC236}">
                <a16:creationId xmlns:a16="http://schemas.microsoft.com/office/drawing/2014/main" id="{CA89D1D1-1230-3E46-B44B-07F1FFEB6457}"/>
              </a:ext>
            </a:extLst>
          </p:cNvPr>
          <p:cNvSpPr txBox="1"/>
          <p:nvPr/>
        </p:nvSpPr>
        <p:spPr>
          <a:xfrm>
            <a:off x="2492679" y="-751562"/>
            <a:ext cx="184731" cy="369332"/>
          </a:xfrm>
          <a:prstGeom prst="rect">
            <a:avLst/>
          </a:prstGeom>
          <a:noFill/>
        </p:spPr>
        <p:txBody>
          <a:bodyPr wrap="none" rtlCol="0">
            <a:spAutoFit/>
          </a:bodyPr>
          <a:lstStyle/>
          <a:p>
            <a:endParaRPr kumimoji="1" lang="zh-CN" altLang="en-US" dirty="0"/>
          </a:p>
        </p:txBody>
      </p:sp>
      <p:sp>
        <p:nvSpPr>
          <p:cNvPr id="2" name="文本框 1">
            <a:extLst>
              <a:ext uri="{FF2B5EF4-FFF2-40B4-BE49-F238E27FC236}">
                <a16:creationId xmlns:a16="http://schemas.microsoft.com/office/drawing/2014/main" id="{CDE6E663-63E8-044D-BEA7-E537995AFFCA}"/>
              </a:ext>
            </a:extLst>
          </p:cNvPr>
          <p:cNvSpPr txBox="1"/>
          <p:nvPr/>
        </p:nvSpPr>
        <p:spPr>
          <a:xfrm>
            <a:off x="1578279" y="316282"/>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1175889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14627</TotalTime>
  <Words>1584</Words>
  <Application>Microsoft Macintosh PowerPoint</Application>
  <PresentationFormat>全屏显示(4:3)</PresentationFormat>
  <Paragraphs>124</Paragraphs>
  <Slides>21</Slides>
  <Notes>16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-apple-system</vt:lpstr>
      <vt:lpstr>PingFang SC</vt:lpstr>
      <vt:lpstr>Arial</vt:lpstr>
      <vt:lpstr>Bebas Neue</vt:lpstr>
      <vt:lpstr>Calibri</vt:lpstr>
      <vt:lpstr>Courier New</vt:lpstr>
      <vt:lpstr>Wingdings</vt:lpstr>
      <vt:lpstr>Office Theme</vt:lpstr>
      <vt:lpstr>Linux驱动开发</vt:lpstr>
      <vt:lpstr>Linux 内核模块</vt:lpstr>
      <vt:lpstr>PowerPoint 演示文稿</vt:lpstr>
      <vt:lpstr>内核</vt:lpstr>
      <vt:lpstr>内核</vt:lpstr>
      <vt:lpstr>内核模块</vt:lpstr>
      <vt:lpstr>内核模块</vt:lpstr>
      <vt:lpstr>Linux 内核模块的工作机制</vt:lpstr>
      <vt:lpstr>内核模块的组成部分</vt:lpstr>
      <vt:lpstr>内核模块的加载过程</vt:lpstr>
      <vt:lpstr>内核模块的加载过程</vt:lpstr>
      <vt:lpstr>模块声明与描述</vt:lpstr>
      <vt:lpstr>模块声明与描述</vt:lpstr>
      <vt:lpstr>模块参数</vt:lpstr>
      <vt:lpstr>导出符号</vt:lpstr>
      <vt:lpstr>Linux内核模块的编译</vt:lpstr>
      <vt:lpstr>Linux内核模块的编译</vt:lpstr>
      <vt:lpstr>Linux内核模块的编译</vt:lpstr>
      <vt:lpstr>Linux内核模块的使用</vt:lpstr>
      <vt:lpstr>Linux内核模块的使用</vt:lpstr>
      <vt:lpstr>Linux内核模块的使用</vt:lpstr>
    </vt:vector>
  </TitlesOfParts>
  <Company>LIME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adrienne.reynolds</dc:creator>
  <cp:lastModifiedBy>CWang-NBU</cp:lastModifiedBy>
  <cp:revision>894</cp:revision>
  <dcterms:created xsi:type="dcterms:W3CDTF">2011-12-26T17:46:32Z</dcterms:created>
  <dcterms:modified xsi:type="dcterms:W3CDTF">2024-05-29T07:38:04Z</dcterms:modified>
</cp:coreProperties>
</file>