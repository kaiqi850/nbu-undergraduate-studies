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handoutMasterIdLst>
    <p:handoutMasterId r:id="rId39"/>
  </p:handoutMasterIdLst>
  <p:sldIdLst>
    <p:sldId id="256" r:id="rId2"/>
    <p:sldId id="414" r:id="rId3"/>
    <p:sldId id="576" r:id="rId4"/>
    <p:sldId id="577" r:id="rId5"/>
    <p:sldId id="578" r:id="rId6"/>
    <p:sldId id="579" r:id="rId7"/>
    <p:sldId id="580" r:id="rId8"/>
    <p:sldId id="581" r:id="rId9"/>
    <p:sldId id="582" r:id="rId10"/>
    <p:sldId id="583" r:id="rId11"/>
    <p:sldId id="584" r:id="rId12"/>
    <p:sldId id="585" r:id="rId13"/>
    <p:sldId id="575" r:id="rId14"/>
    <p:sldId id="530" r:id="rId15"/>
    <p:sldId id="586" r:id="rId16"/>
    <p:sldId id="587" r:id="rId17"/>
    <p:sldId id="588" r:id="rId18"/>
    <p:sldId id="589" r:id="rId19"/>
    <p:sldId id="590" r:id="rId20"/>
    <p:sldId id="592" r:id="rId21"/>
    <p:sldId id="591" r:id="rId22"/>
    <p:sldId id="593" r:id="rId23"/>
    <p:sldId id="594" r:id="rId24"/>
    <p:sldId id="595" r:id="rId25"/>
    <p:sldId id="596" r:id="rId26"/>
    <p:sldId id="597" r:id="rId27"/>
    <p:sldId id="598" r:id="rId28"/>
    <p:sldId id="599" r:id="rId29"/>
    <p:sldId id="601" r:id="rId30"/>
    <p:sldId id="600" r:id="rId31"/>
    <p:sldId id="603" r:id="rId32"/>
    <p:sldId id="604" r:id="rId33"/>
    <p:sldId id="602" r:id="rId34"/>
    <p:sldId id="605" r:id="rId35"/>
    <p:sldId id="606" r:id="rId36"/>
    <p:sldId id="607"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505"/>
    <a:srgbClr val="0065B0"/>
    <a:srgbClr val="EA0000"/>
    <a:srgbClr val="444444"/>
    <a:srgbClr val="0FCED3"/>
    <a:srgbClr val="D60093"/>
    <a:srgbClr val="CC3399"/>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96" autoAdjust="0"/>
    <p:restoredTop sz="79866" autoAdjust="0"/>
  </p:normalViewPr>
  <p:slideViewPr>
    <p:cSldViewPr>
      <p:cViewPr varScale="1">
        <p:scale>
          <a:sx n="75" d="100"/>
          <a:sy n="75" d="100"/>
        </p:scale>
        <p:origin x="2448" y="12"/>
      </p:cViewPr>
      <p:guideLst>
        <p:guide orient="horz" pos="2160"/>
        <p:guide pos="2880"/>
      </p:guideLst>
    </p:cSldViewPr>
  </p:slideViewPr>
  <p:notesTextViewPr>
    <p:cViewPr>
      <p:scale>
        <a:sx n="3" d="2"/>
        <a:sy n="3" d="2"/>
      </p:scale>
      <p:origin x="0" y="0"/>
    </p:cViewPr>
  </p:notesTextViewPr>
  <p:sorterViewPr>
    <p:cViewPr>
      <p:scale>
        <a:sx n="70" d="100"/>
        <a:sy n="70" d="100"/>
      </p:scale>
      <p:origin x="0" y="0"/>
    </p:cViewPr>
  </p:sorterViewPr>
  <p:notesViewPr>
    <p:cSldViewPr>
      <p:cViewPr varScale="1">
        <p:scale>
          <a:sx n="53" d="100"/>
          <a:sy n="53" d="100"/>
        </p:scale>
        <p:origin x="-294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2BABB2A-1528-4AAF-9A21-F4370666C7B2}" type="datetimeFigureOut">
              <a:rPr lang="en-JM" smtClean="0"/>
              <a:pPr/>
              <a:t>13/6/2025</a:t>
            </a:fld>
            <a:endParaRPr lang="en-JM"/>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38927C-AB49-450F-8967-4AD52E2DC3DA}" type="slidenum">
              <a:rPr lang="en-JM" smtClean="0"/>
              <a:pPr/>
              <a:t>‹#›</a:t>
            </a:fld>
            <a:endParaRPr lang="en-JM"/>
          </a:p>
        </p:txBody>
      </p:sp>
    </p:spTree>
    <p:extLst>
      <p:ext uri="{BB962C8B-B14F-4D97-AF65-F5344CB8AC3E}">
        <p14:creationId xmlns:p14="http://schemas.microsoft.com/office/powerpoint/2010/main" val="352751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190015-6979-4CAF-87BC-D33F74A1F261}" type="datetimeFigureOut">
              <a:rPr lang="en-JM" smtClean="0"/>
              <a:pPr/>
              <a:t>12/6/2025</a:t>
            </a:fld>
            <a:endParaRPr lang="en-JM"/>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9CA0D8-6577-48B2-BA77-88519BAFBFDA}" type="slidenum">
              <a:rPr lang="en-JM" smtClean="0"/>
              <a:pPr/>
              <a:t>‹#›</a:t>
            </a:fld>
            <a:endParaRPr lang="en-JM"/>
          </a:p>
        </p:txBody>
      </p:sp>
    </p:spTree>
    <p:extLst>
      <p:ext uri="{BB962C8B-B14F-4D97-AF65-F5344CB8AC3E}">
        <p14:creationId xmlns:p14="http://schemas.microsoft.com/office/powerpoint/2010/main" val="1591203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04040"/>
                </a:solidFill>
                <a:effectLst/>
                <a:latin typeface="Lato" panose="020F0502020204030203" pitchFamily="34" charset="0"/>
              </a:rPr>
              <a:t>只要我们的</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写得够好，所有的这一切，我们只用一个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命令就可以完成，</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命令会自动智能地根据当前的文件修改的情况来确定哪些文件需要重编译，从而自动编译所需要的文件和链接目标程序。</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a:t>
            </a:fld>
            <a:endParaRPr lang="en-JM"/>
          </a:p>
        </p:txBody>
      </p:sp>
    </p:spTree>
    <p:extLst>
      <p:ext uri="{BB962C8B-B14F-4D97-AF65-F5344CB8AC3E}">
        <p14:creationId xmlns:p14="http://schemas.microsoft.com/office/powerpoint/2010/main" val="55402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04040"/>
                </a:solidFill>
                <a:effectLst/>
                <a:latin typeface="Lato" panose="020F0502020204030203" pitchFamily="34" charset="0"/>
              </a:rPr>
              <a:t>只要我们的</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写得够好，所有的这一切，我们只用一个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命令就可以完成，</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命令会自动智能地根据当前的文件修改的情况来确定哪些文件需要重编译，从而自动编译所需要的文件和链接目标程序。</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a:t>
            </a:fld>
            <a:endParaRPr lang="en-JM"/>
          </a:p>
        </p:txBody>
      </p:sp>
    </p:spTree>
    <p:extLst>
      <p:ext uri="{BB962C8B-B14F-4D97-AF65-F5344CB8AC3E}">
        <p14:creationId xmlns:p14="http://schemas.microsoft.com/office/powerpoint/2010/main" val="3509717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sz="1200" b="0" i="0" u="none" strike="noStrike" dirty="0">
                <a:solidFill>
                  <a:srgbClr val="333333"/>
                </a:solidFill>
                <a:effectLst/>
                <a:latin typeface="Helvetica Neue" panose="02000503000000020004" pitchFamily="2" charset="0"/>
              </a:rPr>
              <a:t>本教程关注的是 </a:t>
            </a:r>
            <a:r>
              <a:rPr lang="en" altLang="zh-CN" sz="1200" b="0" i="0" u="none" strike="noStrike" dirty="0">
                <a:solidFill>
                  <a:srgbClr val="333333"/>
                </a:solidFill>
                <a:effectLst/>
                <a:latin typeface="Helvetica Neue" panose="02000503000000020004" pitchFamily="2" charset="0"/>
              </a:rPr>
              <a:t>Bash</a:t>
            </a:r>
            <a:r>
              <a:rPr lang="zh-CN" altLang="en" sz="1200" b="0" i="0" u="none" strike="noStrike" dirty="0">
                <a:solidFill>
                  <a:srgbClr val="333333"/>
                </a:solidFill>
                <a:effectLst/>
                <a:latin typeface="Helvetica Neue" panose="02000503000000020004" pitchFamily="2" charset="0"/>
              </a:rPr>
              <a:t>，</a:t>
            </a:r>
            <a:r>
              <a:rPr lang="zh-CN" altLang="en-US" sz="1200" b="0" i="0" u="none" strike="noStrike" dirty="0">
                <a:solidFill>
                  <a:srgbClr val="333333"/>
                </a:solidFill>
                <a:effectLst/>
                <a:latin typeface="Helvetica Neue" panose="02000503000000020004" pitchFamily="2" charset="0"/>
              </a:rPr>
              <a:t>也就是 </a:t>
            </a:r>
            <a:r>
              <a:rPr lang="en" altLang="zh-CN" sz="1200" b="0" i="0" u="none" strike="noStrike" dirty="0" err="1">
                <a:solidFill>
                  <a:srgbClr val="333333"/>
                </a:solidFill>
                <a:effectLst/>
                <a:latin typeface="Helvetica Neue" panose="02000503000000020004" pitchFamily="2" charset="0"/>
              </a:rPr>
              <a:t>Bourne</a:t>
            </a:r>
            <a:r>
              <a:rPr lang="en" altLang="zh-CN" sz="1200" b="0" i="0" u="none" strike="noStrike" dirty="0">
                <a:solidFill>
                  <a:srgbClr val="333333"/>
                </a:solidFill>
                <a:effectLst/>
                <a:latin typeface="Helvetica Neue" panose="02000503000000020004" pitchFamily="2" charset="0"/>
              </a:rPr>
              <a:t> Again Shell</a:t>
            </a:r>
            <a:r>
              <a:rPr lang="zh-CN" altLang="en" sz="1200" b="0" i="0" u="none" strike="noStrike" dirty="0">
                <a:solidFill>
                  <a:srgbClr val="333333"/>
                </a:solidFill>
                <a:effectLst/>
                <a:latin typeface="Helvetica Neue" panose="02000503000000020004" pitchFamily="2" charset="0"/>
              </a:rPr>
              <a:t>，</a:t>
            </a:r>
            <a:r>
              <a:rPr lang="zh-CN" altLang="en-US" sz="1200" b="0" i="0" u="none" strike="noStrike" dirty="0">
                <a:solidFill>
                  <a:srgbClr val="333333"/>
                </a:solidFill>
                <a:effectLst/>
                <a:latin typeface="Helvetica Neue" panose="02000503000000020004" pitchFamily="2" charset="0"/>
              </a:rPr>
              <a:t>由于易用和免费，</a:t>
            </a:r>
            <a:r>
              <a:rPr lang="en" altLang="zh-CN" sz="1200" b="0" i="0" u="none" strike="noStrike" dirty="0">
                <a:solidFill>
                  <a:srgbClr val="333333"/>
                </a:solidFill>
                <a:effectLst/>
                <a:latin typeface="Helvetica Neue" panose="02000503000000020004" pitchFamily="2" charset="0"/>
              </a:rPr>
              <a:t>Bash </a:t>
            </a:r>
            <a:r>
              <a:rPr lang="zh-CN" altLang="en-US" sz="1200" b="0" i="0" u="none" strike="noStrike" dirty="0">
                <a:solidFill>
                  <a:srgbClr val="333333"/>
                </a:solidFill>
                <a:effectLst/>
                <a:latin typeface="Helvetica Neue" panose="02000503000000020004" pitchFamily="2" charset="0"/>
              </a:rPr>
              <a:t>在日常工作中被广泛使用。同时，</a:t>
            </a:r>
            <a:r>
              <a:rPr lang="en" altLang="zh-CN" sz="1200" b="0" i="0" u="none" strike="noStrike" dirty="0">
                <a:solidFill>
                  <a:srgbClr val="333333"/>
                </a:solidFill>
                <a:effectLst/>
                <a:latin typeface="Helvetica Neue" panose="02000503000000020004" pitchFamily="2" charset="0"/>
              </a:rPr>
              <a:t>Bash </a:t>
            </a:r>
            <a:r>
              <a:rPr lang="zh-CN" altLang="en-US" sz="1200" b="0" i="0" u="none" strike="noStrike" dirty="0">
                <a:solidFill>
                  <a:srgbClr val="333333"/>
                </a:solidFill>
                <a:effectLst/>
                <a:latin typeface="Helvetica Neue" panose="02000503000000020004" pitchFamily="2" charset="0"/>
              </a:rPr>
              <a:t>也是大多数</a:t>
            </a:r>
            <a:r>
              <a:rPr lang="en" altLang="zh-CN" sz="1200" b="0" i="0" u="none" strike="noStrike" dirty="0">
                <a:solidFill>
                  <a:srgbClr val="333333"/>
                </a:solidFill>
                <a:effectLst/>
                <a:latin typeface="Helvetica Neue" panose="02000503000000020004" pitchFamily="2" charset="0"/>
              </a:rPr>
              <a:t>Linux </a:t>
            </a:r>
            <a:r>
              <a:rPr lang="zh-CN" altLang="en-US" sz="1200" b="0" i="0" u="none" strike="noStrike" dirty="0">
                <a:solidFill>
                  <a:srgbClr val="333333"/>
                </a:solidFill>
                <a:effectLst/>
                <a:latin typeface="Helvetica Neue" panose="02000503000000020004" pitchFamily="2" charset="0"/>
              </a:rPr>
              <a:t>系统默认的 </a:t>
            </a:r>
            <a:r>
              <a:rPr lang="en" altLang="zh-CN" sz="1200" b="0" i="0" u="none" strike="noStrike" dirty="0">
                <a:solidFill>
                  <a:srgbClr val="333333"/>
                </a:solidFill>
                <a:effectLst/>
                <a:latin typeface="Helvetica Neue" panose="02000503000000020004" pitchFamily="2" charset="0"/>
              </a:rPr>
              <a:t>Shell</a:t>
            </a:r>
            <a:r>
              <a:rPr lang="zh-CN" altLang="en" sz="1200" b="0" i="0" u="none" strike="noStrike" dirty="0">
                <a:solidFill>
                  <a:srgbClr val="333333"/>
                </a:solidFill>
                <a:effectLst/>
                <a:latin typeface="Helvetica Neue" panose="02000503000000020004" pitchFamily="2" charset="0"/>
              </a:rPr>
              <a:t>。</a:t>
            </a:r>
            <a:br>
              <a:rPr lang="en-US" altLang="zh-CN" sz="1200" b="0" i="0" u="none" strike="noStrike" dirty="0">
                <a:solidFill>
                  <a:srgbClr val="333333"/>
                </a:solidFill>
                <a:effectLst/>
                <a:latin typeface="Helvetica Neue" panose="02000503000000020004" pitchFamily="2" charset="0"/>
              </a:rPr>
            </a:br>
            <a:r>
              <a:rPr lang="zh-CN" altLang="en-US" b="0" i="0" u="none" strike="noStrike" dirty="0">
                <a:solidFill>
                  <a:srgbClr val="333333"/>
                </a:solidFill>
                <a:effectLst/>
                <a:latin typeface="Helvetica Neue" panose="02000503000000020004" pitchFamily="2" charset="0"/>
              </a:rPr>
              <a:t>在一般情况下，人们并不区分 </a:t>
            </a:r>
            <a:r>
              <a:rPr lang="en" altLang="zh-CN" b="0" i="0" u="none" strike="noStrike" dirty="0" err="1">
                <a:solidFill>
                  <a:srgbClr val="333333"/>
                </a:solidFill>
                <a:effectLst/>
                <a:latin typeface="Helvetica Neue" panose="02000503000000020004" pitchFamily="2" charset="0"/>
              </a:rPr>
              <a:t>Bourne</a:t>
            </a:r>
            <a:r>
              <a:rPr lang="en" altLang="zh-CN" b="0" i="0" u="none" strike="noStrike" dirty="0">
                <a:solidFill>
                  <a:srgbClr val="333333"/>
                </a:solidFill>
                <a:effectLst/>
                <a:latin typeface="Helvetica Neue" panose="02000503000000020004" pitchFamily="2" charset="0"/>
              </a:rPr>
              <a:t> Shell </a:t>
            </a:r>
            <a:r>
              <a:rPr lang="zh-CN" altLang="en-US" b="0" i="0" u="none" strike="noStrike" dirty="0">
                <a:solidFill>
                  <a:srgbClr val="333333"/>
                </a:solidFill>
                <a:effectLst/>
                <a:latin typeface="Helvetica Neue" panose="02000503000000020004" pitchFamily="2" charset="0"/>
              </a:rPr>
              <a:t>和 </a:t>
            </a:r>
            <a:r>
              <a:rPr lang="en" altLang="zh-CN" b="0" i="0" u="none" strike="noStrike" dirty="0" err="1">
                <a:solidFill>
                  <a:srgbClr val="333333"/>
                </a:solidFill>
                <a:effectLst/>
                <a:latin typeface="Helvetica Neue" panose="02000503000000020004" pitchFamily="2" charset="0"/>
              </a:rPr>
              <a:t>Bourne</a:t>
            </a:r>
            <a:r>
              <a:rPr lang="en" altLang="zh-CN" b="0" i="0" u="none" strike="noStrike" dirty="0">
                <a:solidFill>
                  <a:srgbClr val="333333"/>
                </a:solidFill>
                <a:effectLst/>
                <a:latin typeface="Helvetica Neue" panose="02000503000000020004" pitchFamily="2" charset="0"/>
              </a:rPr>
              <a:t> Again Shell</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所以，像 </a:t>
            </a:r>
            <a:r>
              <a:rPr lang="en-US" altLang="zh-CN" b="1" i="0" u="none" strike="noStrike" dirty="0">
                <a:solidFill>
                  <a:srgbClr val="333333"/>
                </a:solidFill>
                <a:effectLst/>
                <a:latin typeface="Helvetica Neue" panose="02000503000000020004" pitchFamily="2" charset="0"/>
              </a:rPr>
              <a:t>#!/</a:t>
            </a:r>
            <a:r>
              <a:rPr lang="en" altLang="zh-CN" b="1" i="0" u="none" strike="noStrike" dirty="0">
                <a:solidFill>
                  <a:srgbClr val="333333"/>
                </a:solidFill>
                <a:effectLst/>
                <a:latin typeface="Helvetica Neue" panose="02000503000000020004" pitchFamily="2" charset="0"/>
              </a:rPr>
              <a:t>bin/</a:t>
            </a:r>
            <a:r>
              <a:rPr lang="en" altLang="zh-CN" b="1" i="0" u="none" strike="noStrike" dirty="0" err="1">
                <a:solidFill>
                  <a:srgbClr val="333333"/>
                </a:solidFill>
                <a:effectLst/>
                <a:latin typeface="Helvetica Neue" panose="02000503000000020004" pitchFamily="2" charset="0"/>
              </a:rPr>
              <a: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它同样也可以改为 </a:t>
            </a:r>
            <a:r>
              <a:rPr lang="en-US" altLang="zh-CN" b="1" i="0" u="none" strike="noStrike" dirty="0">
                <a:solidFill>
                  <a:srgbClr val="333333"/>
                </a:solidFill>
                <a:effectLst/>
                <a:latin typeface="Helvetica Neue" panose="02000503000000020004" pitchFamily="2" charset="0"/>
              </a:rPr>
              <a:t>#!/</a:t>
            </a:r>
            <a:r>
              <a:rPr lang="en" altLang="zh-CN" b="1" i="0" u="none" strike="noStrike" dirty="0">
                <a:solidFill>
                  <a:srgbClr val="333333"/>
                </a:solidFill>
                <a:effectLst/>
                <a:latin typeface="Helvetica Neue" panose="02000503000000020004" pitchFamily="2" charset="0"/>
              </a:rPr>
              <a:t>bin/bash</a:t>
            </a:r>
            <a:r>
              <a:rPr lang="zh-CN" altLang="en" b="0" i="0" u="none" strike="noStrike" dirty="0">
                <a:solidFill>
                  <a:srgbClr val="333333"/>
                </a:solidFill>
                <a:effectLst/>
                <a:latin typeface="Helvetica Neue" panose="02000503000000020004" pitchFamily="2" charset="0"/>
              </a:rPr>
              <a:t>。</a:t>
            </a:r>
          </a:p>
          <a:p>
            <a:pPr algn="l" latinLnBrk="1"/>
            <a:r>
              <a:rPr lang="en" altLang="zh-CN" b="1" i="0" u="none" strike="noStrike" dirty="0">
                <a:solidFill>
                  <a:srgbClr val="333333"/>
                </a:solidFill>
                <a:effectLst/>
                <a:latin typeface="SFMono-Regular"/>
              </a:rPr>
              <a:t>#!</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告诉系统其后路径所指定的程序即是解释此脚本文件的 </a:t>
            </a:r>
            <a:r>
              <a:rPr lang="en" altLang="zh-CN" b="0" i="0" u="none" strike="noStrike" dirty="0">
                <a:solidFill>
                  <a:srgbClr val="333333"/>
                </a:solidFill>
                <a:effectLst/>
                <a:latin typeface="Helvetica Neue" panose="02000503000000020004" pitchFamily="2" charset="0"/>
              </a:rPr>
              <a:t>Shell </a:t>
            </a:r>
            <a:r>
              <a:rPr lang="zh-CN" altLang="en-US" b="0" i="0" u="none" strike="noStrike" dirty="0">
                <a:solidFill>
                  <a:srgbClr val="333333"/>
                </a:solidFill>
                <a:effectLst/>
                <a:latin typeface="Helvetica Neue" panose="02000503000000020004" pitchFamily="2" charset="0"/>
              </a:rPr>
              <a:t>程序。</a:t>
            </a:r>
          </a:p>
          <a:p>
            <a:pPr algn="l" latinLnBrk="1"/>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a:t>
            </a:fld>
            <a:endParaRPr lang="en-JM"/>
          </a:p>
        </p:txBody>
      </p:sp>
    </p:spTree>
    <p:extLst>
      <p:ext uri="{BB962C8B-B14F-4D97-AF65-F5344CB8AC3E}">
        <p14:creationId xmlns:p14="http://schemas.microsoft.com/office/powerpoint/2010/main" val="2028929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sz="1200" b="0" i="0" u="none" strike="noStrike" dirty="0">
                <a:solidFill>
                  <a:srgbClr val="333333"/>
                </a:solidFill>
                <a:effectLst/>
                <a:latin typeface="Helvetica Neue" panose="02000503000000020004" pitchFamily="2" charset="0"/>
              </a:rPr>
              <a:t>本教程关注的是 </a:t>
            </a:r>
            <a:r>
              <a:rPr lang="en" altLang="zh-CN" sz="1200" b="0" i="0" u="none" strike="noStrike" dirty="0">
                <a:solidFill>
                  <a:srgbClr val="333333"/>
                </a:solidFill>
                <a:effectLst/>
                <a:latin typeface="Helvetica Neue" panose="02000503000000020004" pitchFamily="2" charset="0"/>
              </a:rPr>
              <a:t>Bash</a:t>
            </a:r>
            <a:r>
              <a:rPr lang="zh-CN" altLang="en" sz="1200" b="0" i="0" u="none" strike="noStrike" dirty="0">
                <a:solidFill>
                  <a:srgbClr val="333333"/>
                </a:solidFill>
                <a:effectLst/>
                <a:latin typeface="Helvetica Neue" panose="02000503000000020004" pitchFamily="2" charset="0"/>
              </a:rPr>
              <a:t>，</a:t>
            </a:r>
            <a:r>
              <a:rPr lang="zh-CN" altLang="en-US" sz="1200" b="0" i="0" u="none" strike="noStrike" dirty="0">
                <a:solidFill>
                  <a:srgbClr val="333333"/>
                </a:solidFill>
                <a:effectLst/>
                <a:latin typeface="Helvetica Neue" panose="02000503000000020004" pitchFamily="2" charset="0"/>
              </a:rPr>
              <a:t>也就是 </a:t>
            </a:r>
            <a:r>
              <a:rPr lang="en" altLang="zh-CN" sz="1200" b="0" i="0" u="none" strike="noStrike" dirty="0" err="1">
                <a:solidFill>
                  <a:srgbClr val="333333"/>
                </a:solidFill>
                <a:effectLst/>
                <a:latin typeface="Helvetica Neue" panose="02000503000000020004" pitchFamily="2" charset="0"/>
              </a:rPr>
              <a:t>Bourne</a:t>
            </a:r>
            <a:r>
              <a:rPr lang="en" altLang="zh-CN" sz="1200" b="0" i="0" u="none" strike="noStrike" dirty="0">
                <a:solidFill>
                  <a:srgbClr val="333333"/>
                </a:solidFill>
                <a:effectLst/>
                <a:latin typeface="Helvetica Neue" panose="02000503000000020004" pitchFamily="2" charset="0"/>
              </a:rPr>
              <a:t> Again Shell</a:t>
            </a:r>
            <a:r>
              <a:rPr lang="zh-CN" altLang="en" sz="1200" b="0" i="0" u="none" strike="noStrike" dirty="0">
                <a:solidFill>
                  <a:srgbClr val="333333"/>
                </a:solidFill>
                <a:effectLst/>
                <a:latin typeface="Helvetica Neue" panose="02000503000000020004" pitchFamily="2" charset="0"/>
              </a:rPr>
              <a:t>，</a:t>
            </a:r>
            <a:r>
              <a:rPr lang="zh-CN" altLang="en-US" sz="1200" b="0" i="0" u="none" strike="noStrike" dirty="0">
                <a:solidFill>
                  <a:srgbClr val="333333"/>
                </a:solidFill>
                <a:effectLst/>
                <a:latin typeface="Helvetica Neue" panose="02000503000000020004" pitchFamily="2" charset="0"/>
              </a:rPr>
              <a:t>由于易用和免费，</a:t>
            </a:r>
            <a:r>
              <a:rPr lang="en" altLang="zh-CN" sz="1200" b="0" i="0" u="none" strike="noStrike" dirty="0">
                <a:solidFill>
                  <a:srgbClr val="333333"/>
                </a:solidFill>
                <a:effectLst/>
                <a:latin typeface="Helvetica Neue" panose="02000503000000020004" pitchFamily="2" charset="0"/>
              </a:rPr>
              <a:t>Bash </a:t>
            </a:r>
            <a:r>
              <a:rPr lang="zh-CN" altLang="en-US" sz="1200" b="0" i="0" u="none" strike="noStrike" dirty="0">
                <a:solidFill>
                  <a:srgbClr val="333333"/>
                </a:solidFill>
                <a:effectLst/>
                <a:latin typeface="Helvetica Neue" panose="02000503000000020004" pitchFamily="2" charset="0"/>
              </a:rPr>
              <a:t>在日常工作中被广泛使用。同时，</a:t>
            </a:r>
            <a:r>
              <a:rPr lang="en" altLang="zh-CN" sz="1200" b="0" i="0" u="none" strike="noStrike" dirty="0">
                <a:solidFill>
                  <a:srgbClr val="333333"/>
                </a:solidFill>
                <a:effectLst/>
                <a:latin typeface="Helvetica Neue" panose="02000503000000020004" pitchFamily="2" charset="0"/>
              </a:rPr>
              <a:t>Bash </a:t>
            </a:r>
            <a:r>
              <a:rPr lang="zh-CN" altLang="en-US" sz="1200" b="0" i="0" u="none" strike="noStrike" dirty="0">
                <a:solidFill>
                  <a:srgbClr val="333333"/>
                </a:solidFill>
                <a:effectLst/>
                <a:latin typeface="Helvetica Neue" panose="02000503000000020004" pitchFamily="2" charset="0"/>
              </a:rPr>
              <a:t>也是大多数</a:t>
            </a:r>
            <a:r>
              <a:rPr lang="en" altLang="zh-CN" sz="1200" b="0" i="0" u="none" strike="noStrike" dirty="0">
                <a:solidFill>
                  <a:srgbClr val="333333"/>
                </a:solidFill>
                <a:effectLst/>
                <a:latin typeface="Helvetica Neue" panose="02000503000000020004" pitchFamily="2" charset="0"/>
              </a:rPr>
              <a:t>Linux </a:t>
            </a:r>
            <a:r>
              <a:rPr lang="zh-CN" altLang="en-US" sz="1200" b="0" i="0" u="none" strike="noStrike" dirty="0">
                <a:solidFill>
                  <a:srgbClr val="333333"/>
                </a:solidFill>
                <a:effectLst/>
                <a:latin typeface="Helvetica Neue" panose="02000503000000020004" pitchFamily="2" charset="0"/>
              </a:rPr>
              <a:t>系统默认的 </a:t>
            </a:r>
            <a:r>
              <a:rPr lang="en" altLang="zh-CN" sz="1200" b="0" i="0" u="none" strike="noStrike" dirty="0">
                <a:solidFill>
                  <a:srgbClr val="333333"/>
                </a:solidFill>
                <a:effectLst/>
                <a:latin typeface="Helvetica Neue" panose="02000503000000020004" pitchFamily="2" charset="0"/>
              </a:rPr>
              <a:t>Shell</a:t>
            </a:r>
            <a:r>
              <a:rPr lang="zh-CN" altLang="en" sz="1200" b="0" i="0" u="none" strike="noStrike" dirty="0">
                <a:solidFill>
                  <a:srgbClr val="333333"/>
                </a:solidFill>
                <a:effectLst/>
                <a:latin typeface="Helvetica Neue" panose="02000503000000020004" pitchFamily="2" charset="0"/>
              </a:rPr>
              <a:t>。</a:t>
            </a:r>
            <a:br>
              <a:rPr lang="en-US" altLang="zh-CN" sz="1200" b="0" i="0" u="none" strike="noStrike" dirty="0">
                <a:solidFill>
                  <a:srgbClr val="333333"/>
                </a:solidFill>
                <a:effectLst/>
                <a:latin typeface="Helvetica Neue" panose="02000503000000020004" pitchFamily="2" charset="0"/>
              </a:rPr>
            </a:br>
            <a:r>
              <a:rPr lang="zh-CN" altLang="en-US" b="0" i="0" u="none" strike="noStrike" dirty="0">
                <a:solidFill>
                  <a:srgbClr val="333333"/>
                </a:solidFill>
                <a:effectLst/>
                <a:latin typeface="Helvetica Neue" panose="02000503000000020004" pitchFamily="2" charset="0"/>
              </a:rPr>
              <a:t>在一般情况下，人们并不区分 </a:t>
            </a:r>
            <a:r>
              <a:rPr lang="en" altLang="zh-CN" b="0" i="0" u="none" strike="noStrike" dirty="0" err="1">
                <a:solidFill>
                  <a:srgbClr val="333333"/>
                </a:solidFill>
                <a:effectLst/>
                <a:latin typeface="Helvetica Neue" panose="02000503000000020004" pitchFamily="2" charset="0"/>
              </a:rPr>
              <a:t>Bourne</a:t>
            </a:r>
            <a:r>
              <a:rPr lang="en" altLang="zh-CN" b="0" i="0" u="none" strike="noStrike" dirty="0">
                <a:solidFill>
                  <a:srgbClr val="333333"/>
                </a:solidFill>
                <a:effectLst/>
                <a:latin typeface="Helvetica Neue" panose="02000503000000020004" pitchFamily="2" charset="0"/>
              </a:rPr>
              <a:t> Shell </a:t>
            </a:r>
            <a:r>
              <a:rPr lang="zh-CN" altLang="en-US" b="0" i="0" u="none" strike="noStrike" dirty="0">
                <a:solidFill>
                  <a:srgbClr val="333333"/>
                </a:solidFill>
                <a:effectLst/>
                <a:latin typeface="Helvetica Neue" panose="02000503000000020004" pitchFamily="2" charset="0"/>
              </a:rPr>
              <a:t>和 </a:t>
            </a:r>
            <a:r>
              <a:rPr lang="en" altLang="zh-CN" b="0" i="0" u="none" strike="noStrike" dirty="0" err="1">
                <a:solidFill>
                  <a:srgbClr val="333333"/>
                </a:solidFill>
                <a:effectLst/>
                <a:latin typeface="Helvetica Neue" panose="02000503000000020004" pitchFamily="2" charset="0"/>
              </a:rPr>
              <a:t>Bourne</a:t>
            </a:r>
            <a:r>
              <a:rPr lang="en" altLang="zh-CN" b="0" i="0" u="none" strike="noStrike" dirty="0">
                <a:solidFill>
                  <a:srgbClr val="333333"/>
                </a:solidFill>
                <a:effectLst/>
                <a:latin typeface="Helvetica Neue" panose="02000503000000020004" pitchFamily="2" charset="0"/>
              </a:rPr>
              <a:t> Again Shell</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所以，像 </a:t>
            </a:r>
            <a:r>
              <a:rPr lang="en-US" altLang="zh-CN" b="1" i="0" u="none" strike="noStrike" dirty="0">
                <a:solidFill>
                  <a:srgbClr val="333333"/>
                </a:solidFill>
                <a:effectLst/>
                <a:latin typeface="Helvetica Neue" panose="02000503000000020004" pitchFamily="2" charset="0"/>
              </a:rPr>
              <a:t>#!/</a:t>
            </a:r>
            <a:r>
              <a:rPr lang="en" altLang="zh-CN" b="1" i="0" u="none" strike="noStrike" dirty="0">
                <a:solidFill>
                  <a:srgbClr val="333333"/>
                </a:solidFill>
                <a:effectLst/>
                <a:latin typeface="Helvetica Neue" panose="02000503000000020004" pitchFamily="2" charset="0"/>
              </a:rPr>
              <a:t>bin/</a:t>
            </a:r>
            <a:r>
              <a:rPr lang="en" altLang="zh-CN" b="1" i="0" u="none" strike="noStrike" dirty="0" err="1">
                <a:solidFill>
                  <a:srgbClr val="333333"/>
                </a:solidFill>
                <a:effectLst/>
                <a:latin typeface="Helvetica Neue" panose="02000503000000020004" pitchFamily="2" charset="0"/>
              </a:rPr>
              <a: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它同样也可以改为 </a:t>
            </a:r>
            <a:r>
              <a:rPr lang="en-US" altLang="zh-CN" b="1" i="0" u="none" strike="noStrike" dirty="0">
                <a:solidFill>
                  <a:srgbClr val="333333"/>
                </a:solidFill>
                <a:effectLst/>
                <a:latin typeface="Helvetica Neue" panose="02000503000000020004" pitchFamily="2" charset="0"/>
              </a:rPr>
              <a:t>#!/</a:t>
            </a:r>
            <a:r>
              <a:rPr lang="en" altLang="zh-CN" b="1" i="0" u="none" strike="noStrike" dirty="0">
                <a:solidFill>
                  <a:srgbClr val="333333"/>
                </a:solidFill>
                <a:effectLst/>
                <a:latin typeface="Helvetica Neue" panose="02000503000000020004" pitchFamily="2" charset="0"/>
              </a:rPr>
              <a:t>bin/bash</a:t>
            </a:r>
            <a:r>
              <a:rPr lang="zh-CN" altLang="en" b="0" i="0" u="none" strike="noStrike" dirty="0">
                <a:solidFill>
                  <a:srgbClr val="333333"/>
                </a:solidFill>
                <a:effectLst/>
                <a:latin typeface="Helvetica Neue" panose="02000503000000020004" pitchFamily="2" charset="0"/>
              </a:rPr>
              <a:t>。</a:t>
            </a:r>
          </a:p>
          <a:p>
            <a:pPr algn="l" latinLnBrk="1"/>
            <a:r>
              <a:rPr lang="en" altLang="zh-CN" b="1" i="0" u="none" strike="noStrike" dirty="0">
                <a:solidFill>
                  <a:srgbClr val="333333"/>
                </a:solidFill>
                <a:effectLst/>
                <a:latin typeface="SFMono-Regular"/>
              </a:rPr>
              <a:t>#!</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告诉系统其后路径所指定的程序即是解释此脚本文件的 </a:t>
            </a:r>
            <a:r>
              <a:rPr lang="en" altLang="zh-CN" b="0" i="0" u="none" strike="noStrike" dirty="0">
                <a:solidFill>
                  <a:srgbClr val="333333"/>
                </a:solidFill>
                <a:effectLst/>
                <a:latin typeface="Helvetica Neue" panose="02000503000000020004" pitchFamily="2" charset="0"/>
              </a:rPr>
              <a:t>Shell </a:t>
            </a:r>
            <a:r>
              <a:rPr lang="zh-CN" altLang="en-US" b="0" i="0" u="none" strike="noStrike">
                <a:solidFill>
                  <a:srgbClr val="333333"/>
                </a:solidFill>
                <a:effectLst/>
                <a:latin typeface="Helvetica Neue" panose="02000503000000020004" pitchFamily="2" charset="0"/>
              </a:rPr>
              <a:t>程序。</a:t>
            </a:r>
          </a:p>
          <a:p>
            <a:pPr algn="l" latinLnBrk="1"/>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5</a:t>
            </a:fld>
            <a:endParaRPr lang="en-JM"/>
          </a:p>
        </p:txBody>
      </p:sp>
    </p:spTree>
    <p:extLst>
      <p:ext uri="{BB962C8B-B14F-4D97-AF65-F5344CB8AC3E}">
        <p14:creationId xmlns:p14="http://schemas.microsoft.com/office/powerpoint/2010/main" val="2055864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u="none" strike="noStrike" dirty="0">
                <a:solidFill>
                  <a:srgbClr val="333333"/>
                </a:solidFill>
                <a:effectLst/>
                <a:latin typeface="Helvetica Neue" panose="02000503000000020004" pitchFamily="2" charset="0"/>
              </a:rPr>
              <a:t>注意，一定要写成 </a:t>
            </a:r>
            <a:r>
              <a:rPr lang="en-US" altLang="zh-CN" b="1" i="0" u="none" strike="noStrike" dirty="0">
                <a:solidFill>
                  <a:srgbClr val="333333"/>
                </a:solidFill>
                <a:effectLst/>
                <a:latin typeface="SFMono-Regular"/>
              </a:rPr>
              <a:t>./</a:t>
            </a:r>
            <a:r>
              <a:rPr lang="en" altLang="zh-CN" b="1" i="0" u="none" strike="noStrike" dirty="0" err="1">
                <a:solidFill>
                  <a:srgbClr val="333333"/>
                </a:solidFill>
                <a:effectLst/>
                <a:latin typeface="SFMono-Regular"/>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而不是 </a:t>
            </a:r>
            <a:r>
              <a:rPr lang="en" altLang="zh-CN" b="1"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运行其它二进制的程序也一样，直接写 </a:t>
            </a:r>
            <a:r>
              <a:rPr lang="en" altLang="zh-CN" b="0"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linux</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系统会去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里寻找有没有叫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的，而只有 </a:t>
            </a:r>
            <a:r>
              <a:rPr lang="en-US" altLang="zh-C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bin, /</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/bin</a:t>
            </a:r>
            <a:r>
              <a:rPr lang="zh-CN" altLang="e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等在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里，你的当前目录通常不在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里，所以写成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是会找不到命令的，要用 </a:t>
            </a:r>
            <a:r>
              <a:rPr lang="en-US"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告诉系统说，就在当前目录找。</a:t>
            </a:r>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6</a:t>
            </a:fld>
            <a:endParaRPr lang="en-JM"/>
          </a:p>
        </p:txBody>
      </p:sp>
    </p:spTree>
    <p:extLst>
      <p:ext uri="{BB962C8B-B14F-4D97-AF65-F5344CB8AC3E}">
        <p14:creationId xmlns:p14="http://schemas.microsoft.com/office/powerpoint/2010/main" val="2842496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u="none" strike="noStrike" dirty="0">
                <a:solidFill>
                  <a:srgbClr val="333333"/>
                </a:solidFill>
                <a:effectLst/>
                <a:latin typeface="Helvetica Neue" panose="02000503000000020004" pitchFamily="2" charset="0"/>
              </a:rPr>
              <a:t>注意，一定要写成 </a:t>
            </a:r>
            <a:r>
              <a:rPr lang="en-US" altLang="zh-CN" b="1" i="0" u="none" strike="noStrike" dirty="0">
                <a:solidFill>
                  <a:srgbClr val="333333"/>
                </a:solidFill>
                <a:effectLst/>
                <a:latin typeface="SFMono-Regular"/>
              </a:rPr>
              <a:t>./</a:t>
            </a:r>
            <a:r>
              <a:rPr lang="en" altLang="zh-CN" b="1" i="0" u="none" strike="noStrike" dirty="0" err="1">
                <a:solidFill>
                  <a:srgbClr val="333333"/>
                </a:solidFill>
                <a:effectLst/>
                <a:latin typeface="SFMono-Regular"/>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而不是 </a:t>
            </a:r>
            <a:r>
              <a:rPr lang="en" altLang="zh-CN" b="1"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运行其它二进制的程序也一样，直接写 </a:t>
            </a:r>
            <a:r>
              <a:rPr lang="en" altLang="zh-CN" b="0"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linux</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系统会去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里寻找有没有叫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的，而只有 </a:t>
            </a:r>
            <a:r>
              <a:rPr lang="en-US" altLang="zh-C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bin, /</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/bin</a:t>
            </a:r>
            <a:r>
              <a:rPr lang="zh-CN" altLang="e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等在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里，你的当前目录通常不在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里，所以写成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是会找不到命令的，要用 </a:t>
            </a:r>
            <a:r>
              <a:rPr lang="en-US"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a:solidFill>
                  <a:srgbClr val="333333"/>
                </a:solidFill>
                <a:effectLst/>
                <a:latin typeface="Helvetica Neue" panose="02000503000000020004" pitchFamily="2" charset="0"/>
              </a:rPr>
              <a:t>告诉系统说，就在当前目录找。</a:t>
            </a:r>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7</a:t>
            </a:fld>
            <a:endParaRPr lang="en-JM"/>
          </a:p>
        </p:txBody>
      </p:sp>
    </p:spTree>
    <p:extLst>
      <p:ext uri="{BB962C8B-B14F-4D97-AF65-F5344CB8AC3E}">
        <p14:creationId xmlns:p14="http://schemas.microsoft.com/office/powerpoint/2010/main" val="3467050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u="none" strike="noStrike" dirty="0">
                <a:solidFill>
                  <a:srgbClr val="333333"/>
                </a:solidFill>
                <a:effectLst/>
                <a:latin typeface="Helvetica Neue" panose="02000503000000020004" pitchFamily="2" charset="0"/>
              </a:rPr>
              <a:t>注意，一定要写成 </a:t>
            </a:r>
            <a:r>
              <a:rPr lang="en-US" altLang="zh-CN" b="1" i="0" u="none" strike="noStrike" dirty="0">
                <a:solidFill>
                  <a:srgbClr val="333333"/>
                </a:solidFill>
                <a:effectLst/>
                <a:latin typeface="SFMono-Regular"/>
              </a:rPr>
              <a:t>./</a:t>
            </a:r>
            <a:r>
              <a:rPr lang="en" altLang="zh-CN" b="1" i="0" u="none" strike="noStrike" dirty="0" err="1">
                <a:solidFill>
                  <a:srgbClr val="333333"/>
                </a:solidFill>
                <a:effectLst/>
                <a:latin typeface="SFMono-Regular"/>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而不是 </a:t>
            </a:r>
            <a:r>
              <a:rPr lang="en" altLang="zh-CN" b="1"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运行其它二进制的程序也一样，直接写 </a:t>
            </a:r>
            <a:r>
              <a:rPr lang="en" altLang="zh-CN" b="0"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linux</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系统会去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里寻找有没有叫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的，而只有 </a:t>
            </a:r>
            <a:r>
              <a:rPr lang="en-US" altLang="zh-C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bin, /</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/bin</a:t>
            </a:r>
            <a:r>
              <a:rPr lang="zh-CN" altLang="e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等在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里，你的当前目录通常不在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里，所以写成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是会找不到命令的，要用 </a:t>
            </a:r>
            <a:r>
              <a:rPr lang="en-US"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a:solidFill>
                  <a:srgbClr val="333333"/>
                </a:solidFill>
                <a:effectLst/>
                <a:latin typeface="Helvetica Neue" panose="02000503000000020004" pitchFamily="2" charset="0"/>
              </a:rPr>
              <a:t>告诉系统说，就在当前目录找。</a:t>
            </a:r>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8</a:t>
            </a:fld>
            <a:endParaRPr lang="en-JM"/>
          </a:p>
        </p:txBody>
      </p:sp>
    </p:spTree>
    <p:extLst>
      <p:ext uri="{BB962C8B-B14F-4D97-AF65-F5344CB8AC3E}">
        <p14:creationId xmlns:p14="http://schemas.microsoft.com/office/powerpoint/2010/main" val="3550199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u="none" strike="noStrike" dirty="0">
                <a:solidFill>
                  <a:srgbClr val="333333"/>
                </a:solidFill>
                <a:effectLst/>
                <a:latin typeface="Helvetica Neue" panose="02000503000000020004" pitchFamily="2" charset="0"/>
              </a:rPr>
              <a:t>注意，一定要写成 </a:t>
            </a:r>
            <a:r>
              <a:rPr lang="en-US" altLang="zh-CN" b="1" i="0" u="none" strike="noStrike" dirty="0">
                <a:solidFill>
                  <a:srgbClr val="333333"/>
                </a:solidFill>
                <a:effectLst/>
                <a:latin typeface="SFMono-Regular"/>
              </a:rPr>
              <a:t>./</a:t>
            </a:r>
            <a:r>
              <a:rPr lang="en" altLang="zh-CN" b="1" i="0" u="none" strike="noStrike" dirty="0" err="1">
                <a:solidFill>
                  <a:srgbClr val="333333"/>
                </a:solidFill>
                <a:effectLst/>
                <a:latin typeface="SFMono-Regular"/>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而不是 </a:t>
            </a:r>
            <a:r>
              <a:rPr lang="en" altLang="zh-CN" b="1"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运行其它二进制的程序也一样，直接写 </a:t>
            </a:r>
            <a:r>
              <a:rPr lang="en" altLang="zh-CN" b="0"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linux</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系统会去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里寻找有没有叫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的，而只有 </a:t>
            </a:r>
            <a:r>
              <a:rPr lang="en-US" altLang="zh-C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bin, /</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/bin</a:t>
            </a:r>
            <a:r>
              <a:rPr lang="zh-CN" altLang="e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等在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里，你的当前目录通常不在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里，所以写成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是会找不到命令的，要用 </a:t>
            </a:r>
            <a:r>
              <a:rPr lang="en-US"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a:solidFill>
                  <a:srgbClr val="333333"/>
                </a:solidFill>
                <a:effectLst/>
                <a:latin typeface="Helvetica Neue" panose="02000503000000020004" pitchFamily="2" charset="0"/>
              </a:rPr>
              <a:t>告诉系统说，就在当前目录找。</a:t>
            </a:r>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9</a:t>
            </a:fld>
            <a:endParaRPr lang="en-JM"/>
          </a:p>
        </p:txBody>
      </p:sp>
    </p:spTree>
    <p:extLst>
      <p:ext uri="{BB962C8B-B14F-4D97-AF65-F5344CB8AC3E}">
        <p14:creationId xmlns:p14="http://schemas.microsoft.com/office/powerpoint/2010/main" val="4265721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u="none" strike="noStrike" dirty="0">
                <a:solidFill>
                  <a:srgbClr val="333333"/>
                </a:solidFill>
                <a:effectLst/>
                <a:latin typeface="Helvetica Neue" panose="02000503000000020004" pitchFamily="2" charset="0"/>
              </a:rPr>
              <a:t>注意，一定要写成 </a:t>
            </a:r>
            <a:r>
              <a:rPr lang="en-US" altLang="zh-CN" b="1" i="0" u="none" strike="noStrike" dirty="0">
                <a:solidFill>
                  <a:srgbClr val="333333"/>
                </a:solidFill>
                <a:effectLst/>
                <a:latin typeface="SFMono-Regular"/>
              </a:rPr>
              <a:t>./</a:t>
            </a:r>
            <a:r>
              <a:rPr lang="en" altLang="zh-CN" b="1" i="0" u="none" strike="noStrike" dirty="0" err="1">
                <a:solidFill>
                  <a:srgbClr val="333333"/>
                </a:solidFill>
                <a:effectLst/>
                <a:latin typeface="SFMono-Regular"/>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而不是 </a:t>
            </a:r>
            <a:r>
              <a:rPr lang="en" altLang="zh-CN" b="1"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运行其它二进制的程序也一样，直接写 </a:t>
            </a:r>
            <a:r>
              <a:rPr lang="en" altLang="zh-CN" b="0" i="0" u="none" strike="noStrike" dirty="0" err="1">
                <a:solidFill>
                  <a:srgbClr val="333333"/>
                </a:solidFill>
                <a:effectLst/>
                <a:latin typeface="Helvetica Neue" panose="02000503000000020004" pitchFamily="2" charset="0"/>
              </a:rPr>
              <a:t>test.sh</a:t>
            </a:r>
            <a:r>
              <a:rPr lang="zh-CN" altLang="e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linux</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系统会去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里寻找有没有叫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的，而只有 </a:t>
            </a:r>
            <a:r>
              <a:rPr lang="en-US" altLang="zh-C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bin, /</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/bin</a:t>
            </a:r>
            <a:r>
              <a:rPr lang="zh-CN" altLang="en" b="0" i="0" u="none" strike="noStrike" dirty="0">
                <a:solidFill>
                  <a:srgbClr val="333333"/>
                </a:solidFill>
                <a:effectLst/>
                <a:latin typeface="Helvetica Neue" panose="02000503000000020004" pitchFamily="2" charset="0"/>
              </a:rPr>
              <a:t>，</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usr</a:t>
            </a:r>
            <a:r>
              <a:rPr lang="en"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sbin</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等在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里，你的当前目录通常不在 </a:t>
            </a:r>
            <a:r>
              <a:rPr lang="en" altLang="zh-CN" b="0" i="0" u="none" strike="noStrike" dirty="0">
                <a:solidFill>
                  <a:srgbClr val="333333"/>
                </a:solidFill>
                <a:effectLst/>
                <a:latin typeface="Helvetica Neue" panose="02000503000000020004" pitchFamily="2" charset="0"/>
              </a:rPr>
              <a:t>PATH </a:t>
            </a:r>
            <a:r>
              <a:rPr lang="zh-CN" altLang="en-US" b="0" i="0" u="none" strike="noStrike" dirty="0">
                <a:solidFill>
                  <a:srgbClr val="333333"/>
                </a:solidFill>
                <a:effectLst/>
                <a:latin typeface="Helvetica Neue" panose="02000503000000020004" pitchFamily="2" charset="0"/>
              </a:rPr>
              <a:t>里，所以写成 </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dirty="0">
                <a:solidFill>
                  <a:srgbClr val="333333"/>
                </a:solidFill>
                <a:effectLst/>
                <a:latin typeface="Helvetica Neue" panose="02000503000000020004" pitchFamily="2" charset="0"/>
              </a:rPr>
              <a:t>是会找不到命令的，要用 </a:t>
            </a:r>
            <a:r>
              <a:rPr lang="en-US" altLang="zh-CN" b="0" i="0" u="none" strike="noStrike" dirty="0">
                <a:solidFill>
                  <a:srgbClr val="333333"/>
                </a:solidFill>
                <a:effectLst/>
                <a:latin typeface="Helvetica Neue" panose="02000503000000020004" pitchFamily="2" charset="0"/>
              </a:rPr>
              <a:t>./</a:t>
            </a:r>
            <a:r>
              <a:rPr lang="en" altLang="zh-CN" b="0" i="0" u="none" strike="noStrike" dirty="0" err="1">
                <a:solidFill>
                  <a:srgbClr val="333333"/>
                </a:solidFill>
                <a:effectLst/>
                <a:latin typeface="Helvetica Neue" panose="02000503000000020004" pitchFamily="2" charset="0"/>
              </a:rPr>
              <a:t>test.sh</a:t>
            </a:r>
            <a:r>
              <a:rPr lang="en" altLang="zh-CN" b="0" i="0" u="none" strike="noStrike" dirty="0">
                <a:solidFill>
                  <a:srgbClr val="333333"/>
                </a:solidFill>
                <a:effectLst/>
                <a:latin typeface="Helvetica Neue" panose="02000503000000020004" pitchFamily="2" charset="0"/>
              </a:rPr>
              <a:t> </a:t>
            </a:r>
            <a:r>
              <a:rPr lang="zh-CN" altLang="en-US" b="0" i="0" u="none" strike="noStrike">
                <a:solidFill>
                  <a:srgbClr val="333333"/>
                </a:solidFill>
                <a:effectLst/>
                <a:latin typeface="Helvetica Neue" panose="02000503000000020004" pitchFamily="2" charset="0"/>
              </a:rPr>
              <a:t>告诉系统说，就在当前目录找。</a:t>
            </a:r>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10</a:t>
            </a:fld>
            <a:endParaRPr lang="en-JM"/>
          </a:p>
        </p:txBody>
      </p:sp>
    </p:spTree>
    <p:extLst>
      <p:ext uri="{BB962C8B-B14F-4D97-AF65-F5344CB8AC3E}">
        <p14:creationId xmlns:p14="http://schemas.microsoft.com/office/powerpoint/2010/main" val="2372715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u="none" strike="noStrike" dirty="0">
                <a:solidFill>
                  <a:srgbClr val="333333"/>
                </a:solidFill>
                <a:effectLst/>
                <a:latin typeface="Helvetica Neue" panose="02000503000000020004" pitchFamily="2" charset="0"/>
              </a:rPr>
              <a:t>、</a:t>
            </a:r>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11</a:t>
            </a:fld>
            <a:endParaRPr lang="en-JM"/>
          </a:p>
        </p:txBody>
      </p:sp>
    </p:spTree>
    <p:extLst>
      <p:ext uri="{BB962C8B-B14F-4D97-AF65-F5344CB8AC3E}">
        <p14:creationId xmlns:p14="http://schemas.microsoft.com/office/powerpoint/2010/main" val="2413884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0" i="0" u="none" strike="noStrike" dirty="0">
                <a:solidFill>
                  <a:srgbClr val="333333"/>
                </a:solidFill>
                <a:effectLst/>
                <a:latin typeface="Helvetica Neue" panose="02000503000000020004" pitchFamily="2" charset="0"/>
              </a:rPr>
              <a:t>、</a:t>
            </a:r>
            <a:endParaRPr lang="zh-CN" altLang="en" sz="1200" b="0" i="0" u="none" strike="noStrike"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12</a:t>
            </a:fld>
            <a:endParaRPr lang="en-JM"/>
          </a:p>
        </p:txBody>
      </p:sp>
    </p:spTree>
    <p:extLst>
      <p:ext uri="{BB962C8B-B14F-4D97-AF65-F5344CB8AC3E}">
        <p14:creationId xmlns:p14="http://schemas.microsoft.com/office/powerpoint/2010/main" val="3538515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04040"/>
                </a:solidFill>
                <a:effectLst/>
                <a:latin typeface="Lato" panose="020F0502020204030203" pitchFamily="34" charset="0"/>
              </a:rPr>
              <a:t>只要我们的</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写得够好，所有的这一切，我们只用一个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命令就可以完成，</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命令会自动智能地根据当前的文件修改的情况来确定哪些文件需要重编译，从而自动编译所需要的文件和链接目标程序。</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13</a:t>
            </a:fld>
            <a:endParaRPr lang="en-JM"/>
          </a:p>
        </p:txBody>
      </p:sp>
    </p:spTree>
    <p:extLst>
      <p:ext uri="{BB962C8B-B14F-4D97-AF65-F5344CB8AC3E}">
        <p14:creationId xmlns:p14="http://schemas.microsoft.com/office/powerpoint/2010/main" val="3006189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的规则，也就是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中最核心的内容。</a:t>
            </a:r>
          </a:p>
          <a:p>
            <a:pPr algn="l"/>
            <a:r>
              <a:rPr lang="zh-CN" altLang="en-US" b="0" i="0" u="none" strike="noStrike" dirty="0">
                <a:solidFill>
                  <a:srgbClr val="404040"/>
                </a:solidFill>
                <a:effectLst/>
                <a:latin typeface="Lato" panose="020F0502020204030203" pitchFamily="34" charset="0"/>
              </a:rPr>
              <a:t>说到底，</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的东西就是这样一点，好像我的这篇文档也该结束了。呵呵。还不尽然，这是</a:t>
            </a:r>
            <a:r>
              <a:rPr lang="en" altLang="zh-CN" b="0" i="0" u="none" strike="noStrike" dirty="0" err="1">
                <a:solidFill>
                  <a:srgbClr val="404040"/>
                </a:solidFill>
                <a:effectLst/>
                <a:latin typeface="Lato" panose="020F0502020204030203" pitchFamily="34" charset="0"/>
              </a:rPr>
              <a:t>makefile</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的主线和核心，但要写好一个</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还不够，我会在后面一点一点地结合我的工作经验给你慢慢道来。内容还多着呢。</a:t>
            </a:r>
            <a:r>
              <a:rPr lang="en-US" altLang="zh-CN" b="0" i="0" u="none" strike="noStrike" dirty="0">
                <a:solidFill>
                  <a:srgbClr val="404040"/>
                </a:solidFill>
                <a:effectLst/>
                <a:latin typeface="Lato" panose="020F0502020204030203" pitchFamily="34" charset="0"/>
              </a:rPr>
              <a:t>:)</a:t>
            </a: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15</a:t>
            </a:fld>
            <a:endParaRPr lang="en-JM"/>
          </a:p>
        </p:txBody>
      </p:sp>
    </p:spTree>
    <p:extLst>
      <p:ext uri="{BB962C8B-B14F-4D97-AF65-F5344CB8AC3E}">
        <p14:creationId xmlns:p14="http://schemas.microsoft.com/office/powerpoint/2010/main" val="664344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的规则，也就是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中最核心的内容。</a:t>
            </a:r>
          </a:p>
          <a:p>
            <a:pPr algn="l"/>
            <a:r>
              <a:rPr lang="zh-CN" altLang="en-US" b="0" i="0" u="none" strike="noStrike" dirty="0">
                <a:solidFill>
                  <a:srgbClr val="404040"/>
                </a:solidFill>
                <a:effectLst/>
                <a:latin typeface="Lato" panose="020F0502020204030203" pitchFamily="34" charset="0"/>
              </a:rPr>
              <a:t>说到底，</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的东西就是这样一点，好像我的这篇文档也该结束了。呵呵。还不尽然，这是</a:t>
            </a:r>
            <a:r>
              <a:rPr lang="en" altLang="zh-CN" b="0" i="0" u="none" strike="noStrike" dirty="0" err="1">
                <a:solidFill>
                  <a:srgbClr val="404040"/>
                </a:solidFill>
                <a:effectLst/>
                <a:latin typeface="Lato" panose="020F0502020204030203" pitchFamily="34" charset="0"/>
              </a:rPr>
              <a:t>makefile</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的主线和核心，但要写好一个</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还不够，我会在后面一点一点地结合我的工作经验给你慢慢道来。内容还多着呢。</a:t>
            </a:r>
            <a:r>
              <a:rPr lang="en-US" altLang="zh-CN" b="0" i="0" u="none" strike="noStrike">
                <a:solidFill>
                  <a:srgbClr val="404040"/>
                </a:solidFill>
                <a:effectLst/>
                <a:latin typeface="Lato" panose="020F0502020204030203" pitchFamily="34" charset="0"/>
              </a:rPr>
              <a:t>:)</a:t>
            </a:r>
          </a:p>
          <a:p>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16</a:t>
            </a:fld>
            <a:endParaRPr lang="en-JM"/>
          </a:p>
        </p:txBody>
      </p:sp>
    </p:spTree>
    <p:extLst>
      <p:ext uri="{BB962C8B-B14F-4D97-AF65-F5344CB8AC3E}">
        <p14:creationId xmlns:p14="http://schemas.microsoft.com/office/powerpoint/2010/main" val="863927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的规则，也就是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中最核心的内容。</a:t>
            </a:r>
          </a:p>
          <a:p>
            <a:pPr algn="l"/>
            <a:r>
              <a:rPr lang="zh-CN" altLang="en-US" b="0" i="0" u="none" strike="noStrike" dirty="0">
                <a:solidFill>
                  <a:srgbClr val="404040"/>
                </a:solidFill>
                <a:effectLst/>
                <a:latin typeface="Lato" panose="020F0502020204030203" pitchFamily="34" charset="0"/>
              </a:rPr>
              <a:t>说到底，</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的东西就是这样一点，好像我的这篇文档也该结束了。呵呵。还不尽然，这是</a:t>
            </a:r>
            <a:r>
              <a:rPr lang="en" altLang="zh-CN" b="0" i="0" u="none" strike="noStrike" dirty="0" err="1">
                <a:solidFill>
                  <a:srgbClr val="404040"/>
                </a:solidFill>
                <a:effectLst/>
                <a:latin typeface="Lato" panose="020F0502020204030203" pitchFamily="34" charset="0"/>
              </a:rPr>
              <a:t>makefile</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的主线和核心，但要写好一个</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还不够，我会在后面一点一点地结合我的工作经验给你慢慢道来。内容还多着呢。</a:t>
            </a:r>
            <a:r>
              <a:rPr lang="en-US" altLang="zh-CN" b="0" i="0" u="none" strike="noStrike">
                <a:solidFill>
                  <a:srgbClr val="404040"/>
                </a:solidFill>
                <a:effectLst/>
                <a:latin typeface="Lato" panose="020F0502020204030203" pitchFamily="34" charset="0"/>
              </a:rPr>
              <a:t>:)</a:t>
            </a:r>
          </a:p>
          <a:p>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17</a:t>
            </a:fld>
            <a:endParaRPr lang="en-JM"/>
          </a:p>
        </p:txBody>
      </p:sp>
    </p:spTree>
    <p:extLst>
      <p:ext uri="{BB962C8B-B14F-4D97-AF65-F5344CB8AC3E}">
        <p14:creationId xmlns:p14="http://schemas.microsoft.com/office/powerpoint/2010/main" val="3922106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的规则，也就是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中最核心的内容。</a:t>
            </a:r>
          </a:p>
          <a:p>
            <a:pPr algn="l"/>
            <a:r>
              <a:rPr lang="zh-CN" altLang="en-US" b="0" i="0" u="none" strike="noStrike" dirty="0">
                <a:solidFill>
                  <a:srgbClr val="404040"/>
                </a:solidFill>
                <a:effectLst/>
                <a:latin typeface="Lato" panose="020F0502020204030203" pitchFamily="34" charset="0"/>
              </a:rPr>
              <a:t>说到底，</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的东西就是这样一点，好像我的这篇文档也该结束了。呵呵。还不尽然，这是</a:t>
            </a:r>
            <a:r>
              <a:rPr lang="en" altLang="zh-CN" b="0" i="0" u="none" strike="noStrike" dirty="0" err="1">
                <a:solidFill>
                  <a:srgbClr val="404040"/>
                </a:solidFill>
                <a:effectLst/>
                <a:latin typeface="Lato" panose="020F0502020204030203" pitchFamily="34" charset="0"/>
              </a:rPr>
              <a:t>makefile</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的主线和核心，但要写好一个</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还不够，我会在后面一点一点地结合我的工作经验给你慢慢道来。内容还多着呢。</a:t>
            </a:r>
            <a:r>
              <a:rPr lang="en-US" altLang="zh-CN" b="0" i="0" u="none" strike="noStrike">
                <a:solidFill>
                  <a:srgbClr val="404040"/>
                </a:solidFill>
                <a:effectLst/>
                <a:latin typeface="Lato" panose="020F0502020204030203" pitchFamily="34" charset="0"/>
              </a:rPr>
              <a:t>:)</a:t>
            </a:r>
          </a:p>
          <a:p>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18</a:t>
            </a:fld>
            <a:endParaRPr lang="en-JM"/>
          </a:p>
        </p:txBody>
      </p:sp>
    </p:spTree>
    <p:extLst>
      <p:ext uri="{BB962C8B-B14F-4D97-AF65-F5344CB8AC3E}">
        <p14:creationId xmlns:p14="http://schemas.microsoft.com/office/powerpoint/2010/main" val="3818892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的规则，也就是</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中最核心的内容。</a:t>
            </a:r>
          </a:p>
          <a:p>
            <a:pPr algn="l"/>
            <a:r>
              <a:rPr lang="zh-CN" altLang="en-US" b="0" i="0" u="none" strike="noStrike" dirty="0">
                <a:solidFill>
                  <a:srgbClr val="404040"/>
                </a:solidFill>
                <a:effectLst/>
                <a:latin typeface="Lato" panose="020F0502020204030203" pitchFamily="34" charset="0"/>
              </a:rPr>
              <a:t>说到底，</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的东西就是这样一点，好像我的这篇文档也该结束了。呵呵。还不尽然，这是</a:t>
            </a:r>
            <a:r>
              <a:rPr lang="en" altLang="zh-CN" b="0" i="0" u="none" strike="noStrike" dirty="0" err="1">
                <a:solidFill>
                  <a:srgbClr val="404040"/>
                </a:solidFill>
                <a:effectLst/>
                <a:latin typeface="Lato" panose="020F0502020204030203" pitchFamily="34" charset="0"/>
              </a:rPr>
              <a:t>makefile</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的主线和核心，但要写好一个</a:t>
            </a:r>
            <a:r>
              <a:rPr lang="en" altLang="zh-CN" b="0" i="0" u="none" strike="noStrike" dirty="0" err="1">
                <a:solidFill>
                  <a:srgbClr val="404040"/>
                </a:solidFill>
                <a:effectLst/>
                <a:latin typeface="Lato" panose="020F0502020204030203" pitchFamily="34" charset="0"/>
              </a:rPr>
              <a:t>makefile</a:t>
            </a:r>
            <a:r>
              <a:rPr lang="zh-CN" altLang="en-US" b="0" i="0" u="none" strike="noStrike" dirty="0">
                <a:solidFill>
                  <a:srgbClr val="404040"/>
                </a:solidFill>
                <a:effectLst/>
                <a:latin typeface="Lato" panose="020F0502020204030203" pitchFamily="34" charset="0"/>
              </a:rPr>
              <a:t>还不够，我会在后面一点一点地结合我的工作经验给你慢慢道来。内容还多着呢。</a:t>
            </a:r>
            <a:r>
              <a:rPr lang="en-US" altLang="zh-CN" b="0" i="0" u="none" strike="noStrike">
                <a:solidFill>
                  <a:srgbClr val="404040"/>
                </a:solidFill>
                <a:effectLst/>
                <a:latin typeface="Lato" panose="020F0502020204030203" pitchFamily="34" charset="0"/>
              </a:rPr>
              <a:t>:)</a:t>
            </a:r>
          </a:p>
          <a:p>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19</a:t>
            </a:fld>
            <a:endParaRPr lang="en-JM"/>
          </a:p>
        </p:txBody>
      </p:sp>
    </p:spTree>
    <p:extLst>
      <p:ext uri="{BB962C8B-B14F-4D97-AF65-F5344CB8AC3E}">
        <p14:creationId xmlns:p14="http://schemas.microsoft.com/office/powerpoint/2010/main" val="1971942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20</a:t>
            </a:fld>
            <a:endParaRPr lang="en-JM"/>
          </a:p>
        </p:txBody>
      </p:sp>
    </p:spTree>
    <p:extLst>
      <p:ext uri="{BB962C8B-B14F-4D97-AF65-F5344CB8AC3E}">
        <p14:creationId xmlns:p14="http://schemas.microsoft.com/office/powerpoint/2010/main" val="2511297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这就是整个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的依赖性，</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会一层又一层地去找文件的依赖关系，直到最终编译出第一个目标文件。在找寻的过程中，如果出现错误，比如最后被依赖的文件找不到，那么</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就会直接退出，并报错，而对于所定义的命令的错误，或是编译不成功，</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根本不理。</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只管文件的依赖性，即，如果在我找了依赖关系之后，冒号后面的文件还是不在，那么对不起，我就不工作啦。</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通过上述分析，我们知道，像</a:t>
            </a:r>
            <a:r>
              <a:rPr lang="en" altLang="zh-CN" b="0" i="0" u="none" strike="noStrike" dirty="0">
                <a:solidFill>
                  <a:srgbClr val="404040"/>
                </a:solidFill>
                <a:effectLst/>
                <a:latin typeface="Lato" panose="020F0502020204030203" pitchFamily="34" charset="0"/>
              </a:rPr>
              <a:t>clean</a:t>
            </a:r>
            <a:r>
              <a:rPr lang="zh-CN" altLang="en-US" b="0" i="0" u="none" strike="noStrike" dirty="0">
                <a:solidFill>
                  <a:srgbClr val="404040"/>
                </a:solidFill>
                <a:effectLst/>
                <a:latin typeface="Lato" panose="020F0502020204030203" pitchFamily="34" charset="0"/>
              </a:rPr>
              <a:t>这种，没有被第一个目标文件直接或间接关联，那么它后面所定义的命令将不会被自动执行，不过，我们可以显示要</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执行。即命令</a:t>
            </a:r>
            <a:r>
              <a:rPr lang="en-US" altLang="zh-CN" b="0" i="0" u="none" strike="noStrike" dirty="0">
                <a:solidFill>
                  <a:srgbClr val="404040"/>
                </a:solidFill>
                <a:effectLst/>
                <a:latin typeface="Lato" panose="020F0502020204030203" pitchFamily="34" charset="0"/>
              </a:rPr>
              <a:t>—— </a:t>
            </a:r>
            <a:r>
              <a:rPr lang="en" altLang="zh-CN" b="0" i="0" u="none" strike="noStrike" dirty="0">
                <a:solidFill>
                  <a:srgbClr val="404040"/>
                </a:solidFill>
                <a:effectLst/>
                <a:latin typeface="Lato" panose="020F0502020204030203" pitchFamily="34" charset="0"/>
              </a:rPr>
              <a:t>make clean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以此来清除所有的目标文件，以便重编译。</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于是在我们编程中，如果这个工程已被编译过了，当我们修改了其中一个源文件，比如 </a:t>
            </a:r>
            <a:r>
              <a:rPr lang="en" altLang="zh-CN" b="0" i="0" u="none" strike="noStrike" dirty="0" err="1">
                <a:solidFill>
                  <a:srgbClr val="404040"/>
                </a:solidFill>
                <a:effectLst/>
                <a:latin typeface="Lato" panose="020F0502020204030203" pitchFamily="34" charset="0"/>
              </a:rPr>
              <a:t>file.c</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那么根据我们的依赖性，我们的目标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会被重编译（也就是在这个依性关系后面所定义的命令），于是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的文件也是最新的啦，于是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的文件修改时间要比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要新，所以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也会被重新链接了（详见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目标文件后定义的命令）。</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而如果我们改变了 </a:t>
            </a:r>
            <a:r>
              <a:rPr lang="en" altLang="zh-CN" b="0" i="0" u="none" strike="noStrike" dirty="0" err="1">
                <a:solidFill>
                  <a:srgbClr val="404040"/>
                </a:solidFill>
                <a:effectLst/>
                <a:latin typeface="Lato" panose="020F0502020204030203" pitchFamily="34" charset="0"/>
              </a:rPr>
              <a:t>command.h</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 </a:t>
            </a:r>
            <a:r>
              <a:rPr lang="en" altLang="zh-CN" b="0" i="0" u="none" strike="noStrike" dirty="0" err="1">
                <a:solidFill>
                  <a:srgbClr val="404040"/>
                </a:solidFill>
                <a:effectLst/>
                <a:latin typeface="Lato" panose="020F0502020204030203" pitchFamily="34" charset="0"/>
              </a:rPr>
              <a:t>kdb.o</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 </a:t>
            </a:r>
            <a:r>
              <a:rPr lang="en" altLang="zh-CN" b="0" i="0" u="none" strike="noStrike" dirty="0" err="1">
                <a:solidFill>
                  <a:srgbClr val="404040"/>
                </a:solidFill>
                <a:effectLst/>
                <a:latin typeface="Lato" panose="020F0502020204030203" pitchFamily="34" charset="0"/>
              </a:rPr>
              <a:t>command.o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和 </a:t>
            </a:r>
            <a:r>
              <a:rPr lang="en" altLang="zh-CN" b="0" i="0" u="none" strike="noStrike" dirty="0" err="1">
                <a:solidFill>
                  <a:srgbClr val="404040"/>
                </a:solidFill>
                <a:effectLst/>
                <a:latin typeface="Lato" panose="020F0502020204030203" pitchFamily="34" charset="0"/>
              </a:rPr>
              <a:t>files.o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都会被重编译，并且，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会被重链接。</a:t>
            </a: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21</a:t>
            </a:fld>
            <a:endParaRPr lang="en-JM"/>
          </a:p>
        </p:txBody>
      </p:sp>
    </p:spTree>
    <p:extLst>
      <p:ext uri="{BB962C8B-B14F-4D97-AF65-F5344CB8AC3E}">
        <p14:creationId xmlns:p14="http://schemas.microsoft.com/office/powerpoint/2010/main" val="1931272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这就是整个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的依赖性，</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会一层又一层地去找文件的依赖关系，直到最终编译出第一个目标文件。在找寻的过程中，如果出现错误，比如最后被依赖的文件找不到，那么</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就会直接退出，并报错，而对于所定义的命令的错误，或是编译不成功，</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根本不理。</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只管文件的依赖性，即，如果在我找了依赖关系之后，冒号后面的文件还是不在，那么对不起，我就不工作啦。</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通过上述分析，我们知道，像</a:t>
            </a:r>
            <a:r>
              <a:rPr lang="en" altLang="zh-CN" b="0" i="0" u="none" strike="noStrike" dirty="0">
                <a:solidFill>
                  <a:srgbClr val="404040"/>
                </a:solidFill>
                <a:effectLst/>
                <a:latin typeface="Lato" panose="020F0502020204030203" pitchFamily="34" charset="0"/>
              </a:rPr>
              <a:t>clean</a:t>
            </a:r>
            <a:r>
              <a:rPr lang="zh-CN" altLang="en-US" b="0" i="0" u="none" strike="noStrike" dirty="0">
                <a:solidFill>
                  <a:srgbClr val="404040"/>
                </a:solidFill>
                <a:effectLst/>
                <a:latin typeface="Lato" panose="020F0502020204030203" pitchFamily="34" charset="0"/>
              </a:rPr>
              <a:t>这种，没有被第一个目标文件直接或间接关联，那么它后面所定义的命令将不会被自动执行，不过，我们可以显示要</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执行。即命令</a:t>
            </a:r>
            <a:r>
              <a:rPr lang="en-US" altLang="zh-CN" b="0" i="0" u="none" strike="noStrike" dirty="0">
                <a:solidFill>
                  <a:srgbClr val="404040"/>
                </a:solidFill>
                <a:effectLst/>
                <a:latin typeface="Lato" panose="020F0502020204030203" pitchFamily="34" charset="0"/>
              </a:rPr>
              <a:t>—— </a:t>
            </a:r>
            <a:r>
              <a:rPr lang="en" altLang="zh-CN" b="0" i="0" u="none" strike="noStrike" dirty="0">
                <a:solidFill>
                  <a:srgbClr val="404040"/>
                </a:solidFill>
                <a:effectLst/>
                <a:latin typeface="Lato" panose="020F0502020204030203" pitchFamily="34" charset="0"/>
              </a:rPr>
              <a:t>make clean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以此来清除所有的目标文件，以便重编译。</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于是在我们编程中，如果这个工程已被编译过了，当我们修改了其中一个源文件，比如 </a:t>
            </a:r>
            <a:r>
              <a:rPr lang="en" altLang="zh-CN" b="0" i="0" u="none" strike="noStrike" dirty="0" err="1">
                <a:solidFill>
                  <a:srgbClr val="404040"/>
                </a:solidFill>
                <a:effectLst/>
                <a:latin typeface="Lato" panose="020F0502020204030203" pitchFamily="34" charset="0"/>
              </a:rPr>
              <a:t>file.c</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那么根据我们的依赖性，我们的目标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会被重编译（也就是在这个依性关系后面所定义的命令），于是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的文件也是最新的啦，于是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的文件修改时间要比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要新，所以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也会被重新链接了（详见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目标文件后定义的命令）。</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而如果我们改变了 </a:t>
            </a:r>
            <a:r>
              <a:rPr lang="en" altLang="zh-CN" b="0" i="0" u="none" strike="noStrike" dirty="0" err="1">
                <a:solidFill>
                  <a:srgbClr val="404040"/>
                </a:solidFill>
                <a:effectLst/>
                <a:latin typeface="Lato" panose="020F0502020204030203" pitchFamily="34" charset="0"/>
              </a:rPr>
              <a:t>command.h</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 </a:t>
            </a:r>
            <a:r>
              <a:rPr lang="en" altLang="zh-CN" b="0" i="0" u="none" strike="noStrike" dirty="0" err="1">
                <a:solidFill>
                  <a:srgbClr val="404040"/>
                </a:solidFill>
                <a:effectLst/>
                <a:latin typeface="Lato" panose="020F0502020204030203" pitchFamily="34" charset="0"/>
              </a:rPr>
              <a:t>kdb.o</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 </a:t>
            </a:r>
            <a:r>
              <a:rPr lang="en" altLang="zh-CN" b="0" i="0" u="none" strike="noStrike" dirty="0" err="1">
                <a:solidFill>
                  <a:srgbClr val="404040"/>
                </a:solidFill>
                <a:effectLst/>
                <a:latin typeface="Lato" panose="020F0502020204030203" pitchFamily="34" charset="0"/>
              </a:rPr>
              <a:t>command.o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和 </a:t>
            </a:r>
            <a:r>
              <a:rPr lang="en" altLang="zh-CN" b="0" i="0" u="none" strike="noStrike" dirty="0" err="1">
                <a:solidFill>
                  <a:srgbClr val="404040"/>
                </a:solidFill>
                <a:effectLst/>
                <a:latin typeface="Lato" panose="020F0502020204030203" pitchFamily="34" charset="0"/>
              </a:rPr>
              <a:t>files.o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都会被重编译，并且，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会被重链接。</a:t>
            </a: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22</a:t>
            </a:fld>
            <a:endParaRPr lang="en-JM"/>
          </a:p>
        </p:txBody>
      </p:sp>
    </p:spTree>
    <p:extLst>
      <p:ext uri="{BB962C8B-B14F-4D97-AF65-F5344CB8AC3E}">
        <p14:creationId xmlns:p14="http://schemas.microsoft.com/office/powerpoint/2010/main" val="2130105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这就是整个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的依赖性，</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会一层又一层地去找文件的依赖关系，直到最终编译出第一个目标文件。在找寻的过程中，如果出现错误，比如最后被依赖的文件找不到，那么</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就会直接退出，并报错，而对于所定义的命令的错误，或是编译不成功，</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根本不理。</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只管文件的依赖性，即，如果在我找了依赖关系之后，冒号后面的文件还是不在，那么对不起，我就不工作啦。</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通过上述分析，我们知道，像</a:t>
            </a:r>
            <a:r>
              <a:rPr lang="en" altLang="zh-CN" b="0" i="0" u="none" strike="noStrike" dirty="0">
                <a:solidFill>
                  <a:srgbClr val="404040"/>
                </a:solidFill>
                <a:effectLst/>
                <a:latin typeface="Lato" panose="020F0502020204030203" pitchFamily="34" charset="0"/>
              </a:rPr>
              <a:t>clean</a:t>
            </a:r>
            <a:r>
              <a:rPr lang="zh-CN" altLang="en-US" b="0" i="0" u="none" strike="noStrike" dirty="0">
                <a:solidFill>
                  <a:srgbClr val="404040"/>
                </a:solidFill>
                <a:effectLst/>
                <a:latin typeface="Lato" panose="020F0502020204030203" pitchFamily="34" charset="0"/>
              </a:rPr>
              <a:t>这种，没有被第一个目标文件直接或间接关联，那么它后面所定义的命令将不会被自动执行，不过，我们可以显示要</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执行。即命令</a:t>
            </a:r>
            <a:r>
              <a:rPr lang="en-US" altLang="zh-CN" b="0" i="0" u="none" strike="noStrike" dirty="0">
                <a:solidFill>
                  <a:srgbClr val="404040"/>
                </a:solidFill>
                <a:effectLst/>
                <a:latin typeface="Lato" panose="020F0502020204030203" pitchFamily="34" charset="0"/>
              </a:rPr>
              <a:t>—— </a:t>
            </a:r>
            <a:r>
              <a:rPr lang="en" altLang="zh-CN" b="0" i="0" u="none" strike="noStrike" dirty="0">
                <a:solidFill>
                  <a:srgbClr val="404040"/>
                </a:solidFill>
                <a:effectLst/>
                <a:latin typeface="Lato" panose="020F0502020204030203" pitchFamily="34" charset="0"/>
              </a:rPr>
              <a:t>make clean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以此来清除所有的目标文件，以便重编译。</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于是在我们编程中，如果这个工程已被编译过了，当我们修改了其中一个源文件，比如 </a:t>
            </a:r>
            <a:r>
              <a:rPr lang="en" altLang="zh-CN" b="0" i="0" u="none" strike="noStrike" dirty="0" err="1">
                <a:solidFill>
                  <a:srgbClr val="404040"/>
                </a:solidFill>
                <a:effectLst/>
                <a:latin typeface="Lato" panose="020F0502020204030203" pitchFamily="34" charset="0"/>
              </a:rPr>
              <a:t>file.c</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那么根据我们的依赖性，我们的目标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会被重编译（也就是在这个依性关系后面所定义的命令），于是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的文件也是最新的啦，于是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的文件修改时间要比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要新，所以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也会被重新链接了（详见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目标文件后定义的命令）。</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而如果我们改变了 </a:t>
            </a:r>
            <a:r>
              <a:rPr lang="en" altLang="zh-CN" b="0" i="0" u="none" strike="noStrike" dirty="0" err="1">
                <a:solidFill>
                  <a:srgbClr val="404040"/>
                </a:solidFill>
                <a:effectLst/>
                <a:latin typeface="Lato" panose="020F0502020204030203" pitchFamily="34" charset="0"/>
              </a:rPr>
              <a:t>command.h</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 </a:t>
            </a:r>
            <a:r>
              <a:rPr lang="en" altLang="zh-CN" b="0" i="0" u="none" strike="noStrike" dirty="0" err="1">
                <a:solidFill>
                  <a:srgbClr val="404040"/>
                </a:solidFill>
                <a:effectLst/>
                <a:latin typeface="Lato" panose="020F0502020204030203" pitchFamily="34" charset="0"/>
              </a:rPr>
              <a:t>kdb.o</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 </a:t>
            </a:r>
            <a:r>
              <a:rPr lang="en" altLang="zh-CN" b="0" i="0" u="none" strike="noStrike" dirty="0" err="1">
                <a:solidFill>
                  <a:srgbClr val="404040"/>
                </a:solidFill>
                <a:effectLst/>
                <a:latin typeface="Lato" panose="020F0502020204030203" pitchFamily="34" charset="0"/>
              </a:rPr>
              <a:t>command.o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和 </a:t>
            </a:r>
            <a:r>
              <a:rPr lang="en" altLang="zh-CN" b="0" i="0" u="none" strike="noStrike" dirty="0" err="1">
                <a:solidFill>
                  <a:srgbClr val="404040"/>
                </a:solidFill>
                <a:effectLst/>
                <a:latin typeface="Lato" panose="020F0502020204030203" pitchFamily="34" charset="0"/>
              </a:rPr>
              <a:t>files.o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都会被重编译，并且，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会被重链接。</a:t>
            </a: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23</a:t>
            </a:fld>
            <a:endParaRPr lang="en-JM"/>
          </a:p>
        </p:txBody>
      </p:sp>
    </p:spTree>
    <p:extLst>
      <p:ext uri="{BB962C8B-B14F-4D97-AF65-F5344CB8AC3E}">
        <p14:creationId xmlns:p14="http://schemas.microsoft.com/office/powerpoint/2010/main" val="380660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这就是整个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的依赖性，</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会一层又一层地去找文件的依赖关系，直到最终编译出第一个目标文件。在找寻的过程中，如果出现错误，比如最后被依赖的文件找不到，那么</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就会直接退出，并报错，而对于所定义的命令的错误，或是编译不成功，</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根本不理。</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只管文件的依赖性，即，如果在我找了依赖关系之后，冒号后面的文件还是不在，那么对不起，我就不工作啦。</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通过上述分析，我们知道，像</a:t>
            </a:r>
            <a:r>
              <a:rPr lang="en" altLang="zh-CN" b="0" i="0" u="none" strike="noStrike" dirty="0">
                <a:solidFill>
                  <a:srgbClr val="404040"/>
                </a:solidFill>
                <a:effectLst/>
                <a:latin typeface="Lato" panose="020F0502020204030203" pitchFamily="34" charset="0"/>
              </a:rPr>
              <a:t>clean</a:t>
            </a:r>
            <a:r>
              <a:rPr lang="zh-CN" altLang="en-US" b="0" i="0" u="none" strike="noStrike" dirty="0">
                <a:solidFill>
                  <a:srgbClr val="404040"/>
                </a:solidFill>
                <a:effectLst/>
                <a:latin typeface="Lato" panose="020F0502020204030203" pitchFamily="34" charset="0"/>
              </a:rPr>
              <a:t>这种，没有被第一个目标文件直接或间接关联，那么它后面所定义的命令将不会被自动执行，不过，我们可以显示要</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执行。即命令</a:t>
            </a:r>
            <a:r>
              <a:rPr lang="en-US" altLang="zh-CN" b="0" i="0" u="none" strike="noStrike" dirty="0">
                <a:solidFill>
                  <a:srgbClr val="404040"/>
                </a:solidFill>
                <a:effectLst/>
                <a:latin typeface="Lato" panose="020F0502020204030203" pitchFamily="34" charset="0"/>
              </a:rPr>
              <a:t>—— </a:t>
            </a:r>
            <a:r>
              <a:rPr lang="en" altLang="zh-CN" b="0" i="0" u="none" strike="noStrike" dirty="0">
                <a:solidFill>
                  <a:srgbClr val="404040"/>
                </a:solidFill>
                <a:effectLst/>
                <a:latin typeface="Lato" panose="020F0502020204030203" pitchFamily="34" charset="0"/>
              </a:rPr>
              <a:t>make clean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以此来清除所有的目标文件，以便重编译。</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于是在我们编程中，如果这个工程已被编译过了，当我们修改了其中一个源文件，比如 </a:t>
            </a:r>
            <a:r>
              <a:rPr lang="en" altLang="zh-CN" b="0" i="0" u="none" strike="noStrike" dirty="0" err="1">
                <a:solidFill>
                  <a:srgbClr val="404040"/>
                </a:solidFill>
                <a:effectLst/>
                <a:latin typeface="Lato" panose="020F0502020204030203" pitchFamily="34" charset="0"/>
              </a:rPr>
              <a:t>file.c</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那么根据我们的依赖性，我们的目标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会被重编译（也就是在这个依性关系后面所定义的命令），于是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的文件也是最新的啦，于是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的文件修改时间要比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要新，所以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也会被重新链接了（详见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目标文件后定义的命令）。</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而如果我们改变了 </a:t>
            </a:r>
            <a:r>
              <a:rPr lang="en" altLang="zh-CN" b="0" i="0" u="none" strike="noStrike" dirty="0" err="1">
                <a:solidFill>
                  <a:srgbClr val="404040"/>
                </a:solidFill>
                <a:effectLst/>
                <a:latin typeface="Lato" panose="020F0502020204030203" pitchFamily="34" charset="0"/>
              </a:rPr>
              <a:t>command.h</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 </a:t>
            </a:r>
            <a:r>
              <a:rPr lang="en" altLang="zh-CN" b="0" i="0" u="none" strike="noStrike" dirty="0" err="1">
                <a:solidFill>
                  <a:srgbClr val="404040"/>
                </a:solidFill>
                <a:effectLst/>
                <a:latin typeface="Lato" panose="020F0502020204030203" pitchFamily="34" charset="0"/>
              </a:rPr>
              <a:t>kdb.o</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 </a:t>
            </a:r>
            <a:r>
              <a:rPr lang="en" altLang="zh-CN" b="0" i="0" u="none" strike="noStrike" dirty="0" err="1">
                <a:solidFill>
                  <a:srgbClr val="404040"/>
                </a:solidFill>
                <a:effectLst/>
                <a:latin typeface="Lato" panose="020F0502020204030203" pitchFamily="34" charset="0"/>
              </a:rPr>
              <a:t>command.o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和 </a:t>
            </a:r>
            <a:r>
              <a:rPr lang="en" altLang="zh-CN" b="0" i="0" u="none" strike="noStrike" dirty="0" err="1">
                <a:solidFill>
                  <a:srgbClr val="404040"/>
                </a:solidFill>
                <a:effectLst/>
                <a:latin typeface="Lato" panose="020F0502020204030203" pitchFamily="34" charset="0"/>
              </a:rPr>
              <a:t>files.o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都会被重编译，并且，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会被重链接。</a:t>
            </a: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24</a:t>
            </a:fld>
            <a:endParaRPr lang="en-JM"/>
          </a:p>
        </p:txBody>
      </p:sp>
    </p:spTree>
    <p:extLst>
      <p:ext uri="{BB962C8B-B14F-4D97-AF65-F5344CB8AC3E}">
        <p14:creationId xmlns:p14="http://schemas.microsoft.com/office/powerpoint/2010/main" val="12365334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04040"/>
                </a:solidFill>
                <a:effectLst/>
                <a:latin typeface="Lato" panose="020F0502020204030203" pitchFamily="34" charset="0"/>
              </a:rPr>
              <a:t>这就是整个</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的依赖性，</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会一层又一层地去找文件的依赖关系，直到最终编译出第一个目标文件。在找寻的过程中，如果出现错误，比如最后被依赖的文件找不到，那么</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就会直接退出，并报错，而对于所定义的命令的错误，或是编译不成功，</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根本不理。</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只管文件的依赖性，即，如果在我找了依赖关系之后，冒号后面的文件还是不在，那么对不起，我就不工作啦。</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通过上述分析，我们知道，像</a:t>
            </a:r>
            <a:r>
              <a:rPr lang="en" altLang="zh-CN" b="0" i="0" u="none" strike="noStrike" dirty="0">
                <a:solidFill>
                  <a:srgbClr val="404040"/>
                </a:solidFill>
                <a:effectLst/>
                <a:latin typeface="Lato" panose="020F0502020204030203" pitchFamily="34" charset="0"/>
              </a:rPr>
              <a:t>clean</a:t>
            </a:r>
            <a:r>
              <a:rPr lang="zh-CN" altLang="en-US" b="0" i="0" u="none" strike="noStrike" dirty="0">
                <a:solidFill>
                  <a:srgbClr val="404040"/>
                </a:solidFill>
                <a:effectLst/>
                <a:latin typeface="Lato" panose="020F0502020204030203" pitchFamily="34" charset="0"/>
              </a:rPr>
              <a:t>这种，没有被第一个目标文件直接或间接关联，那么它后面所定义的命令将不会被自动执行，不过，我们可以显示要</a:t>
            </a:r>
            <a:r>
              <a:rPr lang="en" altLang="zh-CN" b="0" i="0" u="none" strike="noStrike" dirty="0">
                <a:solidFill>
                  <a:srgbClr val="404040"/>
                </a:solidFill>
                <a:effectLst/>
                <a:latin typeface="Lato" panose="020F0502020204030203" pitchFamily="34" charset="0"/>
              </a:rPr>
              <a:t>make</a:t>
            </a:r>
            <a:r>
              <a:rPr lang="zh-CN" altLang="en-US" b="0" i="0" u="none" strike="noStrike" dirty="0">
                <a:solidFill>
                  <a:srgbClr val="404040"/>
                </a:solidFill>
                <a:effectLst/>
                <a:latin typeface="Lato" panose="020F0502020204030203" pitchFamily="34" charset="0"/>
              </a:rPr>
              <a:t>执行。即命令</a:t>
            </a:r>
            <a:r>
              <a:rPr lang="en-US" altLang="zh-CN" b="0" i="0" u="none" strike="noStrike" dirty="0">
                <a:solidFill>
                  <a:srgbClr val="404040"/>
                </a:solidFill>
                <a:effectLst/>
                <a:latin typeface="Lato" panose="020F0502020204030203" pitchFamily="34" charset="0"/>
              </a:rPr>
              <a:t>—— </a:t>
            </a:r>
            <a:r>
              <a:rPr lang="en" altLang="zh-CN" b="0" i="0" u="none" strike="noStrike" dirty="0">
                <a:solidFill>
                  <a:srgbClr val="404040"/>
                </a:solidFill>
                <a:effectLst/>
                <a:latin typeface="Lato" panose="020F0502020204030203" pitchFamily="34" charset="0"/>
              </a:rPr>
              <a:t>make clean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以此来清除所有的目标文件，以便重编译。</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于是在我们编程中，如果这个工程已被编译过了，当我们修改了其中一个源文件，比如 </a:t>
            </a:r>
            <a:r>
              <a:rPr lang="en" altLang="zh-CN" b="0" i="0" u="none" strike="noStrike" dirty="0" err="1">
                <a:solidFill>
                  <a:srgbClr val="404040"/>
                </a:solidFill>
                <a:effectLst/>
                <a:latin typeface="Lato" panose="020F0502020204030203" pitchFamily="34" charset="0"/>
              </a:rPr>
              <a:t>file.c</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那么根据我们的依赖性，我们的目标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会被重编译（也就是在这个依性关系后面所定义的命令），于是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的文件也是最新的啦，于是 </a:t>
            </a:r>
            <a:r>
              <a:rPr lang="en" altLang="zh-CN" b="0" i="0" u="none" strike="noStrike" dirty="0" err="1">
                <a:solidFill>
                  <a:srgbClr val="404040"/>
                </a:solidFill>
                <a:effectLst/>
                <a:latin typeface="Lato" panose="020F0502020204030203" pitchFamily="34" charset="0"/>
              </a:rPr>
              <a:t>file.o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的文件修改时间要比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要新，所以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也会被重新链接了（详见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目标文件后定义的命令）。</a:t>
            </a:r>
            <a:endParaRPr lang="en-US" altLang="zh-CN" b="0" i="0" u="none" strike="noStrike" dirty="0">
              <a:solidFill>
                <a:srgbClr val="404040"/>
              </a:solidFill>
              <a:effectLst/>
              <a:latin typeface="Lato" panose="020F0502020204030203" pitchFamily="34" charset="0"/>
            </a:endParaRPr>
          </a:p>
          <a:p>
            <a:pPr algn="l"/>
            <a:endParaRPr lang="zh-CN" altLang="en-US" b="0" i="0" u="none" strike="noStrike" dirty="0">
              <a:solidFill>
                <a:srgbClr val="404040"/>
              </a:solidFill>
              <a:effectLst/>
              <a:latin typeface="Lato" panose="020F0502020204030203" pitchFamily="34" charset="0"/>
            </a:endParaRPr>
          </a:p>
          <a:p>
            <a:pPr algn="l"/>
            <a:r>
              <a:rPr lang="zh-CN" altLang="en-US" b="0" i="0" u="none" strike="noStrike" dirty="0">
                <a:solidFill>
                  <a:srgbClr val="404040"/>
                </a:solidFill>
                <a:effectLst/>
                <a:latin typeface="Lato" panose="020F0502020204030203" pitchFamily="34" charset="0"/>
              </a:rPr>
              <a:t>而如果我们改变了 </a:t>
            </a:r>
            <a:r>
              <a:rPr lang="en" altLang="zh-CN" b="0" i="0" u="none" strike="noStrike" dirty="0" err="1">
                <a:solidFill>
                  <a:srgbClr val="404040"/>
                </a:solidFill>
                <a:effectLst/>
                <a:latin typeface="Lato" panose="020F0502020204030203" pitchFamily="34" charset="0"/>
              </a:rPr>
              <a:t>command.h</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a:t>
            </a:r>
            <a:r>
              <a:rPr lang="zh-CN" altLang="en-US" b="0" i="0" u="none" strike="noStrike" dirty="0">
                <a:solidFill>
                  <a:srgbClr val="404040"/>
                </a:solidFill>
                <a:effectLst/>
                <a:latin typeface="Lato" panose="020F0502020204030203" pitchFamily="34" charset="0"/>
              </a:rPr>
              <a:t>那么， </a:t>
            </a:r>
            <a:r>
              <a:rPr lang="en" altLang="zh-CN" b="0" i="0" u="none" strike="noStrike" dirty="0" err="1">
                <a:solidFill>
                  <a:srgbClr val="404040"/>
                </a:solidFill>
                <a:effectLst/>
                <a:latin typeface="Lato" panose="020F0502020204030203" pitchFamily="34" charset="0"/>
              </a:rPr>
              <a:t>kdb.o</a:t>
            </a:r>
            <a:r>
              <a:rPr lang="en" altLang="zh-CN" b="0" i="0" u="none" strike="noStrike" dirty="0">
                <a:solidFill>
                  <a:srgbClr val="404040"/>
                </a:solidFill>
                <a:effectLst/>
                <a:latin typeface="Lato" panose="020F0502020204030203" pitchFamily="34" charset="0"/>
              </a:rPr>
              <a:t> </a:t>
            </a:r>
            <a:r>
              <a:rPr lang="zh-CN" altLang="en" b="0" i="0" u="none" strike="noStrike" dirty="0">
                <a:solidFill>
                  <a:srgbClr val="404040"/>
                </a:solidFill>
                <a:effectLst/>
                <a:latin typeface="Lato" panose="020F0502020204030203" pitchFamily="34" charset="0"/>
              </a:rPr>
              <a:t>、 </a:t>
            </a:r>
            <a:r>
              <a:rPr lang="en" altLang="zh-CN" b="0" i="0" u="none" strike="noStrike" dirty="0" err="1">
                <a:solidFill>
                  <a:srgbClr val="404040"/>
                </a:solidFill>
                <a:effectLst/>
                <a:latin typeface="Lato" panose="020F0502020204030203" pitchFamily="34" charset="0"/>
              </a:rPr>
              <a:t>command.o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和 </a:t>
            </a:r>
            <a:r>
              <a:rPr lang="en" altLang="zh-CN" b="0" i="0" u="none" strike="noStrike" dirty="0" err="1">
                <a:solidFill>
                  <a:srgbClr val="404040"/>
                </a:solidFill>
                <a:effectLst/>
                <a:latin typeface="Lato" panose="020F0502020204030203" pitchFamily="34" charset="0"/>
              </a:rPr>
              <a:t>files.o</a:t>
            </a:r>
            <a:r>
              <a:rPr lang="en" altLang="zh-CN" b="0" i="0" u="none" strike="noStrike" dirty="0">
                <a:solidFill>
                  <a:srgbClr val="404040"/>
                </a:solidFill>
                <a:effectLst/>
                <a:latin typeface="Lato" panose="020F0502020204030203" pitchFamily="34" charset="0"/>
              </a:rPr>
              <a:t> </a:t>
            </a:r>
            <a:r>
              <a:rPr lang="zh-CN" altLang="en-US" b="0" i="0" u="none" strike="noStrike" dirty="0">
                <a:solidFill>
                  <a:srgbClr val="404040"/>
                </a:solidFill>
                <a:effectLst/>
                <a:latin typeface="Lato" panose="020F0502020204030203" pitchFamily="34" charset="0"/>
              </a:rPr>
              <a:t>都会被重编译，并且， </a:t>
            </a:r>
            <a:r>
              <a:rPr lang="en" altLang="zh-CN" b="0" i="0" u="none" strike="noStrike" dirty="0">
                <a:solidFill>
                  <a:srgbClr val="404040"/>
                </a:solidFill>
                <a:effectLst/>
                <a:latin typeface="Lato" panose="020F0502020204030203" pitchFamily="34" charset="0"/>
              </a:rPr>
              <a:t>edit </a:t>
            </a:r>
            <a:r>
              <a:rPr lang="zh-CN" altLang="en-US" b="0" i="0" u="none" strike="noStrike" dirty="0">
                <a:solidFill>
                  <a:srgbClr val="404040"/>
                </a:solidFill>
                <a:effectLst/>
                <a:latin typeface="Lato" panose="020F0502020204030203" pitchFamily="34" charset="0"/>
              </a:rPr>
              <a:t>会被重链接。</a:t>
            </a: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25</a:t>
            </a:fld>
            <a:endParaRPr lang="en-JM"/>
          </a:p>
        </p:txBody>
      </p:sp>
    </p:spTree>
    <p:extLst>
      <p:ext uri="{BB962C8B-B14F-4D97-AF65-F5344CB8AC3E}">
        <p14:creationId xmlns:p14="http://schemas.microsoft.com/office/powerpoint/2010/main" val="452141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cc</a:t>
            </a:r>
            <a:r>
              <a:rPr kumimoji="1" lang="zh-CN" altLang="en-US" dirty="0"/>
              <a:t> 编译，类似 </a:t>
            </a:r>
            <a:r>
              <a:rPr kumimoji="1" lang="en-US" altLang="zh-CN" dirty="0" err="1"/>
              <a:t>gcc</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26</a:t>
            </a:fld>
            <a:endParaRPr lang="en-JM"/>
          </a:p>
        </p:txBody>
      </p:sp>
    </p:spTree>
    <p:extLst>
      <p:ext uri="{BB962C8B-B14F-4D97-AF65-F5344CB8AC3E}">
        <p14:creationId xmlns:p14="http://schemas.microsoft.com/office/powerpoint/2010/main" val="3867024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cc</a:t>
            </a:r>
            <a:r>
              <a:rPr kumimoji="1" lang="zh-CN" altLang="en-US" dirty="0"/>
              <a:t> 编译，类似 </a:t>
            </a:r>
            <a:r>
              <a:rPr kumimoji="1" lang="en-US" altLang="zh-CN" dirty="0" err="1"/>
              <a:t>gcc</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27</a:t>
            </a:fld>
            <a:endParaRPr lang="en-JM"/>
          </a:p>
        </p:txBody>
      </p:sp>
    </p:spTree>
    <p:extLst>
      <p:ext uri="{BB962C8B-B14F-4D97-AF65-F5344CB8AC3E}">
        <p14:creationId xmlns:p14="http://schemas.microsoft.com/office/powerpoint/2010/main" val="30861286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cc</a:t>
            </a:r>
            <a:r>
              <a:rPr kumimoji="1" lang="zh-CN" altLang="en-US" dirty="0"/>
              <a:t> 编译，类似 </a:t>
            </a:r>
            <a:r>
              <a:rPr kumimoji="1" lang="en-US" altLang="zh-CN" dirty="0" err="1"/>
              <a:t>gcc</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28</a:t>
            </a:fld>
            <a:endParaRPr lang="en-JM"/>
          </a:p>
        </p:txBody>
      </p:sp>
    </p:spTree>
    <p:extLst>
      <p:ext uri="{BB962C8B-B14F-4D97-AF65-F5344CB8AC3E}">
        <p14:creationId xmlns:p14="http://schemas.microsoft.com/office/powerpoint/2010/main" val="2774310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cc</a:t>
            </a:r>
            <a:r>
              <a:rPr kumimoji="1" lang="zh-CN" altLang="en-US" dirty="0"/>
              <a:t> 编译，类似 </a:t>
            </a:r>
            <a:r>
              <a:rPr kumimoji="1" lang="en-US" altLang="zh-CN"/>
              <a:t>gcc</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29</a:t>
            </a:fld>
            <a:endParaRPr lang="en-JM"/>
          </a:p>
        </p:txBody>
      </p:sp>
    </p:spTree>
    <p:extLst>
      <p:ext uri="{BB962C8B-B14F-4D97-AF65-F5344CB8AC3E}">
        <p14:creationId xmlns:p14="http://schemas.microsoft.com/office/powerpoint/2010/main" val="3681218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cc</a:t>
            </a:r>
            <a:r>
              <a:rPr kumimoji="1" lang="zh-CN" altLang="en-US" dirty="0"/>
              <a:t> 编译，类似 </a:t>
            </a:r>
            <a:r>
              <a:rPr kumimoji="1" lang="en-US" altLang="zh-CN" dirty="0" err="1"/>
              <a:t>gcc</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30</a:t>
            </a:fld>
            <a:endParaRPr lang="en-JM"/>
          </a:p>
        </p:txBody>
      </p:sp>
    </p:spTree>
    <p:extLst>
      <p:ext uri="{BB962C8B-B14F-4D97-AF65-F5344CB8AC3E}">
        <p14:creationId xmlns:p14="http://schemas.microsoft.com/office/powerpoint/2010/main" val="5281950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如果</a:t>
            </a:r>
            <a:r>
              <a:rPr lang="zh-CN" altLang="en-US" b="1" i="0" u="none" strike="noStrike" dirty="0">
                <a:solidFill>
                  <a:srgbClr val="CC0000"/>
                </a:solidFill>
                <a:effectLst/>
                <a:latin typeface="Microsoft YaHei" panose="020B0503020204020204" pitchFamily="34" charset="-122"/>
                <a:ea typeface="Microsoft YaHei" panose="020B0503020204020204" pitchFamily="34" charset="-122"/>
              </a:rPr>
              <a:t>没有指定输出项目的时候</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Make</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会自动找到</a:t>
            </a:r>
            <a:r>
              <a:rPr lang="en" altLang="zh-CN" b="0" i="0" u="none" strike="noStrike" dirty="0" err="1">
                <a:solidFill>
                  <a:srgbClr val="000000"/>
                </a:solidFill>
                <a:effectLst/>
                <a:latin typeface="Microsoft YaHei" panose="020B0503020204020204" pitchFamily="34" charset="-122"/>
                <a:ea typeface="Microsoft YaHei" panose="020B0503020204020204" pitchFamily="34" charset="-122"/>
              </a:rPr>
              <a:t>makefile</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中第一个目标中没有通配符的目标进行构造，所以步骤是：</a:t>
            </a:r>
            <a:endParaRPr lang="zh-CN" altLang="en-US" b="0" i="0" u="none" strike="noStrike" dirty="0">
              <a:solidFill>
                <a:srgbClr val="000000"/>
              </a:solidFill>
              <a:effectLst/>
              <a:latin typeface="Verdana" panose="020B0604030504040204" pitchFamily="34" charset="0"/>
            </a:endParaRPr>
          </a:p>
          <a:p>
            <a:pPr algn="l">
              <a:buFont typeface="+mj-lt"/>
              <a:buAutoNum type="arabicPeriod"/>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构造</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all</a:t>
            </a:r>
            <a:r>
              <a:rPr lang="zh-CN" altLang="en" b="0" i="0" u="none" strike="noStrike" dirty="0">
                <a:solidFill>
                  <a:srgbClr val="000000"/>
                </a:solidFill>
                <a:effectLst/>
                <a:latin typeface="Microsoft YaHei" panose="020B0503020204020204" pitchFamily="34" charset="-122"/>
                <a:ea typeface="Microsoft YaHei" panose="020B0503020204020204" pitchFamily="34" charset="-122"/>
              </a:rPr>
              <a:t>，</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发现需要</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test1.o</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和</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test2.o</a:t>
            </a:r>
            <a:endParaRPr lang="en" altLang="zh-CN" b="0" i="0" u="none" strike="noStrike" dirty="0">
              <a:solidFill>
                <a:srgbClr val="000000"/>
              </a:solidFill>
              <a:effectLst/>
              <a:latin typeface="Verdana" panose="020B0604030504040204" pitchFamily="34" charset="0"/>
            </a:endParaRPr>
          </a:p>
          <a:p>
            <a:pPr algn="l">
              <a:buFont typeface="+mj-lt"/>
              <a:buAutoNum type="arabicPeriod"/>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这个时候他就会在</a:t>
            </a:r>
            <a:r>
              <a:rPr lang="en" altLang="zh-CN" b="0" i="0" u="none" strike="noStrike" dirty="0" err="1">
                <a:solidFill>
                  <a:srgbClr val="000000"/>
                </a:solidFill>
                <a:effectLst/>
                <a:latin typeface="Microsoft YaHei" panose="020B0503020204020204" pitchFamily="34" charset="-122"/>
                <a:ea typeface="Microsoft YaHei" panose="020B0503020204020204" pitchFamily="34" charset="-122"/>
              </a:rPr>
              <a:t>Makefile</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文件中找到目标能匹配</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test1.o</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和</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test2.o</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的规则。</a:t>
            </a:r>
            <a:endParaRPr lang="zh-CN" altLang="en-US" b="0" i="0" u="none" strike="noStrike" dirty="0">
              <a:solidFill>
                <a:srgbClr val="000000"/>
              </a:solidFill>
              <a:effectLst/>
              <a:latin typeface="Verdana" panose="020B0604030504040204" pitchFamily="34" charset="0"/>
            </a:endParaRPr>
          </a:p>
          <a:p>
            <a:pPr algn="l">
              <a:buFont typeface="+mj-lt"/>
              <a:buAutoNum type="arabicPeriod"/>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找到</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test1.o</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的规则并且知道</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test1.c</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存在，运行下面的命令。</a:t>
            </a:r>
            <a:endParaRPr lang="zh-CN" altLang="en-US" b="0" i="0" u="none" strike="noStrike" dirty="0">
              <a:solidFill>
                <a:srgbClr val="000000"/>
              </a:solidFill>
              <a:effectLst/>
              <a:latin typeface="Verdana" panose="020B0604030504040204" pitchFamily="34" charset="0"/>
            </a:endParaRPr>
          </a:p>
          <a:p>
            <a:pPr algn="l">
              <a:buFont typeface="+mj-lt"/>
              <a:buAutoNum type="arabicPeriod"/>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同步骤三构造出</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test2.o</a:t>
            </a:r>
            <a:endParaRPr lang="en" altLang="zh-CN" b="0" i="0" u="none" strike="noStrike" dirty="0">
              <a:solidFill>
                <a:srgbClr val="000000"/>
              </a:solidFill>
              <a:effectLst/>
              <a:latin typeface="Verdana" panose="020B0604030504040204" pitchFamily="34" charset="0"/>
            </a:endParaRPr>
          </a:p>
          <a:p>
            <a:pPr algn="l">
              <a:buFont typeface="+mj-lt"/>
              <a:buAutoNum type="arabicPeriod"/>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现在构造</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all</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的源文件已经齐全，构建</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all</a:t>
            </a:r>
            <a:endParaRPr lang="en" altLang="zh-CN" b="0" i="0" u="none" strike="noStrike" dirty="0">
              <a:solidFill>
                <a:srgbClr val="000000"/>
              </a:solidFill>
              <a:effectLst/>
              <a:latin typeface="Verdana" panose="020B0604030504040204" pitchFamily="34" charset="0"/>
            </a:endParaRPr>
          </a:p>
          <a:p>
            <a:endParaRPr kumimoji="1" lang="en-US" altLang="zh-CN" dirty="0"/>
          </a:p>
          <a:p>
            <a:pPr algn="l"/>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其中最重要的是第</a:t>
            </a:r>
            <a:r>
              <a:rPr lang="en-US" altLang="zh-CN" b="0" i="0" u="none" strike="noStrike" dirty="0">
                <a:solidFill>
                  <a:srgbClr val="000000"/>
                </a:solidFill>
                <a:effectLst/>
                <a:latin typeface="Microsoft YaHei" panose="020B0503020204020204" pitchFamily="34" charset="-122"/>
                <a:ea typeface="Microsoft YaHei" panose="020B0503020204020204" pitchFamily="34" charset="-122"/>
              </a:rPr>
              <a:t>2</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步。</a:t>
            </a:r>
            <a:endParaRPr lang="zh-CN" altLang="en-US" b="0" i="0" u="none" strike="noStrike" dirty="0">
              <a:solidFill>
                <a:srgbClr val="000000"/>
              </a:solidFill>
              <a:effectLst/>
              <a:latin typeface="Verdana" panose="020B0604030504040204" pitchFamily="34" charset="0"/>
            </a:endParaRPr>
          </a:p>
          <a:p>
            <a:pPr algn="l"/>
            <a:r>
              <a:rPr lang="en" altLang="zh-CN" b="0" i="0" u="none" strike="noStrike" dirty="0" err="1">
                <a:solidFill>
                  <a:srgbClr val="000000"/>
                </a:solidFill>
                <a:effectLst/>
                <a:latin typeface="Microsoft YaHei" panose="020B0503020204020204" pitchFamily="34" charset="-122"/>
                <a:ea typeface="Microsoft YaHei" panose="020B0503020204020204" pitchFamily="34" charset="-122"/>
              </a:rPr>
              <a:t>Makefile</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的通配符是在带着目的（如“寻找</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test1.o”</a:t>
            </a:r>
            <a:r>
              <a:rPr lang="zh-CN" altLang="en" b="0" i="0" u="none" strike="noStrike" dirty="0">
                <a:solidFill>
                  <a:srgbClr val="000000"/>
                </a:solidFill>
                <a:effectLst/>
                <a:latin typeface="Microsoft YaHei" panose="020B0503020204020204" pitchFamily="34" charset="-122"/>
                <a:ea typeface="Microsoft YaHei" panose="020B0503020204020204" pitchFamily="34" charset="-122"/>
              </a:rPr>
              <a:t>）</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的时候才会把他要寻找的目标套用通配符</a:t>
            </a:r>
            <a:r>
              <a:rPr lang="en-US" altLang="zh-CN" b="0" i="0" u="none" strike="noStrike" dirty="0">
                <a:solidFill>
                  <a:srgbClr val="000000"/>
                </a:solidFill>
                <a:effectLst/>
                <a:latin typeface="Microsoft YaHei" panose="020B0503020204020204" pitchFamily="34" charset="-122"/>
                <a:ea typeface="Microsoft YaHei" panose="020B0503020204020204" pitchFamily="34" charset="-122"/>
              </a:rPr>
              <a:t>%</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中。</a:t>
            </a:r>
            <a:endParaRPr lang="zh-CN" altLang="en-US" b="0" i="0" u="none" strike="noStrike" dirty="0">
              <a:solidFill>
                <a:srgbClr val="000000"/>
              </a:solidFill>
              <a:effectLst/>
              <a:latin typeface="Verdana" panose="020B0604030504040204" pitchFamily="34" charset="0"/>
            </a:endParaRPr>
          </a:p>
          <a:p>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32</a:t>
            </a:fld>
            <a:endParaRPr lang="en-JM"/>
          </a:p>
        </p:txBody>
      </p:sp>
    </p:spTree>
    <p:extLst>
      <p:ext uri="{BB962C8B-B14F-4D97-AF65-F5344CB8AC3E}">
        <p14:creationId xmlns:p14="http://schemas.microsoft.com/office/powerpoint/2010/main" val="2330123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1"/>
          <p:cNvSpPr>
            <a:spLocks noGrp="1"/>
          </p:cNvSpPr>
          <p:nvPr>
            <p:ph type="ctrTitle"/>
          </p:nvPr>
        </p:nvSpPr>
        <p:spPr>
          <a:xfrm>
            <a:off x="685800" y="2130428"/>
            <a:ext cx="7772400" cy="1470025"/>
          </a:xfrm>
        </p:spPr>
        <p:txBody>
          <a:bodyPr/>
          <a:lstStyle>
            <a:lvl1pPr algn="ctr">
              <a:defRPr/>
            </a:lvl1pPr>
          </a:lstStyle>
          <a:p>
            <a:r>
              <a:rPr lang="en-US" dirty="0"/>
              <a:t>Click to edit Master title style</a:t>
            </a:r>
            <a:endParaRPr lang="en-JM" dirty="0"/>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1800">
                <a:solidFill>
                  <a:srgbClr val="7F7F7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600" b="0" cap="all"/>
            </a:lvl1pPr>
          </a:lstStyle>
          <a:p>
            <a:r>
              <a:rPr lang="en-US"/>
              <a:t>Click to edit Master title style</a:t>
            </a:r>
            <a:endParaRPr lang="en-JM"/>
          </a:p>
        </p:txBody>
      </p:sp>
      <p:sp>
        <p:nvSpPr>
          <p:cNvPr id="3" name="Text Placeholder 2"/>
          <p:cNvSpPr>
            <a:spLocks noGrp="1"/>
          </p:cNvSpPr>
          <p:nvPr>
            <p:ph type="body" idx="1"/>
          </p:nvPr>
        </p:nvSpPr>
        <p:spPr>
          <a:xfrm>
            <a:off x="722313" y="2906713"/>
            <a:ext cx="7772400" cy="1500187"/>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JM"/>
              <a:t>PUT THE NAME OF YOUR COMPANY HERE</a:t>
            </a:r>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sz="half" idx="1"/>
          </p:nvPr>
        </p:nvSpPr>
        <p:spPr>
          <a:xfrm>
            <a:off x="457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4" name="Content Placeholder 3"/>
          <p:cNvSpPr>
            <a:spLocks noGrp="1"/>
          </p:cNvSpPr>
          <p:nvPr>
            <p:ph sz="half" idx="2"/>
          </p:nvPr>
        </p:nvSpPr>
        <p:spPr>
          <a:xfrm>
            <a:off x="4648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Footer Placeholder 5"/>
          <p:cNvSpPr>
            <a:spLocks noGrp="1"/>
          </p:cNvSpPr>
          <p:nvPr>
            <p:ph type="ftr" sz="quarter" idx="11"/>
          </p:nvPr>
        </p:nvSpPr>
        <p:spPr/>
        <p:txBody>
          <a:bodyPr/>
          <a:lstStyle/>
          <a:p>
            <a:r>
              <a:rPr lang="en-JM"/>
              <a:t>PUT THE NAME OF YOUR COMPANY HERE</a:t>
            </a:r>
          </a:p>
        </p:txBody>
      </p:sp>
      <p:sp>
        <p:nvSpPr>
          <p:cNvPr id="7" name="Slide Number Placeholder 6"/>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JM"/>
          </a:p>
        </p:txBody>
      </p:sp>
      <p:sp>
        <p:nvSpPr>
          <p:cNvPr id="3" name="Text Placeholder 2"/>
          <p:cNvSpPr>
            <a:spLocks noGrp="1"/>
          </p:cNvSpPr>
          <p:nvPr>
            <p:ph type="body" idx="1"/>
          </p:nvPr>
        </p:nvSpPr>
        <p:spPr>
          <a:xfrm>
            <a:off x="457200" y="1295400"/>
            <a:ext cx="4040188"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35161"/>
            <a:ext cx="4040188"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Text Placeholder 4"/>
          <p:cNvSpPr>
            <a:spLocks noGrp="1"/>
          </p:cNvSpPr>
          <p:nvPr>
            <p:ph type="body" sz="quarter" idx="3"/>
          </p:nvPr>
        </p:nvSpPr>
        <p:spPr>
          <a:xfrm>
            <a:off x="4645029" y="1295400"/>
            <a:ext cx="4041775"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9" y="1935161"/>
            <a:ext cx="4041775"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8" name="Footer Placeholder 7"/>
          <p:cNvSpPr>
            <a:spLocks noGrp="1"/>
          </p:cNvSpPr>
          <p:nvPr>
            <p:ph type="ftr" sz="quarter" idx="11"/>
          </p:nvPr>
        </p:nvSpPr>
        <p:spPr/>
        <p:txBody>
          <a:bodyPr/>
          <a:lstStyle/>
          <a:p>
            <a:r>
              <a:rPr lang="en-JM"/>
              <a:t>PUT THE NAME OF YOUR COMPANY HERE</a:t>
            </a:r>
          </a:p>
        </p:txBody>
      </p:sp>
      <p:sp>
        <p:nvSpPr>
          <p:cNvPr id="9" name="Slide Number Placeholder 8"/>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18"/>
          <p:cNvSpPr>
            <a:spLocks noGrp="1"/>
          </p:cNvSpPr>
          <p:nvPr>
            <p:ph type="body" sz="quarter" idx="15"/>
          </p:nvPr>
        </p:nvSpPr>
        <p:spPr>
          <a:xfrm>
            <a:off x="533400" y="18034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6"/>
          </p:nvPr>
        </p:nvSpPr>
        <p:spPr>
          <a:xfrm>
            <a:off x="533400" y="21082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7"/>
          </p:nvPr>
        </p:nvSpPr>
        <p:spPr>
          <a:xfrm>
            <a:off x="533400" y="32258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18"/>
          </p:nvPr>
        </p:nvSpPr>
        <p:spPr>
          <a:xfrm>
            <a:off x="533400" y="35306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6" name="Text Placeholder 18"/>
          <p:cNvSpPr>
            <a:spLocks noGrp="1"/>
          </p:cNvSpPr>
          <p:nvPr>
            <p:ph type="body" sz="quarter" idx="19"/>
          </p:nvPr>
        </p:nvSpPr>
        <p:spPr>
          <a:xfrm>
            <a:off x="533400" y="46482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7" name="Text Placeholder 20"/>
          <p:cNvSpPr>
            <a:spLocks noGrp="1"/>
          </p:cNvSpPr>
          <p:nvPr>
            <p:ph type="body" sz="quarter" idx="20"/>
          </p:nvPr>
        </p:nvSpPr>
        <p:spPr>
          <a:xfrm>
            <a:off x="533400" y="49530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extLst>
      <p:ext uri="{BB962C8B-B14F-4D97-AF65-F5344CB8AC3E}">
        <p14:creationId xmlns:p14="http://schemas.microsoft.com/office/powerpoint/2010/main" val="154460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2"/>
          <p:cNvSpPr>
            <a:spLocks noGrp="1"/>
          </p:cNvSpPr>
          <p:nvPr>
            <p:ph type="body" sz="quarter" idx="16"/>
          </p:nvPr>
        </p:nvSpPr>
        <p:spPr>
          <a:xfrm>
            <a:off x="838200" y="2510117"/>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7" name="Text Placeholder 12"/>
          <p:cNvSpPr>
            <a:spLocks noGrp="1"/>
          </p:cNvSpPr>
          <p:nvPr>
            <p:ph type="body" sz="quarter" idx="17"/>
          </p:nvPr>
        </p:nvSpPr>
        <p:spPr>
          <a:xfrm>
            <a:off x="37338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8" name="Text Placeholder 12"/>
          <p:cNvSpPr>
            <a:spLocks noGrp="1"/>
          </p:cNvSpPr>
          <p:nvPr>
            <p:ph type="body" sz="quarter" idx="18"/>
          </p:nvPr>
        </p:nvSpPr>
        <p:spPr>
          <a:xfrm>
            <a:off x="66294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9" name="Text Placeholder 27"/>
          <p:cNvSpPr>
            <a:spLocks noGrp="1"/>
          </p:cNvSpPr>
          <p:nvPr>
            <p:ph type="body" sz="quarter" idx="19"/>
          </p:nvPr>
        </p:nvSpPr>
        <p:spPr>
          <a:xfrm>
            <a:off x="584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0" name="Text Placeholder 27"/>
          <p:cNvSpPr>
            <a:spLocks noGrp="1"/>
          </p:cNvSpPr>
          <p:nvPr>
            <p:ph type="body" sz="quarter" idx="20"/>
          </p:nvPr>
        </p:nvSpPr>
        <p:spPr>
          <a:xfrm>
            <a:off x="3505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1" name="Text Placeholder 27"/>
          <p:cNvSpPr>
            <a:spLocks noGrp="1"/>
          </p:cNvSpPr>
          <p:nvPr>
            <p:ph type="body" sz="quarter" idx="21"/>
          </p:nvPr>
        </p:nvSpPr>
        <p:spPr>
          <a:xfrm>
            <a:off x="63754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2" name="Content Placeholder 21"/>
          <p:cNvSpPr>
            <a:spLocks noGrp="1"/>
          </p:cNvSpPr>
          <p:nvPr>
            <p:ph sz="quarter" idx="13"/>
          </p:nvPr>
        </p:nvSpPr>
        <p:spPr>
          <a:xfrm>
            <a:off x="457200" y="1320800"/>
            <a:ext cx="8229600" cy="685800"/>
          </a:xfrm>
        </p:spPr>
        <p:txBody>
          <a:bodyPr>
            <a:normAutofit/>
          </a:bodyPr>
          <a:lstStyle>
            <a:lvl1pPr>
              <a:buNone/>
              <a:defRPr sz="1400">
                <a:solidFill>
                  <a:schemeClr val="tx1">
                    <a:lumMod val="65000"/>
                    <a:lumOff val="35000"/>
                  </a:schemeClr>
                </a:solidFill>
              </a:defRPr>
            </a:lvl1pPr>
          </a:lstStyle>
          <a:p>
            <a:pPr lvl="0"/>
            <a:endParaRPr lang="en-JM" dirty="0"/>
          </a:p>
        </p:txBody>
      </p:sp>
    </p:spTree>
    <p:extLst>
      <p:ext uri="{BB962C8B-B14F-4D97-AF65-F5344CB8AC3E}">
        <p14:creationId xmlns:p14="http://schemas.microsoft.com/office/powerpoint/2010/main" val="2506707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4321" y="1835900"/>
            <a:ext cx="2286001" cy="3327400"/>
          </a:xfrm>
          <a:prstGeom prst="rect">
            <a:avLst/>
          </a:prstGeom>
        </p:spPr>
      </p:pic>
      <p:sp>
        <p:nvSpPr>
          <p:cNvPr id="7" name="Picture Placeholder 12"/>
          <p:cNvSpPr>
            <a:spLocks noGrp="1"/>
          </p:cNvSpPr>
          <p:nvPr>
            <p:ph type="pic" sz="quarter" idx="16"/>
          </p:nvPr>
        </p:nvSpPr>
        <p:spPr>
          <a:xfrm>
            <a:off x="794399" y="2229600"/>
            <a:ext cx="1725845" cy="2540000"/>
          </a:xfrm>
        </p:spPr>
        <p:txBody>
          <a:bodyPr/>
          <a:lstStyle/>
          <a:p>
            <a:endParaRPr lang="en-JM"/>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76600" y="1805348"/>
            <a:ext cx="2286001" cy="3327400"/>
          </a:xfrm>
          <a:prstGeom prst="rect">
            <a:avLst/>
          </a:prstGeom>
        </p:spPr>
      </p:pic>
      <p:sp>
        <p:nvSpPr>
          <p:cNvPr id="9" name="Picture Placeholder 12"/>
          <p:cNvSpPr>
            <a:spLocks noGrp="1"/>
          </p:cNvSpPr>
          <p:nvPr>
            <p:ph type="pic" sz="quarter" idx="17"/>
          </p:nvPr>
        </p:nvSpPr>
        <p:spPr>
          <a:xfrm>
            <a:off x="3556678" y="2199048"/>
            <a:ext cx="1725845" cy="2540000"/>
          </a:xfrm>
        </p:spPr>
        <p:txBody>
          <a:bodyPr/>
          <a:lstStyle/>
          <a:p>
            <a:endParaRPr lang="en-JM"/>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1805348"/>
            <a:ext cx="2286001" cy="3327400"/>
          </a:xfrm>
          <a:prstGeom prst="rect">
            <a:avLst/>
          </a:prstGeom>
        </p:spPr>
      </p:pic>
      <p:sp>
        <p:nvSpPr>
          <p:cNvPr id="11" name="Picture Placeholder 12"/>
          <p:cNvSpPr>
            <a:spLocks noGrp="1"/>
          </p:cNvSpPr>
          <p:nvPr>
            <p:ph type="pic" sz="quarter" idx="18"/>
          </p:nvPr>
        </p:nvSpPr>
        <p:spPr>
          <a:xfrm>
            <a:off x="6376078" y="2199048"/>
            <a:ext cx="1725845" cy="2540000"/>
          </a:xfrm>
        </p:spPr>
        <p:txBody>
          <a:bodyPr/>
          <a:lstStyle/>
          <a:p>
            <a:endParaRPr lang="en-JM"/>
          </a:p>
        </p:txBody>
      </p:sp>
      <p:sp>
        <p:nvSpPr>
          <p:cNvPr id="12" name="Text Placeholder 11"/>
          <p:cNvSpPr>
            <a:spLocks noGrp="1"/>
          </p:cNvSpPr>
          <p:nvPr>
            <p:ph type="body" sz="quarter" idx="19" hasCustomPrompt="1"/>
          </p:nvPr>
        </p:nvSpPr>
        <p:spPr>
          <a:xfrm>
            <a:off x="6096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3" name="Text Placeholder 11"/>
          <p:cNvSpPr>
            <a:spLocks noGrp="1"/>
          </p:cNvSpPr>
          <p:nvPr>
            <p:ph type="body" sz="quarter" idx="20" hasCustomPrompt="1"/>
          </p:nvPr>
        </p:nvSpPr>
        <p:spPr>
          <a:xfrm>
            <a:off x="34290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4" name="Text Placeholder 11"/>
          <p:cNvSpPr>
            <a:spLocks noGrp="1"/>
          </p:cNvSpPr>
          <p:nvPr>
            <p:ph type="body" sz="quarter" idx="21" hasCustomPrompt="1"/>
          </p:nvPr>
        </p:nvSpPr>
        <p:spPr>
          <a:xfrm>
            <a:off x="62484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Tree>
    <p:extLst>
      <p:ext uri="{BB962C8B-B14F-4D97-AF65-F5344CB8AC3E}">
        <p14:creationId xmlns:p14="http://schemas.microsoft.com/office/powerpoint/2010/main" val="121861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7200" y="1752600"/>
            <a:ext cx="4419600" cy="4010501"/>
          </a:xfrm>
          <a:prstGeom prst="rect">
            <a:avLst/>
          </a:prstGeom>
        </p:spPr>
      </p:pic>
      <p:sp>
        <p:nvSpPr>
          <p:cNvPr id="7" name="Text Placeholder 18"/>
          <p:cNvSpPr>
            <a:spLocks noGrp="1"/>
          </p:cNvSpPr>
          <p:nvPr>
            <p:ph type="body" sz="quarter" idx="15"/>
          </p:nvPr>
        </p:nvSpPr>
        <p:spPr>
          <a:xfrm>
            <a:off x="1295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20"/>
          <p:cNvSpPr>
            <a:spLocks noGrp="1"/>
          </p:cNvSpPr>
          <p:nvPr>
            <p:ph type="body" sz="quarter" idx="16"/>
          </p:nvPr>
        </p:nvSpPr>
        <p:spPr>
          <a:xfrm>
            <a:off x="1295400" y="21082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9" name="Text Placeholder 18"/>
          <p:cNvSpPr>
            <a:spLocks noGrp="1"/>
          </p:cNvSpPr>
          <p:nvPr>
            <p:ph type="body" sz="quarter" idx="17"/>
          </p:nvPr>
        </p:nvSpPr>
        <p:spPr>
          <a:xfrm>
            <a:off x="1295400" y="30226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0" name="Text Placeholder 20"/>
          <p:cNvSpPr>
            <a:spLocks noGrp="1"/>
          </p:cNvSpPr>
          <p:nvPr>
            <p:ph type="body" sz="quarter" idx="18"/>
          </p:nvPr>
        </p:nvSpPr>
        <p:spPr>
          <a:xfrm>
            <a:off x="1295400" y="33274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1" name="Text Placeholder 18"/>
          <p:cNvSpPr>
            <a:spLocks noGrp="1"/>
          </p:cNvSpPr>
          <p:nvPr>
            <p:ph type="body" sz="quarter" idx="19"/>
          </p:nvPr>
        </p:nvSpPr>
        <p:spPr>
          <a:xfrm>
            <a:off x="1295400" y="4267200"/>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2" name="Text Placeholder 20"/>
          <p:cNvSpPr>
            <a:spLocks noGrp="1"/>
          </p:cNvSpPr>
          <p:nvPr>
            <p:ph type="body" sz="quarter" idx="20"/>
          </p:nvPr>
        </p:nvSpPr>
        <p:spPr>
          <a:xfrm>
            <a:off x="1295400" y="4571999"/>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3" name="Picture Placeholder 24"/>
          <p:cNvSpPr>
            <a:spLocks noGrp="1"/>
          </p:cNvSpPr>
          <p:nvPr>
            <p:ph type="pic" sz="quarter" idx="28"/>
          </p:nvPr>
        </p:nvSpPr>
        <p:spPr>
          <a:xfrm>
            <a:off x="4544096" y="2072664"/>
            <a:ext cx="3860269" cy="2423136"/>
          </a:xfrm>
        </p:spPr>
        <p:txBody>
          <a:bodyPr/>
          <a:lstStyle/>
          <a:p>
            <a:endParaRPr lang="en-JM"/>
          </a:p>
        </p:txBody>
      </p:sp>
    </p:spTree>
    <p:extLst>
      <p:ext uri="{BB962C8B-B14F-4D97-AF65-F5344CB8AC3E}">
        <p14:creationId xmlns:p14="http://schemas.microsoft.com/office/powerpoint/2010/main" val="3738919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8"/>
          <p:cNvSpPr>
            <a:spLocks noGrp="1"/>
          </p:cNvSpPr>
          <p:nvPr>
            <p:ph type="body" sz="quarter" idx="15"/>
          </p:nvPr>
        </p:nvSpPr>
        <p:spPr>
          <a:xfrm>
            <a:off x="5791200" y="1830917"/>
            <a:ext cx="2667000" cy="886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18"/>
          <p:cNvSpPr>
            <a:spLocks noGrp="1"/>
          </p:cNvSpPr>
          <p:nvPr>
            <p:ph type="body" sz="quarter" idx="17"/>
          </p:nvPr>
        </p:nvSpPr>
        <p:spPr>
          <a:xfrm>
            <a:off x="5791200" y="3022601"/>
            <a:ext cx="253365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9" name="Text Placeholder 20"/>
          <p:cNvSpPr>
            <a:spLocks noGrp="1"/>
          </p:cNvSpPr>
          <p:nvPr>
            <p:ph type="body" sz="quarter" idx="18"/>
          </p:nvPr>
        </p:nvSpPr>
        <p:spPr>
          <a:xfrm>
            <a:off x="5791200" y="3401484"/>
            <a:ext cx="28194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0" name="Text Placeholder 18"/>
          <p:cNvSpPr>
            <a:spLocks noGrp="1"/>
          </p:cNvSpPr>
          <p:nvPr>
            <p:ph type="body" sz="quarter" idx="19"/>
          </p:nvPr>
        </p:nvSpPr>
        <p:spPr>
          <a:xfrm>
            <a:off x="5791200" y="4472517"/>
            <a:ext cx="251460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20"/>
          </p:nvPr>
        </p:nvSpPr>
        <p:spPr>
          <a:xfrm>
            <a:off x="5791200" y="4851400"/>
            <a:ext cx="29718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2169082"/>
            <a:ext cx="5257800" cy="3012518"/>
          </a:xfrm>
          <a:prstGeom prst="rect">
            <a:avLst/>
          </a:prstGeom>
        </p:spPr>
      </p:pic>
      <p:sp>
        <p:nvSpPr>
          <p:cNvPr id="13" name="Picture Placeholder 16"/>
          <p:cNvSpPr>
            <a:spLocks noGrp="1"/>
          </p:cNvSpPr>
          <p:nvPr>
            <p:ph type="pic" sz="quarter" idx="21"/>
          </p:nvPr>
        </p:nvSpPr>
        <p:spPr>
          <a:xfrm>
            <a:off x="1176793" y="2514600"/>
            <a:ext cx="3666213" cy="2120030"/>
          </a:xfrm>
        </p:spPr>
        <p:txBody>
          <a:bodyPr/>
          <a:lstStyle/>
          <a:p>
            <a:endParaRPr lang="en-JM"/>
          </a:p>
        </p:txBody>
      </p:sp>
    </p:spTree>
    <p:extLst>
      <p:ext uri="{BB962C8B-B14F-4D97-AF65-F5344CB8AC3E}">
        <p14:creationId xmlns:p14="http://schemas.microsoft.com/office/powerpoint/2010/main" val="2096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cxnSp>
        <p:nvCxnSpPr>
          <p:cNvPr id="7" name="Straight Connector 6"/>
          <p:cNvCxnSpPr/>
          <p:nvPr userDrawn="1"/>
        </p:nvCxnSpPr>
        <p:spPr>
          <a:xfrm>
            <a:off x="32004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60960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572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6" name="Text Placeholder 14"/>
          <p:cNvSpPr>
            <a:spLocks noGrp="1"/>
          </p:cNvSpPr>
          <p:nvPr>
            <p:ph type="body" sz="quarter" idx="14"/>
          </p:nvPr>
        </p:nvSpPr>
        <p:spPr>
          <a:xfrm>
            <a:off x="33528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7" name="Text Placeholder 14"/>
          <p:cNvSpPr>
            <a:spLocks noGrp="1"/>
          </p:cNvSpPr>
          <p:nvPr>
            <p:ph type="body" sz="quarter" idx="15"/>
          </p:nvPr>
        </p:nvSpPr>
        <p:spPr>
          <a:xfrm>
            <a:off x="62484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8" name="Content Placeholder 38"/>
          <p:cNvSpPr>
            <a:spLocks noGrp="1"/>
          </p:cNvSpPr>
          <p:nvPr>
            <p:ph sz="quarter" idx="37"/>
          </p:nvPr>
        </p:nvSpPr>
        <p:spPr>
          <a:xfrm>
            <a:off x="4572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1" name="Content Placeholder 38"/>
          <p:cNvSpPr>
            <a:spLocks noGrp="1"/>
          </p:cNvSpPr>
          <p:nvPr>
            <p:ph sz="quarter" idx="38"/>
          </p:nvPr>
        </p:nvSpPr>
        <p:spPr>
          <a:xfrm>
            <a:off x="33528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3" name="Content Placeholder 38"/>
          <p:cNvSpPr>
            <a:spLocks noGrp="1"/>
          </p:cNvSpPr>
          <p:nvPr>
            <p:ph sz="quarter" idx="39"/>
          </p:nvPr>
        </p:nvSpPr>
        <p:spPr>
          <a:xfrm>
            <a:off x="62484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extLst>
      <p:ext uri="{BB962C8B-B14F-4D97-AF65-F5344CB8AC3E}">
        <p14:creationId xmlns:p14="http://schemas.microsoft.com/office/powerpoint/2010/main" val="2263622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
        <p:nvSpPr>
          <p:cNvPr id="5" name="Picture Placeholder 4"/>
          <p:cNvSpPr>
            <a:spLocks noGrp="1"/>
          </p:cNvSpPr>
          <p:nvPr>
            <p:ph type="pic" sz="quarter" idx="13"/>
          </p:nvPr>
        </p:nvSpPr>
        <p:spPr>
          <a:xfrm>
            <a:off x="0" y="0"/>
            <a:ext cx="9144000" cy="6883400"/>
          </a:xfrm>
        </p:spPr>
        <p:txBody>
          <a:bodyPr/>
          <a:lstStyle/>
          <a:p>
            <a:endParaRPr lang="en-JM"/>
          </a:p>
        </p:txBody>
      </p:sp>
    </p:spTree>
    <p:extLst>
      <p:ext uri="{BB962C8B-B14F-4D97-AF65-F5344CB8AC3E}">
        <p14:creationId xmlns:p14="http://schemas.microsoft.com/office/powerpoint/2010/main" val="666670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30" name="Picture Placeholder 29"/>
          <p:cNvSpPr>
            <a:spLocks noGrp="1"/>
          </p:cNvSpPr>
          <p:nvPr>
            <p:ph type="pic" sz="quarter" idx="13"/>
          </p:nvPr>
        </p:nvSpPr>
        <p:spPr>
          <a:xfrm>
            <a:off x="533400" y="1828800"/>
            <a:ext cx="1828800" cy="1796288"/>
          </a:xfrm>
        </p:spPr>
        <p:txBody>
          <a:bodyPr>
            <a:normAutofit/>
          </a:bodyPr>
          <a:lstStyle>
            <a:lvl1pPr marL="0" indent="0" algn="ctr">
              <a:buFontTx/>
              <a:buNone/>
              <a:defRPr sz="1400"/>
            </a:lvl1pPr>
          </a:lstStyle>
          <a:p>
            <a:endParaRPr lang="en-JM" dirty="0"/>
          </a:p>
        </p:txBody>
      </p:sp>
      <p:sp>
        <p:nvSpPr>
          <p:cNvPr id="32" name="Picture Placeholder 29"/>
          <p:cNvSpPr>
            <a:spLocks noGrp="1"/>
          </p:cNvSpPr>
          <p:nvPr>
            <p:ph type="pic" sz="quarter" idx="14"/>
          </p:nvPr>
        </p:nvSpPr>
        <p:spPr>
          <a:xfrm>
            <a:off x="2590800" y="1828800"/>
            <a:ext cx="1828800" cy="1796288"/>
          </a:xfrm>
        </p:spPr>
        <p:txBody>
          <a:bodyPr>
            <a:normAutofit/>
          </a:bodyPr>
          <a:lstStyle>
            <a:lvl1pPr marL="0" indent="0" algn="ctr">
              <a:buFontTx/>
              <a:buNone/>
              <a:defRPr sz="1400"/>
            </a:lvl1pPr>
          </a:lstStyle>
          <a:p>
            <a:endParaRPr lang="en-JM"/>
          </a:p>
        </p:txBody>
      </p:sp>
      <p:sp>
        <p:nvSpPr>
          <p:cNvPr id="34" name="Picture Placeholder 29"/>
          <p:cNvSpPr>
            <a:spLocks noGrp="1"/>
          </p:cNvSpPr>
          <p:nvPr>
            <p:ph type="pic" sz="quarter" idx="15"/>
          </p:nvPr>
        </p:nvSpPr>
        <p:spPr>
          <a:xfrm>
            <a:off x="4648200" y="1828800"/>
            <a:ext cx="1828800" cy="1796288"/>
          </a:xfrm>
        </p:spPr>
        <p:txBody>
          <a:bodyPr>
            <a:normAutofit/>
          </a:bodyPr>
          <a:lstStyle>
            <a:lvl1pPr marL="0" indent="0" algn="ctr">
              <a:buFontTx/>
              <a:buNone/>
              <a:defRPr sz="1400"/>
            </a:lvl1pPr>
          </a:lstStyle>
          <a:p>
            <a:endParaRPr lang="en-JM"/>
          </a:p>
        </p:txBody>
      </p:sp>
      <p:sp>
        <p:nvSpPr>
          <p:cNvPr id="36" name="Picture Placeholder 29"/>
          <p:cNvSpPr>
            <a:spLocks noGrp="1"/>
          </p:cNvSpPr>
          <p:nvPr>
            <p:ph type="pic" sz="quarter" idx="16"/>
          </p:nvPr>
        </p:nvSpPr>
        <p:spPr>
          <a:xfrm>
            <a:off x="6705600" y="1828800"/>
            <a:ext cx="1828800" cy="1796288"/>
          </a:xfrm>
        </p:spPr>
        <p:txBody>
          <a:bodyPr>
            <a:normAutofit/>
          </a:bodyPr>
          <a:lstStyle>
            <a:lvl1pPr marL="0" indent="0" algn="ctr">
              <a:buFontTx/>
              <a:buNone/>
              <a:defRPr sz="1400"/>
            </a:lvl1pPr>
          </a:lstStyle>
          <a:p>
            <a:endParaRPr lang="en-JM"/>
          </a:p>
        </p:txBody>
      </p:sp>
      <p:sp>
        <p:nvSpPr>
          <p:cNvPr id="39" name="Content Placeholder 37"/>
          <p:cNvSpPr>
            <a:spLocks noGrp="1"/>
          </p:cNvSpPr>
          <p:nvPr>
            <p:ph sz="quarter" idx="18"/>
          </p:nvPr>
        </p:nvSpPr>
        <p:spPr>
          <a:xfrm>
            <a:off x="25146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0" name="Content Placeholder 37"/>
          <p:cNvSpPr>
            <a:spLocks noGrp="1"/>
          </p:cNvSpPr>
          <p:nvPr>
            <p:ph sz="quarter" idx="19"/>
          </p:nvPr>
        </p:nvSpPr>
        <p:spPr>
          <a:xfrm>
            <a:off x="45720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1" name="Content Placeholder 37"/>
          <p:cNvSpPr>
            <a:spLocks noGrp="1"/>
          </p:cNvSpPr>
          <p:nvPr>
            <p:ph sz="quarter" idx="20"/>
          </p:nvPr>
        </p:nvSpPr>
        <p:spPr>
          <a:xfrm>
            <a:off x="66294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37" name="Content Placeholder 37"/>
          <p:cNvSpPr>
            <a:spLocks noGrp="1"/>
          </p:cNvSpPr>
          <p:nvPr>
            <p:ph sz="quarter" idx="21"/>
          </p:nvPr>
        </p:nvSpPr>
        <p:spPr>
          <a:xfrm>
            <a:off x="4572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25" name="Content Placeholder 37"/>
          <p:cNvSpPr>
            <a:spLocks noGrp="1"/>
          </p:cNvSpPr>
          <p:nvPr>
            <p:ph sz="quarter" idx="26"/>
          </p:nvPr>
        </p:nvSpPr>
        <p:spPr>
          <a:xfrm>
            <a:off x="25146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8" name="Content Placeholder 37"/>
          <p:cNvSpPr>
            <a:spLocks noGrp="1"/>
          </p:cNvSpPr>
          <p:nvPr>
            <p:ph sz="quarter" idx="27"/>
          </p:nvPr>
        </p:nvSpPr>
        <p:spPr>
          <a:xfrm>
            <a:off x="45720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9" name="Content Placeholder 37"/>
          <p:cNvSpPr>
            <a:spLocks noGrp="1"/>
          </p:cNvSpPr>
          <p:nvPr>
            <p:ph sz="quarter" idx="28"/>
          </p:nvPr>
        </p:nvSpPr>
        <p:spPr>
          <a:xfrm>
            <a:off x="66294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31" name="Content Placeholder 37"/>
          <p:cNvSpPr>
            <a:spLocks noGrp="1"/>
          </p:cNvSpPr>
          <p:nvPr>
            <p:ph sz="quarter" idx="29"/>
          </p:nvPr>
        </p:nvSpPr>
        <p:spPr>
          <a:xfrm>
            <a:off x="4572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46" name="Text Placeholder 42"/>
          <p:cNvSpPr>
            <a:spLocks noGrp="1"/>
          </p:cNvSpPr>
          <p:nvPr>
            <p:ph type="body" sz="quarter" idx="25"/>
          </p:nvPr>
        </p:nvSpPr>
        <p:spPr>
          <a:xfrm>
            <a:off x="5334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2" name="Text Placeholder 42"/>
          <p:cNvSpPr>
            <a:spLocks noGrp="1"/>
          </p:cNvSpPr>
          <p:nvPr>
            <p:ph type="body" sz="quarter" idx="30"/>
          </p:nvPr>
        </p:nvSpPr>
        <p:spPr>
          <a:xfrm>
            <a:off x="25908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7" name="Text Placeholder 42"/>
          <p:cNvSpPr>
            <a:spLocks noGrp="1"/>
          </p:cNvSpPr>
          <p:nvPr>
            <p:ph type="body" sz="quarter" idx="31"/>
          </p:nvPr>
        </p:nvSpPr>
        <p:spPr>
          <a:xfrm>
            <a:off x="46482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8" name="Text Placeholder 42"/>
          <p:cNvSpPr>
            <a:spLocks noGrp="1"/>
          </p:cNvSpPr>
          <p:nvPr>
            <p:ph type="body" sz="quarter" idx="32"/>
          </p:nvPr>
        </p:nvSpPr>
        <p:spPr>
          <a:xfrm>
            <a:off x="67056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22" name="Content Placeholder 21"/>
          <p:cNvSpPr>
            <a:spLocks noGrp="1"/>
          </p:cNvSpPr>
          <p:nvPr>
            <p:ph sz="quarter" idx="13"/>
          </p:nvPr>
        </p:nvSpPr>
        <p:spPr>
          <a:xfrm>
            <a:off x="457200" y="13208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10" name="Text Placeholder 9"/>
          <p:cNvSpPr>
            <a:spLocks noGrp="1"/>
          </p:cNvSpPr>
          <p:nvPr>
            <p:ph type="body" sz="quarter" idx="15"/>
          </p:nvPr>
        </p:nvSpPr>
        <p:spPr>
          <a:xfrm>
            <a:off x="5562600" y="3022600"/>
            <a:ext cx="2667000" cy="2336800"/>
          </a:xfrm>
        </p:spPr>
        <p:txBody>
          <a:bodyPr>
            <a:normAutofit/>
          </a:bodyPr>
          <a:lstStyle>
            <a:lvl1pPr>
              <a:lnSpc>
                <a:spcPct val="110000"/>
              </a:lnSpc>
              <a:spcBef>
                <a:spcPts val="0"/>
              </a:spcBef>
              <a:buNone/>
              <a:defRPr sz="1300"/>
            </a:lvl1pPr>
            <a:lvl2pPr>
              <a:defRPr sz="1300"/>
            </a:lvl2pPr>
            <a:lvl3pPr>
              <a:defRPr sz="1300"/>
            </a:lvl3pPr>
            <a:lvl4pPr>
              <a:defRPr sz="1300"/>
            </a:lvl4pPr>
            <a:lvl5pPr>
              <a:defRPr sz="1300"/>
            </a:lvl5pPr>
          </a:lstStyle>
          <a:p>
            <a:pPr lvl="0"/>
            <a:endParaRPr lang="en-JM" dirty="0"/>
          </a:p>
        </p:txBody>
      </p:sp>
      <p:sp>
        <p:nvSpPr>
          <p:cNvPr id="11" name="Content Placeholder 38"/>
          <p:cNvSpPr>
            <a:spLocks noGrp="1"/>
          </p:cNvSpPr>
          <p:nvPr>
            <p:ph sz="quarter" idx="37"/>
          </p:nvPr>
        </p:nvSpPr>
        <p:spPr>
          <a:xfrm>
            <a:off x="5562600" y="2514600"/>
            <a:ext cx="2438400" cy="381000"/>
          </a:xfrm>
          <a:solidFill>
            <a:srgbClr val="0070C0"/>
          </a:solidFill>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 Layout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6" name="Chart Placeholder 25"/>
          <p:cNvSpPr>
            <a:spLocks noGrp="1"/>
          </p:cNvSpPr>
          <p:nvPr>
            <p:ph type="chart" sz="quarter" idx="14"/>
          </p:nvPr>
        </p:nvSpPr>
        <p:spPr>
          <a:xfrm>
            <a:off x="4343400" y="1498600"/>
            <a:ext cx="4343400" cy="4140200"/>
          </a:xfrm>
        </p:spPr>
        <p:txBody>
          <a:bodyPr>
            <a:normAutofit/>
          </a:bodyPr>
          <a:lstStyle>
            <a:lvl1pPr>
              <a:defRPr sz="1400"/>
            </a:lvl1pPr>
          </a:lstStyle>
          <a:p>
            <a:endParaRPr lang="en-JM" dirty="0"/>
          </a:p>
        </p:txBody>
      </p:sp>
      <p:sp>
        <p:nvSpPr>
          <p:cNvPr id="10" name="Text Placeholder 18"/>
          <p:cNvSpPr>
            <a:spLocks noGrp="1"/>
          </p:cNvSpPr>
          <p:nvPr>
            <p:ph type="body" sz="quarter" idx="15"/>
          </p:nvPr>
        </p:nvSpPr>
        <p:spPr>
          <a:xfrm>
            <a:off x="533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16"/>
          </p:nvPr>
        </p:nvSpPr>
        <p:spPr>
          <a:xfrm>
            <a:off x="533400" y="21082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2" name="Text Placeholder 18"/>
          <p:cNvSpPr>
            <a:spLocks noGrp="1"/>
          </p:cNvSpPr>
          <p:nvPr>
            <p:ph type="body" sz="quarter" idx="17"/>
          </p:nvPr>
        </p:nvSpPr>
        <p:spPr>
          <a:xfrm>
            <a:off x="533400" y="32258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8"/>
          </p:nvPr>
        </p:nvSpPr>
        <p:spPr>
          <a:xfrm>
            <a:off x="533400" y="35306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9"/>
          </p:nvPr>
        </p:nvSpPr>
        <p:spPr>
          <a:xfrm>
            <a:off x="533400" y="46482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20"/>
          </p:nvPr>
        </p:nvSpPr>
        <p:spPr>
          <a:xfrm>
            <a:off x="533400" y="49530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 Layout Option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23" name="Text Placeholder 22"/>
          <p:cNvSpPr>
            <a:spLocks noGrp="1"/>
          </p:cNvSpPr>
          <p:nvPr>
            <p:ph type="body" sz="quarter" idx="15"/>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4" name="Text Placeholder 22"/>
          <p:cNvSpPr>
            <a:spLocks noGrp="1"/>
          </p:cNvSpPr>
          <p:nvPr>
            <p:ph type="body" sz="quarter" idx="16"/>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5" name="Text Placeholder 22"/>
          <p:cNvSpPr>
            <a:spLocks noGrp="1"/>
          </p:cNvSpPr>
          <p:nvPr>
            <p:ph type="body" sz="quarter" idx="17"/>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7" name="Text Placeholder 22"/>
          <p:cNvSpPr>
            <a:spLocks noGrp="1"/>
          </p:cNvSpPr>
          <p:nvPr>
            <p:ph type="body" sz="quarter" idx="18"/>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8" name="Content Placeholder 38"/>
          <p:cNvSpPr>
            <a:spLocks noGrp="1"/>
          </p:cNvSpPr>
          <p:nvPr>
            <p:ph sz="quarter" idx="37"/>
          </p:nvPr>
        </p:nvSpPr>
        <p:spPr>
          <a:xfrm>
            <a:off x="5029200" y="2580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29" name="Content Placeholder 38"/>
          <p:cNvSpPr>
            <a:spLocks noGrp="1"/>
          </p:cNvSpPr>
          <p:nvPr>
            <p:ph sz="quarter" idx="38"/>
          </p:nvPr>
        </p:nvSpPr>
        <p:spPr>
          <a:xfrm>
            <a:off x="5029200" y="3419197"/>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0" name="Content Placeholder 38"/>
          <p:cNvSpPr>
            <a:spLocks noGrp="1"/>
          </p:cNvSpPr>
          <p:nvPr>
            <p:ph sz="quarter" idx="39"/>
          </p:nvPr>
        </p:nvSpPr>
        <p:spPr>
          <a:xfrm>
            <a:off x="5029200" y="4231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1" name="Content Placeholder 38"/>
          <p:cNvSpPr>
            <a:spLocks noGrp="1"/>
          </p:cNvSpPr>
          <p:nvPr>
            <p:ph sz="quarter" idx="40"/>
          </p:nvPr>
        </p:nvSpPr>
        <p:spPr>
          <a:xfrm>
            <a:off x="5029200" y="50447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mart Ar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9" name="SmartArt Placeholder 8"/>
          <p:cNvSpPr>
            <a:spLocks noGrp="1"/>
          </p:cNvSpPr>
          <p:nvPr>
            <p:ph type="dgm" sz="quarter" idx="15"/>
          </p:nvPr>
        </p:nvSpPr>
        <p:spPr>
          <a:xfrm>
            <a:off x="381000" y="2133600"/>
            <a:ext cx="4419600" cy="3505200"/>
          </a:xfrm>
        </p:spPr>
        <p:txBody>
          <a:bodyPr>
            <a:normAutofit/>
          </a:bodyPr>
          <a:lstStyle>
            <a:lvl1pPr>
              <a:defRPr sz="1400"/>
            </a:lvl1pPr>
          </a:lstStyle>
          <a:p>
            <a:endParaRPr lang="en-JM"/>
          </a:p>
        </p:txBody>
      </p:sp>
      <p:sp>
        <p:nvSpPr>
          <p:cNvPr id="8" name="Text Placeholder 22"/>
          <p:cNvSpPr>
            <a:spLocks noGrp="1"/>
          </p:cNvSpPr>
          <p:nvPr>
            <p:ph type="body" sz="quarter" idx="16"/>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0" name="Text Placeholder 22"/>
          <p:cNvSpPr>
            <a:spLocks noGrp="1"/>
          </p:cNvSpPr>
          <p:nvPr>
            <p:ph type="body" sz="quarter" idx="17"/>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1" name="Text Placeholder 22"/>
          <p:cNvSpPr>
            <a:spLocks noGrp="1"/>
          </p:cNvSpPr>
          <p:nvPr>
            <p:ph type="body" sz="quarter" idx="18"/>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2" name="Text Placeholder 22"/>
          <p:cNvSpPr>
            <a:spLocks noGrp="1"/>
          </p:cNvSpPr>
          <p:nvPr>
            <p:ph type="body" sz="quarter" idx="19"/>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3" name="Content Placeholder 38"/>
          <p:cNvSpPr>
            <a:spLocks noGrp="1"/>
          </p:cNvSpPr>
          <p:nvPr>
            <p:ph sz="quarter" idx="37"/>
          </p:nvPr>
        </p:nvSpPr>
        <p:spPr>
          <a:xfrm>
            <a:off x="5105400" y="2580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38"/>
          </p:nvPr>
        </p:nvSpPr>
        <p:spPr>
          <a:xfrm>
            <a:off x="5105400" y="3419197"/>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9"/>
          </p:nvPr>
        </p:nvSpPr>
        <p:spPr>
          <a:xfrm>
            <a:off x="5105400" y="4231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6" name="Content Placeholder 38"/>
          <p:cNvSpPr>
            <a:spLocks noGrp="1"/>
          </p:cNvSpPr>
          <p:nvPr>
            <p:ph sz="quarter" idx="40"/>
          </p:nvPr>
        </p:nvSpPr>
        <p:spPr>
          <a:xfrm>
            <a:off x="5105400" y="50447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omething About Us">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533400" y="1320800"/>
            <a:ext cx="8001000" cy="3327400"/>
          </a:xfrm>
          <a:ln w="38100">
            <a:solidFill>
              <a:schemeClr val="bg1">
                <a:lumMod val="95000"/>
              </a:schemeClr>
            </a:solidFill>
            <a:miter lim="800000"/>
          </a:ln>
          <a:effectLst/>
        </p:spPr>
        <p:txBody>
          <a:bodyPr>
            <a:normAutofit/>
          </a:bodyPr>
          <a:lstStyle>
            <a:lvl1pPr>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a:xfrm>
            <a:off x="457200" y="6375400"/>
            <a:ext cx="6019800" cy="390525"/>
          </a:xfrm>
        </p:spPr>
        <p:txBody>
          <a:bodyPr/>
          <a:lstStyle>
            <a:lvl1pPr>
              <a:defRPr sz="1400"/>
            </a:lvl1pPr>
          </a:lstStyle>
          <a:p>
            <a:r>
              <a:rPr lang="en-JM"/>
              <a:t>PUT THE NAME OF YOUR COMPANY HERE</a:t>
            </a:r>
            <a:endParaRPr lang="en-JM" dirty="0"/>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4800600" y="4953000"/>
            <a:ext cx="3810000" cy="914400"/>
          </a:xfrm>
        </p:spPr>
        <p:txBody>
          <a:bodyPr>
            <a:noAutofit/>
          </a:bodyPr>
          <a:lstStyle>
            <a:lvl1pPr algn="r">
              <a:lnSpc>
                <a:spcPct val="110000"/>
              </a:lnSpc>
              <a:spcBef>
                <a:spcPts val="0"/>
              </a:spcBef>
              <a:buNone/>
              <a:defRPr sz="1300"/>
            </a:lvl1pPr>
            <a:lvl2pPr>
              <a:defRPr sz="1600"/>
            </a:lvl2pPr>
            <a:lvl3pPr>
              <a:defRPr sz="1600"/>
            </a:lvl3pPr>
            <a:lvl4pPr>
              <a:defRPr sz="1600"/>
            </a:lvl4pPr>
            <a:lvl5pPr>
              <a:buNone/>
              <a:defRPr sz="1600"/>
            </a:lvl5pPr>
          </a:lstStyle>
          <a:p>
            <a:pPr lvl="0"/>
            <a:endParaRPr lang="en-JM" dirty="0"/>
          </a:p>
        </p:txBody>
      </p:sp>
      <p:sp>
        <p:nvSpPr>
          <p:cNvPr id="14" name="Content Placeholder 38"/>
          <p:cNvSpPr>
            <a:spLocks noGrp="1"/>
          </p:cNvSpPr>
          <p:nvPr>
            <p:ph sz="quarter" idx="36"/>
          </p:nvPr>
        </p:nvSpPr>
        <p:spPr>
          <a:xfrm>
            <a:off x="533400" y="4978400"/>
            <a:ext cx="2438400" cy="3810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7"/>
          </p:nvPr>
        </p:nvSpPr>
        <p:spPr>
          <a:xfrm>
            <a:off x="533400" y="5359400"/>
            <a:ext cx="2971800" cy="381000"/>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Gallery">
    <p:spTree>
      <p:nvGrpSpPr>
        <p:cNvPr id="1" name=""/>
        <p:cNvGrpSpPr/>
        <p:nvPr/>
      </p:nvGrpSpPr>
      <p:grpSpPr>
        <a:xfrm>
          <a:off x="0" y="0"/>
          <a:ext cx="0" cy="0"/>
          <a:chOff x="0" y="0"/>
          <a:chExt cx="0" cy="0"/>
        </a:xfrm>
      </p:grpSpPr>
      <p:sp>
        <p:nvSpPr>
          <p:cNvPr id="20" name="Picture Placeholder 19"/>
          <p:cNvSpPr>
            <a:spLocks noGrp="1"/>
          </p:cNvSpPr>
          <p:nvPr>
            <p:ph type="pic" sz="quarter" idx="13"/>
          </p:nvPr>
        </p:nvSpPr>
        <p:spPr>
          <a:xfrm>
            <a:off x="5334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4" name="Picture Placeholder 19"/>
          <p:cNvSpPr>
            <a:spLocks noGrp="1"/>
          </p:cNvSpPr>
          <p:nvPr>
            <p:ph type="pic" sz="quarter" idx="26"/>
          </p:nvPr>
        </p:nvSpPr>
        <p:spPr>
          <a:xfrm>
            <a:off x="31242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5" name="Picture Placeholder 19"/>
          <p:cNvSpPr>
            <a:spLocks noGrp="1"/>
          </p:cNvSpPr>
          <p:nvPr>
            <p:ph type="pic" sz="quarter" idx="27"/>
          </p:nvPr>
        </p:nvSpPr>
        <p:spPr>
          <a:xfrm>
            <a:off x="57150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6" name="Picture Placeholder 19"/>
          <p:cNvSpPr>
            <a:spLocks noGrp="1"/>
          </p:cNvSpPr>
          <p:nvPr>
            <p:ph type="pic" sz="quarter" idx="28"/>
          </p:nvPr>
        </p:nvSpPr>
        <p:spPr>
          <a:xfrm>
            <a:off x="5334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7" name="Picture Placeholder 19"/>
          <p:cNvSpPr>
            <a:spLocks noGrp="1"/>
          </p:cNvSpPr>
          <p:nvPr>
            <p:ph type="pic" sz="quarter" idx="29"/>
          </p:nvPr>
        </p:nvSpPr>
        <p:spPr>
          <a:xfrm>
            <a:off x="3124200" y="3835400"/>
            <a:ext cx="2286000" cy="1524000"/>
          </a:xfrm>
          <a:ln w="28575">
            <a:noFill/>
            <a:miter lim="800000"/>
          </a:ln>
          <a:effectLst/>
        </p:spPr>
        <p:txBody>
          <a:bodyPr>
            <a:normAutofit/>
          </a:bodyPr>
          <a:lstStyle>
            <a:lvl1pPr marL="0" indent="0" algn="ctr">
              <a:buFontTx/>
              <a:buNone/>
              <a:defRPr sz="1400"/>
            </a:lvl1pPr>
          </a:lstStyle>
          <a:p>
            <a:endParaRPr lang="en-JM" dirty="0"/>
          </a:p>
        </p:txBody>
      </p:sp>
      <p:sp>
        <p:nvSpPr>
          <p:cNvPr id="18" name="Picture Placeholder 19"/>
          <p:cNvSpPr>
            <a:spLocks noGrp="1"/>
          </p:cNvSpPr>
          <p:nvPr>
            <p:ph type="pic" sz="quarter" idx="30"/>
          </p:nvPr>
        </p:nvSpPr>
        <p:spPr>
          <a:xfrm>
            <a:off x="57150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9" name="Text Placeholder 28"/>
          <p:cNvSpPr>
            <a:spLocks noGrp="1"/>
          </p:cNvSpPr>
          <p:nvPr>
            <p:ph type="body" sz="quarter" idx="31"/>
          </p:nvPr>
        </p:nvSpPr>
        <p:spPr>
          <a:xfrm>
            <a:off x="5334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0" name="Text Placeholder 28"/>
          <p:cNvSpPr>
            <a:spLocks noGrp="1"/>
          </p:cNvSpPr>
          <p:nvPr>
            <p:ph type="body" sz="quarter" idx="37"/>
          </p:nvPr>
        </p:nvSpPr>
        <p:spPr>
          <a:xfrm>
            <a:off x="31242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1" name="Text Placeholder 28"/>
          <p:cNvSpPr>
            <a:spLocks noGrp="1"/>
          </p:cNvSpPr>
          <p:nvPr>
            <p:ph type="body" sz="quarter" idx="38"/>
          </p:nvPr>
        </p:nvSpPr>
        <p:spPr>
          <a:xfrm>
            <a:off x="57150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7" name="Text Placeholder 28"/>
          <p:cNvSpPr>
            <a:spLocks noGrp="1"/>
          </p:cNvSpPr>
          <p:nvPr>
            <p:ph type="body" sz="quarter" idx="39"/>
          </p:nvPr>
        </p:nvSpPr>
        <p:spPr>
          <a:xfrm>
            <a:off x="5334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8" name="Text Placeholder 28"/>
          <p:cNvSpPr>
            <a:spLocks noGrp="1"/>
          </p:cNvSpPr>
          <p:nvPr>
            <p:ph type="body" sz="quarter" idx="40"/>
          </p:nvPr>
        </p:nvSpPr>
        <p:spPr>
          <a:xfrm>
            <a:off x="31242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9" name="Text Placeholder 28"/>
          <p:cNvSpPr>
            <a:spLocks noGrp="1"/>
          </p:cNvSpPr>
          <p:nvPr>
            <p:ph type="body" sz="quarter" idx="41"/>
          </p:nvPr>
        </p:nvSpPr>
        <p:spPr>
          <a:xfrm>
            <a:off x="57150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ur Servi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7" name="Rectangle 6"/>
          <p:cNvSpPr/>
          <p:nvPr/>
        </p:nvSpPr>
        <p:spPr>
          <a:xfrm>
            <a:off x="533400" y="1372815"/>
            <a:ext cx="7772400" cy="532187"/>
          </a:xfrm>
          <a:prstGeom prst="rect">
            <a:avLst/>
          </a:prstGeom>
          <a:solidFill>
            <a:schemeClr val="bg1">
              <a:lumMod val="95000"/>
            </a:schemeClr>
          </a:solidFill>
          <a:ln w="6350">
            <a:solidFill>
              <a:schemeClr val="bg1">
                <a:lumMod val="85000"/>
              </a:schemeClr>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sp>
        <p:nvSpPr>
          <p:cNvPr id="28" name="Picture Placeholder 27"/>
          <p:cNvSpPr>
            <a:spLocks noGrp="1"/>
          </p:cNvSpPr>
          <p:nvPr userDrawn="1">
            <p:ph type="pic" sz="quarter" idx="13"/>
          </p:nvPr>
        </p:nvSpPr>
        <p:spPr>
          <a:xfrm>
            <a:off x="533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29" name="Picture Placeholder 27"/>
          <p:cNvSpPr>
            <a:spLocks noGrp="1"/>
          </p:cNvSpPr>
          <p:nvPr userDrawn="1">
            <p:ph type="pic" sz="quarter" idx="14"/>
          </p:nvPr>
        </p:nvSpPr>
        <p:spPr>
          <a:xfrm>
            <a:off x="533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0" name="Picture Placeholder 27"/>
          <p:cNvSpPr>
            <a:spLocks noGrp="1"/>
          </p:cNvSpPr>
          <p:nvPr userDrawn="1">
            <p:ph type="pic" sz="quarter" idx="15"/>
          </p:nvPr>
        </p:nvSpPr>
        <p:spPr>
          <a:xfrm>
            <a:off x="4724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1" name="Picture Placeholder 27"/>
          <p:cNvSpPr>
            <a:spLocks noGrp="1"/>
          </p:cNvSpPr>
          <p:nvPr userDrawn="1">
            <p:ph type="pic" sz="quarter" idx="16"/>
          </p:nvPr>
        </p:nvSpPr>
        <p:spPr>
          <a:xfrm>
            <a:off x="4724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3" name="Text Placeholder 32"/>
          <p:cNvSpPr>
            <a:spLocks noGrp="1"/>
          </p:cNvSpPr>
          <p:nvPr userDrawn="1">
            <p:ph type="body" sz="quarter" idx="17"/>
          </p:nvPr>
        </p:nvSpPr>
        <p:spPr>
          <a:xfrm>
            <a:off x="1600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5" name="Content Placeholder 34"/>
          <p:cNvSpPr>
            <a:spLocks noGrp="1"/>
          </p:cNvSpPr>
          <p:nvPr userDrawn="1">
            <p:ph sz="quarter" idx="18"/>
          </p:nvPr>
        </p:nvSpPr>
        <p:spPr>
          <a:xfrm>
            <a:off x="1600200" y="2768600"/>
            <a:ext cx="2667000" cy="1066800"/>
          </a:xfrm>
        </p:spPr>
        <p:txBody>
          <a:bodyPr>
            <a:noAutofit/>
          </a:bodyPr>
          <a:lstStyle>
            <a:lvl1pPr marL="342900" marR="0" indent="-342900" algn="l" defTabSz="914400" rtl="0" eaLnBrk="1" fontAlgn="auto" latinLnBrk="0" hangingPunct="1">
              <a:lnSpc>
                <a:spcPct val="110000"/>
              </a:lnSpc>
              <a:spcBef>
                <a:spcPts val="0"/>
              </a:spcBef>
              <a:spcAft>
                <a:spcPts val="0"/>
              </a:spcAft>
              <a:buClrTx/>
              <a:buSzTx/>
              <a:buFont typeface="Arial" pitchFamily="34" charset="0"/>
              <a:buNone/>
              <a:tabLst/>
              <a:defRPr sz="1300"/>
            </a:lvl1pPr>
            <a:lvl2pPr>
              <a:defRPr sz="1600"/>
            </a:lvl2pPr>
            <a:lvl3pPr>
              <a:defRPr sz="1600"/>
            </a:lvl3pPr>
            <a:lvl4pPr>
              <a:defRPr sz="1600"/>
            </a:lvl4pPr>
            <a:lvl5pPr>
              <a:defRPr sz="1600"/>
            </a:lvl5pPr>
          </a:lstStyle>
          <a:p>
            <a:pPr lvl="0"/>
            <a:endParaRPr lang="en-JM" dirty="0"/>
          </a:p>
        </p:txBody>
      </p:sp>
      <p:sp>
        <p:nvSpPr>
          <p:cNvPr id="36" name="Text Placeholder 32"/>
          <p:cNvSpPr>
            <a:spLocks noGrp="1"/>
          </p:cNvSpPr>
          <p:nvPr userDrawn="1">
            <p:ph type="body" sz="quarter" idx="19"/>
          </p:nvPr>
        </p:nvSpPr>
        <p:spPr>
          <a:xfrm>
            <a:off x="5791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7" name="Content Placeholder 34"/>
          <p:cNvSpPr>
            <a:spLocks noGrp="1"/>
          </p:cNvSpPr>
          <p:nvPr userDrawn="1">
            <p:ph sz="quarter" idx="20"/>
          </p:nvPr>
        </p:nvSpPr>
        <p:spPr>
          <a:xfrm>
            <a:off x="5791200" y="27686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38" name="Text Placeholder 32"/>
          <p:cNvSpPr>
            <a:spLocks noGrp="1"/>
          </p:cNvSpPr>
          <p:nvPr userDrawn="1">
            <p:ph type="body" sz="quarter" idx="21"/>
          </p:nvPr>
        </p:nvSpPr>
        <p:spPr>
          <a:xfrm>
            <a:off x="1600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9" name="Content Placeholder 34"/>
          <p:cNvSpPr>
            <a:spLocks noGrp="1"/>
          </p:cNvSpPr>
          <p:nvPr userDrawn="1">
            <p:ph sz="quarter" idx="22"/>
          </p:nvPr>
        </p:nvSpPr>
        <p:spPr>
          <a:xfrm>
            <a:off x="1600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40" name="Text Placeholder 32"/>
          <p:cNvSpPr>
            <a:spLocks noGrp="1"/>
          </p:cNvSpPr>
          <p:nvPr userDrawn="1">
            <p:ph type="body" sz="quarter" idx="23"/>
          </p:nvPr>
        </p:nvSpPr>
        <p:spPr>
          <a:xfrm>
            <a:off x="5791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41" name="Content Placeholder 34"/>
          <p:cNvSpPr>
            <a:spLocks noGrp="1"/>
          </p:cNvSpPr>
          <p:nvPr userDrawn="1">
            <p:ph sz="quarter" idx="24"/>
          </p:nvPr>
        </p:nvSpPr>
        <p:spPr>
          <a:xfrm>
            <a:off x="5791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p:ph type="body" sz="quarter" idx="25"/>
          </p:nvPr>
        </p:nvSpPr>
        <p:spPr>
          <a:xfrm>
            <a:off x="533400" y="1397000"/>
            <a:ext cx="1905000" cy="508000"/>
          </a:xfrm>
        </p:spPr>
        <p:txBody>
          <a:bodyPr anchor="ctr">
            <a:normAutofit/>
          </a:bodyPr>
          <a:lstStyle>
            <a:lvl1pPr algn="ctr">
              <a:buNone/>
              <a:defRPr sz="1700">
                <a:latin typeface="Bebas Neue" pitchFamily="34" charset="0"/>
              </a:defRPr>
            </a:lvl1pPr>
          </a:lstStyle>
          <a:p>
            <a:pPr lvl="0"/>
            <a:endParaRPr lang="en-JM" dirty="0"/>
          </a:p>
        </p:txBody>
      </p:sp>
      <p:sp>
        <p:nvSpPr>
          <p:cNvPr id="27" name="Text Placeholder 25"/>
          <p:cNvSpPr>
            <a:spLocks noGrp="1"/>
          </p:cNvSpPr>
          <p:nvPr>
            <p:ph type="body" sz="quarter" idx="26"/>
          </p:nvPr>
        </p:nvSpPr>
        <p:spPr>
          <a:xfrm>
            <a:off x="2590800" y="1397000"/>
            <a:ext cx="2057400" cy="508000"/>
          </a:xfrm>
        </p:spPr>
        <p:txBody>
          <a:bodyPr anchor="ctr">
            <a:normAutofit/>
          </a:bodyPr>
          <a:lstStyle>
            <a:lvl1pPr algn="ctr">
              <a:buNone/>
              <a:defRPr sz="1700">
                <a:latin typeface="Bebas Neue" pitchFamily="34" charset="0"/>
              </a:defRPr>
            </a:lvl1pPr>
          </a:lstStyle>
          <a:p>
            <a:pPr lvl="0"/>
            <a:endParaRPr lang="en-JM" dirty="0"/>
          </a:p>
        </p:txBody>
      </p:sp>
      <p:sp>
        <p:nvSpPr>
          <p:cNvPr id="32" name="Text Placeholder 25"/>
          <p:cNvSpPr>
            <a:spLocks noGrp="1"/>
          </p:cNvSpPr>
          <p:nvPr>
            <p:ph type="body" sz="quarter" idx="27"/>
          </p:nvPr>
        </p:nvSpPr>
        <p:spPr>
          <a:xfrm>
            <a:off x="4724400" y="1397000"/>
            <a:ext cx="1524000" cy="508000"/>
          </a:xfrm>
        </p:spPr>
        <p:txBody>
          <a:bodyPr anchor="ctr">
            <a:normAutofit/>
          </a:bodyPr>
          <a:lstStyle>
            <a:lvl1pPr algn="ctr">
              <a:buNone/>
              <a:defRPr sz="1700">
                <a:latin typeface="Bebas Neue" pitchFamily="34" charset="0"/>
              </a:defRPr>
            </a:lvl1pPr>
          </a:lstStyle>
          <a:p>
            <a:pPr lvl="0"/>
            <a:endParaRPr lang="en-JM" dirty="0"/>
          </a:p>
        </p:txBody>
      </p:sp>
      <p:sp>
        <p:nvSpPr>
          <p:cNvPr id="34" name="Text Placeholder 25"/>
          <p:cNvSpPr>
            <a:spLocks noGrp="1"/>
          </p:cNvSpPr>
          <p:nvPr>
            <p:ph type="body" sz="quarter" idx="28"/>
          </p:nvPr>
        </p:nvSpPr>
        <p:spPr>
          <a:xfrm>
            <a:off x="6400800" y="1397000"/>
            <a:ext cx="1828800" cy="508000"/>
          </a:xfrm>
        </p:spPr>
        <p:txBody>
          <a:bodyPr anchor="ctr">
            <a:normAutofit/>
          </a:bodyPr>
          <a:lstStyle>
            <a:lvl1pPr algn="ctr">
              <a:buNone/>
              <a:defRPr sz="1700">
                <a:latin typeface="Bebas Neue" pitchFamily="34" charset="0"/>
              </a:defRPr>
            </a:lvl1pPr>
          </a:lstStyle>
          <a:p>
            <a:pPr lvl="0"/>
            <a:endParaRPr lang="en-JM"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4" name="Content Placeholder 13"/>
          <p:cNvSpPr>
            <a:spLocks noGrp="1"/>
          </p:cNvSpPr>
          <p:nvPr>
            <p:ph sz="quarter" idx="13"/>
          </p:nvPr>
        </p:nvSpPr>
        <p:spPr>
          <a:xfrm>
            <a:off x="5334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12" name="Content Placeholder 38"/>
          <p:cNvSpPr>
            <a:spLocks noGrp="1"/>
          </p:cNvSpPr>
          <p:nvPr>
            <p:ph sz="quarter" idx="39"/>
          </p:nvPr>
        </p:nvSpPr>
        <p:spPr>
          <a:xfrm>
            <a:off x="533400" y="1549400"/>
            <a:ext cx="210312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7" name="Content Placeholder 38"/>
          <p:cNvSpPr>
            <a:spLocks noGrp="1"/>
          </p:cNvSpPr>
          <p:nvPr>
            <p:ph sz="quarter" idx="40"/>
          </p:nvPr>
        </p:nvSpPr>
        <p:spPr>
          <a:xfrm>
            <a:off x="33528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8" name="Content Placeholder 38"/>
          <p:cNvSpPr>
            <a:spLocks noGrp="1"/>
          </p:cNvSpPr>
          <p:nvPr>
            <p:ph sz="quarter" idx="41"/>
          </p:nvPr>
        </p:nvSpPr>
        <p:spPr>
          <a:xfrm>
            <a:off x="62484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0" name="Content Placeholder 13"/>
          <p:cNvSpPr>
            <a:spLocks noGrp="1"/>
          </p:cNvSpPr>
          <p:nvPr>
            <p:ph sz="quarter" idx="42"/>
          </p:nvPr>
        </p:nvSpPr>
        <p:spPr>
          <a:xfrm>
            <a:off x="33528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21" name="Content Placeholder 13"/>
          <p:cNvSpPr>
            <a:spLocks noGrp="1"/>
          </p:cNvSpPr>
          <p:nvPr>
            <p:ph sz="quarter" idx="43"/>
          </p:nvPr>
        </p:nvSpPr>
        <p:spPr>
          <a:xfrm>
            <a:off x="6248400" y="2057400"/>
            <a:ext cx="2514600" cy="3733800"/>
          </a:xfrm>
        </p:spPr>
        <p:txBody>
          <a:bodyPr>
            <a:normAutofit/>
          </a:bodyPr>
          <a:lstStyle>
            <a:lvl1pPr>
              <a:lnSpc>
                <a:spcPct val="110000"/>
              </a:lnSpc>
              <a:spcBef>
                <a:spcPts val="0"/>
              </a:spcBef>
              <a:buNone/>
              <a:defRPr sz="1300"/>
            </a:lvl1pPr>
          </a:lstStyle>
          <a:p>
            <a:pPr lvl="0"/>
            <a:endParaRPr lang="en-JM"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609600" y="2006600"/>
            <a:ext cx="3654357" cy="39370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2" name="Content Placeholder 10"/>
          <p:cNvSpPr>
            <a:spLocks noGrp="1"/>
          </p:cNvSpPr>
          <p:nvPr>
            <p:ph sz="quarter" idx="14"/>
          </p:nvPr>
        </p:nvSpPr>
        <p:spPr>
          <a:xfrm>
            <a:off x="4800600" y="2006600"/>
            <a:ext cx="3733800" cy="39624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9" name="Content Placeholder 38"/>
          <p:cNvSpPr>
            <a:spLocks noGrp="1"/>
          </p:cNvSpPr>
          <p:nvPr>
            <p:ph sz="quarter" idx="39"/>
          </p:nvPr>
        </p:nvSpPr>
        <p:spPr>
          <a:xfrm>
            <a:off x="609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40"/>
          </p:nvPr>
        </p:nvSpPr>
        <p:spPr>
          <a:xfrm>
            <a:off x="4800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ext Placeholder 9"/>
          <p:cNvSpPr>
            <a:spLocks noGrp="1"/>
          </p:cNvSpPr>
          <p:nvPr>
            <p:ph type="body" sz="quarter" idx="13"/>
          </p:nvPr>
        </p:nvSpPr>
        <p:spPr>
          <a:xfrm>
            <a:off x="457200" y="1320800"/>
            <a:ext cx="8229600" cy="685800"/>
          </a:xfrm>
        </p:spPr>
        <p:txBody>
          <a:bodyPr>
            <a:noAutofit/>
          </a:bodyPr>
          <a:lstStyle>
            <a:lvl1pPr>
              <a:lnSpc>
                <a:spcPct val="110000"/>
              </a:lnSpc>
              <a:spcBef>
                <a:spcPts val="0"/>
              </a:spcBef>
              <a:buNone/>
              <a:defRPr sz="1400"/>
            </a:lvl1pPr>
            <a:lvl2pPr>
              <a:defRPr sz="1600"/>
            </a:lvl2pPr>
            <a:lvl3pPr>
              <a:defRPr sz="1600"/>
            </a:lvl3pPr>
            <a:lvl4pPr>
              <a:defRPr sz="1600"/>
            </a:lvl4pPr>
            <a:lvl5pPr>
              <a:defRPr sz="1600"/>
            </a:lvl5pPr>
          </a:lstStyle>
          <a:p>
            <a:pPr lvl="0"/>
            <a:endParaRPr lang="en-JM" dirty="0"/>
          </a:p>
        </p:txBody>
      </p:sp>
      <p:sp>
        <p:nvSpPr>
          <p:cNvPr id="12" name="Picture Placeholder 11"/>
          <p:cNvSpPr>
            <a:spLocks noGrp="1"/>
          </p:cNvSpPr>
          <p:nvPr>
            <p:ph type="pic" sz="quarter" idx="14"/>
          </p:nvPr>
        </p:nvSpPr>
        <p:spPr>
          <a:xfrm>
            <a:off x="533400" y="2387600"/>
            <a:ext cx="4419600" cy="3276600"/>
          </a:xfrm>
          <a:ln w="38100">
            <a:solidFill>
              <a:schemeClr val="bg1"/>
            </a:solidFill>
            <a:miter lim="800000"/>
          </a:ln>
          <a:effectLst/>
        </p:spPr>
        <p:txBody>
          <a:bodyPr>
            <a:normAutofit/>
          </a:bodyPr>
          <a:lstStyle>
            <a:lvl1pPr>
              <a:defRPr sz="1400"/>
            </a:lvl1pPr>
          </a:lstStyle>
          <a:p>
            <a:endParaRPr lang="en-JM"/>
          </a:p>
        </p:txBody>
      </p:sp>
      <p:sp>
        <p:nvSpPr>
          <p:cNvPr id="16" name="Text Placeholder 13"/>
          <p:cNvSpPr>
            <a:spLocks noGrp="1"/>
          </p:cNvSpPr>
          <p:nvPr>
            <p:ph type="body" sz="quarter" idx="17"/>
          </p:nvPr>
        </p:nvSpPr>
        <p:spPr>
          <a:xfrm>
            <a:off x="5257800" y="50546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7" name="Text Placeholder 13"/>
          <p:cNvSpPr>
            <a:spLocks noGrp="1"/>
          </p:cNvSpPr>
          <p:nvPr>
            <p:ph type="body" sz="quarter" idx="18"/>
          </p:nvPr>
        </p:nvSpPr>
        <p:spPr>
          <a:xfrm>
            <a:off x="5257800" y="3225800"/>
            <a:ext cx="3429000" cy="1625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8" name="Text Placeholder 13"/>
          <p:cNvSpPr>
            <a:spLocks noGrp="1"/>
          </p:cNvSpPr>
          <p:nvPr>
            <p:ph type="body" sz="quarter" idx="19"/>
          </p:nvPr>
        </p:nvSpPr>
        <p:spPr>
          <a:xfrm>
            <a:off x="5257800" y="2311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Bullet List">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0" y="1397000"/>
            <a:ext cx="9144000" cy="3759200"/>
          </a:xfrm>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304800" y="5359400"/>
            <a:ext cx="8534400" cy="711200"/>
          </a:xfrm>
        </p:spPr>
        <p:txBody>
          <a:bodyPr>
            <a:normAutofit/>
          </a:bodyPr>
          <a:lstStyle>
            <a:lvl1pPr>
              <a:lnSpc>
                <a:spcPct val="110000"/>
              </a:lnSpc>
              <a:spcBef>
                <a:spcPts val="0"/>
              </a:spcBef>
              <a:buClr>
                <a:srgbClr val="0FCED3"/>
              </a:buClr>
              <a:buFontTx/>
              <a:buNone/>
              <a:defRPr sz="1300"/>
            </a:lvl1pPr>
          </a:lstStyle>
          <a:p>
            <a:pPr lvl="0"/>
            <a:endParaRPr lang="en-JM"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oject Layout">
    <p:spTree>
      <p:nvGrpSpPr>
        <p:cNvPr id="1" name=""/>
        <p:cNvGrpSpPr/>
        <p:nvPr/>
      </p:nvGrpSpPr>
      <p:grpSpPr>
        <a:xfrm>
          <a:off x="0" y="0"/>
          <a:ext cx="0" cy="0"/>
          <a:chOff x="0" y="0"/>
          <a:chExt cx="0" cy="0"/>
        </a:xfrm>
      </p:grpSpPr>
      <p:sp>
        <p:nvSpPr>
          <p:cNvPr id="14" name="Picture Placeholder 13"/>
          <p:cNvSpPr>
            <a:spLocks noGrp="1"/>
          </p:cNvSpPr>
          <p:nvPr>
            <p:ph type="pic" sz="quarter" idx="13"/>
          </p:nvPr>
        </p:nvSpPr>
        <p:spPr>
          <a:xfrm>
            <a:off x="0" y="1498600"/>
            <a:ext cx="5181600" cy="4368800"/>
          </a:xfrm>
          <a:effectLst/>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dirty="0"/>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38"/>
          <p:cNvSpPr>
            <a:spLocks noGrp="1"/>
          </p:cNvSpPr>
          <p:nvPr>
            <p:ph sz="quarter" idx="37"/>
          </p:nvPr>
        </p:nvSpPr>
        <p:spPr>
          <a:xfrm>
            <a:off x="5410200" y="1998472"/>
            <a:ext cx="2971800" cy="414528"/>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0" name="Content Placeholder 38"/>
          <p:cNvSpPr>
            <a:spLocks noGrp="1"/>
          </p:cNvSpPr>
          <p:nvPr>
            <p:ph sz="quarter" idx="36"/>
          </p:nvPr>
        </p:nvSpPr>
        <p:spPr>
          <a:xfrm>
            <a:off x="5410200" y="1524000"/>
            <a:ext cx="2438400" cy="4826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7" name="Text Placeholder 13"/>
          <p:cNvSpPr>
            <a:spLocks noGrp="1"/>
          </p:cNvSpPr>
          <p:nvPr>
            <p:ph type="body" sz="quarter" idx="19"/>
          </p:nvPr>
        </p:nvSpPr>
        <p:spPr>
          <a:xfrm>
            <a:off x="5410200" y="2819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8" name="Text Placeholder 13"/>
          <p:cNvSpPr>
            <a:spLocks noGrp="1"/>
          </p:cNvSpPr>
          <p:nvPr>
            <p:ph type="body" sz="quarter" idx="41"/>
          </p:nvPr>
        </p:nvSpPr>
        <p:spPr>
          <a:xfrm>
            <a:off x="5410200" y="3632200"/>
            <a:ext cx="3429000" cy="15240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9" name="Text Placeholder 13"/>
          <p:cNvSpPr>
            <a:spLocks noGrp="1"/>
          </p:cNvSpPr>
          <p:nvPr>
            <p:ph type="body" sz="quarter" idx="42"/>
          </p:nvPr>
        </p:nvSpPr>
        <p:spPr>
          <a:xfrm>
            <a:off x="5410200" y="52578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able Placeholder 9"/>
          <p:cNvSpPr>
            <a:spLocks noGrp="1"/>
          </p:cNvSpPr>
          <p:nvPr>
            <p:ph type="tbl" sz="quarter" idx="13"/>
          </p:nvPr>
        </p:nvSpPr>
        <p:spPr>
          <a:xfrm>
            <a:off x="533400" y="2159000"/>
            <a:ext cx="7848600" cy="3048000"/>
          </a:xfrm>
        </p:spPr>
        <p:txBody>
          <a:bodyPr>
            <a:normAutofit/>
          </a:bodyPr>
          <a:lstStyle>
            <a:lvl1pPr>
              <a:defRPr sz="1400"/>
            </a:lvl1pPr>
          </a:lstStyle>
          <a:p>
            <a:endParaRPr lang="en-JM"/>
          </a:p>
        </p:txBody>
      </p:sp>
      <p:sp>
        <p:nvSpPr>
          <p:cNvPr id="12" name="Text Placeholder 11"/>
          <p:cNvSpPr>
            <a:spLocks noGrp="1"/>
          </p:cNvSpPr>
          <p:nvPr>
            <p:ph type="body" sz="quarter" idx="14"/>
          </p:nvPr>
        </p:nvSpPr>
        <p:spPr>
          <a:xfrm>
            <a:off x="457200" y="1447800"/>
            <a:ext cx="8229600" cy="381000"/>
          </a:xfrm>
        </p:spPr>
        <p:txBody>
          <a:bodyPr>
            <a:noAutofit/>
          </a:bodyPr>
          <a:lstStyle>
            <a:lvl1pPr algn="l">
              <a:buNone/>
              <a:defRPr sz="1600" b="0">
                <a:latin typeface="Bebas Neue"/>
                <a:cs typeface="Bebas Neue"/>
              </a:defRPr>
            </a:lvl1pPr>
            <a:lvl2pPr>
              <a:defRPr sz="1800" b="1"/>
            </a:lvl2pPr>
            <a:lvl3pPr>
              <a:defRPr sz="1800" b="1"/>
            </a:lvl3pPr>
            <a:lvl4pPr>
              <a:defRPr sz="1800" b="1"/>
            </a:lvl4pPr>
            <a:lvl5pPr>
              <a:defRPr sz="1800" b="1"/>
            </a:lvl5pPr>
          </a:lstStyle>
          <a:p>
            <a:pPr lvl="0"/>
            <a:endParaRPr lang="en-JM" dirty="0"/>
          </a:p>
        </p:txBody>
      </p:sp>
      <p:sp>
        <p:nvSpPr>
          <p:cNvPr id="14" name="Text Placeholder 13"/>
          <p:cNvSpPr>
            <a:spLocks noGrp="1"/>
          </p:cNvSpPr>
          <p:nvPr>
            <p:ph type="body" sz="quarter" idx="15"/>
          </p:nvPr>
        </p:nvSpPr>
        <p:spPr>
          <a:xfrm>
            <a:off x="533400" y="5359400"/>
            <a:ext cx="7924800" cy="6096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Area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1" name="Text Placeholder 20"/>
          <p:cNvSpPr>
            <a:spLocks noGrp="1"/>
          </p:cNvSpPr>
          <p:nvPr userDrawn="1">
            <p:ph type="body" sz="quarter" idx="13"/>
          </p:nvPr>
        </p:nvSpPr>
        <p:spPr>
          <a:xfrm>
            <a:off x="53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2" name="Text Placeholder 20"/>
          <p:cNvSpPr>
            <a:spLocks noGrp="1"/>
          </p:cNvSpPr>
          <p:nvPr userDrawn="1">
            <p:ph type="body" sz="quarter" idx="14"/>
          </p:nvPr>
        </p:nvSpPr>
        <p:spPr>
          <a:xfrm>
            <a:off x="434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3" name="Text Placeholder 20"/>
          <p:cNvSpPr>
            <a:spLocks noGrp="1"/>
          </p:cNvSpPr>
          <p:nvPr userDrawn="1">
            <p:ph type="body" sz="quarter" idx="15"/>
          </p:nvPr>
        </p:nvSpPr>
        <p:spPr>
          <a:xfrm>
            <a:off x="53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4" name="Text Placeholder 20"/>
          <p:cNvSpPr>
            <a:spLocks noGrp="1"/>
          </p:cNvSpPr>
          <p:nvPr userDrawn="1">
            <p:ph type="body" sz="quarter" idx="16"/>
          </p:nvPr>
        </p:nvSpPr>
        <p:spPr>
          <a:xfrm>
            <a:off x="434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userDrawn="1">
            <p:ph type="body" sz="quarter" idx="17"/>
          </p:nvPr>
        </p:nvSpPr>
        <p:spPr>
          <a:xfrm>
            <a:off x="533400" y="1498600"/>
            <a:ext cx="24384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7" name="Text Placeholder 25"/>
          <p:cNvSpPr>
            <a:spLocks noGrp="1"/>
          </p:cNvSpPr>
          <p:nvPr userDrawn="1">
            <p:ph type="body" sz="quarter" idx="18"/>
          </p:nvPr>
        </p:nvSpPr>
        <p:spPr>
          <a:xfrm>
            <a:off x="4343400" y="14986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9" name="Text Placeholder 25"/>
          <p:cNvSpPr>
            <a:spLocks noGrp="1"/>
          </p:cNvSpPr>
          <p:nvPr userDrawn="1">
            <p:ph type="body" sz="quarter" idx="20"/>
          </p:nvPr>
        </p:nvSpPr>
        <p:spPr>
          <a:xfrm>
            <a:off x="533400" y="3962400"/>
            <a:ext cx="25908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8" name="Text Placeholder 25"/>
          <p:cNvSpPr>
            <a:spLocks noGrp="1"/>
          </p:cNvSpPr>
          <p:nvPr userDrawn="1">
            <p:ph type="body" sz="quarter" idx="19"/>
          </p:nvPr>
        </p:nvSpPr>
        <p:spPr>
          <a:xfrm>
            <a:off x="4343400" y="39624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Picture Placeholder 8"/>
          <p:cNvSpPr>
            <a:spLocks noGrp="1"/>
          </p:cNvSpPr>
          <p:nvPr>
            <p:ph type="pic" sz="quarter" idx="13"/>
          </p:nvPr>
        </p:nvSpPr>
        <p:spPr>
          <a:xfrm>
            <a:off x="533400" y="2159000"/>
            <a:ext cx="4343400" cy="3302000"/>
          </a:xfrm>
          <a:ln w="38100">
            <a:solidFill>
              <a:schemeClr val="bg1"/>
            </a:solidFill>
            <a:miter lim="800000"/>
          </a:ln>
          <a:effectLst/>
        </p:spPr>
        <p:txBody>
          <a:bodyPr>
            <a:normAutofit/>
          </a:bodyPr>
          <a:lstStyle>
            <a:lvl1pPr>
              <a:defRPr sz="1400"/>
            </a:lvl1pPr>
          </a:lstStyle>
          <a:p>
            <a:endParaRPr lang="en-JM"/>
          </a:p>
        </p:txBody>
      </p:sp>
      <p:sp>
        <p:nvSpPr>
          <p:cNvPr id="11" name="Text Placeholder 10"/>
          <p:cNvSpPr>
            <a:spLocks noGrp="1"/>
          </p:cNvSpPr>
          <p:nvPr>
            <p:ph type="body" sz="quarter" idx="14"/>
          </p:nvPr>
        </p:nvSpPr>
        <p:spPr>
          <a:xfrm>
            <a:off x="457200" y="1346200"/>
            <a:ext cx="8077200" cy="457200"/>
          </a:xfrm>
        </p:spPr>
        <p:txBody>
          <a:bodyPr>
            <a:noAutofit/>
          </a:bodyPr>
          <a:lstStyle>
            <a:lvl1pPr>
              <a:lnSpc>
                <a:spcPct val="110000"/>
              </a:lnSpc>
              <a:spcBef>
                <a:spcPts val="0"/>
              </a:spcBef>
              <a:buNone/>
              <a:defRPr sz="1400">
                <a:solidFill>
                  <a:schemeClr val="tx1">
                    <a:lumMod val="65000"/>
                    <a:lumOff val="35000"/>
                  </a:schemeClr>
                </a:solidFill>
              </a:defRPr>
            </a:lvl1pPr>
            <a:lvl2pPr>
              <a:defRPr sz="1600"/>
            </a:lvl2pPr>
            <a:lvl3pPr>
              <a:defRPr sz="1600"/>
            </a:lvl3pPr>
            <a:lvl4pPr>
              <a:defRPr sz="1600"/>
            </a:lvl4pPr>
            <a:lvl5pPr>
              <a:defRPr sz="1600"/>
            </a:lvl5pPr>
          </a:lstStyle>
          <a:p>
            <a:pPr lvl="0"/>
            <a:endParaRPr lang="en-JM" dirty="0"/>
          </a:p>
        </p:txBody>
      </p:sp>
      <p:sp>
        <p:nvSpPr>
          <p:cNvPr id="8" name="Text Placeholder 7"/>
          <p:cNvSpPr>
            <a:spLocks noGrp="1"/>
          </p:cNvSpPr>
          <p:nvPr>
            <p:ph type="body" sz="quarter" idx="15"/>
          </p:nvPr>
        </p:nvSpPr>
        <p:spPr>
          <a:xfrm>
            <a:off x="6172200" y="2311400"/>
            <a:ext cx="2438400" cy="406400"/>
          </a:xfrm>
        </p:spPr>
        <p:txBody>
          <a:bodyPr>
            <a:normAutofit/>
          </a:bodyPr>
          <a:lstStyle>
            <a:lvl1pPr>
              <a:buNone/>
              <a:defRPr sz="1300"/>
            </a:lvl1pPr>
          </a:lstStyle>
          <a:p>
            <a:pPr lvl="0"/>
            <a:endParaRPr lang="en-JM" dirty="0"/>
          </a:p>
        </p:txBody>
      </p:sp>
      <p:sp>
        <p:nvSpPr>
          <p:cNvPr id="10" name="Text Placeholder 7"/>
          <p:cNvSpPr>
            <a:spLocks noGrp="1"/>
          </p:cNvSpPr>
          <p:nvPr>
            <p:ph type="body" sz="quarter" idx="16"/>
          </p:nvPr>
        </p:nvSpPr>
        <p:spPr>
          <a:xfrm>
            <a:off x="6172200" y="2717800"/>
            <a:ext cx="2438400" cy="406400"/>
          </a:xfrm>
        </p:spPr>
        <p:txBody>
          <a:bodyPr>
            <a:normAutofit/>
          </a:bodyPr>
          <a:lstStyle>
            <a:lvl1pPr>
              <a:buNone/>
              <a:defRPr sz="1300"/>
            </a:lvl1pPr>
          </a:lstStyle>
          <a:p>
            <a:pPr lvl="0"/>
            <a:endParaRPr lang="en-JM" dirty="0"/>
          </a:p>
        </p:txBody>
      </p:sp>
      <p:sp>
        <p:nvSpPr>
          <p:cNvPr id="12" name="Text Placeholder 7"/>
          <p:cNvSpPr>
            <a:spLocks noGrp="1"/>
          </p:cNvSpPr>
          <p:nvPr>
            <p:ph type="body" sz="quarter" idx="17"/>
          </p:nvPr>
        </p:nvSpPr>
        <p:spPr>
          <a:xfrm>
            <a:off x="6172200" y="3124200"/>
            <a:ext cx="2438400" cy="406400"/>
          </a:xfrm>
        </p:spPr>
        <p:txBody>
          <a:bodyPr>
            <a:normAutofit/>
          </a:bodyPr>
          <a:lstStyle>
            <a:lvl1pPr>
              <a:buNone/>
              <a:defRPr sz="1300"/>
            </a:lvl1pPr>
          </a:lstStyle>
          <a:p>
            <a:pPr lvl="0"/>
            <a:endParaRPr lang="en-JM" dirty="0"/>
          </a:p>
        </p:txBody>
      </p:sp>
      <p:sp>
        <p:nvSpPr>
          <p:cNvPr id="13" name="Text Placeholder 7"/>
          <p:cNvSpPr>
            <a:spLocks noGrp="1"/>
          </p:cNvSpPr>
          <p:nvPr>
            <p:ph type="body" sz="quarter" idx="18"/>
          </p:nvPr>
        </p:nvSpPr>
        <p:spPr>
          <a:xfrm>
            <a:off x="6172200" y="3530600"/>
            <a:ext cx="2438400" cy="406400"/>
          </a:xfrm>
        </p:spPr>
        <p:txBody>
          <a:bodyPr>
            <a:normAutofit/>
          </a:bodyPr>
          <a:lstStyle>
            <a:lvl1pPr>
              <a:buNone/>
              <a:defRPr sz="1300"/>
            </a:lvl1pPr>
          </a:lstStyle>
          <a:p>
            <a:pPr lvl="0"/>
            <a:endParaRPr lang="en-JM" dirty="0"/>
          </a:p>
        </p:txBody>
      </p:sp>
      <p:sp>
        <p:nvSpPr>
          <p:cNvPr id="14" name="Text Placeholder 7"/>
          <p:cNvSpPr>
            <a:spLocks noGrp="1"/>
          </p:cNvSpPr>
          <p:nvPr>
            <p:ph type="body" sz="quarter" idx="19"/>
          </p:nvPr>
        </p:nvSpPr>
        <p:spPr>
          <a:xfrm>
            <a:off x="5867400" y="4241800"/>
            <a:ext cx="2743200" cy="406400"/>
          </a:xfrm>
        </p:spPr>
        <p:txBody>
          <a:bodyPr>
            <a:normAutofit/>
          </a:bodyPr>
          <a:lstStyle>
            <a:lvl1pPr>
              <a:buNone/>
              <a:defRPr sz="1300"/>
            </a:lvl1pPr>
          </a:lstStyle>
          <a:p>
            <a:pPr lvl="0"/>
            <a:endParaRPr lang="en-JM" dirty="0"/>
          </a:p>
        </p:txBody>
      </p:sp>
      <p:sp>
        <p:nvSpPr>
          <p:cNvPr id="15" name="Text Placeholder 7"/>
          <p:cNvSpPr>
            <a:spLocks noGrp="1"/>
          </p:cNvSpPr>
          <p:nvPr>
            <p:ph type="body" sz="quarter" idx="20"/>
          </p:nvPr>
        </p:nvSpPr>
        <p:spPr>
          <a:xfrm>
            <a:off x="5867400" y="4648200"/>
            <a:ext cx="2743200" cy="406400"/>
          </a:xfrm>
        </p:spPr>
        <p:txBody>
          <a:bodyPr>
            <a:normAutofit/>
          </a:bodyPr>
          <a:lstStyle>
            <a:lvl1pPr>
              <a:buNone/>
              <a:defRPr sz="1300"/>
            </a:lvl1pPr>
          </a:lstStyle>
          <a:p>
            <a:pPr lvl="0"/>
            <a:endParaRPr lang="en-JM" dirty="0"/>
          </a:p>
        </p:txBody>
      </p:sp>
      <p:sp>
        <p:nvSpPr>
          <p:cNvPr id="16" name="Text Placeholder 7"/>
          <p:cNvSpPr>
            <a:spLocks noGrp="1"/>
          </p:cNvSpPr>
          <p:nvPr>
            <p:ph type="body" sz="quarter" idx="21"/>
          </p:nvPr>
        </p:nvSpPr>
        <p:spPr>
          <a:xfrm>
            <a:off x="5105400" y="23114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7" name="Text Placeholder 7"/>
          <p:cNvSpPr>
            <a:spLocks noGrp="1"/>
          </p:cNvSpPr>
          <p:nvPr>
            <p:ph type="body" sz="quarter" idx="22"/>
          </p:nvPr>
        </p:nvSpPr>
        <p:spPr>
          <a:xfrm>
            <a:off x="5105400" y="27178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8" name="Text Placeholder 7"/>
          <p:cNvSpPr>
            <a:spLocks noGrp="1"/>
          </p:cNvSpPr>
          <p:nvPr>
            <p:ph type="body" sz="quarter" idx="23"/>
          </p:nvPr>
        </p:nvSpPr>
        <p:spPr>
          <a:xfrm>
            <a:off x="5105400" y="31242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9" name="Text Placeholder 7"/>
          <p:cNvSpPr>
            <a:spLocks noGrp="1"/>
          </p:cNvSpPr>
          <p:nvPr>
            <p:ph type="body" sz="quarter" idx="24"/>
          </p:nvPr>
        </p:nvSpPr>
        <p:spPr>
          <a:xfrm>
            <a:off x="5105400" y="35306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6"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7" name="Rectangle 16"/>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8" name="Straight Connector 17"/>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1"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5" name="Rectangle 14"/>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3" name="Straight Connector 12"/>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Oval 20">
            <a:hlinkClick r:id="" action="ppaction://hlinkshowjump?jump=nextslide" highlightClick="1"/>
          </p:cNvPr>
          <p:cNvSpPr/>
          <p:nvPr userDrawn="1"/>
        </p:nvSpPr>
        <p:spPr>
          <a:xfrm>
            <a:off x="83820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2" name="Oval 21">
            <a:hlinkClick r:id="" action="ppaction://hlinkshowjump?jump=previousslide" highlightClick="1"/>
          </p:cNvPr>
          <p:cNvSpPr/>
          <p:nvPr userDrawn="1"/>
        </p:nvSpPr>
        <p:spPr>
          <a:xfrm>
            <a:off x="79248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3" name="Chevron 22"/>
          <p:cNvSpPr/>
          <p:nvPr userDrawn="1"/>
        </p:nvSpPr>
        <p:spPr>
          <a:xfrm flipH="1">
            <a:off x="80665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24" name="Chevron 23"/>
          <p:cNvSpPr/>
          <p:nvPr userDrawn="1"/>
        </p:nvSpPr>
        <p:spPr>
          <a:xfrm>
            <a:off x="85237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Tree>
    <p:extLst>
      <p:ext uri="{BB962C8B-B14F-4D97-AF65-F5344CB8AC3E}">
        <p14:creationId xmlns:p14="http://schemas.microsoft.com/office/powerpoint/2010/main" val="21777134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5">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Placeholder 1"/>
          <p:cNvSpPr>
            <a:spLocks noGrp="1"/>
          </p:cNvSpPr>
          <p:nvPr>
            <p:ph type="title"/>
          </p:nvPr>
        </p:nvSpPr>
        <p:spPr>
          <a:xfrm>
            <a:off x="457200" y="584200"/>
            <a:ext cx="7620000" cy="563563"/>
          </a:xfrm>
          <a:prstGeom prst="rect">
            <a:avLst/>
          </a:prstGeom>
        </p:spPr>
        <p:txBody>
          <a:bodyPr vert="horz" lIns="91440" tIns="45720" rIns="91440" bIns="45720" rtlCol="0" anchor="ctr">
            <a:noAutofit/>
          </a:bodyPr>
          <a:lstStyle/>
          <a:p>
            <a:r>
              <a:rPr lang="en-US" dirty="0"/>
              <a:t>Click to edit Master title style</a:t>
            </a:r>
            <a:endParaRPr lang="en-JM" dirty="0"/>
          </a:p>
        </p:txBody>
      </p:sp>
      <p:sp>
        <p:nvSpPr>
          <p:cNvPr id="3" name="Text Placeholder 2"/>
          <p:cNvSpPr>
            <a:spLocks noGrp="1"/>
          </p:cNvSpPr>
          <p:nvPr>
            <p:ph type="body" idx="1"/>
          </p:nvPr>
        </p:nvSpPr>
        <p:spPr>
          <a:xfrm>
            <a:off x="457200" y="13716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Slide Number Placeholder 5"/>
          <p:cNvSpPr>
            <a:spLocks noGrp="1"/>
          </p:cNvSpPr>
          <p:nvPr>
            <p:ph type="sldNum" sz="quarter" idx="4"/>
          </p:nvPr>
        </p:nvSpPr>
        <p:spPr>
          <a:xfrm>
            <a:off x="8305800" y="381000"/>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F5134D-7C6B-4A7B-B28B-A8C75F870448}" type="slidenum">
              <a:rPr lang="en-JM" smtClean="0"/>
              <a:pPr/>
              <a:t>‹#›</a:t>
            </a:fld>
            <a:endParaRPr lang="en-JM"/>
          </a:p>
        </p:txBody>
      </p:sp>
      <p:sp>
        <p:nvSpPr>
          <p:cNvPr id="8" name="Rectangle 7"/>
          <p:cNvSpPr/>
          <p:nvPr/>
        </p:nvSpPr>
        <p:spPr>
          <a:xfrm>
            <a:off x="0" y="558800"/>
            <a:ext cx="152400"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cxnSp>
        <p:nvCxnSpPr>
          <p:cNvPr id="16" name="Straight Connector 15"/>
          <p:cNvCxnSpPr/>
          <p:nvPr userDrawn="1"/>
        </p:nvCxnSpPr>
        <p:spPr bwMode="auto">
          <a:xfrm>
            <a:off x="0" y="802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bwMode="auto">
          <a:xfrm>
            <a:off x="0" y="863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p:cNvSpPr/>
          <p:nvPr userDrawn="1"/>
        </p:nvSpPr>
        <p:spPr>
          <a:xfrm>
            <a:off x="0" y="6259402"/>
            <a:ext cx="9144000" cy="62399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hlinkClick r:id="" action="ppaction://hlinkshowjump?jump=nextslide" highlightClick="1"/>
          </p:cNvPr>
          <p:cNvSpPr/>
          <p:nvPr/>
        </p:nvSpPr>
        <p:spPr>
          <a:xfrm>
            <a:off x="83820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5" name="Oval 14">
            <a:hlinkClick r:id="" action="ppaction://hlinkshowjump?jump=previousslide" highlightClick="1"/>
          </p:cNvPr>
          <p:cNvSpPr/>
          <p:nvPr/>
        </p:nvSpPr>
        <p:spPr>
          <a:xfrm>
            <a:off x="79248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8" name="Chevron 17"/>
          <p:cNvSpPr/>
          <p:nvPr userDrawn="1"/>
        </p:nvSpPr>
        <p:spPr>
          <a:xfrm flipH="1">
            <a:off x="80665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19" name="Chevron 18"/>
          <p:cNvSpPr/>
          <p:nvPr userDrawn="1"/>
        </p:nvSpPr>
        <p:spPr>
          <a:xfrm>
            <a:off x="85237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5" name="Footer Placeholder 4"/>
          <p:cNvSpPr>
            <a:spLocks noGrp="1"/>
          </p:cNvSpPr>
          <p:nvPr>
            <p:ph type="ftr" sz="quarter" idx="3"/>
          </p:nvPr>
        </p:nvSpPr>
        <p:spPr>
          <a:xfrm>
            <a:off x="457200" y="6375400"/>
            <a:ext cx="6629400" cy="390525"/>
          </a:xfrm>
          <a:prstGeom prst="rect">
            <a:avLst/>
          </a:prstGeom>
        </p:spPr>
        <p:txBody>
          <a:bodyPr vert="horz" lIns="91440" tIns="45720" rIns="91440" bIns="45720" rtlCol="0" anchor="ctr"/>
          <a:lstStyle>
            <a:lvl1pPr algn="l">
              <a:defRPr sz="1400" b="0">
                <a:solidFill>
                  <a:srgbClr val="7F7F7F"/>
                </a:solidFill>
                <a:latin typeface="Bebas Neue" pitchFamily="34" charset="0"/>
              </a:defRPr>
            </a:lvl1pPr>
          </a:lstStyle>
          <a:p>
            <a:r>
              <a:rPr lang="en-JM" dirty="0"/>
              <a:t>PUT THE NAME OF YOUR COMPANY HERE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86" r:id="rId7"/>
    <p:sldLayoutId id="2147483685" r:id="rId8"/>
    <p:sldLayoutId id="2147483682" r:id="rId9"/>
    <p:sldLayoutId id="2147483681" r:id="rId10"/>
    <p:sldLayoutId id="2147483680" r:id="rId11"/>
    <p:sldLayoutId id="2147483677" r:id="rId12"/>
    <p:sldLayoutId id="2147483655" r:id="rId13"/>
    <p:sldLayoutId id="2147483688" r:id="rId14"/>
    <p:sldLayoutId id="2147483683" r:id="rId15"/>
    <p:sldLayoutId id="2147483661" r:id="rId16"/>
    <p:sldLayoutId id="2147483662" r:id="rId17"/>
    <p:sldLayoutId id="2147483679" r:id="rId18"/>
    <p:sldLayoutId id="2147483678" r:id="rId19"/>
    <p:sldLayoutId id="2147483670" r:id="rId20"/>
    <p:sldLayoutId id="2147483663" r:id="rId21"/>
    <p:sldLayoutId id="2147483664" r:id="rId22"/>
    <p:sldLayoutId id="2147483666" r:id="rId23"/>
    <p:sldLayoutId id="2147483667" r:id="rId24"/>
    <p:sldLayoutId id="2147483668" r:id="rId25"/>
    <p:sldLayoutId id="2147483669" r:id="rId26"/>
    <p:sldLayoutId id="2147483671" r:id="rId27"/>
    <p:sldLayoutId id="2147483672" r:id="rId28"/>
    <p:sldLayoutId id="2147483673" r:id="rId29"/>
    <p:sldLayoutId id="2147483674" r:id="rId30"/>
    <p:sldLayoutId id="2147483675" r:id="rId31"/>
    <p:sldLayoutId id="2147483676" r:id="rId32"/>
    <p:sldLayoutId id="2147483687" r:id="rId33"/>
  </p:sldLayoutIdLst>
  <p:hf sldNum="0" hdr="0" dt="0"/>
  <p:txStyles>
    <p:titleStyle>
      <a:lvl1pPr algn="l" defTabSz="914400" rtl="0" eaLnBrk="1" latinLnBrk="0" hangingPunct="1">
        <a:spcBef>
          <a:spcPct val="0"/>
        </a:spcBef>
        <a:buNone/>
        <a:defRPr sz="4400" kern="1200">
          <a:solidFill>
            <a:schemeClr val="tx1">
              <a:lumMod val="85000"/>
              <a:lumOff val="15000"/>
            </a:schemeClr>
          </a:solidFill>
          <a:latin typeface="Bebas Neue"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4343400"/>
            <a:ext cx="6400800" cy="457200"/>
          </a:xfrm>
        </p:spPr>
        <p:txBody>
          <a:bodyPr>
            <a:normAutofit/>
          </a:bodyPr>
          <a:lstStyle/>
          <a:p>
            <a:r>
              <a:rPr lang="zh-CN" altLang="en-US" sz="2200" dirty="0">
                <a:solidFill>
                  <a:schemeClr val="tx1">
                    <a:lumMod val="75000"/>
                    <a:lumOff val="25000"/>
                  </a:schemeClr>
                </a:solidFill>
                <a:latin typeface="+mj-lt"/>
                <a:cs typeface="Helvetica" panose="020B0604020202020204" pitchFamily="34" charset="0"/>
              </a:rPr>
              <a:t>教师</a:t>
            </a:r>
            <a:r>
              <a:rPr lang="en-JM" sz="2200" dirty="0">
                <a:solidFill>
                  <a:schemeClr val="tx1">
                    <a:lumMod val="75000"/>
                    <a:lumOff val="25000"/>
                  </a:schemeClr>
                </a:solidFill>
                <a:latin typeface="+mj-lt"/>
                <a:cs typeface="Helvetica" panose="020B0604020202020204" pitchFamily="34" charset="0"/>
              </a:rPr>
              <a:t>: </a:t>
            </a:r>
            <a:r>
              <a:rPr lang="zh-CN" altLang="en-US" sz="2200" dirty="0">
                <a:solidFill>
                  <a:schemeClr val="tx1">
                    <a:lumMod val="75000"/>
                    <a:lumOff val="25000"/>
                  </a:schemeClr>
                </a:solidFill>
                <a:latin typeface="+mj-lt"/>
                <a:cs typeface="Helvetica" panose="020B0604020202020204" pitchFamily="34" charset="0"/>
              </a:rPr>
              <a:t>王翀</a:t>
            </a:r>
            <a:endParaRPr lang="en-JM" sz="2200" b="1" dirty="0">
              <a:solidFill>
                <a:schemeClr val="tx1">
                  <a:lumMod val="75000"/>
                  <a:lumOff val="25000"/>
                </a:schemeClr>
              </a:solidFill>
              <a:latin typeface="+mj-lt"/>
              <a:cs typeface="Helvetica" panose="020B0604020202020204" pitchFamily="34" charset="0"/>
            </a:endParaRPr>
          </a:p>
        </p:txBody>
      </p:sp>
      <p:sp>
        <p:nvSpPr>
          <p:cNvPr id="5" name="Oval 4">
            <a:hlinkClick r:id="" action="ppaction://hlinkshowjump?jump=nextslide" highlightClick="1"/>
          </p:cNvPr>
          <p:cNvSpPr/>
          <p:nvPr/>
        </p:nvSpPr>
        <p:spPr>
          <a:xfrm>
            <a:off x="4343400" y="5430520"/>
            <a:ext cx="457200" cy="45720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solidFill>
                <a:schemeClr val="bg1">
                  <a:lumMod val="75000"/>
                </a:schemeClr>
              </a:solidFill>
              <a:latin typeface="+mj-lt"/>
              <a:cs typeface="Helvetica" panose="020B0604020202020204" pitchFamily="34" charset="0"/>
            </a:endParaRPr>
          </a:p>
        </p:txBody>
      </p:sp>
      <p:grpSp>
        <p:nvGrpSpPr>
          <p:cNvPr id="16" name="Group 15"/>
          <p:cNvGrpSpPr/>
          <p:nvPr/>
        </p:nvGrpSpPr>
        <p:grpSpPr>
          <a:xfrm>
            <a:off x="381001" y="1752600"/>
            <a:ext cx="8381999" cy="1676400"/>
            <a:chOff x="2209800" y="1981200"/>
            <a:chExt cx="4876800" cy="1371600"/>
          </a:xfrm>
        </p:grpSpPr>
        <p:sp>
          <p:nvSpPr>
            <p:cNvPr id="12" name="Rectangle 11"/>
            <p:cNvSpPr/>
            <p:nvPr/>
          </p:nvSpPr>
          <p:spPr>
            <a:xfrm>
              <a:off x="2209800" y="1981200"/>
              <a:ext cx="4876800" cy="13716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3" name="Rectangle 12"/>
            <p:cNvSpPr/>
            <p:nvPr/>
          </p:nvSpPr>
          <p:spPr>
            <a:xfrm>
              <a:off x="2209801" y="2286000"/>
              <a:ext cx="108065"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4" name="Rectangle 13"/>
            <p:cNvSpPr/>
            <p:nvPr/>
          </p:nvSpPr>
          <p:spPr>
            <a:xfrm>
              <a:off x="6978534" y="2286000"/>
              <a:ext cx="108066"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grpSp>
      <p:sp>
        <p:nvSpPr>
          <p:cNvPr id="15" name="Rectangle 14"/>
          <p:cNvSpPr/>
          <p:nvPr/>
        </p:nvSpPr>
        <p:spPr>
          <a:xfrm>
            <a:off x="2743200" y="4851400"/>
            <a:ext cx="3810000" cy="4572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latin typeface="+mj-lt"/>
                <a:cs typeface="Helvetica" panose="020B0604020202020204" pitchFamily="34" charset="0"/>
              </a:rPr>
              <a:t>信息学院 计算机系</a:t>
            </a:r>
            <a:endParaRPr lang="en-JM" dirty="0">
              <a:solidFill>
                <a:srgbClr val="0070C0"/>
              </a:solidFill>
              <a:latin typeface="+mj-lt"/>
              <a:cs typeface="Helvetica" panose="020B0604020202020204" pitchFamily="34" charset="0"/>
            </a:endParaRPr>
          </a:p>
        </p:txBody>
      </p:sp>
      <p:sp>
        <p:nvSpPr>
          <p:cNvPr id="2" name="Title 1"/>
          <p:cNvSpPr>
            <a:spLocks noGrp="1"/>
          </p:cNvSpPr>
          <p:nvPr>
            <p:ph type="ctrTitle"/>
          </p:nvPr>
        </p:nvSpPr>
        <p:spPr>
          <a:xfrm>
            <a:off x="642939" y="1447800"/>
            <a:ext cx="7858124" cy="2285999"/>
          </a:xfrm>
        </p:spPr>
        <p:txBody>
          <a:bodyPr/>
          <a:lstStyle/>
          <a:p>
            <a:r>
              <a:rPr lang="en-US" altLang="zh-CN"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Shell</a:t>
            </a:r>
            <a:r>
              <a:rPr lang="zh-CN" altLang="en-US"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 </a:t>
            </a:r>
            <a:r>
              <a:rPr lang="en-US" altLang="zh-CN"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&amp;</a:t>
            </a:r>
            <a:r>
              <a:rPr lang="zh-CN" altLang="en-US"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 </a:t>
            </a:r>
            <a:r>
              <a:rPr lang="en-US" altLang="zh-CN" sz="6000" dirty="0" err="1">
                <a:solidFill>
                  <a:srgbClr val="0065B0"/>
                </a:solidFill>
                <a:effectLst>
                  <a:outerShdw blurRad="38100" dist="38100" dir="2700000" algn="tl">
                    <a:srgbClr val="000000">
                      <a:alpha val="43137"/>
                    </a:srgbClr>
                  </a:outerShdw>
                </a:effectLst>
                <a:latin typeface="+mj-lt"/>
                <a:cs typeface="Helvetica" panose="020B0604020202020204" pitchFamily="34" charset="0"/>
              </a:rPr>
              <a:t>Makefile</a:t>
            </a:r>
            <a:endParaRPr lang="en-JM" sz="6000" dirty="0">
              <a:solidFill>
                <a:srgbClr val="0065B0"/>
              </a:solidFill>
              <a:effectLst>
                <a:outerShdw blurRad="38100" dist="38100" dir="2700000" algn="tl">
                  <a:srgbClr val="000000">
                    <a:alpha val="43137"/>
                  </a:srgbClr>
                </a:outerShdw>
              </a:effectLst>
              <a:latin typeface="+mj-lt"/>
              <a:cs typeface="Helvetica" panose="020B0604020202020204" pitchFamily="34" charset="0"/>
            </a:endParaRPr>
          </a:p>
        </p:txBody>
      </p:sp>
      <p:sp>
        <p:nvSpPr>
          <p:cNvPr id="6" name="Chevron 5"/>
          <p:cNvSpPr/>
          <p:nvPr/>
        </p:nvSpPr>
        <p:spPr>
          <a:xfrm>
            <a:off x="4536000" y="5580000"/>
            <a:ext cx="107653" cy="164592"/>
          </a:xfrm>
          <a:prstGeom prst="chevron">
            <a:avLst>
              <a:gd name="adj" fmla="val 79255"/>
            </a:avLst>
          </a:prstGeom>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latin typeface="+mj-lt"/>
              <a:cs typeface="Helvetica" panose="020B0604020202020204" pitchFamily="34" charset="0"/>
            </a:endParaRPr>
          </a:p>
        </p:txBody>
      </p:sp>
      <p:cxnSp>
        <p:nvCxnSpPr>
          <p:cNvPr id="11" name="Straight Connector 10"/>
          <p:cNvCxnSpPr/>
          <p:nvPr/>
        </p:nvCxnSpPr>
        <p:spPr bwMode="auto">
          <a:xfrm>
            <a:off x="381000" y="24384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381000" y="2499784"/>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8661400" y="2453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8661400" y="2514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par>
                                <p:cTn id="40" presetID="53" presetClass="entr" presetSubtype="16"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par>
                                <p:cTn id="45" presetID="53" presetClass="entr" presetSubtype="16"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
                                            <p:txEl>
                                              <p:pRg st="0" end="0"/>
                                            </p:txEl>
                                          </p:spTgt>
                                        </p:tgtEl>
                                        <p:attrNameLst>
                                          <p:attrName>style.visibility</p:attrName>
                                        </p:attrNameLst>
                                      </p:cBhvr>
                                      <p:to>
                                        <p:strVal val="visible"/>
                                      </p:to>
                                    </p:set>
                                    <p:anim calcmode="lin" valueType="num">
                                      <p:cBhvr>
                                        <p:cTn id="5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5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5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5" grpId="0" animBg="1"/>
      <p:bldP spid="2" grpId="0"/>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04040"/>
                </a:solidFill>
                <a:effectLst/>
                <a:latin typeface="Roboto Slab" pitchFamily="2" charset="0"/>
              </a:rPr>
              <a:t>Shell</a:t>
            </a:r>
            <a:r>
              <a:rPr lang="zh-CN" altLang="en-US" b="1" i="0" u="none" strike="noStrike" dirty="0">
                <a:solidFill>
                  <a:srgbClr val="404040"/>
                </a:solidFill>
                <a:effectLst/>
                <a:latin typeface="Roboto Slab" pitchFamily="2" charset="0"/>
              </a:rPr>
              <a:t>介绍</a:t>
            </a:r>
          </a:p>
        </p:txBody>
      </p:sp>
      <p:sp>
        <p:nvSpPr>
          <p:cNvPr id="9219" name="Rectangle 5"/>
          <p:cNvSpPr>
            <a:spLocks noGrp="1" noChangeArrowheads="1"/>
          </p:cNvSpPr>
          <p:nvPr>
            <p:ph idx="1"/>
          </p:nvPr>
        </p:nvSpPr>
        <p:spPr>
          <a:xfrm>
            <a:off x="457200" y="1371601"/>
            <a:ext cx="8229600" cy="4952999"/>
          </a:xfrm>
        </p:spPr>
        <p:txBody>
          <a:bodyPr>
            <a:normAutofit fontScale="85000" lnSpcReduction="10000"/>
          </a:bodyPr>
          <a:lstStyle/>
          <a:p>
            <a:pPr algn="l" latinLnBrk="1">
              <a:lnSpc>
                <a:spcPct val="150000"/>
              </a:lnSpc>
            </a:pPr>
            <a:r>
              <a:rPr lang="en" altLang="zh-CN" sz="3200" b="0" i="0" u="none" strike="noStrike" dirty="0">
                <a:solidFill>
                  <a:srgbClr val="333333"/>
                </a:solidFill>
                <a:effectLst/>
                <a:latin typeface="Helvetica Neue" panose="02000503000000020004" pitchFamily="2" charset="0"/>
              </a:rPr>
              <a:t>Shell </a:t>
            </a:r>
            <a:r>
              <a:rPr lang="zh-CN" altLang="en-US" sz="3200" b="0" i="0" u="none" strike="noStrike" dirty="0">
                <a:solidFill>
                  <a:srgbClr val="333333"/>
                </a:solidFill>
                <a:effectLst/>
                <a:latin typeface="Helvetica Neue" panose="02000503000000020004" pitchFamily="2" charset="0"/>
              </a:rPr>
              <a:t>是一个用 </a:t>
            </a:r>
            <a:r>
              <a:rPr lang="en" altLang="zh-CN" sz="3200" b="0" i="0" u="none" strike="noStrike" dirty="0">
                <a:solidFill>
                  <a:srgbClr val="333333"/>
                </a:solidFill>
                <a:effectLst/>
                <a:latin typeface="Helvetica Neue" panose="02000503000000020004" pitchFamily="2" charset="0"/>
              </a:rPr>
              <a:t>C </a:t>
            </a:r>
            <a:r>
              <a:rPr lang="zh-CN" altLang="en-US" sz="3200" b="0" i="0" u="none" strike="noStrike" dirty="0">
                <a:solidFill>
                  <a:srgbClr val="333333"/>
                </a:solidFill>
                <a:effectLst/>
                <a:latin typeface="Helvetica Neue" panose="02000503000000020004" pitchFamily="2" charset="0"/>
              </a:rPr>
              <a:t>语言编写的程序，它是用户使用 </a:t>
            </a:r>
            <a:r>
              <a:rPr lang="en" altLang="zh-CN" sz="3200" b="0" i="0" u="none" strike="noStrike" dirty="0">
                <a:solidFill>
                  <a:srgbClr val="333333"/>
                </a:solidFill>
                <a:effectLst/>
                <a:latin typeface="Helvetica Neue" panose="02000503000000020004" pitchFamily="2" charset="0"/>
              </a:rPr>
              <a:t>Linux </a:t>
            </a:r>
            <a:r>
              <a:rPr lang="zh-CN" altLang="en-US" sz="3200" b="0" i="0" u="none" strike="noStrike" dirty="0">
                <a:solidFill>
                  <a:srgbClr val="333333"/>
                </a:solidFill>
                <a:effectLst/>
                <a:latin typeface="Helvetica Neue" panose="02000503000000020004" pitchFamily="2" charset="0"/>
              </a:rPr>
              <a:t>的桥梁。</a:t>
            </a:r>
            <a:r>
              <a:rPr lang="en" altLang="zh-CN" sz="3200" b="0" i="0" u="none" strike="noStrike" dirty="0">
                <a:solidFill>
                  <a:srgbClr val="333333"/>
                </a:solidFill>
                <a:effectLst/>
                <a:latin typeface="Helvetica Neue" panose="02000503000000020004" pitchFamily="2" charset="0"/>
              </a:rPr>
              <a:t>Shell </a:t>
            </a:r>
            <a:r>
              <a:rPr lang="zh-CN" altLang="en-US" sz="3200" b="0" i="0" u="none" strike="noStrike" dirty="0">
                <a:solidFill>
                  <a:srgbClr val="333333"/>
                </a:solidFill>
                <a:effectLst/>
                <a:latin typeface="Helvetica Neue" panose="02000503000000020004" pitchFamily="2" charset="0"/>
              </a:rPr>
              <a:t>既是一种命令语言，又是一种程序设计语言。</a:t>
            </a:r>
          </a:p>
          <a:p>
            <a:pPr algn="l" latinLnBrk="1">
              <a:lnSpc>
                <a:spcPct val="150000"/>
              </a:lnSpc>
            </a:pPr>
            <a:r>
              <a:rPr lang="en" altLang="zh-CN" sz="3200" b="0" i="0" u="none" strike="noStrike" dirty="0">
                <a:solidFill>
                  <a:srgbClr val="333333"/>
                </a:solidFill>
                <a:effectLst/>
                <a:latin typeface="Helvetica Neue" panose="02000503000000020004" pitchFamily="2" charset="0"/>
              </a:rPr>
              <a:t>Shell </a:t>
            </a:r>
            <a:r>
              <a:rPr lang="zh-CN" altLang="en-US" sz="3200" b="0" i="0" u="none" strike="noStrike" dirty="0">
                <a:solidFill>
                  <a:srgbClr val="333333"/>
                </a:solidFill>
                <a:effectLst/>
                <a:latin typeface="Helvetica Neue" panose="02000503000000020004" pitchFamily="2" charset="0"/>
              </a:rPr>
              <a:t>是指一种应用程序，这个应用程序提供了一个界面，用户通过这个界面访问操作系统内核的服务。</a:t>
            </a:r>
          </a:p>
          <a:p>
            <a:pPr algn="l" latinLnBrk="1">
              <a:lnSpc>
                <a:spcPct val="150000"/>
              </a:lnSpc>
            </a:pPr>
            <a:r>
              <a:rPr lang="en" altLang="zh-CN" sz="3200" b="0" i="0" u="none" strike="noStrike" dirty="0">
                <a:solidFill>
                  <a:srgbClr val="333333"/>
                </a:solidFill>
                <a:effectLst/>
                <a:latin typeface="Helvetica Neue" panose="02000503000000020004" pitchFamily="2" charset="0"/>
              </a:rPr>
              <a:t>Ken Thompson </a:t>
            </a:r>
            <a:r>
              <a:rPr lang="zh-CN" altLang="en-US" sz="3200" b="0" i="0" u="none" strike="noStrike" dirty="0">
                <a:solidFill>
                  <a:srgbClr val="333333"/>
                </a:solidFill>
                <a:effectLst/>
                <a:latin typeface="Helvetica Neue" panose="02000503000000020004" pitchFamily="2" charset="0"/>
              </a:rPr>
              <a:t>的 </a:t>
            </a:r>
            <a:r>
              <a:rPr lang="en" altLang="zh-CN" sz="3200" b="0" i="0" u="none" strike="noStrike" dirty="0" err="1">
                <a:solidFill>
                  <a:srgbClr val="333333"/>
                </a:solidFill>
                <a:effectLst/>
                <a:latin typeface="Helvetica Neue" panose="02000503000000020004" pitchFamily="2" charset="0"/>
              </a:rPr>
              <a:t>sh</a:t>
            </a:r>
            <a:r>
              <a:rPr lang="en" altLang="zh-CN" sz="3200" b="0" i="0" u="none" strike="noStrike" dirty="0">
                <a:solidFill>
                  <a:srgbClr val="333333"/>
                </a:solidFill>
                <a:effectLst/>
                <a:latin typeface="Helvetica Neue" panose="02000503000000020004" pitchFamily="2" charset="0"/>
              </a:rPr>
              <a:t> </a:t>
            </a:r>
            <a:r>
              <a:rPr lang="zh-CN" altLang="en-US" sz="3200" b="0" i="0" u="none" strike="noStrike" dirty="0">
                <a:solidFill>
                  <a:srgbClr val="333333"/>
                </a:solidFill>
                <a:effectLst/>
                <a:latin typeface="Helvetica Neue" panose="02000503000000020004" pitchFamily="2" charset="0"/>
              </a:rPr>
              <a:t>是第一种 </a:t>
            </a:r>
            <a:r>
              <a:rPr lang="en" altLang="zh-CN" sz="3200" b="0" i="0" u="none" strike="noStrike" dirty="0">
                <a:solidFill>
                  <a:srgbClr val="333333"/>
                </a:solidFill>
                <a:effectLst/>
                <a:latin typeface="Helvetica Neue" panose="02000503000000020004" pitchFamily="2" charset="0"/>
              </a:rPr>
              <a:t>Unix Shell</a:t>
            </a:r>
            <a:r>
              <a:rPr lang="zh-CN" altLang="en" sz="3200" b="0" i="0" u="none" strike="noStrike" dirty="0">
                <a:solidFill>
                  <a:srgbClr val="333333"/>
                </a:solidFill>
                <a:effectLst/>
                <a:latin typeface="Helvetica Neue" panose="02000503000000020004" pitchFamily="2" charset="0"/>
              </a:rPr>
              <a:t>，</a:t>
            </a:r>
            <a:r>
              <a:rPr lang="en" altLang="zh-CN" sz="3200" b="0" i="0" u="none" strike="noStrike" dirty="0">
                <a:solidFill>
                  <a:srgbClr val="333333"/>
                </a:solidFill>
                <a:effectLst/>
                <a:latin typeface="Helvetica Neue" panose="02000503000000020004" pitchFamily="2" charset="0"/>
              </a:rPr>
              <a:t>Windows Explorer </a:t>
            </a:r>
            <a:r>
              <a:rPr lang="zh-CN" altLang="en-US" sz="3200" b="0" i="0" u="none" strike="noStrike" dirty="0">
                <a:solidFill>
                  <a:srgbClr val="333333"/>
                </a:solidFill>
                <a:effectLst/>
                <a:latin typeface="Helvetica Neue" panose="02000503000000020004" pitchFamily="2" charset="0"/>
              </a:rPr>
              <a:t>是一个典型的图形界面 </a:t>
            </a:r>
            <a:r>
              <a:rPr lang="en" altLang="zh-CN" sz="3200" b="0" i="0" u="none" strike="noStrike" dirty="0">
                <a:solidFill>
                  <a:srgbClr val="333333"/>
                </a:solidFill>
                <a:effectLst/>
                <a:latin typeface="Helvetica Neue" panose="02000503000000020004" pitchFamily="2" charset="0"/>
              </a:rPr>
              <a:t>Shell</a:t>
            </a:r>
            <a:r>
              <a:rPr lang="zh-CN" altLang="en" sz="3200" b="0" i="0" u="none" strike="noStrike" dirty="0">
                <a:solidFill>
                  <a:srgbClr val="333333"/>
                </a:solidFill>
                <a:effectLst/>
                <a:latin typeface="Helvetica Neue" panose="02000503000000020004" pitchFamily="2" charset="0"/>
              </a:rPr>
              <a:t>。</a:t>
            </a:r>
          </a:p>
          <a:p>
            <a:endParaRPr lang="en-US" altLang="zh-CN" sz="2800" dirty="0">
              <a:solidFill>
                <a:srgbClr val="4D4D4D"/>
              </a:solidFill>
              <a:latin typeface="-apple-system"/>
            </a:endParaRPr>
          </a:p>
        </p:txBody>
      </p:sp>
      <p:sp>
        <p:nvSpPr>
          <p:cNvPr id="6" name="文本框 5">
            <a:extLst>
              <a:ext uri="{FF2B5EF4-FFF2-40B4-BE49-F238E27FC236}">
                <a16:creationId xmlns:a16="http://schemas.microsoft.com/office/drawing/2014/main" id="{D07EA77F-CA02-2A48-976B-E0FF46FED049}"/>
              </a:ext>
            </a:extLst>
          </p:cNvPr>
          <p:cNvSpPr txBox="1"/>
          <p:nvPr/>
        </p:nvSpPr>
        <p:spPr>
          <a:xfrm>
            <a:off x="0" y="6488668"/>
            <a:ext cx="8229600" cy="369332"/>
          </a:xfrm>
          <a:prstGeom prst="rect">
            <a:avLst/>
          </a:prstGeom>
          <a:noFill/>
        </p:spPr>
        <p:txBody>
          <a:bodyPr wrap="square">
            <a:spAutoFit/>
          </a:bodyPr>
          <a:lstStyle/>
          <a:p>
            <a:r>
              <a:rPr lang="en" altLang="zh-CN" dirty="0">
                <a:solidFill>
                  <a:schemeClr val="bg1">
                    <a:lumMod val="50000"/>
                  </a:schemeClr>
                </a:solidFill>
                <a:latin typeface="-apple-system"/>
              </a:rPr>
              <a:t>https://</a:t>
            </a:r>
            <a:r>
              <a:rPr lang="en" altLang="zh-CN" dirty="0" err="1">
                <a:solidFill>
                  <a:schemeClr val="bg1">
                    <a:lumMod val="50000"/>
                  </a:schemeClr>
                </a:solidFill>
                <a:latin typeface="-apple-system"/>
              </a:rPr>
              <a:t>www.runoob.com</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linux-shell.html</a:t>
            </a:r>
            <a:endParaRPr lang="en" altLang="zh-CN" b="1" i="0" u="none" strike="noStrike" dirty="0">
              <a:solidFill>
                <a:srgbClr val="404040"/>
              </a:solidFill>
              <a:effectLst/>
              <a:latin typeface="Roboto Slab" panose="020F0502020204030204" pitchFamily="34" charset="0"/>
            </a:endParaRPr>
          </a:p>
        </p:txBody>
      </p:sp>
    </p:spTree>
    <p:extLst>
      <p:ext uri="{BB962C8B-B14F-4D97-AF65-F5344CB8AC3E}">
        <p14:creationId xmlns:p14="http://schemas.microsoft.com/office/powerpoint/2010/main" val="2743343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04040"/>
                </a:solidFill>
                <a:effectLst/>
                <a:latin typeface="Roboto Slab" pitchFamily="2" charset="0"/>
              </a:rPr>
              <a:t>Shell</a:t>
            </a:r>
            <a:r>
              <a:rPr lang="zh-CN" altLang="en-US" b="1" i="0" u="none" strike="noStrike" dirty="0">
                <a:solidFill>
                  <a:srgbClr val="404040"/>
                </a:solidFill>
                <a:effectLst/>
                <a:latin typeface="Roboto Slab" pitchFamily="2" charset="0"/>
              </a:rPr>
              <a:t>脚本</a:t>
            </a:r>
          </a:p>
        </p:txBody>
      </p:sp>
      <p:sp>
        <p:nvSpPr>
          <p:cNvPr id="9219" name="Rectangle 5"/>
          <p:cNvSpPr>
            <a:spLocks noGrp="1" noChangeArrowheads="1"/>
          </p:cNvSpPr>
          <p:nvPr>
            <p:ph idx="1"/>
          </p:nvPr>
        </p:nvSpPr>
        <p:spPr>
          <a:xfrm>
            <a:off x="457200" y="1371601"/>
            <a:ext cx="8229600" cy="4952999"/>
          </a:xfrm>
        </p:spPr>
        <p:txBody>
          <a:bodyPr>
            <a:normAutofit fontScale="77500" lnSpcReduction="20000"/>
          </a:bodyPr>
          <a:lstStyle/>
          <a:p>
            <a:pPr algn="l" latinLnBrk="1">
              <a:lnSpc>
                <a:spcPct val="150000"/>
              </a:lnSpc>
            </a:pPr>
            <a:r>
              <a:rPr lang="en" altLang="zh-CN" sz="3600" b="0" i="0" u="none" strike="noStrike" dirty="0">
                <a:solidFill>
                  <a:srgbClr val="333333"/>
                </a:solidFill>
                <a:effectLst/>
                <a:latin typeface="Helvetica Neue" panose="02000503000000020004" pitchFamily="2" charset="0"/>
              </a:rPr>
              <a:t>Shell </a:t>
            </a:r>
            <a:r>
              <a:rPr lang="zh-CN" altLang="en-US" sz="3600" b="0" i="0" u="none" strike="noStrike" dirty="0">
                <a:solidFill>
                  <a:srgbClr val="333333"/>
                </a:solidFill>
                <a:effectLst/>
                <a:latin typeface="Helvetica Neue" panose="02000503000000020004" pitchFamily="2" charset="0"/>
              </a:rPr>
              <a:t>脚本（</a:t>
            </a:r>
            <a:r>
              <a:rPr lang="en" altLang="zh-CN" sz="3600" b="0" i="0" u="none" strike="noStrike" dirty="0">
                <a:solidFill>
                  <a:srgbClr val="333333"/>
                </a:solidFill>
                <a:effectLst/>
                <a:latin typeface="Helvetica Neue" panose="02000503000000020004" pitchFamily="2" charset="0"/>
              </a:rPr>
              <a:t>shell script</a:t>
            </a:r>
            <a:r>
              <a:rPr lang="zh-CN" altLang="en" sz="3600" b="0" i="0" u="none" strike="noStrike" dirty="0">
                <a:solidFill>
                  <a:srgbClr val="333333"/>
                </a:solidFill>
                <a:effectLst/>
                <a:latin typeface="Helvetica Neue" panose="02000503000000020004" pitchFamily="2" charset="0"/>
              </a:rPr>
              <a:t>），</a:t>
            </a:r>
            <a:r>
              <a:rPr lang="zh-CN" altLang="en-US" sz="3600" b="0" i="0" u="none" strike="noStrike" dirty="0">
                <a:solidFill>
                  <a:srgbClr val="333333"/>
                </a:solidFill>
                <a:effectLst/>
                <a:latin typeface="Helvetica Neue" panose="02000503000000020004" pitchFamily="2" charset="0"/>
              </a:rPr>
              <a:t>是一种为 </a:t>
            </a:r>
            <a:r>
              <a:rPr lang="en" altLang="zh-CN" sz="3600" b="0" i="0" u="none" strike="noStrike" dirty="0">
                <a:solidFill>
                  <a:srgbClr val="333333"/>
                </a:solidFill>
                <a:effectLst/>
                <a:latin typeface="Helvetica Neue" panose="02000503000000020004" pitchFamily="2" charset="0"/>
              </a:rPr>
              <a:t>shell </a:t>
            </a:r>
            <a:r>
              <a:rPr lang="zh-CN" altLang="en-US" sz="3600" b="0" i="0" u="none" strike="noStrike" dirty="0">
                <a:solidFill>
                  <a:srgbClr val="333333"/>
                </a:solidFill>
                <a:effectLst/>
                <a:latin typeface="Helvetica Neue" panose="02000503000000020004" pitchFamily="2" charset="0"/>
              </a:rPr>
              <a:t>编写的脚本程序。</a:t>
            </a:r>
          </a:p>
          <a:p>
            <a:pPr algn="l" latinLnBrk="1">
              <a:lnSpc>
                <a:spcPct val="150000"/>
              </a:lnSpc>
            </a:pPr>
            <a:r>
              <a:rPr lang="zh-CN" altLang="en-US" sz="3600" b="0" i="0" u="none" strike="noStrike" dirty="0">
                <a:solidFill>
                  <a:srgbClr val="333333"/>
                </a:solidFill>
                <a:effectLst/>
                <a:latin typeface="Helvetica Neue" panose="02000503000000020004" pitchFamily="2" charset="0"/>
              </a:rPr>
              <a:t>业界所说的 </a:t>
            </a:r>
            <a:r>
              <a:rPr lang="en" altLang="zh-CN" sz="3600" b="0" i="0" u="none" strike="noStrike" dirty="0">
                <a:solidFill>
                  <a:srgbClr val="333333"/>
                </a:solidFill>
                <a:effectLst/>
                <a:latin typeface="Helvetica Neue" panose="02000503000000020004" pitchFamily="2" charset="0"/>
              </a:rPr>
              <a:t>shell </a:t>
            </a:r>
            <a:r>
              <a:rPr lang="zh-CN" altLang="en-US" sz="3600" b="0" i="0" u="none" strike="noStrike" dirty="0">
                <a:solidFill>
                  <a:srgbClr val="333333"/>
                </a:solidFill>
                <a:effectLst/>
                <a:latin typeface="Helvetica Neue" panose="02000503000000020004" pitchFamily="2" charset="0"/>
              </a:rPr>
              <a:t>通常都是指 </a:t>
            </a:r>
            <a:r>
              <a:rPr lang="en" altLang="zh-CN" sz="3600" b="0" i="0" u="none" strike="noStrike" dirty="0">
                <a:solidFill>
                  <a:srgbClr val="333333"/>
                </a:solidFill>
                <a:effectLst/>
                <a:latin typeface="Helvetica Neue" panose="02000503000000020004" pitchFamily="2" charset="0"/>
              </a:rPr>
              <a:t>shell </a:t>
            </a:r>
            <a:r>
              <a:rPr lang="zh-CN" altLang="en-US" sz="3600" b="0" i="0" u="none" strike="noStrike" dirty="0">
                <a:solidFill>
                  <a:srgbClr val="333333"/>
                </a:solidFill>
                <a:effectLst/>
                <a:latin typeface="Helvetica Neue" panose="02000503000000020004" pitchFamily="2" charset="0"/>
              </a:rPr>
              <a:t>脚本，但读者朋友要知道，</a:t>
            </a:r>
            <a:r>
              <a:rPr lang="en" altLang="zh-CN" sz="3600" b="0" i="0" u="none" strike="noStrike" dirty="0">
                <a:solidFill>
                  <a:srgbClr val="333333"/>
                </a:solidFill>
                <a:effectLst/>
                <a:latin typeface="Helvetica Neue" panose="02000503000000020004" pitchFamily="2" charset="0"/>
              </a:rPr>
              <a:t>shell </a:t>
            </a:r>
            <a:r>
              <a:rPr lang="zh-CN" altLang="en-US" sz="3600" b="0" i="0" u="none" strike="noStrike" dirty="0">
                <a:solidFill>
                  <a:srgbClr val="333333"/>
                </a:solidFill>
                <a:effectLst/>
                <a:latin typeface="Helvetica Neue" panose="02000503000000020004" pitchFamily="2" charset="0"/>
              </a:rPr>
              <a:t>和 </a:t>
            </a:r>
            <a:r>
              <a:rPr lang="en" altLang="zh-CN" sz="3600" b="0" i="0" u="none" strike="noStrike" dirty="0">
                <a:solidFill>
                  <a:srgbClr val="333333"/>
                </a:solidFill>
                <a:effectLst/>
                <a:latin typeface="Helvetica Neue" panose="02000503000000020004" pitchFamily="2" charset="0"/>
              </a:rPr>
              <a:t>shell script </a:t>
            </a:r>
            <a:r>
              <a:rPr lang="zh-CN" altLang="en-US" sz="3600" b="0" i="0" u="none" strike="noStrike" dirty="0">
                <a:solidFill>
                  <a:srgbClr val="333333"/>
                </a:solidFill>
                <a:effectLst/>
                <a:latin typeface="Helvetica Neue" panose="02000503000000020004" pitchFamily="2" charset="0"/>
              </a:rPr>
              <a:t>是两个不同的概念。</a:t>
            </a:r>
          </a:p>
          <a:p>
            <a:pPr algn="l" latinLnBrk="1">
              <a:lnSpc>
                <a:spcPct val="150000"/>
              </a:lnSpc>
            </a:pPr>
            <a:r>
              <a:rPr lang="zh-CN" altLang="en-US" sz="3600" b="0" i="0" u="none" strike="noStrike" dirty="0">
                <a:solidFill>
                  <a:srgbClr val="333333"/>
                </a:solidFill>
                <a:effectLst/>
                <a:latin typeface="Helvetica Neue" panose="02000503000000020004" pitchFamily="2" charset="0"/>
              </a:rPr>
              <a:t>由于习惯的原因，简洁起见，后面出现的 </a:t>
            </a:r>
            <a:r>
              <a:rPr lang="en-US" altLang="zh-CN" sz="3600" b="0" i="0" u="none" strike="noStrike" dirty="0">
                <a:solidFill>
                  <a:srgbClr val="333333"/>
                </a:solidFill>
                <a:effectLst/>
                <a:latin typeface="Helvetica Neue" panose="02000503000000020004" pitchFamily="2" charset="0"/>
              </a:rPr>
              <a:t>"</a:t>
            </a:r>
            <a:r>
              <a:rPr lang="en" altLang="zh-CN" sz="3600" b="0" i="0" u="none" strike="noStrike" dirty="0">
                <a:solidFill>
                  <a:srgbClr val="333333"/>
                </a:solidFill>
                <a:effectLst/>
                <a:latin typeface="Helvetica Neue" panose="02000503000000020004" pitchFamily="2" charset="0"/>
              </a:rPr>
              <a:t>shell</a:t>
            </a:r>
            <a:r>
              <a:rPr lang="zh-CN" altLang="en-US" sz="3600" b="0" i="0" u="none" strike="noStrike" dirty="0">
                <a:solidFill>
                  <a:srgbClr val="333333"/>
                </a:solidFill>
                <a:effectLst/>
                <a:latin typeface="Helvetica Neue" panose="02000503000000020004" pitchFamily="2" charset="0"/>
              </a:rPr>
              <a:t>编程</a:t>
            </a:r>
            <a:r>
              <a:rPr lang="en-US" altLang="zh-CN" sz="3600" b="0" i="0" u="none" strike="noStrike" dirty="0">
                <a:solidFill>
                  <a:srgbClr val="333333"/>
                </a:solidFill>
                <a:effectLst/>
                <a:latin typeface="Helvetica Neue" panose="02000503000000020004" pitchFamily="2" charset="0"/>
              </a:rPr>
              <a:t>" </a:t>
            </a:r>
            <a:r>
              <a:rPr lang="zh-CN" altLang="en-US" sz="3600" b="0" i="0" u="none" strike="noStrike" dirty="0">
                <a:solidFill>
                  <a:srgbClr val="333333"/>
                </a:solidFill>
                <a:effectLst/>
                <a:latin typeface="Helvetica Neue" panose="02000503000000020004" pitchFamily="2" charset="0"/>
              </a:rPr>
              <a:t>都是指 </a:t>
            </a:r>
            <a:r>
              <a:rPr lang="en" altLang="zh-CN" sz="3600" b="0" i="0" u="none" strike="noStrike" dirty="0">
                <a:solidFill>
                  <a:srgbClr val="333333"/>
                </a:solidFill>
                <a:effectLst/>
                <a:latin typeface="Helvetica Neue" panose="02000503000000020004" pitchFamily="2" charset="0"/>
              </a:rPr>
              <a:t>shell </a:t>
            </a:r>
            <a:r>
              <a:rPr lang="zh-CN" altLang="en-US" sz="3600" b="0" i="0" u="none" strike="noStrike" dirty="0">
                <a:solidFill>
                  <a:srgbClr val="333333"/>
                </a:solidFill>
                <a:effectLst/>
                <a:latin typeface="Helvetica Neue" panose="02000503000000020004" pitchFamily="2" charset="0"/>
              </a:rPr>
              <a:t>脚本编程，不是指开发 </a:t>
            </a:r>
            <a:r>
              <a:rPr lang="en" altLang="zh-CN" sz="3600" b="0" i="0" u="none" strike="noStrike" dirty="0">
                <a:solidFill>
                  <a:srgbClr val="333333"/>
                </a:solidFill>
                <a:effectLst/>
                <a:latin typeface="Helvetica Neue" panose="02000503000000020004" pitchFamily="2" charset="0"/>
              </a:rPr>
              <a:t>shell </a:t>
            </a:r>
            <a:r>
              <a:rPr lang="zh-CN" altLang="en-US" sz="3600" b="0" i="0" u="none" strike="noStrike" dirty="0">
                <a:solidFill>
                  <a:srgbClr val="333333"/>
                </a:solidFill>
                <a:effectLst/>
                <a:latin typeface="Helvetica Neue" panose="02000503000000020004" pitchFamily="2" charset="0"/>
              </a:rPr>
              <a:t>自身。</a:t>
            </a:r>
          </a:p>
          <a:p>
            <a:pPr>
              <a:lnSpc>
                <a:spcPct val="150000"/>
              </a:lnSpc>
            </a:pPr>
            <a:endParaRPr lang="en-US" altLang="zh-CN" sz="2800" dirty="0">
              <a:solidFill>
                <a:srgbClr val="4D4D4D"/>
              </a:solidFill>
              <a:latin typeface="-apple-system"/>
            </a:endParaRPr>
          </a:p>
        </p:txBody>
      </p:sp>
      <p:sp>
        <p:nvSpPr>
          <p:cNvPr id="6" name="文本框 5">
            <a:extLst>
              <a:ext uri="{FF2B5EF4-FFF2-40B4-BE49-F238E27FC236}">
                <a16:creationId xmlns:a16="http://schemas.microsoft.com/office/drawing/2014/main" id="{D07EA77F-CA02-2A48-976B-E0FF46FED049}"/>
              </a:ext>
            </a:extLst>
          </p:cNvPr>
          <p:cNvSpPr txBox="1"/>
          <p:nvPr/>
        </p:nvSpPr>
        <p:spPr>
          <a:xfrm>
            <a:off x="0" y="6488668"/>
            <a:ext cx="8229600" cy="369332"/>
          </a:xfrm>
          <a:prstGeom prst="rect">
            <a:avLst/>
          </a:prstGeom>
          <a:noFill/>
        </p:spPr>
        <p:txBody>
          <a:bodyPr wrap="square">
            <a:spAutoFit/>
          </a:bodyPr>
          <a:lstStyle/>
          <a:p>
            <a:r>
              <a:rPr lang="en" altLang="zh-CN" dirty="0">
                <a:solidFill>
                  <a:schemeClr val="bg1">
                    <a:lumMod val="50000"/>
                  </a:schemeClr>
                </a:solidFill>
                <a:latin typeface="-apple-system"/>
              </a:rPr>
              <a:t>https://</a:t>
            </a:r>
            <a:r>
              <a:rPr lang="en" altLang="zh-CN" dirty="0" err="1">
                <a:solidFill>
                  <a:schemeClr val="bg1">
                    <a:lumMod val="50000"/>
                  </a:schemeClr>
                </a:solidFill>
                <a:latin typeface="-apple-system"/>
              </a:rPr>
              <a:t>www.runoob.com</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linux-shell.html</a:t>
            </a:r>
            <a:endParaRPr lang="en" altLang="zh-CN" b="1" i="0" u="none" strike="noStrike" dirty="0">
              <a:solidFill>
                <a:srgbClr val="404040"/>
              </a:solidFill>
              <a:effectLst/>
              <a:latin typeface="Roboto Slab" panose="020F0502020204030204" pitchFamily="34" charset="0"/>
            </a:endParaRPr>
          </a:p>
        </p:txBody>
      </p:sp>
    </p:spTree>
    <p:extLst>
      <p:ext uri="{BB962C8B-B14F-4D97-AF65-F5344CB8AC3E}">
        <p14:creationId xmlns:p14="http://schemas.microsoft.com/office/powerpoint/2010/main" val="1455342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333333"/>
                </a:solidFill>
                <a:effectLst/>
                <a:latin typeface="Helvetica Neue" panose="02000503000000020004" pitchFamily="2" charset="0"/>
              </a:rPr>
              <a:t>Shell </a:t>
            </a:r>
            <a:r>
              <a:rPr lang="zh-CN" altLang="en-US" b="1" i="0" u="none" strike="noStrike" dirty="0">
                <a:solidFill>
                  <a:srgbClr val="333333"/>
                </a:solidFill>
                <a:effectLst/>
                <a:latin typeface="Helvetica Neue" panose="02000503000000020004" pitchFamily="2" charset="0"/>
              </a:rPr>
              <a:t>环境</a:t>
            </a:r>
            <a:endParaRPr lang="zh-CN" altLang="en-US" b="1" i="0" u="none" strike="noStrike" dirty="0">
              <a:solidFill>
                <a:srgbClr val="404040"/>
              </a:solidFill>
              <a:effectLst/>
              <a:latin typeface="Roboto Slab" pitchFamily="2" charset="0"/>
            </a:endParaRPr>
          </a:p>
        </p:txBody>
      </p:sp>
      <p:sp>
        <p:nvSpPr>
          <p:cNvPr id="9219" name="Rectangle 5"/>
          <p:cNvSpPr>
            <a:spLocks noGrp="1" noChangeArrowheads="1"/>
          </p:cNvSpPr>
          <p:nvPr>
            <p:ph idx="1"/>
          </p:nvPr>
        </p:nvSpPr>
        <p:spPr>
          <a:xfrm>
            <a:off x="457200" y="1371601"/>
            <a:ext cx="8229600" cy="5117067"/>
          </a:xfrm>
        </p:spPr>
        <p:txBody>
          <a:bodyPr>
            <a:normAutofit fontScale="55000" lnSpcReduction="20000"/>
          </a:bodyPr>
          <a:lstStyle/>
          <a:p>
            <a:pPr algn="l" latinLnBrk="1">
              <a:lnSpc>
                <a:spcPct val="170000"/>
              </a:lnSpc>
            </a:pPr>
            <a:r>
              <a:rPr lang="en" altLang="zh-CN" sz="4000" b="0" i="0" u="none" strike="noStrike" dirty="0">
                <a:solidFill>
                  <a:srgbClr val="333333"/>
                </a:solidFill>
                <a:effectLst/>
                <a:latin typeface="Helvetica Neue" panose="02000503000000020004" pitchFamily="2" charset="0"/>
              </a:rPr>
              <a:t>Shell </a:t>
            </a:r>
            <a:r>
              <a:rPr lang="zh-CN" altLang="en-US" sz="4000" b="0" i="0" u="none" strike="noStrike" dirty="0">
                <a:solidFill>
                  <a:srgbClr val="333333"/>
                </a:solidFill>
                <a:effectLst/>
                <a:latin typeface="Helvetica Neue" panose="02000503000000020004" pitchFamily="2" charset="0"/>
              </a:rPr>
              <a:t>编程跟 </a:t>
            </a:r>
            <a:r>
              <a:rPr lang="en" altLang="zh-CN" sz="4000" b="0" i="0" u="none" strike="noStrike" dirty="0">
                <a:solidFill>
                  <a:srgbClr val="333333"/>
                </a:solidFill>
                <a:effectLst/>
                <a:latin typeface="Helvetica Neue" panose="02000503000000020004" pitchFamily="2" charset="0"/>
              </a:rPr>
              <a:t>JavaScript</a:t>
            </a:r>
            <a:r>
              <a:rPr lang="zh-CN" altLang="en" sz="4000" b="0" i="0" u="none" strike="noStrike" dirty="0">
                <a:solidFill>
                  <a:srgbClr val="333333"/>
                </a:solidFill>
                <a:effectLst/>
                <a:latin typeface="Helvetica Neue" panose="02000503000000020004" pitchFamily="2" charset="0"/>
              </a:rPr>
              <a:t>、</a:t>
            </a:r>
            <a:r>
              <a:rPr lang="en" altLang="zh-CN" sz="4000" b="0" i="0" u="none" strike="noStrike" dirty="0">
                <a:solidFill>
                  <a:srgbClr val="333333"/>
                </a:solidFill>
                <a:effectLst/>
                <a:latin typeface="Helvetica Neue" panose="02000503000000020004" pitchFamily="2" charset="0"/>
              </a:rPr>
              <a:t>php </a:t>
            </a:r>
            <a:r>
              <a:rPr lang="zh-CN" altLang="en-US" sz="4000" b="0" i="0" u="none" strike="noStrike" dirty="0">
                <a:solidFill>
                  <a:srgbClr val="333333"/>
                </a:solidFill>
                <a:effectLst/>
                <a:latin typeface="Helvetica Neue" panose="02000503000000020004" pitchFamily="2" charset="0"/>
              </a:rPr>
              <a:t>编程一样，只要有一个能编写代码的文本编辑器和一个能解释执行的脚本解释器就可以了。</a:t>
            </a:r>
          </a:p>
          <a:p>
            <a:pPr algn="l" latinLnBrk="1">
              <a:lnSpc>
                <a:spcPct val="170000"/>
              </a:lnSpc>
            </a:pPr>
            <a:r>
              <a:rPr lang="en" altLang="zh-CN" sz="4000" b="0" i="0" u="none" strike="noStrike" dirty="0">
                <a:solidFill>
                  <a:srgbClr val="333333"/>
                </a:solidFill>
                <a:effectLst/>
                <a:latin typeface="Helvetica Neue" panose="02000503000000020004" pitchFamily="2" charset="0"/>
              </a:rPr>
              <a:t>Linux </a:t>
            </a:r>
            <a:r>
              <a:rPr lang="zh-CN" altLang="en-US" sz="4000" b="0" i="0" u="none" strike="noStrike" dirty="0">
                <a:solidFill>
                  <a:srgbClr val="333333"/>
                </a:solidFill>
                <a:effectLst/>
                <a:latin typeface="Helvetica Neue" panose="02000503000000020004" pitchFamily="2" charset="0"/>
              </a:rPr>
              <a:t>的 </a:t>
            </a:r>
            <a:r>
              <a:rPr lang="en" altLang="zh-CN" sz="4000" b="0" i="0" u="none" strike="noStrike" dirty="0">
                <a:solidFill>
                  <a:srgbClr val="333333"/>
                </a:solidFill>
                <a:effectLst/>
                <a:latin typeface="Helvetica Neue" panose="02000503000000020004" pitchFamily="2" charset="0"/>
              </a:rPr>
              <a:t>Shell </a:t>
            </a:r>
            <a:r>
              <a:rPr lang="zh-CN" altLang="en-US" sz="4000" b="0" i="0" u="none" strike="noStrike" dirty="0">
                <a:solidFill>
                  <a:srgbClr val="333333"/>
                </a:solidFill>
                <a:effectLst/>
                <a:latin typeface="Helvetica Neue" panose="02000503000000020004" pitchFamily="2" charset="0"/>
              </a:rPr>
              <a:t>种类众多，常见的有：</a:t>
            </a:r>
          </a:p>
          <a:p>
            <a:pPr lvl="1" latinLnBrk="1">
              <a:lnSpc>
                <a:spcPct val="170000"/>
              </a:lnSpc>
              <a:buFont typeface="Wingdings" pitchFamily="2" charset="2"/>
              <a:buChar char="p"/>
            </a:pPr>
            <a:r>
              <a:rPr lang="en" altLang="zh-CN" sz="4000" b="0" i="0" u="none" strike="noStrike" dirty="0" err="1">
                <a:solidFill>
                  <a:srgbClr val="333333"/>
                </a:solidFill>
                <a:effectLst/>
                <a:latin typeface="Helvetica Neue" panose="02000503000000020004" pitchFamily="2" charset="0"/>
              </a:rPr>
              <a:t>Bourne</a:t>
            </a:r>
            <a:r>
              <a:rPr lang="en" altLang="zh-CN" sz="4000" b="0" i="0" u="none" strike="noStrike" dirty="0">
                <a:solidFill>
                  <a:srgbClr val="333333"/>
                </a:solidFill>
                <a:effectLst/>
                <a:latin typeface="Helvetica Neue" panose="02000503000000020004" pitchFamily="2" charset="0"/>
              </a:rPr>
              <a:t> Shell</a:t>
            </a:r>
            <a:r>
              <a:rPr lang="zh-CN" altLang="en" sz="4000" b="0" i="0" u="none" strike="noStrike" dirty="0">
                <a:solidFill>
                  <a:srgbClr val="333333"/>
                </a:solidFill>
                <a:effectLst/>
                <a:latin typeface="Helvetica Neue" panose="02000503000000020004" pitchFamily="2" charset="0"/>
              </a:rPr>
              <a:t>（</a:t>
            </a:r>
            <a:r>
              <a:rPr lang="en" altLang="zh-CN" sz="4000" b="0" i="0" u="none" strike="noStrike" dirty="0">
                <a:solidFill>
                  <a:srgbClr val="333333"/>
                </a:solidFill>
                <a:effectLst/>
                <a:latin typeface="Helvetica Neue" panose="02000503000000020004" pitchFamily="2" charset="0"/>
              </a:rPr>
              <a:t>/</a:t>
            </a:r>
            <a:r>
              <a:rPr lang="en" altLang="zh-CN" sz="4000" b="0" i="0" u="none" strike="noStrike" dirty="0" err="1">
                <a:solidFill>
                  <a:srgbClr val="333333"/>
                </a:solidFill>
                <a:effectLst/>
                <a:latin typeface="Helvetica Neue" panose="02000503000000020004" pitchFamily="2" charset="0"/>
              </a:rPr>
              <a:t>usr</a:t>
            </a:r>
            <a:r>
              <a:rPr lang="en" altLang="zh-CN" sz="4000" b="0" i="0" u="none" strike="noStrike" dirty="0">
                <a:solidFill>
                  <a:srgbClr val="333333"/>
                </a:solidFill>
                <a:effectLst/>
                <a:latin typeface="Helvetica Neue" panose="02000503000000020004" pitchFamily="2" charset="0"/>
              </a:rPr>
              <a:t>/bin/</a:t>
            </a:r>
            <a:r>
              <a:rPr lang="en" altLang="zh-CN" sz="4000" b="0" i="0" u="none" strike="noStrike" dirty="0" err="1">
                <a:solidFill>
                  <a:srgbClr val="333333"/>
                </a:solidFill>
                <a:effectLst/>
                <a:latin typeface="Helvetica Neue" panose="02000503000000020004" pitchFamily="2" charset="0"/>
              </a:rPr>
              <a:t>sh</a:t>
            </a:r>
            <a:r>
              <a:rPr lang="zh-CN" altLang="en-US" sz="4000" b="0" i="0" u="none" strike="noStrike" dirty="0">
                <a:solidFill>
                  <a:srgbClr val="333333"/>
                </a:solidFill>
                <a:effectLst/>
                <a:latin typeface="Helvetica Neue" panose="02000503000000020004" pitchFamily="2" charset="0"/>
              </a:rPr>
              <a:t>或</a:t>
            </a:r>
            <a:r>
              <a:rPr lang="en-US" altLang="zh-CN" sz="4000" b="0" i="0" u="none" strike="noStrike" dirty="0">
                <a:solidFill>
                  <a:srgbClr val="333333"/>
                </a:solidFill>
                <a:effectLst/>
                <a:latin typeface="Helvetica Neue" panose="02000503000000020004" pitchFamily="2" charset="0"/>
              </a:rPr>
              <a:t>/</a:t>
            </a:r>
            <a:r>
              <a:rPr lang="en" altLang="zh-CN" sz="4000" b="0" i="0" u="none" strike="noStrike" dirty="0">
                <a:solidFill>
                  <a:srgbClr val="333333"/>
                </a:solidFill>
                <a:effectLst/>
                <a:latin typeface="Helvetica Neue" panose="02000503000000020004" pitchFamily="2" charset="0"/>
              </a:rPr>
              <a:t>bin/</a:t>
            </a:r>
            <a:r>
              <a:rPr lang="en" altLang="zh-CN" sz="4000" b="0" i="0" u="none" strike="noStrike" dirty="0" err="1">
                <a:solidFill>
                  <a:srgbClr val="333333"/>
                </a:solidFill>
                <a:effectLst/>
                <a:latin typeface="Helvetica Neue" panose="02000503000000020004" pitchFamily="2" charset="0"/>
              </a:rPr>
              <a:t>sh</a:t>
            </a:r>
            <a:r>
              <a:rPr lang="zh-CN" altLang="en" sz="4000" b="0" i="0" u="none" strike="noStrike" dirty="0">
                <a:solidFill>
                  <a:srgbClr val="333333"/>
                </a:solidFill>
                <a:effectLst/>
                <a:latin typeface="Helvetica Neue" panose="02000503000000020004" pitchFamily="2" charset="0"/>
              </a:rPr>
              <a:t>）</a:t>
            </a:r>
          </a:p>
          <a:p>
            <a:pPr lvl="1" latinLnBrk="1">
              <a:lnSpc>
                <a:spcPct val="170000"/>
              </a:lnSpc>
              <a:buFont typeface="Wingdings" pitchFamily="2" charset="2"/>
              <a:buChar char="p"/>
            </a:pPr>
            <a:r>
              <a:rPr lang="en" altLang="zh-CN" sz="4000" b="0" i="0" u="none" strike="noStrike" dirty="0" err="1">
                <a:solidFill>
                  <a:srgbClr val="333333"/>
                </a:solidFill>
                <a:effectLst/>
                <a:latin typeface="Helvetica Neue" panose="02000503000000020004" pitchFamily="2" charset="0"/>
              </a:rPr>
              <a:t>Bourne</a:t>
            </a:r>
            <a:r>
              <a:rPr lang="en" altLang="zh-CN" sz="4000" b="0" i="0" u="none" strike="noStrike" dirty="0">
                <a:solidFill>
                  <a:srgbClr val="333333"/>
                </a:solidFill>
                <a:effectLst/>
                <a:latin typeface="Helvetica Neue" panose="02000503000000020004" pitchFamily="2" charset="0"/>
              </a:rPr>
              <a:t> Again Shell</a:t>
            </a:r>
            <a:r>
              <a:rPr lang="zh-CN" altLang="en" sz="4000" b="0" i="0" u="none" strike="noStrike" dirty="0">
                <a:solidFill>
                  <a:srgbClr val="333333"/>
                </a:solidFill>
                <a:effectLst/>
                <a:latin typeface="Helvetica Neue" panose="02000503000000020004" pitchFamily="2" charset="0"/>
              </a:rPr>
              <a:t>（</a:t>
            </a:r>
            <a:r>
              <a:rPr lang="en" altLang="zh-CN" sz="4000" b="0" i="0" u="none" strike="noStrike" dirty="0">
                <a:solidFill>
                  <a:srgbClr val="333333"/>
                </a:solidFill>
                <a:effectLst/>
                <a:latin typeface="Helvetica Neue" panose="02000503000000020004" pitchFamily="2" charset="0"/>
              </a:rPr>
              <a:t>/bin/bash</a:t>
            </a:r>
            <a:r>
              <a:rPr lang="zh-CN" altLang="en" sz="4000" b="0" i="0" u="none" strike="noStrike" dirty="0">
                <a:solidFill>
                  <a:srgbClr val="333333"/>
                </a:solidFill>
                <a:effectLst/>
                <a:latin typeface="Helvetica Neue" panose="02000503000000020004" pitchFamily="2" charset="0"/>
              </a:rPr>
              <a:t>）</a:t>
            </a:r>
          </a:p>
          <a:p>
            <a:pPr lvl="1" latinLnBrk="1">
              <a:lnSpc>
                <a:spcPct val="170000"/>
              </a:lnSpc>
              <a:buFont typeface="Wingdings" pitchFamily="2" charset="2"/>
              <a:buChar char="p"/>
            </a:pPr>
            <a:r>
              <a:rPr lang="en" altLang="zh-CN" sz="4000" b="0" i="0" u="none" strike="noStrike" dirty="0">
                <a:solidFill>
                  <a:srgbClr val="333333"/>
                </a:solidFill>
                <a:effectLst/>
                <a:latin typeface="Helvetica Neue" panose="02000503000000020004" pitchFamily="2" charset="0"/>
              </a:rPr>
              <a:t>C Shell</a:t>
            </a:r>
            <a:r>
              <a:rPr lang="zh-CN" altLang="en" sz="4000" b="0" i="0" u="none" strike="noStrike" dirty="0">
                <a:solidFill>
                  <a:srgbClr val="333333"/>
                </a:solidFill>
                <a:effectLst/>
                <a:latin typeface="Helvetica Neue" panose="02000503000000020004" pitchFamily="2" charset="0"/>
              </a:rPr>
              <a:t>（</a:t>
            </a:r>
            <a:r>
              <a:rPr lang="en" altLang="zh-CN" sz="4000" b="0" i="0" u="none" strike="noStrike" dirty="0">
                <a:solidFill>
                  <a:srgbClr val="333333"/>
                </a:solidFill>
                <a:effectLst/>
                <a:latin typeface="Helvetica Neue" panose="02000503000000020004" pitchFamily="2" charset="0"/>
              </a:rPr>
              <a:t>/</a:t>
            </a:r>
            <a:r>
              <a:rPr lang="en" altLang="zh-CN" sz="4000" b="0" i="0" u="none" strike="noStrike" dirty="0" err="1">
                <a:solidFill>
                  <a:srgbClr val="333333"/>
                </a:solidFill>
                <a:effectLst/>
                <a:latin typeface="Helvetica Neue" panose="02000503000000020004" pitchFamily="2" charset="0"/>
              </a:rPr>
              <a:t>usr</a:t>
            </a:r>
            <a:r>
              <a:rPr lang="en" altLang="zh-CN" sz="4000" b="0" i="0" u="none" strike="noStrike" dirty="0">
                <a:solidFill>
                  <a:srgbClr val="333333"/>
                </a:solidFill>
                <a:effectLst/>
                <a:latin typeface="Helvetica Neue" panose="02000503000000020004" pitchFamily="2" charset="0"/>
              </a:rPr>
              <a:t>/bin/</a:t>
            </a:r>
            <a:r>
              <a:rPr lang="en" altLang="zh-CN" sz="4000" b="0" i="0" u="none" strike="noStrike" dirty="0" err="1">
                <a:solidFill>
                  <a:srgbClr val="333333"/>
                </a:solidFill>
                <a:effectLst/>
                <a:latin typeface="Helvetica Neue" panose="02000503000000020004" pitchFamily="2" charset="0"/>
              </a:rPr>
              <a:t>csh</a:t>
            </a:r>
            <a:r>
              <a:rPr lang="zh-CN" altLang="en" sz="4000" b="0" i="0" u="none" strike="noStrike" dirty="0">
                <a:solidFill>
                  <a:srgbClr val="333333"/>
                </a:solidFill>
                <a:effectLst/>
                <a:latin typeface="Helvetica Neue" panose="02000503000000020004" pitchFamily="2" charset="0"/>
              </a:rPr>
              <a:t>）</a:t>
            </a:r>
          </a:p>
          <a:p>
            <a:pPr lvl="1" latinLnBrk="1">
              <a:lnSpc>
                <a:spcPct val="170000"/>
              </a:lnSpc>
              <a:buFont typeface="Wingdings" pitchFamily="2" charset="2"/>
              <a:buChar char="p"/>
            </a:pPr>
            <a:r>
              <a:rPr lang="en" altLang="zh-CN" sz="4000" b="0" i="0" u="none" strike="noStrike" dirty="0">
                <a:solidFill>
                  <a:srgbClr val="333333"/>
                </a:solidFill>
                <a:effectLst/>
                <a:latin typeface="Helvetica Neue" panose="02000503000000020004" pitchFamily="2" charset="0"/>
              </a:rPr>
              <a:t>K Shell</a:t>
            </a:r>
            <a:r>
              <a:rPr lang="zh-CN" altLang="en" sz="4000" b="0" i="0" u="none" strike="noStrike" dirty="0">
                <a:solidFill>
                  <a:srgbClr val="333333"/>
                </a:solidFill>
                <a:effectLst/>
                <a:latin typeface="Helvetica Neue" panose="02000503000000020004" pitchFamily="2" charset="0"/>
              </a:rPr>
              <a:t>（</a:t>
            </a:r>
            <a:r>
              <a:rPr lang="en" altLang="zh-CN" sz="4000" b="0" i="0" u="none" strike="noStrike" dirty="0">
                <a:solidFill>
                  <a:srgbClr val="333333"/>
                </a:solidFill>
                <a:effectLst/>
                <a:latin typeface="Helvetica Neue" panose="02000503000000020004" pitchFamily="2" charset="0"/>
              </a:rPr>
              <a:t>/</a:t>
            </a:r>
            <a:r>
              <a:rPr lang="en" altLang="zh-CN" sz="4000" b="0" i="0" u="none" strike="noStrike" dirty="0" err="1">
                <a:solidFill>
                  <a:srgbClr val="333333"/>
                </a:solidFill>
                <a:effectLst/>
                <a:latin typeface="Helvetica Neue" panose="02000503000000020004" pitchFamily="2" charset="0"/>
              </a:rPr>
              <a:t>usr</a:t>
            </a:r>
            <a:r>
              <a:rPr lang="en" altLang="zh-CN" sz="4000" b="0" i="0" u="none" strike="noStrike" dirty="0">
                <a:solidFill>
                  <a:srgbClr val="333333"/>
                </a:solidFill>
                <a:effectLst/>
                <a:latin typeface="Helvetica Neue" panose="02000503000000020004" pitchFamily="2" charset="0"/>
              </a:rPr>
              <a:t>/bin/</a:t>
            </a:r>
            <a:r>
              <a:rPr lang="en" altLang="zh-CN" sz="4000" b="0" i="0" u="none" strike="noStrike" dirty="0" err="1">
                <a:solidFill>
                  <a:srgbClr val="333333"/>
                </a:solidFill>
                <a:effectLst/>
                <a:latin typeface="Helvetica Neue" panose="02000503000000020004" pitchFamily="2" charset="0"/>
              </a:rPr>
              <a:t>ksh</a:t>
            </a:r>
            <a:r>
              <a:rPr lang="zh-CN" altLang="en" sz="4000" b="0" i="0" u="none" strike="noStrike" dirty="0">
                <a:solidFill>
                  <a:srgbClr val="333333"/>
                </a:solidFill>
                <a:effectLst/>
                <a:latin typeface="Helvetica Neue" panose="02000503000000020004" pitchFamily="2" charset="0"/>
              </a:rPr>
              <a:t>）</a:t>
            </a:r>
          </a:p>
          <a:p>
            <a:pPr lvl="1" latinLnBrk="1">
              <a:lnSpc>
                <a:spcPct val="170000"/>
              </a:lnSpc>
              <a:buFont typeface="Wingdings" pitchFamily="2" charset="2"/>
              <a:buChar char="p"/>
            </a:pPr>
            <a:r>
              <a:rPr lang="en" altLang="zh-CN" sz="4000" b="0" i="0" u="none" strike="noStrike" dirty="0">
                <a:solidFill>
                  <a:srgbClr val="333333"/>
                </a:solidFill>
                <a:effectLst/>
                <a:latin typeface="Helvetica Neue" panose="02000503000000020004" pitchFamily="2" charset="0"/>
              </a:rPr>
              <a:t>Shell for Root</a:t>
            </a:r>
            <a:r>
              <a:rPr lang="zh-CN" altLang="en" sz="4000" b="0" i="0" u="none" strike="noStrike" dirty="0">
                <a:solidFill>
                  <a:srgbClr val="333333"/>
                </a:solidFill>
                <a:effectLst/>
                <a:latin typeface="Helvetica Neue" panose="02000503000000020004" pitchFamily="2" charset="0"/>
              </a:rPr>
              <a:t>（</a:t>
            </a:r>
            <a:r>
              <a:rPr lang="en" altLang="zh-CN" sz="4000" b="0" i="0" u="none" strike="noStrike" dirty="0">
                <a:solidFill>
                  <a:srgbClr val="333333"/>
                </a:solidFill>
                <a:effectLst/>
                <a:latin typeface="Helvetica Neue" panose="02000503000000020004" pitchFamily="2" charset="0"/>
              </a:rPr>
              <a:t>/</a:t>
            </a:r>
            <a:r>
              <a:rPr lang="en" altLang="zh-CN" sz="4000" b="0" i="0" u="none" strike="noStrike" dirty="0" err="1">
                <a:solidFill>
                  <a:srgbClr val="333333"/>
                </a:solidFill>
                <a:effectLst/>
                <a:latin typeface="Helvetica Neue" panose="02000503000000020004" pitchFamily="2" charset="0"/>
              </a:rPr>
              <a:t>sbin</a:t>
            </a:r>
            <a:r>
              <a:rPr lang="en" altLang="zh-CN" sz="4000" b="0" i="0" u="none" strike="noStrike" dirty="0">
                <a:solidFill>
                  <a:srgbClr val="333333"/>
                </a:solidFill>
                <a:effectLst/>
                <a:latin typeface="Helvetica Neue" panose="02000503000000020004" pitchFamily="2" charset="0"/>
              </a:rPr>
              <a:t>/</a:t>
            </a:r>
            <a:r>
              <a:rPr lang="en" altLang="zh-CN" sz="4000" b="0" i="0" u="none" strike="noStrike" dirty="0" err="1">
                <a:solidFill>
                  <a:srgbClr val="333333"/>
                </a:solidFill>
                <a:effectLst/>
                <a:latin typeface="Helvetica Neue" panose="02000503000000020004" pitchFamily="2" charset="0"/>
              </a:rPr>
              <a:t>sh</a:t>
            </a:r>
            <a:r>
              <a:rPr lang="zh-CN" altLang="en" sz="4000" b="0" i="0" u="none" strike="noStrike" dirty="0">
                <a:solidFill>
                  <a:srgbClr val="333333"/>
                </a:solidFill>
                <a:effectLst/>
                <a:latin typeface="Helvetica Neue" panose="02000503000000020004" pitchFamily="2" charset="0"/>
              </a:rPr>
              <a:t>）</a:t>
            </a:r>
          </a:p>
          <a:p>
            <a:pPr algn="l" latinLnBrk="1">
              <a:lnSpc>
                <a:spcPct val="170000"/>
              </a:lnSpc>
              <a:buFont typeface="Arial" panose="020B0604020202020204" pitchFamily="34" charset="0"/>
              <a:buChar char="•"/>
            </a:pPr>
            <a:r>
              <a:rPr lang="en" altLang="zh-CN" sz="4000" b="0" i="0" u="none" strike="noStrike" dirty="0">
                <a:solidFill>
                  <a:srgbClr val="333333"/>
                </a:solidFill>
                <a:effectLst/>
                <a:latin typeface="Helvetica Neue" panose="02000503000000020004" pitchFamily="2" charset="0"/>
              </a:rPr>
              <a:t>……</a:t>
            </a:r>
          </a:p>
          <a:p>
            <a:pPr>
              <a:lnSpc>
                <a:spcPct val="150000"/>
              </a:lnSpc>
            </a:pPr>
            <a:endParaRPr lang="en-US" altLang="zh-CN" sz="2800" dirty="0">
              <a:solidFill>
                <a:srgbClr val="4D4D4D"/>
              </a:solidFill>
              <a:latin typeface="-apple-system"/>
            </a:endParaRPr>
          </a:p>
        </p:txBody>
      </p:sp>
      <p:sp>
        <p:nvSpPr>
          <p:cNvPr id="6" name="文本框 5">
            <a:extLst>
              <a:ext uri="{FF2B5EF4-FFF2-40B4-BE49-F238E27FC236}">
                <a16:creationId xmlns:a16="http://schemas.microsoft.com/office/drawing/2014/main" id="{D07EA77F-CA02-2A48-976B-E0FF46FED049}"/>
              </a:ext>
            </a:extLst>
          </p:cNvPr>
          <p:cNvSpPr txBox="1"/>
          <p:nvPr/>
        </p:nvSpPr>
        <p:spPr>
          <a:xfrm>
            <a:off x="0" y="6488668"/>
            <a:ext cx="8229600" cy="369332"/>
          </a:xfrm>
          <a:prstGeom prst="rect">
            <a:avLst/>
          </a:prstGeom>
          <a:noFill/>
        </p:spPr>
        <p:txBody>
          <a:bodyPr wrap="square">
            <a:spAutoFit/>
          </a:bodyPr>
          <a:lstStyle/>
          <a:p>
            <a:r>
              <a:rPr lang="en" altLang="zh-CN" dirty="0">
                <a:solidFill>
                  <a:schemeClr val="bg1">
                    <a:lumMod val="50000"/>
                  </a:schemeClr>
                </a:solidFill>
                <a:latin typeface="-apple-system"/>
              </a:rPr>
              <a:t>https://</a:t>
            </a:r>
            <a:r>
              <a:rPr lang="en" altLang="zh-CN" dirty="0" err="1">
                <a:solidFill>
                  <a:schemeClr val="bg1">
                    <a:lumMod val="50000"/>
                  </a:schemeClr>
                </a:solidFill>
                <a:latin typeface="-apple-system"/>
              </a:rPr>
              <a:t>www.runoob.com</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linux-shell.html</a:t>
            </a:r>
            <a:endParaRPr lang="en" altLang="zh-CN" b="1" i="0" u="none" strike="noStrike" dirty="0">
              <a:solidFill>
                <a:srgbClr val="404040"/>
              </a:solidFill>
              <a:effectLst/>
              <a:latin typeface="Roboto Slab" panose="020F0502020204030204" pitchFamily="34" charset="0"/>
            </a:endParaRPr>
          </a:p>
        </p:txBody>
      </p:sp>
    </p:spTree>
    <p:extLst>
      <p:ext uri="{BB962C8B-B14F-4D97-AF65-F5344CB8AC3E}">
        <p14:creationId xmlns:p14="http://schemas.microsoft.com/office/powerpoint/2010/main" val="2739515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a:solidFill>
                  <a:srgbClr val="333333"/>
                </a:solidFill>
                <a:effectLst/>
                <a:latin typeface="Helvetica Neue" panose="02000503000000020004" pitchFamily="2" charset="0"/>
              </a:rPr>
              <a:t>Shell </a:t>
            </a:r>
            <a:r>
              <a:rPr lang="zh-CN" altLang="en-US" b="1" dirty="0">
                <a:solidFill>
                  <a:srgbClr val="333333"/>
                </a:solidFill>
                <a:latin typeface="Helvetica Neue" panose="02000503000000020004" pitchFamily="2" charset="0"/>
              </a:rPr>
              <a:t>脚本实例</a:t>
            </a:r>
            <a:endParaRPr lang="zh-CN" altLang="en-US" b="1" i="0" u="none" strike="noStrike" dirty="0">
              <a:solidFill>
                <a:srgbClr val="404040"/>
              </a:solidFill>
              <a:effectLst/>
              <a:latin typeface="Roboto Slab" pitchFamily="2" charset="0"/>
            </a:endParaRPr>
          </a:p>
        </p:txBody>
      </p:sp>
      <p:sp>
        <p:nvSpPr>
          <p:cNvPr id="9219" name="Rectangle 5"/>
          <p:cNvSpPr>
            <a:spLocks noGrp="1" noChangeArrowheads="1"/>
          </p:cNvSpPr>
          <p:nvPr>
            <p:ph idx="1"/>
          </p:nvPr>
        </p:nvSpPr>
        <p:spPr>
          <a:xfrm>
            <a:off x="457200" y="1371601"/>
            <a:ext cx="8229600" cy="5117067"/>
          </a:xfrm>
        </p:spPr>
        <p:txBody>
          <a:bodyPr>
            <a:normAutofit fontScale="47500" lnSpcReduction="20000"/>
          </a:bodyPr>
          <a:lstStyle/>
          <a:p>
            <a:pPr latinLnBrk="1">
              <a:lnSpc>
                <a:spcPct val="170000"/>
              </a:lnSpc>
            </a:pPr>
            <a:r>
              <a:rPr lang="zh-CN" altLang="en-US" sz="4000" b="0" i="0" u="none" strike="noStrike" dirty="0">
                <a:solidFill>
                  <a:srgbClr val="333333"/>
                </a:solidFill>
                <a:effectLst/>
                <a:latin typeface="Helvetica Neue" panose="02000503000000020004" pitchFamily="2" charset="0"/>
              </a:rPr>
              <a:t>打开文本编辑器</a:t>
            </a:r>
            <a:r>
              <a:rPr lang="en-US" altLang="zh-CN" sz="4000" b="0" i="0" u="none" strike="noStrike" dirty="0">
                <a:solidFill>
                  <a:srgbClr val="333333"/>
                </a:solidFill>
                <a:effectLst/>
                <a:latin typeface="Helvetica Neue" panose="02000503000000020004" pitchFamily="2" charset="0"/>
              </a:rPr>
              <a:t>(</a:t>
            </a:r>
            <a:r>
              <a:rPr lang="zh-CN" altLang="en-US" sz="4000" b="0" i="0" u="none" strike="noStrike" dirty="0">
                <a:solidFill>
                  <a:srgbClr val="333333"/>
                </a:solidFill>
                <a:effectLst/>
                <a:latin typeface="Helvetica Neue" panose="02000503000000020004" pitchFamily="2" charset="0"/>
              </a:rPr>
              <a:t>可以使用 </a:t>
            </a:r>
            <a:r>
              <a:rPr lang="en" altLang="zh-CN" sz="4000" b="0" i="0" u="none" strike="noStrike" dirty="0">
                <a:solidFill>
                  <a:srgbClr val="333333"/>
                </a:solidFill>
                <a:effectLst/>
                <a:latin typeface="Helvetica Neue" panose="02000503000000020004" pitchFamily="2" charset="0"/>
              </a:rPr>
              <a:t>vi/vim </a:t>
            </a:r>
            <a:r>
              <a:rPr lang="zh-CN" altLang="en-US" sz="4000" b="0" i="0" u="none" strike="noStrike" dirty="0">
                <a:solidFill>
                  <a:srgbClr val="333333"/>
                </a:solidFill>
                <a:effectLst/>
                <a:latin typeface="Helvetica Neue" panose="02000503000000020004" pitchFamily="2" charset="0"/>
              </a:rPr>
              <a:t>命令来创建文件</a:t>
            </a:r>
            <a:r>
              <a:rPr lang="en-US" altLang="zh-CN" sz="4000" b="0" i="0" u="none" strike="noStrike" dirty="0">
                <a:solidFill>
                  <a:srgbClr val="333333"/>
                </a:solidFill>
                <a:effectLst/>
                <a:latin typeface="Helvetica Neue" panose="02000503000000020004" pitchFamily="2" charset="0"/>
              </a:rPr>
              <a:t>)</a:t>
            </a:r>
            <a:r>
              <a:rPr lang="zh-CN" altLang="en-US" sz="4000" b="0" i="0" u="none" strike="noStrike" dirty="0">
                <a:solidFill>
                  <a:srgbClr val="333333"/>
                </a:solidFill>
                <a:effectLst/>
                <a:latin typeface="Helvetica Neue" panose="02000503000000020004" pitchFamily="2" charset="0"/>
              </a:rPr>
              <a:t>，新建一个文件 </a:t>
            </a:r>
            <a:r>
              <a:rPr lang="en" altLang="zh-CN" sz="4000" b="0" i="0" u="none" strike="noStrike" dirty="0" err="1">
                <a:solidFill>
                  <a:srgbClr val="333333"/>
                </a:solidFill>
                <a:effectLst/>
                <a:latin typeface="Helvetica Neue" panose="02000503000000020004" pitchFamily="2" charset="0"/>
              </a:rPr>
              <a:t>test.sh</a:t>
            </a:r>
            <a:r>
              <a:rPr lang="zh-CN" altLang="en" sz="4000" b="0" i="0" u="none" strike="noStrike" dirty="0">
                <a:solidFill>
                  <a:srgbClr val="333333"/>
                </a:solidFill>
                <a:effectLst/>
                <a:latin typeface="Helvetica Neue" panose="02000503000000020004" pitchFamily="2" charset="0"/>
              </a:rPr>
              <a:t>，</a:t>
            </a:r>
            <a:r>
              <a:rPr lang="zh-CN" altLang="en-US" sz="4000" b="0" i="0" u="none" strike="noStrike" dirty="0">
                <a:solidFill>
                  <a:srgbClr val="333333"/>
                </a:solidFill>
                <a:effectLst/>
                <a:latin typeface="Helvetica Neue" panose="02000503000000020004" pitchFamily="2" charset="0"/>
              </a:rPr>
              <a:t>扩展名为 </a:t>
            </a:r>
            <a:r>
              <a:rPr lang="en" altLang="zh-CN" sz="4000" b="0" i="0" u="none" strike="noStrike" dirty="0" err="1">
                <a:solidFill>
                  <a:srgbClr val="333333"/>
                </a:solidFill>
                <a:effectLst/>
                <a:latin typeface="Helvetica Neue" panose="02000503000000020004" pitchFamily="2" charset="0"/>
              </a:rPr>
              <a:t>sh</a:t>
            </a:r>
            <a:r>
              <a:rPr lang="zh-CN" altLang="en" sz="4000" b="0" i="0" u="none" strike="noStrike" dirty="0">
                <a:solidFill>
                  <a:srgbClr val="333333"/>
                </a:solidFill>
                <a:effectLst/>
                <a:latin typeface="Helvetica Neue" panose="02000503000000020004" pitchFamily="2" charset="0"/>
              </a:rPr>
              <a:t>（</a:t>
            </a:r>
            <a:r>
              <a:rPr lang="en" altLang="zh-CN" sz="4000" b="0" i="0" u="none" strike="noStrike" dirty="0" err="1">
                <a:solidFill>
                  <a:srgbClr val="333333"/>
                </a:solidFill>
                <a:effectLst/>
                <a:latin typeface="Helvetica Neue" panose="02000503000000020004" pitchFamily="2" charset="0"/>
              </a:rPr>
              <a:t>sh</a:t>
            </a:r>
            <a:r>
              <a:rPr lang="zh-CN" altLang="en-US" sz="4000" b="0" i="0" u="none" strike="noStrike" dirty="0">
                <a:solidFill>
                  <a:srgbClr val="333333"/>
                </a:solidFill>
                <a:effectLst/>
                <a:latin typeface="Helvetica Neue" panose="02000503000000020004" pitchFamily="2" charset="0"/>
              </a:rPr>
              <a:t>代表</a:t>
            </a:r>
            <a:r>
              <a:rPr lang="en" altLang="zh-CN" sz="4000" b="0" i="0" u="none" strike="noStrike" dirty="0">
                <a:solidFill>
                  <a:srgbClr val="333333"/>
                </a:solidFill>
                <a:effectLst/>
                <a:latin typeface="Helvetica Neue" panose="02000503000000020004" pitchFamily="2" charset="0"/>
              </a:rPr>
              <a:t>shell</a:t>
            </a:r>
            <a:r>
              <a:rPr lang="zh-CN" altLang="en" sz="4000" b="0" i="0" u="none" strike="noStrike" dirty="0">
                <a:solidFill>
                  <a:srgbClr val="333333"/>
                </a:solidFill>
                <a:effectLst/>
                <a:latin typeface="Helvetica Neue" panose="02000503000000020004" pitchFamily="2" charset="0"/>
              </a:rPr>
              <a:t>），</a:t>
            </a:r>
            <a:r>
              <a:rPr lang="zh-CN" altLang="en-US" sz="4000" b="0" i="0" u="none" strike="noStrike" dirty="0">
                <a:solidFill>
                  <a:srgbClr val="333333"/>
                </a:solidFill>
                <a:effectLst/>
                <a:latin typeface="Helvetica Neue" panose="02000503000000020004" pitchFamily="2" charset="0"/>
              </a:rPr>
              <a:t>扩展名并不影响脚本执行，见名知意就好，如果你用 </a:t>
            </a:r>
            <a:r>
              <a:rPr lang="en" altLang="zh-CN" sz="4000" b="0" i="0" u="none" strike="noStrike" dirty="0">
                <a:solidFill>
                  <a:srgbClr val="333333"/>
                </a:solidFill>
                <a:effectLst/>
                <a:latin typeface="Helvetica Neue" panose="02000503000000020004" pitchFamily="2" charset="0"/>
              </a:rPr>
              <a:t>php </a:t>
            </a:r>
            <a:r>
              <a:rPr lang="zh-CN" altLang="en-US" sz="4000" b="0" i="0" u="none" strike="noStrike" dirty="0">
                <a:solidFill>
                  <a:srgbClr val="333333"/>
                </a:solidFill>
                <a:effectLst/>
                <a:latin typeface="Helvetica Neue" panose="02000503000000020004" pitchFamily="2" charset="0"/>
              </a:rPr>
              <a:t>写 </a:t>
            </a:r>
            <a:r>
              <a:rPr lang="en" altLang="zh-CN" sz="4000" b="0" i="0" u="none" strike="noStrike" dirty="0">
                <a:solidFill>
                  <a:srgbClr val="333333"/>
                </a:solidFill>
                <a:effectLst/>
                <a:latin typeface="Helvetica Neue" panose="02000503000000020004" pitchFamily="2" charset="0"/>
              </a:rPr>
              <a:t>shell </a:t>
            </a:r>
            <a:r>
              <a:rPr lang="zh-CN" altLang="en-US" sz="4000" b="0" i="0" u="none" strike="noStrike" dirty="0">
                <a:solidFill>
                  <a:srgbClr val="333333"/>
                </a:solidFill>
                <a:effectLst/>
                <a:latin typeface="Helvetica Neue" panose="02000503000000020004" pitchFamily="2" charset="0"/>
              </a:rPr>
              <a:t>脚本，扩展名就用 </a:t>
            </a:r>
            <a:r>
              <a:rPr lang="en" altLang="zh-CN" sz="4000" b="0" i="0" u="none" strike="noStrike" dirty="0">
                <a:solidFill>
                  <a:srgbClr val="333333"/>
                </a:solidFill>
                <a:effectLst/>
                <a:latin typeface="Helvetica Neue" panose="02000503000000020004" pitchFamily="2" charset="0"/>
              </a:rPr>
              <a:t>php </a:t>
            </a:r>
            <a:r>
              <a:rPr lang="zh-CN" altLang="en-US" sz="4000" b="0" i="0" u="none" strike="noStrike" dirty="0">
                <a:solidFill>
                  <a:srgbClr val="333333"/>
                </a:solidFill>
                <a:effectLst/>
                <a:latin typeface="Helvetica Neue" panose="02000503000000020004" pitchFamily="2" charset="0"/>
              </a:rPr>
              <a:t>好了。</a:t>
            </a:r>
          </a:p>
          <a:p>
            <a:pPr latinLnBrk="1">
              <a:lnSpc>
                <a:spcPct val="170000"/>
              </a:lnSpc>
            </a:pPr>
            <a:r>
              <a:rPr lang="zh-CN" altLang="en-US" sz="4000" b="0" i="0" u="none" strike="noStrike" dirty="0">
                <a:solidFill>
                  <a:srgbClr val="333333"/>
                </a:solidFill>
                <a:effectLst/>
                <a:latin typeface="Helvetica Neue" panose="02000503000000020004" pitchFamily="2" charset="0"/>
              </a:rPr>
              <a:t>输入一些代码，第一行一般是这样：</a:t>
            </a:r>
            <a:endParaRPr lang="en-US" altLang="zh-CN" sz="4000" b="0" i="0" u="none" strike="noStrike" dirty="0">
              <a:solidFill>
                <a:srgbClr val="333333"/>
              </a:solidFill>
              <a:effectLst/>
              <a:latin typeface="Helvetica Neue" panose="02000503000000020004" pitchFamily="2" charset="0"/>
            </a:endParaRPr>
          </a:p>
          <a:p>
            <a:pPr latinLnBrk="1">
              <a:lnSpc>
                <a:spcPct val="170000"/>
              </a:lnSpc>
            </a:pPr>
            <a:endParaRPr lang="en-US" altLang="zh-CN" sz="4000" b="0" i="0" u="none" strike="noStrike" dirty="0">
              <a:solidFill>
                <a:srgbClr val="333333"/>
              </a:solidFill>
              <a:effectLst/>
              <a:latin typeface="Helvetica Neue" panose="02000503000000020004" pitchFamily="2" charset="0"/>
            </a:endParaRPr>
          </a:p>
          <a:p>
            <a:pPr latinLnBrk="1">
              <a:lnSpc>
                <a:spcPct val="170000"/>
              </a:lnSpc>
            </a:pPr>
            <a:endParaRPr lang="en-US" altLang="zh-CN" sz="4000" b="0" i="0" u="none" strike="noStrike" dirty="0">
              <a:solidFill>
                <a:srgbClr val="333333"/>
              </a:solidFill>
              <a:effectLst/>
              <a:latin typeface="Helvetica Neue" panose="02000503000000020004" pitchFamily="2" charset="0"/>
            </a:endParaRPr>
          </a:p>
          <a:p>
            <a:pPr latinLnBrk="1">
              <a:lnSpc>
                <a:spcPct val="170000"/>
              </a:lnSpc>
            </a:pPr>
            <a:endParaRPr lang="zh-CN" altLang="en-US" sz="4000" b="0" i="0" u="none" strike="noStrike" dirty="0">
              <a:solidFill>
                <a:srgbClr val="333333"/>
              </a:solidFill>
              <a:effectLst/>
              <a:latin typeface="Helvetica Neue" panose="02000503000000020004" pitchFamily="2" charset="0"/>
            </a:endParaRPr>
          </a:p>
          <a:p>
            <a:pPr algn="l" latinLnBrk="1">
              <a:lnSpc>
                <a:spcPct val="170000"/>
              </a:lnSpc>
            </a:pPr>
            <a:r>
              <a:rPr lang="en-US" altLang="zh-CN" sz="4000" b="0" i="0" u="none" strike="noStrike" dirty="0">
                <a:solidFill>
                  <a:srgbClr val="333333"/>
                </a:solidFill>
                <a:effectLst/>
                <a:latin typeface="Helvetica Neue" panose="02000503000000020004" pitchFamily="2" charset="0"/>
              </a:rPr>
              <a:t>#! </a:t>
            </a:r>
            <a:r>
              <a:rPr lang="zh-CN" altLang="en-US" sz="4000" b="0" i="0" u="none" strike="noStrike" dirty="0">
                <a:solidFill>
                  <a:srgbClr val="333333"/>
                </a:solidFill>
                <a:effectLst/>
                <a:latin typeface="Helvetica Neue" panose="02000503000000020004" pitchFamily="2" charset="0"/>
              </a:rPr>
              <a:t>是一个约定的标记，它告诉系统这个脚本需要什么解释器来执行，即使用哪一种 </a:t>
            </a:r>
            <a:r>
              <a:rPr lang="en" altLang="zh-CN" sz="4000" b="0" i="0" u="none" strike="noStrike" dirty="0">
                <a:solidFill>
                  <a:srgbClr val="333333"/>
                </a:solidFill>
                <a:effectLst/>
                <a:latin typeface="Helvetica Neue" panose="02000503000000020004" pitchFamily="2" charset="0"/>
              </a:rPr>
              <a:t>Shell</a:t>
            </a:r>
            <a:r>
              <a:rPr lang="zh-CN" altLang="en" sz="4000" b="0" i="0" u="none" strike="noStrike" dirty="0">
                <a:solidFill>
                  <a:srgbClr val="333333"/>
                </a:solidFill>
                <a:effectLst/>
                <a:latin typeface="Helvetica Neue" panose="02000503000000020004" pitchFamily="2" charset="0"/>
              </a:rPr>
              <a:t>。</a:t>
            </a:r>
          </a:p>
          <a:p>
            <a:pPr algn="l" latinLnBrk="1">
              <a:lnSpc>
                <a:spcPct val="170000"/>
              </a:lnSpc>
            </a:pPr>
            <a:r>
              <a:rPr lang="en" altLang="zh-CN" sz="4000" b="0" i="0" u="none" strike="noStrike" dirty="0">
                <a:solidFill>
                  <a:srgbClr val="333333"/>
                </a:solidFill>
                <a:effectLst/>
                <a:latin typeface="Helvetica Neue" panose="02000503000000020004" pitchFamily="2" charset="0"/>
              </a:rPr>
              <a:t>echo </a:t>
            </a:r>
            <a:r>
              <a:rPr lang="zh-CN" altLang="en-US" sz="4000" b="0" i="0" u="none" strike="noStrike" dirty="0">
                <a:solidFill>
                  <a:srgbClr val="333333"/>
                </a:solidFill>
                <a:effectLst/>
                <a:latin typeface="Helvetica Neue" panose="02000503000000020004" pitchFamily="2" charset="0"/>
              </a:rPr>
              <a:t>命令用于向窗口输出文本。</a:t>
            </a:r>
          </a:p>
          <a:p>
            <a:pPr algn="l" latinLnBrk="1">
              <a:lnSpc>
                <a:spcPct val="170000"/>
              </a:lnSpc>
            </a:pPr>
            <a:endParaRPr lang="en" altLang="zh-CN" sz="4000" b="0" i="0" u="none" strike="noStrike" dirty="0">
              <a:solidFill>
                <a:srgbClr val="333333"/>
              </a:solidFill>
              <a:effectLst/>
              <a:latin typeface="Helvetica Neue" panose="02000503000000020004" pitchFamily="2" charset="0"/>
            </a:endParaRPr>
          </a:p>
          <a:p>
            <a:pPr>
              <a:lnSpc>
                <a:spcPct val="150000"/>
              </a:lnSpc>
            </a:pPr>
            <a:endParaRPr lang="en-US" altLang="zh-CN" sz="2800" dirty="0">
              <a:solidFill>
                <a:srgbClr val="4D4D4D"/>
              </a:solidFill>
              <a:latin typeface="-apple-system"/>
            </a:endParaRPr>
          </a:p>
        </p:txBody>
      </p:sp>
      <p:sp>
        <p:nvSpPr>
          <p:cNvPr id="6" name="文本框 5">
            <a:extLst>
              <a:ext uri="{FF2B5EF4-FFF2-40B4-BE49-F238E27FC236}">
                <a16:creationId xmlns:a16="http://schemas.microsoft.com/office/drawing/2014/main" id="{D07EA77F-CA02-2A48-976B-E0FF46FED049}"/>
              </a:ext>
            </a:extLst>
          </p:cNvPr>
          <p:cNvSpPr txBox="1"/>
          <p:nvPr/>
        </p:nvSpPr>
        <p:spPr>
          <a:xfrm>
            <a:off x="0" y="6488668"/>
            <a:ext cx="8229600" cy="369332"/>
          </a:xfrm>
          <a:prstGeom prst="rect">
            <a:avLst/>
          </a:prstGeom>
          <a:noFill/>
        </p:spPr>
        <p:txBody>
          <a:bodyPr wrap="square">
            <a:spAutoFit/>
          </a:bodyPr>
          <a:lstStyle/>
          <a:p>
            <a:r>
              <a:rPr lang="en" altLang="zh-CN" dirty="0">
                <a:solidFill>
                  <a:schemeClr val="bg1">
                    <a:lumMod val="50000"/>
                  </a:schemeClr>
                </a:solidFill>
                <a:latin typeface="-apple-system"/>
              </a:rPr>
              <a:t>https://</a:t>
            </a:r>
            <a:r>
              <a:rPr lang="en" altLang="zh-CN" dirty="0" err="1">
                <a:solidFill>
                  <a:schemeClr val="bg1">
                    <a:lumMod val="50000"/>
                  </a:schemeClr>
                </a:solidFill>
                <a:latin typeface="-apple-system"/>
              </a:rPr>
              <a:t>www.runoob.com</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linux-shell.html</a:t>
            </a:r>
            <a:endParaRPr lang="en" altLang="zh-CN" b="1" i="0" u="none" strike="noStrike" dirty="0">
              <a:solidFill>
                <a:srgbClr val="404040"/>
              </a:solidFill>
              <a:effectLst/>
              <a:latin typeface="Roboto Slab" panose="020F0502020204030204" pitchFamily="34" charset="0"/>
            </a:endParaRPr>
          </a:p>
        </p:txBody>
      </p:sp>
      <p:pic>
        <p:nvPicPr>
          <p:cNvPr id="3" name="图片 2">
            <a:extLst>
              <a:ext uri="{FF2B5EF4-FFF2-40B4-BE49-F238E27FC236}">
                <a16:creationId xmlns:a16="http://schemas.microsoft.com/office/drawing/2014/main" id="{4038BA91-6F40-AE4A-BD6F-B2766BC4D77F}"/>
              </a:ext>
            </a:extLst>
          </p:cNvPr>
          <p:cNvPicPr>
            <a:picLocks noChangeAspect="1"/>
          </p:cNvPicPr>
          <p:nvPr/>
        </p:nvPicPr>
        <p:blipFill>
          <a:blip r:embed="rId3"/>
          <a:stretch>
            <a:fillRect/>
          </a:stretch>
        </p:blipFill>
        <p:spPr>
          <a:xfrm>
            <a:off x="1524000" y="3429000"/>
            <a:ext cx="5926261" cy="1006778"/>
          </a:xfrm>
          <a:prstGeom prst="rect">
            <a:avLst/>
          </a:prstGeom>
        </p:spPr>
      </p:pic>
    </p:spTree>
    <p:extLst>
      <p:ext uri="{BB962C8B-B14F-4D97-AF65-F5344CB8AC3E}">
        <p14:creationId xmlns:p14="http://schemas.microsoft.com/office/powerpoint/2010/main" val="1736536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000000"/>
                </a:solidFill>
                <a:effectLst/>
                <a:latin typeface="Helvetica Neue" panose="02000503000000020004" pitchFamily="2" charset="0"/>
              </a:rPr>
              <a:t>Shell </a:t>
            </a:r>
            <a:r>
              <a:rPr lang="zh-CN" altLang="en-US" b="1" i="0" u="none" strike="noStrike" dirty="0">
                <a:solidFill>
                  <a:srgbClr val="000000"/>
                </a:solidFill>
                <a:effectLst/>
                <a:latin typeface="Helvetica Neue" panose="02000503000000020004" pitchFamily="2" charset="0"/>
              </a:rPr>
              <a:t>变量</a:t>
            </a:r>
          </a:p>
        </p:txBody>
      </p:sp>
      <p:sp>
        <p:nvSpPr>
          <p:cNvPr id="9219" name="Rectangle 5"/>
          <p:cNvSpPr>
            <a:spLocks noGrp="1" noChangeArrowheads="1"/>
          </p:cNvSpPr>
          <p:nvPr>
            <p:ph idx="1"/>
          </p:nvPr>
        </p:nvSpPr>
        <p:spPr>
          <a:xfrm>
            <a:off x="457200" y="1371601"/>
            <a:ext cx="8229600" cy="5486399"/>
          </a:xfrm>
        </p:spPr>
        <p:txBody>
          <a:bodyPr>
            <a:normAutofit fontScale="62500" lnSpcReduction="20000"/>
          </a:bodyPr>
          <a:lstStyle/>
          <a:p>
            <a:pPr algn="l" latinLnBrk="1">
              <a:lnSpc>
                <a:spcPct val="150000"/>
              </a:lnSpc>
            </a:pPr>
            <a:r>
              <a:rPr lang="zh-CN" altLang="en-US" sz="2600" b="0" i="0" u="none" strike="noStrike" dirty="0">
                <a:solidFill>
                  <a:srgbClr val="333333"/>
                </a:solidFill>
                <a:effectLst/>
                <a:latin typeface="Helvetica Neue" panose="02000503000000020004" pitchFamily="2" charset="0"/>
              </a:rPr>
              <a:t>在 </a:t>
            </a:r>
            <a:r>
              <a:rPr lang="en" altLang="zh-CN" sz="2600" b="0" i="0" u="none" strike="noStrike" dirty="0">
                <a:solidFill>
                  <a:srgbClr val="333333"/>
                </a:solidFill>
                <a:effectLst/>
                <a:latin typeface="Helvetica Neue" panose="02000503000000020004" pitchFamily="2" charset="0"/>
              </a:rPr>
              <a:t>Shell </a:t>
            </a:r>
            <a:r>
              <a:rPr lang="zh-CN" altLang="en-US" sz="2600" b="0" i="0" u="none" strike="noStrike" dirty="0">
                <a:solidFill>
                  <a:srgbClr val="333333"/>
                </a:solidFill>
                <a:effectLst/>
                <a:latin typeface="Helvetica Neue" panose="02000503000000020004" pitchFamily="2" charset="0"/>
              </a:rPr>
              <a:t>编程中，变量是用于存储数据值的名称。</a:t>
            </a:r>
          </a:p>
          <a:p>
            <a:pPr algn="l" latinLnBrk="1">
              <a:lnSpc>
                <a:spcPct val="150000"/>
              </a:lnSpc>
            </a:pPr>
            <a:r>
              <a:rPr lang="zh-CN" altLang="en-US" sz="2600" b="0" i="0" u="none" strike="noStrike" dirty="0">
                <a:solidFill>
                  <a:srgbClr val="333333"/>
                </a:solidFill>
                <a:effectLst/>
                <a:latin typeface="Helvetica Neue" panose="02000503000000020004" pitchFamily="2" charset="0"/>
              </a:rPr>
              <a:t>定义变量时，变量名不加美元符号，如：</a:t>
            </a:r>
            <a:endParaRPr lang="en-US" altLang="zh-CN" sz="2600" b="0" i="0" u="none" strike="noStrike" dirty="0">
              <a:solidFill>
                <a:srgbClr val="333333"/>
              </a:solidFill>
              <a:effectLst/>
              <a:latin typeface="Helvetica Neue" panose="02000503000000020004" pitchFamily="2" charset="0"/>
            </a:endParaRPr>
          </a:p>
          <a:p>
            <a:pPr algn="l" latinLnBrk="1">
              <a:lnSpc>
                <a:spcPct val="150000"/>
              </a:lnSpc>
            </a:pPr>
            <a:endParaRPr lang="en-US" altLang="zh-CN" sz="2400" dirty="0">
              <a:solidFill>
                <a:srgbClr val="333333"/>
              </a:solidFill>
              <a:latin typeface="Helvetica Neue" panose="02000503000000020004" pitchFamily="2" charset="0"/>
            </a:endParaRPr>
          </a:p>
          <a:p>
            <a:pPr algn="l" latinLnBrk="1">
              <a:lnSpc>
                <a:spcPct val="150000"/>
              </a:lnSpc>
            </a:pPr>
            <a:endParaRPr lang="en-US" altLang="zh-CN" sz="2400" dirty="0">
              <a:solidFill>
                <a:srgbClr val="333333"/>
              </a:solidFill>
              <a:latin typeface="Helvetica Neue" panose="02000503000000020004" pitchFamily="2" charset="0"/>
            </a:endParaRPr>
          </a:p>
          <a:p>
            <a:pPr marL="0" indent="0" algn="l" latinLnBrk="1">
              <a:lnSpc>
                <a:spcPct val="170000"/>
              </a:lnSpc>
              <a:buNone/>
            </a:pPr>
            <a:r>
              <a:rPr lang="zh-CN" altLang="en-US" sz="2500" b="0" i="0" u="none" strike="noStrike" dirty="0">
                <a:solidFill>
                  <a:srgbClr val="333333"/>
                </a:solidFill>
                <a:effectLst/>
                <a:latin typeface="Helvetica Neue" panose="02000503000000020004" pitchFamily="2" charset="0"/>
              </a:rPr>
              <a:t>注意，变量名和等号之间不能有空格。同时，变量名的命名须遵循如下规则：</a:t>
            </a:r>
          </a:p>
          <a:p>
            <a:pPr algn="l" latinLnBrk="1">
              <a:lnSpc>
                <a:spcPct val="170000"/>
              </a:lnSpc>
              <a:buFont typeface="Arial" panose="020B0604020202020204" pitchFamily="34" charset="0"/>
              <a:buChar char="•"/>
            </a:pPr>
            <a:r>
              <a:rPr lang="zh-CN" altLang="en-US" sz="2500" b="1" i="0" u="none" strike="noStrike" dirty="0">
                <a:solidFill>
                  <a:srgbClr val="333333"/>
                </a:solidFill>
                <a:effectLst/>
                <a:latin typeface="Helvetica Neue" panose="02000503000000020004" pitchFamily="2" charset="0"/>
              </a:rPr>
              <a:t>只包含字母、数字和下划线：</a:t>
            </a:r>
            <a:r>
              <a:rPr lang="zh-CN" altLang="en-US" sz="2500" b="0" i="0" u="none" strike="noStrike" dirty="0">
                <a:solidFill>
                  <a:srgbClr val="333333"/>
                </a:solidFill>
                <a:effectLst/>
                <a:latin typeface="Helvetica Neue" panose="02000503000000020004" pitchFamily="2" charset="0"/>
              </a:rPr>
              <a:t> 变量名可以包含字母（大小写敏感）、数字和下划线 </a:t>
            </a:r>
            <a:r>
              <a:rPr lang="en-US" altLang="zh-CN" sz="2500" b="1" i="0" u="none" strike="noStrike" dirty="0">
                <a:solidFill>
                  <a:srgbClr val="333333"/>
                </a:solidFill>
                <a:effectLst/>
                <a:latin typeface="SFMono-Regular"/>
              </a:rPr>
              <a:t>_</a:t>
            </a:r>
            <a:r>
              <a:rPr lang="zh-CN" altLang="en-US" sz="2500" b="0" i="0" u="none" strike="noStrike" dirty="0">
                <a:solidFill>
                  <a:srgbClr val="333333"/>
                </a:solidFill>
                <a:effectLst/>
                <a:latin typeface="Helvetica Neue" panose="02000503000000020004" pitchFamily="2" charset="0"/>
              </a:rPr>
              <a:t>，不能包含其他特殊字符。</a:t>
            </a:r>
          </a:p>
          <a:p>
            <a:pPr algn="l" latinLnBrk="1">
              <a:lnSpc>
                <a:spcPct val="170000"/>
              </a:lnSpc>
              <a:buFont typeface="Arial" panose="020B0604020202020204" pitchFamily="34" charset="0"/>
              <a:buChar char="•"/>
            </a:pPr>
            <a:r>
              <a:rPr lang="zh-CN" altLang="en-US" sz="2500" b="1" i="0" u="none" strike="noStrike" dirty="0">
                <a:solidFill>
                  <a:srgbClr val="333333"/>
                </a:solidFill>
                <a:effectLst/>
                <a:latin typeface="Helvetica Neue" panose="02000503000000020004" pitchFamily="2" charset="0"/>
              </a:rPr>
              <a:t>不能以数字开头：</a:t>
            </a:r>
            <a:r>
              <a:rPr lang="zh-CN" altLang="en-US" sz="2500" b="0" i="0" u="none" strike="noStrike" dirty="0">
                <a:solidFill>
                  <a:srgbClr val="333333"/>
                </a:solidFill>
                <a:effectLst/>
                <a:latin typeface="Helvetica Neue" panose="02000503000000020004" pitchFamily="2" charset="0"/>
              </a:rPr>
              <a:t> 变量名不能以数字开头，但可以包含数字。</a:t>
            </a:r>
          </a:p>
          <a:p>
            <a:pPr algn="l" latinLnBrk="1">
              <a:lnSpc>
                <a:spcPct val="170000"/>
              </a:lnSpc>
              <a:buFont typeface="Arial" panose="020B0604020202020204" pitchFamily="34" charset="0"/>
              <a:buChar char="•"/>
            </a:pPr>
            <a:r>
              <a:rPr lang="zh-CN" altLang="en-US" sz="2500" b="1" i="0" u="none" strike="noStrike" dirty="0">
                <a:solidFill>
                  <a:srgbClr val="333333"/>
                </a:solidFill>
                <a:effectLst/>
                <a:latin typeface="Helvetica Neue" panose="02000503000000020004" pitchFamily="2" charset="0"/>
              </a:rPr>
              <a:t>避免使用 </a:t>
            </a:r>
            <a:r>
              <a:rPr lang="en" altLang="zh-CN" sz="2500" b="1" i="0" u="none" strike="noStrike" dirty="0">
                <a:solidFill>
                  <a:srgbClr val="333333"/>
                </a:solidFill>
                <a:effectLst/>
                <a:latin typeface="Helvetica Neue" panose="02000503000000020004" pitchFamily="2" charset="0"/>
              </a:rPr>
              <a:t>Shell </a:t>
            </a:r>
            <a:r>
              <a:rPr lang="zh-CN" altLang="en-US" sz="2500" b="1" i="0" u="none" strike="noStrike" dirty="0">
                <a:solidFill>
                  <a:srgbClr val="333333"/>
                </a:solidFill>
                <a:effectLst/>
                <a:latin typeface="Helvetica Neue" panose="02000503000000020004" pitchFamily="2" charset="0"/>
              </a:rPr>
              <a:t>关键字：</a:t>
            </a:r>
            <a:r>
              <a:rPr lang="zh-CN" altLang="en-US" sz="2500" b="0" i="0" u="none" strike="noStrike" dirty="0">
                <a:solidFill>
                  <a:srgbClr val="333333"/>
                </a:solidFill>
                <a:effectLst/>
                <a:latin typeface="Helvetica Neue" panose="02000503000000020004" pitchFamily="2" charset="0"/>
              </a:rPr>
              <a:t> 不要使用</a:t>
            </a:r>
            <a:r>
              <a:rPr lang="en" altLang="zh-CN" sz="2500" b="0" i="0" u="none" strike="noStrike" dirty="0">
                <a:solidFill>
                  <a:srgbClr val="333333"/>
                </a:solidFill>
                <a:effectLst/>
                <a:latin typeface="Helvetica Neue" panose="02000503000000020004" pitchFamily="2" charset="0"/>
              </a:rPr>
              <a:t>Shell</a:t>
            </a:r>
            <a:r>
              <a:rPr lang="zh-CN" altLang="en-US" sz="2500" b="0" i="0" u="none" strike="noStrike" dirty="0">
                <a:solidFill>
                  <a:srgbClr val="333333"/>
                </a:solidFill>
                <a:effectLst/>
                <a:latin typeface="Helvetica Neue" panose="02000503000000020004" pitchFamily="2" charset="0"/>
              </a:rPr>
              <a:t>的关键字（例如 </a:t>
            </a:r>
            <a:r>
              <a:rPr lang="en" altLang="zh-CN" sz="2500" b="0" i="0" u="none" strike="noStrike" dirty="0">
                <a:solidFill>
                  <a:srgbClr val="333333"/>
                </a:solidFill>
                <a:effectLst/>
                <a:latin typeface="Helvetica Neue" panose="02000503000000020004" pitchFamily="2" charset="0"/>
              </a:rPr>
              <a:t>if</a:t>
            </a:r>
            <a:r>
              <a:rPr lang="zh-CN" altLang="en" sz="2500" b="0" i="0" u="none" strike="noStrike" dirty="0">
                <a:solidFill>
                  <a:srgbClr val="333333"/>
                </a:solidFill>
                <a:effectLst/>
                <a:latin typeface="Helvetica Neue" panose="02000503000000020004" pitchFamily="2" charset="0"/>
              </a:rPr>
              <a:t>、</a:t>
            </a:r>
            <a:r>
              <a:rPr lang="en" altLang="zh-CN" sz="2500" b="0" i="0" u="none" strike="noStrike" dirty="0">
                <a:solidFill>
                  <a:srgbClr val="333333"/>
                </a:solidFill>
                <a:effectLst/>
                <a:latin typeface="Helvetica Neue" panose="02000503000000020004" pitchFamily="2" charset="0"/>
              </a:rPr>
              <a:t>then</a:t>
            </a:r>
            <a:r>
              <a:rPr lang="zh-CN" altLang="en" sz="2500" b="0" i="0" u="none" strike="noStrike" dirty="0">
                <a:solidFill>
                  <a:srgbClr val="333333"/>
                </a:solidFill>
                <a:effectLst/>
                <a:latin typeface="Helvetica Neue" panose="02000503000000020004" pitchFamily="2" charset="0"/>
              </a:rPr>
              <a:t>、</a:t>
            </a:r>
            <a:r>
              <a:rPr lang="en" altLang="zh-CN" sz="2500" b="0" i="0" u="none" strike="noStrike" dirty="0">
                <a:solidFill>
                  <a:srgbClr val="333333"/>
                </a:solidFill>
                <a:effectLst/>
                <a:latin typeface="Helvetica Neue" panose="02000503000000020004" pitchFamily="2" charset="0"/>
              </a:rPr>
              <a:t>else</a:t>
            </a:r>
            <a:r>
              <a:rPr lang="zh-CN" altLang="en" sz="2500" b="0" i="0" u="none" strike="noStrike" dirty="0">
                <a:solidFill>
                  <a:srgbClr val="333333"/>
                </a:solidFill>
                <a:effectLst/>
                <a:latin typeface="Helvetica Neue" panose="02000503000000020004" pitchFamily="2" charset="0"/>
              </a:rPr>
              <a:t>、</a:t>
            </a:r>
            <a:r>
              <a:rPr lang="en" altLang="zh-CN" sz="2500" b="0" i="0" u="none" strike="noStrike" dirty="0">
                <a:solidFill>
                  <a:srgbClr val="333333"/>
                </a:solidFill>
                <a:effectLst/>
                <a:latin typeface="Helvetica Neue" panose="02000503000000020004" pitchFamily="2" charset="0"/>
              </a:rPr>
              <a:t>fi</a:t>
            </a:r>
            <a:r>
              <a:rPr lang="zh-CN" altLang="en" sz="2500" b="0" i="0" u="none" strike="noStrike" dirty="0">
                <a:solidFill>
                  <a:srgbClr val="333333"/>
                </a:solidFill>
                <a:effectLst/>
                <a:latin typeface="Helvetica Neue" panose="02000503000000020004" pitchFamily="2" charset="0"/>
              </a:rPr>
              <a:t>、</a:t>
            </a:r>
            <a:r>
              <a:rPr lang="en" altLang="zh-CN" sz="2500" b="0" i="0" u="none" strike="noStrike" dirty="0">
                <a:solidFill>
                  <a:srgbClr val="333333"/>
                </a:solidFill>
                <a:effectLst/>
                <a:latin typeface="Helvetica Neue" panose="02000503000000020004" pitchFamily="2" charset="0"/>
              </a:rPr>
              <a:t>for</a:t>
            </a:r>
            <a:r>
              <a:rPr lang="zh-CN" altLang="en" sz="2500" b="0" i="0" u="none" strike="noStrike" dirty="0">
                <a:solidFill>
                  <a:srgbClr val="333333"/>
                </a:solidFill>
                <a:effectLst/>
                <a:latin typeface="Helvetica Neue" panose="02000503000000020004" pitchFamily="2" charset="0"/>
              </a:rPr>
              <a:t>、</a:t>
            </a:r>
            <a:r>
              <a:rPr lang="en" altLang="zh-CN" sz="2500" b="0" i="0" u="none" strike="noStrike" dirty="0">
                <a:solidFill>
                  <a:srgbClr val="333333"/>
                </a:solidFill>
                <a:effectLst/>
                <a:latin typeface="Helvetica Neue" panose="02000503000000020004" pitchFamily="2" charset="0"/>
              </a:rPr>
              <a:t>while </a:t>
            </a:r>
            <a:r>
              <a:rPr lang="zh-CN" altLang="en-US" sz="2500" b="0" i="0" u="none" strike="noStrike" dirty="0">
                <a:solidFill>
                  <a:srgbClr val="333333"/>
                </a:solidFill>
                <a:effectLst/>
                <a:latin typeface="Helvetica Neue" panose="02000503000000020004" pitchFamily="2" charset="0"/>
              </a:rPr>
              <a:t>等）作为变量名，以免引起混淆。</a:t>
            </a:r>
          </a:p>
          <a:p>
            <a:pPr algn="l" latinLnBrk="1">
              <a:lnSpc>
                <a:spcPct val="170000"/>
              </a:lnSpc>
              <a:buFont typeface="Arial" panose="020B0604020202020204" pitchFamily="34" charset="0"/>
              <a:buChar char="•"/>
            </a:pPr>
            <a:r>
              <a:rPr lang="zh-CN" altLang="en-US" sz="2500" b="1" i="0" u="none" strike="noStrike" dirty="0">
                <a:solidFill>
                  <a:srgbClr val="333333"/>
                </a:solidFill>
                <a:effectLst/>
                <a:latin typeface="Helvetica Neue" panose="02000503000000020004" pitchFamily="2" charset="0"/>
              </a:rPr>
              <a:t>使用大写字母表示常量：</a:t>
            </a:r>
            <a:r>
              <a:rPr lang="zh-CN" altLang="en-US" sz="2500" b="0" i="0" u="none" strike="noStrike" dirty="0">
                <a:solidFill>
                  <a:srgbClr val="333333"/>
                </a:solidFill>
                <a:effectLst/>
                <a:latin typeface="Helvetica Neue" panose="02000503000000020004" pitchFamily="2" charset="0"/>
              </a:rPr>
              <a:t> 习惯上，常量的变量名通常使用大写字母，例如 </a:t>
            </a:r>
            <a:r>
              <a:rPr lang="en" altLang="zh-CN" sz="2500" b="1" i="0" u="none" strike="noStrike" dirty="0">
                <a:solidFill>
                  <a:srgbClr val="333333"/>
                </a:solidFill>
                <a:effectLst/>
                <a:latin typeface="SFMono-Regular"/>
              </a:rPr>
              <a:t>PI=3.14</a:t>
            </a:r>
            <a:r>
              <a:rPr lang="zh-CN" altLang="en" sz="2500" b="0" i="0" u="none" strike="noStrike" dirty="0">
                <a:solidFill>
                  <a:srgbClr val="333333"/>
                </a:solidFill>
                <a:effectLst/>
                <a:latin typeface="Helvetica Neue" panose="02000503000000020004" pitchFamily="2" charset="0"/>
              </a:rPr>
              <a:t>。</a:t>
            </a:r>
          </a:p>
          <a:p>
            <a:pPr algn="l" latinLnBrk="1">
              <a:lnSpc>
                <a:spcPct val="170000"/>
              </a:lnSpc>
              <a:buFont typeface="Arial" panose="020B0604020202020204" pitchFamily="34" charset="0"/>
              <a:buChar char="•"/>
            </a:pPr>
            <a:r>
              <a:rPr lang="zh-CN" altLang="en-US" sz="2500" b="1" i="0" u="none" strike="noStrike" dirty="0">
                <a:solidFill>
                  <a:srgbClr val="333333"/>
                </a:solidFill>
                <a:effectLst/>
                <a:latin typeface="Helvetica Neue" panose="02000503000000020004" pitchFamily="2" charset="0"/>
              </a:rPr>
              <a:t>避免使用特殊符号：</a:t>
            </a:r>
            <a:r>
              <a:rPr lang="zh-CN" altLang="en-US" sz="2500" b="0" i="0" u="none" strike="noStrike" dirty="0">
                <a:solidFill>
                  <a:srgbClr val="333333"/>
                </a:solidFill>
                <a:effectLst/>
                <a:latin typeface="Helvetica Neue" panose="02000503000000020004" pitchFamily="2" charset="0"/>
              </a:rPr>
              <a:t> 尽量避免在变量名中使用特殊符号，因为它们可能与 </a:t>
            </a:r>
            <a:r>
              <a:rPr lang="en" altLang="zh-CN" sz="2500" b="0" i="0" u="none" strike="noStrike" dirty="0">
                <a:solidFill>
                  <a:srgbClr val="333333"/>
                </a:solidFill>
                <a:effectLst/>
                <a:latin typeface="Helvetica Neue" panose="02000503000000020004" pitchFamily="2" charset="0"/>
              </a:rPr>
              <a:t>Shell </a:t>
            </a:r>
            <a:r>
              <a:rPr lang="zh-CN" altLang="en-US" sz="2500" b="0" i="0" u="none" strike="noStrike" dirty="0">
                <a:solidFill>
                  <a:srgbClr val="333333"/>
                </a:solidFill>
                <a:effectLst/>
                <a:latin typeface="Helvetica Neue" panose="02000503000000020004" pitchFamily="2" charset="0"/>
              </a:rPr>
              <a:t>的语法产生冲突。</a:t>
            </a:r>
          </a:p>
          <a:p>
            <a:pPr algn="l" latinLnBrk="1">
              <a:lnSpc>
                <a:spcPct val="170000"/>
              </a:lnSpc>
              <a:buFont typeface="Arial" panose="020B0604020202020204" pitchFamily="34" charset="0"/>
              <a:buChar char="•"/>
            </a:pPr>
            <a:r>
              <a:rPr lang="zh-CN" altLang="en-US" sz="2500" b="1" i="0" u="none" strike="noStrike" dirty="0">
                <a:solidFill>
                  <a:srgbClr val="333333"/>
                </a:solidFill>
                <a:effectLst/>
                <a:latin typeface="Helvetica Neue" panose="02000503000000020004" pitchFamily="2" charset="0"/>
              </a:rPr>
              <a:t>避免使用空格：</a:t>
            </a:r>
            <a:r>
              <a:rPr lang="zh-CN" altLang="en-US" sz="2500" b="0" i="0" u="none" strike="noStrike" dirty="0">
                <a:solidFill>
                  <a:srgbClr val="333333"/>
                </a:solidFill>
                <a:effectLst/>
                <a:latin typeface="Helvetica Neue" panose="02000503000000020004" pitchFamily="2" charset="0"/>
              </a:rPr>
              <a:t> 变量名中不应该包含空格，因为空格通常用于分隔命令和参数。</a:t>
            </a:r>
            <a:endParaRPr lang="en" altLang="zh-CN" sz="4000" b="0" i="0" u="none" strike="noStrike" dirty="0">
              <a:solidFill>
                <a:srgbClr val="333333"/>
              </a:solidFill>
              <a:effectLst/>
              <a:latin typeface="Helvetica Neue" panose="02000503000000020004" pitchFamily="2" charset="0"/>
            </a:endParaRPr>
          </a:p>
          <a:p>
            <a:pPr>
              <a:lnSpc>
                <a:spcPct val="150000"/>
              </a:lnSpc>
            </a:pPr>
            <a:endParaRPr lang="en-US" altLang="zh-CN" sz="2800" dirty="0">
              <a:solidFill>
                <a:srgbClr val="4D4D4D"/>
              </a:solidFill>
              <a:latin typeface="-apple-system"/>
            </a:endParaRPr>
          </a:p>
        </p:txBody>
      </p:sp>
      <p:pic>
        <p:nvPicPr>
          <p:cNvPr id="5" name="图片 4">
            <a:extLst>
              <a:ext uri="{FF2B5EF4-FFF2-40B4-BE49-F238E27FC236}">
                <a16:creationId xmlns:a16="http://schemas.microsoft.com/office/drawing/2014/main" id="{5049E58C-D61C-DD47-9321-1ABFB7BA996C}"/>
              </a:ext>
            </a:extLst>
          </p:cNvPr>
          <p:cNvPicPr>
            <a:picLocks noChangeAspect="1"/>
          </p:cNvPicPr>
          <p:nvPr/>
        </p:nvPicPr>
        <p:blipFill>
          <a:blip r:embed="rId3"/>
          <a:stretch>
            <a:fillRect/>
          </a:stretch>
        </p:blipFill>
        <p:spPr>
          <a:xfrm>
            <a:off x="2540000" y="2286000"/>
            <a:ext cx="3454400" cy="355600"/>
          </a:xfrm>
          <a:prstGeom prst="rect">
            <a:avLst/>
          </a:prstGeom>
        </p:spPr>
      </p:pic>
    </p:spTree>
    <p:extLst>
      <p:ext uri="{BB962C8B-B14F-4D97-AF65-F5344CB8AC3E}">
        <p14:creationId xmlns:p14="http://schemas.microsoft.com/office/powerpoint/2010/main" val="907782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000000"/>
                </a:solidFill>
                <a:effectLst/>
                <a:latin typeface="Helvetica Neue" panose="02000503000000020004" pitchFamily="2" charset="0"/>
              </a:rPr>
              <a:t>Shell </a:t>
            </a:r>
            <a:r>
              <a:rPr lang="zh-CN" altLang="en-US" b="1" i="0" u="none" strike="noStrike" dirty="0">
                <a:solidFill>
                  <a:srgbClr val="000000"/>
                </a:solidFill>
                <a:effectLst/>
                <a:latin typeface="Helvetica Neue" panose="02000503000000020004" pitchFamily="2" charset="0"/>
              </a:rPr>
              <a:t>变量</a:t>
            </a:r>
          </a:p>
        </p:txBody>
      </p:sp>
      <p:sp>
        <p:nvSpPr>
          <p:cNvPr id="9219" name="Rectangle 5"/>
          <p:cNvSpPr>
            <a:spLocks noGrp="1" noChangeArrowheads="1"/>
          </p:cNvSpPr>
          <p:nvPr>
            <p:ph idx="1"/>
          </p:nvPr>
        </p:nvSpPr>
        <p:spPr>
          <a:xfrm>
            <a:off x="457200" y="1371601"/>
            <a:ext cx="8229600" cy="5486399"/>
          </a:xfrm>
        </p:spPr>
        <p:txBody>
          <a:bodyPr>
            <a:normAutofit/>
          </a:bodyPr>
          <a:lstStyle/>
          <a:p>
            <a:pPr>
              <a:lnSpc>
                <a:spcPct val="150000"/>
              </a:lnSpc>
            </a:pPr>
            <a:r>
              <a:rPr lang="zh-CN" altLang="en-US" sz="2400" b="0" i="0" u="none" strike="noStrike" dirty="0">
                <a:solidFill>
                  <a:srgbClr val="333333"/>
                </a:solidFill>
                <a:effectLst/>
                <a:latin typeface="Helvetica Neue" panose="02000503000000020004" pitchFamily="2" charset="0"/>
              </a:rPr>
              <a:t>有效的 </a:t>
            </a:r>
            <a:r>
              <a:rPr lang="en" altLang="zh-CN" sz="2400" b="0" i="0" u="none" strike="noStrike" dirty="0">
                <a:solidFill>
                  <a:srgbClr val="333333"/>
                </a:solidFill>
                <a:effectLst/>
                <a:latin typeface="Helvetica Neue" panose="02000503000000020004" pitchFamily="2" charset="0"/>
              </a:rPr>
              <a:t>Shell </a:t>
            </a:r>
            <a:r>
              <a:rPr lang="zh-CN" altLang="en-US" sz="2400" b="0" i="0" u="none" strike="noStrike" dirty="0">
                <a:solidFill>
                  <a:srgbClr val="333333"/>
                </a:solidFill>
                <a:effectLst/>
                <a:latin typeface="Helvetica Neue" panose="02000503000000020004" pitchFamily="2" charset="0"/>
              </a:rPr>
              <a:t>变量名示例：</a:t>
            </a:r>
            <a:endParaRPr lang="en-US" altLang="zh-CN" sz="2400" b="0" i="0" u="none" strike="noStrike" dirty="0">
              <a:solidFill>
                <a:srgbClr val="333333"/>
              </a:solidFill>
              <a:effectLst/>
              <a:latin typeface="Helvetica Neue" panose="02000503000000020004" pitchFamily="2" charset="0"/>
            </a:endParaRPr>
          </a:p>
          <a:p>
            <a:pPr marL="0" indent="0">
              <a:lnSpc>
                <a:spcPct val="150000"/>
              </a:lnSpc>
              <a:buNone/>
            </a:pPr>
            <a:endParaRPr lang="en-US" altLang="zh-CN" sz="2400" dirty="0">
              <a:solidFill>
                <a:srgbClr val="333333"/>
              </a:solidFill>
              <a:latin typeface="Helvetica Neue" panose="02000503000000020004" pitchFamily="2" charset="0"/>
            </a:endParaRPr>
          </a:p>
          <a:p>
            <a:pPr>
              <a:lnSpc>
                <a:spcPct val="150000"/>
              </a:lnSpc>
            </a:pPr>
            <a:r>
              <a:rPr lang="zh-CN" altLang="en-US" sz="2400" b="0" i="0" u="none" strike="noStrike" dirty="0">
                <a:solidFill>
                  <a:srgbClr val="333333"/>
                </a:solidFill>
                <a:effectLst/>
                <a:latin typeface="Helvetica Neue" panose="02000503000000020004" pitchFamily="2" charset="0"/>
              </a:rPr>
              <a:t>无效的变量命名：</a:t>
            </a:r>
            <a:endParaRPr lang="en-US" altLang="zh-CN" sz="2400" b="0" i="0" u="none" strike="noStrike" dirty="0">
              <a:solidFill>
                <a:srgbClr val="333333"/>
              </a:solidFill>
              <a:effectLst/>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r>
              <a:rPr lang="zh-CN" altLang="en-US" sz="2400" b="0" i="0" u="none" strike="noStrike" dirty="0">
                <a:solidFill>
                  <a:srgbClr val="333333"/>
                </a:solidFill>
                <a:effectLst/>
                <a:latin typeface="Helvetica Neue" panose="02000503000000020004" pitchFamily="2" charset="0"/>
              </a:rPr>
              <a:t>等号两侧避免使用空格：</a:t>
            </a:r>
            <a:endParaRPr lang="en-US" altLang="zh-CN" sz="2400" dirty="0">
              <a:solidFill>
                <a:srgbClr val="333333"/>
              </a:solidFill>
              <a:latin typeface="Helvetica Neue" panose="02000503000000020004" pitchFamily="2" charset="0"/>
            </a:endParaRPr>
          </a:p>
        </p:txBody>
      </p:sp>
      <p:pic>
        <p:nvPicPr>
          <p:cNvPr id="2" name="图片 1">
            <a:extLst>
              <a:ext uri="{FF2B5EF4-FFF2-40B4-BE49-F238E27FC236}">
                <a16:creationId xmlns:a16="http://schemas.microsoft.com/office/drawing/2014/main" id="{18A648F2-198D-3846-BD77-740D69225580}"/>
              </a:ext>
            </a:extLst>
          </p:cNvPr>
          <p:cNvPicPr>
            <a:picLocks noChangeAspect="1"/>
          </p:cNvPicPr>
          <p:nvPr/>
        </p:nvPicPr>
        <p:blipFill>
          <a:blip r:embed="rId3"/>
          <a:stretch>
            <a:fillRect/>
          </a:stretch>
        </p:blipFill>
        <p:spPr>
          <a:xfrm>
            <a:off x="4408340" y="1524000"/>
            <a:ext cx="4292600" cy="1219200"/>
          </a:xfrm>
          <a:prstGeom prst="rect">
            <a:avLst/>
          </a:prstGeom>
        </p:spPr>
      </p:pic>
      <p:pic>
        <p:nvPicPr>
          <p:cNvPr id="3" name="图片 2">
            <a:extLst>
              <a:ext uri="{FF2B5EF4-FFF2-40B4-BE49-F238E27FC236}">
                <a16:creationId xmlns:a16="http://schemas.microsoft.com/office/drawing/2014/main" id="{08ECCE88-2499-5B4A-B49B-B6A2EB30C6D1}"/>
              </a:ext>
            </a:extLst>
          </p:cNvPr>
          <p:cNvPicPr>
            <a:picLocks noChangeAspect="1"/>
          </p:cNvPicPr>
          <p:nvPr/>
        </p:nvPicPr>
        <p:blipFill>
          <a:blip r:embed="rId4"/>
          <a:stretch>
            <a:fillRect/>
          </a:stretch>
        </p:blipFill>
        <p:spPr>
          <a:xfrm>
            <a:off x="3505200" y="2873603"/>
            <a:ext cx="4076700" cy="2222500"/>
          </a:xfrm>
          <a:prstGeom prst="rect">
            <a:avLst/>
          </a:prstGeom>
        </p:spPr>
      </p:pic>
      <p:pic>
        <p:nvPicPr>
          <p:cNvPr id="4" name="图片 3">
            <a:extLst>
              <a:ext uri="{FF2B5EF4-FFF2-40B4-BE49-F238E27FC236}">
                <a16:creationId xmlns:a16="http://schemas.microsoft.com/office/drawing/2014/main" id="{168B5516-CB63-0D4A-963B-FD0665C99C24}"/>
              </a:ext>
            </a:extLst>
          </p:cNvPr>
          <p:cNvPicPr>
            <a:picLocks noChangeAspect="1"/>
          </p:cNvPicPr>
          <p:nvPr/>
        </p:nvPicPr>
        <p:blipFill>
          <a:blip r:embed="rId5"/>
          <a:stretch>
            <a:fillRect/>
          </a:stretch>
        </p:blipFill>
        <p:spPr>
          <a:xfrm>
            <a:off x="4251489" y="5319941"/>
            <a:ext cx="3175000" cy="1447800"/>
          </a:xfrm>
          <a:prstGeom prst="rect">
            <a:avLst/>
          </a:prstGeom>
        </p:spPr>
      </p:pic>
    </p:spTree>
    <p:extLst>
      <p:ext uri="{BB962C8B-B14F-4D97-AF65-F5344CB8AC3E}">
        <p14:creationId xmlns:p14="http://schemas.microsoft.com/office/powerpoint/2010/main" val="108860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000000"/>
                </a:solidFill>
                <a:effectLst/>
                <a:latin typeface="Helvetica Neue" panose="02000503000000020004" pitchFamily="2" charset="0"/>
              </a:rPr>
              <a:t>Shell </a:t>
            </a:r>
            <a:r>
              <a:rPr lang="zh-CN" altLang="en-US" b="1" i="0" u="none" strike="noStrike" dirty="0">
                <a:solidFill>
                  <a:srgbClr val="000000"/>
                </a:solidFill>
                <a:effectLst/>
                <a:latin typeface="Helvetica Neue" panose="02000503000000020004" pitchFamily="2" charset="0"/>
              </a:rPr>
              <a:t>变量</a:t>
            </a:r>
          </a:p>
        </p:txBody>
      </p:sp>
      <p:sp>
        <p:nvSpPr>
          <p:cNvPr id="9219" name="Rectangle 5"/>
          <p:cNvSpPr>
            <a:spLocks noGrp="1" noChangeArrowheads="1"/>
          </p:cNvSpPr>
          <p:nvPr>
            <p:ph idx="1"/>
          </p:nvPr>
        </p:nvSpPr>
        <p:spPr>
          <a:xfrm>
            <a:off x="457200" y="1371601"/>
            <a:ext cx="8229600" cy="5486399"/>
          </a:xfrm>
        </p:spPr>
        <p:txBody>
          <a:bodyPr>
            <a:normAutofit/>
          </a:bodyPr>
          <a:lstStyle/>
          <a:p>
            <a:pPr>
              <a:lnSpc>
                <a:spcPct val="150000"/>
              </a:lnSpc>
            </a:pPr>
            <a:r>
              <a:rPr lang="zh-CN" altLang="en-US" sz="2400" b="0" i="0" u="none" strike="noStrike" dirty="0">
                <a:solidFill>
                  <a:srgbClr val="333333"/>
                </a:solidFill>
                <a:effectLst/>
                <a:latin typeface="Helvetica Neue" panose="02000503000000020004" pitchFamily="2" charset="0"/>
              </a:rPr>
              <a:t>除了显式地直接赋值，还可以用语句给变量赋值：</a:t>
            </a:r>
            <a:endParaRPr lang="en-US" altLang="zh-CN" sz="2400" b="0" i="0" u="none" strike="noStrike" dirty="0">
              <a:solidFill>
                <a:srgbClr val="333333"/>
              </a:solidFill>
              <a:effectLst/>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r>
              <a:rPr lang="zh-CN" altLang="en-US" sz="2400" b="0" i="0" u="none" strike="noStrike" dirty="0">
                <a:solidFill>
                  <a:srgbClr val="333333"/>
                </a:solidFill>
                <a:effectLst/>
                <a:latin typeface="Helvetica Neue" panose="02000503000000020004" pitchFamily="2" charset="0"/>
              </a:rPr>
              <a:t>使用一个定义过的变量，在变量名前面加美元符号即可</a:t>
            </a:r>
            <a:endParaRPr lang="en-US" altLang="zh-CN" sz="2400" b="0" i="0" u="none" strike="noStrike" dirty="0">
              <a:solidFill>
                <a:srgbClr val="333333"/>
              </a:solidFill>
              <a:effectLst/>
              <a:latin typeface="Helvetica Neue" panose="02000503000000020004" pitchFamily="2" charset="0"/>
            </a:endParaRPr>
          </a:p>
          <a:p>
            <a:pPr>
              <a:lnSpc>
                <a:spcPct val="150000"/>
              </a:lnSpc>
            </a:pPr>
            <a:r>
              <a:rPr lang="zh-CN" altLang="en-US" sz="2400" dirty="0">
                <a:solidFill>
                  <a:srgbClr val="333333"/>
                </a:solidFill>
                <a:latin typeface="Helvetica Neue" panose="02000503000000020004" pitchFamily="2" charset="0"/>
              </a:rPr>
              <a:t>实例：</a:t>
            </a:r>
            <a:endParaRPr lang="en-US" altLang="zh-CN" sz="2400" dirty="0">
              <a:solidFill>
                <a:srgbClr val="333333"/>
              </a:solidFill>
              <a:latin typeface="Helvetica Neue" panose="02000503000000020004" pitchFamily="2" charset="0"/>
            </a:endParaRPr>
          </a:p>
          <a:p>
            <a:pPr>
              <a:lnSpc>
                <a:spcPct val="150000"/>
              </a:lnSpc>
            </a:pPr>
            <a:endParaRPr lang="en-US" altLang="zh-CN" sz="2000" dirty="0">
              <a:solidFill>
                <a:srgbClr val="333333"/>
              </a:solidFill>
              <a:latin typeface="Helvetica Neue" panose="02000503000000020004" pitchFamily="2" charset="0"/>
            </a:endParaRPr>
          </a:p>
        </p:txBody>
      </p:sp>
      <p:pic>
        <p:nvPicPr>
          <p:cNvPr id="5" name="图片 4">
            <a:extLst>
              <a:ext uri="{FF2B5EF4-FFF2-40B4-BE49-F238E27FC236}">
                <a16:creationId xmlns:a16="http://schemas.microsoft.com/office/drawing/2014/main" id="{BAC4B9A3-0F72-FD41-983A-ACABD515045E}"/>
              </a:ext>
            </a:extLst>
          </p:cNvPr>
          <p:cNvPicPr>
            <a:picLocks noChangeAspect="1"/>
          </p:cNvPicPr>
          <p:nvPr/>
        </p:nvPicPr>
        <p:blipFill>
          <a:blip r:embed="rId3"/>
          <a:stretch>
            <a:fillRect/>
          </a:stretch>
        </p:blipFill>
        <p:spPr>
          <a:xfrm>
            <a:off x="2679700" y="2133600"/>
            <a:ext cx="3175000" cy="762000"/>
          </a:xfrm>
          <a:prstGeom prst="rect">
            <a:avLst/>
          </a:prstGeom>
        </p:spPr>
      </p:pic>
      <p:sp>
        <p:nvSpPr>
          <p:cNvPr id="10" name="文本框 9">
            <a:extLst>
              <a:ext uri="{FF2B5EF4-FFF2-40B4-BE49-F238E27FC236}">
                <a16:creationId xmlns:a16="http://schemas.microsoft.com/office/drawing/2014/main" id="{0C11BA38-7B49-B94C-9BF0-16D21D5FE96A}"/>
              </a:ext>
            </a:extLst>
          </p:cNvPr>
          <p:cNvSpPr txBox="1"/>
          <p:nvPr/>
        </p:nvSpPr>
        <p:spPr>
          <a:xfrm>
            <a:off x="6096000" y="2249269"/>
            <a:ext cx="1928567" cy="646331"/>
          </a:xfrm>
          <a:prstGeom prst="rect">
            <a:avLst/>
          </a:prstGeom>
          <a:noFill/>
        </p:spPr>
        <p:txBody>
          <a:bodyPr wrap="square">
            <a:spAutoFit/>
          </a:bodyPr>
          <a:lstStyle/>
          <a:p>
            <a:r>
              <a:rPr lang="zh-CN" altLang="en-US" b="0" i="1" u="none" strike="noStrike" dirty="0">
                <a:solidFill>
                  <a:schemeClr val="tx1">
                    <a:lumMod val="50000"/>
                    <a:lumOff val="50000"/>
                  </a:schemeClr>
                </a:solidFill>
                <a:effectLst/>
                <a:latin typeface="Helvetica Neue" panose="02000503000000020004" pitchFamily="2" charset="0"/>
              </a:rPr>
              <a:t>将 </a:t>
            </a:r>
            <a:r>
              <a:rPr lang="en-US" altLang="zh-CN" b="0" i="1" u="none" strike="noStrike" dirty="0">
                <a:solidFill>
                  <a:schemeClr val="tx1">
                    <a:lumMod val="50000"/>
                    <a:lumOff val="50000"/>
                  </a:schemeClr>
                </a:solidFill>
                <a:effectLst/>
                <a:latin typeface="Helvetica Neue" panose="02000503000000020004" pitchFamily="2" charset="0"/>
              </a:rPr>
              <a:t>/</a:t>
            </a:r>
            <a:r>
              <a:rPr lang="en" altLang="zh-CN" b="0" i="1" u="none" strike="noStrike" dirty="0" err="1">
                <a:solidFill>
                  <a:schemeClr val="tx1">
                    <a:lumMod val="50000"/>
                    <a:lumOff val="50000"/>
                  </a:schemeClr>
                </a:solidFill>
                <a:effectLst/>
                <a:latin typeface="Helvetica Neue" panose="02000503000000020004" pitchFamily="2" charset="0"/>
              </a:rPr>
              <a:t>etc</a:t>
            </a:r>
            <a:r>
              <a:rPr lang="en" altLang="zh-CN" b="0" i="1" u="none" strike="noStrike" dirty="0">
                <a:solidFill>
                  <a:schemeClr val="tx1">
                    <a:lumMod val="50000"/>
                    <a:lumOff val="50000"/>
                  </a:schemeClr>
                </a:solidFill>
                <a:effectLst/>
                <a:latin typeface="Helvetica Neue" panose="02000503000000020004" pitchFamily="2" charset="0"/>
              </a:rPr>
              <a:t> </a:t>
            </a:r>
            <a:r>
              <a:rPr lang="zh-CN" altLang="en-US" b="0" i="1" u="none" strike="noStrike" dirty="0">
                <a:solidFill>
                  <a:schemeClr val="tx1">
                    <a:lumMod val="50000"/>
                    <a:lumOff val="50000"/>
                  </a:schemeClr>
                </a:solidFill>
                <a:effectLst/>
                <a:latin typeface="Helvetica Neue" panose="02000503000000020004" pitchFamily="2" charset="0"/>
              </a:rPr>
              <a:t>下目录的文件名循环出来。</a:t>
            </a:r>
            <a:endParaRPr lang="zh-CN" altLang="en-US" i="1" dirty="0">
              <a:solidFill>
                <a:schemeClr val="tx1">
                  <a:lumMod val="50000"/>
                  <a:lumOff val="50000"/>
                </a:schemeClr>
              </a:solidFill>
            </a:endParaRPr>
          </a:p>
        </p:txBody>
      </p:sp>
      <p:pic>
        <p:nvPicPr>
          <p:cNvPr id="8" name="图片 7">
            <a:extLst>
              <a:ext uri="{FF2B5EF4-FFF2-40B4-BE49-F238E27FC236}">
                <a16:creationId xmlns:a16="http://schemas.microsoft.com/office/drawing/2014/main" id="{5D14C872-4AEA-5844-B607-9B6ABFC6789F}"/>
              </a:ext>
            </a:extLst>
          </p:cNvPr>
          <p:cNvPicPr>
            <a:picLocks noChangeAspect="1"/>
          </p:cNvPicPr>
          <p:nvPr/>
        </p:nvPicPr>
        <p:blipFill>
          <a:blip r:embed="rId4"/>
          <a:stretch>
            <a:fillRect/>
          </a:stretch>
        </p:blipFill>
        <p:spPr>
          <a:xfrm>
            <a:off x="1905000" y="4489450"/>
            <a:ext cx="3492500" cy="774700"/>
          </a:xfrm>
          <a:prstGeom prst="rect">
            <a:avLst/>
          </a:prstGeom>
        </p:spPr>
      </p:pic>
    </p:spTree>
    <p:extLst>
      <p:ext uri="{BB962C8B-B14F-4D97-AF65-F5344CB8AC3E}">
        <p14:creationId xmlns:p14="http://schemas.microsoft.com/office/powerpoint/2010/main" val="2511019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000000"/>
                </a:solidFill>
                <a:effectLst/>
                <a:latin typeface="Helvetica Neue" panose="02000503000000020004" pitchFamily="2" charset="0"/>
              </a:rPr>
              <a:t>Shell </a:t>
            </a:r>
            <a:r>
              <a:rPr lang="zh-CN" altLang="en-US" b="1" i="0" u="none" strike="noStrike" dirty="0">
                <a:solidFill>
                  <a:srgbClr val="000000"/>
                </a:solidFill>
                <a:effectLst/>
                <a:latin typeface="Helvetica Neue" panose="02000503000000020004" pitchFamily="2" charset="0"/>
              </a:rPr>
              <a:t>变量</a:t>
            </a:r>
          </a:p>
        </p:txBody>
      </p:sp>
      <p:sp>
        <p:nvSpPr>
          <p:cNvPr id="9219" name="Rectangle 5"/>
          <p:cNvSpPr>
            <a:spLocks noGrp="1" noChangeArrowheads="1"/>
          </p:cNvSpPr>
          <p:nvPr>
            <p:ph idx="1"/>
          </p:nvPr>
        </p:nvSpPr>
        <p:spPr>
          <a:xfrm>
            <a:off x="457200" y="1371601"/>
            <a:ext cx="8229600" cy="5486399"/>
          </a:xfrm>
        </p:spPr>
        <p:txBody>
          <a:bodyPr>
            <a:normAutofit/>
          </a:bodyPr>
          <a:lstStyle/>
          <a:p>
            <a:pPr>
              <a:lnSpc>
                <a:spcPct val="150000"/>
              </a:lnSpc>
            </a:pPr>
            <a:r>
              <a:rPr lang="zh-CN" altLang="en-US" sz="2400" b="0" i="0" u="none" strike="noStrike" dirty="0">
                <a:solidFill>
                  <a:srgbClr val="333333"/>
                </a:solidFill>
                <a:effectLst/>
                <a:latin typeface="Helvetica Neue" panose="02000503000000020004" pitchFamily="2" charset="0"/>
              </a:rPr>
              <a:t>变量名外面的花括号是可选的，加不加都行，加花括号是为了帮助解释器识别变量的边界：</a:t>
            </a:r>
            <a:endParaRPr lang="en-US" altLang="zh-CN" sz="2400" b="0" i="0" u="none" strike="noStrike" dirty="0">
              <a:solidFill>
                <a:srgbClr val="333333"/>
              </a:solidFill>
              <a:effectLst/>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gn="l" latinLnBrk="1">
              <a:lnSpc>
                <a:spcPct val="150000"/>
              </a:lnSpc>
            </a:pPr>
            <a:r>
              <a:rPr lang="zh-CN" altLang="en-US" sz="2400" b="0" i="0" u="none" strike="noStrike" dirty="0">
                <a:solidFill>
                  <a:srgbClr val="333333"/>
                </a:solidFill>
                <a:effectLst/>
                <a:latin typeface="Helvetica Neue" panose="02000503000000020004" pitchFamily="2" charset="0"/>
              </a:rPr>
              <a:t>如果不给</a:t>
            </a:r>
            <a:r>
              <a:rPr lang="en" altLang="zh-CN" sz="2400" b="0" i="0" u="none" strike="noStrike" dirty="0">
                <a:solidFill>
                  <a:srgbClr val="333333"/>
                </a:solidFill>
                <a:effectLst/>
                <a:latin typeface="Helvetica Neue" panose="02000503000000020004" pitchFamily="2" charset="0"/>
              </a:rPr>
              <a:t>skill</a:t>
            </a:r>
            <a:r>
              <a:rPr lang="zh-CN" altLang="en-US" sz="2400" b="0" i="0" u="none" strike="noStrike" dirty="0">
                <a:solidFill>
                  <a:srgbClr val="333333"/>
                </a:solidFill>
                <a:effectLst/>
                <a:latin typeface="Helvetica Neue" panose="02000503000000020004" pitchFamily="2" charset="0"/>
              </a:rPr>
              <a:t>变量加花括号，写成</a:t>
            </a:r>
            <a:r>
              <a:rPr lang="en" altLang="zh-CN" sz="2400" b="0" i="0" u="none" strike="noStrike" dirty="0">
                <a:solidFill>
                  <a:srgbClr val="333333"/>
                </a:solidFill>
                <a:effectLst/>
                <a:latin typeface="Helvetica Neue" panose="02000503000000020004" pitchFamily="2" charset="0"/>
              </a:rPr>
              <a:t>echo "I am good at $</a:t>
            </a:r>
            <a:r>
              <a:rPr lang="en" altLang="zh-CN" sz="2400" b="0" i="0" u="none" strike="noStrike" dirty="0" err="1">
                <a:solidFill>
                  <a:srgbClr val="333333"/>
                </a:solidFill>
                <a:effectLst/>
                <a:latin typeface="Helvetica Neue" panose="02000503000000020004" pitchFamily="2" charset="0"/>
              </a:rPr>
              <a:t>skillScript</a:t>
            </a:r>
            <a:r>
              <a:rPr lang="en" altLang="zh-CN" sz="2400" b="0" i="0" u="none" strike="noStrike" dirty="0">
                <a:solidFill>
                  <a:srgbClr val="333333"/>
                </a:solidFill>
                <a:effectLst/>
                <a:latin typeface="Helvetica Neue" panose="02000503000000020004" pitchFamily="2" charset="0"/>
              </a:rPr>
              <a:t>"</a:t>
            </a:r>
            <a:r>
              <a:rPr lang="zh-CN" altLang="en" sz="2400" b="0" i="0" u="none" strike="noStrike" dirty="0">
                <a:solidFill>
                  <a:srgbClr val="333333"/>
                </a:solidFill>
                <a:effectLst/>
                <a:latin typeface="Helvetica Neue" panose="02000503000000020004" pitchFamily="2" charset="0"/>
              </a:rPr>
              <a:t>，</a:t>
            </a:r>
            <a:r>
              <a:rPr lang="zh-CN" altLang="en-US" sz="2400" b="0" i="0" u="none" strike="noStrike" dirty="0">
                <a:solidFill>
                  <a:srgbClr val="333333"/>
                </a:solidFill>
                <a:effectLst/>
                <a:latin typeface="Helvetica Neue" panose="02000503000000020004" pitchFamily="2" charset="0"/>
              </a:rPr>
              <a:t>解释器就会把</a:t>
            </a:r>
            <a:r>
              <a:rPr lang="en-US" altLang="zh-CN" sz="2400" b="0" i="0" u="none" strike="noStrike" dirty="0">
                <a:solidFill>
                  <a:srgbClr val="333333"/>
                </a:solidFill>
                <a:effectLst/>
                <a:latin typeface="Helvetica Neue" panose="02000503000000020004" pitchFamily="2" charset="0"/>
              </a:rPr>
              <a:t>$</a:t>
            </a:r>
            <a:r>
              <a:rPr lang="en" altLang="zh-CN" sz="2400" b="0" i="0" u="none" strike="noStrike" dirty="0" err="1">
                <a:solidFill>
                  <a:srgbClr val="333333"/>
                </a:solidFill>
                <a:effectLst/>
                <a:latin typeface="Helvetica Neue" panose="02000503000000020004" pitchFamily="2" charset="0"/>
              </a:rPr>
              <a:t>skillScript</a:t>
            </a:r>
            <a:r>
              <a:rPr lang="zh-CN" altLang="en-US" sz="2400" b="0" i="0" u="none" strike="noStrike" dirty="0">
                <a:solidFill>
                  <a:srgbClr val="333333"/>
                </a:solidFill>
                <a:effectLst/>
                <a:latin typeface="Helvetica Neue" panose="02000503000000020004" pitchFamily="2" charset="0"/>
              </a:rPr>
              <a:t>当成一个变量（其值为空），代码执行结果就不是我们期望的样子了。</a:t>
            </a:r>
          </a:p>
          <a:p>
            <a:pPr algn="l" latinLnBrk="1">
              <a:lnSpc>
                <a:spcPct val="150000"/>
              </a:lnSpc>
            </a:pPr>
            <a:r>
              <a:rPr lang="zh-CN" altLang="en-US" sz="2400" b="0" i="0" u="none" strike="noStrike" dirty="0">
                <a:solidFill>
                  <a:srgbClr val="333333"/>
                </a:solidFill>
                <a:effectLst/>
                <a:latin typeface="Helvetica Neue" panose="02000503000000020004" pitchFamily="2" charset="0"/>
              </a:rPr>
              <a:t>推荐给所有变量加上花括号，这是个好的编程习惯。</a:t>
            </a:r>
          </a:p>
          <a:p>
            <a:pPr>
              <a:lnSpc>
                <a:spcPct val="150000"/>
              </a:lnSpc>
            </a:pPr>
            <a:endParaRPr lang="en-US" altLang="zh-CN" sz="2000" dirty="0">
              <a:solidFill>
                <a:srgbClr val="333333"/>
              </a:solidFill>
              <a:latin typeface="Helvetica Neue" panose="02000503000000020004" pitchFamily="2" charset="0"/>
            </a:endParaRPr>
          </a:p>
        </p:txBody>
      </p:sp>
      <p:pic>
        <p:nvPicPr>
          <p:cNvPr id="2" name="图片 1">
            <a:extLst>
              <a:ext uri="{FF2B5EF4-FFF2-40B4-BE49-F238E27FC236}">
                <a16:creationId xmlns:a16="http://schemas.microsoft.com/office/drawing/2014/main" id="{A32443F4-145D-584D-B3CD-FBC6B78385A8}"/>
              </a:ext>
            </a:extLst>
          </p:cNvPr>
          <p:cNvPicPr>
            <a:picLocks noChangeAspect="1"/>
          </p:cNvPicPr>
          <p:nvPr/>
        </p:nvPicPr>
        <p:blipFill>
          <a:blip r:embed="rId3"/>
          <a:stretch>
            <a:fillRect/>
          </a:stretch>
        </p:blipFill>
        <p:spPr>
          <a:xfrm>
            <a:off x="2133600" y="2641600"/>
            <a:ext cx="4876800" cy="787400"/>
          </a:xfrm>
          <a:prstGeom prst="rect">
            <a:avLst/>
          </a:prstGeom>
        </p:spPr>
      </p:pic>
    </p:spTree>
    <p:extLst>
      <p:ext uri="{BB962C8B-B14F-4D97-AF65-F5344CB8AC3E}">
        <p14:creationId xmlns:p14="http://schemas.microsoft.com/office/powerpoint/2010/main" val="3964451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000000"/>
                </a:solidFill>
                <a:effectLst/>
                <a:latin typeface="Helvetica Neue" panose="02000503000000020004" pitchFamily="2" charset="0"/>
              </a:rPr>
              <a:t>Shell </a:t>
            </a:r>
            <a:r>
              <a:rPr lang="zh-CN" altLang="en-US" b="1" i="0" u="none" strike="noStrike" dirty="0">
                <a:solidFill>
                  <a:srgbClr val="000000"/>
                </a:solidFill>
                <a:effectLst/>
                <a:latin typeface="Helvetica Neue" panose="02000503000000020004" pitchFamily="2" charset="0"/>
              </a:rPr>
              <a:t>变量</a:t>
            </a:r>
          </a:p>
        </p:txBody>
      </p:sp>
      <p:sp>
        <p:nvSpPr>
          <p:cNvPr id="9219" name="Rectangle 5"/>
          <p:cNvSpPr>
            <a:spLocks noGrp="1" noChangeArrowheads="1"/>
          </p:cNvSpPr>
          <p:nvPr>
            <p:ph idx="1"/>
          </p:nvPr>
        </p:nvSpPr>
        <p:spPr>
          <a:xfrm>
            <a:off x="457200" y="1371601"/>
            <a:ext cx="8229600" cy="5486399"/>
          </a:xfrm>
        </p:spPr>
        <p:txBody>
          <a:bodyPr>
            <a:normAutofit/>
          </a:bodyPr>
          <a:lstStyle/>
          <a:p>
            <a:pPr>
              <a:lnSpc>
                <a:spcPct val="150000"/>
              </a:lnSpc>
            </a:pPr>
            <a:r>
              <a:rPr lang="zh-CN" altLang="en-US" sz="2400" b="0" i="0" u="none" strike="noStrike" dirty="0">
                <a:solidFill>
                  <a:srgbClr val="333333"/>
                </a:solidFill>
                <a:effectLst/>
                <a:latin typeface="Helvetica Neue" panose="02000503000000020004" pitchFamily="2" charset="0"/>
              </a:rPr>
              <a:t>已定义的变量，可以被重新定义：</a:t>
            </a:r>
            <a:endParaRPr lang="en-US" altLang="zh-CN" sz="2400" b="0" i="0" u="none" strike="noStrike" dirty="0">
              <a:solidFill>
                <a:srgbClr val="333333"/>
              </a:solidFill>
              <a:effectLst/>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b="0" i="0" u="none" strike="noStrike" dirty="0">
              <a:solidFill>
                <a:srgbClr val="333333"/>
              </a:solidFill>
              <a:effectLst/>
              <a:latin typeface="Helvetica Neue" panose="02000503000000020004" pitchFamily="2" charset="0"/>
            </a:endParaRPr>
          </a:p>
          <a:p>
            <a:pPr>
              <a:lnSpc>
                <a:spcPct val="150000"/>
              </a:lnSpc>
            </a:pPr>
            <a:r>
              <a:rPr lang="zh-CN" altLang="en-US" sz="2400" b="0" i="0" u="none" strike="noStrike" dirty="0">
                <a:solidFill>
                  <a:srgbClr val="333333"/>
                </a:solidFill>
                <a:effectLst/>
                <a:latin typeface="Helvetica Neue" panose="02000503000000020004" pitchFamily="2" charset="0"/>
              </a:rPr>
              <a:t>这样写是合法的，但第二次赋值的时候不能写</a:t>
            </a:r>
            <a:r>
              <a:rPr lang="en-US" altLang="zh-CN" sz="2400" b="0" i="0" u="none" strike="noStrike" dirty="0">
                <a:solidFill>
                  <a:srgbClr val="333333"/>
                </a:solidFill>
                <a:effectLst/>
                <a:latin typeface="Helvetica Neue" panose="02000503000000020004" pitchFamily="2" charset="0"/>
              </a:rPr>
              <a:t>$</a:t>
            </a:r>
            <a:r>
              <a:rPr lang="en" altLang="zh-CN" sz="2400" b="0" i="0" u="none" strike="noStrike" dirty="0" err="1">
                <a:solidFill>
                  <a:srgbClr val="333333"/>
                </a:solidFill>
                <a:effectLst/>
                <a:latin typeface="Helvetica Neue" panose="02000503000000020004" pitchFamily="2" charset="0"/>
              </a:rPr>
              <a:t>your_name</a:t>
            </a:r>
            <a:r>
              <a:rPr lang="en" altLang="zh-CN" sz="2400" b="0" i="0" u="none" strike="noStrike" dirty="0">
                <a:solidFill>
                  <a:srgbClr val="333333"/>
                </a:solidFill>
                <a:effectLst/>
                <a:latin typeface="Helvetica Neue" panose="02000503000000020004" pitchFamily="2" charset="0"/>
              </a:rPr>
              <a:t>="</a:t>
            </a:r>
            <a:r>
              <a:rPr lang="en" altLang="zh-CN" sz="2400" b="0" i="0" u="none" strike="noStrike" dirty="0" err="1">
                <a:solidFill>
                  <a:srgbClr val="333333"/>
                </a:solidFill>
                <a:effectLst/>
                <a:latin typeface="Helvetica Neue" panose="02000503000000020004" pitchFamily="2" charset="0"/>
              </a:rPr>
              <a:t>alibaba</a:t>
            </a:r>
            <a:r>
              <a:rPr lang="en" altLang="zh-CN" sz="2400" b="0" i="0" u="none" strike="noStrike" dirty="0">
                <a:solidFill>
                  <a:srgbClr val="333333"/>
                </a:solidFill>
                <a:effectLst/>
                <a:latin typeface="Helvetica Neue" panose="02000503000000020004" pitchFamily="2" charset="0"/>
              </a:rPr>
              <a:t>"</a:t>
            </a:r>
            <a:r>
              <a:rPr lang="zh-CN" altLang="en" sz="2400" b="0" i="0" u="none" strike="noStrike" dirty="0">
                <a:solidFill>
                  <a:srgbClr val="333333"/>
                </a:solidFill>
                <a:effectLst/>
                <a:latin typeface="Helvetica Neue" panose="02000503000000020004" pitchFamily="2" charset="0"/>
              </a:rPr>
              <a:t>，</a:t>
            </a:r>
            <a:r>
              <a:rPr lang="zh-CN" altLang="en-US" sz="2400" b="0" i="0" u="none" strike="noStrike" dirty="0">
                <a:solidFill>
                  <a:srgbClr val="333333"/>
                </a:solidFill>
                <a:effectLst/>
                <a:latin typeface="Helvetica Neue" panose="02000503000000020004" pitchFamily="2" charset="0"/>
              </a:rPr>
              <a:t>使用变量的时候才加美元符（</a:t>
            </a:r>
            <a:r>
              <a:rPr lang="en-US" altLang="zh-CN" sz="2400" b="0" i="0" u="none" strike="noStrike" dirty="0">
                <a:solidFill>
                  <a:srgbClr val="333333"/>
                </a:solidFill>
                <a:effectLst/>
                <a:latin typeface="Helvetica Neue" panose="02000503000000020004" pitchFamily="2" charset="0"/>
              </a:rPr>
              <a:t>$</a:t>
            </a:r>
            <a:r>
              <a:rPr lang="zh-CN" altLang="en-US" sz="2400" b="0" i="0" u="none" strike="noStrike" dirty="0">
                <a:solidFill>
                  <a:srgbClr val="333333"/>
                </a:solidFill>
                <a:effectLst/>
                <a:latin typeface="Helvetica Neue" panose="02000503000000020004" pitchFamily="2" charset="0"/>
              </a:rPr>
              <a:t>）。</a:t>
            </a:r>
            <a:endParaRPr lang="en-US" altLang="zh-CN" sz="2400" b="0" i="0" u="none" strike="noStrike" dirty="0">
              <a:solidFill>
                <a:srgbClr val="333333"/>
              </a:solidFill>
              <a:effectLst/>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p:txBody>
      </p:sp>
      <p:pic>
        <p:nvPicPr>
          <p:cNvPr id="3" name="图片 2">
            <a:extLst>
              <a:ext uri="{FF2B5EF4-FFF2-40B4-BE49-F238E27FC236}">
                <a16:creationId xmlns:a16="http://schemas.microsoft.com/office/drawing/2014/main" id="{7F534B6B-C743-EE49-A26E-76B39E88E487}"/>
              </a:ext>
            </a:extLst>
          </p:cNvPr>
          <p:cNvPicPr>
            <a:picLocks noChangeAspect="1"/>
          </p:cNvPicPr>
          <p:nvPr/>
        </p:nvPicPr>
        <p:blipFill>
          <a:blip r:embed="rId3"/>
          <a:stretch>
            <a:fillRect/>
          </a:stretch>
        </p:blipFill>
        <p:spPr>
          <a:xfrm>
            <a:off x="2679700" y="2133600"/>
            <a:ext cx="3784600" cy="1003300"/>
          </a:xfrm>
          <a:prstGeom prst="rect">
            <a:avLst/>
          </a:prstGeom>
        </p:spPr>
      </p:pic>
    </p:spTree>
    <p:extLst>
      <p:ext uri="{BB962C8B-B14F-4D97-AF65-F5344CB8AC3E}">
        <p14:creationId xmlns:p14="http://schemas.microsoft.com/office/powerpoint/2010/main" val="2416888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000000"/>
                </a:solidFill>
                <a:effectLst/>
                <a:latin typeface="Helvetica Neue" panose="02000503000000020004" pitchFamily="2" charset="0"/>
              </a:rPr>
              <a:t>Shell </a:t>
            </a:r>
            <a:r>
              <a:rPr lang="zh-CN" altLang="en-US" b="1" i="0" u="none" strike="noStrike" dirty="0">
                <a:solidFill>
                  <a:srgbClr val="000000"/>
                </a:solidFill>
                <a:effectLst/>
                <a:latin typeface="Helvetica Neue" panose="02000503000000020004" pitchFamily="2" charset="0"/>
              </a:rPr>
              <a:t>变量</a:t>
            </a:r>
          </a:p>
        </p:txBody>
      </p:sp>
      <p:sp>
        <p:nvSpPr>
          <p:cNvPr id="9219" name="Rectangle 5"/>
          <p:cNvSpPr>
            <a:spLocks noGrp="1" noChangeArrowheads="1"/>
          </p:cNvSpPr>
          <p:nvPr>
            <p:ph idx="1"/>
          </p:nvPr>
        </p:nvSpPr>
        <p:spPr>
          <a:xfrm>
            <a:off x="457200" y="1371601"/>
            <a:ext cx="8229600" cy="5486399"/>
          </a:xfrm>
        </p:spPr>
        <p:txBody>
          <a:bodyPr>
            <a:normAutofit/>
          </a:bodyPr>
          <a:lstStyle/>
          <a:p>
            <a:pPr>
              <a:lnSpc>
                <a:spcPct val="150000"/>
              </a:lnSpc>
            </a:pPr>
            <a:r>
              <a:rPr lang="zh-CN" altLang="en-US" sz="2400" b="1" i="0" u="none" strike="noStrike" dirty="0">
                <a:solidFill>
                  <a:srgbClr val="333333"/>
                </a:solidFill>
                <a:effectLst/>
                <a:latin typeface="Helvetica Neue" panose="02000503000000020004" pitchFamily="2" charset="0"/>
              </a:rPr>
              <a:t>只读</a:t>
            </a:r>
            <a:r>
              <a:rPr lang="zh-CN" altLang="en-US" sz="2400" b="1" dirty="0">
                <a:solidFill>
                  <a:srgbClr val="333333"/>
                </a:solidFill>
                <a:latin typeface="Helvetica Neue" panose="02000503000000020004" pitchFamily="2" charset="0"/>
              </a:rPr>
              <a:t>变量：</a:t>
            </a:r>
            <a:r>
              <a:rPr lang="zh-CN" altLang="en-US" sz="2400" dirty="0">
                <a:solidFill>
                  <a:srgbClr val="333333"/>
                </a:solidFill>
                <a:latin typeface="Helvetica Neue" panose="02000503000000020004" pitchFamily="2" charset="0"/>
              </a:rPr>
              <a:t>使用 </a:t>
            </a:r>
            <a:r>
              <a:rPr lang="en" altLang="zh-CN" sz="2400" dirty="0" err="1">
                <a:solidFill>
                  <a:srgbClr val="333333"/>
                </a:solidFill>
                <a:latin typeface="Helvetica Neue" panose="02000503000000020004" pitchFamily="2" charset="0"/>
              </a:rPr>
              <a:t>readonly</a:t>
            </a:r>
            <a:r>
              <a:rPr lang="en" altLang="zh-CN" sz="2400" dirty="0">
                <a:solidFill>
                  <a:srgbClr val="333333"/>
                </a:solidFill>
                <a:latin typeface="Helvetica Neue" panose="02000503000000020004" pitchFamily="2" charset="0"/>
              </a:rPr>
              <a:t> </a:t>
            </a:r>
            <a:r>
              <a:rPr lang="zh-CN" altLang="en-US" sz="2400" dirty="0">
                <a:solidFill>
                  <a:srgbClr val="333333"/>
                </a:solidFill>
                <a:latin typeface="Helvetica Neue" panose="02000503000000020004" pitchFamily="2" charset="0"/>
              </a:rPr>
              <a:t>命令可以将变量定义为只读变量，只读变量的值不能被改变。</a:t>
            </a: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b="0" i="0" u="none" strike="noStrike" dirty="0">
              <a:solidFill>
                <a:srgbClr val="333333"/>
              </a:solidFill>
              <a:effectLst/>
              <a:latin typeface="Helvetica Neue" panose="02000503000000020004" pitchFamily="2" charset="0"/>
            </a:endParaRPr>
          </a:p>
          <a:p>
            <a:pPr>
              <a:lnSpc>
                <a:spcPct val="150000"/>
              </a:lnSpc>
            </a:pPr>
            <a:r>
              <a:rPr lang="zh-CN" altLang="en-US" sz="2400" b="0" i="0" u="none" strike="noStrike" dirty="0">
                <a:solidFill>
                  <a:srgbClr val="333333"/>
                </a:solidFill>
                <a:effectLst/>
                <a:latin typeface="Helvetica Neue" panose="02000503000000020004" pitchFamily="2" charset="0"/>
              </a:rPr>
              <a:t>尝试更改只读变量，结果报错：</a:t>
            </a:r>
            <a:endParaRPr lang="en-US" altLang="zh-CN" sz="2400" dirty="0">
              <a:solidFill>
                <a:srgbClr val="333333"/>
              </a:solidFill>
              <a:latin typeface="Helvetica Neue" panose="02000503000000020004" pitchFamily="2" charset="0"/>
            </a:endParaRPr>
          </a:p>
          <a:p>
            <a:pPr marL="0" indent="0">
              <a:lnSpc>
                <a:spcPct val="150000"/>
              </a:lnSpc>
              <a:buNone/>
            </a:pPr>
            <a:endParaRPr lang="en-US" altLang="zh-CN" sz="2400" b="1" dirty="0">
              <a:solidFill>
                <a:srgbClr val="333333"/>
              </a:solidFill>
              <a:latin typeface="Helvetica Neue" panose="02000503000000020004" pitchFamily="2" charset="0"/>
            </a:endParaRPr>
          </a:p>
          <a:p>
            <a:pPr marL="0" indent="0">
              <a:lnSpc>
                <a:spcPct val="150000"/>
              </a:lnSpc>
              <a:buNone/>
            </a:pPr>
            <a:endParaRPr lang="zh-CN" altLang="en-US" sz="2400" b="1" i="0" u="none" strike="noStrike" dirty="0">
              <a:solidFill>
                <a:srgbClr val="333333"/>
              </a:solidFill>
              <a:effectLst/>
              <a:latin typeface="Helvetica Neue" panose="02000503000000020004" pitchFamily="2" charset="0"/>
            </a:endParaRPr>
          </a:p>
          <a:p>
            <a:pPr>
              <a:lnSpc>
                <a:spcPct val="150000"/>
              </a:lnSpc>
            </a:pPr>
            <a:endParaRPr lang="en-US" altLang="zh-CN" sz="2400" b="0" i="0" u="none" strike="noStrike" dirty="0">
              <a:solidFill>
                <a:srgbClr val="333333"/>
              </a:solidFill>
              <a:effectLst/>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p:txBody>
      </p:sp>
      <p:pic>
        <p:nvPicPr>
          <p:cNvPr id="2" name="图片 1">
            <a:extLst>
              <a:ext uri="{FF2B5EF4-FFF2-40B4-BE49-F238E27FC236}">
                <a16:creationId xmlns:a16="http://schemas.microsoft.com/office/drawing/2014/main" id="{8DCA696C-3E3C-7646-B921-D53BBF532676}"/>
              </a:ext>
            </a:extLst>
          </p:cNvPr>
          <p:cNvPicPr>
            <a:picLocks noChangeAspect="1"/>
          </p:cNvPicPr>
          <p:nvPr/>
        </p:nvPicPr>
        <p:blipFill>
          <a:blip r:embed="rId3"/>
          <a:stretch>
            <a:fillRect/>
          </a:stretch>
        </p:blipFill>
        <p:spPr>
          <a:xfrm>
            <a:off x="2520950" y="2679341"/>
            <a:ext cx="4102100" cy="1231900"/>
          </a:xfrm>
          <a:prstGeom prst="rect">
            <a:avLst/>
          </a:prstGeom>
        </p:spPr>
      </p:pic>
      <p:pic>
        <p:nvPicPr>
          <p:cNvPr id="4" name="图片 3">
            <a:extLst>
              <a:ext uri="{FF2B5EF4-FFF2-40B4-BE49-F238E27FC236}">
                <a16:creationId xmlns:a16="http://schemas.microsoft.com/office/drawing/2014/main" id="{97EE1BBC-61EC-B749-8213-6F3377138CB8}"/>
              </a:ext>
            </a:extLst>
          </p:cNvPr>
          <p:cNvPicPr>
            <a:picLocks noChangeAspect="1"/>
          </p:cNvPicPr>
          <p:nvPr/>
        </p:nvPicPr>
        <p:blipFill>
          <a:blip r:embed="rId4"/>
          <a:stretch>
            <a:fillRect/>
          </a:stretch>
        </p:blipFill>
        <p:spPr>
          <a:xfrm>
            <a:off x="2019300" y="5149850"/>
            <a:ext cx="5105400" cy="381000"/>
          </a:xfrm>
          <a:prstGeom prst="rect">
            <a:avLst/>
          </a:prstGeom>
        </p:spPr>
      </p:pic>
    </p:spTree>
    <p:extLst>
      <p:ext uri="{BB962C8B-B14F-4D97-AF65-F5344CB8AC3E}">
        <p14:creationId xmlns:p14="http://schemas.microsoft.com/office/powerpoint/2010/main" val="546204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000000"/>
                </a:solidFill>
                <a:effectLst/>
                <a:latin typeface="Helvetica Neue" panose="02000503000000020004" pitchFamily="2" charset="0"/>
              </a:rPr>
              <a:t>Shell </a:t>
            </a:r>
            <a:r>
              <a:rPr lang="zh-CN" altLang="en-US" b="1" i="0" u="none" strike="noStrike" dirty="0">
                <a:solidFill>
                  <a:srgbClr val="000000"/>
                </a:solidFill>
                <a:effectLst/>
                <a:latin typeface="Helvetica Neue" panose="02000503000000020004" pitchFamily="2" charset="0"/>
              </a:rPr>
              <a:t>变量</a:t>
            </a:r>
          </a:p>
        </p:txBody>
      </p:sp>
      <p:sp>
        <p:nvSpPr>
          <p:cNvPr id="9219" name="Rectangle 5"/>
          <p:cNvSpPr>
            <a:spLocks noGrp="1" noChangeArrowheads="1"/>
          </p:cNvSpPr>
          <p:nvPr>
            <p:ph idx="1"/>
          </p:nvPr>
        </p:nvSpPr>
        <p:spPr>
          <a:xfrm>
            <a:off x="457200" y="1371601"/>
            <a:ext cx="8229600" cy="5486399"/>
          </a:xfrm>
        </p:spPr>
        <p:txBody>
          <a:bodyPr>
            <a:normAutofit/>
          </a:bodyPr>
          <a:lstStyle/>
          <a:p>
            <a:pPr>
              <a:lnSpc>
                <a:spcPct val="150000"/>
              </a:lnSpc>
            </a:pPr>
            <a:r>
              <a:rPr lang="zh-CN" altLang="en-US" sz="2400" b="1" dirty="0">
                <a:solidFill>
                  <a:srgbClr val="333333"/>
                </a:solidFill>
                <a:latin typeface="Helvetica Neue" panose="02000503000000020004" pitchFamily="2" charset="0"/>
              </a:rPr>
              <a:t>删除变量：</a:t>
            </a:r>
            <a:endParaRPr lang="en-US" altLang="zh-CN" sz="2400" b="1" dirty="0">
              <a:solidFill>
                <a:srgbClr val="333333"/>
              </a:solidFill>
              <a:latin typeface="Helvetica Neue" panose="02000503000000020004" pitchFamily="2" charset="0"/>
            </a:endParaRPr>
          </a:p>
          <a:p>
            <a:pPr>
              <a:lnSpc>
                <a:spcPct val="150000"/>
              </a:lnSpc>
            </a:pPr>
            <a:r>
              <a:rPr lang="zh-CN" altLang="en-US" sz="2400" dirty="0">
                <a:solidFill>
                  <a:srgbClr val="333333"/>
                </a:solidFill>
                <a:latin typeface="Helvetica Neue" panose="02000503000000020004" pitchFamily="2" charset="0"/>
              </a:rPr>
              <a:t>使用 </a:t>
            </a:r>
            <a:r>
              <a:rPr lang="en" altLang="zh-CN" sz="2400" dirty="0">
                <a:solidFill>
                  <a:srgbClr val="333333"/>
                </a:solidFill>
                <a:latin typeface="Helvetica Neue" panose="02000503000000020004" pitchFamily="2" charset="0"/>
              </a:rPr>
              <a:t>unset </a:t>
            </a:r>
            <a:r>
              <a:rPr lang="zh-CN" altLang="en-US" sz="2400" dirty="0">
                <a:solidFill>
                  <a:srgbClr val="333333"/>
                </a:solidFill>
                <a:latin typeface="Helvetica Neue" panose="02000503000000020004" pitchFamily="2" charset="0"/>
              </a:rPr>
              <a:t>命令可以删除变量。语法：</a:t>
            </a:r>
            <a:endParaRPr lang="en-US" altLang="zh-CN" sz="2400" dirty="0">
              <a:solidFill>
                <a:srgbClr val="333333"/>
              </a:solidFill>
              <a:latin typeface="Helvetica Neue" panose="02000503000000020004" pitchFamily="2" charset="0"/>
            </a:endParaRPr>
          </a:p>
          <a:p>
            <a:pPr marL="0" indent="0">
              <a:lnSpc>
                <a:spcPct val="150000"/>
              </a:lnSpc>
              <a:buNone/>
            </a:pPr>
            <a:endParaRPr lang="en-US" altLang="zh-CN" sz="2400" b="0" i="0" u="none" strike="noStrike" dirty="0">
              <a:solidFill>
                <a:srgbClr val="333333"/>
              </a:solidFill>
              <a:effectLst/>
              <a:latin typeface="Helvetica Neue" panose="02000503000000020004" pitchFamily="2" charset="0"/>
            </a:endParaRPr>
          </a:p>
          <a:p>
            <a:pPr>
              <a:lnSpc>
                <a:spcPct val="150000"/>
              </a:lnSpc>
            </a:pPr>
            <a:r>
              <a:rPr lang="zh-CN" altLang="en-US" sz="2400" b="0" i="0" u="none" strike="noStrike" dirty="0">
                <a:solidFill>
                  <a:srgbClr val="333333"/>
                </a:solidFill>
                <a:effectLst/>
                <a:latin typeface="Helvetica Neue" panose="02000503000000020004" pitchFamily="2" charset="0"/>
              </a:rPr>
              <a:t>变量被删除后不能再次使用。</a:t>
            </a:r>
            <a:endParaRPr lang="en-US" altLang="zh-CN" sz="2400" b="0" i="0" u="none" strike="noStrike" dirty="0">
              <a:solidFill>
                <a:srgbClr val="333333"/>
              </a:solidFill>
              <a:effectLst/>
              <a:latin typeface="Helvetica Neue" panose="02000503000000020004" pitchFamily="2" charset="0"/>
            </a:endParaRPr>
          </a:p>
          <a:p>
            <a:pPr>
              <a:lnSpc>
                <a:spcPct val="150000"/>
              </a:lnSpc>
            </a:pPr>
            <a:r>
              <a:rPr lang="en" altLang="zh-CN" sz="2400" b="0" i="0" u="none" strike="noStrike" dirty="0">
                <a:solidFill>
                  <a:srgbClr val="333333"/>
                </a:solidFill>
                <a:effectLst/>
                <a:latin typeface="Helvetica Neue" panose="02000503000000020004" pitchFamily="2" charset="0"/>
              </a:rPr>
              <a:t>unset </a:t>
            </a:r>
            <a:r>
              <a:rPr lang="zh-CN" altLang="en-US" sz="2400" b="0" i="0" u="none" strike="noStrike" dirty="0">
                <a:solidFill>
                  <a:srgbClr val="333333"/>
                </a:solidFill>
                <a:effectLst/>
                <a:latin typeface="Helvetica Neue" panose="02000503000000020004" pitchFamily="2" charset="0"/>
              </a:rPr>
              <a:t>命令不能删除只读变量。</a:t>
            </a:r>
            <a:endParaRPr lang="en-US" altLang="zh-CN" sz="2400" dirty="0">
              <a:solidFill>
                <a:srgbClr val="333333"/>
              </a:solidFill>
              <a:latin typeface="Helvetica Neue" panose="02000503000000020004" pitchFamily="2" charset="0"/>
            </a:endParaRPr>
          </a:p>
          <a:p>
            <a:pPr marL="0" indent="0">
              <a:lnSpc>
                <a:spcPct val="150000"/>
              </a:lnSpc>
              <a:buNone/>
            </a:pPr>
            <a:endParaRPr lang="en-US" altLang="zh-CN" sz="2400" b="1" dirty="0">
              <a:solidFill>
                <a:srgbClr val="333333"/>
              </a:solidFill>
              <a:latin typeface="Helvetica Neue" panose="02000503000000020004" pitchFamily="2" charset="0"/>
            </a:endParaRPr>
          </a:p>
          <a:p>
            <a:pPr marL="0" indent="0">
              <a:lnSpc>
                <a:spcPct val="150000"/>
              </a:lnSpc>
              <a:buNone/>
            </a:pPr>
            <a:endParaRPr lang="zh-CN" altLang="en-US" sz="2400" b="1" i="0" u="none" strike="noStrike" dirty="0">
              <a:solidFill>
                <a:srgbClr val="333333"/>
              </a:solidFill>
              <a:effectLst/>
              <a:latin typeface="Helvetica Neue" panose="02000503000000020004" pitchFamily="2" charset="0"/>
            </a:endParaRPr>
          </a:p>
          <a:p>
            <a:pPr>
              <a:lnSpc>
                <a:spcPct val="150000"/>
              </a:lnSpc>
            </a:pPr>
            <a:endParaRPr lang="en-US" altLang="zh-CN" sz="2400" b="0" i="0" u="none" strike="noStrike" dirty="0">
              <a:solidFill>
                <a:srgbClr val="333333"/>
              </a:solidFill>
              <a:effectLst/>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a:p>
            <a:pPr>
              <a:lnSpc>
                <a:spcPct val="150000"/>
              </a:lnSpc>
            </a:pPr>
            <a:endParaRPr lang="en-US" altLang="zh-CN" sz="2400" dirty="0">
              <a:solidFill>
                <a:srgbClr val="333333"/>
              </a:solidFill>
              <a:latin typeface="Helvetica Neue" panose="02000503000000020004" pitchFamily="2" charset="0"/>
            </a:endParaRPr>
          </a:p>
        </p:txBody>
      </p:sp>
      <p:pic>
        <p:nvPicPr>
          <p:cNvPr id="3" name="图片 2">
            <a:extLst>
              <a:ext uri="{FF2B5EF4-FFF2-40B4-BE49-F238E27FC236}">
                <a16:creationId xmlns:a16="http://schemas.microsoft.com/office/drawing/2014/main" id="{3DE5075F-E9A3-F64E-B621-8F784C26FC68}"/>
              </a:ext>
            </a:extLst>
          </p:cNvPr>
          <p:cNvPicPr>
            <a:picLocks noChangeAspect="1"/>
          </p:cNvPicPr>
          <p:nvPr/>
        </p:nvPicPr>
        <p:blipFill>
          <a:blip r:embed="rId3"/>
          <a:stretch>
            <a:fillRect/>
          </a:stretch>
        </p:blipFill>
        <p:spPr>
          <a:xfrm>
            <a:off x="2832100" y="2803526"/>
            <a:ext cx="3479800" cy="457200"/>
          </a:xfrm>
          <a:prstGeom prst="rect">
            <a:avLst/>
          </a:prstGeom>
        </p:spPr>
      </p:pic>
      <p:pic>
        <p:nvPicPr>
          <p:cNvPr id="5" name="图片 4">
            <a:extLst>
              <a:ext uri="{FF2B5EF4-FFF2-40B4-BE49-F238E27FC236}">
                <a16:creationId xmlns:a16="http://schemas.microsoft.com/office/drawing/2014/main" id="{61FF6C1B-F20C-E14E-B5D9-588C1AFF5664}"/>
              </a:ext>
            </a:extLst>
          </p:cNvPr>
          <p:cNvPicPr>
            <a:picLocks noChangeAspect="1"/>
          </p:cNvPicPr>
          <p:nvPr/>
        </p:nvPicPr>
        <p:blipFill>
          <a:blip r:embed="rId4"/>
          <a:stretch>
            <a:fillRect/>
          </a:stretch>
        </p:blipFill>
        <p:spPr>
          <a:xfrm>
            <a:off x="2590800" y="4692651"/>
            <a:ext cx="3962400" cy="1206500"/>
          </a:xfrm>
          <a:prstGeom prst="rect">
            <a:avLst/>
          </a:prstGeom>
        </p:spPr>
      </p:pic>
      <p:sp>
        <p:nvSpPr>
          <p:cNvPr id="10" name="文本框 9">
            <a:extLst>
              <a:ext uri="{FF2B5EF4-FFF2-40B4-BE49-F238E27FC236}">
                <a16:creationId xmlns:a16="http://schemas.microsoft.com/office/drawing/2014/main" id="{09ED0FF1-F9F9-1E4C-8932-9B8D45BF6E2A}"/>
              </a:ext>
            </a:extLst>
          </p:cNvPr>
          <p:cNvSpPr txBox="1"/>
          <p:nvPr/>
        </p:nvSpPr>
        <p:spPr>
          <a:xfrm>
            <a:off x="6818842" y="5252820"/>
            <a:ext cx="1860143" cy="646331"/>
          </a:xfrm>
          <a:prstGeom prst="rect">
            <a:avLst/>
          </a:prstGeom>
          <a:noFill/>
        </p:spPr>
        <p:txBody>
          <a:bodyPr wrap="square">
            <a:spAutoFit/>
          </a:bodyPr>
          <a:lstStyle/>
          <a:p>
            <a:r>
              <a:rPr lang="zh-CN" altLang="en-US" b="0" i="0" u="none" strike="noStrike" dirty="0">
                <a:solidFill>
                  <a:srgbClr val="333333"/>
                </a:solidFill>
                <a:effectLst/>
                <a:latin typeface="Helvetica Neue" panose="02000503000000020004" pitchFamily="2" charset="0"/>
              </a:rPr>
              <a:t>以上实例执行将没有任何输出</a:t>
            </a:r>
            <a:endParaRPr lang="zh-CN" altLang="en-US" dirty="0"/>
          </a:p>
        </p:txBody>
      </p:sp>
    </p:spTree>
    <p:extLst>
      <p:ext uri="{BB962C8B-B14F-4D97-AF65-F5344CB8AC3E}">
        <p14:creationId xmlns:p14="http://schemas.microsoft.com/office/powerpoint/2010/main" val="699749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介绍</a:t>
            </a:r>
          </a:p>
        </p:txBody>
      </p:sp>
      <p:sp>
        <p:nvSpPr>
          <p:cNvPr id="9219" name="Rectangle 5"/>
          <p:cNvSpPr>
            <a:spLocks noGrp="1" noChangeArrowheads="1"/>
          </p:cNvSpPr>
          <p:nvPr>
            <p:ph idx="1"/>
          </p:nvPr>
        </p:nvSpPr>
        <p:spPr>
          <a:xfrm>
            <a:off x="457200" y="1371601"/>
            <a:ext cx="8229600" cy="4952999"/>
          </a:xfrm>
        </p:spPr>
        <p:txBody>
          <a:bodyPr>
            <a:normAutofit fontScale="70000" lnSpcReduction="20000"/>
          </a:bodyPr>
          <a:lstStyle/>
          <a:p>
            <a:pPr>
              <a:lnSpc>
                <a:spcPct val="160000"/>
              </a:lnSpc>
            </a:pPr>
            <a:r>
              <a:rPr lang="en" altLang="zh-CN" sz="2800" b="0" i="0" u="none" strike="noStrike" dirty="0">
                <a:solidFill>
                  <a:srgbClr val="404040"/>
                </a:solidFill>
                <a:effectLst/>
                <a:latin typeface="Lato" panose="020F0502020204030204" pitchFamily="34" charset="0"/>
              </a:rPr>
              <a:t>make</a:t>
            </a:r>
            <a:r>
              <a:rPr lang="zh-CN" altLang="en-US" sz="2800" b="0" i="0" u="none" strike="noStrike" dirty="0">
                <a:solidFill>
                  <a:srgbClr val="404040"/>
                </a:solidFill>
                <a:effectLst/>
                <a:latin typeface="Lato" panose="020F0502020204030204" pitchFamily="34" charset="0"/>
              </a:rPr>
              <a:t>命令执行时，需要一个</a:t>
            </a:r>
            <a:r>
              <a:rPr lang="en" altLang="zh-CN" sz="2800" b="0" i="0" u="none" strike="noStrike" dirty="0" err="1">
                <a:solidFill>
                  <a:srgbClr val="404040"/>
                </a:solidFill>
                <a:effectLst/>
                <a:latin typeface="Lato" panose="020F0502020204030204" pitchFamily="34" charset="0"/>
              </a:rPr>
              <a:t>makefile</a:t>
            </a:r>
            <a:r>
              <a:rPr lang="zh-CN" altLang="en-US" sz="2800" b="0" i="0" u="none" strike="noStrike" dirty="0">
                <a:solidFill>
                  <a:srgbClr val="404040"/>
                </a:solidFill>
                <a:effectLst/>
                <a:latin typeface="Lato" panose="020F0502020204030204" pitchFamily="34" charset="0"/>
              </a:rPr>
              <a:t>文件，以告诉</a:t>
            </a:r>
            <a:r>
              <a:rPr lang="en" altLang="zh-CN" sz="2800" b="0" i="0" u="none" strike="noStrike" dirty="0">
                <a:solidFill>
                  <a:srgbClr val="404040"/>
                </a:solidFill>
                <a:effectLst/>
                <a:latin typeface="Lato" panose="020F0502020204030204" pitchFamily="34" charset="0"/>
              </a:rPr>
              <a:t>make</a:t>
            </a:r>
            <a:r>
              <a:rPr lang="zh-CN" altLang="en-US" sz="2800" b="0" i="0" u="none" strike="noStrike" dirty="0">
                <a:solidFill>
                  <a:srgbClr val="404040"/>
                </a:solidFill>
                <a:effectLst/>
                <a:latin typeface="Lato" panose="020F0502020204030204" pitchFamily="34" charset="0"/>
              </a:rPr>
              <a:t>命令需要怎么样的去编译和链接程序。</a:t>
            </a:r>
            <a:endParaRPr lang="en-US" altLang="zh-CN" sz="2800" b="0" i="0" u="none" strike="noStrike" dirty="0">
              <a:solidFill>
                <a:srgbClr val="4D4D4D"/>
              </a:solidFill>
              <a:effectLst/>
              <a:latin typeface="-apple-system"/>
            </a:endParaRPr>
          </a:p>
          <a:p>
            <a:pPr>
              <a:lnSpc>
                <a:spcPct val="160000"/>
              </a:lnSpc>
            </a:pPr>
            <a:r>
              <a:rPr lang="zh-CN" altLang="en-US" sz="2800" b="0" i="0" u="none" strike="noStrike" dirty="0">
                <a:solidFill>
                  <a:srgbClr val="404040"/>
                </a:solidFill>
                <a:effectLst/>
                <a:latin typeface="Lato" panose="020F0502020204030203" pitchFamily="34" charset="0"/>
              </a:rPr>
              <a:t>示例：工程有</a:t>
            </a:r>
            <a:r>
              <a:rPr lang="en-US" altLang="zh-CN" sz="2800" b="0" i="0" u="none" strike="noStrike" dirty="0">
                <a:solidFill>
                  <a:srgbClr val="404040"/>
                </a:solidFill>
                <a:effectLst/>
                <a:latin typeface="Lato" panose="020F0502020204030203" pitchFamily="34" charset="0"/>
              </a:rPr>
              <a:t>8</a:t>
            </a:r>
            <a:r>
              <a:rPr lang="zh-CN" altLang="en-US" sz="2800" b="0" i="0" u="none" strike="noStrike" dirty="0">
                <a:solidFill>
                  <a:srgbClr val="404040"/>
                </a:solidFill>
                <a:effectLst/>
                <a:latin typeface="Lato" panose="020F0502020204030203" pitchFamily="34" charset="0"/>
              </a:rPr>
              <a:t>个</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文件，和</a:t>
            </a:r>
            <a:r>
              <a:rPr lang="en-US" altLang="zh-CN" sz="2800" b="0" i="0" u="none" strike="noStrike" dirty="0">
                <a:solidFill>
                  <a:srgbClr val="404040"/>
                </a:solidFill>
                <a:effectLst/>
                <a:latin typeface="Lato" panose="020F0502020204030203" pitchFamily="34" charset="0"/>
              </a:rPr>
              <a:t>3</a:t>
            </a:r>
            <a:r>
              <a:rPr lang="zh-CN" altLang="en-US" sz="2800" b="0" i="0" u="none" strike="noStrike" dirty="0">
                <a:solidFill>
                  <a:srgbClr val="404040"/>
                </a:solidFill>
                <a:effectLst/>
                <a:latin typeface="Lato" panose="020F0502020204030203" pitchFamily="34" charset="0"/>
              </a:rPr>
              <a:t>个头文件，写一个</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来告诉</a:t>
            </a:r>
            <a:r>
              <a:rPr lang="en" altLang="zh-CN" sz="2800" b="0" i="0" u="none" strike="noStrike" dirty="0">
                <a:solidFill>
                  <a:srgbClr val="404040"/>
                </a:solidFill>
                <a:effectLst/>
                <a:latin typeface="Lato" panose="020F0502020204030203" pitchFamily="34" charset="0"/>
              </a:rPr>
              <a:t>make</a:t>
            </a:r>
            <a:r>
              <a:rPr lang="zh-CN" altLang="en-US" sz="2800" b="0" i="0" u="none" strike="noStrike" dirty="0">
                <a:solidFill>
                  <a:srgbClr val="404040"/>
                </a:solidFill>
                <a:effectLst/>
                <a:latin typeface="Lato" panose="020F0502020204030203" pitchFamily="34" charset="0"/>
              </a:rPr>
              <a:t>命令如何编译和链接这几个文件。</a:t>
            </a:r>
            <a:endParaRPr lang="en-US" altLang="zh-CN" sz="2800" b="0" i="0" u="none" strike="noStrike" dirty="0">
              <a:solidFill>
                <a:srgbClr val="404040"/>
              </a:solidFill>
              <a:effectLst/>
              <a:latin typeface="Lato" panose="020F0502020204030203" pitchFamily="34" charset="0"/>
            </a:endParaRPr>
          </a:p>
          <a:p>
            <a:pPr marL="0" indent="0">
              <a:lnSpc>
                <a:spcPct val="160000"/>
              </a:lnSpc>
              <a:buNone/>
            </a:pPr>
            <a:r>
              <a:rPr lang="zh-CN" altLang="en-US" sz="2800" b="0" i="0" u="none" strike="noStrike" dirty="0">
                <a:solidFill>
                  <a:srgbClr val="404040"/>
                </a:solidFill>
                <a:effectLst/>
                <a:latin typeface="Lato" panose="020F0502020204030203" pitchFamily="34" charset="0"/>
              </a:rPr>
              <a:t>规则是：</a:t>
            </a:r>
          </a:p>
          <a:p>
            <a:pPr algn="l">
              <a:lnSpc>
                <a:spcPct val="160000"/>
              </a:lnSpc>
              <a:buFont typeface="+mj-lt"/>
              <a:buAutoNum type="arabicPeriod"/>
            </a:pPr>
            <a:r>
              <a:rPr lang="zh-CN" altLang="en-US" sz="2800" b="0" i="0" u="none" strike="noStrike" dirty="0">
                <a:solidFill>
                  <a:srgbClr val="404040"/>
                </a:solidFill>
                <a:effectLst/>
                <a:latin typeface="Lato" panose="020F0502020204030203" pitchFamily="34" charset="0"/>
              </a:rPr>
              <a:t>如果这个工程没有编译过，那么所有</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文件都要编译并被链接。</a:t>
            </a:r>
          </a:p>
          <a:p>
            <a:pPr algn="l">
              <a:lnSpc>
                <a:spcPct val="160000"/>
              </a:lnSpc>
              <a:buFont typeface="+mj-lt"/>
              <a:buAutoNum type="arabicPeriod"/>
            </a:pPr>
            <a:r>
              <a:rPr lang="zh-CN" altLang="en-US" sz="2800" b="0" i="0" u="none" strike="noStrike" dirty="0">
                <a:solidFill>
                  <a:srgbClr val="404040"/>
                </a:solidFill>
                <a:effectLst/>
                <a:latin typeface="Lato" panose="020F0502020204030203" pitchFamily="34" charset="0"/>
              </a:rPr>
              <a:t>如果这个工程的某几个</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文件被修改，那么只编译被修改的</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文件，并链接目标程序。</a:t>
            </a:r>
          </a:p>
          <a:p>
            <a:pPr algn="l">
              <a:lnSpc>
                <a:spcPct val="160000"/>
              </a:lnSpc>
              <a:buFont typeface="+mj-lt"/>
              <a:buAutoNum type="arabicPeriod"/>
            </a:pPr>
            <a:r>
              <a:rPr lang="zh-CN" altLang="en-US" sz="2800" b="0" i="0" u="none" strike="noStrike" dirty="0">
                <a:solidFill>
                  <a:srgbClr val="404040"/>
                </a:solidFill>
                <a:effectLst/>
                <a:latin typeface="Lato" panose="020F0502020204030203" pitchFamily="34" charset="0"/>
              </a:rPr>
              <a:t>如果这个工程的头文件被改变了，那么需要编译引用了这几个头文件的</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文件，并链接目标程序。</a:t>
            </a:r>
          </a:p>
          <a:p>
            <a:endParaRPr lang="en-US" altLang="zh-CN" sz="2800" dirty="0">
              <a:solidFill>
                <a:srgbClr val="4D4D4D"/>
              </a:solidFill>
              <a:latin typeface="-apple-system"/>
            </a:endParaRPr>
          </a:p>
        </p:txBody>
      </p:sp>
      <p:sp>
        <p:nvSpPr>
          <p:cNvPr id="6" name="文本框 5">
            <a:extLst>
              <a:ext uri="{FF2B5EF4-FFF2-40B4-BE49-F238E27FC236}">
                <a16:creationId xmlns:a16="http://schemas.microsoft.com/office/drawing/2014/main" id="{D07EA77F-CA02-2A48-976B-E0FF46FED049}"/>
              </a:ext>
            </a:extLst>
          </p:cNvPr>
          <p:cNvSpPr txBox="1"/>
          <p:nvPr/>
        </p:nvSpPr>
        <p:spPr>
          <a:xfrm>
            <a:off x="0" y="6488668"/>
            <a:ext cx="8229600" cy="369332"/>
          </a:xfrm>
          <a:prstGeom prst="rect">
            <a:avLst/>
          </a:prstGeom>
          <a:noFill/>
        </p:spPr>
        <p:txBody>
          <a:bodyPr wrap="square">
            <a:spAutoFit/>
          </a:bodyPr>
          <a:lstStyle/>
          <a:p>
            <a:r>
              <a:rPr lang="zh-CN" altLang="en-US" b="1" i="0" u="none" strike="noStrike" dirty="0">
                <a:solidFill>
                  <a:srgbClr val="404040"/>
                </a:solidFill>
                <a:effectLst/>
                <a:latin typeface="Roboto Slab" panose="020F0502020204030204" pitchFamily="34" charset="0"/>
              </a:rPr>
              <a:t>跟我一起写</a:t>
            </a:r>
            <a:r>
              <a:rPr lang="en" altLang="zh-CN" b="1" i="0" u="none" strike="noStrike" dirty="0" err="1">
                <a:solidFill>
                  <a:srgbClr val="404040"/>
                </a:solidFill>
                <a:effectLst/>
                <a:latin typeface="Roboto Slab" panose="020F0502020204030204" pitchFamily="34" charset="0"/>
              </a:rPr>
              <a:t>Makefile</a:t>
            </a:r>
            <a:r>
              <a:rPr lang="zh-CN" altLang="en-US" dirty="0">
                <a:solidFill>
                  <a:schemeClr val="bg1">
                    <a:lumMod val="50000"/>
                  </a:schemeClr>
                </a:solidFill>
                <a:latin typeface="-apple-system"/>
              </a:rPr>
              <a:t>：</a:t>
            </a:r>
            <a:r>
              <a:rPr lang="en" altLang="zh-CN" dirty="0">
                <a:solidFill>
                  <a:schemeClr val="bg1">
                    <a:lumMod val="50000"/>
                  </a:schemeClr>
                </a:solidFill>
                <a:latin typeface="-apple-system"/>
              </a:rPr>
              <a:t>https://</a:t>
            </a:r>
            <a:r>
              <a:rPr lang="en" altLang="zh-CN" dirty="0" err="1">
                <a:solidFill>
                  <a:schemeClr val="bg1">
                    <a:lumMod val="50000"/>
                  </a:schemeClr>
                </a:solidFill>
                <a:latin typeface="-apple-system"/>
              </a:rPr>
              <a:t>seisman.github.io</a:t>
            </a:r>
            <a:r>
              <a:rPr lang="en" altLang="zh-CN" dirty="0">
                <a:solidFill>
                  <a:schemeClr val="bg1">
                    <a:lumMod val="50000"/>
                  </a:schemeClr>
                </a:solidFill>
                <a:latin typeface="-apple-system"/>
              </a:rPr>
              <a:t>/how-to-write-</a:t>
            </a:r>
            <a:r>
              <a:rPr lang="en" altLang="zh-CN" dirty="0" err="1">
                <a:solidFill>
                  <a:schemeClr val="bg1">
                    <a:lumMod val="50000"/>
                  </a:schemeClr>
                </a:solidFill>
                <a:latin typeface="-apple-system"/>
              </a:rPr>
              <a:t>makefile</a:t>
            </a:r>
            <a:r>
              <a:rPr lang="en" altLang="zh-CN" dirty="0">
                <a:solidFill>
                  <a:schemeClr val="bg1">
                    <a:lumMod val="50000"/>
                  </a:schemeClr>
                </a:solidFill>
                <a:latin typeface="-apple-system"/>
              </a:rPr>
              <a:t>/</a:t>
            </a:r>
            <a:r>
              <a:rPr lang="en" altLang="zh-CN" dirty="0" err="1">
                <a:solidFill>
                  <a:schemeClr val="bg1">
                    <a:lumMod val="50000"/>
                  </a:schemeClr>
                </a:solidFill>
                <a:latin typeface="-apple-system"/>
              </a:rPr>
              <a:t>index.html</a:t>
            </a:r>
            <a:endParaRPr lang="en" altLang="zh-CN" b="1" i="0" u="none" strike="noStrike" dirty="0">
              <a:solidFill>
                <a:srgbClr val="404040"/>
              </a:solidFill>
              <a:effectLst/>
              <a:latin typeface="Roboto Slab" panose="020F0502020204030204" pitchFamily="34" charset="0"/>
            </a:endParaRPr>
          </a:p>
        </p:txBody>
      </p:sp>
    </p:spTree>
    <p:extLst>
      <p:ext uri="{BB962C8B-B14F-4D97-AF65-F5344CB8AC3E}">
        <p14:creationId xmlns:p14="http://schemas.microsoft.com/office/powerpoint/2010/main" val="731680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的规则</a:t>
            </a:r>
          </a:p>
        </p:txBody>
      </p:sp>
      <p:sp>
        <p:nvSpPr>
          <p:cNvPr id="9219" name="Rectangle 5"/>
          <p:cNvSpPr>
            <a:spLocks noGrp="1" noChangeArrowheads="1"/>
          </p:cNvSpPr>
          <p:nvPr>
            <p:ph idx="1"/>
          </p:nvPr>
        </p:nvSpPr>
        <p:spPr>
          <a:xfrm>
            <a:off x="457200" y="1828800"/>
            <a:ext cx="8229600" cy="4572000"/>
          </a:xfrm>
        </p:spPr>
        <p:txBody>
          <a:bodyPr>
            <a:normAutofit fontScale="77500" lnSpcReduction="20000"/>
          </a:bodyPr>
          <a:lstStyle/>
          <a:p>
            <a:pPr>
              <a:lnSpc>
                <a:spcPct val="150000"/>
              </a:lnSpc>
            </a:pPr>
            <a:endParaRPr lang="en-US" altLang="zh-CN" sz="2800" b="0" i="0" u="none" strike="noStrike" dirty="0">
              <a:solidFill>
                <a:srgbClr val="4D4D4D"/>
              </a:solidFill>
              <a:effectLst/>
              <a:latin typeface="-apple-system"/>
            </a:endParaRPr>
          </a:p>
          <a:p>
            <a:pPr>
              <a:lnSpc>
                <a:spcPct val="150000"/>
              </a:lnSpc>
            </a:pPr>
            <a:endParaRPr lang="en-US" altLang="zh-CN" sz="2800" dirty="0">
              <a:solidFill>
                <a:srgbClr val="4D4D4D"/>
              </a:solidFill>
              <a:latin typeface="-apple-system"/>
            </a:endParaRPr>
          </a:p>
          <a:p>
            <a:pPr>
              <a:lnSpc>
                <a:spcPct val="170000"/>
              </a:lnSpc>
            </a:pPr>
            <a:r>
              <a:rPr lang="en" altLang="zh-CN" sz="3200" b="1" dirty="0"/>
              <a:t>Target</a:t>
            </a:r>
            <a:r>
              <a:rPr lang="zh-CN" altLang="en-US" sz="3200" dirty="0"/>
              <a:t>：</a:t>
            </a:r>
            <a:r>
              <a:rPr lang="zh-CN" altLang="en-US" sz="3200" dirty="0">
                <a:effectLst/>
              </a:rPr>
              <a:t>可以是一个</a:t>
            </a:r>
            <a:r>
              <a:rPr lang="en" altLang="zh-CN" sz="3200" dirty="0">
                <a:effectLst/>
              </a:rPr>
              <a:t>object file</a:t>
            </a:r>
            <a:r>
              <a:rPr lang="zh-CN" altLang="en" sz="3200" dirty="0">
                <a:effectLst/>
              </a:rPr>
              <a:t>（</a:t>
            </a:r>
            <a:r>
              <a:rPr lang="zh-CN" altLang="en-US" sz="3200" dirty="0">
                <a:effectLst/>
              </a:rPr>
              <a:t>目标文件），也可以是一个可执行文件，还可以是一个标签（</a:t>
            </a:r>
            <a:r>
              <a:rPr lang="en" altLang="zh-CN" sz="3200" dirty="0">
                <a:effectLst/>
              </a:rPr>
              <a:t>label</a:t>
            </a:r>
            <a:r>
              <a:rPr lang="zh-CN" altLang="en" sz="3200" dirty="0">
                <a:effectLst/>
              </a:rPr>
              <a:t>）。</a:t>
            </a:r>
            <a:r>
              <a:rPr lang="zh-CN" altLang="en-US" sz="3200" dirty="0">
                <a:effectLst/>
              </a:rPr>
              <a:t>对于标签这种特性，在后续的“伪目标”章节中会有叙述。</a:t>
            </a:r>
          </a:p>
          <a:p>
            <a:pPr>
              <a:lnSpc>
                <a:spcPct val="170000"/>
              </a:lnSpc>
            </a:pPr>
            <a:r>
              <a:rPr lang="en" altLang="zh-CN" sz="3200" b="1" dirty="0"/>
              <a:t>Prerequisites</a:t>
            </a:r>
            <a:r>
              <a:rPr lang="zh-CN" altLang="en-US" sz="3200" dirty="0"/>
              <a:t>：</a:t>
            </a:r>
            <a:r>
              <a:rPr lang="zh-CN" altLang="en-US" sz="3200" dirty="0">
                <a:effectLst/>
              </a:rPr>
              <a:t>生成该</a:t>
            </a:r>
            <a:r>
              <a:rPr lang="en" altLang="zh-CN" sz="3200" dirty="0">
                <a:effectLst/>
              </a:rPr>
              <a:t>target</a:t>
            </a:r>
            <a:r>
              <a:rPr lang="zh-CN" altLang="en-US" sz="3200" dirty="0">
                <a:effectLst/>
              </a:rPr>
              <a:t>所依赖的文件和</a:t>
            </a:r>
            <a:r>
              <a:rPr lang="en-US" altLang="zh-CN" sz="3200" dirty="0">
                <a:effectLst/>
              </a:rPr>
              <a:t>/</a:t>
            </a:r>
            <a:r>
              <a:rPr lang="zh-CN" altLang="en-US" sz="3200" dirty="0">
                <a:effectLst/>
              </a:rPr>
              <a:t>或</a:t>
            </a:r>
            <a:r>
              <a:rPr lang="en" altLang="zh-CN" sz="3200" dirty="0">
                <a:effectLst/>
              </a:rPr>
              <a:t>target</a:t>
            </a:r>
            <a:r>
              <a:rPr lang="zh-CN" altLang="en" sz="3200" dirty="0">
                <a:effectLst/>
              </a:rPr>
              <a:t>。</a:t>
            </a:r>
          </a:p>
          <a:p>
            <a:pPr>
              <a:lnSpc>
                <a:spcPct val="170000"/>
              </a:lnSpc>
            </a:pPr>
            <a:r>
              <a:rPr lang="en" altLang="zh-CN" sz="3200" b="1" dirty="0"/>
              <a:t>Recipe</a:t>
            </a:r>
            <a:r>
              <a:rPr lang="zh-CN" altLang="en-US" sz="3200" dirty="0"/>
              <a:t>：</a:t>
            </a:r>
            <a:r>
              <a:rPr lang="zh-CN" altLang="en-US" sz="3200" dirty="0">
                <a:effectLst/>
              </a:rPr>
              <a:t>该</a:t>
            </a:r>
            <a:r>
              <a:rPr lang="en" altLang="zh-CN" sz="3200" dirty="0">
                <a:effectLst/>
              </a:rPr>
              <a:t>target</a:t>
            </a:r>
            <a:r>
              <a:rPr lang="zh-CN" altLang="en-US" sz="3200" dirty="0">
                <a:effectLst/>
              </a:rPr>
              <a:t>要执行的命令（任意的</a:t>
            </a:r>
            <a:r>
              <a:rPr lang="en" altLang="zh-CN" sz="3200" dirty="0">
                <a:effectLst/>
              </a:rPr>
              <a:t>shell</a:t>
            </a:r>
            <a:r>
              <a:rPr lang="zh-CN" altLang="en-US" sz="3200" dirty="0">
                <a:effectLst/>
              </a:rPr>
              <a:t>命令）。</a:t>
            </a:r>
          </a:p>
          <a:p>
            <a:endParaRPr lang="zh-CN" altLang="en-US" sz="2800" b="0" i="0" u="none" strike="noStrike" dirty="0">
              <a:solidFill>
                <a:srgbClr val="4D4D4D"/>
              </a:solidFill>
              <a:effectLst/>
              <a:latin typeface="-apple-system"/>
            </a:endParaRPr>
          </a:p>
        </p:txBody>
      </p:sp>
      <p:pic>
        <p:nvPicPr>
          <p:cNvPr id="3" name="图片 2">
            <a:extLst>
              <a:ext uri="{FF2B5EF4-FFF2-40B4-BE49-F238E27FC236}">
                <a16:creationId xmlns:a16="http://schemas.microsoft.com/office/drawing/2014/main" id="{33BA3E7F-A07A-4C4A-82A2-1A1CAEB3A1C1}"/>
              </a:ext>
            </a:extLst>
          </p:cNvPr>
          <p:cNvPicPr>
            <a:picLocks noChangeAspect="1"/>
          </p:cNvPicPr>
          <p:nvPr/>
        </p:nvPicPr>
        <p:blipFill>
          <a:blip r:embed="rId2"/>
          <a:stretch>
            <a:fillRect/>
          </a:stretch>
        </p:blipFill>
        <p:spPr>
          <a:xfrm>
            <a:off x="2438400" y="1524000"/>
            <a:ext cx="3657600" cy="1092200"/>
          </a:xfrm>
          <a:prstGeom prst="rect">
            <a:avLst/>
          </a:prstGeom>
        </p:spPr>
      </p:pic>
    </p:spTree>
    <p:extLst>
      <p:ext uri="{BB962C8B-B14F-4D97-AF65-F5344CB8AC3E}">
        <p14:creationId xmlns:p14="http://schemas.microsoft.com/office/powerpoint/2010/main" val="2266062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的规则</a:t>
            </a:r>
          </a:p>
        </p:txBody>
      </p:sp>
      <p:sp>
        <p:nvSpPr>
          <p:cNvPr id="9219" name="Rectangle 5"/>
          <p:cNvSpPr>
            <a:spLocks noGrp="1" noChangeArrowheads="1"/>
          </p:cNvSpPr>
          <p:nvPr>
            <p:ph idx="1"/>
          </p:nvPr>
        </p:nvSpPr>
        <p:spPr>
          <a:xfrm>
            <a:off x="457200" y="1828800"/>
            <a:ext cx="8229600" cy="4572000"/>
          </a:xfrm>
        </p:spPr>
        <p:txBody>
          <a:bodyPr>
            <a:normAutofit fontScale="70000" lnSpcReduction="20000"/>
          </a:bodyPr>
          <a:lstStyle/>
          <a:p>
            <a:pPr>
              <a:lnSpc>
                <a:spcPct val="150000"/>
              </a:lnSpc>
            </a:pPr>
            <a:endParaRPr lang="en-US" altLang="zh-CN" sz="2800" b="0" i="0" u="none" strike="noStrike" dirty="0">
              <a:solidFill>
                <a:srgbClr val="4D4D4D"/>
              </a:solidFill>
              <a:effectLst/>
              <a:latin typeface="-apple-system"/>
            </a:endParaRPr>
          </a:p>
          <a:p>
            <a:pPr>
              <a:lnSpc>
                <a:spcPct val="150000"/>
              </a:lnSpc>
            </a:pPr>
            <a:endParaRPr lang="en-US" altLang="zh-CN" sz="2800" dirty="0">
              <a:solidFill>
                <a:srgbClr val="4D4D4D"/>
              </a:solidFill>
              <a:latin typeface="-apple-system"/>
            </a:endParaRPr>
          </a:p>
          <a:p>
            <a:pPr>
              <a:lnSpc>
                <a:spcPct val="170000"/>
              </a:lnSpc>
            </a:pPr>
            <a:r>
              <a:rPr lang="zh-CN" altLang="en-US" sz="3600" b="0" i="0" u="none" strike="noStrike" dirty="0">
                <a:solidFill>
                  <a:srgbClr val="404040"/>
                </a:solidFill>
                <a:effectLst/>
                <a:latin typeface="Lato" panose="020F0502020204030203" pitchFamily="34" charset="0"/>
              </a:rPr>
              <a:t>这是一个文件的依赖关系，也就是说，</a:t>
            </a:r>
            <a:r>
              <a:rPr lang="en" altLang="zh-CN" sz="3600" b="0" i="0" u="none" strike="noStrike" dirty="0">
                <a:solidFill>
                  <a:srgbClr val="404040"/>
                </a:solidFill>
                <a:effectLst/>
                <a:latin typeface="Lato" panose="020F0502020204030203" pitchFamily="34" charset="0"/>
              </a:rPr>
              <a:t>target</a:t>
            </a:r>
            <a:r>
              <a:rPr lang="zh-CN" altLang="en-US" sz="3600" b="0" i="0" u="none" strike="noStrike" dirty="0">
                <a:solidFill>
                  <a:srgbClr val="404040"/>
                </a:solidFill>
                <a:effectLst/>
                <a:latin typeface="Lato" panose="020F0502020204030203" pitchFamily="34" charset="0"/>
              </a:rPr>
              <a:t>这一个或多个的目标文件依赖于</a:t>
            </a:r>
            <a:r>
              <a:rPr lang="en" altLang="zh-CN" sz="3600" b="0" i="0" u="none" strike="noStrike" dirty="0">
                <a:solidFill>
                  <a:srgbClr val="404040"/>
                </a:solidFill>
                <a:effectLst/>
                <a:latin typeface="Lato" panose="020F0502020204030203" pitchFamily="34" charset="0"/>
              </a:rPr>
              <a:t>prerequisites</a:t>
            </a:r>
            <a:r>
              <a:rPr lang="zh-CN" altLang="en-US" sz="3600" b="0" i="0" u="none" strike="noStrike" dirty="0">
                <a:solidFill>
                  <a:srgbClr val="404040"/>
                </a:solidFill>
                <a:effectLst/>
                <a:latin typeface="Lato" panose="020F0502020204030203" pitchFamily="34" charset="0"/>
              </a:rPr>
              <a:t>中的文件，其生成规则定义在</a:t>
            </a:r>
            <a:r>
              <a:rPr lang="en" altLang="zh-CN" sz="3600" b="0" i="0" u="none" strike="noStrike" dirty="0">
                <a:solidFill>
                  <a:srgbClr val="404040"/>
                </a:solidFill>
                <a:effectLst/>
                <a:latin typeface="Lato" panose="020F0502020204030203" pitchFamily="34" charset="0"/>
              </a:rPr>
              <a:t>command</a:t>
            </a:r>
            <a:r>
              <a:rPr lang="zh-CN" altLang="en-US" sz="3600" b="0" i="0" u="none" strike="noStrike" dirty="0">
                <a:solidFill>
                  <a:srgbClr val="404040"/>
                </a:solidFill>
                <a:effectLst/>
                <a:latin typeface="Lato" panose="020F0502020204030203" pitchFamily="34" charset="0"/>
              </a:rPr>
              <a:t>中，即</a:t>
            </a:r>
            <a:r>
              <a:rPr lang="en-US" altLang="zh-CN" sz="3600" b="0" i="0" u="none" strike="noStrike" dirty="0">
                <a:solidFill>
                  <a:srgbClr val="404040"/>
                </a:solidFill>
                <a:effectLst/>
                <a:latin typeface="Lato" panose="020F0502020204030203" pitchFamily="34" charset="0"/>
              </a:rPr>
              <a:t>:</a:t>
            </a:r>
          </a:p>
          <a:p>
            <a:pPr marL="0" indent="0">
              <a:lnSpc>
                <a:spcPct val="170000"/>
              </a:lnSpc>
              <a:buNone/>
            </a:pPr>
            <a:r>
              <a:rPr lang="en" altLang="zh-CN" sz="4000" b="1" dirty="0">
                <a:solidFill>
                  <a:srgbClr val="FF0000"/>
                </a:solidFill>
              </a:rPr>
              <a:t>prerequisites</a:t>
            </a:r>
            <a:r>
              <a:rPr lang="zh-CN" altLang="en-US" sz="4000" b="1" dirty="0">
                <a:solidFill>
                  <a:srgbClr val="FF0000"/>
                </a:solidFill>
              </a:rPr>
              <a:t>中如果有一个以上的文件比</a:t>
            </a:r>
            <a:r>
              <a:rPr lang="en" altLang="zh-CN" sz="4000" b="1" dirty="0">
                <a:solidFill>
                  <a:srgbClr val="FF0000"/>
                </a:solidFill>
              </a:rPr>
              <a:t>target</a:t>
            </a:r>
            <a:r>
              <a:rPr lang="zh-CN" altLang="en-US" sz="4000" b="1" dirty="0">
                <a:solidFill>
                  <a:srgbClr val="FF0000"/>
                </a:solidFill>
              </a:rPr>
              <a:t>文件要新的话，</a:t>
            </a:r>
            <a:r>
              <a:rPr lang="en" altLang="zh-CN" sz="4000" b="1" dirty="0">
                <a:solidFill>
                  <a:srgbClr val="FF0000"/>
                </a:solidFill>
              </a:rPr>
              <a:t>recipe</a:t>
            </a:r>
            <a:r>
              <a:rPr lang="zh-CN" altLang="en-US" sz="4000" b="1" dirty="0">
                <a:solidFill>
                  <a:srgbClr val="FF0000"/>
                </a:solidFill>
              </a:rPr>
              <a:t>所定义的命令就会被执行</a:t>
            </a:r>
            <a:endParaRPr lang="en-US" altLang="zh-CN" sz="3600" b="1" i="0" u="none" strike="noStrike" dirty="0">
              <a:solidFill>
                <a:srgbClr val="FF0000"/>
              </a:solidFill>
              <a:effectLst/>
              <a:latin typeface="Lato" panose="020F0502020204030203" pitchFamily="34" charset="0"/>
            </a:endParaRPr>
          </a:p>
          <a:p>
            <a:endParaRPr lang="zh-CN" altLang="en-US" sz="2800" b="0" i="0" u="none" strike="noStrike" dirty="0">
              <a:solidFill>
                <a:srgbClr val="4D4D4D"/>
              </a:solidFill>
              <a:effectLst/>
              <a:latin typeface="-apple-system"/>
            </a:endParaRPr>
          </a:p>
        </p:txBody>
      </p:sp>
      <p:pic>
        <p:nvPicPr>
          <p:cNvPr id="3" name="图片 2">
            <a:extLst>
              <a:ext uri="{FF2B5EF4-FFF2-40B4-BE49-F238E27FC236}">
                <a16:creationId xmlns:a16="http://schemas.microsoft.com/office/drawing/2014/main" id="{33BA3E7F-A07A-4C4A-82A2-1A1CAEB3A1C1}"/>
              </a:ext>
            </a:extLst>
          </p:cNvPr>
          <p:cNvPicPr>
            <a:picLocks noChangeAspect="1"/>
          </p:cNvPicPr>
          <p:nvPr/>
        </p:nvPicPr>
        <p:blipFill>
          <a:blip r:embed="rId3"/>
          <a:stretch>
            <a:fillRect/>
          </a:stretch>
        </p:blipFill>
        <p:spPr>
          <a:xfrm>
            <a:off x="2438400" y="1524000"/>
            <a:ext cx="3657600" cy="1092200"/>
          </a:xfrm>
          <a:prstGeom prst="rect">
            <a:avLst/>
          </a:prstGeom>
        </p:spPr>
      </p:pic>
    </p:spTree>
    <p:extLst>
      <p:ext uri="{BB962C8B-B14F-4D97-AF65-F5344CB8AC3E}">
        <p14:creationId xmlns:p14="http://schemas.microsoft.com/office/powerpoint/2010/main" val="1510901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示例</a:t>
            </a:r>
          </a:p>
        </p:txBody>
      </p:sp>
      <p:sp>
        <p:nvSpPr>
          <p:cNvPr id="9219" name="Rectangle 5"/>
          <p:cNvSpPr>
            <a:spLocks noGrp="1" noChangeArrowheads="1"/>
          </p:cNvSpPr>
          <p:nvPr>
            <p:ph idx="1"/>
          </p:nvPr>
        </p:nvSpPr>
        <p:spPr>
          <a:xfrm>
            <a:off x="152400" y="1828800"/>
            <a:ext cx="4229100" cy="4572000"/>
          </a:xfrm>
        </p:spPr>
        <p:txBody>
          <a:bodyPr>
            <a:normAutofit fontScale="55000" lnSpcReduction="20000"/>
          </a:bodyPr>
          <a:lstStyle/>
          <a:p>
            <a:pPr>
              <a:lnSpc>
                <a:spcPct val="150000"/>
              </a:lnSpc>
            </a:pPr>
            <a:r>
              <a:rPr lang="zh-CN" altLang="en-US" sz="3800" b="0" i="0" u="none" strike="noStrike" dirty="0">
                <a:solidFill>
                  <a:srgbClr val="404040"/>
                </a:solidFill>
                <a:effectLst/>
                <a:latin typeface="Lato" panose="020F0502020204030203" pitchFamily="34" charset="0"/>
              </a:rPr>
              <a:t>反斜杠（ </a:t>
            </a:r>
            <a:r>
              <a:rPr lang="en-US" altLang="zh-CN" sz="3800" dirty="0">
                <a:effectLst/>
              </a:rPr>
              <a:t>\</a:t>
            </a:r>
            <a:r>
              <a:rPr lang="zh-CN" altLang="en-US" sz="3800" b="0" i="0" u="none" strike="noStrike" dirty="0">
                <a:solidFill>
                  <a:srgbClr val="404040"/>
                </a:solidFill>
                <a:effectLst/>
                <a:latin typeface="Lato" panose="020F0502020204030203" pitchFamily="34" charset="0"/>
              </a:rPr>
              <a:t> ）是换行符</a:t>
            </a:r>
            <a:endParaRPr lang="en-US" altLang="zh-CN" sz="3800" b="0" i="0" u="none" strike="noStrike" dirty="0">
              <a:solidFill>
                <a:srgbClr val="404040"/>
              </a:solidFill>
              <a:effectLst/>
              <a:latin typeface="Lato" panose="020F0502020204030203" pitchFamily="34" charset="0"/>
            </a:endParaRPr>
          </a:p>
          <a:p>
            <a:pPr>
              <a:lnSpc>
                <a:spcPct val="150000"/>
              </a:lnSpc>
            </a:pPr>
            <a:r>
              <a:rPr lang="zh-CN" altLang="en-US" sz="3800" b="0" i="0" u="none" strike="noStrike" dirty="0">
                <a:solidFill>
                  <a:srgbClr val="404040"/>
                </a:solidFill>
                <a:effectLst/>
                <a:latin typeface="Lato" panose="020F0502020204030203" pitchFamily="34" charset="0"/>
              </a:rPr>
              <a:t>把左边内容保存在名字为“</a:t>
            </a:r>
            <a:r>
              <a:rPr lang="en" altLang="zh-CN" sz="3800" b="0" i="0" u="none" strike="noStrike" dirty="0" err="1">
                <a:solidFill>
                  <a:srgbClr val="404040"/>
                </a:solidFill>
                <a:effectLst/>
                <a:latin typeface="Lato" panose="020F0502020204030203" pitchFamily="34" charset="0"/>
              </a:rPr>
              <a:t>makefile</a:t>
            </a:r>
            <a:r>
              <a:rPr lang="en" altLang="zh-CN" sz="3800" b="0" i="0" u="none" strike="noStrike" dirty="0">
                <a:solidFill>
                  <a:srgbClr val="404040"/>
                </a:solidFill>
                <a:effectLst/>
                <a:latin typeface="Lato" panose="020F0502020204030203" pitchFamily="34" charset="0"/>
              </a:rPr>
              <a:t>”</a:t>
            </a:r>
            <a:r>
              <a:rPr lang="zh-CN" altLang="en-US" sz="3800" b="0" i="0" u="none" strike="noStrike" dirty="0">
                <a:solidFill>
                  <a:srgbClr val="404040"/>
                </a:solidFill>
                <a:effectLst/>
                <a:latin typeface="Lato" panose="020F0502020204030203" pitchFamily="34" charset="0"/>
              </a:rPr>
              <a:t>或“</a:t>
            </a:r>
            <a:r>
              <a:rPr lang="en" altLang="zh-CN" sz="3800" b="0" i="0" u="none" strike="noStrike" dirty="0" err="1">
                <a:solidFill>
                  <a:srgbClr val="404040"/>
                </a:solidFill>
                <a:effectLst/>
                <a:latin typeface="Lato" panose="020F0502020204030203" pitchFamily="34" charset="0"/>
              </a:rPr>
              <a:t>Makefile</a:t>
            </a:r>
            <a:r>
              <a:rPr lang="en" altLang="zh-CN" sz="3800" b="0" i="0" u="none" strike="noStrike" dirty="0">
                <a:solidFill>
                  <a:srgbClr val="404040"/>
                </a:solidFill>
                <a:effectLst/>
                <a:latin typeface="Lato" panose="020F0502020204030203" pitchFamily="34" charset="0"/>
              </a:rPr>
              <a:t>”</a:t>
            </a:r>
            <a:r>
              <a:rPr lang="zh-CN" altLang="en-US" sz="3800" b="0" i="0" u="none" strike="noStrike" dirty="0">
                <a:solidFill>
                  <a:srgbClr val="404040"/>
                </a:solidFill>
                <a:effectLst/>
                <a:latin typeface="Lato" panose="020F0502020204030203" pitchFamily="34" charset="0"/>
              </a:rPr>
              <a:t>的文件中</a:t>
            </a:r>
            <a:endParaRPr lang="en-US" altLang="zh-CN" sz="3800" b="0" i="0" u="none" strike="noStrike" dirty="0">
              <a:solidFill>
                <a:srgbClr val="404040"/>
              </a:solidFill>
              <a:effectLst/>
              <a:latin typeface="Lato" panose="020F0502020204030203" pitchFamily="34" charset="0"/>
            </a:endParaRPr>
          </a:p>
          <a:p>
            <a:pPr>
              <a:lnSpc>
                <a:spcPct val="150000"/>
              </a:lnSpc>
            </a:pPr>
            <a:r>
              <a:rPr lang="zh-CN" altLang="en-US" sz="3800" b="0" i="0" u="none" strike="noStrike" dirty="0">
                <a:solidFill>
                  <a:srgbClr val="404040"/>
                </a:solidFill>
                <a:effectLst/>
                <a:latin typeface="Lato" panose="020F0502020204030203" pitchFamily="34" charset="0"/>
              </a:rPr>
              <a:t>然后在该目录下直接输入命令 </a:t>
            </a:r>
            <a:r>
              <a:rPr lang="en" altLang="zh-CN" sz="3800" dirty="0">
                <a:effectLst/>
              </a:rPr>
              <a:t>make</a:t>
            </a:r>
            <a:r>
              <a:rPr lang="en" altLang="zh-CN" sz="3800" b="0" i="0" u="none" strike="noStrike" dirty="0">
                <a:solidFill>
                  <a:srgbClr val="404040"/>
                </a:solidFill>
                <a:effectLst/>
                <a:latin typeface="Lato" panose="020F0502020204030203" pitchFamily="34" charset="0"/>
              </a:rPr>
              <a:t> </a:t>
            </a:r>
            <a:r>
              <a:rPr lang="zh-CN" altLang="en-US" sz="3800" b="0" i="0" u="none" strike="noStrike" dirty="0">
                <a:solidFill>
                  <a:srgbClr val="404040"/>
                </a:solidFill>
                <a:effectLst/>
                <a:latin typeface="Lato" panose="020F0502020204030203" pitchFamily="34" charset="0"/>
              </a:rPr>
              <a:t>就可以生成执行文件</a:t>
            </a:r>
            <a:r>
              <a:rPr lang="en" altLang="zh-CN" sz="3800" b="0" i="0" u="none" strike="noStrike" dirty="0">
                <a:solidFill>
                  <a:srgbClr val="404040"/>
                </a:solidFill>
                <a:effectLst/>
                <a:latin typeface="Lato" panose="020F0502020204030203" pitchFamily="34" charset="0"/>
              </a:rPr>
              <a:t>edit</a:t>
            </a:r>
            <a:r>
              <a:rPr lang="zh-CN" altLang="en" sz="3800" b="0" i="0" u="none" strike="noStrike" dirty="0">
                <a:solidFill>
                  <a:srgbClr val="404040"/>
                </a:solidFill>
                <a:effectLst/>
                <a:latin typeface="Lato" panose="020F0502020204030203" pitchFamily="34" charset="0"/>
              </a:rPr>
              <a:t>。</a:t>
            </a:r>
            <a:endParaRPr lang="en-US" altLang="zh-CN" sz="3800" b="0" i="0" u="none" strike="noStrike" dirty="0">
              <a:solidFill>
                <a:srgbClr val="404040"/>
              </a:solidFill>
              <a:effectLst/>
              <a:latin typeface="Lato" panose="020F0502020204030203" pitchFamily="34" charset="0"/>
            </a:endParaRPr>
          </a:p>
          <a:p>
            <a:pPr>
              <a:lnSpc>
                <a:spcPct val="150000"/>
              </a:lnSpc>
            </a:pPr>
            <a:r>
              <a:rPr lang="zh-CN" altLang="en-US" sz="3800" b="0" i="0" u="none" strike="noStrike" dirty="0">
                <a:solidFill>
                  <a:srgbClr val="404040"/>
                </a:solidFill>
                <a:effectLst/>
                <a:latin typeface="Lato" panose="020F0502020204030203" pitchFamily="34" charset="0"/>
              </a:rPr>
              <a:t>如果要删除可执行文件和所有的中间目标文件，执行 </a:t>
            </a:r>
            <a:r>
              <a:rPr lang="en" altLang="zh-CN" sz="3800" dirty="0">
                <a:effectLst/>
              </a:rPr>
              <a:t>make</a:t>
            </a:r>
            <a:r>
              <a:rPr lang="en" altLang="zh-CN" sz="3800" dirty="0"/>
              <a:t> </a:t>
            </a:r>
            <a:r>
              <a:rPr lang="en" altLang="zh-CN" sz="3800" dirty="0">
                <a:effectLst/>
              </a:rPr>
              <a:t>clean</a:t>
            </a:r>
            <a:r>
              <a:rPr lang="en" altLang="zh-CN" sz="3800" b="0" i="0" u="none" strike="noStrike" dirty="0">
                <a:solidFill>
                  <a:srgbClr val="404040"/>
                </a:solidFill>
                <a:effectLst/>
                <a:latin typeface="Lato" panose="020F0502020204030203" pitchFamily="34" charset="0"/>
              </a:rPr>
              <a:t> </a:t>
            </a:r>
            <a:endParaRPr lang="en-US" altLang="zh-CN" sz="2800" dirty="0">
              <a:solidFill>
                <a:srgbClr val="4D4D4D"/>
              </a:solidFill>
              <a:latin typeface="-apple-system"/>
            </a:endParaRPr>
          </a:p>
          <a:p>
            <a:endParaRPr lang="zh-CN" altLang="en-US" sz="28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432027D0-965D-1744-9009-E248192FC246}"/>
              </a:ext>
            </a:extLst>
          </p:cNvPr>
          <p:cNvPicPr>
            <a:picLocks noChangeAspect="1"/>
          </p:cNvPicPr>
          <p:nvPr/>
        </p:nvPicPr>
        <p:blipFill>
          <a:blip r:embed="rId3"/>
          <a:stretch>
            <a:fillRect/>
          </a:stretch>
        </p:blipFill>
        <p:spPr>
          <a:xfrm>
            <a:off x="4381500" y="1124211"/>
            <a:ext cx="4991100" cy="5130800"/>
          </a:xfrm>
          <a:prstGeom prst="rect">
            <a:avLst/>
          </a:prstGeom>
        </p:spPr>
      </p:pic>
    </p:spTree>
    <p:extLst>
      <p:ext uri="{BB962C8B-B14F-4D97-AF65-F5344CB8AC3E}">
        <p14:creationId xmlns:p14="http://schemas.microsoft.com/office/powerpoint/2010/main" val="2326988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示例</a:t>
            </a:r>
          </a:p>
        </p:txBody>
      </p:sp>
      <p:sp>
        <p:nvSpPr>
          <p:cNvPr id="9219" name="Rectangle 5"/>
          <p:cNvSpPr>
            <a:spLocks noGrp="1" noChangeArrowheads="1"/>
          </p:cNvSpPr>
          <p:nvPr>
            <p:ph idx="1"/>
          </p:nvPr>
        </p:nvSpPr>
        <p:spPr>
          <a:xfrm>
            <a:off x="152400" y="1828800"/>
            <a:ext cx="4229100" cy="4572000"/>
          </a:xfrm>
        </p:spPr>
        <p:txBody>
          <a:bodyPr>
            <a:normAutofit fontScale="40000" lnSpcReduction="20000"/>
          </a:bodyPr>
          <a:lstStyle/>
          <a:p>
            <a:pPr>
              <a:lnSpc>
                <a:spcPct val="150000"/>
              </a:lnSpc>
            </a:pPr>
            <a:r>
              <a:rPr lang="zh-CN" altLang="en-US" sz="4400" b="0" i="0" u="none" strike="noStrike" dirty="0">
                <a:solidFill>
                  <a:srgbClr val="404040"/>
                </a:solidFill>
                <a:effectLst/>
                <a:latin typeface="Lato" panose="020F0502020204030203" pitchFamily="34" charset="0"/>
              </a:rPr>
              <a:t>目标文件（</a:t>
            </a:r>
            <a:r>
              <a:rPr lang="en" altLang="zh-CN" sz="4400" b="0" i="0" u="none" strike="noStrike" dirty="0">
                <a:solidFill>
                  <a:srgbClr val="404040"/>
                </a:solidFill>
                <a:effectLst/>
                <a:latin typeface="Lato" panose="020F0502020204030203" pitchFamily="34" charset="0"/>
              </a:rPr>
              <a:t>target</a:t>
            </a:r>
            <a:r>
              <a:rPr lang="zh-CN" altLang="en" sz="4400" b="0" i="0" u="none" strike="noStrike" dirty="0">
                <a:solidFill>
                  <a:srgbClr val="404040"/>
                </a:solidFill>
                <a:effectLst/>
                <a:latin typeface="Lato" panose="020F0502020204030203" pitchFamily="34" charset="0"/>
              </a:rPr>
              <a:t>）</a:t>
            </a:r>
            <a:r>
              <a:rPr lang="zh-CN" altLang="en-US" sz="4400" b="0" i="0" u="none" strike="noStrike" dirty="0">
                <a:solidFill>
                  <a:srgbClr val="404040"/>
                </a:solidFill>
                <a:effectLst/>
                <a:latin typeface="Lato" panose="020F0502020204030203" pitchFamily="34" charset="0"/>
              </a:rPr>
              <a:t>包含：可执行文件</a:t>
            </a:r>
            <a:r>
              <a:rPr lang="en" altLang="zh-CN" sz="4400" b="0" i="0" u="none" strike="noStrike" dirty="0">
                <a:solidFill>
                  <a:srgbClr val="404040"/>
                </a:solidFill>
                <a:effectLst/>
                <a:latin typeface="Lato" panose="020F0502020204030203" pitchFamily="34" charset="0"/>
              </a:rPr>
              <a:t>edit</a:t>
            </a:r>
            <a:r>
              <a:rPr lang="zh-CN" altLang="en-US" sz="4400" b="0" i="0" u="none" strike="noStrike" dirty="0">
                <a:solidFill>
                  <a:srgbClr val="404040"/>
                </a:solidFill>
                <a:effectLst/>
                <a:latin typeface="Lato" panose="020F0502020204030203" pitchFamily="34" charset="0"/>
              </a:rPr>
              <a:t>和中间目标文件（ </a:t>
            </a:r>
            <a:r>
              <a:rPr lang="zh-CN" altLang="en-US" sz="4400" dirty="0">
                <a:effectLst/>
              </a:rPr>
              <a:t>*</a:t>
            </a:r>
            <a:r>
              <a:rPr lang="en-US" altLang="zh-CN" sz="4400" dirty="0">
                <a:effectLst/>
              </a:rPr>
              <a:t>.</a:t>
            </a:r>
            <a:r>
              <a:rPr lang="en" altLang="zh-CN" sz="4400" dirty="0">
                <a:effectLst/>
              </a:rPr>
              <a:t>o</a:t>
            </a:r>
            <a:r>
              <a:rPr lang="en" altLang="zh-CN" sz="4400" b="0" i="0" u="none" strike="noStrike" dirty="0">
                <a:solidFill>
                  <a:srgbClr val="404040"/>
                </a:solidFill>
                <a:effectLst/>
                <a:latin typeface="Lato" panose="020F0502020204030203" pitchFamily="34" charset="0"/>
              </a:rPr>
              <a:t> </a:t>
            </a:r>
            <a:r>
              <a:rPr lang="zh-CN" altLang="en" sz="4400" b="0" i="0" u="none" strike="noStrike" dirty="0">
                <a:solidFill>
                  <a:srgbClr val="404040"/>
                </a:solidFill>
                <a:effectLst/>
                <a:latin typeface="Lato" panose="020F0502020204030203" pitchFamily="34" charset="0"/>
              </a:rPr>
              <a:t>）</a:t>
            </a:r>
            <a:endParaRPr lang="en-US" altLang="zh-CN" sz="4400" b="0" i="0" u="none" strike="noStrike" dirty="0">
              <a:solidFill>
                <a:srgbClr val="404040"/>
              </a:solidFill>
              <a:effectLst/>
              <a:latin typeface="Lato" panose="020F0502020204030203" pitchFamily="34" charset="0"/>
            </a:endParaRPr>
          </a:p>
          <a:p>
            <a:pPr>
              <a:lnSpc>
                <a:spcPct val="150000"/>
              </a:lnSpc>
            </a:pPr>
            <a:r>
              <a:rPr lang="zh-CN" altLang="en-US" sz="4400" b="0" i="0" u="none" strike="noStrike" dirty="0">
                <a:solidFill>
                  <a:srgbClr val="404040"/>
                </a:solidFill>
                <a:effectLst/>
                <a:latin typeface="Lato" panose="020F0502020204030203" pitchFamily="34" charset="0"/>
              </a:rPr>
              <a:t>依赖文件（</a:t>
            </a:r>
            <a:r>
              <a:rPr lang="en" altLang="zh-CN" sz="4400" b="0" i="0" u="none" strike="noStrike" dirty="0">
                <a:solidFill>
                  <a:srgbClr val="404040"/>
                </a:solidFill>
                <a:effectLst/>
                <a:latin typeface="Lato" panose="020F0502020204030203" pitchFamily="34" charset="0"/>
              </a:rPr>
              <a:t>prerequisites</a:t>
            </a:r>
            <a:r>
              <a:rPr lang="zh-CN" altLang="en" sz="4400" b="0" i="0" u="none" strike="noStrike" dirty="0">
                <a:solidFill>
                  <a:srgbClr val="404040"/>
                </a:solidFill>
                <a:effectLst/>
                <a:latin typeface="Lato" panose="020F0502020204030203" pitchFamily="34" charset="0"/>
              </a:rPr>
              <a:t>）</a:t>
            </a:r>
            <a:r>
              <a:rPr lang="zh-CN" altLang="en-US" sz="4400" b="0" i="0" u="none" strike="noStrike" dirty="0">
                <a:solidFill>
                  <a:srgbClr val="404040"/>
                </a:solidFill>
                <a:effectLst/>
                <a:latin typeface="Lato" panose="020F0502020204030203" pitchFamily="34" charset="0"/>
              </a:rPr>
              <a:t>就是冒号后面的那些 </a:t>
            </a:r>
            <a:r>
              <a:rPr lang="en-US" altLang="zh-CN" sz="4400" dirty="0">
                <a:effectLst/>
              </a:rPr>
              <a:t>.</a:t>
            </a:r>
            <a:r>
              <a:rPr lang="en" altLang="zh-CN" sz="4400" dirty="0">
                <a:effectLst/>
              </a:rPr>
              <a:t>c</a:t>
            </a:r>
            <a:r>
              <a:rPr lang="en" altLang="zh-CN" sz="4400" b="0" i="0" u="none" strike="noStrike" dirty="0">
                <a:solidFill>
                  <a:srgbClr val="404040"/>
                </a:solidFill>
                <a:effectLst/>
                <a:latin typeface="Lato" panose="020F0502020204030203" pitchFamily="34" charset="0"/>
              </a:rPr>
              <a:t> </a:t>
            </a:r>
            <a:r>
              <a:rPr lang="zh-CN" altLang="en-US" sz="4400" b="0" i="0" u="none" strike="noStrike" dirty="0">
                <a:solidFill>
                  <a:srgbClr val="404040"/>
                </a:solidFill>
                <a:effectLst/>
                <a:latin typeface="Lato" panose="020F0502020204030203" pitchFamily="34" charset="0"/>
              </a:rPr>
              <a:t>文件和 </a:t>
            </a:r>
            <a:r>
              <a:rPr lang="en-US" altLang="zh-CN" sz="4400" dirty="0">
                <a:effectLst/>
              </a:rPr>
              <a:t>.</a:t>
            </a:r>
            <a:r>
              <a:rPr lang="en" altLang="zh-CN" sz="4400" dirty="0">
                <a:effectLst/>
              </a:rPr>
              <a:t>h</a:t>
            </a:r>
            <a:r>
              <a:rPr lang="en" altLang="zh-CN" sz="4400" b="0" i="0" u="none" strike="noStrike" dirty="0">
                <a:solidFill>
                  <a:srgbClr val="404040"/>
                </a:solidFill>
                <a:effectLst/>
                <a:latin typeface="Lato" panose="020F0502020204030203" pitchFamily="34" charset="0"/>
              </a:rPr>
              <a:t> </a:t>
            </a:r>
            <a:r>
              <a:rPr lang="zh-CN" altLang="en-US" sz="4400" b="0" i="0" u="none" strike="noStrike" dirty="0">
                <a:solidFill>
                  <a:srgbClr val="404040"/>
                </a:solidFill>
                <a:effectLst/>
                <a:latin typeface="Lato" panose="020F0502020204030203" pitchFamily="34" charset="0"/>
              </a:rPr>
              <a:t>文件</a:t>
            </a:r>
            <a:endParaRPr lang="en-US" altLang="zh-CN" sz="4400" b="0" i="0" u="none" strike="noStrike" dirty="0">
              <a:solidFill>
                <a:srgbClr val="404040"/>
              </a:solidFill>
              <a:effectLst/>
              <a:latin typeface="Lato" panose="020F0502020204030203" pitchFamily="34" charset="0"/>
            </a:endParaRPr>
          </a:p>
          <a:p>
            <a:pPr>
              <a:lnSpc>
                <a:spcPct val="150000"/>
              </a:lnSpc>
            </a:pPr>
            <a:r>
              <a:rPr lang="zh-CN" altLang="en-US" sz="4400" b="0" i="0" u="none" strike="noStrike" dirty="0">
                <a:solidFill>
                  <a:srgbClr val="404040"/>
                </a:solidFill>
                <a:effectLst/>
                <a:latin typeface="Lato" panose="020F0502020204030203" pitchFamily="34" charset="0"/>
              </a:rPr>
              <a:t>每一个 </a:t>
            </a:r>
            <a:r>
              <a:rPr lang="en-US" altLang="zh-CN" sz="4400" dirty="0">
                <a:effectLst/>
              </a:rPr>
              <a:t>.</a:t>
            </a:r>
            <a:r>
              <a:rPr lang="en" altLang="zh-CN" sz="4400" dirty="0">
                <a:effectLst/>
              </a:rPr>
              <a:t>o</a:t>
            </a:r>
            <a:r>
              <a:rPr lang="en" altLang="zh-CN" sz="4400" b="0" i="0" u="none" strike="noStrike" dirty="0">
                <a:solidFill>
                  <a:srgbClr val="404040"/>
                </a:solidFill>
                <a:effectLst/>
                <a:latin typeface="Lato" panose="020F0502020204030203" pitchFamily="34" charset="0"/>
              </a:rPr>
              <a:t> </a:t>
            </a:r>
            <a:r>
              <a:rPr lang="zh-CN" altLang="en-US" sz="4400" b="0" i="0" u="none" strike="noStrike" dirty="0">
                <a:solidFill>
                  <a:srgbClr val="404040"/>
                </a:solidFill>
                <a:effectLst/>
                <a:latin typeface="Lato" panose="020F0502020204030203" pitchFamily="34" charset="0"/>
              </a:rPr>
              <a:t>文件都有一组依赖文件，而这些 </a:t>
            </a:r>
            <a:r>
              <a:rPr lang="en-US" altLang="zh-CN" sz="4400" dirty="0">
                <a:effectLst/>
              </a:rPr>
              <a:t>.</a:t>
            </a:r>
            <a:r>
              <a:rPr lang="en" altLang="zh-CN" sz="4400" dirty="0">
                <a:effectLst/>
              </a:rPr>
              <a:t>o</a:t>
            </a:r>
            <a:r>
              <a:rPr lang="en" altLang="zh-CN" sz="4400" b="0" i="0" u="none" strike="noStrike" dirty="0">
                <a:solidFill>
                  <a:srgbClr val="404040"/>
                </a:solidFill>
                <a:effectLst/>
                <a:latin typeface="Lato" panose="020F0502020204030203" pitchFamily="34" charset="0"/>
              </a:rPr>
              <a:t> </a:t>
            </a:r>
            <a:r>
              <a:rPr lang="zh-CN" altLang="en-US" sz="4400" b="0" i="0" u="none" strike="noStrike" dirty="0">
                <a:solidFill>
                  <a:srgbClr val="404040"/>
                </a:solidFill>
                <a:effectLst/>
                <a:latin typeface="Lato" panose="020F0502020204030203" pitchFamily="34" charset="0"/>
              </a:rPr>
              <a:t>文件又是可执行文件 </a:t>
            </a:r>
            <a:r>
              <a:rPr lang="en" altLang="zh-CN" sz="4400" dirty="0">
                <a:effectLst/>
              </a:rPr>
              <a:t>edit</a:t>
            </a:r>
            <a:r>
              <a:rPr lang="en" altLang="zh-CN" sz="4400" b="0" i="0" u="none" strike="noStrike" dirty="0">
                <a:solidFill>
                  <a:srgbClr val="404040"/>
                </a:solidFill>
                <a:effectLst/>
                <a:latin typeface="Lato" panose="020F0502020204030203" pitchFamily="34" charset="0"/>
              </a:rPr>
              <a:t> </a:t>
            </a:r>
            <a:r>
              <a:rPr lang="zh-CN" altLang="en-US" sz="4400" b="0" i="0" u="none" strike="noStrike" dirty="0">
                <a:solidFill>
                  <a:srgbClr val="404040"/>
                </a:solidFill>
                <a:effectLst/>
                <a:latin typeface="Lato" panose="020F0502020204030203" pitchFamily="34" charset="0"/>
              </a:rPr>
              <a:t>的依赖文件。</a:t>
            </a:r>
            <a:endParaRPr lang="en-US" altLang="zh-CN" sz="4400" b="0" i="0" u="none" strike="noStrike" dirty="0">
              <a:solidFill>
                <a:srgbClr val="404040"/>
              </a:solidFill>
              <a:effectLst/>
              <a:latin typeface="Lato" panose="020F0502020204030203" pitchFamily="34" charset="0"/>
            </a:endParaRPr>
          </a:p>
          <a:p>
            <a:pPr>
              <a:lnSpc>
                <a:spcPct val="150000"/>
              </a:lnSpc>
            </a:pPr>
            <a:r>
              <a:rPr lang="zh-CN" altLang="en-US" sz="4400" b="0" i="0" u="none" strike="noStrike" dirty="0">
                <a:solidFill>
                  <a:srgbClr val="404040"/>
                </a:solidFill>
                <a:effectLst/>
                <a:latin typeface="Lato" panose="020F0502020204030203" pitchFamily="34" charset="0"/>
              </a:rPr>
              <a:t>依赖关系的实质就是说明了目标文件是由哪些文件生成的，换言之，目标文件是哪些文件更新的。</a:t>
            </a:r>
            <a:endParaRPr lang="zh-CN" altLang="en-US" sz="28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432027D0-965D-1744-9009-E248192FC246}"/>
              </a:ext>
            </a:extLst>
          </p:cNvPr>
          <p:cNvPicPr>
            <a:picLocks noChangeAspect="1"/>
          </p:cNvPicPr>
          <p:nvPr/>
        </p:nvPicPr>
        <p:blipFill>
          <a:blip r:embed="rId3"/>
          <a:stretch>
            <a:fillRect/>
          </a:stretch>
        </p:blipFill>
        <p:spPr>
          <a:xfrm>
            <a:off x="4381500" y="1124211"/>
            <a:ext cx="4991100" cy="5130800"/>
          </a:xfrm>
          <a:prstGeom prst="rect">
            <a:avLst/>
          </a:prstGeom>
        </p:spPr>
      </p:pic>
    </p:spTree>
    <p:extLst>
      <p:ext uri="{BB962C8B-B14F-4D97-AF65-F5344CB8AC3E}">
        <p14:creationId xmlns:p14="http://schemas.microsoft.com/office/powerpoint/2010/main" val="230668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示例</a:t>
            </a:r>
          </a:p>
        </p:txBody>
      </p:sp>
      <p:sp>
        <p:nvSpPr>
          <p:cNvPr id="9219" name="Rectangle 5"/>
          <p:cNvSpPr>
            <a:spLocks noGrp="1" noChangeArrowheads="1"/>
          </p:cNvSpPr>
          <p:nvPr>
            <p:ph idx="1"/>
          </p:nvPr>
        </p:nvSpPr>
        <p:spPr>
          <a:xfrm>
            <a:off x="152400" y="1270000"/>
            <a:ext cx="4229100" cy="5130800"/>
          </a:xfrm>
        </p:spPr>
        <p:txBody>
          <a:bodyPr>
            <a:normAutofit lnSpcReduction="10000"/>
          </a:bodyPr>
          <a:lstStyle/>
          <a:p>
            <a:pPr>
              <a:lnSpc>
                <a:spcPct val="150000"/>
              </a:lnSpc>
            </a:pPr>
            <a:r>
              <a:rPr lang="zh-CN" altLang="en-US" sz="1800" b="0" i="0" u="none" strike="noStrike" dirty="0">
                <a:solidFill>
                  <a:srgbClr val="404040"/>
                </a:solidFill>
                <a:effectLst/>
                <a:latin typeface="Lato" panose="020F0502020204030203" pitchFamily="34" charset="0"/>
              </a:rPr>
              <a:t>定义好依赖关系后，后续的</a:t>
            </a:r>
            <a:r>
              <a:rPr lang="en" altLang="zh-CN" sz="1800" b="0" i="0" u="none" strike="noStrike" dirty="0">
                <a:solidFill>
                  <a:srgbClr val="404040"/>
                </a:solidFill>
                <a:effectLst/>
                <a:latin typeface="Lato" panose="020F0502020204030203" pitchFamily="34" charset="0"/>
              </a:rPr>
              <a:t>recipe</a:t>
            </a:r>
            <a:r>
              <a:rPr lang="zh-CN" altLang="en-US" sz="1800" b="0" i="0" u="none" strike="noStrike" dirty="0">
                <a:solidFill>
                  <a:srgbClr val="404040"/>
                </a:solidFill>
                <a:effectLst/>
                <a:latin typeface="Lato" panose="020F0502020204030203" pitchFamily="34" charset="0"/>
              </a:rPr>
              <a:t>行定义了如何生成目标文件的操作系统命令</a:t>
            </a:r>
            <a:endParaRPr lang="en-US" altLang="zh-CN" sz="1800" b="0" i="0" u="none" strike="noStrike" dirty="0">
              <a:solidFill>
                <a:srgbClr val="404040"/>
              </a:solidFill>
              <a:effectLst/>
              <a:latin typeface="Lato" panose="020F0502020204030203" pitchFamily="34" charset="0"/>
            </a:endParaRPr>
          </a:p>
          <a:p>
            <a:pPr>
              <a:lnSpc>
                <a:spcPct val="150000"/>
              </a:lnSpc>
            </a:pPr>
            <a:r>
              <a:rPr lang="zh-CN" altLang="en-US" sz="1800" b="0" i="0" u="none" strike="noStrike" dirty="0">
                <a:solidFill>
                  <a:srgbClr val="404040"/>
                </a:solidFill>
                <a:effectLst/>
                <a:latin typeface="Lato" panose="020F0502020204030203" pitchFamily="34" charset="0"/>
              </a:rPr>
              <a:t>以一个 </a:t>
            </a:r>
            <a:r>
              <a:rPr lang="en" altLang="zh-CN" sz="1800" dirty="0">
                <a:effectLst/>
              </a:rPr>
              <a:t>Tab</a:t>
            </a:r>
            <a:r>
              <a:rPr lang="en" altLang="zh-CN" sz="1800" b="0" i="0" u="none" strike="noStrike" dirty="0">
                <a:solidFill>
                  <a:srgbClr val="404040"/>
                </a:solidFill>
                <a:effectLst/>
                <a:latin typeface="Lato" panose="020F0502020204030203" pitchFamily="34" charset="0"/>
              </a:rPr>
              <a:t> </a:t>
            </a:r>
            <a:r>
              <a:rPr lang="zh-CN" altLang="en-US" sz="1800" b="0" i="0" u="none" strike="noStrike" dirty="0">
                <a:solidFill>
                  <a:srgbClr val="404040"/>
                </a:solidFill>
                <a:effectLst/>
                <a:latin typeface="Lato" panose="020F0502020204030203" pitchFamily="34" charset="0"/>
              </a:rPr>
              <a:t>键作为开头，</a:t>
            </a:r>
            <a:r>
              <a:rPr lang="en" altLang="zh-CN" sz="1800" b="0" i="0" u="none" strike="noStrike" dirty="0">
                <a:solidFill>
                  <a:srgbClr val="404040"/>
                </a:solidFill>
                <a:effectLst/>
                <a:latin typeface="Lato" panose="020F0502020204030203" pitchFamily="34" charset="0"/>
              </a:rPr>
              <a:t>make</a:t>
            </a:r>
            <a:r>
              <a:rPr lang="zh-CN" altLang="en-US" sz="1800" b="0" i="0" u="none" strike="noStrike" dirty="0">
                <a:solidFill>
                  <a:srgbClr val="404040"/>
                </a:solidFill>
                <a:effectLst/>
                <a:latin typeface="Lato" panose="020F0502020204030203" pitchFamily="34" charset="0"/>
              </a:rPr>
              <a:t>并不管命令是怎么工作的，只管执行所定义的命令</a:t>
            </a:r>
            <a:endParaRPr lang="en-US" altLang="zh-CN" sz="1800" b="0" i="0" u="none" strike="noStrike" dirty="0">
              <a:solidFill>
                <a:srgbClr val="404040"/>
              </a:solidFill>
              <a:effectLst/>
              <a:latin typeface="Lato" panose="020F0502020204030203" pitchFamily="34" charset="0"/>
            </a:endParaRPr>
          </a:p>
          <a:p>
            <a:pPr>
              <a:lnSpc>
                <a:spcPct val="150000"/>
              </a:lnSpc>
            </a:pPr>
            <a:r>
              <a:rPr lang="en" altLang="zh-CN" sz="1800" b="0" i="0" u="none" strike="noStrike" dirty="0">
                <a:solidFill>
                  <a:srgbClr val="404040"/>
                </a:solidFill>
                <a:effectLst/>
                <a:latin typeface="Lato" panose="020F0502020204030203" pitchFamily="34" charset="0"/>
              </a:rPr>
              <a:t>make</a:t>
            </a:r>
            <a:r>
              <a:rPr lang="zh-CN" altLang="en-US" sz="1800" b="0" i="0" u="none" strike="noStrike" dirty="0">
                <a:solidFill>
                  <a:srgbClr val="404040"/>
                </a:solidFill>
                <a:effectLst/>
                <a:latin typeface="Lato" panose="020F0502020204030203" pitchFamily="34" charset="0"/>
              </a:rPr>
              <a:t>会比较</a:t>
            </a:r>
            <a:r>
              <a:rPr lang="en" altLang="zh-CN" sz="1800" b="0" i="0" u="none" strike="noStrike" dirty="0">
                <a:solidFill>
                  <a:srgbClr val="404040"/>
                </a:solidFill>
                <a:effectLst/>
                <a:latin typeface="Lato" panose="020F0502020204030203" pitchFamily="34" charset="0"/>
              </a:rPr>
              <a:t>targets</a:t>
            </a:r>
            <a:r>
              <a:rPr lang="zh-CN" altLang="en-US" sz="1800" b="0" i="0" u="none" strike="noStrike" dirty="0">
                <a:solidFill>
                  <a:srgbClr val="404040"/>
                </a:solidFill>
                <a:effectLst/>
                <a:latin typeface="Lato" panose="020F0502020204030203" pitchFamily="34" charset="0"/>
              </a:rPr>
              <a:t>文件和</a:t>
            </a:r>
            <a:r>
              <a:rPr lang="en" altLang="zh-CN" sz="1800" b="0" i="0" u="none" strike="noStrike" dirty="0">
                <a:solidFill>
                  <a:srgbClr val="404040"/>
                </a:solidFill>
                <a:effectLst/>
                <a:latin typeface="Lato" panose="020F0502020204030203" pitchFamily="34" charset="0"/>
              </a:rPr>
              <a:t>prerequisites</a:t>
            </a:r>
            <a:r>
              <a:rPr lang="zh-CN" altLang="en-US" sz="1800" b="0" i="0" u="none" strike="noStrike" dirty="0">
                <a:solidFill>
                  <a:srgbClr val="404040"/>
                </a:solidFill>
                <a:effectLst/>
                <a:latin typeface="Lato" panose="020F0502020204030203" pitchFamily="34" charset="0"/>
              </a:rPr>
              <a:t>文件的修改日期</a:t>
            </a:r>
            <a:endParaRPr lang="en-US" altLang="zh-CN" sz="1800" b="0" i="0" u="none" strike="noStrike" dirty="0">
              <a:solidFill>
                <a:srgbClr val="404040"/>
              </a:solidFill>
              <a:effectLst/>
              <a:latin typeface="Lato" panose="020F0502020204030203" pitchFamily="34" charset="0"/>
            </a:endParaRPr>
          </a:p>
          <a:p>
            <a:pPr>
              <a:lnSpc>
                <a:spcPct val="150000"/>
              </a:lnSpc>
            </a:pPr>
            <a:r>
              <a:rPr lang="zh-CN" altLang="en-US" sz="1800" b="0" i="0" u="none" strike="noStrike" dirty="0">
                <a:solidFill>
                  <a:srgbClr val="404040"/>
                </a:solidFill>
                <a:effectLst/>
                <a:latin typeface="Lato" panose="020F0502020204030203" pitchFamily="34" charset="0"/>
              </a:rPr>
              <a:t>如果</a:t>
            </a:r>
            <a:r>
              <a:rPr lang="en" altLang="zh-CN" sz="1800" b="0" i="0" u="none" strike="noStrike" dirty="0">
                <a:solidFill>
                  <a:srgbClr val="404040"/>
                </a:solidFill>
                <a:effectLst/>
                <a:latin typeface="Lato" panose="020F0502020204030203" pitchFamily="34" charset="0"/>
              </a:rPr>
              <a:t>prerequisites</a:t>
            </a:r>
            <a:r>
              <a:rPr lang="zh-CN" altLang="en-US" sz="1800" b="0" i="0" u="none" strike="noStrike" dirty="0">
                <a:solidFill>
                  <a:srgbClr val="404040"/>
                </a:solidFill>
                <a:effectLst/>
                <a:latin typeface="Lato" panose="020F0502020204030203" pitchFamily="34" charset="0"/>
              </a:rPr>
              <a:t>文件的日期要比</a:t>
            </a:r>
            <a:r>
              <a:rPr lang="en" altLang="zh-CN" sz="1800" b="0" i="0" u="none" strike="noStrike" dirty="0">
                <a:solidFill>
                  <a:srgbClr val="404040"/>
                </a:solidFill>
                <a:effectLst/>
                <a:latin typeface="Lato" panose="020F0502020204030203" pitchFamily="34" charset="0"/>
              </a:rPr>
              <a:t>targets</a:t>
            </a:r>
            <a:r>
              <a:rPr lang="zh-CN" altLang="en-US" sz="1800" b="0" i="0" u="none" strike="noStrike" dirty="0">
                <a:solidFill>
                  <a:srgbClr val="404040"/>
                </a:solidFill>
                <a:effectLst/>
                <a:latin typeface="Lato" panose="020F0502020204030203" pitchFamily="34" charset="0"/>
              </a:rPr>
              <a:t>文件的日期要新，或者</a:t>
            </a:r>
            <a:r>
              <a:rPr lang="en" altLang="zh-CN" sz="1800" b="0" i="0" u="none" strike="noStrike" dirty="0">
                <a:solidFill>
                  <a:srgbClr val="404040"/>
                </a:solidFill>
                <a:effectLst/>
                <a:latin typeface="Lato" panose="020F0502020204030203" pitchFamily="34" charset="0"/>
              </a:rPr>
              <a:t>target</a:t>
            </a:r>
            <a:r>
              <a:rPr lang="zh-CN" altLang="en-US" sz="1800" b="0" i="0" u="none" strike="noStrike" dirty="0">
                <a:solidFill>
                  <a:srgbClr val="404040"/>
                </a:solidFill>
                <a:effectLst/>
                <a:latin typeface="Lato" panose="020F0502020204030203" pitchFamily="34" charset="0"/>
              </a:rPr>
              <a:t>不存在的话，那么，</a:t>
            </a:r>
            <a:r>
              <a:rPr lang="en" altLang="zh-CN" sz="1800" b="0" i="0" u="none" strike="noStrike" dirty="0">
                <a:solidFill>
                  <a:srgbClr val="404040"/>
                </a:solidFill>
                <a:effectLst/>
                <a:latin typeface="Lato" panose="020F0502020204030203" pitchFamily="34" charset="0"/>
              </a:rPr>
              <a:t>make</a:t>
            </a:r>
            <a:r>
              <a:rPr lang="zh-CN" altLang="en-US" sz="1800" b="0" i="0" u="none" strike="noStrike" dirty="0">
                <a:solidFill>
                  <a:srgbClr val="404040"/>
                </a:solidFill>
                <a:effectLst/>
                <a:latin typeface="Lato" panose="020F0502020204030203" pitchFamily="34" charset="0"/>
              </a:rPr>
              <a:t>就会执行后续定义的命令</a:t>
            </a:r>
            <a:endParaRPr lang="zh-CN" altLang="en-US" sz="10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432027D0-965D-1744-9009-E248192FC246}"/>
              </a:ext>
            </a:extLst>
          </p:cNvPr>
          <p:cNvPicPr>
            <a:picLocks noChangeAspect="1"/>
          </p:cNvPicPr>
          <p:nvPr/>
        </p:nvPicPr>
        <p:blipFill>
          <a:blip r:embed="rId3"/>
          <a:stretch>
            <a:fillRect/>
          </a:stretch>
        </p:blipFill>
        <p:spPr>
          <a:xfrm>
            <a:off x="4381500" y="1124211"/>
            <a:ext cx="4991100" cy="5130800"/>
          </a:xfrm>
          <a:prstGeom prst="rect">
            <a:avLst/>
          </a:prstGeom>
        </p:spPr>
      </p:pic>
    </p:spTree>
    <p:extLst>
      <p:ext uri="{BB962C8B-B14F-4D97-AF65-F5344CB8AC3E}">
        <p14:creationId xmlns:p14="http://schemas.microsoft.com/office/powerpoint/2010/main" val="2739902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示例</a:t>
            </a:r>
          </a:p>
        </p:txBody>
      </p:sp>
      <p:sp>
        <p:nvSpPr>
          <p:cNvPr id="9219" name="Rectangle 5"/>
          <p:cNvSpPr>
            <a:spLocks noGrp="1" noChangeArrowheads="1"/>
          </p:cNvSpPr>
          <p:nvPr>
            <p:ph idx="1"/>
          </p:nvPr>
        </p:nvSpPr>
        <p:spPr>
          <a:xfrm>
            <a:off x="152400" y="1270000"/>
            <a:ext cx="4229100" cy="5130800"/>
          </a:xfrm>
        </p:spPr>
        <p:txBody>
          <a:bodyPr>
            <a:normAutofit fontScale="92500" lnSpcReduction="10000"/>
          </a:bodyPr>
          <a:lstStyle/>
          <a:p>
            <a:pPr>
              <a:lnSpc>
                <a:spcPct val="150000"/>
              </a:lnSpc>
            </a:pPr>
            <a:r>
              <a:rPr lang="en" altLang="zh-CN" sz="2000" b="0" i="0" u="none" strike="noStrike" dirty="0">
                <a:solidFill>
                  <a:srgbClr val="404040"/>
                </a:solidFill>
                <a:effectLst/>
                <a:latin typeface="Lato" panose="020F0502020204030203" pitchFamily="34" charset="0"/>
              </a:rPr>
              <a:t> </a:t>
            </a:r>
            <a:r>
              <a:rPr lang="en" altLang="zh-CN" sz="2000" dirty="0">
                <a:effectLst/>
              </a:rPr>
              <a:t>clean</a:t>
            </a:r>
            <a:r>
              <a:rPr lang="en" altLang="zh-CN" sz="2000" b="0" i="0" u="none" strike="noStrike" dirty="0">
                <a:solidFill>
                  <a:srgbClr val="404040"/>
                </a:solidFill>
                <a:effectLst/>
                <a:latin typeface="Lato" panose="020F0502020204030203" pitchFamily="34" charset="0"/>
              </a:rPr>
              <a:t> </a:t>
            </a:r>
            <a:r>
              <a:rPr lang="zh-CN" altLang="en-US" sz="2000" b="0" i="0" u="none" strike="noStrike" dirty="0">
                <a:solidFill>
                  <a:srgbClr val="404040"/>
                </a:solidFill>
                <a:effectLst/>
                <a:latin typeface="Lato" panose="020F0502020204030203" pitchFamily="34" charset="0"/>
              </a:rPr>
              <a:t>不是一个文件，它只不过是一个动作名字，有点像</a:t>
            </a:r>
            <a:r>
              <a:rPr lang="en" altLang="zh-CN" sz="2000" b="0" i="0" u="none" strike="noStrike" dirty="0">
                <a:solidFill>
                  <a:srgbClr val="404040"/>
                </a:solidFill>
                <a:effectLst/>
                <a:latin typeface="Lato" panose="020F0502020204030203" pitchFamily="34" charset="0"/>
              </a:rPr>
              <a:t>C</a:t>
            </a:r>
            <a:r>
              <a:rPr lang="zh-CN" altLang="en-US" sz="2000" b="0" i="0" u="none" strike="noStrike" dirty="0">
                <a:solidFill>
                  <a:srgbClr val="404040"/>
                </a:solidFill>
                <a:effectLst/>
                <a:latin typeface="Lato" panose="020F0502020204030203" pitchFamily="34" charset="0"/>
              </a:rPr>
              <a:t>语言中的</a:t>
            </a:r>
            <a:r>
              <a:rPr lang="en" altLang="zh-CN" sz="2000" b="0" i="0" u="none" strike="noStrike" dirty="0">
                <a:solidFill>
                  <a:srgbClr val="404040"/>
                </a:solidFill>
                <a:effectLst/>
                <a:latin typeface="Lato" panose="020F0502020204030203" pitchFamily="34" charset="0"/>
              </a:rPr>
              <a:t>label</a:t>
            </a:r>
            <a:r>
              <a:rPr lang="zh-CN" altLang="en-US" sz="2000" b="0" i="0" u="none" strike="noStrike" dirty="0">
                <a:solidFill>
                  <a:srgbClr val="404040"/>
                </a:solidFill>
                <a:effectLst/>
                <a:latin typeface="Lato" panose="020F0502020204030203" pitchFamily="34" charset="0"/>
              </a:rPr>
              <a:t>一样</a:t>
            </a:r>
            <a:endParaRPr lang="en-US" altLang="zh-CN" sz="2000" b="0" i="0" u="none" strike="noStrike" dirty="0">
              <a:solidFill>
                <a:srgbClr val="404040"/>
              </a:solidFill>
              <a:effectLst/>
              <a:latin typeface="Lato" panose="020F0502020204030203" pitchFamily="34" charset="0"/>
            </a:endParaRPr>
          </a:p>
          <a:p>
            <a:pPr>
              <a:lnSpc>
                <a:spcPct val="150000"/>
              </a:lnSpc>
            </a:pPr>
            <a:r>
              <a:rPr lang="zh-CN" altLang="en-US" sz="2000" b="0" i="0" u="none" strike="noStrike" dirty="0">
                <a:solidFill>
                  <a:srgbClr val="404040"/>
                </a:solidFill>
                <a:effectLst/>
                <a:latin typeface="Lato" panose="020F0502020204030203" pitchFamily="34" charset="0"/>
              </a:rPr>
              <a:t>其冒号后什么也没有，</a:t>
            </a:r>
            <a:r>
              <a:rPr lang="en" altLang="zh-CN" sz="2000" b="0" i="0" u="none" strike="noStrike" dirty="0">
                <a:solidFill>
                  <a:srgbClr val="404040"/>
                </a:solidFill>
                <a:effectLst/>
                <a:latin typeface="Lato" panose="020F0502020204030203" pitchFamily="34" charset="0"/>
              </a:rPr>
              <a:t>make</a:t>
            </a:r>
            <a:r>
              <a:rPr lang="zh-CN" altLang="en-US" sz="2000" b="0" i="0" u="none" strike="noStrike" dirty="0">
                <a:solidFill>
                  <a:srgbClr val="404040"/>
                </a:solidFill>
                <a:effectLst/>
                <a:latin typeface="Lato" panose="020F0502020204030203" pitchFamily="34" charset="0"/>
              </a:rPr>
              <a:t>不会自动去找它的依赖性，也就不会自动执行其后所定义的命令</a:t>
            </a:r>
            <a:endParaRPr lang="en-US" altLang="zh-CN" sz="2000" b="0" i="0" u="none" strike="noStrike" dirty="0">
              <a:solidFill>
                <a:srgbClr val="404040"/>
              </a:solidFill>
              <a:effectLst/>
              <a:latin typeface="Lato" panose="020F0502020204030203" pitchFamily="34" charset="0"/>
            </a:endParaRPr>
          </a:p>
          <a:p>
            <a:pPr>
              <a:lnSpc>
                <a:spcPct val="150000"/>
              </a:lnSpc>
            </a:pPr>
            <a:r>
              <a:rPr lang="zh-CN" altLang="en-US" sz="2000" b="0" i="0" u="none" strike="noStrike" dirty="0">
                <a:solidFill>
                  <a:srgbClr val="404040"/>
                </a:solidFill>
                <a:effectLst/>
                <a:latin typeface="Lato" panose="020F0502020204030203" pitchFamily="34" charset="0"/>
              </a:rPr>
              <a:t>要执行其后的命令，就要在</a:t>
            </a:r>
            <a:r>
              <a:rPr lang="en" altLang="zh-CN" sz="2000" b="0" i="0" u="none" strike="noStrike" dirty="0">
                <a:solidFill>
                  <a:srgbClr val="404040"/>
                </a:solidFill>
                <a:effectLst/>
                <a:latin typeface="Lato" panose="020F0502020204030203" pitchFamily="34" charset="0"/>
              </a:rPr>
              <a:t>make</a:t>
            </a:r>
            <a:r>
              <a:rPr lang="zh-CN" altLang="en-US" sz="2000" b="0" i="0" u="none" strike="noStrike" dirty="0">
                <a:solidFill>
                  <a:srgbClr val="404040"/>
                </a:solidFill>
                <a:effectLst/>
                <a:latin typeface="Lato" panose="020F0502020204030203" pitchFamily="34" charset="0"/>
              </a:rPr>
              <a:t>命令后明显得指出这个</a:t>
            </a:r>
            <a:r>
              <a:rPr lang="en" altLang="zh-CN" sz="2000" b="0" i="0" u="none" strike="noStrike" dirty="0">
                <a:solidFill>
                  <a:srgbClr val="404040"/>
                </a:solidFill>
                <a:effectLst/>
                <a:latin typeface="Lato" panose="020F0502020204030203" pitchFamily="34" charset="0"/>
              </a:rPr>
              <a:t>label</a:t>
            </a:r>
            <a:r>
              <a:rPr lang="zh-CN" altLang="en-US" sz="2000" b="0" i="0" u="none" strike="noStrike" dirty="0">
                <a:solidFill>
                  <a:srgbClr val="404040"/>
                </a:solidFill>
                <a:effectLst/>
                <a:latin typeface="Lato" panose="020F0502020204030203" pitchFamily="34" charset="0"/>
              </a:rPr>
              <a:t>的名字。</a:t>
            </a:r>
            <a:endParaRPr lang="en-US" altLang="zh-CN" sz="2000" b="0" i="0" u="none" strike="noStrike" dirty="0">
              <a:solidFill>
                <a:srgbClr val="404040"/>
              </a:solidFill>
              <a:effectLst/>
              <a:latin typeface="Lato" panose="020F0502020204030203" pitchFamily="34" charset="0"/>
            </a:endParaRPr>
          </a:p>
          <a:p>
            <a:pPr>
              <a:lnSpc>
                <a:spcPct val="150000"/>
              </a:lnSpc>
            </a:pPr>
            <a:r>
              <a:rPr lang="zh-CN" altLang="en-US" sz="2000" b="0" i="0" u="none" strike="noStrike" dirty="0">
                <a:solidFill>
                  <a:srgbClr val="404040"/>
                </a:solidFill>
                <a:effectLst/>
                <a:latin typeface="Lato" panose="020F0502020204030203" pitchFamily="34" charset="0"/>
              </a:rPr>
              <a:t>这样的方法非常有用，我们可以在一个</a:t>
            </a:r>
            <a:r>
              <a:rPr lang="en" altLang="zh-CN" sz="2000" b="0" i="0" u="none" strike="noStrike" dirty="0" err="1">
                <a:solidFill>
                  <a:srgbClr val="404040"/>
                </a:solidFill>
                <a:effectLst/>
                <a:latin typeface="Lato" panose="020F0502020204030203" pitchFamily="34" charset="0"/>
              </a:rPr>
              <a:t>makefile</a:t>
            </a:r>
            <a:r>
              <a:rPr lang="zh-CN" altLang="en-US" sz="2000" b="0" i="0" u="none" strike="noStrike" dirty="0">
                <a:solidFill>
                  <a:srgbClr val="404040"/>
                </a:solidFill>
                <a:effectLst/>
                <a:latin typeface="Lato" panose="020F0502020204030203" pitchFamily="34" charset="0"/>
              </a:rPr>
              <a:t>中定义不用的编译或是和编译无关的命令，比如程序的打包，程序的备份，等等。</a:t>
            </a:r>
            <a:endParaRPr lang="zh-CN" altLang="en-US" sz="10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432027D0-965D-1744-9009-E248192FC246}"/>
              </a:ext>
            </a:extLst>
          </p:cNvPr>
          <p:cNvPicPr>
            <a:picLocks noChangeAspect="1"/>
          </p:cNvPicPr>
          <p:nvPr/>
        </p:nvPicPr>
        <p:blipFill>
          <a:blip r:embed="rId3"/>
          <a:stretch>
            <a:fillRect/>
          </a:stretch>
        </p:blipFill>
        <p:spPr>
          <a:xfrm>
            <a:off x="4381500" y="1124211"/>
            <a:ext cx="4991100" cy="5130800"/>
          </a:xfrm>
          <a:prstGeom prst="rect">
            <a:avLst/>
          </a:prstGeom>
        </p:spPr>
      </p:pic>
    </p:spTree>
    <p:extLst>
      <p:ext uri="{BB962C8B-B14F-4D97-AF65-F5344CB8AC3E}">
        <p14:creationId xmlns:p14="http://schemas.microsoft.com/office/powerpoint/2010/main" val="741866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04040"/>
                </a:solidFill>
                <a:effectLst/>
                <a:latin typeface="Roboto Slab" pitchFamily="2" charset="0"/>
              </a:rPr>
              <a:t>make</a:t>
            </a:r>
            <a:r>
              <a:rPr lang="zh-CN" altLang="en-US" b="1" i="0" u="none" strike="noStrike" dirty="0">
                <a:solidFill>
                  <a:srgbClr val="404040"/>
                </a:solidFill>
                <a:effectLst/>
                <a:latin typeface="Roboto Slab" pitchFamily="2" charset="0"/>
              </a:rPr>
              <a:t>是如何工作的</a:t>
            </a:r>
          </a:p>
        </p:txBody>
      </p:sp>
      <p:sp>
        <p:nvSpPr>
          <p:cNvPr id="9219" name="Rectangle 5"/>
          <p:cNvSpPr>
            <a:spLocks noGrp="1" noChangeArrowheads="1"/>
          </p:cNvSpPr>
          <p:nvPr>
            <p:ph idx="1"/>
          </p:nvPr>
        </p:nvSpPr>
        <p:spPr>
          <a:xfrm>
            <a:off x="152400" y="1447800"/>
            <a:ext cx="4229100" cy="5410200"/>
          </a:xfrm>
        </p:spPr>
        <p:txBody>
          <a:bodyPr>
            <a:normAutofit fontScale="85000" lnSpcReduction="20000"/>
          </a:bodyPr>
          <a:lstStyle/>
          <a:p>
            <a:pPr marL="0" indent="0" algn="l">
              <a:lnSpc>
                <a:spcPct val="150000"/>
              </a:lnSpc>
              <a:buNone/>
            </a:pPr>
            <a:r>
              <a:rPr lang="zh-CN" altLang="en-US" sz="2400" b="0" i="0" u="none" strike="noStrike" dirty="0">
                <a:solidFill>
                  <a:srgbClr val="404040"/>
                </a:solidFill>
                <a:effectLst/>
                <a:latin typeface="Lato" panose="020F0502020204030203" pitchFamily="34" charset="0"/>
              </a:rPr>
              <a:t>在默认只输入 </a:t>
            </a:r>
            <a:r>
              <a:rPr lang="en" altLang="zh-CN" sz="2400" b="0" i="0" u="none" strike="noStrike" dirty="0">
                <a:solidFill>
                  <a:srgbClr val="404040"/>
                </a:solidFill>
                <a:effectLst/>
                <a:latin typeface="Lato" panose="020F0502020204030203" pitchFamily="34" charset="0"/>
              </a:rPr>
              <a:t>make </a:t>
            </a:r>
            <a:r>
              <a:rPr lang="zh-CN" altLang="en-US" sz="2400" b="0" i="0" u="none" strike="noStrike" dirty="0">
                <a:solidFill>
                  <a:srgbClr val="404040"/>
                </a:solidFill>
                <a:effectLst/>
                <a:latin typeface="Lato" panose="020F0502020204030203" pitchFamily="34" charset="0"/>
              </a:rPr>
              <a:t>命令情况下：</a:t>
            </a:r>
          </a:p>
          <a:p>
            <a:pPr algn="l">
              <a:lnSpc>
                <a:spcPct val="150000"/>
              </a:lnSpc>
              <a:buFont typeface="+mj-lt"/>
              <a:buAutoNum type="arabicPeriod"/>
            </a:pP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会在当前目录下找名字叫“</a:t>
            </a:r>
            <a:r>
              <a:rPr lang="en" altLang="zh-CN" sz="2400" b="0" i="0" u="none" strike="noStrike" dirty="0" err="1">
                <a:solidFill>
                  <a:srgbClr val="404040"/>
                </a:solidFill>
                <a:effectLst/>
                <a:latin typeface="Lato" panose="020F0502020204030203" pitchFamily="34" charset="0"/>
              </a:rPr>
              <a:t>Makefile</a:t>
            </a:r>
            <a:r>
              <a:rPr lang="en" altLang="zh-CN" sz="2400" b="0" i="0" u="none" strike="noStrike" dirty="0">
                <a:solidFill>
                  <a:srgbClr val="404040"/>
                </a:solidFill>
                <a:effectLst/>
                <a:latin typeface="Lato" panose="020F0502020204030203" pitchFamily="34" charset="0"/>
              </a:rPr>
              <a:t>”</a:t>
            </a:r>
            <a:r>
              <a:rPr lang="zh-CN" altLang="en-US" sz="2400" b="0" i="0" u="none" strike="noStrike" dirty="0">
                <a:solidFill>
                  <a:srgbClr val="404040"/>
                </a:solidFill>
                <a:effectLst/>
                <a:latin typeface="Lato" panose="020F0502020204030203" pitchFamily="34" charset="0"/>
              </a:rPr>
              <a:t>或“</a:t>
            </a:r>
            <a:r>
              <a:rPr lang="en" altLang="zh-CN" sz="2400" b="0" i="0" u="none" strike="noStrike" dirty="0" err="1">
                <a:solidFill>
                  <a:srgbClr val="404040"/>
                </a:solidFill>
                <a:effectLst/>
                <a:latin typeface="Lato" panose="020F0502020204030203" pitchFamily="34" charset="0"/>
              </a:rPr>
              <a:t>makefile</a:t>
            </a:r>
            <a:r>
              <a:rPr lang="en" altLang="zh-CN" sz="2400" b="0" i="0" u="none" strike="noStrike" dirty="0">
                <a:solidFill>
                  <a:srgbClr val="404040"/>
                </a:solidFill>
                <a:effectLst/>
                <a:latin typeface="Lato" panose="020F0502020204030203" pitchFamily="34" charset="0"/>
              </a:rPr>
              <a:t>”</a:t>
            </a:r>
            <a:r>
              <a:rPr lang="zh-CN" altLang="en-US" sz="2400" b="0" i="0" u="none" strike="noStrike" dirty="0">
                <a:solidFill>
                  <a:srgbClr val="404040"/>
                </a:solidFill>
                <a:effectLst/>
                <a:latin typeface="Lato" panose="020F0502020204030203" pitchFamily="34" charset="0"/>
              </a:rPr>
              <a:t>的文件。</a:t>
            </a:r>
          </a:p>
          <a:p>
            <a:pPr algn="l">
              <a:lnSpc>
                <a:spcPct val="150000"/>
              </a:lnSpc>
              <a:buFont typeface="+mj-lt"/>
              <a:buAutoNum type="arabicPeriod"/>
            </a:pPr>
            <a:r>
              <a:rPr lang="zh-CN" altLang="en-US" sz="2400" b="0" i="0" u="none" strike="noStrike" dirty="0">
                <a:solidFill>
                  <a:srgbClr val="404040"/>
                </a:solidFill>
                <a:effectLst/>
                <a:latin typeface="Lato" panose="020F0502020204030203" pitchFamily="34" charset="0"/>
              </a:rPr>
              <a:t>如果找到，它会找文件中的第一个目标文件（</a:t>
            </a:r>
            <a:r>
              <a:rPr lang="en" altLang="zh-CN" sz="2400" b="0" i="0" u="none" strike="noStrike" dirty="0">
                <a:solidFill>
                  <a:srgbClr val="404040"/>
                </a:solidFill>
                <a:effectLst/>
                <a:latin typeface="Lato" panose="020F0502020204030203" pitchFamily="34" charset="0"/>
              </a:rPr>
              <a:t>target</a:t>
            </a:r>
            <a:r>
              <a:rPr lang="zh-CN" altLang="en" sz="2400" b="0" i="0" u="none" strike="noStrike" dirty="0">
                <a:solidFill>
                  <a:srgbClr val="404040"/>
                </a:solidFill>
                <a:effectLst/>
                <a:latin typeface="Lato" panose="020F0502020204030203" pitchFamily="34" charset="0"/>
              </a:rPr>
              <a:t>），</a:t>
            </a:r>
            <a:r>
              <a:rPr lang="zh-CN" altLang="en-US" sz="2400" b="0" i="0" u="none" strike="noStrike" dirty="0">
                <a:solidFill>
                  <a:srgbClr val="404040"/>
                </a:solidFill>
                <a:effectLst/>
                <a:latin typeface="Lato" panose="020F0502020204030203" pitchFamily="34" charset="0"/>
              </a:rPr>
              <a:t>在上面的例子中，他会找到“</a:t>
            </a:r>
            <a:r>
              <a:rPr lang="en" altLang="zh-CN" sz="2400" b="0" i="0" u="none" strike="noStrike" dirty="0">
                <a:solidFill>
                  <a:srgbClr val="404040"/>
                </a:solidFill>
                <a:effectLst/>
                <a:latin typeface="Lato" panose="020F0502020204030203" pitchFamily="34" charset="0"/>
              </a:rPr>
              <a:t>edit”</a:t>
            </a:r>
            <a:r>
              <a:rPr lang="zh-CN" altLang="en-US" sz="2400" b="0" i="0" u="none" strike="noStrike" dirty="0">
                <a:solidFill>
                  <a:srgbClr val="404040"/>
                </a:solidFill>
                <a:effectLst/>
                <a:latin typeface="Lato" panose="020F0502020204030203" pitchFamily="34" charset="0"/>
              </a:rPr>
              <a:t>这个文件，并把这个文件作为最终的目标文件。</a:t>
            </a:r>
          </a:p>
          <a:p>
            <a:pPr algn="l">
              <a:lnSpc>
                <a:spcPct val="150000"/>
              </a:lnSpc>
              <a:buFont typeface="+mj-lt"/>
              <a:buAutoNum type="arabicPeriod"/>
            </a:pPr>
            <a:r>
              <a:rPr lang="zh-CN" altLang="en-US" sz="2400" b="0" i="0" u="none" strike="noStrike" dirty="0">
                <a:solidFill>
                  <a:srgbClr val="404040"/>
                </a:solidFill>
                <a:effectLst/>
                <a:latin typeface="Lato" panose="020F0502020204030203" pitchFamily="34" charset="0"/>
              </a:rPr>
              <a:t>如果</a:t>
            </a:r>
            <a:r>
              <a:rPr lang="en" altLang="zh-CN" sz="2400" b="0" i="0" u="none" strike="noStrike" dirty="0">
                <a:solidFill>
                  <a:srgbClr val="404040"/>
                </a:solidFill>
                <a:effectLst/>
                <a:latin typeface="Lato" panose="020F0502020204030203" pitchFamily="34" charset="0"/>
              </a:rPr>
              <a:t>edit</a:t>
            </a:r>
            <a:r>
              <a:rPr lang="zh-CN" altLang="en-US" sz="2400" b="0" i="0" u="none" strike="noStrike" dirty="0">
                <a:solidFill>
                  <a:srgbClr val="404040"/>
                </a:solidFill>
                <a:effectLst/>
                <a:latin typeface="Lato" panose="020F0502020204030203" pitchFamily="34" charset="0"/>
              </a:rPr>
              <a:t>文件不存在，或是</a:t>
            </a:r>
            <a:r>
              <a:rPr lang="en" altLang="zh-CN" sz="2400" b="0" i="0" u="none" strike="noStrike" dirty="0">
                <a:solidFill>
                  <a:srgbClr val="404040"/>
                </a:solidFill>
                <a:effectLst/>
                <a:latin typeface="Lato" panose="020F0502020204030203" pitchFamily="34" charset="0"/>
              </a:rPr>
              <a:t>edit</a:t>
            </a:r>
            <a:r>
              <a:rPr lang="zh-CN" altLang="en-US" sz="2400" b="0" i="0" u="none" strike="noStrike" dirty="0">
                <a:solidFill>
                  <a:srgbClr val="404040"/>
                </a:solidFill>
                <a:effectLst/>
                <a:latin typeface="Lato" panose="020F0502020204030203" pitchFamily="34" charset="0"/>
              </a:rPr>
              <a:t>所依赖的后面的 </a:t>
            </a:r>
            <a:r>
              <a:rPr lang="en-US" altLang="zh-CN" sz="2400" b="0" i="0" u="none" strike="noStrike" dirty="0">
                <a:solidFill>
                  <a:srgbClr val="404040"/>
                </a:solidFill>
                <a:effectLst/>
                <a:latin typeface="Lato" panose="020F0502020204030203" pitchFamily="34" charset="0"/>
              </a:rPr>
              <a:t>.</a:t>
            </a:r>
            <a:r>
              <a:rPr lang="en" altLang="zh-CN" sz="2400" b="0" i="0" u="none" strike="noStrike" dirty="0">
                <a:solidFill>
                  <a:srgbClr val="404040"/>
                </a:solidFill>
                <a:effectLst/>
                <a:latin typeface="Lato" panose="020F0502020204030203" pitchFamily="34" charset="0"/>
              </a:rPr>
              <a:t>o </a:t>
            </a:r>
            <a:r>
              <a:rPr lang="zh-CN" altLang="en-US" sz="2400" b="0" i="0" u="none" strike="noStrike" dirty="0">
                <a:solidFill>
                  <a:srgbClr val="404040"/>
                </a:solidFill>
                <a:effectLst/>
                <a:latin typeface="Lato" panose="020F0502020204030203" pitchFamily="34" charset="0"/>
              </a:rPr>
              <a:t>文件的文件修改时间要比 </a:t>
            </a:r>
            <a:r>
              <a:rPr lang="en" altLang="zh-CN" sz="2400" b="0" i="0" u="none" strike="noStrike" dirty="0">
                <a:solidFill>
                  <a:srgbClr val="404040"/>
                </a:solidFill>
                <a:effectLst/>
                <a:latin typeface="Lato" panose="020F0502020204030203" pitchFamily="34" charset="0"/>
              </a:rPr>
              <a:t>edit </a:t>
            </a:r>
            <a:r>
              <a:rPr lang="zh-CN" altLang="en-US" sz="2400" b="0" i="0" u="none" strike="noStrike" dirty="0">
                <a:solidFill>
                  <a:srgbClr val="404040"/>
                </a:solidFill>
                <a:effectLst/>
                <a:latin typeface="Lato" panose="020F0502020204030203" pitchFamily="34" charset="0"/>
              </a:rPr>
              <a:t>这个文件新，那么，他就会执行后面所定义的命令来生成 </a:t>
            </a:r>
            <a:r>
              <a:rPr lang="en" altLang="zh-CN" sz="2400" b="0" i="0" u="none" strike="noStrike" dirty="0">
                <a:solidFill>
                  <a:srgbClr val="404040"/>
                </a:solidFill>
                <a:effectLst/>
                <a:latin typeface="Lato" panose="020F0502020204030203" pitchFamily="34" charset="0"/>
              </a:rPr>
              <a:t>edit </a:t>
            </a:r>
            <a:r>
              <a:rPr lang="zh-CN" altLang="en-US" sz="2400" b="0" i="0" u="none" strike="noStrike" dirty="0">
                <a:solidFill>
                  <a:srgbClr val="404040"/>
                </a:solidFill>
                <a:effectLst/>
                <a:latin typeface="Lato" panose="020F0502020204030203" pitchFamily="34" charset="0"/>
              </a:rPr>
              <a:t>这个文件。</a:t>
            </a:r>
          </a:p>
        </p:txBody>
      </p:sp>
      <p:pic>
        <p:nvPicPr>
          <p:cNvPr id="4" name="图片 3">
            <a:extLst>
              <a:ext uri="{FF2B5EF4-FFF2-40B4-BE49-F238E27FC236}">
                <a16:creationId xmlns:a16="http://schemas.microsoft.com/office/drawing/2014/main" id="{2EAD885A-AB48-2249-8008-625A2F660A23}"/>
              </a:ext>
            </a:extLst>
          </p:cNvPr>
          <p:cNvPicPr>
            <a:picLocks noChangeAspect="1"/>
          </p:cNvPicPr>
          <p:nvPr/>
        </p:nvPicPr>
        <p:blipFill>
          <a:blip r:embed="rId3"/>
          <a:stretch>
            <a:fillRect/>
          </a:stretch>
        </p:blipFill>
        <p:spPr>
          <a:xfrm>
            <a:off x="4381500" y="1124211"/>
            <a:ext cx="4991100" cy="5130800"/>
          </a:xfrm>
          <a:prstGeom prst="rect">
            <a:avLst/>
          </a:prstGeom>
        </p:spPr>
      </p:pic>
    </p:spTree>
    <p:extLst>
      <p:ext uri="{BB962C8B-B14F-4D97-AF65-F5344CB8AC3E}">
        <p14:creationId xmlns:p14="http://schemas.microsoft.com/office/powerpoint/2010/main" val="3653441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04040"/>
                </a:solidFill>
                <a:effectLst/>
                <a:latin typeface="Roboto Slab" pitchFamily="2" charset="0"/>
              </a:rPr>
              <a:t>make</a:t>
            </a:r>
            <a:r>
              <a:rPr lang="zh-CN" altLang="en-US" b="1" i="0" u="none" strike="noStrike" dirty="0">
                <a:solidFill>
                  <a:srgbClr val="404040"/>
                </a:solidFill>
                <a:effectLst/>
                <a:latin typeface="Roboto Slab" pitchFamily="2" charset="0"/>
              </a:rPr>
              <a:t>是如何工作的</a:t>
            </a:r>
          </a:p>
        </p:txBody>
      </p:sp>
      <p:sp>
        <p:nvSpPr>
          <p:cNvPr id="9219" name="Rectangle 5"/>
          <p:cNvSpPr>
            <a:spLocks noGrp="1" noChangeArrowheads="1"/>
          </p:cNvSpPr>
          <p:nvPr>
            <p:ph idx="1"/>
          </p:nvPr>
        </p:nvSpPr>
        <p:spPr>
          <a:xfrm>
            <a:off x="152400" y="1447800"/>
            <a:ext cx="4229100" cy="5410200"/>
          </a:xfrm>
        </p:spPr>
        <p:txBody>
          <a:bodyPr>
            <a:normAutofit fontScale="85000" lnSpcReduction="20000"/>
          </a:bodyPr>
          <a:lstStyle/>
          <a:p>
            <a:pPr marL="457200" indent="-457200" algn="l">
              <a:lnSpc>
                <a:spcPct val="150000"/>
              </a:lnSpc>
              <a:buFont typeface="+mj-lt"/>
              <a:buAutoNum type="arabicPeriod" startAt="4"/>
            </a:pPr>
            <a:r>
              <a:rPr lang="zh-CN" altLang="en-US" sz="2400" b="0" i="0" u="none" strike="noStrike" dirty="0">
                <a:solidFill>
                  <a:srgbClr val="404040"/>
                </a:solidFill>
                <a:effectLst/>
                <a:latin typeface="Lato" panose="020F0502020204030203" pitchFamily="34" charset="0"/>
              </a:rPr>
              <a:t>如果 </a:t>
            </a:r>
            <a:r>
              <a:rPr lang="en" altLang="zh-CN" sz="2400" b="0" i="0" u="none" strike="noStrike" dirty="0">
                <a:solidFill>
                  <a:srgbClr val="404040"/>
                </a:solidFill>
                <a:effectLst/>
                <a:latin typeface="Lato" panose="020F0502020204030203" pitchFamily="34" charset="0"/>
              </a:rPr>
              <a:t>edit </a:t>
            </a:r>
            <a:r>
              <a:rPr lang="zh-CN" altLang="en-US" sz="2400" b="0" i="0" u="none" strike="noStrike" dirty="0">
                <a:solidFill>
                  <a:srgbClr val="404040"/>
                </a:solidFill>
                <a:effectLst/>
                <a:latin typeface="Lato" panose="020F0502020204030203" pitchFamily="34" charset="0"/>
              </a:rPr>
              <a:t>所依赖的 </a:t>
            </a:r>
            <a:r>
              <a:rPr lang="en-US" altLang="zh-CN" sz="2400" b="0" i="0" u="none" strike="noStrike" dirty="0">
                <a:solidFill>
                  <a:srgbClr val="404040"/>
                </a:solidFill>
                <a:effectLst/>
                <a:latin typeface="Lato" panose="020F0502020204030203" pitchFamily="34" charset="0"/>
              </a:rPr>
              <a:t>.</a:t>
            </a:r>
            <a:r>
              <a:rPr lang="en" altLang="zh-CN" sz="2400" b="0" i="0" u="none" strike="noStrike" dirty="0">
                <a:solidFill>
                  <a:srgbClr val="404040"/>
                </a:solidFill>
                <a:effectLst/>
                <a:latin typeface="Lato" panose="020F0502020204030203" pitchFamily="34" charset="0"/>
              </a:rPr>
              <a:t>o </a:t>
            </a:r>
            <a:r>
              <a:rPr lang="zh-CN" altLang="en-US" sz="2400" b="0" i="0" u="none" strike="noStrike" dirty="0">
                <a:solidFill>
                  <a:srgbClr val="404040"/>
                </a:solidFill>
                <a:effectLst/>
                <a:latin typeface="Lato" panose="020F0502020204030203" pitchFamily="34" charset="0"/>
              </a:rPr>
              <a:t>文件也不存在，那么</a:t>
            </a: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会在当前文件中找目标为 </a:t>
            </a:r>
            <a:r>
              <a:rPr lang="en-US" altLang="zh-CN" sz="2400" b="0" i="0" u="none" strike="noStrike" dirty="0">
                <a:solidFill>
                  <a:srgbClr val="404040"/>
                </a:solidFill>
                <a:effectLst/>
                <a:latin typeface="Lato" panose="020F0502020204030203" pitchFamily="34" charset="0"/>
              </a:rPr>
              <a:t>.</a:t>
            </a:r>
            <a:r>
              <a:rPr lang="en" altLang="zh-CN" sz="2400" b="0" i="0" u="none" strike="noStrike" dirty="0">
                <a:solidFill>
                  <a:srgbClr val="404040"/>
                </a:solidFill>
                <a:effectLst/>
                <a:latin typeface="Lato" panose="020F0502020204030203" pitchFamily="34" charset="0"/>
              </a:rPr>
              <a:t>o </a:t>
            </a:r>
            <a:r>
              <a:rPr lang="zh-CN" altLang="en-US" sz="2400" b="0" i="0" u="none" strike="noStrike" dirty="0">
                <a:solidFill>
                  <a:srgbClr val="404040"/>
                </a:solidFill>
                <a:effectLst/>
                <a:latin typeface="Lato" panose="020F0502020204030203" pitchFamily="34" charset="0"/>
              </a:rPr>
              <a:t>文件的依赖性，如果找到则再根据那一个规则生成 </a:t>
            </a:r>
            <a:r>
              <a:rPr lang="en-US" altLang="zh-CN" sz="2400" b="0" i="0" u="none" strike="noStrike" dirty="0">
                <a:solidFill>
                  <a:srgbClr val="404040"/>
                </a:solidFill>
                <a:effectLst/>
                <a:latin typeface="Lato" panose="020F0502020204030203" pitchFamily="34" charset="0"/>
              </a:rPr>
              <a:t>.</a:t>
            </a:r>
            <a:r>
              <a:rPr lang="en" altLang="zh-CN" sz="2400" b="0" i="0" u="none" strike="noStrike" dirty="0">
                <a:solidFill>
                  <a:srgbClr val="404040"/>
                </a:solidFill>
                <a:effectLst/>
                <a:latin typeface="Lato" panose="020F0502020204030203" pitchFamily="34" charset="0"/>
              </a:rPr>
              <a:t>o </a:t>
            </a:r>
            <a:r>
              <a:rPr lang="zh-CN" altLang="en-US" sz="2400" b="0" i="0" u="none" strike="noStrike" dirty="0">
                <a:solidFill>
                  <a:srgbClr val="404040"/>
                </a:solidFill>
                <a:effectLst/>
                <a:latin typeface="Lato" panose="020F0502020204030203" pitchFamily="34" charset="0"/>
              </a:rPr>
              <a:t>文件。（这有点像一个堆栈的过程）</a:t>
            </a:r>
          </a:p>
          <a:p>
            <a:pPr algn="l">
              <a:lnSpc>
                <a:spcPct val="150000"/>
              </a:lnSpc>
              <a:buFont typeface="+mj-lt"/>
              <a:buAutoNum type="arabicPeriod" startAt="4"/>
            </a:pPr>
            <a:r>
              <a:rPr lang="zh-CN" altLang="en" sz="2400" b="0" i="0" u="none" strike="noStrike" dirty="0">
                <a:solidFill>
                  <a:srgbClr val="404040"/>
                </a:solidFill>
                <a:effectLst/>
                <a:latin typeface="Lato" panose="020F0502020204030203" pitchFamily="34" charset="0"/>
              </a:rPr>
              <a:t>如</a:t>
            </a:r>
            <a:r>
              <a:rPr lang="en" altLang="zh-CN" sz="2400" b="0" i="0" u="none" strike="noStrike" dirty="0">
                <a:solidFill>
                  <a:srgbClr val="404040"/>
                </a:solidFill>
                <a:effectLst/>
                <a:latin typeface="Lato" panose="020F0502020204030203" pitchFamily="34" charset="0"/>
              </a:rPr>
              <a:t>C</a:t>
            </a:r>
            <a:r>
              <a:rPr lang="zh-CN" altLang="en-US" sz="2400" b="0" i="0" u="none" strike="noStrike" dirty="0">
                <a:solidFill>
                  <a:srgbClr val="404040"/>
                </a:solidFill>
                <a:effectLst/>
                <a:latin typeface="Lato" panose="020F0502020204030203" pitchFamily="34" charset="0"/>
              </a:rPr>
              <a:t>文件和头文件是存在的，于是</a:t>
            </a: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会生成 </a:t>
            </a:r>
            <a:r>
              <a:rPr lang="en-US" altLang="zh-CN" sz="2400" b="0" i="0" u="none" strike="noStrike" dirty="0">
                <a:solidFill>
                  <a:srgbClr val="404040"/>
                </a:solidFill>
                <a:effectLst/>
                <a:latin typeface="Lato" panose="020F0502020204030203" pitchFamily="34" charset="0"/>
              </a:rPr>
              <a:t>.</a:t>
            </a:r>
            <a:r>
              <a:rPr lang="en" altLang="zh-CN" sz="2400" b="0" i="0" u="none" strike="noStrike" dirty="0">
                <a:solidFill>
                  <a:srgbClr val="404040"/>
                </a:solidFill>
                <a:effectLst/>
                <a:latin typeface="Lato" panose="020F0502020204030203" pitchFamily="34" charset="0"/>
              </a:rPr>
              <a:t>o</a:t>
            </a:r>
            <a:r>
              <a:rPr lang="zh-CN" altLang="en-US" sz="2400" b="0" i="0" u="none" strike="noStrike" dirty="0">
                <a:solidFill>
                  <a:srgbClr val="404040"/>
                </a:solidFill>
                <a:effectLst/>
                <a:latin typeface="Lato" panose="020F0502020204030203" pitchFamily="34" charset="0"/>
              </a:rPr>
              <a:t>文件，然后再用 </a:t>
            </a:r>
            <a:r>
              <a:rPr lang="en-US" altLang="zh-CN" sz="2400" b="0" i="0" u="none" strike="noStrike" dirty="0">
                <a:solidFill>
                  <a:srgbClr val="404040"/>
                </a:solidFill>
                <a:effectLst/>
                <a:latin typeface="Lato" panose="020F0502020204030203" pitchFamily="34" charset="0"/>
              </a:rPr>
              <a:t>.</a:t>
            </a:r>
            <a:r>
              <a:rPr lang="en" altLang="zh-CN" sz="2400" b="0" i="0" u="none" strike="noStrike" dirty="0">
                <a:solidFill>
                  <a:srgbClr val="404040"/>
                </a:solidFill>
                <a:effectLst/>
                <a:latin typeface="Lato" panose="020F0502020204030203" pitchFamily="34" charset="0"/>
              </a:rPr>
              <a:t>o </a:t>
            </a:r>
            <a:r>
              <a:rPr lang="zh-CN" altLang="en-US" sz="2400" b="0" i="0" u="none" strike="noStrike" dirty="0">
                <a:solidFill>
                  <a:srgbClr val="404040"/>
                </a:solidFill>
                <a:effectLst/>
                <a:latin typeface="Lato" panose="020F0502020204030203" pitchFamily="34" charset="0"/>
              </a:rPr>
              <a:t>文件生成</a:t>
            </a: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的终极任务，也就是可执行文件 </a:t>
            </a:r>
            <a:r>
              <a:rPr lang="en" altLang="zh-CN" sz="2400" b="0" i="0" u="none" strike="noStrike" dirty="0">
                <a:solidFill>
                  <a:srgbClr val="404040"/>
                </a:solidFill>
                <a:effectLst/>
                <a:latin typeface="Lato" panose="020F0502020204030203" pitchFamily="34" charset="0"/>
              </a:rPr>
              <a:t>edit </a:t>
            </a:r>
            <a:r>
              <a:rPr lang="zh-CN" altLang="en-US" sz="2400" b="0" i="0" u="none" strike="noStrike" dirty="0">
                <a:solidFill>
                  <a:srgbClr val="404040"/>
                </a:solidFill>
                <a:effectLst/>
                <a:latin typeface="Lato" panose="020F0502020204030203" pitchFamily="34" charset="0"/>
              </a:rPr>
              <a:t>了。</a:t>
            </a:r>
            <a:endParaRPr lang="en-US" altLang="zh-CN" sz="2400" b="0" i="0" u="none" strike="noStrike" dirty="0">
              <a:solidFill>
                <a:srgbClr val="404040"/>
              </a:solidFill>
              <a:effectLst/>
              <a:latin typeface="Lato" panose="020F0502020204030203" pitchFamily="34" charset="0"/>
            </a:endParaRPr>
          </a:p>
          <a:p>
            <a:pPr marL="0" indent="0">
              <a:lnSpc>
                <a:spcPct val="150000"/>
              </a:lnSpc>
              <a:buNone/>
            </a:pPr>
            <a:r>
              <a:rPr lang="zh-CN" altLang="en-US" sz="2100" b="0" i="0" u="none" strike="noStrike" dirty="0">
                <a:solidFill>
                  <a:srgbClr val="404040"/>
                </a:solidFill>
                <a:effectLst/>
                <a:latin typeface="Lato" panose="020F0502020204030203" pitchFamily="34" charset="0"/>
              </a:rPr>
              <a:t>可以显示要</a:t>
            </a:r>
            <a:r>
              <a:rPr lang="en" altLang="zh-CN" sz="2100" b="0" i="0" u="none" strike="noStrike" dirty="0">
                <a:solidFill>
                  <a:srgbClr val="404040"/>
                </a:solidFill>
                <a:effectLst/>
                <a:latin typeface="Lato" panose="020F0502020204030203" pitchFamily="34" charset="0"/>
              </a:rPr>
              <a:t>make</a:t>
            </a:r>
            <a:r>
              <a:rPr lang="zh-CN" altLang="en-US" sz="2100" b="0" i="0" u="none" strike="noStrike" dirty="0">
                <a:solidFill>
                  <a:srgbClr val="404040"/>
                </a:solidFill>
                <a:effectLst/>
                <a:latin typeface="Lato" panose="020F0502020204030203" pitchFamily="34" charset="0"/>
              </a:rPr>
              <a:t>执行。即命令</a:t>
            </a:r>
            <a:r>
              <a:rPr lang="en-US" altLang="zh-CN" sz="2100" b="0" i="0" u="none" strike="noStrike" dirty="0">
                <a:solidFill>
                  <a:srgbClr val="404040"/>
                </a:solidFill>
                <a:effectLst/>
                <a:latin typeface="Lato" panose="020F0502020204030203" pitchFamily="34" charset="0"/>
              </a:rPr>
              <a:t>—— </a:t>
            </a:r>
            <a:r>
              <a:rPr lang="en" altLang="zh-CN" sz="2100" b="0" i="0" u="none" strike="noStrike" dirty="0">
                <a:solidFill>
                  <a:srgbClr val="404040"/>
                </a:solidFill>
                <a:effectLst/>
                <a:latin typeface="Lato" panose="020F0502020204030203" pitchFamily="34" charset="0"/>
              </a:rPr>
              <a:t>make clean </a:t>
            </a:r>
            <a:r>
              <a:rPr lang="zh-CN" altLang="en" sz="2100" b="0" i="0" u="none" strike="noStrike" dirty="0">
                <a:solidFill>
                  <a:srgbClr val="404040"/>
                </a:solidFill>
                <a:effectLst/>
                <a:latin typeface="Lato" panose="020F0502020204030203" pitchFamily="34" charset="0"/>
              </a:rPr>
              <a:t>，</a:t>
            </a:r>
            <a:r>
              <a:rPr lang="zh-CN" altLang="en-US" sz="2100" b="0" i="0" u="none" strike="noStrike" dirty="0">
                <a:solidFill>
                  <a:srgbClr val="404040"/>
                </a:solidFill>
                <a:effectLst/>
                <a:latin typeface="Lato" panose="020F0502020204030203" pitchFamily="34" charset="0"/>
              </a:rPr>
              <a:t>以此来清除所有的目标文件，以便重编译。</a:t>
            </a:r>
            <a:endParaRPr lang="en-US" altLang="zh-CN" sz="2100" b="0" i="0" u="none" strike="noStrike" dirty="0">
              <a:solidFill>
                <a:srgbClr val="404040"/>
              </a:solidFill>
              <a:effectLst/>
              <a:latin typeface="Lato" panose="020F0502020204030203" pitchFamily="34" charset="0"/>
            </a:endParaRPr>
          </a:p>
          <a:p>
            <a:pPr marL="0" indent="0" algn="l">
              <a:lnSpc>
                <a:spcPct val="150000"/>
              </a:lnSpc>
              <a:buNone/>
            </a:pPr>
            <a:endParaRPr lang="zh-CN" altLang="en-US" sz="2400" b="0" i="0" u="none" strike="noStrike" dirty="0">
              <a:solidFill>
                <a:srgbClr val="404040"/>
              </a:solidFill>
              <a:effectLst/>
              <a:latin typeface="Lato" panose="020F0502020204030203" pitchFamily="34" charset="0"/>
            </a:endParaRPr>
          </a:p>
        </p:txBody>
      </p:sp>
      <p:pic>
        <p:nvPicPr>
          <p:cNvPr id="5" name="图片 4">
            <a:extLst>
              <a:ext uri="{FF2B5EF4-FFF2-40B4-BE49-F238E27FC236}">
                <a16:creationId xmlns:a16="http://schemas.microsoft.com/office/drawing/2014/main" id="{1C8205A9-3A50-F44A-A1BB-8FAEE4231DE7}"/>
              </a:ext>
            </a:extLst>
          </p:cNvPr>
          <p:cNvPicPr>
            <a:picLocks noChangeAspect="1"/>
          </p:cNvPicPr>
          <p:nvPr/>
        </p:nvPicPr>
        <p:blipFill>
          <a:blip r:embed="rId3"/>
          <a:stretch>
            <a:fillRect/>
          </a:stretch>
        </p:blipFill>
        <p:spPr>
          <a:xfrm>
            <a:off x="4381500" y="1124211"/>
            <a:ext cx="4991100" cy="5130800"/>
          </a:xfrm>
          <a:prstGeom prst="rect">
            <a:avLst/>
          </a:prstGeom>
        </p:spPr>
      </p:pic>
    </p:spTree>
    <p:extLst>
      <p:ext uri="{BB962C8B-B14F-4D97-AF65-F5344CB8AC3E}">
        <p14:creationId xmlns:p14="http://schemas.microsoft.com/office/powerpoint/2010/main" val="820134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中使用变量</a:t>
            </a:r>
          </a:p>
        </p:txBody>
      </p:sp>
      <p:sp>
        <p:nvSpPr>
          <p:cNvPr id="9219" name="Rectangle 5"/>
          <p:cNvSpPr>
            <a:spLocks noGrp="1" noChangeArrowheads="1"/>
          </p:cNvSpPr>
          <p:nvPr>
            <p:ph idx="1"/>
          </p:nvPr>
        </p:nvSpPr>
        <p:spPr>
          <a:xfrm>
            <a:off x="152400" y="1447800"/>
            <a:ext cx="8763000" cy="5410200"/>
          </a:xfrm>
        </p:spPr>
        <p:txBody>
          <a:bodyPr>
            <a:normAutofit fontScale="92500"/>
          </a:bodyPr>
          <a:lstStyle/>
          <a:p>
            <a:pPr>
              <a:lnSpc>
                <a:spcPct val="150000"/>
              </a:lnSpc>
            </a:pPr>
            <a:r>
              <a:rPr lang="en" altLang="zh-CN" sz="2400" b="0" i="0" u="none" strike="noStrike" dirty="0">
                <a:solidFill>
                  <a:srgbClr val="404040"/>
                </a:solidFill>
                <a:effectLst/>
                <a:latin typeface="Lato" panose="020F0502020204030203" pitchFamily="34" charset="0"/>
              </a:rPr>
              <a:t>edit</a:t>
            </a:r>
            <a:r>
              <a:rPr lang="zh-CN" altLang="en-US" sz="2400" b="0" i="0" u="none" strike="noStrike" dirty="0">
                <a:solidFill>
                  <a:srgbClr val="404040"/>
                </a:solidFill>
                <a:effectLst/>
                <a:latin typeface="Lato" panose="020F0502020204030203" pitchFamily="34" charset="0"/>
              </a:rPr>
              <a:t>的规则：</a:t>
            </a:r>
            <a:endParaRPr lang="en-US" altLang="zh-CN" sz="2400" b="0" i="0" u="none" strike="noStrike" dirty="0">
              <a:solidFill>
                <a:srgbClr val="404040"/>
              </a:solidFill>
              <a:effectLst/>
              <a:latin typeface="Lato" panose="020F0502020204030203" pitchFamily="34" charset="0"/>
            </a:endParaRPr>
          </a:p>
          <a:p>
            <a:pPr>
              <a:lnSpc>
                <a:spcPct val="150000"/>
              </a:lnSpc>
            </a:pPr>
            <a:endParaRPr lang="en-US" altLang="zh-CN" sz="2400" dirty="0">
              <a:solidFill>
                <a:srgbClr val="404040"/>
              </a:solidFill>
              <a:latin typeface="Lato" panose="020F0502020204030203" pitchFamily="34" charset="0"/>
            </a:endParaRPr>
          </a:p>
          <a:p>
            <a:pPr>
              <a:lnSpc>
                <a:spcPct val="150000"/>
              </a:lnSpc>
            </a:pPr>
            <a:r>
              <a:rPr lang="en" altLang="zh-CN" sz="2400" b="0" i="0" u="none" strike="noStrike" dirty="0">
                <a:solidFill>
                  <a:srgbClr val="404040"/>
                </a:solidFill>
                <a:effectLst/>
                <a:latin typeface="Lato" panose="020F0502020204030203" pitchFamily="34" charset="0"/>
              </a:rPr>
              <a:t> </a:t>
            </a:r>
            <a:r>
              <a:rPr lang="en" altLang="zh-CN" sz="2400" dirty="0">
                <a:effectLst/>
              </a:rPr>
              <a:t>.o</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文件的字符串被重复了两次，如果我们的工程需要加入一个新的 </a:t>
            </a:r>
            <a:r>
              <a:rPr lang="en-US" altLang="zh-CN" sz="2400" dirty="0">
                <a:effectLst/>
              </a:rPr>
              <a:t>.</a:t>
            </a:r>
            <a:r>
              <a:rPr lang="en" altLang="zh-CN" sz="2400" dirty="0">
                <a:effectLst/>
              </a:rPr>
              <a:t>o</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文件，那么我们需要在两个地方加（应该是三个地方，还有一个地方在</a:t>
            </a:r>
            <a:r>
              <a:rPr lang="en" altLang="zh-CN" sz="2400" b="0" i="0" u="none" strike="noStrike" dirty="0">
                <a:solidFill>
                  <a:srgbClr val="404040"/>
                </a:solidFill>
                <a:effectLst/>
                <a:latin typeface="Lato" panose="020F0502020204030203" pitchFamily="34" charset="0"/>
              </a:rPr>
              <a:t>clean</a:t>
            </a:r>
            <a:r>
              <a:rPr lang="zh-CN" altLang="en-US" sz="2400" b="0" i="0" u="none" strike="noStrike" dirty="0">
                <a:solidFill>
                  <a:srgbClr val="404040"/>
                </a:solidFill>
                <a:effectLst/>
                <a:latin typeface="Lato" panose="020F0502020204030203" pitchFamily="34" charset="0"/>
              </a:rPr>
              <a:t>中）</a:t>
            </a:r>
            <a:endParaRPr lang="en-US" altLang="zh-CN" sz="2400" b="0" i="0" u="none" strike="noStrike" dirty="0">
              <a:solidFill>
                <a:srgbClr val="404040"/>
              </a:solidFill>
              <a:effectLst/>
              <a:latin typeface="Lato" panose="020F0502020204030203" pitchFamily="34" charset="0"/>
            </a:endParaRPr>
          </a:p>
          <a:p>
            <a:pPr>
              <a:lnSpc>
                <a:spcPct val="150000"/>
              </a:lnSpc>
            </a:pPr>
            <a:r>
              <a:rPr lang="zh-CN" altLang="en-US" sz="2400" b="0" i="0" u="none" strike="noStrike" dirty="0">
                <a:solidFill>
                  <a:srgbClr val="404040"/>
                </a:solidFill>
                <a:effectLst/>
                <a:latin typeface="Lato" panose="020F0502020204030203" pitchFamily="34" charset="0"/>
              </a:rPr>
              <a:t>但如果</a:t>
            </a:r>
            <a:r>
              <a:rPr lang="en" altLang="zh-CN" sz="2400" b="0" i="0" u="none" strike="noStrike" dirty="0" err="1">
                <a:solidFill>
                  <a:srgbClr val="404040"/>
                </a:solidFill>
                <a:effectLst/>
                <a:latin typeface="Lato" panose="020F0502020204030203" pitchFamily="34" charset="0"/>
              </a:rPr>
              <a:t>makefile</a:t>
            </a:r>
            <a:r>
              <a:rPr lang="zh-CN" altLang="en-US" sz="2400" b="0" i="0" u="none" strike="noStrike" dirty="0">
                <a:solidFill>
                  <a:srgbClr val="404040"/>
                </a:solidFill>
                <a:effectLst/>
                <a:latin typeface="Lato" panose="020F0502020204030203" pitchFamily="34" charset="0"/>
              </a:rPr>
              <a:t>变得复杂，那么我们就有可能会忘掉一个需要加入的地方，而导致编译失败。</a:t>
            </a:r>
            <a:endParaRPr lang="en-US" altLang="zh-CN" sz="2400" b="0" i="0" u="none" strike="noStrike" dirty="0">
              <a:solidFill>
                <a:srgbClr val="404040"/>
              </a:solidFill>
              <a:effectLst/>
              <a:latin typeface="Lato" panose="020F0502020204030203" pitchFamily="34" charset="0"/>
            </a:endParaRPr>
          </a:p>
          <a:p>
            <a:pPr>
              <a:lnSpc>
                <a:spcPct val="150000"/>
              </a:lnSpc>
            </a:pPr>
            <a:r>
              <a:rPr lang="zh-CN" altLang="en-US" sz="2400" b="0" i="0" u="none" strike="noStrike" dirty="0">
                <a:solidFill>
                  <a:srgbClr val="404040"/>
                </a:solidFill>
                <a:effectLst/>
                <a:latin typeface="Lato" panose="020F0502020204030203" pitchFamily="34" charset="0"/>
              </a:rPr>
              <a:t>所以，为了</a:t>
            </a:r>
            <a:r>
              <a:rPr lang="en" altLang="zh-CN" sz="2400" b="0" i="0" u="none" strike="noStrike" dirty="0" err="1">
                <a:solidFill>
                  <a:srgbClr val="404040"/>
                </a:solidFill>
                <a:effectLst/>
                <a:latin typeface="Lato" panose="020F0502020204030203" pitchFamily="34" charset="0"/>
              </a:rPr>
              <a:t>makefile</a:t>
            </a:r>
            <a:r>
              <a:rPr lang="zh-CN" altLang="en-US" sz="2400" b="0" i="0" u="none" strike="noStrike" dirty="0">
                <a:solidFill>
                  <a:srgbClr val="404040"/>
                </a:solidFill>
                <a:effectLst/>
                <a:latin typeface="Lato" panose="020F0502020204030203" pitchFamily="34" charset="0"/>
              </a:rPr>
              <a:t>的易维护，在</a:t>
            </a:r>
            <a:r>
              <a:rPr lang="en" altLang="zh-CN" sz="2400" b="0" i="0" u="none" strike="noStrike" dirty="0" err="1">
                <a:solidFill>
                  <a:srgbClr val="404040"/>
                </a:solidFill>
                <a:effectLst/>
                <a:latin typeface="Lato" panose="020F0502020204030203" pitchFamily="34" charset="0"/>
              </a:rPr>
              <a:t>makefile</a:t>
            </a:r>
            <a:r>
              <a:rPr lang="zh-CN" altLang="en-US" sz="2400" b="0" i="0" u="none" strike="noStrike" dirty="0">
                <a:solidFill>
                  <a:srgbClr val="404040"/>
                </a:solidFill>
                <a:effectLst/>
                <a:latin typeface="Lato" panose="020F0502020204030203" pitchFamily="34" charset="0"/>
              </a:rPr>
              <a:t>中我们可以使用变量。</a:t>
            </a:r>
            <a:r>
              <a:rPr lang="en" altLang="zh-CN" sz="2400" b="0" i="0" u="none" strike="noStrike" dirty="0" err="1">
                <a:solidFill>
                  <a:srgbClr val="404040"/>
                </a:solidFill>
                <a:effectLst/>
                <a:latin typeface="Lato" panose="020F0502020204030203" pitchFamily="34" charset="0"/>
              </a:rPr>
              <a:t>makefile</a:t>
            </a:r>
            <a:r>
              <a:rPr lang="zh-CN" altLang="en-US" sz="2400" b="0" i="0" u="none" strike="noStrike" dirty="0">
                <a:solidFill>
                  <a:srgbClr val="404040"/>
                </a:solidFill>
                <a:effectLst/>
                <a:latin typeface="Lato" panose="020F0502020204030203" pitchFamily="34" charset="0"/>
              </a:rPr>
              <a:t>的变量也就是一个字符串，理解成</a:t>
            </a:r>
            <a:r>
              <a:rPr lang="en" altLang="zh-CN" sz="2400" b="0" i="0" u="none" strike="noStrike" dirty="0">
                <a:solidFill>
                  <a:srgbClr val="404040"/>
                </a:solidFill>
                <a:effectLst/>
                <a:latin typeface="Lato" panose="020F0502020204030203" pitchFamily="34" charset="0"/>
              </a:rPr>
              <a:t>C</a:t>
            </a:r>
            <a:r>
              <a:rPr lang="zh-CN" altLang="en-US" sz="2400" b="0" i="0" u="none" strike="noStrike" dirty="0">
                <a:solidFill>
                  <a:srgbClr val="404040"/>
                </a:solidFill>
                <a:effectLst/>
                <a:latin typeface="Lato" panose="020F0502020204030203" pitchFamily="34" charset="0"/>
              </a:rPr>
              <a:t>语言中的宏可能会更好。</a:t>
            </a:r>
            <a:endParaRPr lang="zh-CN" altLang="en-US" sz="2000" b="0" i="0" u="none" strike="noStrike" dirty="0">
              <a:solidFill>
                <a:srgbClr val="404040"/>
              </a:solidFill>
              <a:effectLst/>
              <a:latin typeface="Lato" panose="020F0502020204030203" pitchFamily="34" charset="0"/>
            </a:endParaRPr>
          </a:p>
        </p:txBody>
      </p:sp>
      <p:pic>
        <p:nvPicPr>
          <p:cNvPr id="2" name="图片 1">
            <a:extLst>
              <a:ext uri="{FF2B5EF4-FFF2-40B4-BE49-F238E27FC236}">
                <a16:creationId xmlns:a16="http://schemas.microsoft.com/office/drawing/2014/main" id="{1087D6CE-C721-7748-9ACC-268BC5A506D0}"/>
              </a:ext>
            </a:extLst>
          </p:cNvPr>
          <p:cNvPicPr>
            <a:picLocks noChangeAspect="1"/>
          </p:cNvPicPr>
          <p:nvPr/>
        </p:nvPicPr>
        <p:blipFill>
          <a:blip r:embed="rId3"/>
          <a:stretch>
            <a:fillRect/>
          </a:stretch>
        </p:blipFill>
        <p:spPr>
          <a:xfrm>
            <a:off x="2438400" y="1447800"/>
            <a:ext cx="5003800" cy="1092200"/>
          </a:xfrm>
          <a:prstGeom prst="rect">
            <a:avLst/>
          </a:prstGeom>
        </p:spPr>
      </p:pic>
    </p:spTree>
    <p:extLst>
      <p:ext uri="{BB962C8B-B14F-4D97-AF65-F5344CB8AC3E}">
        <p14:creationId xmlns:p14="http://schemas.microsoft.com/office/powerpoint/2010/main" val="2131803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中使用变量</a:t>
            </a:r>
          </a:p>
        </p:txBody>
      </p:sp>
      <p:sp>
        <p:nvSpPr>
          <p:cNvPr id="9219" name="Rectangle 5"/>
          <p:cNvSpPr>
            <a:spLocks noGrp="1" noChangeArrowheads="1"/>
          </p:cNvSpPr>
          <p:nvPr>
            <p:ph idx="1"/>
          </p:nvPr>
        </p:nvSpPr>
        <p:spPr>
          <a:xfrm>
            <a:off x="152400" y="1447800"/>
            <a:ext cx="8763000" cy="5410200"/>
          </a:xfrm>
        </p:spPr>
        <p:txBody>
          <a:bodyPr>
            <a:normAutofit/>
          </a:bodyPr>
          <a:lstStyle/>
          <a:p>
            <a:pPr>
              <a:lnSpc>
                <a:spcPct val="150000"/>
              </a:lnSpc>
            </a:pPr>
            <a:r>
              <a:rPr lang="en" altLang="zh-CN" sz="2400" b="0" i="0" u="none" strike="noStrike" dirty="0">
                <a:solidFill>
                  <a:srgbClr val="404040"/>
                </a:solidFill>
                <a:effectLst/>
                <a:latin typeface="Lato" panose="020F0502020204030203" pitchFamily="34" charset="0"/>
              </a:rPr>
              <a:t>edit</a:t>
            </a:r>
            <a:r>
              <a:rPr lang="zh-CN" altLang="en-US" sz="2400" b="0" i="0" u="none" strike="noStrike" dirty="0">
                <a:solidFill>
                  <a:srgbClr val="404040"/>
                </a:solidFill>
                <a:effectLst/>
                <a:latin typeface="Lato" panose="020F0502020204030203" pitchFamily="34" charset="0"/>
              </a:rPr>
              <a:t>的规则：</a:t>
            </a:r>
            <a:endParaRPr lang="en-US" altLang="zh-CN" sz="2400" b="0" i="0" u="none" strike="noStrike" dirty="0">
              <a:solidFill>
                <a:srgbClr val="404040"/>
              </a:solidFill>
              <a:effectLst/>
              <a:latin typeface="Lato" panose="020F0502020204030203" pitchFamily="34" charset="0"/>
            </a:endParaRPr>
          </a:p>
          <a:p>
            <a:pPr>
              <a:lnSpc>
                <a:spcPct val="150000"/>
              </a:lnSpc>
            </a:pPr>
            <a:endParaRPr lang="en-US" altLang="zh-CN" sz="2400" dirty="0">
              <a:solidFill>
                <a:srgbClr val="404040"/>
              </a:solidFill>
              <a:latin typeface="Lato" panose="020F0502020204030203" pitchFamily="34" charset="0"/>
            </a:endParaRPr>
          </a:p>
          <a:p>
            <a:pPr>
              <a:lnSpc>
                <a:spcPct val="150000"/>
              </a:lnSpc>
            </a:pPr>
            <a:r>
              <a:rPr lang="zh-CN" altLang="en-US" sz="2800" b="0" i="0" u="none" strike="noStrike" dirty="0">
                <a:solidFill>
                  <a:srgbClr val="404040"/>
                </a:solidFill>
                <a:effectLst/>
                <a:latin typeface="Lato" panose="020F0502020204030203" pitchFamily="34" charset="0"/>
              </a:rPr>
              <a:t>声明一个变量叫 </a:t>
            </a:r>
            <a:r>
              <a:rPr lang="en" altLang="zh-CN" sz="2800" dirty="0">
                <a:effectLst/>
              </a:rPr>
              <a:t>objects</a:t>
            </a:r>
            <a:endParaRPr lang="en-US" altLang="zh-CN" sz="2800" b="0" i="0" u="none" strike="noStrike" dirty="0">
              <a:solidFill>
                <a:srgbClr val="404040"/>
              </a:solidFill>
              <a:effectLst/>
              <a:latin typeface="Lato" panose="020F0502020204030203" pitchFamily="34" charset="0"/>
            </a:endParaRPr>
          </a:p>
          <a:p>
            <a:pPr>
              <a:lnSpc>
                <a:spcPct val="150000"/>
              </a:lnSpc>
            </a:pPr>
            <a:r>
              <a:rPr lang="zh-CN" altLang="en-US" sz="2800" b="0" i="0" u="none" strike="noStrike" dirty="0">
                <a:solidFill>
                  <a:srgbClr val="404040"/>
                </a:solidFill>
                <a:effectLst/>
                <a:latin typeface="Lato" panose="020F0502020204030203" pitchFamily="34" charset="0"/>
              </a:rPr>
              <a:t>在</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一开始就这样定义：</a:t>
            </a:r>
            <a:endParaRPr lang="zh-CN" altLang="en-US" sz="2000" b="0" i="0" u="none" strike="noStrike" dirty="0">
              <a:solidFill>
                <a:srgbClr val="404040"/>
              </a:solidFill>
              <a:effectLst/>
              <a:latin typeface="Lato" panose="020F0502020204030203" pitchFamily="34" charset="0"/>
            </a:endParaRPr>
          </a:p>
        </p:txBody>
      </p:sp>
      <p:pic>
        <p:nvPicPr>
          <p:cNvPr id="2" name="图片 1">
            <a:extLst>
              <a:ext uri="{FF2B5EF4-FFF2-40B4-BE49-F238E27FC236}">
                <a16:creationId xmlns:a16="http://schemas.microsoft.com/office/drawing/2014/main" id="{1087D6CE-C721-7748-9ACC-268BC5A506D0}"/>
              </a:ext>
            </a:extLst>
          </p:cNvPr>
          <p:cNvPicPr>
            <a:picLocks noChangeAspect="1"/>
          </p:cNvPicPr>
          <p:nvPr/>
        </p:nvPicPr>
        <p:blipFill>
          <a:blip r:embed="rId3"/>
          <a:stretch>
            <a:fillRect/>
          </a:stretch>
        </p:blipFill>
        <p:spPr>
          <a:xfrm>
            <a:off x="2438400" y="1447800"/>
            <a:ext cx="5003800" cy="1092200"/>
          </a:xfrm>
          <a:prstGeom prst="rect">
            <a:avLst/>
          </a:prstGeom>
        </p:spPr>
      </p:pic>
      <p:pic>
        <p:nvPicPr>
          <p:cNvPr id="3" name="图片 2">
            <a:extLst>
              <a:ext uri="{FF2B5EF4-FFF2-40B4-BE49-F238E27FC236}">
                <a16:creationId xmlns:a16="http://schemas.microsoft.com/office/drawing/2014/main" id="{FC34AFF4-4774-7E47-8FF4-BD5DA2A78442}"/>
              </a:ext>
            </a:extLst>
          </p:cNvPr>
          <p:cNvPicPr>
            <a:picLocks noChangeAspect="1"/>
          </p:cNvPicPr>
          <p:nvPr/>
        </p:nvPicPr>
        <p:blipFill>
          <a:blip r:embed="rId4"/>
          <a:stretch>
            <a:fillRect/>
          </a:stretch>
        </p:blipFill>
        <p:spPr>
          <a:xfrm>
            <a:off x="2438399" y="4174820"/>
            <a:ext cx="5334001" cy="741237"/>
          </a:xfrm>
          <a:prstGeom prst="rect">
            <a:avLst/>
          </a:prstGeom>
        </p:spPr>
      </p:pic>
    </p:spTree>
    <p:extLst>
      <p:ext uri="{BB962C8B-B14F-4D97-AF65-F5344CB8AC3E}">
        <p14:creationId xmlns:p14="http://schemas.microsoft.com/office/powerpoint/2010/main" val="3022666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中使用变量</a:t>
            </a:r>
          </a:p>
        </p:txBody>
      </p:sp>
      <p:sp>
        <p:nvSpPr>
          <p:cNvPr id="9219" name="Rectangle 5"/>
          <p:cNvSpPr>
            <a:spLocks noGrp="1" noChangeArrowheads="1"/>
          </p:cNvSpPr>
          <p:nvPr>
            <p:ph idx="1"/>
          </p:nvPr>
        </p:nvSpPr>
        <p:spPr>
          <a:xfrm>
            <a:off x="152400" y="1447800"/>
            <a:ext cx="3733800" cy="5410200"/>
          </a:xfrm>
        </p:spPr>
        <p:txBody>
          <a:bodyPr>
            <a:normAutofit/>
          </a:bodyPr>
          <a:lstStyle/>
          <a:p>
            <a:pPr>
              <a:lnSpc>
                <a:spcPct val="150000"/>
              </a:lnSpc>
            </a:pPr>
            <a:r>
              <a:rPr lang="zh-CN" altLang="en-US" sz="2400" b="0" i="0" u="none" strike="noStrike" dirty="0">
                <a:solidFill>
                  <a:srgbClr val="404040"/>
                </a:solidFill>
                <a:effectLst/>
                <a:latin typeface="Lato" panose="020F0502020204030203" pitchFamily="34" charset="0"/>
              </a:rPr>
              <a:t>然后可以很方便地在</a:t>
            </a:r>
            <a:r>
              <a:rPr lang="en" altLang="zh-CN" sz="2400" b="0" i="0" u="none" strike="noStrike" dirty="0" err="1">
                <a:solidFill>
                  <a:srgbClr val="404040"/>
                </a:solidFill>
                <a:effectLst/>
                <a:latin typeface="Lato" panose="020F0502020204030203" pitchFamily="34" charset="0"/>
              </a:rPr>
              <a:t>makefile</a:t>
            </a:r>
            <a:r>
              <a:rPr lang="zh-CN" altLang="en-US" sz="2400" b="0" i="0" u="none" strike="noStrike" dirty="0">
                <a:solidFill>
                  <a:srgbClr val="404040"/>
                </a:solidFill>
                <a:effectLst/>
                <a:latin typeface="Lato" panose="020F0502020204030203" pitchFamily="34" charset="0"/>
              </a:rPr>
              <a:t>中以 </a:t>
            </a:r>
            <a:r>
              <a:rPr lang="en-US" altLang="zh-CN" sz="2400" dirty="0">
                <a:effectLst/>
              </a:rPr>
              <a:t>$(</a:t>
            </a:r>
            <a:r>
              <a:rPr lang="en" altLang="zh-CN" sz="2400" dirty="0">
                <a:effectLst/>
              </a:rPr>
              <a:t>objects)</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的方式来使用这个变量了</a:t>
            </a:r>
            <a:endParaRPr lang="en-US" altLang="zh-CN" sz="2400" b="0" i="0" u="none" strike="noStrike" dirty="0">
              <a:solidFill>
                <a:srgbClr val="404040"/>
              </a:solidFill>
              <a:effectLst/>
              <a:latin typeface="Lato" panose="020F0502020204030203" pitchFamily="34" charset="0"/>
            </a:endParaRPr>
          </a:p>
          <a:p>
            <a:pPr>
              <a:lnSpc>
                <a:spcPct val="150000"/>
              </a:lnSpc>
            </a:pPr>
            <a:r>
              <a:rPr lang="zh-CN" altLang="en-US" sz="2400" b="0" i="0" u="none" strike="noStrike" dirty="0">
                <a:solidFill>
                  <a:srgbClr val="404040"/>
                </a:solidFill>
                <a:effectLst/>
                <a:latin typeface="Lato" panose="020F0502020204030203" pitchFamily="34" charset="0"/>
              </a:rPr>
              <a:t>如果有新的 </a:t>
            </a:r>
            <a:r>
              <a:rPr lang="en-US" altLang="zh-CN" sz="2400" dirty="0">
                <a:effectLst/>
              </a:rPr>
              <a:t>.</a:t>
            </a:r>
            <a:r>
              <a:rPr lang="en" altLang="zh-CN" sz="2400" dirty="0">
                <a:effectLst/>
              </a:rPr>
              <a:t>o</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文件加入，只需简单地修改一下 </a:t>
            </a:r>
            <a:r>
              <a:rPr lang="en" altLang="zh-CN" sz="2400" dirty="0">
                <a:effectLst/>
              </a:rPr>
              <a:t>objects</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变量就可以</a:t>
            </a:r>
            <a:endParaRPr lang="zh-CN" altLang="en-US" sz="2000" b="0" i="0" u="none" strike="noStrike" dirty="0">
              <a:solidFill>
                <a:srgbClr val="404040"/>
              </a:solidFill>
              <a:effectLst/>
              <a:latin typeface="Lato" panose="020F0502020204030203" pitchFamily="34" charset="0"/>
            </a:endParaRPr>
          </a:p>
        </p:txBody>
      </p:sp>
      <p:pic>
        <p:nvPicPr>
          <p:cNvPr id="4" name="图片 3">
            <a:extLst>
              <a:ext uri="{FF2B5EF4-FFF2-40B4-BE49-F238E27FC236}">
                <a16:creationId xmlns:a16="http://schemas.microsoft.com/office/drawing/2014/main" id="{9ECE1732-EB85-054F-A9F7-312130815660}"/>
              </a:ext>
            </a:extLst>
          </p:cNvPr>
          <p:cNvPicPr>
            <a:picLocks noChangeAspect="1"/>
          </p:cNvPicPr>
          <p:nvPr/>
        </p:nvPicPr>
        <p:blipFill>
          <a:blip r:embed="rId3"/>
          <a:stretch>
            <a:fillRect/>
          </a:stretch>
        </p:blipFill>
        <p:spPr>
          <a:xfrm>
            <a:off x="4140200" y="1295400"/>
            <a:ext cx="4851400" cy="4889500"/>
          </a:xfrm>
          <a:prstGeom prst="rect">
            <a:avLst/>
          </a:prstGeom>
        </p:spPr>
      </p:pic>
    </p:spTree>
    <p:extLst>
      <p:ext uri="{BB962C8B-B14F-4D97-AF65-F5344CB8AC3E}">
        <p14:creationId xmlns:p14="http://schemas.microsoft.com/office/powerpoint/2010/main" val="2215947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04040"/>
                </a:solidFill>
                <a:effectLst/>
                <a:latin typeface="Roboto Slab" pitchFamily="2" charset="0"/>
              </a:rPr>
              <a:t>make</a:t>
            </a:r>
            <a:r>
              <a:rPr lang="zh-CN" altLang="en-US" b="1" i="0" u="none" strike="noStrike" dirty="0">
                <a:solidFill>
                  <a:srgbClr val="404040"/>
                </a:solidFill>
                <a:effectLst/>
                <a:latin typeface="Roboto Slab" pitchFamily="2" charset="0"/>
              </a:rPr>
              <a:t>自动推导</a:t>
            </a:r>
          </a:p>
        </p:txBody>
      </p:sp>
      <p:sp>
        <p:nvSpPr>
          <p:cNvPr id="9219" name="Rectangle 5"/>
          <p:cNvSpPr>
            <a:spLocks noGrp="1" noChangeArrowheads="1"/>
          </p:cNvSpPr>
          <p:nvPr>
            <p:ph idx="1"/>
          </p:nvPr>
        </p:nvSpPr>
        <p:spPr>
          <a:xfrm>
            <a:off x="152400" y="1447800"/>
            <a:ext cx="8839200" cy="5410200"/>
          </a:xfrm>
        </p:spPr>
        <p:txBody>
          <a:bodyPr>
            <a:normAutofit/>
          </a:bodyPr>
          <a:lstStyle/>
          <a:p>
            <a:pPr>
              <a:lnSpc>
                <a:spcPct val="150000"/>
              </a:lnSpc>
            </a:pPr>
            <a:r>
              <a:rPr lang="en" altLang="zh-CN" sz="2400" b="0" i="0" u="none" strike="noStrike" dirty="0">
                <a:solidFill>
                  <a:srgbClr val="404040"/>
                </a:solidFill>
                <a:effectLst/>
                <a:latin typeface="Lato" panose="020F0502020204030203" pitchFamily="34" charset="0"/>
              </a:rPr>
              <a:t>GNU</a:t>
            </a:r>
            <a:r>
              <a:rPr lang="zh-CN" altLang="en-US" sz="2400" b="0" i="0" u="none" strike="noStrike" dirty="0">
                <a:solidFill>
                  <a:srgbClr val="404040"/>
                </a:solidFill>
                <a:effectLst/>
                <a:latin typeface="Lato" panose="020F0502020204030203" pitchFamily="34" charset="0"/>
              </a:rPr>
              <a:t>的</a:t>
            </a: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很强大，它可以自动推导文件以及文件依赖关系后面的命令，没必要去在每一个 </a:t>
            </a:r>
            <a:r>
              <a:rPr lang="en-US" altLang="zh-CN" sz="2400" dirty="0">
                <a:effectLst/>
              </a:rPr>
              <a:t>.</a:t>
            </a:r>
            <a:r>
              <a:rPr lang="en" altLang="zh-CN" sz="2400" dirty="0">
                <a:effectLst/>
              </a:rPr>
              <a:t>o</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文件后都写上类似的命令，</a:t>
            </a:r>
            <a:endParaRPr lang="en-US" altLang="zh-CN" sz="2400" b="0" i="0" u="none" strike="noStrike" dirty="0">
              <a:solidFill>
                <a:srgbClr val="404040"/>
              </a:solidFill>
              <a:effectLst/>
              <a:latin typeface="Lato" panose="020F0502020204030203" pitchFamily="34" charset="0"/>
            </a:endParaRPr>
          </a:p>
          <a:p>
            <a:pPr>
              <a:lnSpc>
                <a:spcPct val="150000"/>
              </a:lnSpc>
            </a:pP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会自动识别，</a:t>
            </a:r>
            <a:r>
              <a:rPr lang="zh-CN" altLang="en-US" sz="2400" dirty="0">
                <a:solidFill>
                  <a:srgbClr val="404040"/>
                </a:solidFill>
                <a:latin typeface="Lato" panose="020F0502020204030203" pitchFamily="34" charset="0"/>
              </a:rPr>
              <a:t>并自己推导命令，只要一个 </a:t>
            </a:r>
            <a:r>
              <a:rPr lang="en-US" altLang="zh-CN" sz="2400" dirty="0">
                <a:solidFill>
                  <a:srgbClr val="404040"/>
                </a:solidFill>
                <a:latin typeface="Lato" panose="020F0502020204030203" pitchFamily="34" charset="0"/>
              </a:rPr>
              <a:t>.</a:t>
            </a:r>
            <a:r>
              <a:rPr lang="en" altLang="zh-CN" sz="2400" dirty="0">
                <a:solidFill>
                  <a:srgbClr val="404040"/>
                </a:solidFill>
                <a:latin typeface="Lato" panose="020F0502020204030203" pitchFamily="34" charset="0"/>
              </a:rPr>
              <a:t>o </a:t>
            </a:r>
            <a:r>
              <a:rPr lang="zh-CN" altLang="en-US" sz="2400" dirty="0">
                <a:solidFill>
                  <a:srgbClr val="404040"/>
                </a:solidFill>
                <a:latin typeface="Lato" panose="020F0502020204030203" pitchFamily="34" charset="0"/>
              </a:rPr>
              <a:t>文件，它就会自动的把 </a:t>
            </a:r>
            <a:r>
              <a:rPr lang="en-US" altLang="zh-CN" sz="2400" dirty="0">
                <a:solidFill>
                  <a:srgbClr val="404040"/>
                </a:solidFill>
                <a:latin typeface="Lato" panose="020F0502020204030203" pitchFamily="34" charset="0"/>
              </a:rPr>
              <a:t>.</a:t>
            </a:r>
            <a:r>
              <a:rPr lang="en" altLang="zh-CN" sz="2400" dirty="0">
                <a:solidFill>
                  <a:srgbClr val="404040"/>
                </a:solidFill>
                <a:latin typeface="Lato" panose="020F0502020204030203" pitchFamily="34" charset="0"/>
              </a:rPr>
              <a:t>c </a:t>
            </a:r>
            <a:r>
              <a:rPr lang="zh-CN" altLang="en-US" sz="2400" dirty="0">
                <a:solidFill>
                  <a:srgbClr val="404040"/>
                </a:solidFill>
                <a:latin typeface="Lato" panose="020F0502020204030203" pitchFamily="34" charset="0"/>
              </a:rPr>
              <a:t>文件加在依赖关系中</a:t>
            </a:r>
            <a:endParaRPr lang="en-US" altLang="zh-CN" sz="2400" dirty="0">
              <a:solidFill>
                <a:srgbClr val="404040"/>
              </a:solidFill>
              <a:latin typeface="Lato" panose="020F0502020204030203" pitchFamily="34" charset="0"/>
            </a:endParaRPr>
          </a:p>
          <a:p>
            <a:pPr>
              <a:lnSpc>
                <a:spcPct val="150000"/>
              </a:lnSpc>
            </a:pPr>
            <a:r>
              <a:rPr lang="zh-CN" altLang="en-US" sz="2400" dirty="0">
                <a:solidFill>
                  <a:srgbClr val="404040"/>
                </a:solidFill>
                <a:latin typeface="Lato" panose="020F0502020204030203" pitchFamily="34" charset="0"/>
              </a:rPr>
              <a:t>如果</a:t>
            </a:r>
            <a:r>
              <a:rPr lang="en" altLang="zh-CN" sz="2400" dirty="0">
                <a:solidFill>
                  <a:srgbClr val="404040"/>
                </a:solidFill>
                <a:latin typeface="Lato" panose="020F0502020204030203" pitchFamily="34" charset="0"/>
              </a:rPr>
              <a:t>make</a:t>
            </a:r>
            <a:r>
              <a:rPr lang="zh-CN" altLang="en-US" sz="2400" dirty="0">
                <a:solidFill>
                  <a:srgbClr val="404040"/>
                </a:solidFill>
                <a:latin typeface="Lato" panose="020F0502020204030203" pitchFamily="34" charset="0"/>
              </a:rPr>
              <a:t>找到一个 </a:t>
            </a:r>
            <a:r>
              <a:rPr lang="en" altLang="zh-CN" sz="2400" dirty="0" err="1">
                <a:solidFill>
                  <a:srgbClr val="404040"/>
                </a:solidFill>
                <a:latin typeface="Lato" panose="020F0502020204030203" pitchFamily="34" charset="0"/>
              </a:rPr>
              <a:t>whatever.o</a:t>
            </a:r>
            <a:r>
              <a:rPr lang="en" altLang="zh-CN" sz="2400" dirty="0">
                <a:solidFill>
                  <a:srgbClr val="404040"/>
                </a:solidFill>
                <a:latin typeface="Lato" panose="020F0502020204030203" pitchFamily="34" charset="0"/>
              </a:rPr>
              <a:t> </a:t>
            </a:r>
            <a:r>
              <a:rPr lang="zh-CN" altLang="en" sz="2400" dirty="0">
                <a:solidFill>
                  <a:srgbClr val="404040"/>
                </a:solidFill>
                <a:latin typeface="Lato" panose="020F0502020204030203" pitchFamily="34" charset="0"/>
              </a:rPr>
              <a:t>，</a:t>
            </a:r>
            <a:r>
              <a:rPr lang="zh-CN" altLang="en-US" sz="2400" dirty="0">
                <a:solidFill>
                  <a:srgbClr val="404040"/>
                </a:solidFill>
                <a:latin typeface="Lato" panose="020F0502020204030203" pitchFamily="34" charset="0"/>
              </a:rPr>
              <a:t>那么 </a:t>
            </a:r>
            <a:r>
              <a:rPr lang="en" altLang="zh-CN" sz="2400" dirty="0" err="1">
                <a:solidFill>
                  <a:srgbClr val="404040"/>
                </a:solidFill>
                <a:latin typeface="Lato" panose="020F0502020204030203" pitchFamily="34" charset="0"/>
              </a:rPr>
              <a:t>whatever.c</a:t>
            </a:r>
            <a:r>
              <a:rPr lang="en" altLang="zh-CN" sz="2400" dirty="0">
                <a:solidFill>
                  <a:srgbClr val="404040"/>
                </a:solidFill>
                <a:latin typeface="Lato" panose="020F0502020204030203" pitchFamily="34" charset="0"/>
              </a:rPr>
              <a:t> </a:t>
            </a:r>
            <a:r>
              <a:rPr lang="zh-CN" altLang="en-US" sz="2400" dirty="0">
                <a:solidFill>
                  <a:srgbClr val="404040"/>
                </a:solidFill>
                <a:latin typeface="Lato" panose="020F0502020204030203" pitchFamily="34" charset="0"/>
              </a:rPr>
              <a:t>就会是 </a:t>
            </a:r>
            <a:r>
              <a:rPr lang="en" altLang="zh-CN" sz="2400" dirty="0" err="1">
                <a:solidFill>
                  <a:srgbClr val="404040"/>
                </a:solidFill>
                <a:latin typeface="Lato" panose="020F0502020204030203" pitchFamily="34" charset="0"/>
              </a:rPr>
              <a:t>whatever.o</a:t>
            </a:r>
            <a:r>
              <a:rPr lang="en" altLang="zh-CN" sz="2400" dirty="0">
                <a:solidFill>
                  <a:srgbClr val="404040"/>
                </a:solidFill>
                <a:latin typeface="Lato" panose="020F0502020204030203" pitchFamily="34" charset="0"/>
              </a:rPr>
              <a:t> </a:t>
            </a:r>
            <a:r>
              <a:rPr lang="zh-CN" altLang="en-US" sz="2400" dirty="0">
                <a:solidFill>
                  <a:srgbClr val="404040"/>
                </a:solidFill>
                <a:latin typeface="Lato" panose="020F0502020204030203" pitchFamily="34" charset="0"/>
              </a:rPr>
              <a:t>的依赖文件。</a:t>
            </a:r>
            <a:endParaRPr lang="en-US" altLang="zh-CN" sz="2400" dirty="0">
              <a:solidFill>
                <a:srgbClr val="404040"/>
              </a:solidFill>
              <a:latin typeface="Lato" panose="020F0502020204030203" pitchFamily="34" charset="0"/>
            </a:endParaRPr>
          </a:p>
          <a:p>
            <a:pPr>
              <a:lnSpc>
                <a:spcPct val="150000"/>
              </a:lnSpc>
            </a:pPr>
            <a:r>
              <a:rPr lang="zh-CN" altLang="en-US" sz="2400" dirty="0">
                <a:solidFill>
                  <a:srgbClr val="404040"/>
                </a:solidFill>
                <a:latin typeface="Lato" panose="020F0502020204030203" pitchFamily="34" charset="0"/>
              </a:rPr>
              <a:t>并且 </a:t>
            </a:r>
            <a:r>
              <a:rPr lang="en" altLang="zh-CN" sz="2400" dirty="0">
                <a:solidFill>
                  <a:srgbClr val="404040"/>
                </a:solidFill>
                <a:latin typeface="Lato" panose="020F0502020204030203" pitchFamily="34" charset="0"/>
              </a:rPr>
              <a:t>cc -c </a:t>
            </a:r>
            <a:r>
              <a:rPr lang="en" altLang="zh-CN" sz="2400" dirty="0" err="1">
                <a:solidFill>
                  <a:srgbClr val="404040"/>
                </a:solidFill>
                <a:latin typeface="Lato" panose="020F0502020204030203" pitchFamily="34" charset="0"/>
              </a:rPr>
              <a:t>whatever.c</a:t>
            </a:r>
            <a:r>
              <a:rPr lang="en" altLang="zh-CN" sz="2400" dirty="0">
                <a:solidFill>
                  <a:srgbClr val="404040"/>
                </a:solidFill>
                <a:latin typeface="Lato" panose="020F0502020204030203" pitchFamily="34" charset="0"/>
              </a:rPr>
              <a:t> </a:t>
            </a:r>
            <a:r>
              <a:rPr lang="zh-CN" altLang="en-US" sz="2400" dirty="0">
                <a:solidFill>
                  <a:srgbClr val="404040"/>
                </a:solidFill>
                <a:latin typeface="Lato" panose="020F0502020204030203" pitchFamily="34" charset="0"/>
              </a:rPr>
              <a:t>也会被推导出来，</a:t>
            </a:r>
            <a:endParaRPr lang="en-US" altLang="zh-CN" sz="2400" dirty="0">
              <a:solidFill>
                <a:srgbClr val="404040"/>
              </a:solidFill>
              <a:latin typeface="Lato" panose="020F0502020204030203" pitchFamily="34" charset="0"/>
            </a:endParaRPr>
          </a:p>
          <a:p>
            <a:pPr>
              <a:lnSpc>
                <a:spcPct val="150000"/>
              </a:lnSpc>
            </a:pPr>
            <a:r>
              <a:rPr lang="zh-CN" altLang="en-US" sz="2400" dirty="0">
                <a:solidFill>
                  <a:srgbClr val="404040"/>
                </a:solidFill>
                <a:latin typeface="Lato" panose="020F0502020204030203" pitchFamily="34" charset="0"/>
              </a:rPr>
              <a:t>于是，</a:t>
            </a:r>
            <a:r>
              <a:rPr lang="en" altLang="zh-CN" sz="2400" dirty="0" err="1">
                <a:solidFill>
                  <a:srgbClr val="404040"/>
                </a:solidFill>
                <a:latin typeface="Lato" panose="020F0502020204030203" pitchFamily="34" charset="0"/>
              </a:rPr>
              <a:t>makefile</a:t>
            </a:r>
            <a:r>
              <a:rPr lang="zh-CN" altLang="en-US" sz="2400" dirty="0">
                <a:solidFill>
                  <a:srgbClr val="404040"/>
                </a:solidFill>
                <a:latin typeface="Lato" panose="020F0502020204030203" pitchFamily="34" charset="0"/>
              </a:rPr>
              <a:t>再也不用写得这么复杂。</a:t>
            </a:r>
          </a:p>
        </p:txBody>
      </p:sp>
    </p:spTree>
    <p:extLst>
      <p:ext uri="{BB962C8B-B14F-4D97-AF65-F5344CB8AC3E}">
        <p14:creationId xmlns:p14="http://schemas.microsoft.com/office/powerpoint/2010/main" val="145481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rgbClr val="404040"/>
                </a:solidFill>
                <a:effectLst/>
                <a:latin typeface="Roboto Slab" pitchFamily="2" charset="0"/>
              </a:rPr>
              <a:t>make</a:t>
            </a:r>
            <a:r>
              <a:rPr lang="zh-CN" altLang="en-US" b="1" i="0" u="none" strike="noStrike" dirty="0">
                <a:solidFill>
                  <a:srgbClr val="404040"/>
                </a:solidFill>
                <a:effectLst/>
                <a:latin typeface="Roboto Slab" pitchFamily="2" charset="0"/>
              </a:rPr>
              <a:t>自动推导</a:t>
            </a:r>
          </a:p>
        </p:txBody>
      </p:sp>
      <p:sp>
        <p:nvSpPr>
          <p:cNvPr id="9219" name="Rectangle 5"/>
          <p:cNvSpPr>
            <a:spLocks noGrp="1" noChangeArrowheads="1"/>
          </p:cNvSpPr>
          <p:nvPr>
            <p:ph idx="1"/>
          </p:nvPr>
        </p:nvSpPr>
        <p:spPr>
          <a:xfrm>
            <a:off x="152400" y="1447800"/>
            <a:ext cx="8839200" cy="5410200"/>
          </a:xfrm>
        </p:spPr>
        <p:txBody>
          <a:bodyPr>
            <a:normAutofit/>
          </a:bodyPr>
          <a:lstStyle/>
          <a:p>
            <a:pPr>
              <a:lnSpc>
                <a:spcPct val="150000"/>
              </a:lnSpc>
            </a:pP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的“隐式规则”</a:t>
            </a:r>
            <a:endParaRPr lang="zh-CN" altLang="en-US" sz="2000" dirty="0">
              <a:solidFill>
                <a:srgbClr val="404040"/>
              </a:solidFill>
              <a:latin typeface="Lato" panose="020F0502020204030203" pitchFamily="34" charset="0"/>
            </a:endParaRPr>
          </a:p>
        </p:txBody>
      </p:sp>
      <p:pic>
        <p:nvPicPr>
          <p:cNvPr id="2" name="图片 1">
            <a:extLst>
              <a:ext uri="{FF2B5EF4-FFF2-40B4-BE49-F238E27FC236}">
                <a16:creationId xmlns:a16="http://schemas.microsoft.com/office/drawing/2014/main" id="{0C536BD9-E052-804B-A09B-FC57EB946E06}"/>
              </a:ext>
            </a:extLst>
          </p:cNvPr>
          <p:cNvPicPr>
            <a:picLocks noChangeAspect="1"/>
          </p:cNvPicPr>
          <p:nvPr/>
        </p:nvPicPr>
        <p:blipFill>
          <a:blip r:embed="rId3"/>
          <a:stretch>
            <a:fillRect/>
          </a:stretch>
        </p:blipFill>
        <p:spPr>
          <a:xfrm>
            <a:off x="2133600" y="2057400"/>
            <a:ext cx="4381500" cy="3886200"/>
          </a:xfrm>
          <a:prstGeom prst="rect">
            <a:avLst/>
          </a:prstGeom>
        </p:spPr>
      </p:pic>
      <p:sp>
        <p:nvSpPr>
          <p:cNvPr id="6" name="文本框 5">
            <a:extLst>
              <a:ext uri="{FF2B5EF4-FFF2-40B4-BE49-F238E27FC236}">
                <a16:creationId xmlns:a16="http://schemas.microsoft.com/office/drawing/2014/main" id="{7C0282F8-B86E-7440-BD09-C7A80BE77496}"/>
              </a:ext>
            </a:extLst>
          </p:cNvPr>
          <p:cNvSpPr txBox="1"/>
          <p:nvPr/>
        </p:nvSpPr>
        <p:spPr>
          <a:xfrm>
            <a:off x="152400" y="6368534"/>
            <a:ext cx="4615542" cy="369332"/>
          </a:xfrm>
          <a:prstGeom prst="rect">
            <a:avLst/>
          </a:prstGeom>
          <a:noFill/>
        </p:spPr>
        <p:txBody>
          <a:bodyPr wrap="square">
            <a:spAutoFit/>
          </a:bodyPr>
          <a:lstStyle/>
          <a:p>
            <a:r>
              <a:rPr lang="en" altLang="zh-CN" b="0" i="0" u="none" strike="noStrike" dirty="0">
                <a:solidFill>
                  <a:schemeClr val="tx1">
                    <a:lumMod val="50000"/>
                    <a:lumOff val="50000"/>
                  </a:schemeClr>
                </a:solidFill>
                <a:effectLst/>
                <a:latin typeface="Lato" panose="020F0502020204030203" pitchFamily="34" charset="0"/>
              </a:rPr>
              <a:t> </a:t>
            </a:r>
            <a:r>
              <a:rPr lang="en" altLang="zh-CN" dirty="0">
                <a:solidFill>
                  <a:schemeClr val="tx1">
                    <a:lumMod val="50000"/>
                    <a:lumOff val="50000"/>
                  </a:schemeClr>
                </a:solidFill>
                <a:effectLst/>
              </a:rPr>
              <a:t>.PHONY</a:t>
            </a:r>
            <a:r>
              <a:rPr lang="en" altLang="zh-CN" b="0" i="0" u="none" strike="noStrike" dirty="0">
                <a:solidFill>
                  <a:schemeClr val="tx1">
                    <a:lumMod val="50000"/>
                    <a:lumOff val="50000"/>
                  </a:schemeClr>
                </a:solidFill>
                <a:effectLst/>
                <a:latin typeface="Lato" panose="020F0502020204030203" pitchFamily="34" charset="0"/>
              </a:rPr>
              <a:t> </a:t>
            </a:r>
            <a:r>
              <a:rPr lang="zh-CN" altLang="en-US" b="0" i="0" u="none" strike="noStrike" dirty="0">
                <a:solidFill>
                  <a:schemeClr val="tx1">
                    <a:lumMod val="50000"/>
                    <a:lumOff val="50000"/>
                  </a:schemeClr>
                </a:solidFill>
                <a:effectLst/>
                <a:latin typeface="Lato" panose="020F0502020204030203" pitchFamily="34" charset="0"/>
              </a:rPr>
              <a:t>表示 </a:t>
            </a:r>
            <a:r>
              <a:rPr lang="en" altLang="zh-CN" dirty="0">
                <a:solidFill>
                  <a:schemeClr val="tx1">
                    <a:lumMod val="50000"/>
                    <a:lumOff val="50000"/>
                  </a:schemeClr>
                </a:solidFill>
                <a:effectLst/>
              </a:rPr>
              <a:t>clean</a:t>
            </a:r>
            <a:r>
              <a:rPr lang="en" altLang="zh-CN" b="0" i="0" u="none" strike="noStrike" dirty="0">
                <a:solidFill>
                  <a:schemeClr val="tx1">
                    <a:lumMod val="50000"/>
                    <a:lumOff val="50000"/>
                  </a:schemeClr>
                </a:solidFill>
                <a:effectLst/>
                <a:latin typeface="Lato" panose="020F0502020204030203" pitchFamily="34" charset="0"/>
              </a:rPr>
              <a:t> </a:t>
            </a:r>
            <a:r>
              <a:rPr lang="zh-CN" altLang="en-US" b="0" i="0" u="none" strike="noStrike" dirty="0">
                <a:solidFill>
                  <a:schemeClr val="tx1">
                    <a:lumMod val="50000"/>
                    <a:lumOff val="50000"/>
                  </a:schemeClr>
                </a:solidFill>
                <a:effectLst/>
                <a:latin typeface="Lato" panose="020F0502020204030203" pitchFamily="34" charset="0"/>
              </a:rPr>
              <a:t>是个伪目标文件</a:t>
            </a:r>
            <a:endParaRPr lang="zh-CN" altLang="en-US" dirty="0">
              <a:solidFill>
                <a:schemeClr val="tx1">
                  <a:lumMod val="50000"/>
                  <a:lumOff val="50000"/>
                </a:schemeClr>
              </a:solidFill>
            </a:endParaRPr>
          </a:p>
        </p:txBody>
      </p:sp>
    </p:spTree>
    <p:extLst>
      <p:ext uri="{BB962C8B-B14F-4D97-AF65-F5344CB8AC3E}">
        <p14:creationId xmlns:p14="http://schemas.microsoft.com/office/powerpoint/2010/main" val="729111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zh-CN" altLang="en-US" b="1" i="0" u="none" strike="noStrike" dirty="0">
                <a:solidFill>
                  <a:srgbClr val="404040"/>
                </a:solidFill>
                <a:effectLst/>
                <a:latin typeface="Roboto Slab" pitchFamily="2" charset="0"/>
              </a:rPr>
              <a:t>清空目录的规则</a:t>
            </a:r>
          </a:p>
        </p:txBody>
      </p:sp>
      <p:sp>
        <p:nvSpPr>
          <p:cNvPr id="9219" name="Rectangle 5"/>
          <p:cNvSpPr>
            <a:spLocks noGrp="1" noChangeArrowheads="1"/>
          </p:cNvSpPr>
          <p:nvPr>
            <p:ph idx="1"/>
          </p:nvPr>
        </p:nvSpPr>
        <p:spPr>
          <a:xfrm>
            <a:off x="152400" y="1447800"/>
            <a:ext cx="8839200" cy="5410200"/>
          </a:xfrm>
        </p:spPr>
        <p:txBody>
          <a:bodyPr>
            <a:normAutofit/>
          </a:bodyPr>
          <a:lstStyle/>
          <a:p>
            <a:pPr>
              <a:lnSpc>
                <a:spcPct val="150000"/>
              </a:lnSpc>
            </a:pPr>
            <a:r>
              <a:rPr lang="zh-CN" altLang="en-US" sz="2400" b="0" i="0" u="none" strike="noStrike" dirty="0">
                <a:solidFill>
                  <a:srgbClr val="404040"/>
                </a:solidFill>
                <a:effectLst/>
                <a:latin typeface="Lato" panose="020F0502020204030203" pitchFamily="34" charset="0"/>
              </a:rPr>
              <a:t>每个</a:t>
            </a:r>
            <a:r>
              <a:rPr lang="en" altLang="zh-CN" sz="2400" b="0" i="0" u="none" strike="noStrike" dirty="0" err="1">
                <a:solidFill>
                  <a:srgbClr val="404040"/>
                </a:solidFill>
                <a:effectLst/>
                <a:latin typeface="Lato" panose="020F0502020204030203" pitchFamily="34" charset="0"/>
              </a:rPr>
              <a:t>Makefile</a:t>
            </a:r>
            <a:r>
              <a:rPr lang="zh-CN" altLang="en-US" sz="2400" b="0" i="0" u="none" strike="noStrike" dirty="0">
                <a:solidFill>
                  <a:srgbClr val="404040"/>
                </a:solidFill>
                <a:effectLst/>
                <a:latin typeface="Lato" panose="020F0502020204030203" pitchFamily="34" charset="0"/>
              </a:rPr>
              <a:t>中都应该写一个清空目标文件（ </a:t>
            </a:r>
            <a:r>
              <a:rPr lang="en-US" altLang="zh-CN" sz="2400" dirty="0">
                <a:effectLst/>
              </a:rPr>
              <a:t>.</a:t>
            </a:r>
            <a:r>
              <a:rPr lang="en" altLang="zh-CN" sz="2400" dirty="0">
                <a:effectLst/>
              </a:rPr>
              <a:t>o</a:t>
            </a:r>
            <a:r>
              <a:rPr lang="en" altLang="zh-CN" sz="2400" b="0" i="0" u="none" strike="noStrike" dirty="0">
                <a:solidFill>
                  <a:srgbClr val="404040"/>
                </a:solidFill>
                <a:effectLst/>
                <a:latin typeface="Lato" panose="020F0502020204030203" pitchFamily="34" charset="0"/>
              </a:rPr>
              <a:t> </a:t>
            </a:r>
            <a:r>
              <a:rPr lang="zh-CN" altLang="en" sz="2400" b="0" i="0" u="none" strike="noStrike" dirty="0">
                <a:solidFill>
                  <a:srgbClr val="404040"/>
                </a:solidFill>
                <a:effectLst/>
                <a:latin typeface="Lato" panose="020F0502020204030203" pitchFamily="34" charset="0"/>
              </a:rPr>
              <a:t>）</a:t>
            </a:r>
            <a:r>
              <a:rPr lang="zh-CN" altLang="en-US" sz="2400" b="0" i="0" u="none" strike="noStrike" dirty="0">
                <a:solidFill>
                  <a:srgbClr val="404040"/>
                </a:solidFill>
                <a:effectLst/>
                <a:latin typeface="Lato" panose="020F0502020204030203" pitchFamily="34" charset="0"/>
              </a:rPr>
              <a:t>和可执行文件的规则，这不仅便于重编译，也很利于保持文件的清洁。</a:t>
            </a:r>
            <a:endParaRPr lang="en-US" altLang="zh-CN" sz="2400" b="0" i="0" u="none" strike="noStrike" dirty="0">
              <a:solidFill>
                <a:srgbClr val="404040"/>
              </a:solidFill>
              <a:effectLst/>
              <a:latin typeface="Lato" panose="020F0502020204030203" pitchFamily="34" charset="0"/>
            </a:endParaRPr>
          </a:p>
          <a:p>
            <a:pPr marL="0" indent="0">
              <a:lnSpc>
                <a:spcPct val="150000"/>
              </a:lnSpc>
              <a:buNone/>
            </a:pPr>
            <a:endParaRPr lang="en-US" altLang="zh-CN" sz="2400" dirty="0">
              <a:solidFill>
                <a:srgbClr val="404040"/>
              </a:solidFill>
              <a:latin typeface="Lato" panose="020F0502020204030203" pitchFamily="34" charset="0"/>
            </a:endParaRPr>
          </a:p>
          <a:p>
            <a:pPr>
              <a:lnSpc>
                <a:spcPct val="150000"/>
              </a:lnSpc>
            </a:pPr>
            <a:r>
              <a:rPr lang="zh-CN" altLang="en-US" sz="2400" b="0" i="0" u="none" strike="noStrike" dirty="0">
                <a:solidFill>
                  <a:srgbClr val="404040"/>
                </a:solidFill>
                <a:effectLst/>
                <a:latin typeface="Lato" panose="020F0502020204030203" pitchFamily="34" charset="0"/>
              </a:rPr>
              <a:t>更为稳健的做法是：</a:t>
            </a:r>
            <a:endParaRPr lang="en-US" altLang="zh-CN" sz="2000" dirty="0">
              <a:solidFill>
                <a:srgbClr val="404040"/>
              </a:solidFill>
              <a:latin typeface="Lato" panose="020F0502020204030203" pitchFamily="34" charset="0"/>
            </a:endParaRPr>
          </a:p>
        </p:txBody>
      </p:sp>
      <p:sp>
        <p:nvSpPr>
          <p:cNvPr id="6" name="文本框 5">
            <a:extLst>
              <a:ext uri="{FF2B5EF4-FFF2-40B4-BE49-F238E27FC236}">
                <a16:creationId xmlns:a16="http://schemas.microsoft.com/office/drawing/2014/main" id="{7C0282F8-B86E-7440-BD09-C7A80BE77496}"/>
              </a:ext>
            </a:extLst>
          </p:cNvPr>
          <p:cNvSpPr txBox="1"/>
          <p:nvPr/>
        </p:nvSpPr>
        <p:spPr>
          <a:xfrm>
            <a:off x="381000" y="5029200"/>
            <a:ext cx="7162800" cy="1200329"/>
          </a:xfrm>
          <a:prstGeom prst="rect">
            <a:avLst/>
          </a:prstGeom>
          <a:noFill/>
        </p:spPr>
        <p:txBody>
          <a:bodyPr wrap="square">
            <a:spAutoFit/>
          </a:bodyPr>
          <a:lstStyle/>
          <a:p>
            <a:pPr marL="285750" indent="-285750">
              <a:buFont typeface="Arial" panose="020B0604020202020204" pitchFamily="34" charset="0"/>
              <a:buChar char="•"/>
            </a:pPr>
            <a:r>
              <a:rPr lang="zh-CN" altLang="en-US" b="0" i="0" u="none" strike="noStrike" dirty="0">
                <a:solidFill>
                  <a:schemeClr val="tx1">
                    <a:lumMod val="50000"/>
                    <a:lumOff val="50000"/>
                  </a:schemeClr>
                </a:solidFill>
                <a:effectLst/>
                <a:latin typeface="Lato" panose="020F0502020204030203" pitchFamily="34" charset="0"/>
              </a:rPr>
              <a:t>在 </a:t>
            </a:r>
            <a:r>
              <a:rPr lang="en" altLang="zh-CN" dirty="0">
                <a:solidFill>
                  <a:schemeClr val="tx1">
                    <a:lumMod val="50000"/>
                    <a:lumOff val="50000"/>
                  </a:schemeClr>
                </a:solidFill>
                <a:effectLst/>
              </a:rPr>
              <a:t>rm</a:t>
            </a:r>
            <a:r>
              <a:rPr lang="en" altLang="zh-CN" b="0" i="0" u="none" strike="noStrike" dirty="0">
                <a:solidFill>
                  <a:schemeClr val="tx1">
                    <a:lumMod val="50000"/>
                    <a:lumOff val="50000"/>
                  </a:schemeClr>
                </a:solidFill>
                <a:effectLst/>
                <a:latin typeface="Lato" panose="020F0502020204030203" pitchFamily="34" charset="0"/>
              </a:rPr>
              <a:t> </a:t>
            </a:r>
            <a:r>
              <a:rPr lang="zh-CN" altLang="en-US" b="0" i="0" u="none" strike="noStrike" dirty="0">
                <a:solidFill>
                  <a:schemeClr val="tx1">
                    <a:lumMod val="50000"/>
                    <a:lumOff val="50000"/>
                  </a:schemeClr>
                </a:solidFill>
                <a:effectLst/>
                <a:latin typeface="Lato" panose="020F0502020204030203" pitchFamily="34" charset="0"/>
              </a:rPr>
              <a:t>命令前面加了一个小减号的意思是，也许某些文件出现问题，但不要管，继续做后面的事。</a:t>
            </a:r>
            <a:endParaRPr lang="en-US" altLang="zh-CN" b="0" i="0" u="none" strike="noStrike" dirty="0">
              <a:solidFill>
                <a:schemeClr val="tx1">
                  <a:lumMod val="50000"/>
                  <a:lumOff val="50000"/>
                </a:schemeClr>
              </a:solidFill>
              <a:effectLst/>
              <a:latin typeface="Lato" panose="020F0502020204030203" pitchFamily="34" charset="0"/>
            </a:endParaRPr>
          </a:p>
          <a:p>
            <a:pPr marL="285750" indent="-285750">
              <a:buFont typeface="Arial" panose="020B0604020202020204" pitchFamily="34" charset="0"/>
              <a:buChar char="•"/>
            </a:pPr>
            <a:r>
              <a:rPr lang="zh-CN" altLang="en-US" b="0" i="0" u="none" strike="noStrike" dirty="0">
                <a:solidFill>
                  <a:schemeClr val="tx1">
                    <a:lumMod val="50000"/>
                    <a:lumOff val="50000"/>
                  </a:schemeClr>
                </a:solidFill>
                <a:effectLst/>
                <a:latin typeface="Lato" panose="020F0502020204030203" pitchFamily="34" charset="0"/>
              </a:rPr>
              <a:t> </a:t>
            </a:r>
            <a:r>
              <a:rPr lang="en" altLang="zh-CN" dirty="0">
                <a:solidFill>
                  <a:schemeClr val="tx1">
                    <a:lumMod val="50000"/>
                    <a:lumOff val="50000"/>
                  </a:schemeClr>
                </a:solidFill>
                <a:effectLst/>
              </a:rPr>
              <a:t>clean</a:t>
            </a:r>
            <a:r>
              <a:rPr lang="en" altLang="zh-CN" b="0" i="0" u="none" strike="noStrike" dirty="0">
                <a:solidFill>
                  <a:schemeClr val="tx1">
                    <a:lumMod val="50000"/>
                    <a:lumOff val="50000"/>
                  </a:schemeClr>
                </a:solidFill>
                <a:effectLst/>
                <a:latin typeface="Lato" panose="020F0502020204030203" pitchFamily="34" charset="0"/>
              </a:rPr>
              <a:t> </a:t>
            </a:r>
            <a:r>
              <a:rPr lang="zh-CN" altLang="en-US" b="0" i="0" u="none" strike="noStrike" dirty="0">
                <a:solidFill>
                  <a:schemeClr val="tx1">
                    <a:lumMod val="50000"/>
                    <a:lumOff val="50000"/>
                  </a:schemeClr>
                </a:solidFill>
                <a:effectLst/>
                <a:latin typeface="Lato" panose="020F0502020204030203" pitchFamily="34" charset="0"/>
              </a:rPr>
              <a:t>的规则不要放在文件的开头，不然，这就会变成</a:t>
            </a:r>
            <a:r>
              <a:rPr lang="en" altLang="zh-CN" b="0" i="0" u="none" strike="noStrike" dirty="0">
                <a:solidFill>
                  <a:schemeClr val="tx1">
                    <a:lumMod val="50000"/>
                    <a:lumOff val="50000"/>
                  </a:schemeClr>
                </a:solidFill>
                <a:effectLst/>
                <a:latin typeface="Lato" panose="020F0502020204030203" pitchFamily="34" charset="0"/>
              </a:rPr>
              <a:t>make</a:t>
            </a:r>
            <a:r>
              <a:rPr lang="zh-CN" altLang="en-US" b="0" i="0" u="none" strike="noStrike" dirty="0">
                <a:solidFill>
                  <a:schemeClr val="tx1">
                    <a:lumMod val="50000"/>
                    <a:lumOff val="50000"/>
                  </a:schemeClr>
                </a:solidFill>
                <a:effectLst/>
                <a:latin typeface="Lato" panose="020F0502020204030203" pitchFamily="34" charset="0"/>
              </a:rPr>
              <a:t>的默认目标，不成文的规矩是</a:t>
            </a:r>
            <a:r>
              <a:rPr lang="en-US" altLang="zh-CN" b="0" i="0" u="none" strike="noStrike" dirty="0">
                <a:solidFill>
                  <a:schemeClr val="tx1">
                    <a:lumMod val="50000"/>
                    <a:lumOff val="50000"/>
                  </a:schemeClr>
                </a:solidFill>
                <a:effectLst/>
                <a:latin typeface="Lato" panose="020F0502020204030203" pitchFamily="34" charset="0"/>
              </a:rPr>
              <a:t>——“</a:t>
            </a:r>
            <a:r>
              <a:rPr lang="en" altLang="zh-CN" b="0" i="0" u="none" strike="noStrike" dirty="0">
                <a:solidFill>
                  <a:schemeClr val="tx1">
                    <a:lumMod val="50000"/>
                    <a:lumOff val="50000"/>
                  </a:schemeClr>
                </a:solidFill>
                <a:effectLst/>
                <a:latin typeface="Lato" panose="020F0502020204030203" pitchFamily="34" charset="0"/>
              </a:rPr>
              <a:t>clean</a:t>
            </a:r>
            <a:r>
              <a:rPr lang="zh-CN" altLang="en-US" b="0" i="0" u="none" strike="noStrike" dirty="0">
                <a:solidFill>
                  <a:schemeClr val="tx1">
                    <a:lumMod val="50000"/>
                    <a:lumOff val="50000"/>
                  </a:schemeClr>
                </a:solidFill>
                <a:effectLst/>
                <a:latin typeface="Lato" panose="020F0502020204030203" pitchFamily="34" charset="0"/>
              </a:rPr>
              <a:t>从来都是放在文件的最后”。</a:t>
            </a:r>
            <a:endParaRPr lang="zh-CN" altLang="en-US" dirty="0">
              <a:solidFill>
                <a:schemeClr val="tx1">
                  <a:lumMod val="50000"/>
                  <a:lumOff val="50000"/>
                </a:schemeClr>
              </a:solidFill>
            </a:endParaRPr>
          </a:p>
        </p:txBody>
      </p:sp>
      <p:pic>
        <p:nvPicPr>
          <p:cNvPr id="3" name="图片 2">
            <a:extLst>
              <a:ext uri="{FF2B5EF4-FFF2-40B4-BE49-F238E27FC236}">
                <a16:creationId xmlns:a16="http://schemas.microsoft.com/office/drawing/2014/main" id="{14ABC7CB-8513-7640-8392-E0428658404F}"/>
              </a:ext>
            </a:extLst>
          </p:cNvPr>
          <p:cNvPicPr>
            <a:picLocks noChangeAspect="1"/>
          </p:cNvPicPr>
          <p:nvPr/>
        </p:nvPicPr>
        <p:blipFill>
          <a:blip r:embed="rId3"/>
          <a:stretch>
            <a:fillRect/>
          </a:stretch>
        </p:blipFill>
        <p:spPr>
          <a:xfrm>
            <a:off x="3175000" y="2667000"/>
            <a:ext cx="2794000" cy="660400"/>
          </a:xfrm>
          <a:prstGeom prst="rect">
            <a:avLst/>
          </a:prstGeom>
        </p:spPr>
      </p:pic>
      <p:pic>
        <p:nvPicPr>
          <p:cNvPr id="4" name="图片 3">
            <a:extLst>
              <a:ext uri="{FF2B5EF4-FFF2-40B4-BE49-F238E27FC236}">
                <a16:creationId xmlns:a16="http://schemas.microsoft.com/office/drawing/2014/main" id="{9789E890-094F-5445-856D-E83D949965F2}"/>
              </a:ext>
            </a:extLst>
          </p:cNvPr>
          <p:cNvPicPr>
            <a:picLocks noChangeAspect="1"/>
          </p:cNvPicPr>
          <p:nvPr/>
        </p:nvPicPr>
        <p:blipFill>
          <a:blip r:embed="rId4"/>
          <a:stretch>
            <a:fillRect/>
          </a:stretch>
        </p:blipFill>
        <p:spPr>
          <a:xfrm>
            <a:off x="3175000" y="3984367"/>
            <a:ext cx="3314700" cy="863600"/>
          </a:xfrm>
          <a:prstGeom prst="rect">
            <a:avLst/>
          </a:prstGeom>
        </p:spPr>
      </p:pic>
    </p:spTree>
    <p:extLst>
      <p:ext uri="{BB962C8B-B14F-4D97-AF65-F5344CB8AC3E}">
        <p14:creationId xmlns:p14="http://schemas.microsoft.com/office/powerpoint/2010/main" val="3766375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err="1">
                <a:solidFill>
                  <a:srgbClr val="404040"/>
                </a:solidFill>
                <a:effectLst/>
                <a:latin typeface="Roboto Slab" pitchFamily="2" charset="0"/>
              </a:rPr>
              <a:t>Makefile</a:t>
            </a:r>
            <a:r>
              <a:rPr lang="zh-CN" altLang="en-US" b="1" i="0" u="none" strike="noStrike" dirty="0">
                <a:solidFill>
                  <a:srgbClr val="404040"/>
                </a:solidFill>
                <a:effectLst/>
                <a:latin typeface="Roboto Slab" pitchFamily="2" charset="0"/>
              </a:rPr>
              <a:t>里有什么？</a:t>
            </a:r>
          </a:p>
        </p:txBody>
      </p:sp>
      <p:sp>
        <p:nvSpPr>
          <p:cNvPr id="9219" name="Rectangle 5"/>
          <p:cNvSpPr>
            <a:spLocks noGrp="1" noChangeArrowheads="1"/>
          </p:cNvSpPr>
          <p:nvPr>
            <p:ph idx="1"/>
          </p:nvPr>
        </p:nvSpPr>
        <p:spPr>
          <a:xfrm>
            <a:off x="152400" y="1371600"/>
            <a:ext cx="8839200" cy="5410200"/>
          </a:xfrm>
        </p:spPr>
        <p:txBody>
          <a:bodyPr>
            <a:normAutofit fontScale="62500" lnSpcReduction="20000"/>
          </a:bodyPr>
          <a:lstStyle/>
          <a:p>
            <a:pPr marL="0" indent="0" algn="l">
              <a:lnSpc>
                <a:spcPct val="140000"/>
              </a:lnSpc>
              <a:buNone/>
            </a:pPr>
            <a:r>
              <a:rPr lang="zh-CN" altLang="en-US" sz="2800" b="0" i="0" u="none" strike="noStrike" dirty="0">
                <a:solidFill>
                  <a:srgbClr val="404040"/>
                </a:solidFill>
                <a:effectLst/>
                <a:latin typeface="Lato" panose="020F0502020204030203" pitchFamily="34" charset="0"/>
              </a:rPr>
              <a:t>五个东西：显式规则、隐式规则、变量定义、指令和注释。</a:t>
            </a:r>
          </a:p>
          <a:p>
            <a:pPr algn="l">
              <a:lnSpc>
                <a:spcPct val="140000"/>
              </a:lnSpc>
              <a:buFont typeface="+mj-lt"/>
              <a:buAutoNum type="arabicPeriod"/>
            </a:pPr>
            <a:r>
              <a:rPr lang="zh-CN" altLang="en-US" sz="2800" b="0" i="0" u="none" strike="noStrike" dirty="0">
                <a:solidFill>
                  <a:srgbClr val="404040"/>
                </a:solidFill>
                <a:effectLst/>
                <a:latin typeface="Lato" panose="020F0502020204030203" pitchFamily="34" charset="0"/>
              </a:rPr>
              <a:t>显式规则。显式规则说明了如何生成一个或多个目标文件。这是由</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的书写者明显指出要生成的文件、文件的依赖文件和生成的命令。</a:t>
            </a:r>
          </a:p>
          <a:p>
            <a:pPr algn="l">
              <a:lnSpc>
                <a:spcPct val="140000"/>
              </a:lnSpc>
              <a:buFont typeface="+mj-lt"/>
              <a:buAutoNum type="arabicPeriod"/>
            </a:pPr>
            <a:r>
              <a:rPr lang="zh-CN" altLang="en-US" sz="2800" b="0" i="0" u="none" strike="noStrike" dirty="0">
                <a:solidFill>
                  <a:srgbClr val="404040"/>
                </a:solidFill>
                <a:effectLst/>
                <a:latin typeface="Lato" panose="020F0502020204030203" pitchFamily="34" charset="0"/>
              </a:rPr>
              <a:t>隐式规则。由于我们的</a:t>
            </a:r>
            <a:r>
              <a:rPr lang="en" altLang="zh-CN" sz="2800" b="0" i="0" u="none" strike="noStrike" dirty="0">
                <a:solidFill>
                  <a:srgbClr val="404040"/>
                </a:solidFill>
                <a:effectLst/>
                <a:latin typeface="Lato" panose="020F0502020204030203" pitchFamily="34" charset="0"/>
              </a:rPr>
              <a:t>make</a:t>
            </a:r>
            <a:r>
              <a:rPr lang="zh-CN" altLang="en-US" sz="2800" b="0" i="0" u="none" strike="noStrike" dirty="0">
                <a:solidFill>
                  <a:srgbClr val="404040"/>
                </a:solidFill>
                <a:effectLst/>
                <a:latin typeface="Lato" panose="020F0502020204030203" pitchFamily="34" charset="0"/>
              </a:rPr>
              <a:t>有自动推导的功能，所以隐式规则可以让我们比较简略地书写</a:t>
            </a:r>
            <a:r>
              <a:rPr lang="en" altLang="zh-CN" sz="2800" b="0" i="0" u="none" strike="noStrike" dirty="0" err="1">
                <a:solidFill>
                  <a:srgbClr val="404040"/>
                </a:solidFill>
                <a:effectLst/>
                <a:latin typeface="Lato" panose="020F0502020204030203" pitchFamily="34" charset="0"/>
              </a:rPr>
              <a:t>Makefile</a:t>
            </a:r>
            <a:r>
              <a:rPr lang="zh-CN" altLang="en" sz="2800" b="0" i="0" u="none" strike="noStrike" dirty="0">
                <a:solidFill>
                  <a:srgbClr val="404040"/>
                </a:solidFill>
                <a:effectLst/>
                <a:latin typeface="Lato" panose="020F0502020204030203" pitchFamily="34" charset="0"/>
              </a:rPr>
              <a:t>，</a:t>
            </a:r>
            <a:r>
              <a:rPr lang="zh-CN" altLang="en-US" sz="2800" b="0" i="0" u="none" strike="noStrike" dirty="0">
                <a:solidFill>
                  <a:srgbClr val="404040"/>
                </a:solidFill>
                <a:effectLst/>
                <a:latin typeface="Lato" panose="020F0502020204030203" pitchFamily="34" charset="0"/>
              </a:rPr>
              <a:t>这是由</a:t>
            </a:r>
            <a:r>
              <a:rPr lang="en" altLang="zh-CN" sz="2800" b="0" i="0" u="none" strike="noStrike" dirty="0">
                <a:solidFill>
                  <a:srgbClr val="404040"/>
                </a:solidFill>
                <a:effectLst/>
                <a:latin typeface="Lato" panose="020F0502020204030203" pitchFamily="34" charset="0"/>
              </a:rPr>
              <a:t>make</a:t>
            </a:r>
            <a:r>
              <a:rPr lang="zh-CN" altLang="en-US" sz="2800" b="0" i="0" u="none" strike="noStrike" dirty="0">
                <a:solidFill>
                  <a:srgbClr val="404040"/>
                </a:solidFill>
                <a:effectLst/>
                <a:latin typeface="Lato" panose="020F0502020204030203" pitchFamily="34" charset="0"/>
              </a:rPr>
              <a:t>所支持的。</a:t>
            </a:r>
          </a:p>
          <a:p>
            <a:pPr algn="l">
              <a:lnSpc>
                <a:spcPct val="140000"/>
              </a:lnSpc>
              <a:buFont typeface="+mj-lt"/>
              <a:buAutoNum type="arabicPeriod"/>
            </a:pPr>
            <a:r>
              <a:rPr lang="zh-CN" altLang="en-US" sz="2800" b="0" i="0" u="none" strike="noStrike" dirty="0">
                <a:solidFill>
                  <a:srgbClr val="404040"/>
                </a:solidFill>
                <a:effectLst/>
                <a:latin typeface="Lato" panose="020F0502020204030203" pitchFamily="34" charset="0"/>
              </a:rPr>
              <a:t>变量的定义。在</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中我们要定义一系列的变量，变量一般都是字符串，这个有点像你</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语言中的宏，当</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被执行时，其中的变量都会被扩展到相应的引用位置上。</a:t>
            </a:r>
          </a:p>
          <a:p>
            <a:pPr algn="l">
              <a:lnSpc>
                <a:spcPct val="140000"/>
              </a:lnSpc>
              <a:buFont typeface="+mj-lt"/>
              <a:buAutoNum type="arabicPeriod"/>
            </a:pPr>
            <a:r>
              <a:rPr lang="zh-CN" altLang="en-US" sz="2800" b="0" i="0" u="none" strike="noStrike" dirty="0">
                <a:solidFill>
                  <a:srgbClr val="404040"/>
                </a:solidFill>
                <a:effectLst/>
                <a:latin typeface="Lato" panose="020F0502020204030203" pitchFamily="34" charset="0"/>
              </a:rPr>
              <a:t>指令。其包括了三个部分，一个是在一个</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中引用另一个</a:t>
            </a:r>
            <a:r>
              <a:rPr lang="en" altLang="zh-CN" sz="2800" b="0" i="0" u="none" strike="noStrike" dirty="0" err="1">
                <a:solidFill>
                  <a:srgbClr val="404040"/>
                </a:solidFill>
                <a:effectLst/>
                <a:latin typeface="Lato" panose="020F0502020204030203" pitchFamily="34" charset="0"/>
              </a:rPr>
              <a:t>Makefile</a:t>
            </a:r>
            <a:r>
              <a:rPr lang="zh-CN" altLang="en" sz="2800" b="0" i="0" u="none" strike="noStrike" dirty="0">
                <a:solidFill>
                  <a:srgbClr val="404040"/>
                </a:solidFill>
                <a:effectLst/>
                <a:latin typeface="Lato" panose="020F0502020204030203" pitchFamily="34" charset="0"/>
              </a:rPr>
              <a:t>，</a:t>
            </a:r>
            <a:r>
              <a:rPr lang="zh-CN" altLang="en-US" sz="2800" b="0" i="0" u="none" strike="noStrike" dirty="0">
                <a:solidFill>
                  <a:srgbClr val="404040"/>
                </a:solidFill>
                <a:effectLst/>
                <a:latin typeface="Lato" panose="020F0502020204030203" pitchFamily="34" charset="0"/>
              </a:rPr>
              <a:t>就像</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语言中的</a:t>
            </a:r>
            <a:r>
              <a:rPr lang="en" altLang="zh-CN" sz="2800" b="0" i="0" u="none" strike="noStrike" dirty="0">
                <a:solidFill>
                  <a:srgbClr val="404040"/>
                </a:solidFill>
                <a:effectLst/>
                <a:latin typeface="Lato" panose="020F0502020204030203" pitchFamily="34" charset="0"/>
              </a:rPr>
              <a:t>include</a:t>
            </a:r>
            <a:r>
              <a:rPr lang="zh-CN" altLang="en-US" sz="2800" b="0" i="0" u="none" strike="noStrike" dirty="0">
                <a:solidFill>
                  <a:srgbClr val="404040"/>
                </a:solidFill>
                <a:effectLst/>
                <a:latin typeface="Lato" panose="020F0502020204030203" pitchFamily="34" charset="0"/>
              </a:rPr>
              <a:t>一样；另一个是指根据某些情况指定</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中的有效部分，就像</a:t>
            </a:r>
            <a:r>
              <a:rPr lang="en" altLang="zh-CN" sz="2800" b="0" i="0" u="none" strike="noStrike" dirty="0">
                <a:solidFill>
                  <a:srgbClr val="404040"/>
                </a:solidFill>
                <a:effectLst/>
                <a:latin typeface="Lato" panose="020F0502020204030203" pitchFamily="34" charset="0"/>
              </a:rPr>
              <a:t>C</a:t>
            </a:r>
            <a:r>
              <a:rPr lang="zh-CN" altLang="en-US" sz="2800" b="0" i="0" u="none" strike="noStrike" dirty="0">
                <a:solidFill>
                  <a:srgbClr val="404040"/>
                </a:solidFill>
                <a:effectLst/>
                <a:latin typeface="Lato" panose="020F0502020204030203" pitchFamily="34" charset="0"/>
              </a:rPr>
              <a:t>语言中的预编译</a:t>
            </a:r>
            <a:r>
              <a:rPr lang="en-US" altLang="zh-CN" sz="2800" b="0" i="0" u="none" strike="noStrike" dirty="0">
                <a:solidFill>
                  <a:srgbClr val="404040"/>
                </a:solidFill>
                <a:effectLst/>
                <a:latin typeface="Lato" panose="020F0502020204030203" pitchFamily="34" charset="0"/>
              </a:rPr>
              <a:t>#</a:t>
            </a:r>
            <a:r>
              <a:rPr lang="en" altLang="zh-CN" sz="2800" b="0" i="0" u="none" strike="noStrike" dirty="0">
                <a:solidFill>
                  <a:srgbClr val="404040"/>
                </a:solidFill>
                <a:effectLst/>
                <a:latin typeface="Lato" panose="020F0502020204030203" pitchFamily="34" charset="0"/>
              </a:rPr>
              <a:t>if</a:t>
            </a:r>
            <a:r>
              <a:rPr lang="zh-CN" altLang="en-US" sz="2800" b="0" i="0" u="none" strike="noStrike" dirty="0">
                <a:solidFill>
                  <a:srgbClr val="404040"/>
                </a:solidFill>
                <a:effectLst/>
                <a:latin typeface="Lato" panose="020F0502020204030203" pitchFamily="34" charset="0"/>
              </a:rPr>
              <a:t>一样；还有就是定义一个多行的命令。有关这一部分的内容，我会在后续的部分中讲述。</a:t>
            </a:r>
          </a:p>
          <a:p>
            <a:pPr algn="l">
              <a:lnSpc>
                <a:spcPct val="140000"/>
              </a:lnSpc>
              <a:buFont typeface="+mj-lt"/>
              <a:buAutoNum type="arabicPeriod"/>
            </a:pPr>
            <a:r>
              <a:rPr lang="zh-CN" altLang="en-US" sz="2800" b="0" i="0" u="none" strike="noStrike" dirty="0">
                <a:solidFill>
                  <a:srgbClr val="404040"/>
                </a:solidFill>
                <a:effectLst/>
                <a:latin typeface="Lato" panose="020F0502020204030203" pitchFamily="34" charset="0"/>
              </a:rPr>
              <a:t>注释。</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中只有行注释，和</a:t>
            </a:r>
            <a:r>
              <a:rPr lang="en" altLang="zh-CN" sz="2800" b="0" i="0" u="none" strike="noStrike" dirty="0">
                <a:solidFill>
                  <a:srgbClr val="404040"/>
                </a:solidFill>
                <a:effectLst/>
                <a:latin typeface="Lato" panose="020F0502020204030203" pitchFamily="34" charset="0"/>
              </a:rPr>
              <a:t>UNIX</a:t>
            </a:r>
            <a:r>
              <a:rPr lang="zh-CN" altLang="en-US" sz="2800" b="0" i="0" u="none" strike="noStrike" dirty="0">
                <a:solidFill>
                  <a:srgbClr val="404040"/>
                </a:solidFill>
                <a:effectLst/>
                <a:latin typeface="Lato" panose="020F0502020204030203" pitchFamily="34" charset="0"/>
              </a:rPr>
              <a:t>的</a:t>
            </a:r>
            <a:r>
              <a:rPr lang="en" altLang="zh-CN" sz="2800" b="0" i="0" u="none" strike="noStrike" dirty="0">
                <a:solidFill>
                  <a:srgbClr val="404040"/>
                </a:solidFill>
                <a:effectLst/>
                <a:latin typeface="Lato" panose="020F0502020204030203" pitchFamily="34" charset="0"/>
              </a:rPr>
              <a:t>Shell</a:t>
            </a:r>
            <a:r>
              <a:rPr lang="zh-CN" altLang="en-US" sz="2800" b="0" i="0" u="none" strike="noStrike" dirty="0">
                <a:solidFill>
                  <a:srgbClr val="404040"/>
                </a:solidFill>
                <a:effectLst/>
                <a:latin typeface="Lato" panose="020F0502020204030203" pitchFamily="34" charset="0"/>
              </a:rPr>
              <a:t>脚本一样，其注释是用 </a:t>
            </a:r>
            <a:r>
              <a:rPr lang="en-US" altLang="zh-CN" sz="2800" b="0" i="0" u="none" strike="noStrike" dirty="0">
                <a:solidFill>
                  <a:srgbClr val="404040"/>
                </a:solidFill>
                <a:effectLst/>
                <a:latin typeface="Lato" panose="020F0502020204030203" pitchFamily="34" charset="0"/>
              </a:rPr>
              <a:t># </a:t>
            </a:r>
            <a:r>
              <a:rPr lang="zh-CN" altLang="en-US" sz="2800" b="0" i="0" u="none" strike="noStrike" dirty="0">
                <a:solidFill>
                  <a:srgbClr val="404040"/>
                </a:solidFill>
                <a:effectLst/>
                <a:latin typeface="Lato" panose="020F0502020204030203" pitchFamily="34" charset="0"/>
              </a:rPr>
              <a:t>字符，这个就像</a:t>
            </a:r>
            <a:r>
              <a:rPr lang="en" altLang="zh-CN" sz="2800" b="0" i="0" u="none" strike="noStrike" dirty="0">
                <a:solidFill>
                  <a:srgbClr val="404040"/>
                </a:solidFill>
                <a:effectLst/>
                <a:latin typeface="Lato" panose="020F0502020204030203" pitchFamily="34" charset="0"/>
              </a:rPr>
              <a:t>C/C++</a:t>
            </a:r>
            <a:r>
              <a:rPr lang="zh-CN" altLang="en-US" sz="2800" b="0" i="0" u="none" strike="noStrike" dirty="0">
                <a:solidFill>
                  <a:srgbClr val="404040"/>
                </a:solidFill>
                <a:effectLst/>
                <a:latin typeface="Lato" panose="020F0502020204030203" pitchFamily="34" charset="0"/>
              </a:rPr>
              <a:t>中的 </a:t>
            </a:r>
            <a:r>
              <a:rPr lang="en-US" altLang="zh-CN" sz="2800" b="0" i="0" u="none" strike="noStrike" dirty="0">
                <a:solidFill>
                  <a:srgbClr val="404040"/>
                </a:solidFill>
                <a:effectLst/>
                <a:latin typeface="Lato" panose="020F0502020204030203" pitchFamily="34" charset="0"/>
              </a:rPr>
              <a:t>// </a:t>
            </a:r>
            <a:r>
              <a:rPr lang="zh-CN" altLang="en-US" sz="2800" b="0" i="0" u="none" strike="noStrike" dirty="0">
                <a:solidFill>
                  <a:srgbClr val="404040"/>
                </a:solidFill>
                <a:effectLst/>
                <a:latin typeface="Lato" panose="020F0502020204030203" pitchFamily="34" charset="0"/>
              </a:rPr>
              <a:t>一样。如果你要在你的</a:t>
            </a:r>
            <a:r>
              <a:rPr lang="en" altLang="zh-CN" sz="2800" b="0" i="0" u="none" strike="noStrike" dirty="0" err="1">
                <a:solidFill>
                  <a:srgbClr val="404040"/>
                </a:solidFill>
                <a:effectLst/>
                <a:latin typeface="Lato" panose="020F0502020204030203" pitchFamily="34" charset="0"/>
              </a:rPr>
              <a:t>Makefile</a:t>
            </a:r>
            <a:r>
              <a:rPr lang="zh-CN" altLang="en-US" sz="2800" b="0" i="0" u="none" strike="noStrike" dirty="0">
                <a:solidFill>
                  <a:srgbClr val="404040"/>
                </a:solidFill>
                <a:effectLst/>
                <a:latin typeface="Lato" panose="020F0502020204030203" pitchFamily="34" charset="0"/>
              </a:rPr>
              <a:t>中使用 </a:t>
            </a:r>
            <a:r>
              <a:rPr lang="en-US" altLang="zh-CN" sz="2800" b="0" i="0" u="none" strike="noStrike" dirty="0">
                <a:solidFill>
                  <a:srgbClr val="404040"/>
                </a:solidFill>
                <a:effectLst/>
                <a:latin typeface="Lato" panose="020F0502020204030203" pitchFamily="34" charset="0"/>
              </a:rPr>
              <a:t># </a:t>
            </a:r>
            <a:r>
              <a:rPr lang="zh-CN" altLang="en-US" sz="2800" b="0" i="0" u="none" strike="noStrike" dirty="0">
                <a:solidFill>
                  <a:srgbClr val="404040"/>
                </a:solidFill>
                <a:effectLst/>
                <a:latin typeface="Lato" panose="020F0502020204030203" pitchFamily="34" charset="0"/>
              </a:rPr>
              <a:t>字符，可以用反斜杠进行转义，如： </a:t>
            </a:r>
            <a:r>
              <a:rPr lang="en-US" altLang="zh-CN" sz="2800" b="0" i="0" u="none" strike="noStrike" dirty="0">
                <a:solidFill>
                  <a:srgbClr val="404040"/>
                </a:solidFill>
                <a:effectLst/>
                <a:latin typeface="Lato" panose="020F0502020204030203" pitchFamily="34" charset="0"/>
              </a:rPr>
              <a:t>\# </a:t>
            </a:r>
            <a:r>
              <a:rPr lang="zh-CN" altLang="en-US" sz="2800" b="0" i="0" u="none" strike="noStrike" dirty="0">
                <a:solidFill>
                  <a:srgbClr val="404040"/>
                </a:solidFill>
                <a:effectLst/>
                <a:latin typeface="Lato" panose="020F0502020204030203" pitchFamily="34" charset="0"/>
              </a:rPr>
              <a:t>。</a:t>
            </a:r>
          </a:p>
        </p:txBody>
      </p:sp>
    </p:spTree>
    <p:extLst>
      <p:ext uri="{BB962C8B-B14F-4D97-AF65-F5344CB8AC3E}">
        <p14:creationId xmlns:p14="http://schemas.microsoft.com/office/powerpoint/2010/main" val="3219023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zh-CN" altLang="en-US" b="1" i="0" u="none" strike="noStrike" dirty="0">
                <a:solidFill>
                  <a:srgbClr val="404040"/>
                </a:solidFill>
                <a:effectLst/>
                <a:latin typeface="Roboto Slab" pitchFamily="2" charset="0"/>
              </a:rPr>
              <a:t>书写规则</a:t>
            </a:r>
          </a:p>
        </p:txBody>
      </p:sp>
      <p:sp>
        <p:nvSpPr>
          <p:cNvPr id="9219" name="Rectangle 5"/>
          <p:cNvSpPr>
            <a:spLocks noGrp="1" noChangeArrowheads="1"/>
          </p:cNvSpPr>
          <p:nvPr>
            <p:ph idx="1"/>
          </p:nvPr>
        </p:nvSpPr>
        <p:spPr>
          <a:xfrm>
            <a:off x="152400" y="1371600"/>
            <a:ext cx="8839200" cy="5410200"/>
          </a:xfrm>
        </p:spPr>
        <p:txBody>
          <a:bodyPr>
            <a:normAutofit/>
          </a:bodyPr>
          <a:lstStyle/>
          <a:p>
            <a:pPr marL="0" indent="0" algn="l">
              <a:lnSpc>
                <a:spcPct val="150000"/>
              </a:lnSpc>
              <a:buNone/>
            </a:pPr>
            <a:r>
              <a:rPr lang="zh-CN" altLang="en-US" sz="2400" b="1" i="0" u="none" strike="noStrike" dirty="0">
                <a:solidFill>
                  <a:srgbClr val="404040"/>
                </a:solidFill>
                <a:effectLst/>
                <a:latin typeface="Roboto Slab" pitchFamily="2" charset="0"/>
              </a:rPr>
              <a:t>通配符</a:t>
            </a:r>
            <a:endParaRPr lang="en-US" altLang="zh-CN" sz="2400" b="1" i="0" u="none" strike="noStrike" dirty="0">
              <a:solidFill>
                <a:srgbClr val="404040"/>
              </a:solidFill>
              <a:effectLst/>
              <a:latin typeface="Roboto Slab" pitchFamily="2" charset="0"/>
            </a:endParaRPr>
          </a:p>
          <a:p>
            <a:pPr algn="l">
              <a:lnSpc>
                <a:spcPct val="150000"/>
              </a:lnSpc>
            </a:pPr>
            <a:r>
              <a:rPr lang="en" altLang="zh-CN" sz="2400" b="0" i="0" u="none" strike="noStrike" dirty="0">
                <a:solidFill>
                  <a:srgbClr val="404040"/>
                </a:solidFill>
                <a:effectLst/>
                <a:latin typeface="Lato" panose="020F0502020204030203" pitchFamily="34" charset="0"/>
              </a:rPr>
              <a:t>make</a:t>
            </a:r>
            <a:r>
              <a:rPr lang="zh-CN" altLang="en-US" sz="2400" b="0" i="0" u="none" strike="noStrike" dirty="0">
                <a:solidFill>
                  <a:srgbClr val="404040"/>
                </a:solidFill>
                <a:effectLst/>
                <a:latin typeface="Lato" panose="020F0502020204030203" pitchFamily="34" charset="0"/>
              </a:rPr>
              <a:t>支持三个通配符：</a:t>
            </a:r>
            <a:r>
              <a:rPr lang="zh-CN" altLang="en-US" sz="2400" dirty="0">
                <a:effectLst/>
              </a:rPr>
              <a:t>*</a:t>
            </a:r>
            <a:r>
              <a:rPr lang="zh-CN" altLang="en-US" sz="2400" b="0" i="0" u="none" strike="noStrike" dirty="0">
                <a:solidFill>
                  <a:srgbClr val="404040"/>
                </a:solidFill>
                <a:effectLst/>
                <a:latin typeface="Lato" panose="020F0502020204030203" pitchFamily="34" charset="0"/>
              </a:rPr>
              <a:t> ， </a:t>
            </a:r>
            <a:r>
              <a:rPr lang="en-US" altLang="zh-CN" sz="2400" dirty="0">
                <a:effectLst/>
              </a:rPr>
              <a:t>?</a:t>
            </a:r>
            <a:r>
              <a:rPr lang="zh-CN" altLang="en-US" sz="2400" b="0" i="0" u="none" strike="noStrike" dirty="0">
                <a:solidFill>
                  <a:srgbClr val="404040"/>
                </a:solidFill>
                <a:effectLst/>
                <a:latin typeface="Lato" panose="020F0502020204030203" pitchFamily="34" charset="0"/>
              </a:rPr>
              <a:t> 和 </a:t>
            </a:r>
            <a:r>
              <a:rPr lang="en-US" altLang="zh-CN" sz="2400" dirty="0">
                <a:effectLst/>
              </a:rPr>
              <a:t>~</a:t>
            </a:r>
            <a:r>
              <a:rPr lang="zh-CN" altLang="en-US" sz="2400" b="0" i="0" u="none" strike="noStrike" dirty="0">
                <a:solidFill>
                  <a:srgbClr val="404040"/>
                </a:solidFill>
                <a:effectLst/>
                <a:latin typeface="Lato" panose="020F0502020204030203" pitchFamily="34" charset="0"/>
              </a:rPr>
              <a:t> 。</a:t>
            </a:r>
            <a:endParaRPr lang="en-US" altLang="zh-CN" sz="2400" b="0" i="0" u="none" strike="noStrike" dirty="0">
              <a:solidFill>
                <a:srgbClr val="404040"/>
              </a:solidFill>
              <a:effectLst/>
              <a:latin typeface="Lato" panose="020F0502020204030203" pitchFamily="34" charset="0"/>
            </a:endParaRPr>
          </a:p>
          <a:p>
            <a:pPr lvl="1">
              <a:lnSpc>
                <a:spcPct val="150000"/>
              </a:lnSpc>
            </a:pPr>
            <a:r>
              <a:rPr lang="zh-CN" altLang="en-US" sz="2400" b="0" i="0" u="none" strike="noStrike" dirty="0">
                <a:solidFill>
                  <a:srgbClr val="404040"/>
                </a:solidFill>
                <a:effectLst/>
                <a:latin typeface="Lato" panose="020F0502020204030203" pitchFamily="34" charset="0"/>
              </a:rPr>
              <a:t>波浪号（ </a:t>
            </a:r>
            <a:r>
              <a:rPr lang="en-US" altLang="zh-CN" sz="2400" dirty="0">
                <a:effectLst/>
              </a:rPr>
              <a:t>~</a:t>
            </a:r>
            <a:r>
              <a:rPr lang="zh-CN" altLang="en-US" sz="2400" b="0" i="0" u="none" strike="noStrike" dirty="0">
                <a:solidFill>
                  <a:srgbClr val="404040"/>
                </a:solidFill>
                <a:effectLst/>
                <a:latin typeface="Lato" panose="020F0502020204030203" pitchFamily="34" charset="0"/>
              </a:rPr>
              <a:t> ）字符在文件名中也有比较特殊的用途。如果是 </a:t>
            </a:r>
            <a:r>
              <a:rPr lang="en-US" altLang="zh-CN" sz="2400" dirty="0">
                <a:effectLst/>
              </a:rPr>
              <a:t>~/</a:t>
            </a:r>
            <a:r>
              <a:rPr lang="en" altLang="zh-CN" sz="2400" dirty="0">
                <a:effectLst/>
              </a:rPr>
              <a:t>test</a:t>
            </a:r>
            <a:r>
              <a:rPr lang="en" altLang="zh-CN" sz="2400" b="0" i="0" u="none" strike="noStrike" dirty="0">
                <a:solidFill>
                  <a:srgbClr val="404040"/>
                </a:solidFill>
                <a:effectLst/>
                <a:latin typeface="Lato" panose="020F0502020204030203" pitchFamily="34" charset="0"/>
              </a:rPr>
              <a:t> </a:t>
            </a:r>
            <a:r>
              <a:rPr lang="zh-CN" altLang="en" sz="2400" b="0" i="0" u="none" strike="noStrike" dirty="0">
                <a:solidFill>
                  <a:srgbClr val="404040"/>
                </a:solidFill>
                <a:effectLst/>
                <a:latin typeface="Lato" panose="020F0502020204030203" pitchFamily="34" charset="0"/>
              </a:rPr>
              <a:t>，</a:t>
            </a:r>
            <a:r>
              <a:rPr lang="zh-CN" altLang="en-US" sz="2400" b="0" i="0" u="none" strike="noStrike" dirty="0">
                <a:solidFill>
                  <a:srgbClr val="404040"/>
                </a:solidFill>
                <a:effectLst/>
                <a:latin typeface="Lato" panose="020F0502020204030203" pitchFamily="34" charset="0"/>
              </a:rPr>
              <a:t>这就表示当前用户的 </a:t>
            </a:r>
            <a:r>
              <a:rPr lang="en-US" altLang="zh-CN" sz="2400" dirty="0">
                <a:effectLst/>
              </a:rPr>
              <a:t>$</a:t>
            </a:r>
            <a:r>
              <a:rPr lang="en" altLang="zh-CN" sz="2400" dirty="0">
                <a:effectLst/>
              </a:rPr>
              <a:t>HOME</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目录下的</a:t>
            </a:r>
            <a:r>
              <a:rPr lang="en" altLang="zh-CN" sz="2400" b="0" i="0" u="none" strike="noStrike" dirty="0">
                <a:solidFill>
                  <a:srgbClr val="404040"/>
                </a:solidFill>
                <a:effectLst/>
                <a:latin typeface="Lato" panose="020F0502020204030203" pitchFamily="34" charset="0"/>
              </a:rPr>
              <a:t>test</a:t>
            </a:r>
            <a:r>
              <a:rPr lang="zh-CN" altLang="en-US" sz="2400" b="0" i="0" u="none" strike="noStrike" dirty="0">
                <a:solidFill>
                  <a:srgbClr val="404040"/>
                </a:solidFill>
                <a:effectLst/>
                <a:latin typeface="Lato" panose="020F0502020204030203" pitchFamily="34" charset="0"/>
              </a:rPr>
              <a:t>目录。而 </a:t>
            </a:r>
            <a:r>
              <a:rPr lang="en-US" altLang="zh-CN" sz="2400" dirty="0">
                <a:effectLst/>
              </a:rPr>
              <a:t>~</a:t>
            </a:r>
            <a:r>
              <a:rPr lang="en" altLang="zh-CN" sz="2400" dirty="0" err="1">
                <a:effectLst/>
              </a:rPr>
              <a:t>hchen</a:t>
            </a:r>
            <a:r>
              <a:rPr lang="en" altLang="zh-CN" sz="2400" dirty="0">
                <a:effectLst/>
              </a:rPr>
              <a:t>/test</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则表示用户</a:t>
            </a:r>
            <a:r>
              <a:rPr lang="en" altLang="zh-CN" sz="2400" b="0" i="0" u="none" strike="noStrike" dirty="0" err="1">
                <a:solidFill>
                  <a:srgbClr val="404040"/>
                </a:solidFill>
                <a:effectLst/>
                <a:latin typeface="Lato" panose="020F0502020204030203" pitchFamily="34" charset="0"/>
              </a:rPr>
              <a:t>hchen</a:t>
            </a:r>
            <a:r>
              <a:rPr lang="zh-CN" altLang="en-US" sz="2400" b="0" i="0" u="none" strike="noStrike" dirty="0">
                <a:solidFill>
                  <a:srgbClr val="404040"/>
                </a:solidFill>
                <a:effectLst/>
                <a:latin typeface="Lato" panose="020F0502020204030203" pitchFamily="34" charset="0"/>
              </a:rPr>
              <a:t>的宿主目录下的</a:t>
            </a:r>
            <a:r>
              <a:rPr lang="en" altLang="zh-CN" sz="2400" b="0" i="0" u="none" strike="noStrike" dirty="0">
                <a:solidFill>
                  <a:srgbClr val="404040"/>
                </a:solidFill>
                <a:effectLst/>
                <a:latin typeface="Lato" panose="020F0502020204030203" pitchFamily="34" charset="0"/>
              </a:rPr>
              <a:t>test </a:t>
            </a:r>
            <a:r>
              <a:rPr lang="zh-CN" altLang="en-US" sz="2400" b="0" i="0" u="none" strike="noStrike" dirty="0">
                <a:solidFill>
                  <a:srgbClr val="404040"/>
                </a:solidFill>
                <a:effectLst/>
                <a:latin typeface="Lato" panose="020F0502020204030203" pitchFamily="34" charset="0"/>
              </a:rPr>
              <a:t>目录。</a:t>
            </a:r>
            <a:endParaRPr lang="en-US" altLang="zh-CN" sz="2400" dirty="0">
              <a:solidFill>
                <a:srgbClr val="404040"/>
              </a:solidFill>
              <a:latin typeface="Lato" panose="020F0502020204030203" pitchFamily="34" charset="0"/>
            </a:endParaRPr>
          </a:p>
          <a:p>
            <a:pPr lvl="1">
              <a:lnSpc>
                <a:spcPct val="150000"/>
              </a:lnSpc>
            </a:pPr>
            <a:r>
              <a:rPr lang="zh-CN" altLang="en-US" sz="2400" b="0" i="0" u="none" strike="noStrike" dirty="0">
                <a:solidFill>
                  <a:srgbClr val="404040"/>
                </a:solidFill>
                <a:effectLst/>
                <a:latin typeface="Lato" panose="020F0502020204030203" pitchFamily="34" charset="0"/>
              </a:rPr>
              <a:t>通配符代替了你一系列的文件，如 </a:t>
            </a:r>
            <a:r>
              <a:rPr lang="zh-CN" altLang="en-US" sz="2400" dirty="0">
                <a:effectLst/>
              </a:rPr>
              <a:t>*</a:t>
            </a:r>
            <a:r>
              <a:rPr lang="en-US" altLang="zh-CN" sz="2400" dirty="0">
                <a:effectLst/>
              </a:rPr>
              <a:t>.</a:t>
            </a:r>
            <a:r>
              <a:rPr lang="en" altLang="zh-CN" sz="2400" dirty="0">
                <a:effectLst/>
              </a:rPr>
              <a:t>c</a:t>
            </a:r>
            <a:r>
              <a:rPr lang="en" altLang="zh-CN" sz="2400" b="0" i="0" u="none" strike="noStrike" dirty="0">
                <a:solidFill>
                  <a:srgbClr val="404040"/>
                </a:solidFill>
                <a:effectLst/>
                <a:latin typeface="Lato" panose="020F0502020204030203" pitchFamily="34" charset="0"/>
              </a:rPr>
              <a:t> </a:t>
            </a:r>
            <a:r>
              <a:rPr lang="zh-CN" altLang="en-US" sz="2400" b="0" i="0" u="none" strike="noStrike" dirty="0">
                <a:solidFill>
                  <a:srgbClr val="404040"/>
                </a:solidFill>
                <a:effectLst/>
                <a:latin typeface="Lato" panose="020F0502020204030203" pitchFamily="34" charset="0"/>
              </a:rPr>
              <a:t>表示所有后缀为</a:t>
            </a:r>
            <a:r>
              <a:rPr lang="en" altLang="zh-CN" sz="2400" b="0" i="0" u="none" strike="noStrike" dirty="0">
                <a:solidFill>
                  <a:srgbClr val="404040"/>
                </a:solidFill>
                <a:effectLst/>
                <a:latin typeface="Lato" panose="020F0502020204030203" pitchFamily="34" charset="0"/>
              </a:rPr>
              <a:t>c</a:t>
            </a:r>
            <a:r>
              <a:rPr lang="zh-CN" altLang="en-US" sz="2400" b="0" i="0" u="none" strike="noStrike" dirty="0">
                <a:solidFill>
                  <a:srgbClr val="404040"/>
                </a:solidFill>
                <a:effectLst/>
                <a:latin typeface="Lato" panose="020F0502020204030203" pitchFamily="34" charset="0"/>
              </a:rPr>
              <a:t>的文件。</a:t>
            </a:r>
            <a:endParaRPr lang="zh-CN" altLang="en-US" sz="2400" b="1" i="0" u="none" strike="noStrike" dirty="0">
              <a:solidFill>
                <a:srgbClr val="404040"/>
              </a:solidFill>
              <a:effectLst/>
              <a:latin typeface="Roboto Slab" pitchFamily="2" charset="0"/>
            </a:endParaRPr>
          </a:p>
        </p:txBody>
      </p:sp>
      <p:pic>
        <p:nvPicPr>
          <p:cNvPr id="2" name="图片 1">
            <a:extLst>
              <a:ext uri="{FF2B5EF4-FFF2-40B4-BE49-F238E27FC236}">
                <a16:creationId xmlns:a16="http://schemas.microsoft.com/office/drawing/2014/main" id="{A408E6BB-CC55-F34B-8C7E-55ECA6F72783}"/>
              </a:ext>
            </a:extLst>
          </p:cNvPr>
          <p:cNvPicPr>
            <a:picLocks noChangeAspect="1"/>
          </p:cNvPicPr>
          <p:nvPr/>
        </p:nvPicPr>
        <p:blipFill>
          <a:blip r:embed="rId3"/>
          <a:stretch>
            <a:fillRect/>
          </a:stretch>
        </p:blipFill>
        <p:spPr>
          <a:xfrm>
            <a:off x="3048000" y="5334000"/>
            <a:ext cx="2667000" cy="673100"/>
          </a:xfrm>
          <a:prstGeom prst="rect">
            <a:avLst/>
          </a:prstGeom>
        </p:spPr>
      </p:pic>
    </p:spTree>
    <p:extLst>
      <p:ext uri="{BB962C8B-B14F-4D97-AF65-F5344CB8AC3E}">
        <p14:creationId xmlns:p14="http://schemas.microsoft.com/office/powerpoint/2010/main" val="290603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zh-CN" altLang="en-US" b="1" i="0" u="none" strike="noStrike" dirty="0">
                <a:solidFill>
                  <a:srgbClr val="404040"/>
                </a:solidFill>
                <a:effectLst/>
                <a:latin typeface="Roboto Slab" pitchFamily="2" charset="0"/>
              </a:rPr>
              <a:t>书写规则</a:t>
            </a:r>
          </a:p>
        </p:txBody>
      </p:sp>
      <p:sp>
        <p:nvSpPr>
          <p:cNvPr id="9219" name="Rectangle 5"/>
          <p:cNvSpPr>
            <a:spLocks noGrp="1" noChangeArrowheads="1"/>
          </p:cNvSpPr>
          <p:nvPr>
            <p:ph idx="1"/>
          </p:nvPr>
        </p:nvSpPr>
        <p:spPr>
          <a:xfrm>
            <a:off x="152400" y="1371600"/>
            <a:ext cx="8839200" cy="5410200"/>
          </a:xfrm>
        </p:spPr>
        <p:txBody>
          <a:bodyPr>
            <a:normAutofit/>
          </a:bodyPr>
          <a:lstStyle/>
          <a:p>
            <a:pPr marL="0" indent="0" algn="l">
              <a:buNone/>
            </a:pPr>
            <a:r>
              <a:rPr lang="zh-CN" altLang="en-US" sz="2400" b="1" i="0" u="none" strike="noStrike" dirty="0">
                <a:solidFill>
                  <a:srgbClr val="404040"/>
                </a:solidFill>
                <a:effectLst/>
                <a:latin typeface="Roboto Slab" pitchFamily="2" charset="0"/>
              </a:rPr>
              <a:t>使用变量</a:t>
            </a:r>
            <a:r>
              <a:rPr lang="en-US" altLang="zh-CN" sz="2400" b="1" dirty="0">
                <a:solidFill>
                  <a:srgbClr val="404040"/>
                </a:solidFill>
                <a:latin typeface="Roboto Slab" pitchFamily="2" charset="0"/>
              </a:rPr>
              <a:t>-</a:t>
            </a:r>
            <a:r>
              <a:rPr lang="zh-CN" altLang="en-US" sz="2400" b="1" i="0" u="none" strike="noStrike" dirty="0">
                <a:solidFill>
                  <a:srgbClr val="404040"/>
                </a:solidFill>
                <a:effectLst/>
                <a:latin typeface="Roboto Slab" pitchFamily="2" charset="0"/>
              </a:rPr>
              <a:t>自动化变量</a:t>
            </a:r>
          </a:p>
          <a:p>
            <a:pPr marL="0" indent="0" algn="l">
              <a:buNone/>
            </a:pPr>
            <a:endParaRPr lang="zh-CN" altLang="en-US" sz="2400" b="1" i="0" u="none" strike="noStrike" dirty="0">
              <a:solidFill>
                <a:srgbClr val="404040"/>
              </a:solidFill>
              <a:effectLst/>
              <a:latin typeface="Roboto Slab" pitchFamily="2" charset="0"/>
            </a:endParaRPr>
          </a:p>
        </p:txBody>
      </p:sp>
      <p:pic>
        <p:nvPicPr>
          <p:cNvPr id="3" name="图片 2">
            <a:extLst>
              <a:ext uri="{FF2B5EF4-FFF2-40B4-BE49-F238E27FC236}">
                <a16:creationId xmlns:a16="http://schemas.microsoft.com/office/drawing/2014/main" id="{3148321E-03AA-144F-907E-61016B4172EE}"/>
              </a:ext>
            </a:extLst>
          </p:cNvPr>
          <p:cNvPicPr>
            <a:picLocks noChangeAspect="1"/>
          </p:cNvPicPr>
          <p:nvPr/>
        </p:nvPicPr>
        <p:blipFill>
          <a:blip r:embed="rId3"/>
          <a:stretch>
            <a:fillRect/>
          </a:stretch>
        </p:blipFill>
        <p:spPr>
          <a:xfrm>
            <a:off x="152400" y="2133600"/>
            <a:ext cx="8877300" cy="3670300"/>
          </a:xfrm>
          <a:prstGeom prst="rect">
            <a:avLst/>
          </a:prstGeom>
        </p:spPr>
      </p:pic>
    </p:spTree>
    <p:extLst>
      <p:ext uri="{BB962C8B-B14F-4D97-AF65-F5344CB8AC3E}">
        <p14:creationId xmlns:p14="http://schemas.microsoft.com/office/powerpoint/2010/main" val="561105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DFE24-DC49-E14A-A901-B9EF4140E663}"/>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7BC72955-11D8-DE46-911C-948205CE2ECA}"/>
              </a:ext>
            </a:extLst>
          </p:cNvPr>
          <p:cNvSpPr>
            <a:spLocks noGrp="1"/>
          </p:cNvSpPr>
          <p:nvPr>
            <p:ph idx="1"/>
          </p:nvPr>
        </p:nvSpPr>
        <p:spPr/>
        <p:txBody>
          <a:bodyPr/>
          <a:lstStyle/>
          <a:p>
            <a:r>
              <a:rPr lang="en" altLang="zh-CN" b="1" i="0" u="none" strike="noStrike" dirty="0" err="1">
                <a:solidFill>
                  <a:srgbClr val="000000"/>
                </a:solidFill>
                <a:effectLst/>
                <a:latin typeface="Microsoft YaHei" panose="020B0503020204020204" pitchFamily="34" charset="-122"/>
                <a:ea typeface="Microsoft YaHei" panose="020B0503020204020204" pitchFamily="34" charset="-122"/>
              </a:rPr>
              <a:t>Makefile</a:t>
            </a:r>
            <a:r>
              <a:rPr lang="zh-CN" altLang="en-US" b="1" i="0" u="none" strike="noStrike" dirty="0">
                <a:solidFill>
                  <a:srgbClr val="000000"/>
                </a:solidFill>
                <a:effectLst/>
                <a:latin typeface="Microsoft YaHei" panose="020B0503020204020204" pitchFamily="34" charset="-122"/>
                <a:ea typeface="Microsoft YaHei" panose="020B0503020204020204" pitchFamily="34" charset="-122"/>
              </a:rPr>
              <a:t>中的</a:t>
            </a:r>
            <a:r>
              <a:rPr lang="en-US" altLang="zh-CN" b="1" i="0" u="none" strike="noStrike" dirty="0">
                <a:solidFill>
                  <a:srgbClr val="000000"/>
                </a:solidFill>
                <a:effectLst/>
                <a:latin typeface="Microsoft YaHei" panose="020B0503020204020204" pitchFamily="34" charset="-122"/>
                <a:ea typeface="Microsoft YaHei" panose="020B0503020204020204" pitchFamily="34" charset="-122"/>
              </a:rPr>
              <a:t>%</a:t>
            </a:r>
            <a:r>
              <a:rPr lang="zh-CN" altLang="en-US" b="1" i="0" u="none" strike="noStrike" dirty="0">
                <a:solidFill>
                  <a:srgbClr val="000000"/>
                </a:solidFill>
                <a:effectLst/>
                <a:latin typeface="Microsoft YaHei" panose="020B0503020204020204" pitchFamily="34" charset="-122"/>
                <a:ea typeface="Microsoft YaHei" panose="020B0503020204020204" pitchFamily="34" charset="-122"/>
              </a:rPr>
              <a:t>标记和系统通配符*的区别在于，*是应用在系统中的，</a:t>
            </a:r>
            <a:r>
              <a:rPr lang="en-US" altLang="zh-CN" b="1" i="0" u="none" strike="noStrike" dirty="0">
                <a:solidFill>
                  <a:srgbClr val="000000"/>
                </a:solidFill>
                <a:effectLst/>
                <a:latin typeface="Microsoft YaHei" panose="020B0503020204020204" pitchFamily="34" charset="-122"/>
                <a:ea typeface="Microsoft YaHei" panose="020B0503020204020204" pitchFamily="34" charset="-122"/>
              </a:rPr>
              <a:t>%</a:t>
            </a:r>
            <a:r>
              <a:rPr lang="zh-CN" altLang="en-US" b="1" i="0" u="none" strike="noStrike" dirty="0">
                <a:solidFill>
                  <a:srgbClr val="000000"/>
                </a:solidFill>
                <a:effectLst/>
                <a:latin typeface="Microsoft YaHei" panose="020B0503020204020204" pitchFamily="34" charset="-122"/>
                <a:ea typeface="Microsoft YaHei" panose="020B0503020204020204" pitchFamily="34" charset="-122"/>
              </a:rPr>
              <a:t>是应用在这个</a:t>
            </a:r>
            <a:r>
              <a:rPr lang="en" altLang="zh-CN" b="1" i="0" u="none" strike="noStrike" dirty="0" err="1">
                <a:solidFill>
                  <a:srgbClr val="000000"/>
                </a:solidFill>
                <a:effectLst/>
                <a:latin typeface="Microsoft YaHei" panose="020B0503020204020204" pitchFamily="34" charset="-122"/>
                <a:ea typeface="Microsoft YaHei" panose="020B0503020204020204" pitchFamily="34" charset="-122"/>
              </a:rPr>
              <a:t>Makefile</a:t>
            </a:r>
            <a:r>
              <a:rPr lang="zh-CN" altLang="en-US" b="1" i="0" u="none" strike="noStrike" dirty="0">
                <a:solidFill>
                  <a:srgbClr val="000000"/>
                </a:solidFill>
                <a:effectLst/>
                <a:latin typeface="Microsoft YaHei" panose="020B0503020204020204" pitchFamily="34" charset="-122"/>
                <a:ea typeface="Microsoft YaHei" panose="020B0503020204020204" pitchFamily="34" charset="-122"/>
              </a:rPr>
              <a:t>文件中的。</a:t>
            </a:r>
            <a:endParaRPr lang="zh-CN" altLang="en-US" b="1" i="0" u="none" strike="noStrike" dirty="0">
              <a:solidFill>
                <a:srgbClr val="000000"/>
              </a:solidFill>
              <a:effectLst/>
              <a:latin typeface="Verdana" panose="020B0604030504040204" pitchFamily="34" charset="0"/>
            </a:endParaRPr>
          </a:p>
          <a:p>
            <a:endParaRPr kumimoji="1" lang="zh-CN" altLang="en-US" dirty="0"/>
          </a:p>
        </p:txBody>
      </p:sp>
      <p:sp>
        <p:nvSpPr>
          <p:cNvPr id="4" name="页脚占位符 3">
            <a:extLst>
              <a:ext uri="{FF2B5EF4-FFF2-40B4-BE49-F238E27FC236}">
                <a16:creationId xmlns:a16="http://schemas.microsoft.com/office/drawing/2014/main" id="{58ADF096-E615-C640-BE22-86703BBD167B}"/>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D387A4FB-36FE-BC4F-B0BE-04132F5F4E99}"/>
              </a:ext>
            </a:extLst>
          </p:cNvPr>
          <p:cNvPicPr>
            <a:picLocks noChangeAspect="1"/>
          </p:cNvPicPr>
          <p:nvPr/>
        </p:nvPicPr>
        <p:blipFill>
          <a:blip r:embed="rId2"/>
          <a:stretch>
            <a:fillRect/>
          </a:stretch>
        </p:blipFill>
        <p:spPr>
          <a:xfrm>
            <a:off x="1209040" y="2260600"/>
            <a:ext cx="5867400" cy="2336800"/>
          </a:xfrm>
          <a:prstGeom prst="rect">
            <a:avLst/>
          </a:prstGeom>
        </p:spPr>
      </p:pic>
    </p:spTree>
    <p:extLst>
      <p:ext uri="{BB962C8B-B14F-4D97-AF65-F5344CB8AC3E}">
        <p14:creationId xmlns:p14="http://schemas.microsoft.com/office/powerpoint/2010/main" val="1443584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25D209-5A2D-3F41-ABFB-9EA0840B6372}"/>
              </a:ext>
            </a:extLst>
          </p:cNvPr>
          <p:cNvSpPr>
            <a:spLocks noGrp="1"/>
          </p:cNvSpPr>
          <p:nvPr>
            <p:ph type="title"/>
          </p:nvPr>
        </p:nvSpPr>
        <p:spPr/>
        <p:txBody>
          <a:bodyPr/>
          <a:lstStyle/>
          <a:p>
            <a:endParaRPr kumimoji="1" lang="zh-CN" altLang="en-US"/>
          </a:p>
        </p:txBody>
      </p:sp>
      <p:pic>
        <p:nvPicPr>
          <p:cNvPr id="5" name="内容占位符 4">
            <a:extLst>
              <a:ext uri="{FF2B5EF4-FFF2-40B4-BE49-F238E27FC236}">
                <a16:creationId xmlns:a16="http://schemas.microsoft.com/office/drawing/2014/main" id="{A94FD8B3-ECB9-BD4F-90C9-DD13D7532570}"/>
              </a:ext>
            </a:extLst>
          </p:cNvPr>
          <p:cNvPicPr>
            <a:picLocks noGrp="1" noChangeAspect="1"/>
          </p:cNvPicPr>
          <p:nvPr>
            <p:ph idx="1"/>
          </p:nvPr>
        </p:nvPicPr>
        <p:blipFill>
          <a:blip r:embed="rId3"/>
          <a:stretch>
            <a:fillRect/>
          </a:stretch>
        </p:blipFill>
        <p:spPr>
          <a:xfrm>
            <a:off x="762000" y="762000"/>
            <a:ext cx="6663223" cy="4525963"/>
          </a:xfrm>
          <a:prstGeom prst="rect">
            <a:avLst/>
          </a:prstGeom>
        </p:spPr>
      </p:pic>
      <p:sp>
        <p:nvSpPr>
          <p:cNvPr id="4" name="页脚占位符 3">
            <a:extLst>
              <a:ext uri="{FF2B5EF4-FFF2-40B4-BE49-F238E27FC236}">
                <a16:creationId xmlns:a16="http://schemas.microsoft.com/office/drawing/2014/main" id="{777ED1E4-2219-1F48-AF04-980770415594}"/>
              </a:ext>
            </a:extLst>
          </p:cNvPr>
          <p:cNvSpPr>
            <a:spLocks noGrp="1"/>
          </p:cNvSpPr>
          <p:nvPr>
            <p:ph type="ftr" sz="quarter" idx="11"/>
          </p:nvPr>
        </p:nvSpPr>
        <p:spPr/>
        <p:txBody>
          <a:bodyPr/>
          <a:lstStyle/>
          <a:p>
            <a:r>
              <a:rPr lang="en-JM"/>
              <a:t>PUT THE NAME OF YOUR COMPANY HERE</a:t>
            </a:r>
            <a:endParaRPr lang="en-JM" dirty="0"/>
          </a:p>
        </p:txBody>
      </p:sp>
    </p:spTree>
    <p:extLst>
      <p:ext uri="{BB962C8B-B14F-4D97-AF65-F5344CB8AC3E}">
        <p14:creationId xmlns:p14="http://schemas.microsoft.com/office/powerpoint/2010/main" val="3183770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6C5C1D-F49C-2544-B63A-732DFCBC615F}"/>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564A4585-1E35-844D-A42D-DFDB0C919FAB}"/>
              </a:ext>
            </a:extLst>
          </p:cNvPr>
          <p:cNvSpPr>
            <a:spLocks noGrp="1"/>
          </p:cNvSpPr>
          <p:nvPr>
            <p:ph idx="1"/>
          </p:nvPr>
        </p:nvSpPr>
        <p:spPr>
          <a:xfrm>
            <a:off x="457200" y="2438400"/>
            <a:ext cx="8229600" cy="3459164"/>
          </a:xfrm>
        </p:spPr>
        <p:txBody>
          <a:bodyPr>
            <a:normAutofit lnSpcReduction="10000"/>
          </a:bodyPr>
          <a:lstStyle/>
          <a:p>
            <a:pPr algn="l"/>
            <a:r>
              <a:rPr lang="zh-CN" altLang="en-US" b="1" i="0" u="none" strike="noStrike" dirty="0">
                <a:solidFill>
                  <a:srgbClr val="CC0000"/>
                </a:solidFill>
                <a:effectLst/>
                <a:latin typeface="Microsoft YaHei" panose="020B0503020204020204" pitchFamily="34" charset="-122"/>
                <a:ea typeface="Microsoft YaHei" panose="020B0503020204020204" pitchFamily="34" charset="-122"/>
              </a:rPr>
              <a:t>所以通配符</a:t>
            </a:r>
            <a:r>
              <a:rPr lang="en-US" altLang="zh-CN" b="1" i="0" u="none" strike="noStrike" dirty="0">
                <a:solidFill>
                  <a:srgbClr val="CC0000"/>
                </a:solidFill>
                <a:effectLst/>
                <a:latin typeface="Microsoft YaHei" panose="020B0503020204020204" pitchFamily="34" charset="-122"/>
                <a:ea typeface="Microsoft YaHei" panose="020B0503020204020204" pitchFamily="34" charset="-122"/>
              </a:rPr>
              <a:t>%</a:t>
            </a:r>
            <a:r>
              <a:rPr lang="zh-CN" altLang="en-US" b="1" i="0" u="none" strike="noStrike" dirty="0">
                <a:solidFill>
                  <a:srgbClr val="CC0000"/>
                </a:solidFill>
                <a:effectLst/>
                <a:latin typeface="Microsoft YaHei" panose="020B0503020204020204" pitchFamily="34" charset="-122"/>
                <a:ea typeface="Microsoft YaHei" panose="020B0503020204020204" pitchFamily="34" charset="-122"/>
              </a:rPr>
              <a:t>的意思是：</a:t>
            </a:r>
            <a:endParaRPr lang="zh-CN" altLang="en-US"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 我</a:t>
            </a:r>
            <a:r>
              <a:rPr lang="zh-CN" altLang="en-US" b="0" i="0" u="none" strike="noStrike" dirty="0">
                <a:solidFill>
                  <a:srgbClr val="CC0000"/>
                </a:solidFill>
                <a:effectLst/>
                <a:latin typeface="Microsoft YaHei" panose="020B0503020204020204" pitchFamily="34" charset="-122"/>
                <a:ea typeface="Microsoft YaHei" panose="020B0503020204020204" pitchFamily="34" charset="-122"/>
              </a:rPr>
              <a:t>要找</a:t>
            </a:r>
            <a:r>
              <a:rPr lang="en" altLang="zh-CN" b="0" i="0" u="none" strike="noStrike" dirty="0">
                <a:solidFill>
                  <a:srgbClr val="CC0000"/>
                </a:solidFill>
                <a:effectLst/>
                <a:latin typeface="Microsoft YaHei" panose="020B0503020204020204" pitchFamily="34" charset="-122"/>
                <a:ea typeface="Microsoft YaHei" panose="020B0503020204020204" pitchFamily="34" charset="-122"/>
              </a:rPr>
              <a:t>test1.o</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的构造规则，看看</a:t>
            </a:r>
            <a:r>
              <a:rPr lang="en" altLang="zh-CN" b="0" i="0" u="none" strike="noStrike" dirty="0" err="1">
                <a:solidFill>
                  <a:srgbClr val="CC0000"/>
                </a:solidFill>
                <a:effectLst/>
                <a:latin typeface="Microsoft YaHei" panose="020B0503020204020204" pitchFamily="34" charset="-122"/>
                <a:ea typeface="Microsoft YaHei" panose="020B0503020204020204" pitchFamily="34" charset="-122"/>
              </a:rPr>
              <a:t>Makefile</a:t>
            </a:r>
            <a:r>
              <a:rPr lang="zh-CN" altLang="en-US" b="0" i="0" u="none" strike="noStrike" dirty="0">
                <a:solidFill>
                  <a:srgbClr val="CC0000"/>
                </a:solidFill>
                <a:effectLst/>
                <a:latin typeface="Microsoft YaHei" panose="020B0503020204020204" pitchFamily="34" charset="-122"/>
                <a:ea typeface="Microsoft YaHei" panose="020B0503020204020204" pitchFamily="34" charset="-122"/>
              </a:rPr>
              <a:t>中</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那个规则符合。</a:t>
            </a:r>
            <a:endParaRPr lang="zh-CN" altLang="en-US"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 然后找到了</a:t>
            </a:r>
            <a:r>
              <a:rPr lang="en-US" altLang="zh-CN" b="0" i="0" u="none" strike="noStrike" dirty="0">
                <a:solidFill>
                  <a:srgbClr val="000000"/>
                </a:solidFill>
                <a:effectLst/>
                <a:latin typeface="Microsoft YaHei" panose="020B0503020204020204" pitchFamily="34" charset="-122"/>
                <a:ea typeface="Microsoft YaHei" panose="020B0503020204020204" pitchFamily="34" charset="-122"/>
              </a:rPr>
              <a:t>%.</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o:%.c</a:t>
            </a:r>
            <a:r>
              <a:rPr lang="zh-CN" altLang="en" b="0" i="0" u="none" strike="noStrike" dirty="0">
                <a:solidFill>
                  <a:srgbClr val="000000"/>
                </a:solidFill>
                <a:effectLst/>
                <a:latin typeface="Microsoft YaHei" panose="020B0503020204020204" pitchFamily="34" charset="-122"/>
                <a:ea typeface="Microsoft YaHei" panose="020B0503020204020204" pitchFamily="34" charset="-122"/>
              </a:rPr>
              <a:t>，</a:t>
            </a:r>
            <a:endParaRPr lang="en" altLang="zh-CN"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 </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来套一下来套一下：</a:t>
            </a:r>
            <a:endParaRPr lang="zh-CN" altLang="en-US"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 </a:t>
            </a:r>
            <a:r>
              <a:rPr lang="en-US" altLang="zh-CN" b="0" i="0" u="none" strike="noStrike" dirty="0">
                <a:solidFill>
                  <a:srgbClr val="000000"/>
                </a:solidFill>
                <a:effectLst/>
                <a:latin typeface="Microsoft YaHei" panose="020B0503020204020204" pitchFamily="34" charset="-122"/>
                <a:ea typeface="Microsoft YaHei" panose="020B0503020204020204" pitchFamily="34" charset="-122"/>
              </a:rPr>
              <a:t>%.</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o </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和我要找的 </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test1.o </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匹配</a:t>
            </a:r>
            <a:endParaRPr lang="zh-CN" altLang="en-US"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套上了，得到</a:t>
            </a:r>
            <a:r>
              <a:rPr lang="en-US" altLang="zh-CN" b="0" i="0" u="none" strike="noStrike" dirty="0">
                <a:solidFill>
                  <a:srgbClr val="000000"/>
                </a:solidFill>
                <a:effectLst/>
                <a:latin typeface="Microsoft YaHei" panose="020B0503020204020204" pitchFamily="34" charset="-122"/>
                <a:ea typeface="Microsoft YaHei" panose="020B0503020204020204" pitchFamily="34" charset="-122"/>
              </a:rPr>
              <a:t>%=</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a:t>
            </a:r>
            <a:r>
              <a:rPr lang="zh-CN" altLang="en" b="0" i="0" u="none" strike="noStrike" dirty="0">
                <a:solidFill>
                  <a:srgbClr val="000000"/>
                </a:solidFill>
                <a:effectLst/>
                <a:latin typeface="Microsoft YaHei" panose="020B0503020204020204" pitchFamily="34" charset="-122"/>
                <a:ea typeface="Microsoft YaHei" panose="020B0503020204020204" pitchFamily="34" charset="-122"/>
              </a:rPr>
              <a:t>。</a:t>
            </a:r>
            <a:endParaRPr lang="en" altLang="zh-CN"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所以在后面的</a:t>
            </a:r>
            <a:r>
              <a:rPr lang="en-US" altLang="zh-CN" b="0" i="0" u="none" strike="noStrike" dirty="0">
                <a:solidFill>
                  <a:srgbClr val="000000"/>
                </a:solidFill>
                <a:effectLst/>
                <a:latin typeface="Microsoft YaHei" panose="020B0503020204020204" pitchFamily="34" charset="-122"/>
                <a:ea typeface="Microsoft YaHei" panose="020B0503020204020204" pitchFamily="34" charset="-122"/>
              </a:rPr>
              <a:t>%.</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c</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就表示</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test1.c</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了。</a:t>
            </a:r>
            <a:endParaRPr lang="zh-CN" altLang="en-US"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OK</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进行构造</a:t>
            </a:r>
            <a:endParaRPr lang="zh-CN" altLang="en-US" b="0" i="0" u="none" strike="noStrike" dirty="0">
              <a:solidFill>
                <a:srgbClr val="000000"/>
              </a:solidFill>
              <a:effectLst/>
              <a:latin typeface="Verdana" panose="020B0604030504040204" pitchFamily="34" charset="0"/>
            </a:endParaRPr>
          </a:p>
          <a:p>
            <a:pPr algn="l"/>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 </a:t>
            </a:r>
            <a:endParaRPr lang="zh-CN" altLang="en-US" b="0" i="0" u="none" strike="noStrike" dirty="0">
              <a:solidFill>
                <a:srgbClr val="000000"/>
              </a:solidFill>
              <a:effectLst/>
              <a:latin typeface="Verdana" panose="020B0604030504040204" pitchFamily="34" charset="0"/>
            </a:endParaRPr>
          </a:p>
          <a:p>
            <a:pPr algn="l"/>
            <a:r>
              <a:rPr lang="zh-CN" altLang="en-US" b="1" i="0" u="none" strike="noStrike" dirty="0">
                <a:solidFill>
                  <a:srgbClr val="CC0000"/>
                </a:solidFill>
                <a:effectLst/>
                <a:latin typeface="Microsoft YaHei" panose="020B0503020204020204" pitchFamily="34" charset="-122"/>
                <a:ea typeface="Microsoft YaHei" panose="020B0503020204020204" pitchFamily="34" charset="-122"/>
              </a:rPr>
              <a:t>而通配符*的意思是：</a:t>
            </a:r>
            <a:endParaRPr lang="zh-CN" altLang="en-US"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我</a:t>
            </a:r>
            <a:r>
              <a:rPr lang="zh-CN" altLang="en-US" b="0" i="0" u="none" strike="noStrike" dirty="0">
                <a:solidFill>
                  <a:srgbClr val="CC0000"/>
                </a:solidFill>
                <a:effectLst/>
                <a:latin typeface="Microsoft YaHei" panose="020B0503020204020204" pitchFamily="34" charset="-122"/>
                <a:ea typeface="Microsoft YaHei" panose="020B0503020204020204" pitchFamily="34" charset="-122"/>
              </a:rPr>
              <a:t>不知道目标的名字</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a:t>
            </a:r>
            <a:r>
              <a:rPr lang="zh-CN" altLang="en-US" b="0" i="0" u="none" strike="noStrike" dirty="0">
                <a:solidFill>
                  <a:srgbClr val="CC0000"/>
                </a:solidFill>
                <a:effectLst/>
                <a:latin typeface="Microsoft YaHei" panose="020B0503020204020204" pitchFamily="34" charset="-122"/>
                <a:ea typeface="Microsoft YaHei" panose="020B0503020204020204" pitchFamily="34" charset="-122"/>
              </a:rPr>
              <a:t>系统该目录下</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中所有后缀为</a:t>
            </a:r>
            <a:r>
              <a:rPr lang="en-US" altLang="zh-CN" b="0" i="0" u="none" strike="noStrike" dirty="0">
                <a:solidFill>
                  <a:srgbClr val="000000"/>
                </a:solidFill>
                <a:effectLst/>
                <a:latin typeface="Microsoft YaHei" panose="020B0503020204020204" pitchFamily="34" charset="-122"/>
                <a:ea typeface="Microsoft YaHei" panose="020B0503020204020204" pitchFamily="34" charset="-122"/>
              </a:rPr>
              <a:t>.</a:t>
            </a:r>
            <a:r>
              <a:rPr lang="en" altLang="zh-CN" b="0" i="0" u="none" strike="noStrike" dirty="0">
                <a:solidFill>
                  <a:srgbClr val="000000"/>
                </a:solidFill>
                <a:effectLst/>
                <a:latin typeface="Microsoft YaHei" panose="020B0503020204020204" pitchFamily="34" charset="-122"/>
                <a:ea typeface="Microsoft YaHei" panose="020B0503020204020204" pitchFamily="34" charset="-122"/>
              </a:rPr>
              <a:t>c</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的文件都是我要找的。</a:t>
            </a:r>
            <a:endParaRPr lang="zh-CN" altLang="en-US" b="0" i="0" u="none" strike="noStrike" dirty="0">
              <a:solidFill>
                <a:srgbClr val="000000"/>
              </a:solidFill>
              <a:effectLst/>
              <a:latin typeface="Verdana" panose="020B0604030504040204" pitchFamily="34" charset="0"/>
            </a:endParaRPr>
          </a:p>
          <a:p>
            <a:pPr algn="l">
              <a:buFont typeface="Arial" panose="020B0604020202020204" pitchFamily="34" charset="0"/>
              <a:buChar char="•"/>
            </a:pP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然后遍历目录的文件，看是否匹配。找出</a:t>
            </a:r>
            <a:r>
              <a:rPr lang="zh-CN" altLang="en-US" b="0" i="0" u="none" strike="noStrike" dirty="0">
                <a:solidFill>
                  <a:srgbClr val="CC0000"/>
                </a:solidFill>
                <a:effectLst/>
                <a:latin typeface="Microsoft YaHei" panose="020B0503020204020204" pitchFamily="34" charset="-122"/>
                <a:ea typeface="Microsoft YaHei" panose="020B0503020204020204" pitchFamily="34" charset="-122"/>
              </a:rPr>
              <a:t>所有</a:t>
            </a:r>
            <a:r>
              <a:rPr lang="zh-CN" altLang="en-US" b="0" i="0" u="none" strike="noStrike" dirty="0">
                <a:solidFill>
                  <a:srgbClr val="000000"/>
                </a:solidFill>
                <a:effectLst/>
                <a:latin typeface="Microsoft YaHei" panose="020B0503020204020204" pitchFamily="34" charset="-122"/>
                <a:ea typeface="Microsoft YaHei" panose="020B0503020204020204" pitchFamily="34" charset="-122"/>
              </a:rPr>
              <a:t>匹配的项目。</a:t>
            </a:r>
            <a:endParaRPr lang="zh-CN" altLang="en-US" b="0" i="0" u="none" strike="noStrike" dirty="0">
              <a:solidFill>
                <a:srgbClr val="000000"/>
              </a:solidFill>
              <a:effectLst/>
              <a:latin typeface="Verdana" panose="020B0604030504040204" pitchFamily="34" charset="0"/>
            </a:endParaRPr>
          </a:p>
          <a:p>
            <a:endParaRPr kumimoji="1" lang="zh-CN" altLang="en-US" dirty="0"/>
          </a:p>
        </p:txBody>
      </p:sp>
      <p:sp>
        <p:nvSpPr>
          <p:cNvPr id="4" name="页脚占位符 3">
            <a:extLst>
              <a:ext uri="{FF2B5EF4-FFF2-40B4-BE49-F238E27FC236}">
                <a16:creationId xmlns:a16="http://schemas.microsoft.com/office/drawing/2014/main" id="{DE0433AA-CDEF-C143-AAB9-F436CA71FF2D}"/>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92930A36-ED18-044B-AA43-76374DA36C6E}"/>
              </a:ext>
            </a:extLst>
          </p:cNvPr>
          <p:cNvPicPr>
            <a:picLocks noChangeAspect="1"/>
          </p:cNvPicPr>
          <p:nvPr/>
        </p:nvPicPr>
        <p:blipFill>
          <a:blip r:embed="rId2"/>
          <a:stretch>
            <a:fillRect/>
          </a:stretch>
        </p:blipFill>
        <p:spPr>
          <a:xfrm>
            <a:off x="107950" y="26035"/>
            <a:ext cx="8928100" cy="2197100"/>
          </a:xfrm>
          <a:prstGeom prst="rect">
            <a:avLst/>
          </a:prstGeom>
        </p:spPr>
      </p:pic>
    </p:spTree>
    <p:extLst>
      <p:ext uri="{BB962C8B-B14F-4D97-AF65-F5344CB8AC3E}">
        <p14:creationId xmlns:p14="http://schemas.microsoft.com/office/powerpoint/2010/main" val="2960716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676E3A-5BAF-7548-A3B2-5E9972CA041F}"/>
              </a:ext>
            </a:extLst>
          </p:cNvPr>
          <p:cNvSpPr>
            <a:spLocks noGrp="1"/>
          </p:cNvSpPr>
          <p:nvPr>
            <p:ph type="title"/>
          </p:nvPr>
        </p:nvSpPr>
        <p:spPr/>
        <p:txBody>
          <a:bodyPr/>
          <a:lstStyle/>
          <a:p>
            <a:endParaRPr kumimoji="1" lang="zh-CN" altLang="en-US"/>
          </a:p>
        </p:txBody>
      </p:sp>
      <p:pic>
        <p:nvPicPr>
          <p:cNvPr id="6" name="内容占位符 5">
            <a:extLst>
              <a:ext uri="{FF2B5EF4-FFF2-40B4-BE49-F238E27FC236}">
                <a16:creationId xmlns:a16="http://schemas.microsoft.com/office/drawing/2014/main" id="{9D621F76-2508-C247-8189-47D1E7474156}"/>
              </a:ext>
            </a:extLst>
          </p:cNvPr>
          <p:cNvPicPr>
            <a:picLocks noGrp="1" noChangeAspect="1"/>
          </p:cNvPicPr>
          <p:nvPr>
            <p:ph idx="1"/>
          </p:nvPr>
        </p:nvPicPr>
        <p:blipFill>
          <a:blip r:embed="rId2"/>
          <a:stretch>
            <a:fillRect/>
          </a:stretch>
        </p:blipFill>
        <p:spPr>
          <a:xfrm>
            <a:off x="571500" y="3172460"/>
            <a:ext cx="4368800" cy="3009900"/>
          </a:xfrm>
          <a:prstGeom prst="rect">
            <a:avLst/>
          </a:prstGeom>
        </p:spPr>
      </p:pic>
      <p:sp>
        <p:nvSpPr>
          <p:cNvPr id="4" name="页脚占位符 3">
            <a:extLst>
              <a:ext uri="{FF2B5EF4-FFF2-40B4-BE49-F238E27FC236}">
                <a16:creationId xmlns:a16="http://schemas.microsoft.com/office/drawing/2014/main" id="{4E03CBC5-5F47-4045-B862-688088DBC4AD}"/>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0B74BCDD-54F0-0247-B76A-65895A472000}"/>
              </a:ext>
            </a:extLst>
          </p:cNvPr>
          <p:cNvPicPr>
            <a:picLocks noChangeAspect="1"/>
          </p:cNvPicPr>
          <p:nvPr/>
        </p:nvPicPr>
        <p:blipFill>
          <a:blip r:embed="rId3"/>
          <a:stretch>
            <a:fillRect/>
          </a:stretch>
        </p:blipFill>
        <p:spPr>
          <a:xfrm>
            <a:off x="571500" y="594360"/>
            <a:ext cx="4000500" cy="2324100"/>
          </a:xfrm>
          <a:prstGeom prst="rect">
            <a:avLst/>
          </a:prstGeom>
        </p:spPr>
      </p:pic>
      <p:pic>
        <p:nvPicPr>
          <p:cNvPr id="7" name="图片 6">
            <a:extLst>
              <a:ext uri="{FF2B5EF4-FFF2-40B4-BE49-F238E27FC236}">
                <a16:creationId xmlns:a16="http://schemas.microsoft.com/office/drawing/2014/main" id="{A08E24C9-3E26-AC45-A2AF-E8372D1F5F1B}"/>
              </a:ext>
            </a:extLst>
          </p:cNvPr>
          <p:cNvPicPr>
            <a:picLocks noChangeAspect="1"/>
          </p:cNvPicPr>
          <p:nvPr/>
        </p:nvPicPr>
        <p:blipFill>
          <a:blip r:embed="rId4"/>
          <a:stretch>
            <a:fillRect/>
          </a:stretch>
        </p:blipFill>
        <p:spPr>
          <a:xfrm>
            <a:off x="5265420" y="1142683"/>
            <a:ext cx="2781300" cy="3695700"/>
          </a:xfrm>
          <a:prstGeom prst="rect">
            <a:avLst/>
          </a:prstGeom>
        </p:spPr>
      </p:pic>
    </p:spTree>
    <p:extLst>
      <p:ext uri="{BB962C8B-B14F-4D97-AF65-F5344CB8AC3E}">
        <p14:creationId xmlns:p14="http://schemas.microsoft.com/office/powerpoint/2010/main" val="2793428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5998F4-13AE-FF4B-AF98-FABEEBCB13E0}"/>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345F23E7-9F31-1942-A455-6B5D74A9A48F}"/>
              </a:ext>
            </a:extLst>
          </p:cNvPr>
          <p:cNvSpPr>
            <a:spLocks noGrp="1"/>
          </p:cNvSpPr>
          <p:nvPr>
            <p:ph idx="1"/>
          </p:nvPr>
        </p:nvSpPr>
        <p:spPr/>
        <p:txBody>
          <a:bodyPr/>
          <a:lstStyle/>
          <a:p>
            <a:endParaRPr kumimoji="1" lang="zh-CN" altLang="en-US"/>
          </a:p>
        </p:txBody>
      </p:sp>
      <p:sp>
        <p:nvSpPr>
          <p:cNvPr id="4" name="页脚占位符 3">
            <a:extLst>
              <a:ext uri="{FF2B5EF4-FFF2-40B4-BE49-F238E27FC236}">
                <a16:creationId xmlns:a16="http://schemas.microsoft.com/office/drawing/2014/main" id="{10F5A39E-CDF1-B44F-A480-D4F62F2E39BC}"/>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C1AF03EF-4703-BE4F-A847-63538CAA0F3E}"/>
              </a:ext>
            </a:extLst>
          </p:cNvPr>
          <p:cNvPicPr>
            <a:picLocks noChangeAspect="1"/>
          </p:cNvPicPr>
          <p:nvPr/>
        </p:nvPicPr>
        <p:blipFill>
          <a:blip r:embed="rId2"/>
          <a:stretch>
            <a:fillRect/>
          </a:stretch>
        </p:blipFill>
        <p:spPr>
          <a:xfrm>
            <a:off x="462280" y="457200"/>
            <a:ext cx="6197600" cy="2438400"/>
          </a:xfrm>
          <a:prstGeom prst="rect">
            <a:avLst/>
          </a:prstGeom>
        </p:spPr>
      </p:pic>
      <p:pic>
        <p:nvPicPr>
          <p:cNvPr id="6" name="图片 5">
            <a:extLst>
              <a:ext uri="{FF2B5EF4-FFF2-40B4-BE49-F238E27FC236}">
                <a16:creationId xmlns:a16="http://schemas.microsoft.com/office/drawing/2014/main" id="{07BAC1DD-7AD8-8340-98A9-CC094FBBDCFB}"/>
              </a:ext>
            </a:extLst>
          </p:cNvPr>
          <p:cNvPicPr>
            <a:picLocks noChangeAspect="1"/>
          </p:cNvPicPr>
          <p:nvPr/>
        </p:nvPicPr>
        <p:blipFill>
          <a:blip r:embed="rId3"/>
          <a:stretch>
            <a:fillRect/>
          </a:stretch>
        </p:blipFill>
        <p:spPr>
          <a:xfrm>
            <a:off x="457200" y="3119438"/>
            <a:ext cx="6540500" cy="2971800"/>
          </a:xfrm>
          <a:prstGeom prst="rect">
            <a:avLst/>
          </a:prstGeom>
        </p:spPr>
      </p:pic>
    </p:spTree>
    <p:extLst>
      <p:ext uri="{BB962C8B-B14F-4D97-AF65-F5344CB8AC3E}">
        <p14:creationId xmlns:p14="http://schemas.microsoft.com/office/powerpoint/2010/main" val="1043710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76FDF-D023-D840-8807-76EC439F572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58CAD104-3A11-3C4C-94DC-897A32CC056B}"/>
              </a:ext>
            </a:extLst>
          </p:cNvPr>
          <p:cNvSpPr>
            <a:spLocks noGrp="1"/>
          </p:cNvSpPr>
          <p:nvPr>
            <p:ph idx="1"/>
          </p:nvPr>
        </p:nvSpPr>
        <p:spPr/>
        <p:txBody>
          <a:bodyPr/>
          <a:lstStyle/>
          <a:p>
            <a:endParaRPr kumimoji="1" lang="zh-CN" altLang="en-US"/>
          </a:p>
        </p:txBody>
      </p:sp>
      <p:sp>
        <p:nvSpPr>
          <p:cNvPr id="4" name="页脚占位符 3">
            <a:extLst>
              <a:ext uri="{FF2B5EF4-FFF2-40B4-BE49-F238E27FC236}">
                <a16:creationId xmlns:a16="http://schemas.microsoft.com/office/drawing/2014/main" id="{8DD03688-6039-9E42-ACBE-94E037B4F2A3}"/>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D9E9B6B7-A352-7A4B-AC8B-6ED9F365CBD4}"/>
              </a:ext>
            </a:extLst>
          </p:cNvPr>
          <p:cNvPicPr>
            <a:picLocks noChangeAspect="1"/>
          </p:cNvPicPr>
          <p:nvPr/>
        </p:nvPicPr>
        <p:blipFill>
          <a:blip r:embed="rId2"/>
          <a:stretch>
            <a:fillRect/>
          </a:stretch>
        </p:blipFill>
        <p:spPr>
          <a:xfrm>
            <a:off x="2362200" y="2057400"/>
            <a:ext cx="4140200" cy="2476500"/>
          </a:xfrm>
          <a:prstGeom prst="rect">
            <a:avLst/>
          </a:prstGeom>
        </p:spPr>
      </p:pic>
    </p:spTree>
    <p:extLst>
      <p:ext uri="{BB962C8B-B14F-4D97-AF65-F5344CB8AC3E}">
        <p14:creationId xmlns:p14="http://schemas.microsoft.com/office/powerpoint/2010/main" val="2625626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15058</TotalTime>
  <Words>5763</Words>
  <Application>Microsoft Office PowerPoint</Application>
  <PresentationFormat>全屏显示(4:3)</PresentationFormat>
  <Paragraphs>304</Paragraphs>
  <Slides>36</Slides>
  <Notes>29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-apple-system</vt:lpstr>
      <vt:lpstr>Bebas Neue</vt:lpstr>
      <vt:lpstr>Helvetica Neue</vt:lpstr>
      <vt:lpstr>SFMono-Regular</vt:lpstr>
      <vt:lpstr>微软雅黑</vt:lpstr>
      <vt:lpstr>Arial</vt:lpstr>
      <vt:lpstr>Calibri</vt:lpstr>
      <vt:lpstr>Courier New</vt:lpstr>
      <vt:lpstr>Lato</vt:lpstr>
      <vt:lpstr>Roboto Slab</vt:lpstr>
      <vt:lpstr>Verdana</vt:lpstr>
      <vt:lpstr>Wingdings</vt:lpstr>
      <vt:lpstr>Office Theme</vt:lpstr>
      <vt:lpstr>Shell &amp; Makefile</vt:lpstr>
      <vt:lpstr>Shell介绍</vt:lpstr>
      <vt:lpstr>Shell脚本</vt:lpstr>
      <vt:lpstr>Shell 环境</vt:lpstr>
      <vt:lpstr>Shell 脚本实例</vt:lpstr>
      <vt:lpstr>Shell 变量</vt:lpstr>
      <vt:lpstr>Shell 变量</vt:lpstr>
      <vt:lpstr>Shell 变量</vt:lpstr>
      <vt:lpstr>Shell 变量</vt:lpstr>
      <vt:lpstr>Shell 变量</vt:lpstr>
      <vt:lpstr>Shell 变量</vt:lpstr>
      <vt:lpstr>Shell 变量</vt:lpstr>
      <vt:lpstr>makefile介绍</vt:lpstr>
      <vt:lpstr>makefile的规则</vt:lpstr>
      <vt:lpstr>makefile的规则</vt:lpstr>
      <vt:lpstr>makefile示例</vt:lpstr>
      <vt:lpstr>makefile示例</vt:lpstr>
      <vt:lpstr>makefile示例</vt:lpstr>
      <vt:lpstr>makefile示例</vt:lpstr>
      <vt:lpstr>make是如何工作的</vt:lpstr>
      <vt:lpstr>make是如何工作的</vt:lpstr>
      <vt:lpstr>makefile中使用变量</vt:lpstr>
      <vt:lpstr>makefile中使用变量</vt:lpstr>
      <vt:lpstr>makefile中使用变量</vt:lpstr>
      <vt:lpstr>make自动推导</vt:lpstr>
      <vt:lpstr>make自动推导</vt:lpstr>
      <vt:lpstr>清空目录的规则</vt:lpstr>
      <vt:lpstr>Makefile里有什么？</vt:lpstr>
      <vt:lpstr>书写规则</vt:lpstr>
      <vt:lpstr>书写规则</vt:lpstr>
      <vt:lpstr>PowerPoint 演示文稿</vt:lpstr>
      <vt:lpstr>PowerPoint 演示文稿</vt:lpstr>
      <vt:lpstr>PowerPoint 演示文稿</vt:lpstr>
      <vt:lpstr>PowerPoint 演示文稿</vt:lpstr>
      <vt:lpstr>PowerPoint 演示文稿</vt:lpstr>
      <vt:lpstr>PowerPoint 演示文稿</vt:lpstr>
    </vt:vector>
  </TitlesOfParts>
  <Company>LIME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adrienne.reynolds</dc:creator>
  <cp:lastModifiedBy>gkq2414774255@163.com</cp:lastModifiedBy>
  <cp:revision>878</cp:revision>
  <dcterms:created xsi:type="dcterms:W3CDTF">2011-12-26T17:46:32Z</dcterms:created>
  <dcterms:modified xsi:type="dcterms:W3CDTF">2025-06-13T09:24:45Z</dcterms:modified>
</cp:coreProperties>
</file>