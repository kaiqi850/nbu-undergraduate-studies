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35"/>
  </p:handoutMasterIdLst>
  <p:sldIdLst>
    <p:sldId id="325" r:id="rId3"/>
    <p:sldId id="556" r:id="rId5"/>
    <p:sldId id="600" r:id="rId6"/>
    <p:sldId id="512" r:id="rId7"/>
    <p:sldId id="573" r:id="rId8"/>
    <p:sldId id="508" r:id="rId9"/>
    <p:sldId id="565" r:id="rId10"/>
    <p:sldId id="509" r:id="rId11"/>
    <p:sldId id="511" r:id="rId12"/>
    <p:sldId id="510" r:id="rId13"/>
    <p:sldId id="513" r:id="rId14"/>
    <p:sldId id="553" r:id="rId15"/>
    <p:sldId id="577" r:id="rId16"/>
    <p:sldId id="601" r:id="rId17"/>
    <p:sldId id="524" r:id="rId18"/>
    <p:sldId id="517" r:id="rId19"/>
    <p:sldId id="519" r:id="rId20"/>
    <p:sldId id="602" r:id="rId21"/>
    <p:sldId id="533" r:id="rId22"/>
    <p:sldId id="603" r:id="rId23"/>
    <p:sldId id="566" r:id="rId24"/>
    <p:sldId id="581" r:id="rId25"/>
    <p:sldId id="579" r:id="rId26"/>
    <p:sldId id="580" r:id="rId27"/>
    <p:sldId id="582" r:id="rId28"/>
    <p:sldId id="583" r:id="rId29"/>
    <p:sldId id="584" r:id="rId30"/>
    <p:sldId id="585" r:id="rId31"/>
    <p:sldId id="586" r:id="rId32"/>
    <p:sldId id="567" r:id="rId33"/>
    <p:sldId id="490" r:id="rId34"/>
  </p:sldIdLst>
  <p:sldSz cx="9144000" cy="6858000" type="screen4x3"/>
  <p:notesSz cx="6858000" cy="9144000"/>
  <p:custDataLst>
    <p:tags r:id="rId39"/>
  </p:custDataLst>
  <p:defaultTextStyle>
    <a:defPPr>
      <a:defRPr lang="en-US"/>
    </a:defPPr>
    <a:lvl1pPr algn="ctr" rtl="0" fontAlgn="base">
      <a:spcBef>
        <a:spcPct val="0"/>
      </a:spcBef>
      <a:spcAft>
        <a:spcPct val="0"/>
      </a:spcAft>
      <a:defRPr kumimoji="1" sz="2800" b="1" kern="1200">
        <a:solidFill>
          <a:schemeClr val="tx1"/>
        </a:solidFill>
        <a:latin typeface="Times New Roman" panose="02020603050405020304" pitchFamily="18" charset="0"/>
        <a:ea typeface="黑体" panose="02010609060101010101" pitchFamily="2" charset="-122"/>
        <a:cs typeface="+mn-cs"/>
      </a:defRPr>
    </a:lvl1pPr>
    <a:lvl2pPr marL="457200" algn="ctr" rtl="0" fontAlgn="base">
      <a:spcBef>
        <a:spcPct val="0"/>
      </a:spcBef>
      <a:spcAft>
        <a:spcPct val="0"/>
      </a:spcAft>
      <a:defRPr kumimoji="1" sz="2800" b="1" kern="1200">
        <a:solidFill>
          <a:schemeClr val="tx1"/>
        </a:solidFill>
        <a:latin typeface="Times New Roman" panose="02020603050405020304" pitchFamily="18" charset="0"/>
        <a:ea typeface="黑体" panose="02010609060101010101" pitchFamily="2" charset="-122"/>
        <a:cs typeface="+mn-cs"/>
      </a:defRPr>
    </a:lvl2pPr>
    <a:lvl3pPr marL="914400" algn="ctr" rtl="0" fontAlgn="base">
      <a:spcBef>
        <a:spcPct val="0"/>
      </a:spcBef>
      <a:spcAft>
        <a:spcPct val="0"/>
      </a:spcAft>
      <a:defRPr kumimoji="1" sz="2800" b="1" kern="1200">
        <a:solidFill>
          <a:schemeClr val="tx1"/>
        </a:solidFill>
        <a:latin typeface="Times New Roman" panose="02020603050405020304" pitchFamily="18" charset="0"/>
        <a:ea typeface="黑体" panose="02010609060101010101" pitchFamily="2" charset="-122"/>
        <a:cs typeface="+mn-cs"/>
      </a:defRPr>
    </a:lvl3pPr>
    <a:lvl4pPr marL="1371600" algn="ctr" rtl="0" fontAlgn="base">
      <a:spcBef>
        <a:spcPct val="0"/>
      </a:spcBef>
      <a:spcAft>
        <a:spcPct val="0"/>
      </a:spcAft>
      <a:defRPr kumimoji="1" sz="2800" b="1" kern="1200">
        <a:solidFill>
          <a:schemeClr val="tx1"/>
        </a:solidFill>
        <a:latin typeface="Times New Roman" panose="02020603050405020304" pitchFamily="18" charset="0"/>
        <a:ea typeface="黑体" panose="02010609060101010101" pitchFamily="2" charset="-122"/>
        <a:cs typeface="+mn-cs"/>
      </a:defRPr>
    </a:lvl4pPr>
    <a:lvl5pPr marL="1828800" algn="ctr" rtl="0" fontAlgn="base">
      <a:spcBef>
        <a:spcPct val="0"/>
      </a:spcBef>
      <a:spcAft>
        <a:spcPct val="0"/>
      </a:spcAft>
      <a:defRPr kumimoji="1" sz="2800" b="1" kern="1200">
        <a:solidFill>
          <a:schemeClr val="tx1"/>
        </a:solidFill>
        <a:latin typeface="Times New Roman" panose="02020603050405020304" pitchFamily="18" charset="0"/>
        <a:ea typeface="黑体" panose="02010609060101010101" pitchFamily="2" charset="-122"/>
        <a:cs typeface="+mn-cs"/>
      </a:defRPr>
    </a:lvl5pPr>
    <a:lvl6pPr marL="2286000" algn="l" defTabSz="914400" rtl="0" eaLnBrk="1" latinLnBrk="0" hangingPunct="1">
      <a:defRPr kumimoji="1" sz="2800" b="1" kern="1200">
        <a:solidFill>
          <a:schemeClr val="tx1"/>
        </a:solidFill>
        <a:latin typeface="Times New Roman" panose="02020603050405020304" pitchFamily="18" charset="0"/>
        <a:ea typeface="黑体" panose="02010609060101010101" pitchFamily="2" charset="-122"/>
        <a:cs typeface="+mn-cs"/>
      </a:defRPr>
    </a:lvl6pPr>
    <a:lvl7pPr marL="2743200" algn="l" defTabSz="914400" rtl="0" eaLnBrk="1" latinLnBrk="0" hangingPunct="1">
      <a:defRPr kumimoji="1" sz="2800" b="1" kern="1200">
        <a:solidFill>
          <a:schemeClr val="tx1"/>
        </a:solidFill>
        <a:latin typeface="Times New Roman" panose="02020603050405020304" pitchFamily="18" charset="0"/>
        <a:ea typeface="黑体" panose="02010609060101010101" pitchFamily="2" charset="-122"/>
        <a:cs typeface="+mn-cs"/>
      </a:defRPr>
    </a:lvl7pPr>
    <a:lvl8pPr marL="3200400" algn="l" defTabSz="914400" rtl="0" eaLnBrk="1" latinLnBrk="0" hangingPunct="1">
      <a:defRPr kumimoji="1" sz="2800" b="1" kern="1200">
        <a:solidFill>
          <a:schemeClr val="tx1"/>
        </a:solidFill>
        <a:latin typeface="Times New Roman" panose="02020603050405020304" pitchFamily="18" charset="0"/>
        <a:ea typeface="黑体" panose="02010609060101010101" pitchFamily="2" charset="-122"/>
        <a:cs typeface="+mn-cs"/>
      </a:defRPr>
    </a:lvl8pPr>
    <a:lvl9pPr marL="3657600" algn="l" defTabSz="914400" rtl="0" eaLnBrk="1" latinLnBrk="0" hangingPunct="1">
      <a:defRPr kumimoji="1" sz="2800" b="1" kern="1200">
        <a:solidFill>
          <a:schemeClr val="tx1"/>
        </a:solidFill>
        <a:latin typeface="Times New Roman" panose="02020603050405020304" pitchFamily="18" charset="0"/>
        <a:ea typeface="黑体" panose="0201060906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AEA"/>
    <a:srgbClr val="FF99FF"/>
    <a:srgbClr val="00CC00"/>
    <a:srgbClr val="339966"/>
    <a:srgbClr val="FF33CC"/>
    <a:srgbClr val="990000"/>
    <a:srgbClr val="333333"/>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8277" autoAdjust="0"/>
    <p:restoredTop sz="88677" autoAdjust="0"/>
  </p:normalViewPr>
  <p:slideViewPr>
    <p:cSldViewPr showGuides="1">
      <p:cViewPr>
        <p:scale>
          <a:sx n="68" d="100"/>
          <a:sy n="68" d="100"/>
        </p:scale>
        <p:origin x="-240" y="344"/>
      </p:cViewPr>
      <p:guideLst>
        <p:guide orient="horz" pos="2256"/>
        <p:guide pos="30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72"/>
    </p:cViewPr>
  </p:sorterViewPr>
  <p:notesViewPr>
    <p:cSldViewPr>
      <p:cViewPr>
        <p:scale>
          <a:sx n="75" d="100"/>
          <a:sy n="75" d="100"/>
        </p:scale>
        <p:origin x="-1320" y="-66"/>
      </p:cViewPr>
      <p:guideLst>
        <p:guide orient="horz" pos="2890"/>
        <p:guide pos="2178"/>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bg2"/>
                </a:solidFill>
                <a:ea typeface="楷体_GB2312" pitchFamily="49" charset="-122"/>
              </a:defRPr>
            </a:lvl1pPr>
          </a:lstStyle>
          <a:p>
            <a:pPr>
              <a:defRPr/>
            </a:pPr>
            <a:endParaRPr lang="zh-CN" altLang="en-US"/>
          </a:p>
        </p:txBody>
      </p:sp>
      <p:sp>
        <p:nvSpPr>
          <p:cNvPr id="17305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2"/>
                </a:solidFill>
                <a:ea typeface="楷体_GB2312" pitchFamily="49" charset="-122"/>
              </a:defRPr>
            </a:lvl1pPr>
          </a:lstStyle>
          <a:p>
            <a:pPr>
              <a:defRPr/>
            </a:pPr>
            <a:fld id="{F2D4B287-7706-4FC2-995C-9309CAC575F1}" type="datetime1">
              <a:rPr lang="zh-CN" altLang="en-US"/>
            </a:fld>
            <a:endParaRPr lang="en-US" altLang="zh-CN"/>
          </a:p>
        </p:txBody>
      </p:sp>
      <p:sp>
        <p:nvSpPr>
          <p:cNvPr id="17306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bg2"/>
                </a:solidFill>
                <a:ea typeface="楷体_GB2312" pitchFamily="49" charset="-122"/>
              </a:defRPr>
            </a:lvl1pPr>
          </a:lstStyle>
          <a:p>
            <a:pPr>
              <a:defRPr/>
            </a:pPr>
            <a:endParaRPr lang="en-US" altLang="zh-CN"/>
          </a:p>
        </p:txBody>
      </p:sp>
      <p:sp>
        <p:nvSpPr>
          <p:cNvPr id="17306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chemeClr val="bg2"/>
                </a:solidFill>
                <a:ea typeface="楷体_GB2312" pitchFamily="49" charset="-122"/>
              </a:defRPr>
            </a:lvl1pPr>
          </a:lstStyle>
          <a:p>
            <a:pPr>
              <a:defRPr/>
            </a:pPr>
            <a:fld id="{DF5135D7-C127-467D-8CD0-DEAC936CA6FC}"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bg2"/>
                </a:solidFill>
                <a:ea typeface="楷体_GB2312" pitchFamily="49" charset="-122"/>
              </a:defRPr>
            </a:lvl1pPr>
          </a:lstStyle>
          <a:p>
            <a:pPr>
              <a:defRPr/>
            </a:pPr>
            <a:endParaRPr lang="zh-CN" altLang="en-US"/>
          </a:p>
        </p:txBody>
      </p:sp>
      <p:sp>
        <p:nvSpPr>
          <p:cNvPr id="1710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bg2"/>
                </a:solidFill>
                <a:ea typeface="楷体_GB2312" pitchFamily="49" charset="-122"/>
              </a:defRPr>
            </a:lvl1pPr>
          </a:lstStyle>
          <a:p>
            <a:pPr>
              <a:defRPr/>
            </a:pPr>
            <a:fld id="{5E538DF1-CEA8-43DE-BE73-21A3F50341A5}" type="datetime1">
              <a:rPr lang="zh-CN" altLang="en-US"/>
            </a:fld>
            <a:endParaRPr lang="en-US" altLang="zh-CN"/>
          </a:p>
        </p:txBody>
      </p:sp>
      <p:sp>
        <p:nvSpPr>
          <p:cNvPr id="440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7101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710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bg2"/>
                </a:solidFill>
                <a:ea typeface="楷体_GB2312" pitchFamily="49" charset="-122"/>
              </a:defRPr>
            </a:lvl1pPr>
          </a:lstStyle>
          <a:p>
            <a:pPr>
              <a:defRPr/>
            </a:pPr>
            <a:endParaRPr lang="en-US" altLang="zh-CN"/>
          </a:p>
        </p:txBody>
      </p:sp>
      <p:sp>
        <p:nvSpPr>
          <p:cNvPr id="171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solidFill>
                  <a:schemeClr val="bg2"/>
                </a:solidFill>
                <a:ea typeface="楷体_GB2312" pitchFamily="49" charset="-122"/>
              </a:defRPr>
            </a:lvl1pPr>
          </a:lstStyle>
          <a:p>
            <a:pPr>
              <a:defRPr/>
            </a:pPr>
            <a:fld id="{7ACF4D1F-A243-4EC7-A1BB-C69F627ABB57}"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app.finance.china.com.cn/stock/cate/detail.php?symbol=400123995" TargetMode="External"/><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C0DD736B-1672-48B4-8B8E-54246562CA3A}" type="slidenum">
              <a:rPr lang="zh-CN" altLang="en-US" smtClean="0"/>
            </a:fld>
            <a:endParaRPr lang="en-US" altLang="zh-CN" smtClean="0"/>
          </a:p>
        </p:txBody>
      </p:sp>
      <p:sp>
        <p:nvSpPr>
          <p:cNvPr id="45059" name="Rectangle 2"/>
          <p:cNvSpPr>
            <a:spLocks noGrp="1" noRot="1" noChangeAspect="1" noChangeArrowheads="1" noTextEdi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F1BEF832-9161-4A9A-801B-CE500AE03327}" type="slidenum">
              <a:rPr lang="zh-CN" altLang="en-US" smtClean="0"/>
            </a:fld>
            <a:endParaRPr lang="en-US" altLang="zh-CN" smtClean="0"/>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F1BEF832-9161-4A9A-801B-CE500AE03327}" type="slidenum">
              <a:rPr lang="zh-CN" altLang="en-US" smtClean="0"/>
            </a:fld>
            <a:endParaRPr lang="en-US" altLang="zh-CN" smtClean="0"/>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F4AC9CC5-B90A-4673-B681-DE36FD62AC03}" type="slidenum">
              <a:rPr lang="zh-CN" altLang="en-US" smtClean="0"/>
            </a:fld>
            <a:endParaRPr lang="en-US" altLang="zh-CN" smtClean="0"/>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FA3D0BE1-AD86-4383-BF7C-EA7AC286A29D}" type="slidenum">
              <a:rPr lang="zh-CN" altLang="en-US" smtClean="0"/>
            </a:fld>
            <a:endParaRPr lang="en-US" altLang="zh-CN" smtClean="0"/>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F2B27BE5-DC1D-4C08-AE8D-5EB9DF651B22}" type="slidenum">
              <a:rPr lang="zh-CN" altLang="en-US" smtClean="0"/>
            </a:fld>
            <a:endParaRPr lang="en-US" altLang="zh-CN" smtClean="0"/>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CD686BC7-45A1-478E-9C04-39F2B1F4DC10}" type="slidenum">
              <a:rPr lang="zh-CN" altLang="en-US" smtClean="0"/>
            </a:fld>
            <a:endParaRPr lang="en-US" altLang="zh-CN" smtClean="0"/>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23F53D8C-DCEA-499A-8692-A94C88F21797}" type="slidenum">
              <a:rPr lang="zh-CN" altLang="en-US" smtClean="0"/>
            </a:fld>
            <a:endParaRPr lang="en-US" altLang="zh-CN" smtClean="0"/>
          </a:p>
        </p:txBody>
      </p:sp>
      <p:sp>
        <p:nvSpPr>
          <p:cNvPr id="54275" name="Rectangle 2"/>
          <p:cNvSpPr>
            <a:spLocks noGrp="1" noRot="1" noChangeAspect="1" noChangeArrowheads="1" noTextEdit="1"/>
          </p:cNvSpPr>
          <p:nvPr>
            <p:ph type="sldImg"/>
          </p:nvPr>
        </p:nvSpPr>
        <p:spPr/>
      </p:sp>
      <p:sp>
        <p:nvSpPr>
          <p:cNvPr id="54276"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FC49478E-AAB3-46A9-BA76-5260EDCEDC83}" type="slidenum">
              <a:rPr lang="zh-CN" altLang="en-US" smtClean="0"/>
            </a:fld>
            <a:endParaRPr lang="en-US" altLang="zh-CN" smtClean="0"/>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1D819423-759A-46B6-BB3D-DA244EA45D26}" type="slidenum">
              <a:rPr lang="zh-CN" altLang="en-US" smtClean="0"/>
            </a:fld>
            <a:endParaRPr lang="en-US" altLang="zh-CN" smtClean="0"/>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E693571D-0ACF-47E9-9A0B-F780DBAD9AD7}" type="slidenum">
              <a:rPr lang="zh-CN" altLang="en-US" smtClean="0"/>
            </a:fld>
            <a:endParaRPr lang="en-US" altLang="zh-CN" smtClean="0"/>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D252FD8D-366E-49C6-BA14-E34DA013085A}" type="slidenum">
              <a:rPr lang="zh-CN" altLang="en-US" smtClean="0"/>
            </a:fld>
            <a:endParaRPr lang="en-US" altLang="zh-CN" smtClean="0"/>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D252FD8D-366E-49C6-BA14-E34DA013085A}" type="slidenum">
              <a:rPr lang="zh-CN" altLang="en-US" smtClean="0"/>
            </a:fld>
            <a:endParaRPr lang="en-US" altLang="zh-CN" smtClean="0"/>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r>
              <a:rPr lang="en-US" altLang="zh-CN" dirty="0" smtClean="0">
                <a:solidFill>
                  <a:schemeClr val="bg1">
                    <a:lumMod val="50000"/>
                  </a:schemeClr>
                </a:solidFill>
                <a:latin typeface="黑体" panose="02010609060101010101" pitchFamily="2" charset="-122"/>
              </a:rPr>
              <a:t>2017</a:t>
            </a:r>
            <a:r>
              <a:rPr lang="zh-CN" altLang="en-US" dirty="0" smtClean="0">
                <a:solidFill>
                  <a:schemeClr val="bg1">
                    <a:lumMod val="50000"/>
                  </a:schemeClr>
                </a:solidFill>
                <a:latin typeface="黑体" panose="02010609060101010101" pitchFamily="2" charset="-122"/>
              </a:rPr>
              <a:t>年全球软件服务支出达</a:t>
            </a:r>
            <a:r>
              <a:rPr lang="en-US" altLang="zh-CN" dirty="0" smtClean="0">
                <a:solidFill>
                  <a:schemeClr val="bg1">
                    <a:lumMod val="50000"/>
                  </a:schemeClr>
                </a:solidFill>
                <a:latin typeface="黑体" panose="02010609060101010101" pitchFamily="2" charset="-122"/>
              </a:rPr>
              <a:t>1.1</a:t>
            </a:r>
            <a:r>
              <a:rPr lang="zh-CN" altLang="en-US" dirty="0" smtClean="0">
                <a:solidFill>
                  <a:schemeClr val="bg1">
                    <a:lumMod val="50000"/>
                  </a:schemeClr>
                </a:solidFill>
                <a:latin typeface="黑体" panose="02010609060101010101" pitchFamily="2" charset="-122"/>
              </a:rPr>
              <a:t>万亿美元，</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2020</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年全球服务外包市场规模将达到</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1.65</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万亿美元</a:t>
            </a:r>
            <a:r>
              <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~1.8</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万亿美元。</a:t>
            </a:r>
            <a:endPar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pPr eaLnBrk="1" hangingPunct="1"/>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软件具有知识密集型和高附加值属性，是国民经济的重要组成部分</a:t>
            </a:r>
            <a:endPar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pPr eaLnBrk="1" hangingPunct="1"/>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互联网、</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hlinkClick r:id="rId3" tooltip="物联网 400123995"/>
              </a:rPr>
              <a:t>物联网</a:t>
            </a:r>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和移动互联网快速发展，云计算成为新的信息基础设施，推动信息技术服务交付方式向以互联网为基础转变。</a:t>
            </a:r>
            <a:endPar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pPr eaLnBrk="1" hangingPunct="1"/>
            <a:r>
              <a:rPr kumimoji="1" lang="zh-CN" altLang="en-US"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rPr>
              <a:t>依托云计算有效提高了软件服务提供商的效率，实现了交付模式创新</a:t>
            </a:r>
            <a:endParaRPr kumimoji="1" lang="en-US" altLang="zh-CN" sz="1200" b="0" i="0" u="none" strike="noStrike" kern="1200" dirty="0" smtClean="0">
              <a:solidFill>
                <a:schemeClr val="tx1"/>
              </a:solidFill>
              <a:effectLst/>
              <a:latin typeface="Times New Roman" panose="02020603050405020304" pitchFamily="18" charset="0"/>
              <a:ea typeface="宋体" panose="02010600030101010101" pitchFamily="2" charset="-122"/>
              <a:cs typeface="+mn-cs"/>
            </a:endParaRPr>
          </a:p>
          <a:p>
            <a:pPr eaLnBrk="1" hangingPunct="1"/>
            <a:endParaRPr lang="en-US" altLang="zh-CN"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F1BEF832-9161-4A9A-801B-CE500AE03327}" type="slidenum">
              <a:rPr lang="zh-CN" altLang="en-US" smtClean="0"/>
            </a:fld>
            <a:endParaRPr lang="en-US" altLang="zh-CN" smtClean="0"/>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76E305AC-8B41-4257-BB45-9120322A2905}" type="slidenum">
              <a:rPr lang="zh-CN" altLang="en-US" smtClean="0"/>
            </a:fld>
            <a:endParaRPr lang="en-US" altLang="zh-CN" smtClean="0"/>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CBE76017-A174-4438-B179-80E2526F0CF7}" type="slidenum">
              <a:rPr lang="zh-CN" altLang="en-US" smtClean="0"/>
            </a:fld>
            <a:endParaRPr lang="en-US" altLang="zh-CN" smtClean="0"/>
          </a:p>
        </p:txBody>
      </p:sp>
      <p:sp>
        <p:nvSpPr>
          <p:cNvPr id="63491" name="Rectangle 2"/>
          <p:cNvSpPr>
            <a:spLocks noGrp="1" noRot="1" noChangeAspect="1" noChangeArrowheads="1" noTextEdit="1"/>
          </p:cNvSpPr>
          <p:nvPr>
            <p:ph type="sldImg"/>
          </p:nvPr>
        </p:nvSpPr>
        <p:spPr>
          <a:xfrm>
            <a:off x="1143000" y="685800"/>
            <a:ext cx="4573588" cy="3430588"/>
          </a:xfrm>
        </p:spPr>
      </p:sp>
      <p:sp>
        <p:nvSpPr>
          <p:cNvPr id="63492"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B5CC663D-54BF-4F49-8CE5-F18F3E2837B0}" type="slidenum">
              <a:rPr lang="zh-CN" altLang="en-US" smtClean="0"/>
            </a:fld>
            <a:endParaRPr lang="en-US" altLang="zh-CN" smtClean="0"/>
          </a:p>
        </p:txBody>
      </p:sp>
      <p:sp>
        <p:nvSpPr>
          <p:cNvPr id="64515" name="Rectangle 2"/>
          <p:cNvSpPr>
            <a:spLocks noGrp="1" noRot="1" noChangeAspect="1" noChangeArrowheads="1" noTextEdit="1"/>
          </p:cNvSpPr>
          <p:nvPr>
            <p:ph type="sldImg"/>
          </p:nvPr>
        </p:nvSpPr>
        <p:spPr>
          <a:xfrm>
            <a:off x="1143000" y="685800"/>
            <a:ext cx="4573588" cy="3430588"/>
          </a:xfrm>
        </p:spPr>
      </p:sp>
      <p:sp>
        <p:nvSpPr>
          <p:cNvPr id="64516"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F1BEF832-9161-4A9A-801B-CE500AE03327}" type="slidenum">
              <a:rPr lang="zh-CN" altLang="en-US" smtClean="0"/>
            </a:fld>
            <a:endParaRPr lang="en-US" altLang="zh-CN" smtClean="0"/>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F1BEF832-9161-4A9A-801B-CE500AE03327}" type="slidenum">
              <a:rPr lang="zh-CN" altLang="en-US" smtClean="0"/>
            </a:fld>
            <a:endParaRPr lang="en-US" altLang="zh-CN" smtClean="0"/>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p:spPr>
        <p:txBody>
          <a:bodyPr/>
          <a:lstStyle/>
          <a:p>
            <a:pPr eaLnBrk="1" hangingPunct="1"/>
            <a:endParaRPr lang="en-US"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A922BCB6-560A-40CA-84DB-8F3DEE1E9BEB}" type="slidenum">
              <a:rPr lang="zh-CN" altLang="en-US" smtClean="0"/>
            </a:fld>
            <a:endParaRPr lang="en-US" altLang="zh-CN" smtClean="0"/>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11C1905C-C020-4FAA-AD45-F229650F3929}" type="slidenum">
              <a:rPr lang="zh-CN" altLang="en-US" smtClean="0"/>
            </a:fld>
            <a:endParaRPr lang="en-US" altLang="zh-CN" smtClean="0"/>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11C1905C-C020-4FAA-AD45-F229650F3929}" type="slidenum">
              <a:rPr lang="zh-CN" altLang="en-US" smtClean="0"/>
            </a:fld>
            <a:endParaRPr lang="en-US" altLang="zh-CN" smtClean="0"/>
          </a:p>
        </p:txBody>
      </p:sp>
      <p:sp>
        <p:nvSpPr>
          <p:cNvPr id="84995" name="Rectangle 2"/>
          <p:cNvSpPr>
            <a:spLocks noGrp="1" noRot="1" noChangeAspect="1" noChangeArrowheads="1" noTextEdit="1"/>
          </p:cNvSpPr>
          <p:nvPr>
            <p:ph type="sldImg"/>
          </p:nvPr>
        </p:nvSpPr>
        <p:spPr/>
      </p:sp>
      <p:sp>
        <p:nvSpPr>
          <p:cNvPr id="8499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689E3399-68FA-4EE8-B754-A8894E7F1BAB}" type="slidenum">
              <a:rPr lang="zh-CN" altLang="en-US" smtClean="0"/>
            </a:fld>
            <a:endParaRPr lang="en-US" altLang="zh-CN" smtClean="0"/>
          </a:p>
        </p:txBody>
      </p:sp>
      <p:sp>
        <p:nvSpPr>
          <p:cNvPr id="87043" name="Rectangle 2"/>
          <p:cNvSpPr>
            <a:spLocks noGrp="1" noRot="1" noChangeAspect="1" noChangeArrowheads="1" noTextEdit="1"/>
          </p:cNvSpPr>
          <p:nvPr>
            <p:ph type="sldImg"/>
          </p:nvPr>
        </p:nvSpPr>
        <p:spPr/>
      </p:sp>
      <p:sp>
        <p:nvSpPr>
          <p:cNvPr id="8704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246E31FE-77A2-4913-BD78-5BAB6EAB014B}" type="slidenum">
              <a:rPr lang="zh-CN" altLang="en-US" smtClean="0"/>
            </a:fld>
            <a:endParaRPr lang="en-US" altLang="zh-CN" smtClean="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246E31FE-77A2-4913-BD78-5BAB6EAB014B}" type="slidenum">
              <a:rPr lang="zh-CN" altLang="en-US" smtClean="0"/>
            </a:fld>
            <a:endParaRPr lang="en-US" altLang="zh-CN" smtClean="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246E31FE-77A2-4913-BD78-5BAB6EAB014B}" type="slidenum">
              <a:rPr lang="zh-CN" altLang="en-US" smtClean="0"/>
            </a:fld>
            <a:endParaRPr lang="en-US" altLang="zh-CN" smtClean="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246E31FE-77A2-4913-BD78-5BAB6EAB014B}" type="slidenum">
              <a:rPr lang="zh-CN" altLang="en-US" smtClean="0"/>
            </a:fld>
            <a:endParaRPr lang="en-US" altLang="zh-CN" smtClean="0"/>
          </a:p>
        </p:txBody>
      </p:sp>
      <p:sp>
        <p:nvSpPr>
          <p:cNvPr id="89091" name="Rectangle 2"/>
          <p:cNvSpPr>
            <a:spLocks noGrp="1" noRot="1" noChangeAspect="1" noChangeArrowheads="1" noTextEdit="1"/>
          </p:cNvSpPr>
          <p:nvPr>
            <p:ph type="sldImg"/>
          </p:nvPr>
        </p:nvSpPr>
        <p:spPr/>
      </p:sp>
      <p:sp>
        <p:nvSpPr>
          <p:cNvPr id="8909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algn="just" eaLnBrk="1" hangingPunct="1"/>
            <a:r>
              <a:rPr lang="zh-CN" altLang="en-US" smtClean="0"/>
              <a:t> </a:t>
            </a:r>
            <a:endParaRPr lang="zh-CN" altLang="en-US" smtClean="0"/>
          </a:p>
          <a:p>
            <a:pPr eaLnBrk="1" hangingPunct="1"/>
            <a:endParaRPr lang="en-US"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8FCA4243-3631-4FAA-9974-FEF42224C57A}" type="slidenum">
              <a:rPr lang="zh-CN" altLang="en-US" smtClean="0"/>
            </a:fld>
            <a:endParaRPr lang="en-US" altLang="zh-CN" smtClean="0"/>
          </a:p>
        </p:txBody>
      </p:sp>
      <p:sp>
        <p:nvSpPr>
          <p:cNvPr id="72707" name="Rectangle 2"/>
          <p:cNvSpPr>
            <a:spLocks noGrp="1" noRot="1" noChangeAspect="1" noChangeArrowheads="1" noTextEdit="1"/>
          </p:cNvSpPr>
          <p:nvPr>
            <p:ph type="sldImg"/>
          </p:nvPr>
        </p:nvSpPr>
        <p:spPr>
          <a:xfrm>
            <a:off x="1143000" y="685800"/>
            <a:ext cx="4573588" cy="3430588"/>
          </a:xfrm>
        </p:spPr>
      </p:sp>
      <p:sp>
        <p:nvSpPr>
          <p:cNvPr id="72708"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13"/>
          <p:cNvSpPr txBox="1">
            <a:spLocks noChangeArrowheads="1"/>
          </p:cNvSpPr>
          <p:nvPr userDrawn="1"/>
        </p:nvSpPr>
        <p:spPr bwMode="auto">
          <a:xfrm>
            <a:off x="0" y="0"/>
            <a:ext cx="4495800" cy="519113"/>
          </a:xfrm>
          <a:prstGeom prst="rect">
            <a:avLst/>
          </a:prstGeom>
          <a:noFill/>
          <a:ln w="9525">
            <a:noFill/>
            <a:miter lim="800000"/>
          </a:ln>
          <a:effectLst/>
        </p:spPr>
        <p:txBody>
          <a:bodyPr>
            <a:spAutoFit/>
          </a:bodyPr>
          <a:lstStyle/>
          <a:p>
            <a:pPr algn="l">
              <a:spcBef>
                <a:spcPct val="50000"/>
              </a:spcBef>
              <a:defRPr/>
            </a:pPr>
            <a:r>
              <a:rPr lang="en-US" altLang="zh-CN" smtClean="0">
                <a:solidFill>
                  <a:schemeClr val="bg1"/>
                </a:solidFill>
                <a:latin typeface="+mn-lt"/>
                <a:ea typeface="宋体" panose="02010600030101010101" pitchFamily="2" charset="-122"/>
              </a:rPr>
              <a:t> </a:t>
            </a:r>
            <a:r>
              <a:rPr lang="en-US" altLang="zh-CN" dirty="0">
                <a:solidFill>
                  <a:schemeClr val="bg1"/>
                </a:solidFill>
                <a:latin typeface="+mn-lt"/>
                <a:ea typeface="隶书" panose="02010509060101010101" pitchFamily="49" charset="-122"/>
              </a:rPr>
              <a:t>IT</a:t>
            </a:r>
            <a:r>
              <a:rPr lang="zh-CN" altLang="en-US" dirty="0">
                <a:solidFill>
                  <a:schemeClr val="bg1"/>
                </a:solidFill>
                <a:ea typeface="隶书" panose="02010509060101010101" pitchFamily="49" charset="-122"/>
              </a:rPr>
              <a:t>项目管理导论</a:t>
            </a:r>
            <a:endParaRPr lang="zh-CN" altLang="en-US" dirty="0">
              <a:solidFill>
                <a:schemeClr val="bg1"/>
              </a:solidFill>
              <a:ea typeface="隶书" panose="02010509060101010101" pitchFamily="49" charset="-122"/>
            </a:endParaRPr>
          </a:p>
        </p:txBody>
      </p:sp>
      <p:sp>
        <p:nvSpPr>
          <p:cNvPr id="3" name="Line 14"/>
          <p:cNvSpPr>
            <a:spLocks noChangeShapeType="1"/>
          </p:cNvSpPr>
          <p:nvPr userDrawn="1"/>
        </p:nvSpPr>
        <p:spPr bwMode="auto">
          <a:xfrm>
            <a:off x="0" y="6500813"/>
            <a:ext cx="9144000" cy="0"/>
          </a:xfrm>
          <a:prstGeom prst="line">
            <a:avLst/>
          </a:prstGeom>
          <a:noFill/>
          <a:ln w="127000" cmpd="thinThick">
            <a:solidFill>
              <a:srgbClr val="CC9900"/>
            </a:solidFill>
            <a:round/>
          </a:ln>
          <a:effectLst/>
        </p:spPr>
        <p:txBody>
          <a:bodyPr wrap="none" anchor="ctr"/>
          <a:lstStyle/>
          <a:p>
            <a:pPr>
              <a:defRPr/>
            </a:pPr>
            <a:endParaRPr lang="zh-CN" altLang="en-US"/>
          </a:p>
        </p:txBody>
      </p:sp>
      <p:sp>
        <p:nvSpPr>
          <p:cNvPr id="4" name="Rectangle 9"/>
          <p:cNvSpPr txBox="1">
            <a:spLocks noChangeArrowheads="1"/>
          </p:cNvSpPr>
          <p:nvPr userDrawn="1"/>
        </p:nvSpPr>
        <p:spPr bwMode="auto">
          <a:xfrm>
            <a:off x="8143875" y="6572250"/>
            <a:ext cx="1000125" cy="285750"/>
          </a:xfrm>
          <a:prstGeom prst="rect">
            <a:avLst/>
          </a:prstGeom>
          <a:noFill/>
          <a:ln>
            <a:miter lim="800000"/>
          </a:ln>
        </p:spPr>
        <p:txBody>
          <a:bodyPr lIns="92075" tIns="46038" rIns="92075" bIns="46038" anchor="ctr"/>
          <a:lstStyle>
            <a:lvl1pPr algn="r">
              <a:defRPr kumimoji="0" sz="2000">
                <a:solidFill>
                  <a:schemeClr val="bg2"/>
                </a:solidFill>
                <a:ea typeface="楷体_GB2312" pitchFamily="49" charset="-122"/>
              </a:defRPr>
            </a:lvl1pPr>
          </a:lstStyle>
          <a:p>
            <a:pPr>
              <a:defRPr/>
            </a:pPr>
            <a:r>
              <a:rPr lang="en-GB" altLang="zh-CN" smtClean="0"/>
              <a:t>/34</a:t>
            </a:r>
            <a:endParaRPr lang="en-US" altLang="zh-CN" dirty="0" smtClean="0"/>
          </a:p>
        </p:txBody>
      </p:sp>
      <p:sp>
        <p:nvSpPr>
          <p:cNvPr id="5" name="Rectangle 9"/>
          <p:cNvSpPr>
            <a:spLocks noGrp="1" noChangeArrowheads="1"/>
          </p:cNvSpPr>
          <p:nvPr>
            <p:ph type="sldNum" sz="quarter" idx="10"/>
          </p:nvPr>
        </p:nvSpPr>
        <p:spPr bwMode="auto">
          <a:xfrm>
            <a:off x="7491413" y="6572250"/>
            <a:ext cx="1295400" cy="260350"/>
          </a:xfrm>
          <a:prstGeom prst="rect">
            <a:avLst/>
          </a:prstGeom>
          <a:ln>
            <a:miter lim="800000"/>
          </a:ln>
        </p:spPr>
        <p:txBody>
          <a:bodyPr vert="horz" wrap="square" lIns="92075" tIns="46038" rIns="92075" bIns="46038" numCol="1" anchor="ctr" anchorCtr="0" compatLnSpc="1"/>
          <a:lstStyle>
            <a:lvl1pPr algn="r">
              <a:defRPr kumimoji="0" sz="2000">
                <a:solidFill>
                  <a:schemeClr val="bg2"/>
                </a:solidFill>
                <a:ea typeface="楷体_GB2312" pitchFamily="49" charset="-122"/>
              </a:defRPr>
            </a:lvl1pPr>
          </a:lstStyle>
          <a:p>
            <a:pPr>
              <a:defRPr/>
            </a:pPr>
            <a:r>
              <a:rPr lang="zh-CN" altLang="en-GB" dirty="0"/>
              <a:t>  </a:t>
            </a:r>
            <a:fld id="{ACF6B200-E0D3-48D1-80D7-711101F555B9}" type="slidenum">
              <a:rPr lang="zh-CN" altLang="en-GB"/>
            </a:fld>
            <a:endParaRPr lang="en-US" altLang="zh-CN" dirty="0"/>
          </a:p>
        </p:txBody>
      </p:sp>
    </p:spTree>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p:txBody>
          <a:bodyPr/>
          <a:lstStyle>
            <a:lvl1pPr>
              <a:defRPr/>
            </a:lvl1pPr>
          </a:lstStyle>
          <a:p>
            <a:pPr>
              <a:defRPr/>
            </a:pPr>
            <a:fld id="{C6636EF0-C619-4C66-A82C-05ABB8672A51}" type="datetime7">
              <a:rPr lang="zh-CN" altLang="en-US"/>
            </a:fld>
            <a:endParaRPr lang="zh-CN"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78859" name="Rectangle 11"/>
          <p:cNvSpPr>
            <a:spLocks noGrp="1" noChangeArrowheads="1"/>
          </p:cNvSpPr>
          <p:nvPr>
            <p:ph type="dt" sz="half" idx="2"/>
          </p:nvPr>
        </p:nvSpPr>
        <p:spPr bwMode="auto">
          <a:xfrm>
            <a:off x="6156325" y="6021388"/>
            <a:ext cx="2662238" cy="720725"/>
          </a:xfrm>
          <a:prstGeom prst="rect">
            <a:avLst/>
          </a:prstGeom>
          <a:noFill/>
          <a:ln w="9525">
            <a:noFill/>
            <a:miter lim="800000"/>
          </a:ln>
          <a:effectLst/>
        </p:spPr>
        <p:txBody>
          <a:bodyPr vert="horz" wrap="square" lIns="92075" tIns="46038" rIns="92075" bIns="46038" numCol="1" anchor="ctr" anchorCtr="0" compatLnSpc="1"/>
          <a:lstStyle>
            <a:lvl1pPr algn="r">
              <a:defRPr kumimoji="0" sz="2000">
                <a:solidFill>
                  <a:schemeClr val="bg2"/>
                </a:solidFill>
                <a:ea typeface="+mn-ea"/>
              </a:defRPr>
            </a:lvl1pPr>
          </a:lstStyle>
          <a:p>
            <a:pPr>
              <a:defRPr/>
            </a:pPr>
            <a:fld id="{5D1078EC-883E-4B00-957F-2AA2076235AE}" type="datetime7">
              <a:rPr lang="zh-CN" altLang="en-US"/>
            </a:fld>
            <a:endParaRPr lang="zh-CN"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Lst>
  <p:transition>
    <p:random/>
  </p:transition>
  <p:timing>
    <p:tnLst>
      <p:par>
        <p:cTn id="1" dur="indefinite" restart="never" nodeType="tmRoot"/>
      </p:par>
    </p:tnLst>
  </p:timing>
  <p:hf sldNum="0" hdr="0" ftr="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1" cstate="print"/>
          <a:srcRect/>
          <a:stretch>
            <a:fillRect/>
          </a:stretch>
        </a:blipFill>
        <a:effectLst/>
      </p:bgPr>
    </p:bg>
    <p:spTree>
      <p:nvGrpSpPr>
        <p:cNvPr id="1" name=""/>
        <p:cNvGrpSpPr/>
        <p:nvPr/>
      </p:nvGrpSpPr>
      <p:grpSpPr>
        <a:xfrm>
          <a:off x="0" y="0"/>
          <a:ext cx="0" cy="0"/>
          <a:chOff x="0" y="0"/>
          <a:chExt cx="0" cy="0"/>
        </a:xfrm>
      </p:grpSpPr>
      <p:sp>
        <p:nvSpPr>
          <p:cNvPr id="92166" name="Text Box 1030"/>
          <p:cNvSpPr txBox="1">
            <a:spLocks noChangeArrowheads="1"/>
          </p:cNvSpPr>
          <p:nvPr/>
        </p:nvSpPr>
        <p:spPr bwMode="auto">
          <a:xfrm>
            <a:off x="6121431" y="4640276"/>
            <a:ext cx="2808287" cy="646112"/>
          </a:xfrm>
          <a:prstGeom prst="rect">
            <a:avLst/>
          </a:prstGeom>
          <a:noFill/>
          <a:ln w="9525">
            <a:noFill/>
            <a:miter lim="800000"/>
          </a:ln>
          <a:effectLst>
            <a:outerShdw blurRad="50800" dist="50800" dir="5400000" algn="ctr" rotWithShape="0">
              <a:schemeClr val="bg2"/>
            </a:outerShdw>
          </a:effectLst>
        </p:spPr>
        <p:txBody>
          <a:bodyPr>
            <a:spAutoFit/>
          </a:bodyPr>
          <a:lstStyle/>
          <a:p>
            <a:pPr algn="r">
              <a:spcBef>
                <a:spcPct val="50000"/>
              </a:spcBef>
              <a:defRPr/>
            </a:pPr>
            <a:r>
              <a:rPr lang="zh-CN" altLang="en-US" sz="3600" smtClean="0">
                <a:solidFill>
                  <a:srgbClr val="990000"/>
                </a:solidFill>
                <a:effectLst>
                  <a:outerShdw blurRad="38100" dist="38100" dir="2700000" algn="tl">
                    <a:srgbClr val="000000"/>
                  </a:outerShdw>
                </a:effectLst>
                <a:latin typeface="黑体" panose="02010609060101010101" pitchFamily="2" charset="-122"/>
              </a:rPr>
              <a:t>导  论</a:t>
            </a:r>
            <a:endParaRPr lang="zh-CN" altLang="en-US" sz="3600" dirty="0">
              <a:solidFill>
                <a:srgbClr val="990000"/>
              </a:solidFill>
              <a:effectLst>
                <a:outerShdw blurRad="38100" dist="38100" dir="2700000" algn="tl">
                  <a:srgbClr val="000000"/>
                </a:outerShdw>
              </a:effectLst>
              <a:latin typeface="黑体" panose="02010609060101010101" pitchFamily="2" charset="-122"/>
            </a:endParaRPr>
          </a:p>
        </p:txBody>
      </p:sp>
      <p:sp>
        <p:nvSpPr>
          <p:cNvPr id="10" name="矩形 9"/>
          <p:cNvSpPr/>
          <p:nvPr/>
        </p:nvSpPr>
        <p:spPr>
          <a:xfrm>
            <a:off x="6005513" y="5102225"/>
            <a:ext cx="260350" cy="460375"/>
          </a:xfrm>
          <a:prstGeom prst="rect">
            <a:avLst/>
          </a:prstGeom>
        </p:spPr>
        <p:txBody>
          <a:bodyPr wrap="none">
            <a:spAutoFit/>
          </a:bodyPr>
          <a:lstStyle/>
          <a:p>
            <a:pPr>
              <a:defRPr/>
            </a:pPr>
            <a:r>
              <a:rPr lang="en-US" altLang="zh-CN" sz="2400" u="sng" dirty="0">
                <a:solidFill>
                  <a:srgbClr val="000000"/>
                </a:solidFill>
                <a:effectLst>
                  <a:outerShdw blurRad="38100" dist="38100" dir="2700000" algn="tl">
                    <a:srgbClr val="FFFFFF"/>
                  </a:outerShdw>
                </a:effectLst>
                <a:latin typeface="Rockwell Extra Bold" panose="02060903040505020403" pitchFamily="18" charset="0"/>
                <a:ea typeface="宋体" panose="02010600030101010101" pitchFamily="2" charset="-122"/>
              </a:rPr>
              <a:t> </a:t>
            </a:r>
            <a:endParaRPr lang="zh-CN" altLang="en-US" dirty="0"/>
          </a:p>
        </p:txBody>
      </p:sp>
      <p:grpSp>
        <p:nvGrpSpPr>
          <p:cNvPr id="11" name="组合 10"/>
          <p:cNvGrpSpPr/>
          <p:nvPr/>
        </p:nvGrpSpPr>
        <p:grpSpPr bwMode="auto">
          <a:xfrm>
            <a:off x="3857625" y="2286000"/>
            <a:ext cx="5072063" cy="1758950"/>
            <a:chOff x="3857620" y="2071678"/>
            <a:chExt cx="5072066" cy="1759691"/>
          </a:xfrm>
        </p:grpSpPr>
        <p:sp>
          <p:nvSpPr>
            <p:cNvPr id="12" name="Rectangle 2055"/>
            <p:cNvSpPr>
              <a:spLocks noChangeArrowheads="1"/>
            </p:cNvSpPr>
            <p:nvPr/>
          </p:nvSpPr>
          <p:spPr bwMode="auto">
            <a:xfrm>
              <a:off x="4357683" y="2071678"/>
              <a:ext cx="4214814" cy="922727"/>
            </a:xfrm>
            <a:prstGeom prst="rect">
              <a:avLst/>
            </a:prstGeom>
            <a:noFill/>
            <a:ln w="9525">
              <a:noFill/>
              <a:miter lim="800000"/>
            </a:ln>
            <a:effectLst>
              <a:outerShdw blurRad="50800" dist="50800" dir="5400000" algn="ctr" rotWithShape="0">
                <a:srgbClr val="EAEAEA"/>
              </a:outerShdw>
            </a:effectLst>
          </p:spPr>
          <p:txBody>
            <a:bodyPr>
              <a:spAutoFit/>
            </a:bodyPr>
            <a:lstStyle/>
            <a:p>
              <a:pPr algn="l">
                <a:spcBef>
                  <a:spcPct val="55000"/>
                </a:spcBef>
                <a:defRPr/>
              </a:pPr>
              <a:r>
                <a:rPr lang="en-US" altLang="zh-CN" sz="5400" b="1" spc="800" dirty="0">
                  <a:solidFill>
                    <a:schemeClr val="bg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IT</a:t>
              </a:r>
              <a:r>
                <a:rPr lang="zh-CN" altLang="en-US" sz="5400" b="1" spc="800" dirty="0">
                  <a:solidFill>
                    <a:schemeClr val="bg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项目管理</a:t>
              </a:r>
              <a:endParaRPr lang="zh-CN" altLang="en-US" sz="8000" b="1" dirty="0">
                <a:solidFill>
                  <a:schemeClr val="hlink"/>
                </a:solidFill>
                <a:effectLst>
                  <a:outerShdw blurRad="38100" dist="38100" dir="2700000" algn="tl">
                    <a:srgbClr val="000000"/>
                  </a:outerShdw>
                </a:effectLst>
                <a:latin typeface="宋体" panose="02010600030101010101" pitchFamily="2" charset="-122"/>
                <a:ea typeface="方正舒体" panose="02010601030101010101" pitchFamily="2" charset="-122"/>
              </a:endParaRPr>
            </a:p>
          </p:txBody>
        </p:sp>
        <p:sp>
          <p:nvSpPr>
            <p:cNvPr id="13" name="矩形 12"/>
            <p:cNvSpPr/>
            <p:nvPr/>
          </p:nvSpPr>
          <p:spPr>
            <a:xfrm>
              <a:off x="3857620" y="3000757"/>
              <a:ext cx="5072066" cy="830612"/>
            </a:xfrm>
            <a:prstGeom prst="rect">
              <a:avLst/>
            </a:prstGeom>
          </p:spPr>
          <p:txBody>
            <a:bodyPr>
              <a:spAutoFit/>
            </a:bodyPr>
            <a:lstStyle/>
            <a:p>
              <a:pPr>
                <a:defRPr/>
              </a:pPr>
              <a:r>
                <a:rPr lang="en-US" altLang="zh-CN" sz="2400" dirty="0">
                  <a:solidFill>
                    <a:srgbClr val="000000"/>
                  </a:solidFill>
                  <a:effectLst>
                    <a:outerShdw blurRad="38100" dist="38100" dir="2700000" algn="tl">
                      <a:srgbClr val="FFFFFF"/>
                    </a:outerShdw>
                  </a:effectLst>
                  <a:latin typeface="Rockwell Extra Bold" panose="02060903040505020403" pitchFamily="18" charset="0"/>
                  <a:ea typeface="宋体" panose="02010600030101010101" pitchFamily="2" charset="-122"/>
                </a:rPr>
                <a:t>Information    Technology  </a:t>
              </a:r>
              <a:endParaRPr lang="en-US" altLang="zh-CN" sz="2400" dirty="0">
                <a:solidFill>
                  <a:srgbClr val="000000"/>
                </a:solidFill>
                <a:effectLst>
                  <a:outerShdw blurRad="38100" dist="38100" dir="2700000" algn="tl">
                    <a:srgbClr val="FFFFFF"/>
                  </a:outerShdw>
                </a:effectLst>
                <a:latin typeface="Rockwell Extra Bold" panose="02060903040505020403" pitchFamily="18" charset="0"/>
                <a:ea typeface="宋体" panose="02010600030101010101" pitchFamily="2" charset="-122"/>
              </a:endParaRPr>
            </a:p>
            <a:p>
              <a:pPr>
                <a:defRPr/>
              </a:pPr>
              <a:r>
                <a:rPr lang="en-US" altLang="zh-CN" sz="2400" dirty="0">
                  <a:solidFill>
                    <a:srgbClr val="000000"/>
                  </a:solidFill>
                  <a:effectLst>
                    <a:outerShdw blurRad="38100" dist="38100" dir="2700000" algn="tl">
                      <a:srgbClr val="FFFFFF"/>
                    </a:outerShdw>
                  </a:effectLst>
                  <a:latin typeface="Rockwell Extra Bold" panose="02060903040505020403" pitchFamily="18" charset="0"/>
                  <a:ea typeface="宋体" panose="02010600030101010101" pitchFamily="2" charset="-122"/>
                </a:rPr>
                <a:t>  Project   Management</a:t>
              </a:r>
              <a:endParaRPr lang="zh-CN" altLang="en-US" sz="2400" dirty="0">
                <a:solidFill>
                  <a:srgbClr val="000000"/>
                </a:solidFill>
                <a:effectLst>
                  <a:outerShdw blurRad="38100" dist="38100" dir="2700000" algn="tl">
                    <a:srgbClr val="FFFFFF"/>
                  </a:outerShdw>
                </a:effectLst>
                <a:latin typeface="Rockwell Extra Bold" panose="02060903040505020403" pitchFamily="18" charset="0"/>
                <a:ea typeface="宋体" panose="02010600030101010101" pitchFamily="2" charset="-122"/>
              </a:endParaRPr>
            </a:p>
          </p:txBody>
        </p:sp>
      </p:gr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sldNum" sz="quarter" idx="10"/>
          </p:nvPr>
        </p:nvSpPr>
        <p:spPr>
          <a:noFill/>
        </p:spPr>
        <p:txBody>
          <a:bodyPr/>
          <a:lstStyle/>
          <a:p>
            <a:r>
              <a:rPr lang="zh-CN" altLang="en-GB" smtClean="0"/>
              <a:t>  </a:t>
            </a:r>
            <a:fld id="{089EA937-602A-4DE8-80AB-CE3774A0EEB8}" type="slidenum">
              <a:rPr lang="zh-CN" altLang="en-GB" smtClean="0"/>
            </a:fld>
            <a:endParaRPr lang="en-US" altLang="zh-CN" smtClean="0"/>
          </a:p>
        </p:txBody>
      </p:sp>
      <p:sp>
        <p:nvSpPr>
          <p:cNvPr id="409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ea typeface="宋体" panose="02010600030101010101" pitchFamily="2" charset="-122"/>
            </a:endParaRPr>
          </a:p>
        </p:txBody>
      </p:sp>
      <p:sp>
        <p:nvSpPr>
          <p:cNvPr id="4100"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a typeface="宋体" panose="02010600030101010101" pitchFamily="2" charset="-122"/>
            </a:endParaRPr>
          </a:p>
        </p:txBody>
      </p:sp>
      <p:sp>
        <p:nvSpPr>
          <p:cNvPr id="4101"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华文新魏" panose="02010800040101010101" pitchFamily="2" charset="-122"/>
                <a:ea typeface="华文新魏" panose="02010800040101010101" pitchFamily="2" charset="-122"/>
              </a:rPr>
              <a:t>提   纲</a:t>
            </a:r>
            <a:endParaRPr lang="en-US" altLang="zh-CN" sz="4800" b="1" smtClean="0">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0" y="1528763"/>
            <a:ext cx="9072563" cy="3723005"/>
          </a:xfrm>
          <a:prstGeom prst="rect">
            <a:avLst/>
          </a:prstGeom>
          <a:noFill/>
          <a:ln w="9525">
            <a:noFill/>
            <a:miter lim="800000"/>
          </a:ln>
        </p:spPr>
        <p:txBody>
          <a:bodyPr>
            <a:spAutoFit/>
          </a:bodyPr>
          <a:lstStyle/>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chemeClr val="bg1">
                    <a:lumMod val="50000"/>
                  </a:schemeClr>
                </a:solidFill>
                <a:uFillTx/>
                <a:ea typeface="楷体" panose="02010609060101010101" charset="-122"/>
                <a:cs typeface="楷体" panose="02010609060101010101" charset="-122"/>
              </a:rPr>
              <a:t>我们为什么要学习</a:t>
            </a:r>
            <a:r>
              <a:rPr lang="en-US" altLang="zh-CN" sz="4400" dirty="0">
                <a:solidFill>
                  <a:schemeClr val="bg1">
                    <a:lumMod val="50000"/>
                  </a:schemeClr>
                </a:solidFill>
                <a:uFillTx/>
                <a:ea typeface="楷体" panose="02010609060101010101" charset="-122"/>
                <a:cs typeface="楷体" panose="02010609060101010101" charset="-122"/>
              </a:rPr>
              <a:t>IT</a:t>
            </a:r>
            <a:r>
              <a:rPr lang="zh-CN" altLang="en-US" sz="4400" dirty="0">
                <a:solidFill>
                  <a:schemeClr val="bg1">
                    <a:lumMod val="50000"/>
                  </a:schemeClr>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chemeClr val="bg1">
                    <a:lumMod val="50000"/>
                  </a:schemeClr>
                </a:solidFill>
                <a:uFillTx/>
                <a:ea typeface="楷体" panose="02010609060101010101" charset="-122"/>
                <a:cs typeface="楷体" panose="02010609060101010101" charset="-122"/>
              </a:rPr>
              <a:t>我们如何来学习</a:t>
            </a:r>
            <a:r>
              <a:rPr lang="en-US" altLang="zh-CN" sz="4400" dirty="0">
                <a:solidFill>
                  <a:schemeClr val="bg1">
                    <a:lumMod val="50000"/>
                  </a:schemeClr>
                </a:solidFill>
                <a:uFillTx/>
                <a:ea typeface="楷体" panose="02010609060101010101" charset="-122"/>
                <a:cs typeface="楷体" panose="02010609060101010101" charset="-122"/>
              </a:rPr>
              <a:t>IT</a:t>
            </a:r>
            <a:r>
              <a:rPr lang="zh-CN" altLang="en-US" sz="4400" dirty="0">
                <a:solidFill>
                  <a:schemeClr val="bg1">
                    <a:lumMod val="50000"/>
                  </a:schemeClr>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smtClean="0">
                <a:solidFill>
                  <a:schemeClr val="bg1">
                    <a:lumMod val="50000"/>
                  </a:schemeClr>
                </a:solidFill>
                <a:uFillTx/>
                <a:ea typeface="楷体" panose="02010609060101010101" charset="-122"/>
                <a:cs typeface="楷体" panose="02010609060101010101" charset="-122"/>
              </a:rPr>
              <a:t>关于教学计划</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en-US" altLang="zh-CN" sz="4400" smtClean="0">
                <a:solidFill>
                  <a:schemeClr val="bg1">
                    <a:lumMod val="50000"/>
                  </a:schemeClr>
                </a:solidFill>
                <a:uFillTx/>
                <a:ea typeface="楷体" panose="02010609060101010101" charset="-122"/>
                <a:cs typeface="楷体" panose="02010609060101010101" charset="-122"/>
              </a:rPr>
              <a:t>IT</a:t>
            </a:r>
            <a:r>
              <a:rPr lang="zh-CN" altLang="en-US" sz="4400" smtClean="0">
                <a:solidFill>
                  <a:schemeClr val="bg1">
                    <a:lumMod val="50000"/>
                  </a:schemeClr>
                </a:solidFill>
                <a:uFillTx/>
                <a:ea typeface="楷体" panose="02010609060101010101" charset="-122"/>
                <a:cs typeface="楷体" panose="02010609060101010101" charset="-122"/>
              </a:rPr>
              <a:t>项目管理感想与体会</a:t>
            </a:r>
            <a:endParaRPr lang="zh-CN" altLang="en-US" sz="4400" dirty="0" smtClean="0">
              <a:solidFill>
                <a:schemeClr val="bg1">
                  <a:lumMod val="50000"/>
                </a:schemeClr>
              </a:solidFill>
              <a:uFillTx/>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sldNum" sz="quarter" idx="10"/>
          </p:nvPr>
        </p:nvSpPr>
        <p:spPr>
          <a:noFill/>
        </p:spPr>
        <p:txBody>
          <a:bodyPr/>
          <a:lstStyle/>
          <a:p>
            <a:r>
              <a:rPr lang="zh-CN" altLang="en-GB" smtClean="0"/>
              <a:t>  </a:t>
            </a:r>
            <a:fld id="{089EA937-602A-4DE8-80AB-CE3774A0EEB8}" type="slidenum">
              <a:rPr lang="zh-CN" altLang="en-GB" smtClean="0"/>
            </a:fld>
            <a:endParaRPr lang="en-US" altLang="zh-CN" smtClean="0"/>
          </a:p>
        </p:txBody>
      </p:sp>
      <p:sp>
        <p:nvSpPr>
          <p:cNvPr id="409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ea typeface="宋体" panose="02010600030101010101" pitchFamily="2" charset="-122"/>
            </a:endParaRPr>
          </a:p>
        </p:txBody>
      </p:sp>
      <p:sp>
        <p:nvSpPr>
          <p:cNvPr id="4100"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a typeface="宋体" panose="02010600030101010101" pitchFamily="2" charset="-122"/>
            </a:endParaRPr>
          </a:p>
        </p:txBody>
      </p:sp>
      <p:sp>
        <p:nvSpPr>
          <p:cNvPr id="4101"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华文新魏" panose="02010800040101010101" pitchFamily="2" charset="-122"/>
                <a:ea typeface="华文新魏" panose="02010800040101010101" pitchFamily="2" charset="-122"/>
              </a:rPr>
              <a:t>提   纲</a:t>
            </a:r>
            <a:endParaRPr lang="en-US" altLang="zh-CN" sz="4800" b="1" smtClean="0">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0" y="1528763"/>
            <a:ext cx="9072563" cy="3723005"/>
          </a:xfrm>
          <a:prstGeom prst="rect">
            <a:avLst/>
          </a:prstGeom>
          <a:noFill/>
          <a:ln w="9525">
            <a:noFill/>
            <a:miter lim="800000"/>
          </a:ln>
        </p:spPr>
        <p:txBody>
          <a:bodyPr>
            <a:spAutoFit/>
          </a:bodyPr>
          <a:lstStyle/>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rgbClr val="FF0000"/>
                </a:solidFill>
                <a:uFillTx/>
                <a:ea typeface="楷体" panose="02010609060101010101" charset="-122"/>
                <a:cs typeface="楷体" panose="02010609060101010101" charset="-122"/>
              </a:rPr>
              <a:t>我们为什么要学习</a:t>
            </a:r>
            <a:r>
              <a:rPr lang="en-US" altLang="zh-CN" sz="4400" dirty="0">
                <a:solidFill>
                  <a:srgbClr val="FF0000"/>
                </a:solidFill>
                <a:uFillTx/>
                <a:ea typeface="楷体" panose="02010609060101010101" charset="-122"/>
                <a:cs typeface="楷体" panose="02010609060101010101" charset="-122"/>
              </a:rPr>
              <a:t>IT</a:t>
            </a:r>
            <a:r>
              <a:rPr lang="zh-CN" altLang="en-US" sz="4400" dirty="0">
                <a:solidFill>
                  <a:srgbClr val="FF0000"/>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chemeClr val="bg1">
                    <a:lumMod val="50000"/>
                  </a:schemeClr>
                </a:solidFill>
                <a:uFillTx/>
                <a:ea typeface="楷体" panose="02010609060101010101" charset="-122"/>
                <a:cs typeface="楷体" panose="02010609060101010101" charset="-122"/>
              </a:rPr>
              <a:t>我们如何来学习</a:t>
            </a:r>
            <a:r>
              <a:rPr lang="en-US" altLang="zh-CN" sz="4400" dirty="0">
                <a:solidFill>
                  <a:schemeClr val="bg1">
                    <a:lumMod val="50000"/>
                  </a:schemeClr>
                </a:solidFill>
                <a:uFillTx/>
                <a:ea typeface="楷体" panose="02010609060101010101" charset="-122"/>
                <a:cs typeface="楷体" panose="02010609060101010101" charset="-122"/>
              </a:rPr>
              <a:t>IT</a:t>
            </a:r>
            <a:r>
              <a:rPr lang="zh-CN" altLang="en-US" sz="4400" dirty="0">
                <a:solidFill>
                  <a:schemeClr val="bg1">
                    <a:lumMod val="50000"/>
                  </a:schemeClr>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smtClean="0">
                <a:solidFill>
                  <a:schemeClr val="bg1">
                    <a:lumMod val="50000"/>
                  </a:schemeClr>
                </a:solidFill>
                <a:uFillTx/>
                <a:ea typeface="楷体" panose="02010609060101010101" charset="-122"/>
                <a:cs typeface="楷体" panose="02010609060101010101" charset="-122"/>
              </a:rPr>
              <a:t>关于教学计划</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en-US" altLang="zh-CN" sz="4400" smtClean="0">
                <a:solidFill>
                  <a:schemeClr val="bg1">
                    <a:lumMod val="50000"/>
                  </a:schemeClr>
                </a:solidFill>
                <a:uFillTx/>
                <a:ea typeface="楷体" panose="02010609060101010101" charset="-122"/>
                <a:cs typeface="楷体" panose="02010609060101010101" charset="-122"/>
              </a:rPr>
              <a:t>IT</a:t>
            </a:r>
            <a:r>
              <a:rPr lang="zh-CN" altLang="en-US" sz="4400" smtClean="0">
                <a:solidFill>
                  <a:schemeClr val="bg1">
                    <a:lumMod val="50000"/>
                  </a:schemeClr>
                </a:solidFill>
                <a:uFillTx/>
                <a:ea typeface="楷体" panose="02010609060101010101" charset="-122"/>
                <a:cs typeface="楷体" panose="02010609060101010101" charset="-122"/>
              </a:rPr>
              <a:t>项目管理感想与体会</a:t>
            </a:r>
            <a:endParaRPr lang="zh-CN" altLang="en-US" sz="4400" dirty="0" smtClean="0">
              <a:solidFill>
                <a:schemeClr val="bg1">
                  <a:lumMod val="50000"/>
                </a:schemeClr>
              </a:solidFill>
              <a:uFillTx/>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9"/>
          <p:cNvSpPr>
            <a:spLocks noGrp="1" noChangeArrowheads="1"/>
          </p:cNvSpPr>
          <p:nvPr>
            <p:ph type="sldNum" sz="quarter" idx="10"/>
          </p:nvPr>
        </p:nvSpPr>
        <p:spPr>
          <a:noFill/>
        </p:spPr>
        <p:txBody>
          <a:bodyPr/>
          <a:lstStyle/>
          <a:p>
            <a:r>
              <a:rPr lang="zh-CN" altLang="en-GB" smtClean="0"/>
              <a:t>  </a:t>
            </a:r>
            <a:fld id="{7339AC1F-C8FA-4F82-906A-97DB44E89049}" type="slidenum">
              <a:rPr lang="zh-CN" altLang="en-GB" smtClean="0"/>
            </a:fld>
            <a:endParaRPr lang="en-US" altLang="zh-CN" smtClean="0"/>
          </a:p>
        </p:txBody>
      </p:sp>
      <p:sp>
        <p:nvSpPr>
          <p:cNvPr id="512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512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414724" name="Text Box 4"/>
          <p:cNvSpPr txBox="1">
            <a:spLocks noChangeArrowheads="1"/>
          </p:cNvSpPr>
          <p:nvPr/>
        </p:nvSpPr>
        <p:spPr bwMode="auto">
          <a:xfrm>
            <a:off x="3417888" y="1483360"/>
            <a:ext cx="3816350" cy="5213350"/>
          </a:xfrm>
          <a:prstGeom prst="rect">
            <a:avLst/>
          </a:prstGeom>
          <a:noFill/>
          <a:ln w="28575">
            <a:noFill/>
            <a:miter lim="800000"/>
          </a:ln>
        </p:spPr>
        <p:txBody>
          <a:bodyPr>
            <a:spAutoFit/>
          </a:bodyPr>
          <a:lstStyle/>
          <a:p>
            <a:pPr>
              <a:buClr>
                <a:schemeClr val="hlink"/>
              </a:buClr>
              <a:buFont typeface="Wingdings" panose="05000000000000000000" pitchFamily="2" charset="2"/>
              <a:buNone/>
            </a:pPr>
            <a:r>
              <a:rPr kumimoji="0" lang="zh-CN" altLang="en-US" sz="33600">
                <a:solidFill>
                  <a:schemeClr val="bg1"/>
                </a:solidFill>
                <a:ea typeface="宋体" panose="02010600030101010101" pitchFamily="2" charset="-122"/>
              </a:rPr>
              <a:t>？</a:t>
            </a:r>
            <a:endParaRPr kumimoji="0" lang="zh-CN" altLang="en-US" sz="33600">
              <a:solidFill>
                <a:schemeClr val="bg1"/>
              </a:solidFill>
              <a:ea typeface="宋体" panose="02010600030101010101" pitchFamily="2" charset="-122"/>
            </a:endParaRPr>
          </a:p>
        </p:txBody>
      </p:sp>
      <p:sp>
        <p:nvSpPr>
          <p:cNvPr id="5126" name="Rectangle 6"/>
          <p:cNvSpPr>
            <a:spLocks noGrp="1" noChangeArrowheads="1"/>
          </p:cNvSpPr>
          <p:nvPr>
            <p:ph type="subTitle" idx="4294967295"/>
          </p:nvPr>
        </p:nvSpPr>
        <p:spPr bwMode="auto">
          <a:xfrm>
            <a:off x="107950" y="620713"/>
            <a:ext cx="7315200" cy="503237"/>
          </a:xfrm>
          <a:prstGeom prst="rect">
            <a:avLst/>
          </a:prstGeom>
          <a:noFill/>
          <a:ln>
            <a:miter lim="800000"/>
          </a:ln>
        </p:spPr>
        <p:txBody>
          <a:bodyPr/>
          <a:lstStyle/>
          <a:p>
            <a:pPr marL="0" indent="0" eaLnBrk="1" hangingPunct="1">
              <a:buClr>
                <a:schemeClr val="tx1"/>
              </a:buClr>
              <a:buSzTx/>
              <a:buNone/>
            </a:pPr>
            <a:r>
              <a:rPr lang="en-US" altLang="zh-CN" sz="3000" b="1" smtClean="0">
                <a:latin typeface="宋体" panose="02010600030101010101" pitchFamily="2" charset="-122"/>
              </a:rPr>
              <a:t>1 </a:t>
            </a:r>
            <a:r>
              <a:rPr lang="zh-CN" altLang="en-US" sz="3000" b="1" smtClean="0">
                <a:latin typeface="宋体" panose="02010600030101010101" pitchFamily="2" charset="-122"/>
              </a:rPr>
              <a:t>我们为什么要学习</a:t>
            </a:r>
            <a:r>
              <a:rPr lang="en-US" altLang="zh-CN" sz="3000" b="1" smtClean="0">
                <a:latin typeface="宋体" panose="02010600030101010101" pitchFamily="2" charset="-122"/>
              </a:rPr>
              <a:t>IT</a:t>
            </a:r>
            <a:r>
              <a:rPr lang="zh-CN" altLang="en-US" sz="3000" b="1" smtClean="0">
                <a:latin typeface="宋体" panose="02010600030101010101" pitchFamily="2" charset="-122"/>
              </a:rPr>
              <a:t>项目管理？</a:t>
            </a:r>
            <a:endParaRPr lang="en-US" altLang="zh-CN" sz="3000" b="1" smtClean="0">
              <a:latin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xfrm>
            <a:off x="8062913" y="6429375"/>
            <a:ext cx="795337" cy="357188"/>
          </a:xfrm>
          <a:noFill/>
        </p:spPr>
        <p:txBody>
          <a:bodyPr/>
          <a:lstStyle/>
          <a:p>
            <a:r>
              <a:rPr lang="zh-CN" altLang="en-GB" smtClean="0"/>
              <a:t>  </a:t>
            </a:r>
            <a:fld id="{DFA3797D-02B1-484A-9212-14DFE0888132}" type="slidenum">
              <a:rPr lang="zh-CN" altLang="en-GB" smtClean="0"/>
            </a:fld>
            <a:endParaRPr lang="en-US" altLang="zh-CN" smtClean="0"/>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717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523268" name="Text Box 4"/>
          <p:cNvSpPr txBox="1">
            <a:spLocks noChangeArrowheads="1"/>
          </p:cNvSpPr>
          <p:nvPr/>
        </p:nvSpPr>
        <p:spPr bwMode="auto">
          <a:xfrm>
            <a:off x="215900" y="1285875"/>
            <a:ext cx="8713788" cy="4554220"/>
          </a:xfrm>
          <a:prstGeom prst="rect">
            <a:avLst/>
          </a:prstGeom>
          <a:noFill/>
          <a:ln w="28575">
            <a:noFill/>
            <a:miter lim="800000"/>
          </a:ln>
        </p:spPr>
        <p:txBody>
          <a:bodyPr>
            <a:spAutoFit/>
          </a:bodyPr>
          <a:lstStyle/>
          <a:p>
            <a:pPr marL="457200" indent="-457200" algn="l">
              <a:spcBef>
                <a:spcPts val="0"/>
              </a:spcBef>
              <a:spcAft>
                <a:spcPts val="0"/>
              </a:spcAft>
              <a:buClr>
                <a:schemeClr val="hlink"/>
              </a:buClr>
              <a:buFont typeface="Wingdings" panose="05000000000000000000" charset="0"/>
              <a:buChar char="ü"/>
              <a:defRPr/>
            </a:pPr>
            <a:r>
              <a:rPr lang="zh-CN" altLang="en-US" dirty="0" smtClean="0">
                <a:solidFill>
                  <a:schemeClr val="bg2"/>
                </a:solidFill>
                <a:ea typeface="楷体" panose="02010609060101010101" charset="-122"/>
                <a:cs typeface="楷体" panose="02010609060101010101" charset="-122"/>
              </a:rPr>
              <a:t>据</a:t>
            </a:r>
            <a:r>
              <a:rPr lang="zh-CN" altLang="en-US" dirty="0">
                <a:solidFill>
                  <a:schemeClr val="bg2"/>
                </a:solidFill>
                <a:ea typeface="楷体" panose="02010609060101010101" charset="-122"/>
                <a:cs typeface="楷体" panose="02010609060101010101" charset="-122"/>
              </a:rPr>
              <a:t>美国政府统计署（</a:t>
            </a:r>
            <a:r>
              <a:rPr lang="en-US" altLang="zh-CN" dirty="0">
                <a:solidFill>
                  <a:schemeClr val="bg2"/>
                </a:solidFill>
                <a:ea typeface="楷体" panose="02010609060101010101" charset="-122"/>
                <a:cs typeface="楷体" panose="02010609060101010101" charset="-122"/>
              </a:rPr>
              <a:t>GAO</a:t>
            </a:r>
            <a:r>
              <a:rPr lang="zh-CN" altLang="en-US" dirty="0">
                <a:solidFill>
                  <a:schemeClr val="bg2"/>
                </a:solidFill>
                <a:ea typeface="楷体" panose="02010609060101010101" charset="-122"/>
                <a:cs typeface="楷体" panose="02010609060101010101" charset="-122"/>
              </a:rPr>
              <a:t>）统计，全球最大的软件消费商是美国军方。他们</a:t>
            </a:r>
            <a:r>
              <a:rPr lang="zh-CN" altLang="en-US" dirty="0">
                <a:solidFill>
                  <a:srgbClr val="FF0000"/>
                </a:solidFill>
                <a:ea typeface="楷体" panose="02010609060101010101" charset="-122"/>
                <a:cs typeface="楷体" panose="02010609060101010101" charset="-122"/>
              </a:rPr>
              <a:t>每年</a:t>
            </a:r>
            <a:r>
              <a:rPr lang="zh-CN" altLang="en-US" dirty="0">
                <a:solidFill>
                  <a:schemeClr val="bg2"/>
                </a:solidFill>
                <a:ea typeface="楷体" panose="02010609060101010101" charset="-122"/>
                <a:cs typeface="楷体" panose="02010609060101010101" charset="-122"/>
              </a:rPr>
              <a:t>在软件上的花费高达</a:t>
            </a:r>
            <a:r>
              <a:rPr lang="zh-CN" altLang="en-US" dirty="0">
                <a:solidFill>
                  <a:srgbClr val="FF0000"/>
                </a:solidFill>
                <a:ea typeface="楷体" panose="02010609060101010101" charset="-122"/>
                <a:cs typeface="楷体" panose="02010609060101010101" charset="-122"/>
              </a:rPr>
              <a:t>数十亿美元</a:t>
            </a:r>
            <a:r>
              <a:rPr lang="zh-CN" altLang="en-US" dirty="0">
                <a:solidFill>
                  <a:schemeClr val="bg2"/>
                </a:solidFill>
                <a:ea typeface="楷体" panose="02010609060101010101" charset="-122"/>
                <a:cs typeface="楷体" panose="02010609060101010101" charset="-122"/>
              </a:rPr>
              <a:t>。</a:t>
            </a:r>
            <a:endParaRPr lang="zh-CN" altLang="en-US" dirty="0">
              <a:solidFill>
                <a:schemeClr val="bg2"/>
              </a:solidFill>
              <a:ea typeface="楷体" panose="02010609060101010101" charset="-122"/>
              <a:cs typeface="楷体" panose="02010609060101010101" charset="-122"/>
            </a:endParaRPr>
          </a:p>
          <a:p>
            <a:pPr marL="457200" indent="-457200" algn="l">
              <a:spcBef>
                <a:spcPts val="0"/>
              </a:spcBef>
              <a:spcAft>
                <a:spcPts val="0"/>
              </a:spcAft>
              <a:buClr>
                <a:schemeClr val="hlink"/>
              </a:buClr>
              <a:buFont typeface="Wingdings" panose="05000000000000000000" charset="0"/>
              <a:buChar char="ü"/>
              <a:defRPr/>
            </a:pPr>
            <a:endParaRPr lang="zh-CN" altLang="en-US" dirty="0">
              <a:solidFill>
                <a:schemeClr val="bg2"/>
              </a:solidFill>
              <a:ea typeface="楷体" panose="02010609060101010101" charset="-122"/>
              <a:cs typeface="楷体" panose="02010609060101010101" charset="-122"/>
            </a:endParaRPr>
          </a:p>
          <a:p>
            <a:pPr marL="457200" indent="-457200" algn="l">
              <a:spcBef>
                <a:spcPts val="0"/>
              </a:spcBef>
              <a:spcAft>
                <a:spcPts val="0"/>
              </a:spcAft>
              <a:buClr>
                <a:schemeClr val="hlink"/>
              </a:buClr>
              <a:buFont typeface="Wingdings" panose="05000000000000000000" charset="0"/>
              <a:buChar char="ü"/>
              <a:defRPr/>
            </a:pPr>
            <a:r>
              <a:rPr lang="en-US" altLang="zh-CN" u="sng" dirty="0">
                <a:solidFill>
                  <a:srgbClr val="FF0000"/>
                </a:solidFill>
                <a:ea typeface="楷体" panose="02010609060101010101" charset="-122"/>
                <a:cs typeface="楷体" panose="02010609060101010101" charset="-122"/>
              </a:rPr>
              <a:t>2010</a:t>
            </a:r>
            <a:r>
              <a:rPr lang="zh-CN" altLang="en-US" u="sng" dirty="0">
                <a:solidFill>
                  <a:srgbClr val="FF0000"/>
                </a:solidFill>
                <a:ea typeface="楷体" panose="02010609060101010101" charset="-122"/>
                <a:cs typeface="楷体" panose="02010609060101010101" charset="-122"/>
              </a:rPr>
              <a:t>年</a:t>
            </a:r>
            <a:r>
              <a:rPr lang="zh-CN" altLang="en-US" u="sng" dirty="0">
                <a:solidFill>
                  <a:schemeClr val="bg2"/>
                </a:solidFill>
                <a:ea typeface="楷体" panose="02010609060101010101" charset="-122"/>
                <a:cs typeface="楷体" panose="02010609060101010101" charset="-122"/>
              </a:rPr>
              <a:t>中国软件出口的执行金额为</a:t>
            </a:r>
            <a:r>
              <a:rPr lang="en-US" altLang="zh-CN" u="sng" dirty="0">
                <a:solidFill>
                  <a:srgbClr val="FF0000"/>
                </a:solidFill>
                <a:ea typeface="楷体" panose="02010609060101010101" charset="-122"/>
                <a:cs typeface="楷体" panose="02010609060101010101" charset="-122"/>
              </a:rPr>
              <a:t>33.4</a:t>
            </a:r>
            <a:r>
              <a:rPr lang="zh-CN" altLang="en-US" u="sng" dirty="0">
                <a:solidFill>
                  <a:srgbClr val="FF0000"/>
                </a:solidFill>
                <a:ea typeface="楷体" panose="02010609060101010101" charset="-122"/>
                <a:cs typeface="楷体" panose="02010609060101010101" charset="-122"/>
              </a:rPr>
              <a:t>亿美元</a:t>
            </a:r>
            <a:endParaRPr lang="zh-CN" altLang="en-US" u="sng" dirty="0">
              <a:solidFill>
                <a:srgbClr val="FF0000"/>
              </a:solidFill>
              <a:ea typeface="楷体" panose="02010609060101010101" charset="-122"/>
              <a:cs typeface="楷体" panose="02010609060101010101" charset="-122"/>
            </a:endParaRPr>
          </a:p>
          <a:p>
            <a:pPr marL="457200" indent="-457200" algn="l">
              <a:spcBef>
                <a:spcPts val="0"/>
              </a:spcBef>
              <a:spcAft>
                <a:spcPts val="0"/>
              </a:spcAft>
              <a:buClr>
                <a:schemeClr val="hlink"/>
              </a:buClr>
              <a:buFont typeface="Wingdings" panose="05000000000000000000" charset="0"/>
              <a:buChar char="ü"/>
              <a:defRPr/>
            </a:pPr>
            <a:endParaRPr lang="zh-CN" altLang="en-US" u="sng" dirty="0">
              <a:solidFill>
                <a:srgbClr val="FF0000"/>
              </a:solidFill>
              <a:ea typeface="楷体" panose="02010609060101010101" charset="-122"/>
              <a:cs typeface="楷体" panose="02010609060101010101" charset="-122"/>
            </a:endParaRPr>
          </a:p>
          <a:p>
            <a:pPr marL="457200" indent="-457200" algn="l">
              <a:spcBef>
                <a:spcPts val="0"/>
              </a:spcBef>
              <a:spcAft>
                <a:spcPts val="0"/>
              </a:spcAft>
              <a:buClr>
                <a:schemeClr val="hlink"/>
              </a:buClr>
              <a:buFont typeface="Wingdings" panose="05000000000000000000" charset="0"/>
              <a:buChar char="ü"/>
              <a:defRPr/>
            </a:pPr>
            <a:r>
              <a:rPr lang="zh-CN" altLang="en-US" dirty="0">
                <a:solidFill>
                  <a:schemeClr val="bg2"/>
                </a:solidFill>
                <a:ea typeface="楷体" panose="02010609060101010101" charset="-122"/>
                <a:cs typeface="楷体" panose="02010609060101010101" charset="-122"/>
              </a:rPr>
              <a:t>在其可购买的软件中，可直接使用的只占</a:t>
            </a:r>
            <a:r>
              <a:rPr lang="zh-CN" altLang="en-US" dirty="0">
                <a:solidFill>
                  <a:srgbClr val="FF0000"/>
                </a:solidFill>
                <a:ea typeface="楷体" panose="02010609060101010101" charset="-122"/>
                <a:cs typeface="楷体" panose="02010609060101010101" charset="-122"/>
              </a:rPr>
              <a:t>2％</a:t>
            </a:r>
            <a:r>
              <a:rPr lang="zh-CN" altLang="en-US" dirty="0">
                <a:solidFill>
                  <a:schemeClr val="bg2"/>
                </a:solidFill>
                <a:ea typeface="楷体" panose="02010609060101010101" charset="-122"/>
                <a:cs typeface="楷体" panose="02010609060101010101" charset="-122"/>
              </a:rPr>
              <a:t>，另外</a:t>
            </a:r>
            <a:r>
              <a:rPr lang="zh-CN" altLang="en-US" dirty="0">
                <a:solidFill>
                  <a:srgbClr val="FF0000"/>
                </a:solidFill>
                <a:ea typeface="楷体" panose="02010609060101010101" charset="-122"/>
                <a:cs typeface="楷体" panose="02010609060101010101" charset="-122"/>
              </a:rPr>
              <a:t>3％</a:t>
            </a:r>
            <a:r>
              <a:rPr lang="zh-CN" altLang="en-US" dirty="0">
                <a:solidFill>
                  <a:schemeClr val="bg2"/>
                </a:solidFill>
                <a:ea typeface="楷体" panose="02010609060101010101" charset="-122"/>
                <a:cs typeface="楷体" panose="02010609060101010101" charset="-122"/>
              </a:rPr>
              <a:t>需要进行修改才能使用，其余</a:t>
            </a:r>
            <a:r>
              <a:rPr lang="zh-CN" altLang="en-US" dirty="0">
                <a:solidFill>
                  <a:srgbClr val="FF0000"/>
                </a:solidFill>
                <a:ea typeface="楷体" panose="02010609060101010101" charset="-122"/>
                <a:cs typeface="楷体" panose="02010609060101010101" charset="-122"/>
              </a:rPr>
              <a:t>95％</a:t>
            </a:r>
            <a:r>
              <a:rPr lang="zh-CN" altLang="en-US" dirty="0">
                <a:solidFill>
                  <a:schemeClr val="bg2"/>
                </a:solidFill>
                <a:ea typeface="楷体" panose="02010609060101010101" charset="-122"/>
                <a:cs typeface="楷体" panose="02010609060101010101" charset="-122"/>
              </a:rPr>
              <a:t>都成为了</a:t>
            </a:r>
            <a:r>
              <a:rPr lang="zh-CN" altLang="en-US" dirty="0" smtClean="0">
                <a:solidFill>
                  <a:schemeClr val="bg2"/>
                </a:solidFill>
                <a:ea typeface="楷体" panose="02010609060101010101" charset="-122"/>
                <a:cs typeface="楷体" panose="02010609060101010101" charset="-122"/>
              </a:rPr>
              <a:t>垃圾</a:t>
            </a:r>
            <a:endParaRPr lang="zh-CN" altLang="en-US" dirty="0" smtClean="0">
              <a:solidFill>
                <a:schemeClr val="bg2"/>
              </a:solidFill>
              <a:ea typeface="楷体" panose="02010609060101010101" charset="-122"/>
              <a:cs typeface="楷体" panose="02010609060101010101" charset="-122"/>
            </a:endParaRPr>
          </a:p>
          <a:p>
            <a:pPr lvl="1" indent="0" algn="l">
              <a:spcBef>
                <a:spcPts val="0"/>
              </a:spcBef>
              <a:spcAft>
                <a:spcPts val="0"/>
              </a:spcAft>
              <a:buClr>
                <a:schemeClr val="hlink"/>
              </a:buClr>
              <a:buFont typeface="Wingdings" panose="05000000000000000000" pitchFamily="2" charset="2"/>
              <a:buNone/>
              <a:defRPr/>
            </a:pPr>
            <a:endParaRPr lang="en-US" altLang="zh-CN" dirty="0">
              <a:solidFill>
                <a:schemeClr val="bg2"/>
              </a:solidFill>
              <a:ea typeface="楷体" panose="02010609060101010101" charset="-122"/>
              <a:cs typeface="楷体" panose="02010609060101010101" charset="-122"/>
            </a:endParaRPr>
          </a:p>
          <a:p>
            <a:pPr lvl="1" indent="0" algn="ctr">
              <a:spcBef>
                <a:spcPts val="1200"/>
              </a:spcBef>
              <a:spcAft>
                <a:spcPts val="600"/>
              </a:spcAft>
              <a:buClr>
                <a:schemeClr val="hlink"/>
              </a:buClr>
              <a:buFont typeface="Wingdings" panose="05000000000000000000" pitchFamily="2" charset="2"/>
              <a:buNone/>
              <a:defRPr/>
            </a:pPr>
            <a:r>
              <a:rPr lang="zh-CN" altLang="en-US" dirty="0">
                <a:solidFill>
                  <a:schemeClr val="bg1"/>
                </a:solidFill>
                <a:ea typeface="楷体" panose="02010609060101010101" charset="-122"/>
                <a:cs typeface="楷体" panose="02010609060101010101" charset="-122"/>
              </a:rPr>
              <a:t>绝大部分软件并没有满足</a:t>
            </a:r>
            <a:r>
              <a:rPr lang="zh-CN" altLang="en-US" dirty="0" smtClean="0">
                <a:solidFill>
                  <a:schemeClr val="bg1"/>
                </a:solidFill>
                <a:ea typeface="楷体" panose="02010609060101010101" charset="-122"/>
                <a:cs typeface="楷体" panose="02010609060101010101" charset="-122"/>
              </a:rPr>
              <a:t>要求</a:t>
            </a:r>
            <a:endParaRPr lang="zh-CN" altLang="en-US" dirty="0" smtClean="0">
              <a:solidFill>
                <a:schemeClr val="bg1"/>
              </a:solidFill>
              <a:ea typeface="楷体" panose="02010609060101010101" charset="-122"/>
              <a:cs typeface="楷体" panose="02010609060101010101" charset="-122"/>
            </a:endParaRPr>
          </a:p>
        </p:txBody>
      </p:sp>
      <p:sp>
        <p:nvSpPr>
          <p:cNvPr id="7174" name="Rectangle 5"/>
          <p:cNvSpPr>
            <a:spLocks noGrp="1" noChangeArrowheads="1"/>
          </p:cNvSpPr>
          <p:nvPr>
            <p:ph type="subTitle" idx="4294967295"/>
          </p:nvPr>
        </p:nvSpPr>
        <p:spPr bwMode="auto">
          <a:xfrm>
            <a:off x="0" y="620713"/>
            <a:ext cx="8535988" cy="503237"/>
          </a:xfrm>
          <a:prstGeom prst="rect">
            <a:avLst/>
          </a:prstGeom>
          <a:noFill/>
          <a:ln>
            <a:miter lim="800000"/>
          </a:ln>
        </p:spPr>
        <p:txBody>
          <a:bodyPr/>
          <a:lstStyle/>
          <a:p>
            <a:pPr marL="0" indent="0" eaLnBrk="1" hangingPunct="1">
              <a:buClr>
                <a:schemeClr val="tx1"/>
              </a:buClr>
              <a:buSzTx/>
              <a:buNone/>
            </a:pPr>
            <a:r>
              <a:rPr lang="en-US" altLang="zh-CN" sz="2800" b="1" smtClean="0">
                <a:latin typeface="宋体" panose="02010600030101010101" pitchFamily="2" charset="-122"/>
              </a:rPr>
              <a:t>1 </a:t>
            </a:r>
            <a:r>
              <a:rPr lang="zh-CN" altLang="en-US" sz="2800" b="1" smtClean="0">
                <a:latin typeface="宋体" panose="02010600030101010101" pitchFamily="2" charset="-122"/>
              </a:rPr>
              <a:t>我们为什么要学习</a:t>
            </a:r>
            <a:r>
              <a:rPr lang="en-US" altLang="zh-CN" sz="2800" b="1" smtClean="0">
                <a:latin typeface="宋体" panose="02010600030101010101" pitchFamily="2" charset="-122"/>
              </a:rPr>
              <a:t>IT</a:t>
            </a:r>
            <a:r>
              <a:rPr lang="zh-CN" altLang="en-US" sz="2800" b="1" smtClean="0">
                <a:latin typeface="宋体" panose="02010600030101010101" pitchFamily="2" charset="-122"/>
              </a:rPr>
              <a:t>项目管理？</a:t>
            </a:r>
            <a:endParaRPr lang="en-US" altLang="zh-CN" sz="2800" b="1" dirty="0" smtClean="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3268">
                                            <p:txEl>
                                              <p:pRg st="0" end="0"/>
                                            </p:txEl>
                                          </p:spTgt>
                                        </p:tgtEl>
                                        <p:attrNameLst>
                                          <p:attrName>style.visibility</p:attrName>
                                        </p:attrNameLst>
                                      </p:cBhvr>
                                      <p:to>
                                        <p:strVal val="visible"/>
                                      </p:to>
                                    </p:set>
                                    <p:anim calcmode="lin" valueType="num">
                                      <p:cBhvr additive="base">
                                        <p:cTn id="7" dur="500" fill="hold"/>
                                        <p:tgtEl>
                                          <p:spTgt spid="5232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32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3268">
                                            <p:txEl>
                                              <p:pRg st="2" end="2"/>
                                            </p:txEl>
                                          </p:spTgt>
                                        </p:tgtEl>
                                        <p:attrNameLst>
                                          <p:attrName>style.visibility</p:attrName>
                                        </p:attrNameLst>
                                      </p:cBhvr>
                                      <p:to>
                                        <p:strVal val="visible"/>
                                      </p:to>
                                    </p:set>
                                    <p:anim calcmode="lin" valueType="num">
                                      <p:cBhvr additive="base">
                                        <p:cTn id="13" dur="500" fill="hold"/>
                                        <p:tgtEl>
                                          <p:spTgt spid="52326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326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23268">
                                            <p:txEl>
                                              <p:pRg st="4" end="4"/>
                                            </p:txEl>
                                          </p:spTgt>
                                        </p:tgtEl>
                                        <p:attrNameLst>
                                          <p:attrName>style.visibility</p:attrName>
                                        </p:attrNameLst>
                                      </p:cBhvr>
                                      <p:to>
                                        <p:strVal val="visible"/>
                                      </p:to>
                                    </p:set>
                                    <p:anim calcmode="lin" valueType="num">
                                      <p:cBhvr additive="base">
                                        <p:cTn id="19" dur="500" fill="hold"/>
                                        <p:tgtEl>
                                          <p:spTgt spid="52326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326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23268">
                                            <p:txEl>
                                              <p:pRg st="6" end="6"/>
                                            </p:txEl>
                                          </p:spTgt>
                                        </p:tgtEl>
                                        <p:attrNameLst>
                                          <p:attrName>style.visibility</p:attrName>
                                        </p:attrNameLst>
                                      </p:cBhvr>
                                      <p:to>
                                        <p:strVal val="visible"/>
                                      </p:to>
                                    </p:set>
                                    <p:anim calcmode="lin" valueType="num">
                                      <p:cBhvr additive="base">
                                        <p:cTn id="25" dur="500" fill="hold"/>
                                        <p:tgtEl>
                                          <p:spTgt spid="52326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326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sldNum" sz="quarter" idx="10"/>
          </p:nvPr>
        </p:nvSpPr>
        <p:spPr>
          <a:noFill/>
        </p:spPr>
        <p:txBody>
          <a:bodyPr/>
          <a:lstStyle/>
          <a:p>
            <a:r>
              <a:rPr lang="zh-CN" altLang="en-GB" smtClean="0"/>
              <a:t>  </a:t>
            </a:r>
            <a:fld id="{2B6B8696-D9FB-42B7-8608-3791B1509097}" type="slidenum">
              <a:rPr lang="zh-CN" altLang="en-GB" smtClean="0"/>
            </a:fld>
            <a:endParaRPr lang="en-US" altLang="zh-CN" smtClean="0"/>
          </a:p>
        </p:txBody>
      </p:sp>
      <p:sp>
        <p:nvSpPr>
          <p:cNvPr id="614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614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406532" name="Text Box 4"/>
          <p:cNvSpPr txBox="1">
            <a:spLocks noChangeArrowheads="1"/>
          </p:cNvSpPr>
          <p:nvPr/>
        </p:nvSpPr>
        <p:spPr bwMode="auto">
          <a:xfrm>
            <a:off x="179388" y="1357299"/>
            <a:ext cx="8713787" cy="5351145"/>
          </a:xfrm>
          <a:prstGeom prst="rect">
            <a:avLst/>
          </a:prstGeom>
          <a:noFill/>
          <a:ln w="28575">
            <a:noFill/>
            <a:miter lim="800000"/>
          </a:ln>
        </p:spPr>
        <p:txBody>
          <a:bodyPr wrap="square">
            <a:spAutoFit/>
          </a:bodyPr>
          <a:lstStyle/>
          <a:p>
            <a:pPr algn="l">
              <a:lnSpc>
                <a:spcPts val="3360"/>
              </a:lnSpc>
              <a:spcBef>
                <a:spcPts val="0"/>
              </a:spcBef>
              <a:spcAft>
                <a:spcPts val="0"/>
              </a:spcAft>
              <a:buClr>
                <a:schemeClr val="hlink"/>
              </a:buClr>
            </a:pPr>
            <a:r>
              <a:rPr lang="zh-CN" altLang="en-US" dirty="0">
                <a:solidFill>
                  <a:schemeClr val="bg2"/>
                </a:solidFill>
                <a:ea typeface="楷体" panose="02010609060101010101" charset="-122"/>
                <a:cs typeface="楷体" panose="02010609060101010101" charset="-122"/>
              </a:rPr>
              <a:t>美国斯坦迪申咨询公司曾经对本国  365  位信息技术高层经理人员管理的 8380 个IT项目进行调研，发现：</a:t>
            </a:r>
            <a:endParaRPr lang="zh-CN" altLang="en-US" dirty="0">
              <a:solidFill>
                <a:schemeClr val="bg2"/>
              </a:solidFill>
              <a:ea typeface="楷体" panose="02010609060101010101" charset="-122"/>
              <a:cs typeface="楷体" panose="02010609060101010101" charset="-122"/>
            </a:endParaRPr>
          </a:p>
          <a:p>
            <a:pPr marL="628650" lvl="1" indent="5080" algn="l">
              <a:spcBef>
                <a:spcPct val="30000"/>
              </a:spcBef>
              <a:buClr>
                <a:srgbClr val="990000"/>
              </a:buClr>
              <a:buFont typeface="Wingdings" panose="05000000000000000000" pitchFamily="2" charset="2"/>
              <a:buChar char="n"/>
            </a:pPr>
            <a:r>
              <a:rPr lang="zh-CN" altLang="en-US" sz="2800" dirty="0">
                <a:solidFill>
                  <a:schemeClr val="bg2"/>
                </a:solidFill>
                <a:ea typeface="楷体" panose="02010609060101010101" charset="-122"/>
                <a:cs typeface="楷体" panose="02010609060101010101" charset="-122"/>
              </a:rPr>
              <a:t>平均成功率为</a:t>
            </a:r>
            <a:r>
              <a:rPr lang="zh-CN" altLang="en-US" sz="2800" dirty="0">
                <a:solidFill>
                  <a:srgbClr val="FF0000"/>
                </a:solidFill>
                <a:ea typeface="楷体" panose="02010609060101010101" charset="-122"/>
                <a:cs typeface="楷体" panose="02010609060101010101" charset="-122"/>
              </a:rPr>
              <a:t>16</a:t>
            </a:r>
            <a:r>
              <a:rPr lang="zh-CN" altLang="en-US" sz="2800" dirty="0">
                <a:solidFill>
                  <a:schemeClr val="bg2"/>
                </a:solidFill>
                <a:ea typeface="楷体" panose="02010609060101010101" charset="-122"/>
                <a:cs typeface="楷体" panose="02010609060101010101" charset="-122"/>
              </a:rPr>
              <a:t>％</a:t>
            </a:r>
            <a:endParaRPr lang="zh-CN" altLang="en-US" sz="2800" dirty="0">
              <a:solidFill>
                <a:schemeClr val="bg2"/>
              </a:solidFill>
              <a:ea typeface="楷体" panose="02010609060101010101" charset="-122"/>
              <a:cs typeface="楷体" panose="02010609060101010101" charset="-122"/>
            </a:endParaRPr>
          </a:p>
          <a:p>
            <a:pPr marL="628650" lvl="1" indent="5080" algn="l">
              <a:spcBef>
                <a:spcPct val="30000"/>
              </a:spcBef>
              <a:buClr>
                <a:srgbClr val="990000"/>
              </a:buClr>
              <a:buFont typeface="Wingdings" panose="05000000000000000000" pitchFamily="2" charset="2"/>
              <a:buChar char="n"/>
            </a:pPr>
            <a:r>
              <a:rPr lang="zh-CN" altLang="en-US" sz="2800" dirty="0">
                <a:solidFill>
                  <a:srgbClr val="FF0000"/>
                </a:solidFill>
                <a:ea typeface="楷体" panose="02010609060101010101" charset="-122"/>
                <a:cs typeface="楷体" panose="02010609060101010101" charset="-122"/>
              </a:rPr>
              <a:t>50</a:t>
            </a:r>
            <a:r>
              <a:rPr lang="zh-CN" altLang="en-US" sz="2800" dirty="0">
                <a:solidFill>
                  <a:schemeClr val="bg2"/>
                </a:solidFill>
                <a:ea typeface="楷体" panose="02010609060101010101" charset="-122"/>
                <a:cs typeface="楷体" panose="02010609060101010101" charset="-122"/>
              </a:rPr>
              <a:t>％的项目需要补救</a:t>
            </a:r>
            <a:endParaRPr lang="zh-CN" altLang="en-US" sz="2800" dirty="0">
              <a:solidFill>
                <a:schemeClr val="bg2"/>
              </a:solidFill>
              <a:ea typeface="楷体" panose="02010609060101010101" charset="-122"/>
              <a:cs typeface="楷体" panose="02010609060101010101" charset="-122"/>
            </a:endParaRPr>
          </a:p>
          <a:p>
            <a:pPr marL="628650" lvl="1" indent="5080" algn="l">
              <a:spcBef>
                <a:spcPct val="30000"/>
              </a:spcBef>
              <a:buClr>
                <a:srgbClr val="990000"/>
              </a:buClr>
              <a:buFont typeface="Wingdings" panose="05000000000000000000" pitchFamily="2" charset="2"/>
              <a:buChar char="n"/>
            </a:pPr>
            <a:r>
              <a:rPr lang="zh-CN" altLang="en-US" sz="2800" dirty="0">
                <a:solidFill>
                  <a:srgbClr val="FF0000"/>
                </a:solidFill>
                <a:ea typeface="楷体" panose="02010609060101010101" charset="-122"/>
                <a:cs typeface="楷体" panose="02010609060101010101" charset="-122"/>
              </a:rPr>
              <a:t>34</a:t>
            </a:r>
            <a:r>
              <a:rPr lang="zh-CN" altLang="en-US" sz="2800" dirty="0">
                <a:solidFill>
                  <a:schemeClr val="bg2"/>
                </a:solidFill>
                <a:ea typeface="楷体" panose="02010609060101010101" charset="-122"/>
                <a:cs typeface="楷体" panose="02010609060101010101" charset="-122"/>
              </a:rPr>
              <a:t>％的项目彻底失败</a:t>
            </a:r>
            <a:endParaRPr lang="zh-CN" altLang="en-US" sz="2800" dirty="0">
              <a:solidFill>
                <a:schemeClr val="bg2"/>
              </a:solidFill>
              <a:ea typeface="楷体" panose="02010609060101010101" charset="-122"/>
              <a:cs typeface="楷体" panose="02010609060101010101" charset="-122"/>
            </a:endParaRPr>
          </a:p>
          <a:p>
            <a:pPr marL="628650" lvl="1" indent="5080" algn="l">
              <a:spcBef>
                <a:spcPct val="30000"/>
              </a:spcBef>
              <a:buClr>
                <a:srgbClr val="990000"/>
              </a:buClr>
              <a:buFont typeface="Wingdings" panose="05000000000000000000" pitchFamily="2" charset="2"/>
              <a:buChar char="n"/>
            </a:pPr>
            <a:r>
              <a:rPr lang="zh-CN" altLang="en-US" sz="2800" dirty="0">
                <a:solidFill>
                  <a:schemeClr val="bg2"/>
                </a:solidFill>
                <a:ea typeface="楷体" panose="02010609060101010101" charset="-122"/>
                <a:cs typeface="楷体" panose="02010609060101010101" charset="-122"/>
              </a:rPr>
              <a:t>平均超出时间为 </a:t>
            </a:r>
            <a:r>
              <a:rPr lang="zh-CN" altLang="en-US" sz="2800" dirty="0">
                <a:solidFill>
                  <a:srgbClr val="FF0000"/>
                </a:solidFill>
                <a:ea typeface="楷体" panose="02010609060101010101" charset="-122"/>
                <a:cs typeface="楷体" panose="02010609060101010101" charset="-122"/>
              </a:rPr>
              <a:t>222</a:t>
            </a:r>
            <a:r>
              <a:rPr lang="zh-CN" altLang="en-US" sz="2800" dirty="0">
                <a:solidFill>
                  <a:schemeClr val="bg2"/>
                </a:solidFill>
                <a:ea typeface="楷体" panose="02010609060101010101" charset="-122"/>
                <a:cs typeface="楷体" panose="02010609060101010101" charset="-122"/>
              </a:rPr>
              <a:t>%</a:t>
            </a:r>
            <a:endParaRPr lang="zh-CN" altLang="en-US" sz="2800" dirty="0">
              <a:solidFill>
                <a:schemeClr val="bg2"/>
              </a:solidFill>
              <a:ea typeface="楷体" panose="02010609060101010101" charset="-122"/>
              <a:cs typeface="楷体" panose="02010609060101010101" charset="-122"/>
            </a:endParaRPr>
          </a:p>
          <a:p>
            <a:pPr marL="628650" lvl="1" indent="5080" algn="l">
              <a:spcBef>
                <a:spcPct val="30000"/>
              </a:spcBef>
              <a:buClr>
                <a:srgbClr val="990000"/>
              </a:buClr>
              <a:buFont typeface="Wingdings" panose="05000000000000000000" pitchFamily="2" charset="2"/>
              <a:buChar char="n"/>
            </a:pPr>
            <a:r>
              <a:rPr lang="zh-CN" altLang="en-US" sz="2800" dirty="0">
                <a:solidFill>
                  <a:schemeClr val="bg2"/>
                </a:solidFill>
                <a:ea typeface="楷体" panose="02010609060101010101" charset="-122"/>
                <a:cs typeface="楷体" panose="02010609060101010101" charset="-122"/>
              </a:rPr>
              <a:t>实际成本是估计成本的</a:t>
            </a:r>
            <a:r>
              <a:rPr lang="zh-CN" altLang="en-US" sz="2800" dirty="0">
                <a:solidFill>
                  <a:srgbClr val="FF0000"/>
                </a:solidFill>
                <a:ea typeface="楷体" panose="02010609060101010101" charset="-122"/>
                <a:cs typeface="楷体" panose="02010609060101010101" charset="-122"/>
              </a:rPr>
              <a:t> 189</a:t>
            </a:r>
            <a:r>
              <a:rPr lang="zh-CN" altLang="en-US" sz="2800" dirty="0">
                <a:solidFill>
                  <a:schemeClr val="bg2"/>
                </a:solidFill>
                <a:ea typeface="楷体" panose="02010609060101010101" charset="-122"/>
                <a:cs typeface="楷体" panose="02010609060101010101" charset="-122"/>
              </a:rPr>
              <a:t>%</a:t>
            </a:r>
            <a:endParaRPr lang="zh-CN" altLang="en-US" sz="2800" dirty="0">
              <a:solidFill>
                <a:schemeClr val="bg2"/>
              </a:solidFill>
              <a:ea typeface="楷体" panose="02010609060101010101" charset="-122"/>
              <a:cs typeface="楷体" panose="02010609060101010101" charset="-122"/>
            </a:endParaRPr>
          </a:p>
          <a:p>
            <a:pPr marL="628650" lvl="1" indent="5080" algn="l">
              <a:spcBef>
                <a:spcPct val="30000"/>
              </a:spcBef>
              <a:buClr>
                <a:srgbClr val="990000"/>
              </a:buClr>
              <a:buFont typeface="Wingdings" panose="05000000000000000000" pitchFamily="2" charset="2"/>
              <a:buChar char="n"/>
            </a:pPr>
            <a:r>
              <a:rPr lang="zh-CN" altLang="en-US" sz="2800" dirty="0">
                <a:solidFill>
                  <a:schemeClr val="bg2"/>
                </a:solidFill>
                <a:ea typeface="楷体" panose="02010609060101010101" charset="-122"/>
                <a:cs typeface="楷体" panose="02010609060101010101" charset="-122"/>
              </a:rPr>
              <a:t>性能与功能只达到要求的</a:t>
            </a:r>
            <a:r>
              <a:rPr lang="zh-CN" altLang="en-US" sz="2800" dirty="0">
                <a:solidFill>
                  <a:srgbClr val="FF0000"/>
                </a:solidFill>
                <a:ea typeface="楷体" panose="02010609060101010101" charset="-122"/>
                <a:cs typeface="楷体" panose="02010609060101010101" charset="-122"/>
              </a:rPr>
              <a:t>61</a:t>
            </a:r>
            <a:r>
              <a:rPr lang="zh-CN" altLang="en-US" sz="2800" dirty="0">
                <a:solidFill>
                  <a:schemeClr val="bg2"/>
                </a:solidFill>
                <a:ea typeface="楷体" panose="02010609060101010101" charset="-122"/>
                <a:cs typeface="楷体" panose="02010609060101010101" charset="-122"/>
              </a:rPr>
              <a:t>％</a:t>
            </a:r>
            <a:endParaRPr lang="zh-CN" altLang="en-US" sz="2800" dirty="0">
              <a:solidFill>
                <a:schemeClr val="bg2"/>
              </a:solidFill>
              <a:ea typeface="楷体" panose="02010609060101010101" charset="-122"/>
              <a:cs typeface="楷体" panose="02010609060101010101" charset="-122"/>
            </a:endParaRPr>
          </a:p>
          <a:p>
            <a:pPr marL="0" lvl="1" indent="0" algn="l">
              <a:spcBef>
                <a:spcPct val="30000"/>
              </a:spcBef>
              <a:buClr>
                <a:srgbClr val="990000"/>
              </a:buClr>
              <a:buNone/>
            </a:pPr>
            <a:r>
              <a:rPr lang="zh-CN" altLang="en-US" sz="2800" dirty="0">
                <a:solidFill>
                  <a:schemeClr val="bg2"/>
                </a:solidFill>
                <a:ea typeface="楷体" panose="02010609060101010101" charset="-122"/>
                <a:cs typeface="楷体" panose="02010609060101010101" charset="-122"/>
                <a:sym typeface="+mn-ea"/>
              </a:rPr>
              <a:t>信息技术项目正处于一个</a:t>
            </a:r>
            <a:r>
              <a:rPr lang="zh-CN" altLang="en-US" sz="2800" dirty="0">
                <a:solidFill>
                  <a:srgbClr val="FF0000"/>
                </a:solidFill>
                <a:ea typeface="楷体" panose="02010609060101010101" charset="-122"/>
                <a:cs typeface="楷体" panose="02010609060101010101" charset="-122"/>
                <a:sym typeface="+mn-ea"/>
              </a:rPr>
              <a:t>混沌</a:t>
            </a:r>
            <a:r>
              <a:rPr lang="zh-CN" altLang="en-US" sz="2800" dirty="0">
                <a:solidFill>
                  <a:schemeClr val="bg2"/>
                </a:solidFill>
                <a:ea typeface="楷体" panose="02010609060101010101" charset="-122"/>
                <a:cs typeface="楷体" panose="02010609060101010101" charset="-122"/>
                <a:sym typeface="+mn-ea"/>
              </a:rPr>
              <a:t>的状态</a:t>
            </a:r>
            <a:endParaRPr lang="zh-CN" altLang="en-US" sz="2800" dirty="0">
              <a:solidFill>
                <a:schemeClr val="bg2"/>
              </a:solidFill>
              <a:ea typeface="楷体" panose="02010609060101010101" charset="-122"/>
              <a:cs typeface="楷体" panose="02010609060101010101" charset="-122"/>
            </a:endParaRPr>
          </a:p>
          <a:p>
            <a:pPr marL="628650" lvl="1" indent="5080" algn="l">
              <a:spcBef>
                <a:spcPct val="30000"/>
              </a:spcBef>
              <a:buClr>
                <a:srgbClr val="990000"/>
              </a:buClr>
              <a:buFont typeface="Wingdings" panose="05000000000000000000" pitchFamily="2" charset="2"/>
              <a:buChar char="n"/>
            </a:pPr>
            <a:endParaRPr lang="zh-CN" altLang="en-US" sz="2400">
              <a:solidFill>
                <a:srgbClr val="FF0000"/>
              </a:solidFill>
              <a:ea typeface="宋体" panose="02010600030101010101" pitchFamily="2" charset="-122"/>
            </a:endParaRPr>
          </a:p>
        </p:txBody>
      </p:sp>
      <p:sp>
        <p:nvSpPr>
          <p:cNvPr id="6150" name="Rectangle 9"/>
          <p:cNvSpPr>
            <a:spLocks noGrp="1" noChangeArrowheads="1"/>
          </p:cNvSpPr>
          <p:nvPr>
            <p:ph type="subTitle" idx="4294967295"/>
          </p:nvPr>
        </p:nvSpPr>
        <p:spPr bwMode="auto">
          <a:xfrm>
            <a:off x="107950" y="620713"/>
            <a:ext cx="7315200" cy="503237"/>
          </a:xfrm>
          <a:prstGeom prst="rect">
            <a:avLst/>
          </a:prstGeom>
          <a:noFill/>
          <a:ln>
            <a:miter lim="800000"/>
          </a:ln>
        </p:spPr>
        <p:txBody>
          <a:bodyPr/>
          <a:lstStyle/>
          <a:p>
            <a:pPr marL="0" indent="0" eaLnBrk="1" hangingPunct="1">
              <a:buClr>
                <a:schemeClr val="tx1"/>
              </a:buClr>
              <a:buSzTx/>
              <a:buNone/>
            </a:pPr>
            <a:r>
              <a:rPr lang="en-US" altLang="zh-CN" sz="3000" b="1" smtClean="0">
                <a:latin typeface="宋体" panose="02010600030101010101" pitchFamily="2" charset="-122"/>
              </a:rPr>
              <a:t>1 </a:t>
            </a:r>
            <a:r>
              <a:rPr lang="zh-CN" altLang="en-US" sz="3000" b="1" smtClean="0">
                <a:latin typeface="宋体" panose="02010600030101010101" pitchFamily="2" charset="-122"/>
              </a:rPr>
              <a:t>我们为什么要学习</a:t>
            </a:r>
            <a:r>
              <a:rPr lang="en-US" altLang="zh-CN" sz="3000" b="1" smtClean="0">
                <a:latin typeface="宋体" panose="02010600030101010101" pitchFamily="2" charset="-122"/>
              </a:rPr>
              <a:t>IT</a:t>
            </a:r>
            <a:r>
              <a:rPr lang="zh-CN" altLang="en-US" sz="3000" b="1" smtClean="0">
                <a:latin typeface="宋体" panose="02010600030101010101" pitchFamily="2" charset="-122"/>
              </a:rPr>
              <a:t>项目管理？</a:t>
            </a:r>
            <a:endParaRPr lang="en-US" altLang="zh-CN" sz="3000" b="1" smtClean="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653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653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653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653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653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653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653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Grp="1" noChangeArrowheads="1"/>
          </p:cNvSpPr>
          <p:nvPr>
            <p:ph type="sldNum" sz="quarter" idx="10"/>
          </p:nvPr>
        </p:nvSpPr>
        <p:spPr>
          <a:xfrm>
            <a:off x="8062913" y="6429375"/>
            <a:ext cx="795337" cy="357188"/>
          </a:xfrm>
          <a:noFill/>
        </p:spPr>
        <p:txBody>
          <a:bodyPr/>
          <a:lstStyle/>
          <a:p>
            <a:r>
              <a:rPr lang="zh-CN" altLang="en-GB" smtClean="0"/>
              <a:t>  </a:t>
            </a:r>
            <a:fld id="{BF964C02-650E-4318-B33E-9C1B239234A3}" type="slidenum">
              <a:rPr lang="zh-CN" altLang="en-GB" smtClean="0"/>
            </a:fld>
            <a:endParaRPr lang="en-US" altLang="zh-CN" smtClean="0"/>
          </a:p>
        </p:txBody>
      </p:sp>
      <p:sp>
        <p:nvSpPr>
          <p:cNvPr id="1024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1024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523268" name="Text Box 4"/>
          <p:cNvSpPr txBox="1">
            <a:spLocks noChangeArrowheads="1"/>
          </p:cNvSpPr>
          <p:nvPr/>
        </p:nvSpPr>
        <p:spPr bwMode="auto">
          <a:xfrm>
            <a:off x="215900" y="1457325"/>
            <a:ext cx="8816340" cy="1922145"/>
          </a:xfrm>
          <a:prstGeom prst="rect">
            <a:avLst/>
          </a:prstGeom>
          <a:noFill/>
          <a:ln w="28575">
            <a:noFill/>
            <a:miter lim="800000"/>
          </a:ln>
        </p:spPr>
        <p:txBody>
          <a:bodyPr wrap="square">
            <a:spAutoFit/>
          </a:bodyPr>
          <a:lstStyle/>
          <a:p>
            <a:pPr algn="l">
              <a:spcBef>
                <a:spcPts val="600"/>
              </a:spcBef>
              <a:spcAft>
                <a:spcPts val="600"/>
              </a:spcAft>
              <a:buClr>
                <a:schemeClr val="hlink"/>
              </a:buClr>
            </a:pPr>
            <a:r>
              <a:rPr lang="zh-CN" altLang="en-US" dirty="0">
                <a:solidFill>
                  <a:schemeClr val="bg2"/>
                </a:solidFill>
                <a:ea typeface="楷体" panose="02010609060101010101" charset="-122"/>
                <a:cs typeface="楷体" panose="02010609060101010101" charset="-122"/>
              </a:rPr>
              <a:t>法国国家科研中心研究总监， ACM图灵奖获得者约瑟夫·斯法科思在一份研究报告中指出：</a:t>
            </a:r>
            <a:endParaRPr lang="zh-CN" altLang="en-US" dirty="0">
              <a:solidFill>
                <a:schemeClr val="bg2"/>
              </a:solidFill>
              <a:ea typeface="楷体" panose="02010609060101010101" charset="-122"/>
              <a:cs typeface="楷体" panose="02010609060101010101" charset="-122"/>
            </a:endParaRPr>
          </a:p>
          <a:p>
            <a:pPr algn="l">
              <a:spcBef>
                <a:spcPts val="600"/>
              </a:spcBef>
              <a:spcAft>
                <a:spcPts val="600"/>
              </a:spcAft>
              <a:buClr>
                <a:schemeClr val="hlink"/>
              </a:buClr>
            </a:pPr>
            <a:r>
              <a:rPr lang="zh-CN" altLang="en-US" sz="2800" dirty="0">
                <a:solidFill>
                  <a:schemeClr val="bg2"/>
                </a:solidFill>
                <a:ea typeface="楷体" panose="02010609060101010101" charset="-122"/>
                <a:cs typeface="楷体" panose="02010609060101010101" charset="-122"/>
              </a:rPr>
              <a:t>大型的IT系统经常</a:t>
            </a:r>
            <a:r>
              <a:rPr lang="zh-CN" altLang="en-US" sz="2800" dirty="0">
                <a:solidFill>
                  <a:srgbClr val="FF0000"/>
                </a:solidFill>
                <a:ea typeface="楷体" panose="02010609060101010101" charset="-122"/>
                <a:cs typeface="楷体" panose="02010609060101010101" charset="-122"/>
              </a:rPr>
              <a:t>超预算</a:t>
            </a:r>
            <a:r>
              <a:rPr lang="zh-CN" altLang="en-US" sz="2800" dirty="0">
                <a:solidFill>
                  <a:schemeClr val="bg2"/>
                </a:solidFill>
                <a:ea typeface="楷体" panose="02010609060101010101" charset="-122"/>
                <a:cs typeface="楷体" panose="02010609060101010101" charset="-122"/>
              </a:rPr>
              <a:t>、</a:t>
            </a:r>
            <a:r>
              <a:rPr lang="zh-CN" altLang="en-US" sz="2800" dirty="0">
                <a:solidFill>
                  <a:srgbClr val="FF0000"/>
                </a:solidFill>
                <a:ea typeface="楷体" panose="02010609060101010101" charset="-122"/>
                <a:cs typeface="楷体" panose="02010609060101010101" charset="-122"/>
              </a:rPr>
              <a:t>超时</a:t>
            </a:r>
            <a:r>
              <a:rPr lang="zh-CN" altLang="en-US" sz="2800" dirty="0">
                <a:solidFill>
                  <a:schemeClr val="bg2"/>
                </a:solidFill>
                <a:ea typeface="楷体" panose="02010609060101010101" charset="-122"/>
                <a:cs typeface="楷体" panose="02010609060101010101" charset="-122"/>
              </a:rPr>
              <a:t>、</a:t>
            </a:r>
            <a:r>
              <a:rPr lang="zh-CN" altLang="en-US" sz="2800" dirty="0">
                <a:solidFill>
                  <a:srgbClr val="FF0000"/>
                </a:solidFill>
                <a:ea typeface="楷体" panose="02010609060101010101" charset="-122"/>
                <a:cs typeface="楷体" panose="02010609060101010101" charset="-122"/>
              </a:rPr>
              <a:t>交付系统质量差</a:t>
            </a:r>
            <a:endParaRPr lang="zh-CN" altLang="en-US" sz="2800" dirty="0">
              <a:solidFill>
                <a:schemeClr val="bg2"/>
              </a:solidFill>
              <a:ea typeface="楷体" panose="02010609060101010101" charset="-122"/>
              <a:cs typeface="楷体" panose="02010609060101010101" charset="-122"/>
            </a:endParaRPr>
          </a:p>
          <a:p>
            <a:pPr algn="r">
              <a:buClr>
                <a:schemeClr val="hlink"/>
              </a:buClr>
            </a:pPr>
            <a:endParaRPr lang="en-US" altLang="zh-CN" sz="2000" dirty="0">
              <a:solidFill>
                <a:schemeClr val="bg2"/>
              </a:solidFill>
              <a:latin typeface="黑体" panose="02010609060101010101" pitchFamily="2" charset="-122"/>
            </a:endParaRPr>
          </a:p>
        </p:txBody>
      </p:sp>
      <p:sp>
        <p:nvSpPr>
          <p:cNvPr id="10246" name="Rectangle 5"/>
          <p:cNvSpPr>
            <a:spLocks noGrp="1" noChangeArrowheads="1"/>
          </p:cNvSpPr>
          <p:nvPr>
            <p:ph type="subTitle" idx="4294967295"/>
          </p:nvPr>
        </p:nvSpPr>
        <p:spPr bwMode="auto">
          <a:xfrm>
            <a:off x="0" y="620713"/>
            <a:ext cx="8535988" cy="503237"/>
          </a:xfrm>
          <a:prstGeom prst="rect">
            <a:avLst/>
          </a:prstGeom>
          <a:noFill/>
          <a:ln>
            <a:miter lim="800000"/>
          </a:ln>
        </p:spPr>
        <p:txBody>
          <a:bodyPr/>
          <a:lstStyle/>
          <a:p>
            <a:pPr marL="0" indent="0" eaLnBrk="1" hangingPunct="1">
              <a:buClr>
                <a:schemeClr val="tx1"/>
              </a:buClr>
              <a:buSzTx/>
              <a:buNone/>
            </a:pPr>
            <a:r>
              <a:rPr lang="en-US" altLang="zh-CN" sz="2800" b="1" smtClean="0">
                <a:latin typeface="宋体" panose="02010600030101010101" pitchFamily="2" charset="-122"/>
              </a:rPr>
              <a:t>1 </a:t>
            </a:r>
            <a:r>
              <a:rPr lang="zh-CN" altLang="en-US" sz="2800" b="1" smtClean="0">
                <a:latin typeface="宋体" panose="02010600030101010101" pitchFamily="2" charset="-122"/>
              </a:rPr>
              <a:t>我们为什么要学习</a:t>
            </a:r>
            <a:r>
              <a:rPr lang="en-US" altLang="zh-CN" sz="2800" b="1" smtClean="0">
                <a:latin typeface="宋体" panose="02010600030101010101" pitchFamily="2" charset="-122"/>
              </a:rPr>
              <a:t>IT</a:t>
            </a:r>
            <a:r>
              <a:rPr lang="zh-CN" altLang="en-US" sz="2800" b="1" smtClean="0">
                <a:latin typeface="宋体" panose="02010600030101010101" pitchFamily="2" charset="-122"/>
              </a:rPr>
              <a:t>项目管理？</a:t>
            </a:r>
            <a:endParaRPr lang="en-US" altLang="zh-CN" sz="2800" b="1" dirty="0" smtClean="0">
              <a:latin typeface="宋体" panose="02010600030101010101" pitchFamily="2" charset="-122"/>
            </a:endParaRPr>
          </a:p>
        </p:txBody>
      </p:sp>
      <p:sp>
        <p:nvSpPr>
          <p:cNvPr id="2" name="Text Box 4"/>
          <p:cNvSpPr txBox="1">
            <a:spLocks noChangeArrowheads="1"/>
          </p:cNvSpPr>
          <p:nvPr/>
        </p:nvSpPr>
        <p:spPr bwMode="auto">
          <a:xfrm>
            <a:off x="179705" y="3602355"/>
            <a:ext cx="8859520" cy="3028950"/>
          </a:xfrm>
          <a:prstGeom prst="rect">
            <a:avLst/>
          </a:prstGeom>
          <a:noFill/>
          <a:ln w="28575">
            <a:noFill/>
            <a:miter lim="800000"/>
          </a:ln>
        </p:spPr>
        <p:txBody>
          <a:bodyPr wrap="square">
            <a:noAutofit/>
          </a:bodyPr>
          <a:p>
            <a:pPr algn="l">
              <a:spcBef>
                <a:spcPct val="50000"/>
              </a:spcBef>
              <a:buClr>
                <a:schemeClr val="hlink"/>
              </a:buClr>
            </a:pPr>
            <a:r>
              <a:rPr lang="zh-CN" altLang="en-US" sz="2800" dirty="0">
                <a:solidFill>
                  <a:schemeClr val="bg2"/>
                </a:solidFill>
                <a:ea typeface="楷体" panose="02010609060101010101" charset="-122"/>
                <a:cs typeface="楷体" panose="02010609060101010101" charset="-122"/>
              </a:rPr>
              <a:t>在我国，权威调查表明：</a:t>
            </a:r>
            <a:endParaRPr lang="zh-CN" altLang="en-US" sz="2800" dirty="0">
              <a:solidFill>
                <a:schemeClr val="bg2"/>
              </a:solidFill>
              <a:ea typeface="楷体" panose="02010609060101010101" charset="-122"/>
              <a:cs typeface="楷体" panose="02010609060101010101" charset="-122"/>
            </a:endParaRPr>
          </a:p>
          <a:p>
            <a:pPr marL="914400" lvl="1" indent="-457200" algn="l">
              <a:spcBef>
                <a:spcPts val="600"/>
              </a:spcBef>
              <a:spcAft>
                <a:spcPts val="600"/>
              </a:spcAft>
              <a:buClr>
                <a:srgbClr val="C00000"/>
              </a:buClr>
              <a:buFont typeface="Wingdings" panose="05000000000000000000" charset="0"/>
              <a:buChar char="ü"/>
            </a:pPr>
            <a:r>
              <a:rPr lang="zh-CN" altLang="en-US" sz="2800" dirty="0">
                <a:solidFill>
                  <a:schemeClr val="bg2"/>
                </a:solidFill>
                <a:ea typeface="楷体" panose="02010609060101010101" charset="-122"/>
                <a:cs typeface="楷体" panose="02010609060101010101" charset="-122"/>
              </a:rPr>
              <a:t>大约70％的企业信息化项目</a:t>
            </a:r>
            <a:r>
              <a:rPr lang="zh-CN" altLang="en-US" sz="2800" dirty="0">
                <a:solidFill>
                  <a:schemeClr val="bg1"/>
                </a:solidFill>
                <a:ea typeface="楷体" panose="02010609060101010101" charset="-122"/>
                <a:cs typeface="楷体" panose="02010609060101010101" charset="-122"/>
              </a:rPr>
              <a:t>超过预定开发周期</a:t>
            </a:r>
            <a:endParaRPr lang="zh-CN" altLang="en-US" sz="2800" dirty="0">
              <a:solidFill>
                <a:schemeClr val="bg2"/>
              </a:solidFill>
              <a:ea typeface="楷体" panose="02010609060101010101" charset="-122"/>
              <a:cs typeface="楷体" panose="02010609060101010101" charset="-122"/>
            </a:endParaRPr>
          </a:p>
          <a:p>
            <a:pPr marL="914400" lvl="1" indent="-457200" algn="l">
              <a:spcBef>
                <a:spcPts val="600"/>
              </a:spcBef>
              <a:spcAft>
                <a:spcPts val="600"/>
              </a:spcAft>
              <a:buClr>
                <a:srgbClr val="C00000"/>
              </a:buClr>
              <a:buFont typeface="Wingdings" panose="05000000000000000000" charset="0"/>
              <a:buChar char="ü"/>
            </a:pPr>
            <a:r>
              <a:rPr lang="zh-CN" altLang="en-US" sz="2800" dirty="0">
                <a:solidFill>
                  <a:schemeClr val="bg2"/>
                </a:solidFill>
                <a:ea typeface="楷体" panose="02010609060101010101" charset="-122"/>
                <a:cs typeface="楷体" panose="02010609060101010101" charset="-122"/>
              </a:rPr>
              <a:t>大型项目</a:t>
            </a:r>
            <a:r>
              <a:rPr lang="zh-CN" altLang="en-US" sz="2800" dirty="0">
                <a:solidFill>
                  <a:schemeClr val="bg1"/>
                </a:solidFill>
                <a:ea typeface="楷体" panose="02010609060101010101" charset="-122"/>
                <a:cs typeface="楷体" panose="02010609060101010101" charset="-122"/>
              </a:rPr>
              <a:t>平均超时20％～50％</a:t>
            </a:r>
            <a:endParaRPr lang="zh-CN" altLang="en-US" sz="2800" dirty="0">
              <a:solidFill>
                <a:schemeClr val="bg2"/>
              </a:solidFill>
              <a:ea typeface="楷体" panose="02010609060101010101" charset="-122"/>
              <a:cs typeface="楷体" panose="02010609060101010101" charset="-122"/>
            </a:endParaRPr>
          </a:p>
          <a:p>
            <a:pPr marL="914400" lvl="1" indent="-457200" algn="l">
              <a:spcBef>
                <a:spcPts val="600"/>
              </a:spcBef>
              <a:spcAft>
                <a:spcPts val="600"/>
              </a:spcAft>
              <a:buClr>
                <a:srgbClr val="C00000"/>
              </a:buClr>
              <a:buFont typeface="Wingdings" panose="05000000000000000000" charset="0"/>
              <a:buChar char="ü"/>
            </a:pPr>
            <a:r>
              <a:rPr lang="zh-CN" altLang="en-US" sz="2800" dirty="0">
                <a:solidFill>
                  <a:schemeClr val="bg2"/>
                </a:solidFill>
                <a:ea typeface="楷体" panose="02010609060101010101" charset="-122"/>
                <a:cs typeface="楷体" panose="02010609060101010101" charset="-122"/>
              </a:rPr>
              <a:t>90％以上软件项目</a:t>
            </a:r>
            <a:r>
              <a:rPr lang="zh-CN" altLang="en-US" sz="2800" dirty="0">
                <a:solidFill>
                  <a:schemeClr val="bg1"/>
                </a:solidFill>
                <a:ea typeface="楷体" panose="02010609060101010101" charset="-122"/>
                <a:cs typeface="楷体" panose="02010609060101010101" charset="-122"/>
              </a:rPr>
              <a:t>费用超支</a:t>
            </a:r>
            <a:r>
              <a:rPr lang="zh-CN" altLang="en-US" sz="2800" dirty="0">
                <a:solidFill>
                  <a:schemeClr val="bg2"/>
                </a:solidFill>
                <a:ea typeface="楷体" panose="02010609060101010101" charset="-122"/>
                <a:cs typeface="楷体" panose="02010609060101010101" charset="-122"/>
              </a:rPr>
              <a:t>，项目越大，超支越高</a:t>
            </a:r>
            <a:endParaRPr lang="zh-CN" altLang="en-US" sz="2800" dirty="0">
              <a:solidFill>
                <a:schemeClr val="bg2"/>
              </a:solidFill>
              <a:ea typeface="楷体" panose="02010609060101010101" charset="-122"/>
              <a:cs typeface="楷体" panose="02010609060101010101" charset="-122"/>
            </a:endParaRPr>
          </a:p>
          <a:p>
            <a:pPr lvl="1" indent="0" algn="ctr">
              <a:spcBef>
                <a:spcPts val="600"/>
              </a:spcBef>
              <a:spcAft>
                <a:spcPts val="600"/>
              </a:spcAft>
              <a:buClr>
                <a:srgbClr val="C00000"/>
              </a:buClr>
              <a:buFont typeface="Wingdings" panose="05000000000000000000" pitchFamily="2" charset="2"/>
              <a:buNone/>
            </a:pPr>
            <a:endParaRPr lang="zh-CN" altLang="en-US" sz="2800" dirty="0">
              <a:solidFill>
                <a:schemeClr val="bg1"/>
              </a:solidFill>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9"/>
          <p:cNvSpPr>
            <a:spLocks noGrp="1" noChangeArrowheads="1"/>
          </p:cNvSpPr>
          <p:nvPr>
            <p:ph type="sldNum" sz="quarter" idx="10"/>
          </p:nvPr>
        </p:nvSpPr>
        <p:spPr>
          <a:noFill/>
        </p:spPr>
        <p:txBody>
          <a:bodyPr/>
          <a:lstStyle/>
          <a:p>
            <a:r>
              <a:rPr lang="zh-CN" altLang="en-GB" smtClean="0"/>
              <a:t>  </a:t>
            </a:r>
            <a:fld id="{184B97E6-036A-4166-B83F-1E4C10078223}" type="slidenum">
              <a:rPr lang="zh-CN" altLang="en-GB" smtClean="0"/>
            </a:fld>
            <a:endParaRPr lang="en-US" altLang="zh-CN" smtClean="0"/>
          </a:p>
        </p:txBody>
      </p:sp>
      <p:sp>
        <p:nvSpPr>
          <p:cNvPr id="1229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1229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408580" name="Text Box 4"/>
          <p:cNvSpPr txBox="1">
            <a:spLocks noChangeArrowheads="1"/>
          </p:cNvSpPr>
          <p:nvPr/>
        </p:nvSpPr>
        <p:spPr bwMode="auto">
          <a:xfrm>
            <a:off x="250825" y="1557338"/>
            <a:ext cx="8713788" cy="3149600"/>
          </a:xfrm>
          <a:prstGeom prst="rect">
            <a:avLst/>
          </a:prstGeom>
          <a:noFill/>
          <a:ln w="28575">
            <a:noFill/>
            <a:miter lim="800000"/>
          </a:ln>
        </p:spPr>
        <p:txBody>
          <a:bodyPr>
            <a:spAutoFit/>
          </a:bodyPr>
          <a:lstStyle/>
          <a:p>
            <a:pPr algn="just">
              <a:spcBef>
                <a:spcPct val="70000"/>
              </a:spcBef>
              <a:buClr>
                <a:schemeClr val="hlink"/>
              </a:buClr>
            </a:pPr>
            <a:endParaRPr lang="zh-CN" altLang="en-US" sz="2800" dirty="0">
              <a:solidFill>
                <a:schemeClr val="bg2"/>
              </a:solidFill>
              <a:ea typeface="楷体" panose="02010609060101010101" charset="-122"/>
              <a:cs typeface="楷体" panose="02010609060101010101" charset="-122"/>
            </a:endParaRPr>
          </a:p>
          <a:p>
            <a:pPr marL="0" lvl="1" algn="just">
              <a:spcBef>
                <a:spcPct val="70000"/>
              </a:spcBef>
              <a:buClr>
                <a:schemeClr val="hlink"/>
              </a:buClr>
            </a:pPr>
            <a:r>
              <a:rPr lang="zh-CN" altLang="en-US" dirty="0">
                <a:solidFill>
                  <a:schemeClr val="bg1"/>
                </a:solidFill>
                <a:ea typeface="楷体" panose="02010609060101010101" charset="-122"/>
                <a:cs typeface="楷体" panose="02010609060101010101" charset="-122"/>
                <a:sym typeface="+mn-ea"/>
              </a:rPr>
              <a:t>各种失控风险存在于所有项目之中</a:t>
            </a:r>
            <a:endParaRPr lang="zh-CN" altLang="en-US" dirty="0">
              <a:solidFill>
                <a:schemeClr val="bg1"/>
              </a:solidFill>
              <a:ea typeface="楷体" panose="02010609060101010101" charset="-122"/>
              <a:cs typeface="楷体" panose="02010609060101010101" charset="-122"/>
            </a:endParaRPr>
          </a:p>
          <a:p>
            <a:pPr algn="just">
              <a:spcBef>
                <a:spcPct val="70000"/>
              </a:spcBef>
              <a:buClr>
                <a:schemeClr val="hlink"/>
              </a:buClr>
            </a:pPr>
            <a:endParaRPr lang="zh-CN" altLang="en-US" sz="2800" dirty="0">
              <a:solidFill>
                <a:schemeClr val="bg2"/>
              </a:solidFill>
              <a:ea typeface="楷体" panose="02010609060101010101" charset="-122"/>
              <a:cs typeface="楷体" panose="02010609060101010101" charset="-122"/>
            </a:endParaRPr>
          </a:p>
          <a:p>
            <a:pPr algn="just">
              <a:spcBef>
                <a:spcPct val="70000"/>
              </a:spcBef>
              <a:buClr>
                <a:schemeClr val="hlink"/>
              </a:buClr>
            </a:pPr>
            <a:r>
              <a:rPr lang="zh-CN" altLang="en-US" sz="2800" dirty="0">
                <a:solidFill>
                  <a:schemeClr val="bg2"/>
                </a:solidFill>
                <a:ea typeface="楷体" panose="02010609060101010101" charset="-122"/>
                <a:cs typeface="楷体" panose="02010609060101010101" charset="-122"/>
              </a:rPr>
              <a:t>“</a:t>
            </a:r>
            <a:r>
              <a:rPr lang="zh-CN" altLang="en-US" sz="2800" dirty="0">
                <a:solidFill>
                  <a:schemeClr val="bg1"/>
                </a:solidFill>
                <a:ea typeface="楷体" panose="02010609060101010101" charset="-122"/>
                <a:cs typeface="楷体" panose="02010609060101010101" charset="-122"/>
              </a:rPr>
              <a:t>软件危机</a:t>
            </a:r>
            <a:r>
              <a:rPr lang="zh-CN" altLang="en-US" sz="2800" dirty="0">
                <a:solidFill>
                  <a:schemeClr val="bg2"/>
                </a:solidFill>
                <a:ea typeface="楷体" panose="02010609060101010101" charset="-122"/>
                <a:cs typeface="楷体" panose="02010609060101010101" charset="-122"/>
              </a:rPr>
              <a:t>”一直困扰着人们，严重阻碍着IT项目和软件产业的发展</a:t>
            </a:r>
            <a:endParaRPr kumimoji="0" lang="zh-CN" altLang="en-US" sz="4800">
              <a:solidFill>
                <a:schemeClr val="bg2"/>
              </a:solidFill>
              <a:ea typeface="宋体" panose="02010600030101010101" pitchFamily="2" charset="-122"/>
            </a:endParaRPr>
          </a:p>
        </p:txBody>
      </p:sp>
      <p:sp>
        <p:nvSpPr>
          <p:cNvPr id="12294" name="Text Box 5"/>
          <p:cNvSpPr txBox="1">
            <a:spLocks noChangeArrowheads="1"/>
          </p:cNvSpPr>
          <p:nvPr/>
        </p:nvSpPr>
        <p:spPr bwMode="auto">
          <a:xfrm>
            <a:off x="7000892" y="-26988"/>
            <a:ext cx="2035158" cy="400110"/>
          </a:xfrm>
          <a:prstGeom prst="rect">
            <a:avLst/>
          </a:prstGeom>
          <a:noFill/>
          <a:ln w="9525">
            <a:noFill/>
            <a:miter lim="800000"/>
          </a:ln>
        </p:spPr>
        <p:txBody>
          <a:bodyPr wrap="square">
            <a:spAutoFit/>
          </a:bodyPr>
          <a:lstStyle/>
          <a:p>
            <a:pPr algn="r">
              <a:spcBef>
                <a:spcPct val="50000"/>
              </a:spcBef>
            </a:pPr>
            <a:r>
              <a:rPr lang="zh-CN" altLang="en-US" sz="2000" smtClean="0">
                <a:solidFill>
                  <a:schemeClr val="bg2"/>
                </a:solidFill>
                <a:ea typeface="宋体" panose="02010600030101010101" pitchFamily="2" charset="-122"/>
              </a:rPr>
              <a:t>第</a:t>
            </a:r>
            <a:r>
              <a:rPr lang="en-US" altLang="zh-CN" sz="2000" smtClean="0">
                <a:solidFill>
                  <a:schemeClr val="bg2"/>
                </a:solidFill>
                <a:ea typeface="宋体" panose="02010600030101010101" pitchFamily="2" charset="-122"/>
              </a:rPr>
              <a:t>1</a:t>
            </a:r>
            <a:r>
              <a:rPr lang="zh-CN" altLang="en-US" sz="2000" smtClean="0">
                <a:solidFill>
                  <a:schemeClr val="bg2"/>
                </a:solidFill>
                <a:ea typeface="宋体" panose="02010600030101010101" pitchFamily="2" charset="-122"/>
              </a:rPr>
              <a:t>版前言</a:t>
            </a:r>
            <a:endParaRPr lang="en-US" altLang="zh-CN" sz="2000">
              <a:solidFill>
                <a:schemeClr val="bg2"/>
              </a:solidFill>
              <a:ea typeface="宋体" panose="02010600030101010101" pitchFamily="2" charset="-122"/>
            </a:endParaRPr>
          </a:p>
        </p:txBody>
      </p:sp>
      <p:sp>
        <p:nvSpPr>
          <p:cNvPr id="12295" name="Rectangle 9"/>
          <p:cNvSpPr>
            <a:spLocks noGrp="1" noChangeArrowheads="1"/>
          </p:cNvSpPr>
          <p:nvPr>
            <p:ph type="subTitle" idx="4294967295"/>
          </p:nvPr>
        </p:nvSpPr>
        <p:spPr bwMode="auto">
          <a:xfrm>
            <a:off x="107950" y="620713"/>
            <a:ext cx="7315200" cy="503237"/>
          </a:xfrm>
          <a:prstGeom prst="rect">
            <a:avLst/>
          </a:prstGeom>
          <a:noFill/>
          <a:ln>
            <a:miter lim="800000"/>
          </a:ln>
        </p:spPr>
        <p:txBody>
          <a:bodyPr/>
          <a:lstStyle/>
          <a:p>
            <a:pPr marL="0" indent="0" eaLnBrk="1" hangingPunct="1">
              <a:buClr>
                <a:schemeClr val="tx1"/>
              </a:buClr>
              <a:buSzTx/>
              <a:buNone/>
            </a:pPr>
            <a:r>
              <a:rPr lang="en-US" altLang="zh-CN" sz="3000" b="1" smtClean="0">
                <a:latin typeface="宋体" panose="02010600030101010101" pitchFamily="2" charset="-122"/>
              </a:rPr>
              <a:t>1 </a:t>
            </a:r>
            <a:r>
              <a:rPr lang="zh-CN" altLang="en-US" sz="3000" b="1" smtClean="0">
                <a:latin typeface="宋体" panose="02010600030101010101" pitchFamily="2" charset="-122"/>
              </a:rPr>
              <a:t>我们为什么要学习</a:t>
            </a:r>
            <a:r>
              <a:rPr lang="en-US" altLang="zh-CN" sz="3000" b="1" smtClean="0">
                <a:latin typeface="宋体" panose="02010600030101010101" pitchFamily="2" charset="-122"/>
              </a:rPr>
              <a:t>IT</a:t>
            </a:r>
            <a:r>
              <a:rPr lang="zh-CN" altLang="en-US" sz="3000" b="1" smtClean="0">
                <a:latin typeface="宋体" panose="02010600030101010101" pitchFamily="2" charset="-122"/>
              </a:rPr>
              <a:t>项目管理？</a:t>
            </a:r>
            <a:endParaRPr lang="en-US" altLang="zh-CN" sz="3000" b="1" smtClean="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858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smtClean="0"/>
              <a:t>  </a:t>
            </a:r>
            <a:fld id="{972F71AA-A19C-49AF-A02D-233BE238DF8D}" type="slidenum">
              <a:rPr lang="zh-CN" altLang="en-GB" smtClean="0"/>
            </a:fld>
            <a:endParaRPr lang="en-US" altLang="zh-CN" smtClean="0"/>
          </a:p>
        </p:txBody>
      </p:sp>
      <p:sp>
        <p:nvSpPr>
          <p:cNvPr id="1536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1536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412676" name="Text Box 4"/>
          <p:cNvSpPr txBox="1">
            <a:spLocks noChangeArrowheads="1"/>
          </p:cNvSpPr>
          <p:nvPr/>
        </p:nvSpPr>
        <p:spPr bwMode="auto">
          <a:xfrm>
            <a:off x="250825" y="1666875"/>
            <a:ext cx="8677275" cy="2848610"/>
          </a:xfrm>
          <a:prstGeom prst="rect">
            <a:avLst/>
          </a:prstGeom>
          <a:noFill/>
          <a:ln w="28575">
            <a:noFill/>
            <a:miter lim="800000"/>
          </a:ln>
        </p:spPr>
        <p:txBody>
          <a:bodyPr>
            <a:spAutoFit/>
          </a:bodyPr>
          <a:lstStyle/>
          <a:p>
            <a:pPr algn="l">
              <a:lnSpc>
                <a:spcPct val="85000"/>
              </a:lnSpc>
              <a:spcBef>
                <a:spcPct val="50000"/>
              </a:spcBef>
              <a:buClr>
                <a:schemeClr val="hlink"/>
              </a:buClr>
            </a:pPr>
            <a:r>
              <a:rPr lang="zh-CN" altLang="en-US" sz="2800" dirty="0">
                <a:solidFill>
                  <a:schemeClr val="bg2"/>
                </a:solidFill>
                <a:ea typeface="楷体" panose="02010609060101010101" charset="-122"/>
                <a:cs typeface="楷体" panose="02010609060101010101" charset="-122"/>
              </a:rPr>
              <a:t>IT 项目失败的原因主要有两个：</a:t>
            </a:r>
            <a:endParaRPr lang="zh-CN" altLang="en-US" sz="2800" dirty="0">
              <a:solidFill>
                <a:schemeClr val="bg2"/>
              </a:solidFill>
              <a:ea typeface="楷体" panose="02010609060101010101" charset="-122"/>
              <a:cs typeface="楷体" panose="02010609060101010101" charset="-122"/>
            </a:endParaRPr>
          </a:p>
          <a:p>
            <a:pPr algn="l">
              <a:lnSpc>
                <a:spcPct val="85000"/>
              </a:lnSpc>
              <a:spcBef>
                <a:spcPct val="35000"/>
              </a:spcBef>
            </a:pPr>
            <a:r>
              <a:rPr lang="zh-CN" altLang="en-US" sz="2800" dirty="0">
                <a:solidFill>
                  <a:schemeClr val="bg2"/>
                </a:solidFill>
                <a:ea typeface="楷体" panose="02010609060101010101" charset="-122"/>
                <a:cs typeface="楷体" panose="02010609060101010101" charset="-122"/>
              </a:rPr>
              <a:t>   ①  IT 项目越来越</a:t>
            </a:r>
            <a:r>
              <a:rPr lang="zh-CN" altLang="en-US" sz="2800" dirty="0">
                <a:solidFill>
                  <a:schemeClr val="bg1"/>
                </a:solidFill>
                <a:ea typeface="楷体" panose="02010609060101010101" charset="-122"/>
                <a:cs typeface="楷体" panose="02010609060101010101" charset="-122"/>
              </a:rPr>
              <a:t>复杂</a:t>
            </a:r>
            <a:endParaRPr lang="zh-CN" altLang="en-US" sz="2800" dirty="0">
              <a:solidFill>
                <a:schemeClr val="bg2"/>
              </a:solidFill>
              <a:ea typeface="楷体" panose="02010609060101010101" charset="-122"/>
              <a:cs typeface="楷体" panose="02010609060101010101" charset="-122"/>
            </a:endParaRPr>
          </a:p>
          <a:p>
            <a:pPr algn="l">
              <a:spcBef>
                <a:spcPct val="35000"/>
              </a:spcBef>
            </a:pPr>
            <a:r>
              <a:rPr lang="zh-CN" altLang="en-US" sz="2800" dirty="0">
                <a:solidFill>
                  <a:schemeClr val="bg2"/>
                </a:solidFill>
                <a:ea typeface="楷体" panose="02010609060101010101" charset="-122"/>
                <a:cs typeface="楷体" panose="02010609060101010101" charset="-122"/>
              </a:rPr>
              <a:t>   ②  缺乏合格的</a:t>
            </a:r>
            <a:r>
              <a:rPr lang="zh-CN" altLang="en-US" sz="2800" dirty="0">
                <a:solidFill>
                  <a:schemeClr val="bg1"/>
                </a:solidFill>
                <a:ea typeface="楷体" panose="02010609060101010101" charset="-122"/>
                <a:cs typeface="楷体" panose="02010609060101010101" charset="-122"/>
              </a:rPr>
              <a:t>IT项目管理人才</a:t>
            </a:r>
            <a:endParaRPr lang="zh-CN" altLang="en-US" sz="2800" dirty="0">
              <a:solidFill>
                <a:schemeClr val="bg2"/>
              </a:solidFill>
              <a:ea typeface="楷体" panose="02010609060101010101" charset="-122"/>
              <a:cs typeface="楷体" panose="02010609060101010101" charset="-122"/>
            </a:endParaRPr>
          </a:p>
          <a:p>
            <a:pPr algn="l"/>
            <a:endParaRPr lang="zh-CN" altLang="en-US" dirty="0">
              <a:solidFill>
                <a:schemeClr val="bg2"/>
              </a:solidFill>
              <a:ea typeface="楷体" panose="02010609060101010101" charset="-122"/>
              <a:cs typeface="楷体" panose="02010609060101010101" charset="-122"/>
            </a:endParaRPr>
          </a:p>
          <a:p>
            <a:pPr algn="l">
              <a:buClr>
                <a:schemeClr val="hlink"/>
              </a:buClr>
            </a:pPr>
            <a:r>
              <a:rPr lang="zh-CN" altLang="en-US" sz="2800" dirty="0">
                <a:solidFill>
                  <a:schemeClr val="bg2"/>
                </a:solidFill>
                <a:ea typeface="楷体" panose="02010609060101010101" charset="-122"/>
                <a:cs typeface="楷体" panose="02010609060101010101" charset="-122"/>
              </a:rPr>
              <a:t>不能进行</a:t>
            </a:r>
            <a:r>
              <a:rPr lang="zh-CN" altLang="en-US" sz="2800" dirty="0">
                <a:solidFill>
                  <a:schemeClr val="bg1"/>
                </a:solidFill>
                <a:ea typeface="楷体" panose="02010609060101010101" charset="-122"/>
                <a:cs typeface="楷体" panose="02010609060101010101" charset="-122"/>
              </a:rPr>
              <a:t>有效的项目管理</a:t>
            </a:r>
            <a:r>
              <a:rPr lang="zh-CN" altLang="en-US" sz="2800" dirty="0">
                <a:solidFill>
                  <a:schemeClr val="bg2"/>
                </a:solidFill>
                <a:ea typeface="楷体" panose="02010609060101010101" charset="-122"/>
                <a:cs typeface="楷体" panose="02010609060101010101" charset="-122"/>
              </a:rPr>
              <a:t>是导致IT项目失控的</a:t>
            </a:r>
            <a:r>
              <a:rPr lang="zh-CN" altLang="en-US" sz="2800" dirty="0">
                <a:solidFill>
                  <a:schemeClr val="bg1"/>
                </a:solidFill>
                <a:ea typeface="楷体" panose="02010609060101010101" charset="-122"/>
                <a:cs typeface="楷体" panose="02010609060101010101" charset="-122"/>
              </a:rPr>
              <a:t>直接原因</a:t>
            </a:r>
            <a:r>
              <a:rPr lang="zh-CN" altLang="en-US" sz="2800" dirty="0">
                <a:solidFill>
                  <a:schemeClr val="bg2"/>
                </a:solidFill>
                <a:ea typeface="楷体" panose="02010609060101010101" charset="-122"/>
                <a:cs typeface="楷体" panose="02010609060101010101" charset="-122"/>
              </a:rPr>
              <a:t>。</a:t>
            </a:r>
            <a:endParaRPr lang="zh-CN" altLang="en-US" sz="4800">
              <a:solidFill>
                <a:srgbClr val="000099"/>
              </a:solidFill>
              <a:latin typeface="黑体" panose="02010609060101010101" pitchFamily="2" charset="-122"/>
              <a:ea typeface="黑体" panose="02010609060101010101" pitchFamily="2" charset="-122"/>
            </a:endParaRPr>
          </a:p>
        </p:txBody>
      </p:sp>
      <p:sp>
        <p:nvSpPr>
          <p:cNvPr id="15367" name="Rectangle 10"/>
          <p:cNvSpPr>
            <a:spLocks noGrp="1" noChangeArrowheads="1"/>
          </p:cNvSpPr>
          <p:nvPr>
            <p:ph type="subTitle" idx="4294967295"/>
          </p:nvPr>
        </p:nvSpPr>
        <p:spPr bwMode="auto">
          <a:xfrm>
            <a:off x="107950" y="620713"/>
            <a:ext cx="7315200" cy="503237"/>
          </a:xfrm>
          <a:prstGeom prst="rect">
            <a:avLst/>
          </a:prstGeom>
          <a:noFill/>
          <a:ln>
            <a:miter lim="800000"/>
          </a:ln>
        </p:spPr>
        <p:txBody>
          <a:bodyPr/>
          <a:lstStyle/>
          <a:p>
            <a:pPr marL="0" indent="0" eaLnBrk="1" hangingPunct="1">
              <a:buClr>
                <a:schemeClr val="tx1"/>
              </a:buClr>
              <a:buSzTx/>
              <a:buNone/>
            </a:pPr>
            <a:r>
              <a:rPr lang="en-US" altLang="zh-CN" sz="3000" b="1" smtClean="0">
                <a:latin typeface="宋体" panose="02010600030101010101" pitchFamily="2" charset="-122"/>
              </a:rPr>
              <a:t>1 </a:t>
            </a:r>
            <a:r>
              <a:rPr lang="zh-CN" altLang="en-US" sz="3000" b="1" smtClean="0">
                <a:latin typeface="宋体" panose="02010600030101010101" pitchFamily="2" charset="-122"/>
              </a:rPr>
              <a:t>我们为什么要学习</a:t>
            </a:r>
            <a:r>
              <a:rPr lang="en-US" altLang="zh-CN" sz="3000" b="1" smtClean="0">
                <a:latin typeface="宋体" panose="02010600030101010101" pitchFamily="2" charset="-122"/>
              </a:rPr>
              <a:t>IT</a:t>
            </a:r>
            <a:r>
              <a:rPr lang="zh-CN" altLang="en-US" sz="3000" b="1" smtClean="0">
                <a:latin typeface="宋体" panose="02010600030101010101" pitchFamily="2" charset="-122"/>
              </a:rPr>
              <a:t>项目管理？</a:t>
            </a:r>
            <a:endParaRPr lang="en-US" altLang="zh-CN" sz="3000" b="1" smtClean="0">
              <a:latin typeface="宋体" panose="02010600030101010101" pitchFamily="2" charset="-122"/>
            </a:endParaRPr>
          </a:p>
        </p:txBody>
      </p:sp>
      <p:sp>
        <p:nvSpPr>
          <p:cNvPr id="8" name="Text Box 5"/>
          <p:cNvSpPr txBox="1">
            <a:spLocks noChangeArrowheads="1"/>
          </p:cNvSpPr>
          <p:nvPr/>
        </p:nvSpPr>
        <p:spPr bwMode="auto">
          <a:xfrm>
            <a:off x="7000892" y="-26988"/>
            <a:ext cx="2035158" cy="400110"/>
          </a:xfrm>
          <a:prstGeom prst="rect">
            <a:avLst/>
          </a:prstGeom>
          <a:noFill/>
          <a:ln w="9525">
            <a:noFill/>
            <a:miter lim="800000"/>
          </a:ln>
        </p:spPr>
        <p:txBody>
          <a:bodyPr wrap="square">
            <a:spAutoFit/>
          </a:bodyPr>
          <a:lstStyle/>
          <a:p>
            <a:pPr algn="r">
              <a:spcBef>
                <a:spcPct val="50000"/>
              </a:spcBef>
            </a:pPr>
            <a:r>
              <a:rPr lang="zh-CN" altLang="en-US" sz="2000" smtClean="0">
                <a:solidFill>
                  <a:schemeClr val="bg2"/>
                </a:solidFill>
                <a:ea typeface="宋体" panose="02010600030101010101" pitchFamily="2" charset="-122"/>
              </a:rPr>
              <a:t>第</a:t>
            </a:r>
            <a:r>
              <a:rPr lang="en-US" altLang="zh-CN" sz="2000" smtClean="0">
                <a:solidFill>
                  <a:schemeClr val="bg2"/>
                </a:solidFill>
                <a:ea typeface="宋体" panose="02010600030101010101" pitchFamily="2" charset="-122"/>
              </a:rPr>
              <a:t>1</a:t>
            </a:r>
            <a:r>
              <a:rPr lang="zh-CN" altLang="en-US" sz="2000" smtClean="0">
                <a:solidFill>
                  <a:schemeClr val="bg2"/>
                </a:solidFill>
                <a:ea typeface="宋体" panose="02010600030101010101" pitchFamily="2" charset="-122"/>
              </a:rPr>
              <a:t>版前言</a:t>
            </a:r>
            <a:endParaRPr lang="en-US" altLang="zh-CN" sz="2000">
              <a:solidFill>
                <a:schemeClr val="bg2"/>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67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267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267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9"/>
          <p:cNvSpPr>
            <a:spLocks noGrp="1" noChangeArrowheads="1"/>
          </p:cNvSpPr>
          <p:nvPr>
            <p:ph type="sldNum" sz="quarter" idx="10"/>
          </p:nvPr>
        </p:nvSpPr>
        <p:spPr>
          <a:noFill/>
        </p:spPr>
        <p:txBody>
          <a:bodyPr/>
          <a:lstStyle/>
          <a:p>
            <a:r>
              <a:rPr lang="zh-CN" altLang="en-GB" smtClean="0"/>
              <a:t>  </a:t>
            </a:r>
            <a:fld id="{F43467DB-DE6E-4AF1-9189-026BC7954399}" type="slidenum">
              <a:rPr lang="zh-CN" altLang="en-GB" smtClean="0"/>
            </a:fld>
            <a:endParaRPr lang="en-US" altLang="zh-CN" smtClean="0"/>
          </a:p>
        </p:txBody>
      </p:sp>
      <p:sp>
        <p:nvSpPr>
          <p:cNvPr id="1331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1331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410628" name="Text Box 4"/>
          <p:cNvSpPr txBox="1">
            <a:spLocks noChangeArrowheads="1"/>
          </p:cNvSpPr>
          <p:nvPr/>
        </p:nvSpPr>
        <p:spPr bwMode="auto">
          <a:xfrm>
            <a:off x="250825" y="1570038"/>
            <a:ext cx="8677275" cy="4656455"/>
          </a:xfrm>
          <a:prstGeom prst="rect">
            <a:avLst/>
          </a:prstGeom>
          <a:noFill/>
          <a:ln w="28575">
            <a:noFill/>
            <a:miter lim="800000"/>
          </a:ln>
        </p:spPr>
        <p:txBody>
          <a:bodyPr>
            <a:spAutoFit/>
          </a:bodyPr>
          <a:lstStyle/>
          <a:p>
            <a:pPr marL="457200" indent="-457200" algn="just">
              <a:spcBef>
                <a:spcPct val="70000"/>
              </a:spcBef>
              <a:buClr>
                <a:schemeClr val="hlink"/>
              </a:buClr>
              <a:buFont typeface="Wingdings" panose="05000000000000000000" charset="0"/>
              <a:buChar char="ü"/>
            </a:pPr>
            <a:r>
              <a:rPr lang="zh-CN" altLang="en-US" sz="2800" dirty="0">
                <a:solidFill>
                  <a:schemeClr val="bg2"/>
                </a:solidFill>
                <a:ea typeface="楷体" panose="02010609060101010101" charset="-122"/>
                <a:cs typeface="楷体" panose="02010609060101010101" charset="-122"/>
              </a:rPr>
              <a:t>1987年美国国防科学委员会曾在一份报告中指出，</a:t>
            </a:r>
            <a:r>
              <a:rPr lang="zh-CN" altLang="en-US" sz="2800" dirty="0">
                <a:solidFill>
                  <a:schemeClr val="bg1"/>
                </a:solidFill>
                <a:ea typeface="楷体" panose="02010609060101010101" charset="-122"/>
                <a:cs typeface="楷体" panose="02010609060101010101" charset="-122"/>
              </a:rPr>
              <a:t>管理为软件开发的最大问题区域</a:t>
            </a:r>
            <a:r>
              <a:rPr lang="zh-CN" altLang="en-US" sz="2800" dirty="0">
                <a:solidFill>
                  <a:schemeClr val="bg2"/>
                </a:solidFill>
                <a:ea typeface="楷体" panose="02010609060101010101" charset="-122"/>
                <a:cs typeface="楷体" panose="02010609060101010101" charset="-122"/>
              </a:rPr>
              <a:t>。</a:t>
            </a:r>
            <a:endParaRPr lang="zh-CN" altLang="en-US" sz="2800" dirty="0">
              <a:solidFill>
                <a:schemeClr val="bg2"/>
              </a:solidFill>
              <a:ea typeface="楷体" panose="02010609060101010101" charset="-122"/>
              <a:cs typeface="楷体" panose="02010609060101010101" charset="-122"/>
            </a:endParaRPr>
          </a:p>
          <a:p>
            <a:pPr marL="457200" indent="-457200" algn="just">
              <a:spcBef>
                <a:spcPct val="70000"/>
              </a:spcBef>
              <a:buClr>
                <a:schemeClr val="hlink"/>
              </a:buClr>
              <a:buFont typeface="Wingdings" panose="05000000000000000000" charset="0"/>
              <a:buChar char="ü"/>
            </a:pPr>
            <a:endParaRPr lang="zh-CN" altLang="en-US" sz="2800" dirty="0">
              <a:solidFill>
                <a:schemeClr val="bg2"/>
              </a:solidFill>
              <a:ea typeface="楷体" panose="02010609060101010101" charset="-122"/>
              <a:cs typeface="楷体" panose="02010609060101010101" charset="-122"/>
            </a:endParaRPr>
          </a:p>
          <a:p>
            <a:pPr marL="457200" indent="-457200" algn="just">
              <a:spcBef>
                <a:spcPct val="40000"/>
              </a:spcBef>
              <a:buClr>
                <a:schemeClr val="hlink"/>
              </a:buClr>
              <a:buFont typeface="Wingdings" panose="05000000000000000000" charset="0"/>
              <a:buChar char="ü"/>
            </a:pPr>
            <a:r>
              <a:rPr lang="zh-CN" altLang="en-US" dirty="0">
                <a:solidFill>
                  <a:schemeClr val="bg2"/>
                </a:solidFill>
                <a:ea typeface="楷体" panose="02010609060101010101" charset="-122"/>
                <a:cs typeface="楷体" panose="02010609060101010101" charset="-122"/>
                <a:sym typeface="+mn-ea"/>
              </a:rPr>
              <a:t>报告认为，基本问题是</a:t>
            </a:r>
            <a:r>
              <a:rPr lang="zh-CN" altLang="en-US" dirty="0">
                <a:solidFill>
                  <a:schemeClr val="bg1"/>
                </a:solidFill>
                <a:ea typeface="楷体" panose="02010609060101010101" charset="-122"/>
                <a:cs typeface="楷体" panose="02010609060101010101" charset="-122"/>
                <a:sym typeface="+mn-ea"/>
              </a:rPr>
              <a:t>不能管理其软件过程</a:t>
            </a:r>
            <a:r>
              <a:rPr lang="zh-CN" altLang="en-US" dirty="0">
                <a:solidFill>
                  <a:schemeClr val="bg2"/>
                </a:solidFill>
                <a:ea typeface="楷体" panose="02010609060101010101" charset="-122"/>
                <a:cs typeface="楷体" panose="02010609060101010101" charset="-122"/>
                <a:sym typeface="+mn-ea"/>
              </a:rPr>
              <a:t>；</a:t>
            </a:r>
            <a:endParaRPr lang="zh-CN" altLang="en-US" dirty="0">
              <a:solidFill>
                <a:schemeClr val="bg2"/>
              </a:solidFill>
              <a:ea typeface="楷体" panose="02010609060101010101" charset="-122"/>
              <a:cs typeface="楷体" panose="02010609060101010101" charset="-122"/>
              <a:sym typeface="+mn-ea"/>
            </a:endParaRPr>
          </a:p>
          <a:p>
            <a:pPr marL="457200" indent="-457200" algn="just">
              <a:spcBef>
                <a:spcPct val="40000"/>
              </a:spcBef>
              <a:buClr>
                <a:schemeClr val="hlink"/>
              </a:buClr>
              <a:buFont typeface="Wingdings" panose="05000000000000000000" charset="0"/>
              <a:buChar char="ü"/>
            </a:pPr>
            <a:endParaRPr lang="zh-CN" altLang="en-US" dirty="0">
              <a:solidFill>
                <a:schemeClr val="bg2"/>
              </a:solidFill>
              <a:ea typeface="楷体" panose="02010609060101010101" charset="-122"/>
              <a:cs typeface="楷体" panose="02010609060101010101" charset="-122"/>
            </a:endParaRPr>
          </a:p>
          <a:p>
            <a:pPr marL="457200" indent="-457200" algn="just">
              <a:spcBef>
                <a:spcPct val="40000"/>
              </a:spcBef>
              <a:buClr>
                <a:schemeClr val="hlink"/>
              </a:buClr>
              <a:buFont typeface="Wingdings" panose="05000000000000000000" charset="0"/>
              <a:buChar char="ü"/>
            </a:pPr>
            <a:r>
              <a:rPr lang="zh-CN" altLang="en-US" dirty="0">
                <a:solidFill>
                  <a:schemeClr val="bg2"/>
                </a:solidFill>
                <a:ea typeface="楷体" panose="02010609060101010101" charset="-122"/>
                <a:cs typeface="楷体" panose="02010609060101010101" charset="-122"/>
                <a:sym typeface="+mn-ea"/>
              </a:rPr>
              <a:t>在</a:t>
            </a:r>
            <a:r>
              <a:rPr lang="zh-CN" altLang="en-US" dirty="0">
                <a:solidFill>
                  <a:schemeClr val="bg1"/>
                </a:solidFill>
                <a:ea typeface="楷体" panose="02010609060101010101" charset="-122"/>
                <a:cs typeface="楷体" panose="02010609060101010101" charset="-122"/>
                <a:sym typeface="+mn-ea"/>
              </a:rPr>
              <a:t>无纪律的、混乱的项目状态</a:t>
            </a:r>
            <a:r>
              <a:rPr lang="zh-CN" altLang="en-US" dirty="0">
                <a:solidFill>
                  <a:schemeClr val="bg2"/>
                </a:solidFill>
                <a:ea typeface="楷体" panose="02010609060101010101" charset="-122"/>
                <a:cs typeface="楷体" panose="02010609060101010101" charset="-122"/>
                <a:sym typeface="+mn-ea"/>
              </a:rPr>
              <a:t>下，组织不可能从较好的方法和工具中获益。</a:t>
            </a:r>
            <a:r>
              <a:rPr kumimoji="0" lang="zh-CN" altLang="en-US">
                <a:solidFill>
                  <a:schemeClr val="bg2"/>
                </a:solidFill>
                <a:latin typeface="华文楷体" panose="02010600040101010101" pitchFamily="2" charset="-122"/>
                <a:ea typeface="华文楷体" panose="02010600040101010101" pitchFamily="2" charset="-122"/>
                <a:sym typeface="+mn-ea"/>
              </a:rPr>
              <a:t> </a:t>
            </a:r>
            <a:endParaRPr lang="zh-CN" altLang="en-US" sz="2800" dirty="0">
              <a:solidFill>
                <a:schemeClr val="bg2"/>
              </a:solidFill>
              <a:ea typeface="楷体" panose="02010609060101010101" charset="-122"/>
              <a:cs typeface="楷体" panose="02010609060101010101" charset="-122"/>
            </a:endParaRPr>
          </a:p>
          <a:p>
            <a:pPr algn="just">
              <a:spcBef>
                <a:spcPct val="70000"/>
              </a:spcBef>
              <a:buClr>
                <a:schemeClr val="hlink"/>
              </a:buClr>
            </a:pPr>
            <a:endParaRPr lang="zh-CN" altLang="en-US" sz="2800" dirty="0">
              <a:solidFill>
                <a:schemeClr val="bg2"/>
              </a:solidFill>
              <a:ea typeface="楷体" panose="02010609060101010101" charset="-122"/>
              <a:cs typeface="楷体" panose="02010609060101010101" charset="-122"/>
            </a:endParaRPr>
          </a:p>
        </p:txBody>
      </p:sp>
      <p:sp>
        <p:nvSpPr>
          <p:cNvPr id="13319" name="Rectangle 9"/>
          <p:cNvSpPr>
            <a:spLocks noGrp="1" noChangeArrowheads="1"/>
          </p:cNvSpPr>
          <p:nvPr>
            <p:ph type="subTitle" idx="4294967295"/>
          </p:nvPr>
        </p:nvSpPr>
        <p:spPr bwMode="auto">
          <a:xfrm>
            <a:off x="107950" y="620713"/>
            <a:ext cx="7315200" cy="503237"/>
          </a:xfrm>
          <a:prstGeom prst="rect">
            <a:avLst/>
          </a:prstGeom>
          <a:noFill/>
          <a:ln>
            <a:miter lim="800000"/>
          </a:ln>
        </p:spPr>
        <p:txBody>
          <a:bodyPr/>
          <a:lstStyle/>
          <a:p>
            <a:pPr marL="0" indent="0" eaLnBrk="1" hangingPunct="1">
              <a:buClr>
                <a:schemeClr val="tx1"/>
              </a:buClr>
              <a:buSzTx/>
              <a:buNone/>
            </a:pPr>
            <a:r>
              <a:rPr lang="en-US" altLang="zh-CN" sz="3000" b="1" smtClean="0">
                <a:latin typeface="宋体" panose="02010600030101010101" pitchFamily="2" charset="-122"/>
              </a:rPr>
              <a:t>1 </a:t>
            </a:r>
            <a:r>
              <a:rPr lang="zh-CN" altLang="en-US" sz="3000" b="1" smtClean="0">
                <a:latin typeface="宋体" panose="02010600030101010101" pitchFamily="2" charset="-122"/>
              </a:rPr>
              <a:t>我们为什么要学习</a:t>
            </a:r>
            <a:r>
              <a:rPr lang="en-US" altLang="zh-CN" sz="3000" b="1" smtClean="0">
                <a:latin typeface="宋体" panose="02010600030101010101" pitchFamily="2" charset="-122"/>
              </a:rPr>
              <a:t>IT</a:t>
            </a:r>
            <a:r>
              <a:rPr lang="zh-CN" altLang="en-US" sz="3000" b="1" smtClean="0">
                <a:latin typeface="宋体" panose="02010600030101010101" pitchFamily="2" charset="-122"/>
              </a:rPr>
              <a:t>项目管理？</a:t>
            </a:r>
            <a:endParaRPr lang="en-US" altLang="zh-CN" sz="3000" b="1" smtClean="0">
              <a:latin typeface="宋体" panose="02010600030101010101" pitchFamily="2" charset="-122"/>
            </a:endParaRPr>
          </a:p>
        </p:txBody>
      </p:sp>
      <p:sp>
        <p:nvSpPr>
          <p:cNvPr id="8" name="Text Box 5"/>
          <p:cNvSpPr txBox="1">
            <a:spLocks noChangeArrowheads="1"/>
          </p:cNvSpPr>
          <p:nvPr/>
        </p:nvSpPr>
        <p:spPr bwMode="auto">
          <a:xfrm>
            <a:off x="7000892" y="-26988"/>
            <a:ext cx="2035158" cy="400110"/>
          </a:xfrm>
          <a:prstGeom prst="rect">
            <a:avLst/>
          </a:prstGeom>
          <a:noFill/>
          <a:ln w="9525">
            <a:noFill/>
            <a:miter lim="800000"/>
          </a:ln>
        </p:spPr>
        <p:txBody>
          <a:bodyPr wrap="square">
            <a:spAutoFit/>
          </a:bodyPr>
          <a:lstStyle/>
          <a:p>
            <a:pPr algn="r">
              <a:spcBef>
                <a:spcPct val="50000"/>
              </a:spcBef>
            </a:pPr>
            <a:r>
              <a:rPr lang="zh-CN" altLang="en-US" sz="2000" smtClean="0">
                <a:solidFill>
                  <a:schemeClr val="bg2"/>
                </a:solidFill>
                <a:ea typeface="宋体" panose="02010600030101010101" pitchFamily="2" charset="-122"/>
              </a:rPr>
              <a:t>第</a:t>
            </a:r>
            <a:r>
              <a:rPr lang="en-US" altLang="zh-CN" sz="2000" smtClean="0">
                <a:solidFill>
                  <a:schemeClr val="bg2"/>
                </a:solidFill>
                <a:ea typeface="宋体" panose="02010600030101010101" pitchFamily="2" charset="-122"/>
              </a:rPr>
              <a:t>1</a:t>
            </a:r>
            <a:r>
              <a:rPr lang="zh-CN" altLang="en-US" sz="2000" smtClean="0">
                <a:solidFill>
                  <a:schemeClr val="bg2"/>
                </a:solidFill>
                <a:ea typeface="宋体" panose="02010600030101010101" pitchFamily="2" charset="-122"/>
              </a:rPr>
              <a:t>版前言</a:t>
            </a:r>
            <a:endParaRPr lang="en-US" altLang="zh-CN" sz="2000">
              <a:solidFill>
                <a:schemeClr val="bg2"/>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62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62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10"/>
          </p:nvPr>
        </p:nvSpPr>
        <p:spPr>
          <a:xfrm>
            <a:off x="8001000" y="6572250"/>
            <a:ext cx="795338" cy="285750"/>
          </a:xfrm>
          <a:noFill/>
        </p:spPr>
        <p:txBody>
          <a:bodyPr/>
          <a:lstStyle/>
          <a:p>
            <a:r>
              <a:rPr lang="zh-CN" altLang="en-GB" smtClean="0"/>
              <a:t>  </a:t>
            </a:r>
            <a:fld id="{C9F64901-0F79-4A7C-B864-41C40007C743}" type="slidenum">
              <a:rPr lang="zh-CN" altLang="en-GB" smtClean="0"/>
            </a:fld>
            <a:endParaRPr lang="en-US" altLang="zh-CN" smtClean="0"/>
          </a:p>
        </p:txBody>
      </p:sp>
      <p:sp>
        <p:nvSpPr>
          <p:cNvPr id="1638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1638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416772" name="Text Box 4"/>
          <p:cNvSpPr txBox="1">
            <a:spLocks noChangeArrowheads="1"/>
          </p:cNvSpPr>
          <p:nvPr/>
        </p:nvSpPr>
        <p:spPr bwMode="auto">
          <a:xfrm>
            <a:off x="250825" y="1484313"/>
            <a:ext cx="8893175" cy="4528185"/>
          </a:xfrm>
          <a:prstGeom prst="rect">
            <a:avLst/>
          </a:prstGeom>
          <a:noFill/>
          <a:ln w="28575">
            <a:noFill/>
            <a:miter lim="800000"/>
          </a:ln>
        </p:spPr>
        <p:txBody>
          <a:bodyPr>
            <a:spAutoFit/>
          </a:bodyPr>
          <a:lstStyle/>
          <a:p>
            <a:pPr algn="l">
              <a:lnSpc>
                <a:spcPct val="110000"/>
              </a:lnSpc>
              <a:spcBef>
                <a:spcPct val="50000"/>
              </a:spcBef>
              <a:buClr>
                <a:schemeClr val="hlink"/>
              </a:buClr>
            </a:pPr>
            <a:r>
              <a:rPr lang="zh-CN" altLang="en-US" dirty="0">
                <a:solidFill>
                  <a:schemeClr val="bg2"/>
                </a:solidFill>
                <a:ea typeface="楷体" panose="02010609060101010101" charset="-122"/>
                <a:cs typeface="楷体" panose="02010609060101010101" charset="-122"/>
              </a:rPr>
              <a:t>IBM公开承认对其未来发展起</a:t>
            </a:r>
            <a:r>
              <a:rPr lang="zh-CN" altLang="en-US" dirty="0">
                <a:solidFill>
                  <a:srgbClr val="FF0000"/>
                </a:solidFill>
                <a:ea typeface="楷体" panose="02010609060101010101" charset="-122"/>
                <a:cs typeface="楷体" panose="02010609060101010101" charset="-122"/>
              </a:rPr>
              <a:t>关键作用的因素</a:t>
            </a:r>
            <a:r>
              <a:rPr lang="zh-CN" altLang="en-US" dirty="0">
                <a:solidFill>
                  <a:schemeClr val="bg2"/>
                </a:solidFill>
                <a:ea typeface="楷体" panose="02010609060101010101" charset="-122"/>
                <a:cs typeface="楷体" panose="02010609060101010101" charset="-122"/>
              </a:rPr>
              <a:t>是</a:t>
            </a:r>
            <a:r>
              <a:rPr lang="zh-CN" altLang="en-US" dirty="0">
                <a:solidFill>
                  <a:srgbClr val="FF0000"/>
                </a:solidFill>
                <a:ea typeface="楷体" panose="02010609060101010101" charset="-122"/>
                <a:cs typeface="楷体" panose="02010609060101010101" charset="-122"/>
              </a:rPr>
              <a:t>掌握项目管理</a:t>
            </a:r>
            <a:r>
              <a:rPr lang="zh-CN" altLang="en-US" dirty="0">
                <a:solidFill>
                  <a:schemeClr val="bg2"/>
                </a:solidFill>
                <a:ea typeface="楷体" panose="02010609060101010101" charset="-122"/>
                <a:cs typeface="楷体" panose="02010609060101010101" charset="-122"/>
              </a:rPr>
              <a:t>。</a:t>
            </a:r>
            <a:endParaRPr lang="zh-CN" altLang="en-US" dirty="0">
              <a:solidFill>
                <a:schemeClr val="bg2"/>
              </a:solidFill>
              <a:ea typeface="楷体" panose="02010609060101010101" charset="-122"/>
              <a:cs typeface="楷体" panose="02010609060101010101" charset="-122"/>
            </a:endParaRPr>
          </a:p>
          <a:p>
            <a:pPr algn="l">
              <a:lnSpc>
                <a:spcPct val="110000"/>
              </a:lnSpc>
              <a:spcBef>
                <a:spcPct val="50000"/>
              </a:spcBef>
              <a:buClr>
                <a:schemeClr val="hlink"/>
              </a:buClr>
            </a:pPr>
            <a:r>
              <a:rPr lang="zh-CN" altLang="en-US" dirty="0">
                <a:solidFill>
                  <a:schemeClr val="bg2"/>
                </a:solidFill>
                <a:ea typeface="楷体" panose="02010609060101010101" charset="-122"/>
                <a:cs typeface="楷体" panose="02010609060101010101" charset="-122"/>
              </a:rPr>
              <a:t>IBM发展了自已内部的资格认证计划，同时也鼓励其职员得到</a:t>
            </a:r>
            <a:r>
              <a:rPr lang="zh-CN" altLang="en-US" dirty="0">
                <a:solidFill>
                  <a:schemeClr val="bg1"/>
                </a:solidFill>
                <a:ea typeface="楷体" panose="02010609060101010101" charset="-122"/>
                <a:cs typeface="楷体" panose="02010609060101010101" charset="-122"/>
              </a:rPr>
              <a:t>项目管理学会（PMI）</a:t>
            </a:r>
            <a:r>
              <a:rPr lang="zh-CN" altLang="en-US" dirty="0">
                <a:solidFill>
                  <a:schemeClr val="bg2"/>
                </a:solidFill>
                <a:ea typeface="楷体" panose="02010609060101010101" charset="-122"/>
                <a:cs typeface="楷体" panose="02010609060101010101" charset="-122"/>
              </a:rPr>
              <a:t>的</a:t>
            </a:r>
            <a:r>
              <a:rPr lang="zh-CN" altLang="en-US" dirty="0">
                <a:solidFill>
                  <a:schemeClr val="bg1"/>
                </a:solidFill>
                <a:ea typeface="楷体" panose="02010609060101010101" charset="-122"/>
                <a:cs typeface="楷体" panose="02010609060101010101" charset="-122"/>
              </a:rPr>
              <a:t>资格认证(PMP)</a:t>
            </a:r>
            <a:r>
              <a:rPr lang="zh-CN" altLang="en-US" dirty="0">
                <a:solidFill>
                  <a:schemeClr val="bg2"/>
                </a:solidFill>
                <a:ea typeface="楷体" panose="02010609060101010101" charset="-122"/>
                <a:cs typeface="楷体" panose="02010609060101010101" charset="-122"/>
              </a:rPr>
              <a:t>。</a:t>
            </a:r>
            <a:endParaRPr lang="zh-CN" altLang="en-US" dirty="0">
              <a:solidFill>
                <a:schemeClr val="bg2"/>
              </a:solidFill>
              <a:ea typeface="楷体" panose="02010609060101010101" charset="-122"/>
              <a:cs typeface="楷体" panose="02010609060101010101" charset="-122"/>
            </a:endParaRPr>
          </a:p>
          <a:p>
            <a:pPr algn="l">
              <a:lnSpc>
                <a:spcPct val="110000"/>
              </a:lnSpc>
              <a:spcBef>
                <a:spcPct val="50000"/>
              </a:spcBef>
              <a:buClr>
                <a:schemeClr val="hlink"/>
              </a:buClr>
            </a:pPr>
            <a:r>
              <a:rPr lang="zh-CN" altLang="en-US" dirty="0">
                <a:solidFill>
                  <a:schemeClr val="bg2"/>
                </a:solidFill>
                <a:ea typeface="楷体" panose="02010609060101010101" charset="-122"/>
                <a:cs typeface="楷体" panose="02010609060101010101" charset="-122"/>
              </a:rPr>
              <a:t>IBM全球服务事业部的</a:t>
            </a:r>
            <a:r>
              <a:rPr lang="zh-CN" altLang="en-US" dirty="0">
                <a:solidFill>
                  <a:schemeClr val="bg1"/>
                </a:solidFill>
                <a:ea typeface="楷体" panose="02010609060101010101" charset="-122"/>
                <a:cs typeface="楷体" panose="02010609060101010101" charset="-122"/>
              </a:rPr>
              <a:t>部门经理</a:t>
            </a:r>
            <a:r>
              <a:rPr lang="zh-CN" altLang="en-US" dirty="0">
                <a:solidFill>
                  <a:schemeClr val="bg2"/>
                </a:solidFill>
                <a:ea typeface="楷体" panose="02010609060101010101" charset="-122"/>
                <a:cs typeface="楷体" panose="02010609060101010101" charset="-122"/>
              </a:rPr>
              <a:t>，有一多半是从</a:t>
            </a:r>
            <a:r>
              <a:rPr lang="zh-CN" altLang="en-US" dirty="0">
                <a:solidFill>
                  <a:schemeClr val="bg1"/>
                </a:solidFill>
                <a:ea typeface="楷体" panose="02010609060101010101" charset="-122"/>
                <a:cs typeface="楷体" panose="02010609060101010101" charset="-122"/>
              </a:rPr>
              <a:t>项目经理提升上去</a:t>
            </a:r>
            <a:r>
              <a:rPr lang="zh-CN" altLang="en-US" dirty="0">
                <a:solidFill>
                  <a:schemeClr val="bg2"/>
                </a:solidFill>
                <a:ea typeface="楷体" panose="02010609060101010101" charset="-122"/>
                <a:cs typeface="楷体" panose="02010609060101010101" charset="-122"/>
              </a:rPr>
              <a:t>的。</a:t>
            </a:r>
            <a:endParaRPr lang="zh-CN" altLang="en-US" dirty="0">
              <a:solidFill>
                <a:schemeClr val="bg2"/>
              </a:solidFill>
              <a:ea typeface="楷体" panose="02010609060101010101" charset="-122"/>
              <a:cs typeface="楷体" panose="02010609060101010101" charset="-122"/>
            </a:endParaRPr>
          </a:p>
          <a:p>
            <a:pPr algn="l">
              <a:lnSpc>
                <a:spcPct val="110000"/>
              </a:lnSpc>
              <a:spcBef>
                <a:spcPct val="50000"/>
              </a:spcBef>
              <a:buClr>
                <a:srgbClr val="990000"/>
              </a:buClr>
            </a:pPr>
            <a:r>
              <a:rPr lang="zh-CN" altLang="en-US" sz="2800" dirty="0">
                <a:solidFill>
                  <a:schemeClr val="bg2"/>
                </a:solidFill>
                <a:ea typeface="楷体" panose="02010609060101010101" charset="-122"/>
                <a:cs typeface="楷体" panose="02010609060101010101" charset="-122"/>
              </a:rPr>
              <a:t>IBM明确提出，项目经理的成长和成熟,是公司管理走向成熟的表现。</a:t>
            </a:r>
            <a:endParaRPr lang="zh-CN" altLang="en-US" sz="2800" dirty="0">
              <a:solidFill>
                <a:schemeClr val="bg2"/>
              </a:solidFill>
              <a:ea typeface="楷体" panose="02010609060101010101" charset="-122"/>
              <a:cs typeface="楷体" panose="02010609060101010101" charset="-122"/>
            </a:endParaRPr>
          </a:p>
        </p:txBody>
      </p:sp>
      <p:sp>
        <p:nvSpPr>
          <p:cNvPr id="16390" name="Rectangle 9"/>
          <p:cNvSpPr>
            <a:spLocks noGrp="1" noChangeArrowheads="1"/>
          </p:cNvSpPr>
          <p:nvPr>
            <p:ph type="subTitle" idx="4294967295"/>
          </p:nvPr>
        </p:nvSpPr>
        <p:spPr bwMode="auto">
          <a:xfrm>
            <a:off x="107950" y="620713"/>
            <a:ext cx="7315200" cy="503237"/>
          </a:xfrm>
          <a:prstGeom prst="rect">
            <a:avLst/>
          </a:prstGeom>
          <a:noFill/>
          <a:ln>
            <a:miter lim="800000"/>
          </a:ln>
        </p:spPr>
        <p:txBody>
          <a:bodyPr/>
          <a:lstStyle/>
          <a:p>
            <a:pPr marL="0" indent="0" eaLnBrk="1" hangingPunct="1">
              <a:buClr>
                <a:schemeClr val="tx1"/>
              </a:buClr>
              <a:buSzTx/>
              <a:buNone/>
            </a:pPr>
            <a:r>
              <a:rPr lang="en-US" altLang="zh-CN" sz="3000" b="1" smtClean="0">
                <a:latin typeface="宋体" panose="02010600030101010101" pitchFamily="2" charset="-122"/>
              </a:rPr>
              <a:t>1 </a:t>
            </a:r>
            <a:r>
              <a:rPr lang="zh-CN" altLang="en-US" sz="3000" b="1" smtClean="0">
                <a:latin typeface="宋体" panose="02010600030101010101" pitchFamily="2" charset="-122"/>
              </a:rPr>
              <a:t>我们为什么要学习</a:t>
            </a:r>
            <a:r>
              <a:rPr lang="en-US" altLang="zh-CN" sz="3000" b="1" smtClean="0">
                <a:latin typeface="宋体" panose="02010600030101010101" pitchFamily="2" charset="-122"/>
              </a:rPr>
              <a:t>IT</a:t>
            </a:r>
            <a:r>
              <a:rPr lang="zh-CN" altLang="en-US" sz="3000" b="1" smtClean="0">
                <a:latin typeface="宋体" panose="02010600030101010101" pitchFamily="2" charset="-122"/>
              </a:rPr>
              <a:t>项目管理？</a:t>
            </a:r>
            <a:endParaRPr lang="en-US" altLang="zh-CN" sz="3000" b="1" smtClean="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67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677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677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17411"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420868" name="Text Box 4"/>
          <p:cNvSpPr txBox="1">
            <a:spLocks noChangeArrowheads="1"/>
          </p:cNvSpPr>
          <p:nvPr/>
        </p:nvSpPr>
        <p:spPr bwMode="auto">
          <a:xfrm>
            <a:off x="107950" y="1484313"/>
            <a:ext cx="8928100" cy="3193415"/>
          </a:xfrm>
          <a:prstGeom prst="rect">
            <a:avLst/>
          </a:prstGeom>
          <a:noFill/>
          <a:ln w="28575">
            <a:noFill/>
            <a:miter lim="800000"/>
          </a:ln>
        </p:spPr>
        <p:txBody>
          <a:bodyPr>
            <a:spAutoFit/>
          </a:bodyPr>
          <a:lstStyle/>
          <a:p>
            <a:pPr algn="l">
              <a:lnSpc>
                <a:spcPct val="110000"/>
              </a:lnSpc>
              <a:spcBef>
                <a:spcPct val="50000"/>
              </a:spcBef>
              <a:buClr>
                <a:srgbClr val="990000"/>
              </a:buClr>
              <a:defRPr/>
            </a:pPr>
            <a:r>
              <a:rPr lang="zh-CN" altLang="en-US" sz="3600" u="sng" dirty="0">
                <a:solidFill>
                  <a:schemeClr val="bg1"/>
                </a:solidFill>
                <a:latin typeface="楷体" panose="02010609060101010101" charset="-122"/>
                <a:ea typeface="楷体" panose="02010609060101010101" charset="-122"/>
              </a:rPr>
              <a:t>结论</a:t>
            </a:r>
            <a:endParaRPr lang="zh-CN" altLang="en-US" sz="3600" u="sng" dirty="0">
              <a:solidFill>
                <a:schemeClr val="bg1"/>
              </a:solidFill>
              <a:latin typeface="楷体" panose="02010609060101010101" charset="-122"/>
              <a:ea typeface="楷体" panose="02010609060101010101" charset="-122"/>
            </a:endParaRPr>
          </a:p>
          <a:p>
            <a:pPr marL="171450" indent="5080" algn="l">
              <a:spcBef>
                <a:spcPts val="2400"/>
              </a:spcBef>
              <a:spcAft>
                <a:spcPts val="1200"/>
              </a:spcAft>
              <a:buClr>
                <a:srgbClr val="FF0000"/>
              </a:buClr>
              <a:buFont typeface="Wingdings" panose="05000000000000000000" pitchFamily="2" charset="2"/>
              <a:buChar char="n"/>
              <a:defRPr/>
            </a:pPr>
            <a:r>
              <a:rPr lang="zh-CN" altLang="en-US" sz="2800" dirty="0">
                <a:solidFill>
                  <a:schemeClr val="bg2"/>
                </a:solidFill>
                <a:ea typeface="楷体" panose="02010609060101010101" charset="-122"/>
                <a:cs typeface="楷体" panose="02010609060101010101" charset="-122"/>
              </a:rPr>
              <a:t>具有扎实</a:t>
            </a:r>
            <a:r>
              <a:rPr lang="zh-CN" altLang="en-US" sz="2800" dirty="0">
                <a:solidFill>
                  <a:schemeClr val="bg1"/>
                </a:solidFill>
                <a:ea typeface="楷体" panose="02010609060101010101" charset="-122"/>
                <a:cs typeface="楷体" panose="02010609060101010101" charset="-122"/>
              </a:rPr>
              <a:t>IT项目管理理论</a:t>
            </a:r>
            <a:r>
              <a:rPr lang="zh-CN" altLang="en-US" sz="2800" dirty="0">
                <a:solidFill>
                  <a:schemeClr val="bg2"/>
                </a:solidFill>
                <a:ea typeface="楷体" panose="02010609060101010101" charset="-122"/>
                <a:cs typeface="楷体" panose="02010609060101010101" charset="-122"/>
              </a:rPr>
              <a:t>和</a:t>
            </a:r>
            <a:r>
              <a:rPr lang="zh-CN" altLang="en-US" sz="2800" dirty="0">
                <a:solidFill>
                  <a:schemeClr val="bg1"/>
                </a:solidFill>
                <a:ea typeface="楷体" panose="02010609060101010101" charset="-122"/>
                <a:cs typeface="楷体" panose="02010609060101010101" charset="-122"/>
              </a:rPr>
              <a:t>丰富项目实践经验</a:t>
            </a:r>
            <a:r>
              <a:rPr lang="zh-CN" altLang="en-US" sz="2800" dirty="0">
                <a:solidFill>
                  <a:schemeClr val="bg2"/>
                </a:solidFill>
                <a:ea typeface="楷体" panose="02010609060101010101" charset="-122"/>
                <a:cs typeface="楷体" panose="02010609060101010101" charset="-122"/>
              </a:rPr>
              <a:t>的从业人员是IT行业中最需要的和最具竞争力的人才。</a:t>
            </a:r>
            <a:endParaRPr lang="zh-CN" altLang="en-US" sz="2800" dirty="0">
              <a:solidFill>
                <a:schemeClr val="bg2"/>
              </a:solidFill>
              <a:ea typeface="楷体" panose="02010609060101010101" charset="-122"/>
              <a:cs typeface="楷体" panose="02010609060101010101" charset="-122"/>
            </a:endParaRPr>
          </a:p>
          <a:p>
            <a:pPr marL="171450" indent="5080" algn="l">
              <a:spcBef>
                <a:spcPts val="2400"/>
              </a:spcBef>
              <a:spcAft>
                <a:spcPts val="1200"/>
              </a:spcAft>
              <a:buClr>
                <a:srgbClr val="FF0000"/>
              </a:buClr>
              <a:buFont typeface="Wingdings" panose="05000000000000000000" pitchFamily="2" charset="2"/>
              <a:buChar char="n"/>
              <a:defRPr/>
            </a:pPr>
            <a:r>
              <a:rPr lang="zh-CN" altLang="en-US" sz="2800" dirty="0">
                <a:solidFill>
                  <a:schemeClr val="bg2"/>
                </a:solidFill>
                <a:ea typeface="楷体" panose="02010609060101010101" charset="-122"/>
                <a:cs typeface="楷体" panose="02010609060101010101" charset="-122"/>
              </a:rPr>
              <a:t>IT项目经理的数量和质量决定了我国信息产业和国家信息化的发展速度和水平！</a:t>
            </a:r>
            <a:endParaRPr lang="en-US" altLang="zh-CN" sz="3600" dirty="0">
              <a:solidFill>
                <a:schemeClr val="bg1">
                  <a:lumMod val="50000"/>
                </a:schemeClr>
              </a:solidFill>
              <a:latin typeface="黑体" panose="02010609060101010101" pitchFamily="2" charset="-122"/>
            </a:endParaRPr>
          </a:p>
        </p:txBody>
      </p:sp>
      <p:sp>
        <p:nvSpPr>
          <p:cNvPr id="17413" name="Rectangle 11"/>
          <p:cNvSpPr>
            <a:spLocks noGrp="1" noChangeArrowheads="1"/>
          </p:cNvSpPr>
          <p:nvPr>
            <p:ph type="subTitle" idx="4294967295"/>
          </p:nvPr>
        </p:nvSpPr>
        <p:spPr bwMode="auto">
          <a:xfrm>
            <a:off x="107950" y="620713"/>
            <a:ext cx="8535988" cy="503237"/>
          </a:xfrm>
          <a:prstGeom prst="rect">
            <a:avLst/>
          </a:prstGeom>
          <a:noFill/>
          <a:ln>
            <a:miter lim="800000"/>
          </a:ln>
        </p:spPr>
        <p:txBody>
          <a:bodyPr/>
          <a:lstStyle/>
          <a:p>
            <a:pPr marL="0" indent="0" eaLnBrk="1" hangingPunct="1">
              <a:buClr>
                <a:schemeClr val="tx1"/>
              </a:buClr>
              <a:buSzTx/>
              <a:buNone/>
            </a:pPr>
            <a:r>
              <a:rPr lang="en-US" altLang="zh-CN" sz="2800" b="1" smtClean="0">
                <a:latin typeface="宋体" panose="02010600030101010101" pitchFamily="2" charset="-122"/>
              </a:rPr>
              <a:t>1 </a:t>
            </a:r>
            <a:r>
              <a:rPr lang="zh-CN" altLang="en-US" sz="2800" b="1" smtClean="0">
                <a:latin typeface="宋体" panose="02010600030101010101" pitchFamily="2" charset="-122"/>
              </a:rPr>
              <a:t>我们为什么要学习</a:t>
            </a:r>
            <a:r>
              <a:rPr lang="en-US" altLang="zh-CN" sz="2800" b="1" smtClean="0">
                <a:latin typeface="宋体" panose="02010600030101010101" pitchFamily="2" charset="-122"/>
              </a:rPr>
              <a:t>IT</a:t>
            </a:r>
            <a:r>
              <a:rPr lang="zh-CN" altLang="en-US" sz="2800" b="1" smtClean="0">
                <a:latin typeface="宋体" panose="02010600030101010101" pitchFamily="2" charset="-122"/>
              </a:rPr>
              <a:t>项目管理？</a:t>
            </a:r>
            <a:endParaRPr lang="en-US" altLang="zh-CN" sz="2800" b="1" smtClean="0">
              <a:latin typeface="宋体" panose="02010600030101010101" pitchFamily="2" charset="-122"/>
            </a:endParaRPr>
          </a:p>
        </p:txBody>
      </p:sp>
      <p:sp>
        <p:nvSpPr>
          <p:cNvPr id="17414" name="Rectangle 9"/>
          <p:cNvSpPr>
            <a:spLocks noGrp="1" noChangeArrowheads="1"/>
          </p:cNvSpPr>
          <p:nvPr>
            <p:ph type="sldNum" sz="quarter" idx="10"/>
          </p:nvPr>
        </p:nvSpPr>
        <p:spPr>
          <a:noFill/>
        </p:spPr>
        <p:txBody>
          <a:bodyPr/>
          <a:lstStyle/>
          <a:p>
            <a:r>
              <a:rPr lang="zh-CN" altLang="en-GB" smtClean="0"/>
              <a:t>  </a:t>
            </a:r>
            <a:fld id="{D95E28F0-D10C-4ADD-A363-BBE988FB820E}" type="slidenum">
              <a:rPr lang="zh-CN" altLang="en-GB" smtClean="0"/>
            </a:fld>
            <a:endParaRPr lang="en-US" altLang="zh-CN" smtClean="0"/>
          </a:p>
        </p:txBody>
      </p:sp>
      <p:sp>
        <p:nvSpPr>
          <p:cNvPr id="7" name="Text Box 105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smtClean="0">
                <a:solidFill>
                  <a:schemeClr val="bg2"/>
                </a:solidFill>
                <a:ea typeface="宋体" panose="02010600030101010101" pitchFamily="2" charset="-122"/>
              </a:rPr>
              <a:t>P5</a:t>
            </a:r>
            <a:endParaRPr lang="en-US" altLang="zh-CN" sz="2400">
              <a:solidFill>
                <a:schemeClr val="bg2"/>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20868">
                                            <p:txEl>
                                              <p:pRg st="0" end="0"/>
                                            </p:txEl>
                                          </p:spTgt>
                                        </p:tgtEl>
                                        <p:attrNameLst>
                                          <p:attrName>style.visibility</p:attrName>
                                        </p:attrNameLst>
                                      </p:cBhvr>
                                      <p:to>
                                        <p:strVal val="visible"/>
                                      </p:to>
                                    </p:set>
                                    <p:anim calcmode="lin" valueType="num">
                                      <p:cBhvr additive="base">
                                        <p:cTn id="7" dur="500" fill="hold"/>
                                        <p:tgtEl>
                                          <p:spTgt spid="42086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08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08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17411"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420868" name="Text Box 4"/>
          <p:cNvSpPr txBox="1">
            <a:spLocks noChangeArrowheads="1"/>
          </p:cNvSpPr>
          <p:nvPr/>
        </p:nvSpPr>
        <p:spPr bwMode="auto">
          <a:xfrm>
            <a:off x="107950" y="1484313"/>
            <a:ext cx="8928100" cy="4874260"/>
          </a:xfrm>
          <a:prstGeom prst="rect">
            <a:avLst/>
          </a:prstGeom>
          <a:noFill/>
          <a:ln w="28575">
            <a:noFill/>
            <a:miter lim="800000"/>
          </a:ln>
        </p:spPr>
        <p:txBody>
          <a:bodyPr>
            <a:spAutoFit/>
          </a:bodyPr>
          <a:lstStyle/>
          <a:p>
            <a:pPr algn="l">
              <a:lnSpc>
                <a:spcPct val="110000"/>
              </a:lnSpc>
              <a:spcBef>
                <a:spcPct val="50000"/>
              </a:spcBef>
              <a:buClr>
                <a:srgbClr val="990000"/>
              </a:buClr>
              <a:defRPr/>
            </a:pPr>
            <a:r>
              <a:rPr lang="zh-CN" altLang="en-US" u="sng" dirty="0">
                <a:solidFill>
                  <a:schemeClr val="bg1"/>
                </a:solidFill>
                <a:latin typeface="楷体" panose="02010609060101010101" charset="-122"/>
                <a:ea typeface="楷体" panose="02010609060101010101" charset="-122"/>
              </a:rPr>
              <a:t>前景</a:t>
            </a:r>
            <a:endParaRPr lang="zh-CN" altLang="en-US" u="sng" dirty="0">
              <a:solidFill>
                <a:schemeClr val="bg1"/>
              </a:solidFill>
              <a:latin typeface="楷体" panose="02010609060101010101" charset="-122"/>
              <a:ea typeface="楷体" panose="02010609060101010101" charset="-122"/>
            </a:endParaRPr>
          </a:p>
          <a:p>
            <a:pPr marL="171450" indent="5080" algn="l">
              <a:spcBef>
                <a:spcPts val="2400"/>
              </a:spcBef>
              <a:spcAft>
                <a:spcPts val="1200"/>
              </a:spcAft>
              <a:buClr>
                <a:srgbClr val="FF0000"/>
              </a:buClr>
              <a:buFont typeface="Wingdings" panose="05000000000000000000" pitchFamily="2" charset="2"/>
              <a:buChar char="n"/>
              <a:defRPr/>
            </a:pPr>
            <a:r>
              <a:rPr lang="zh-CN" altLang="en-US" dirty="0">
                <a:solidFill>
                  <a:schemeClr val="bg2"/>
                </a:solidFill>
                <a:ea typeface="楷体" panose="02010609060101010101" charset="-122"/>
                <a:cs typeface="楷体" panose="02010609060101010101" charset="-122"/>
              </a:rPr>
              <a:t>全球软件市场将保持</a:t>
            </a:r>
            <a:r>
              <a:rPr lang="zh-CN" altLang="en-US" dirty="0">
                <a:solidFill>
                  <a:schemeClr val="bg1"/>
                </a:solidFill>
                <a:ea typeface="楷体" panose="02010609060101010101" charset="-122"/>
                <a:cs typeface="楷体" panose="02010609060101010101" charset="-122"/>
              </a:rPr>
              <a:t>增长态势</a:t>
            </a:r>
            <a:endParaRPr lang="zh-CN" altLang="en-US" dirty="0">
              <a:solidFill>
                <a:schemeClr val="bg2"/>
              </a:solidFill>
              <a:ea typeface="楷体" panose="02010609060101010101" charset="-122"/>
              <a:cs typeface="楷体" panose="02010609060101010101" charset="-122"/>
            </a:endParaRPr>
          </a:p>
          <a:p>
            <a:pPr marL="171450" indent="5080" algn="l">
              <a:spcBef>
                <a:spcPts val="2400"/>
              </a:spcBef>
              <a:spcAft>
                <a:spcPts val="1200"/>
              </a:spcAft>
              <a:buClr>
                <a:srgbClr val="FF0000"/>
              </a:buClr>
              <a:buFont typeface="Wingdings" panose="05000000000000000000" pitchFamily="2" charset="2"/>
              <a:buChar char="n"/>
              <a:defRPr/>
            </a:pPr>
            <a:r>
              <a:rPr lang="zh-CN" altLang="en-US" dirty="0">
                <a:solidFill>
                  <a:schemeClr val="bg1"/>
                </a:solidFill>
                <a:ea typeface="楷体" panose="02010609060101010101" charset="-122"/>
                <a:cs typeface="楷体" panose="02010609060101010101" charset="-122"/>
              </a:rPr>
              <a:t>软件</a:t>
            </a:r>
            <a:r>
              <a:rPr lang="zh-CN" altLang="en-US" dirty="0">
                <a:solidFill>
                  <a:schemeClr val="bg2"/>
                </a:solidFill>
                <a:ea typeface="楷体" panose="02010609060101010101" charset="-122"/>
                <a:cs typeface="楷体" panose="02010609060101010101" charset="-122"/>
              </a:rPr>
              <a:t>正成为</a:t>
            </a:r>
            <a:r>
              <a:rPr lang="zh-CN" altLang="en-US" dirty="0">
                <a:solidFill>
                  <a:schemeClr val="bg1"/>
                </a:solidFill>
                <a:ea typeface="楷体" panose="02010609060101010101" charset="-122"/>
                <a:cs typeface="楷体" panose="02010609060101010101" charset="-122"/>
              </a:rPr>
              <a:t>经济社会</a:t>
            </a:r>
            <a:r>
              <a:rPr lang="zh-CN" altLang="en-US" dirty="0">
                <a:solidFill>
                  <a:schemeClr val="bg2"/>
                </a:solidFill>
                <a:ea typeface="楷体" panose="02010609060101010101" charset="-122"/>
                <a:cs typeface="楷体" panose="02010609060101010101" charset="-122"/>
              </a:rPr>
              <a:t>发展的</a:t>
            </a:r>
            <a:r>
              <a:rPr lang="zh-CN" altLang="en-US" dirty="0">
                <a:solidFill>
                  <a:schemeClr val="bg1"/>
                </a:solidFill>
                <a:ea typeface="楷体" panose="02010609060101010101" charset="-122"/>
                <a:cs typeface="楷体" panose="02010609060101010101" charset="-122"/>
              </a:rPr>
              <a:t>基本要素</a:t>
            </a:r>
            <a:endParaRPr lang="zh-CN" altLang="en-US" dirty="0">
              <a:solidFill>
                <a:schemeClr val="bg2"/>
              </a:solidFill>
              <a:ea typeface="楷体" panose="02010609060101010101" charset="-122"/>
              <a:cs typeface="楷体" panose="02010609060101010101" charset="-122"/>
            </a:endParaRPr>
          </a:p>
          <a:p>
            <a:pPr marL="171450" indent="5080" algn="l">
              <a:spcBef>
                <a:spcPts val="2400"/>
              </a:spcBef>
              <a:spcAft>
                <a:spcPts val="1200"/>
              </a:spcAft>
              <a:buClr>
                <a:srgbClr val="FF0000"/>
              </a:buClr>
              <a:buFont typeface="Wingdings" panose="05000000000000000000" pitchFamily="2" charset="2"/>
              <a:buChar char="n"/>
              <a:defRPr/>
            </a:pPr>
            <a:r>
              <a:rPr lang="zh-CN" altLang="en-US" dirty="0">
                <a:solidFill>
                  <a:schemeClr val="bg2"/>
                </a:solidFill>
                <a:ea typeface="楷体" panose="02010609060101010101" charset="-122"/>
                <a:cs typeface="楷体" panose="02010609060101010101" charset="-122"/>
              </a:rPr>
              <a:t>“</a:t>
            </a:r>
            <a:r>
              <a:rPr lang="zh-CN" altLang="en-US" dirty="0">
                <a:solidFill>
                  <a:schemeClr val="bg1"/>
                </a:solidFill>
                <a:ea typeface="楷体" panose="02010609060101010101" charset="-122"/>
                <a:cs typeface="楷体" panose="02010609060101010101" charset="-122"/>
              </a:rPr>
              <a:t>软件即服务</a:t>
            </a:r>
            <a:r>
              <a:rPr lang="zh-CN" altLang="en-US" dirty="0">
                <a:solidFill>
                  <a:schemeClr val="bg2"/>
                </a:solidFill>
                <a:ea typeface="楷体" panose="02010609060101010101" charset="-122"/>
                <a:cs typeface="楷体" panose="02010609060101010101" charset="-122"/>
              </a:rPr>
              <a:t>”成为商业模式创新的重要趋势</a:t>
            </a:r>
            <a:endParaRPr lang="zh-CN" altLang="en-US" dirty="0">
              <a:solidFill>
                <a:schemeClr val="bg2"/>
              </a:solidFill>
              <a:ea typeface="楷体" panose="02010609060101010101" charset="-122"/>
              <a:cs typeface="楷体" panose="02010609060101010101" charset="-122"/>
            </a:endParaRPr>
          </a:p>
          <a:p>
            <a:pPr marL="171450" indent="5080" algn="l">
              <a:spcBef>
                <a:spcPts val="2400"/>
              </a:spcBef>
              <a:spcAft>
                <a:spcPts val="1200"/>
              </a:spcAft>
              <a:buClr>
                <a:srgbClr val="FF0000"/>
              </a:buClr>
              <a:buFont typeface="Wingdings" panose="05000000000000000000" pitchFamily="2" charset="2"/>
              <a:buChar char="n"/>
              <a:defRPr/>
            </a:pPr>
            <a:r>
              <a:rPr lang="zh-CN" altLang="en-US" dirty="0">
                <a:solidFill>
                  <a:schemeClr val="bg1"/>
                </a:solidFill>
                <a:ea typeface="楷体" panose="02010609060101010101" charset="-122"/>
                <a:cs typeface="楷体" panose="02010609060101010101" charset="-122"/>
              </a:rPr>
              <a:t>网络化、移动化、智能化</a:t>
            </a:r>
            <a:r>
              <a:rPr lang="zh-CN" altLang="en-US" dirty="0">
                <a:solidFill>
                  <a:schemeClr val="bg2"/>
                </a:solidFill>
                <a:ea typeface="楷体" panose="02010609060101010101" charset="-122"/>
                <a:cs typeface="楷体" panose="02010609060101010101" charset="-122"/>
              </a:rPr>
              <a:t>成为</a:t>
            </a:r>
            <a:r>
              <a:rPr lang="zh-CN" altLang="en-US" dirty="0">
                <a:solidFill>
                  <a:schemeClr val="bg1"/>
                </a:solidFill>
                <a:ea typeface="楷体" panose="02010609060101010101" charset="-122"/>
                <a:cs typeface="楷体" panose="02010609060101010101" charset="-122"/>
              </a:rPr>
              <a:t>企业转型</a:t>
            </a:r>
            <a:r>
              <a:rPr lang="zh-CN" altLang="en-US" dirty="0">
                <a:solidFill>
                  <a:schemeClr val="bg2"/>
                </a:solidFill>
                <a:ea typeface="楷体" panose="02010609060101010101" charset="-122"/>
                <a:cs typeface="楷体" panose="02010609060101010101" charset="-122"/>
              </a:rPr>
              <a:t>升级新方向</a:t>
            </a:r>
            <a:endParaRPr lang="zh-CN" altLang="en-US" dirty="0">
              <a:solidFill>
                <a:schemeClr val="bg2"/>
              </a:solidFill>
              <a:ea typeface="楷体" panose="02010609060101010101" charset="-122"/>
              <a:cs typeface="楷体" panose="02010609060101010101" charset="-122"/>
            </a:endParaRPr>
          </a:p>
          <a:p>
            <a:pPr marL="171450" indent="5080" algn="l">
              <a:spcBef>
                <a:spcPts val="2400"/>
              </a:spcBef>
              <a:spcAft>
                <a:spcPts val="1200"/>
              </a:spcAft>
              <a:buClr>
                <a:srgbClr val="FF0000"/>
              </a:buClr>
              <a:buFont typeface="Wingdings" panose="05000000000000000000" pitchFamily="2" charset="2"/>
              <a:buChar char="n"/>
              <a:defRPr/>
            </a:pPr>
            <a:r>
              <a:rPr lang="zh-CN" altLang="en-US" dirty="0">
                <a:solidFill>
                  <a:schemeClr val="bg2"/>
                </a:solidFill>
                <a:ea typeface="楷体" panose="02010609060101010101" charset="-122"/>
                <a:cs typeface="楷体" panose="02010609060101010101" charset="-122"/>
                <a:sym typeface="+mn-ea"/>
              </a:rPr>
              <a:t>“</a:t>
            </a:r>
            <a:r>
              <a:rPr lang="zh-CN" altLang="en-US" dirty="0">
                <a:solidFill>
                  <a:schemeClr val="bg1"/>
                </a:solidFill>
                <a:ea typeface="楷体" panose="02010609060101010101" charset="-122"/>
                <a:cs typeface="楷体" panose="02010609060101010101" charset="-122"/>
              </a:rPr>
              <a:t>互联网+制造</a:t>
            </a:r>
            <a:r>
              <a:rPr lang="zh-CN" altLang="en-US" dirty="0">
                <a:solidFill>
                  <a:schemeClr val="bg2"/>
                </a:solidFill>
                <a:ea typeface="楷体" panose="02010609060101010101" charset="-122"/>
                <a:cs typeface="楷体" panose="02010609060101010101" charset="-122"/>
              </a:rPr>
              <a:t>”成为提升出口竞争力的重要路径</a:t>
            </a:r>
            <a:endParaRPr lang="en-US" altLang="zh-CN" dirty="0">
              <a:solidFill>
                <a:schemeClr val="bg1">
                  <a:lumMod val="50000"/>
                </a:schemeClr>
              </a:solidFill>
              <a:latin typeface="黑体" panose="02010609060101010101" pitchFamily="2" charset="-122"/>
            </a:endParaRPr>
          </a:p>
        </p:txBody>
      </p:sp>
      <p:sp>
        <p:nvSpPr>
          <p:cNvPr id="17413" name="Rectangle 11"/>
          <p:cNvSpPr>
            <a:spLocks noGrp="1" noChangeArrowheads="1"/>
          </p:cNvSpPr>
          <p:nvPr>
            <p:ph type="subTitle" idx="4294967295"/>
          </p:nvPr>
        </p:nvSpPr>
        <p:spPr bwMode="auto">
          <a:xfrm>
            <a:off x="107950" y="620713"/>
            <a:ext cx="8535988" cy="503237"/>
          </a:xfrm>
          <a:prstGeom prst="rect">
            <a:avLst/>
          </a:prstGeom>
          <a:noFill/>
          <a:ln>
            <a:miter lim="800000"/>
          </a:ln>
        </p:spPr>
        <p:txBody>
          <a:bodyPr/>
          <a:lstStyle/>
          <a:p>
            <a:pPr marL="0" indent="0" eaLnBrk="1" hangingPunct="1">
              <a:buClr>
                <a:schemeClr val="tx1"/>
              </a:buClr>
              <a:buSzTx/>
              <a:buNone/>
            </a:pPr>
            <a:r>
              <a:rPr lang="en-US" altLang="zh-CN" sz="2800" b="1" smtClean="0">
                <a:latin typeface="宋体" panose="02010600030101010101" pitchFamily="2" charset="-122"/>
              </a:rPr>
              <a:t>1 </a:t>
            </a:r>
            <a:r>
              <a:rPr lang="zh-CN" altLang="en-US" sz="2800" b="1" smtClean="0">
                <a:latin typeface="宋体" panose="02010600030101010101" pitchFamily="2" charset="-122"/>
              </a:rPr>
              <a:t>我们为什么要学习</a:t>
            </a:r>
            <a:r>
              <a:rPr lang="en-US" altLang="zh-CN" sz="2800" b="1" smtClean="0">
                <a:latin typeface="宋体" panose="02010600030101010101" pitchFamily="2" charset="-122"/>
              </a:rPr>
              <a:t>IT</a:t>
            </a:r>
            <a:r>
              <a:rPr lang="zh-CN" altLang="en-US" sz="2800" b="1" smtClean="0">
                <a:latin typeface="宋体" panose="02010600030101010101" pitchFamily="2" charset="-122"/>
              </a:rPr>
              <a:t>项目管理？</a:t>
            </a:r>
            <a:endParaRPr lang="en-US" altLang="zh-CN" sz="2800" b="1" smtClean="0">
              <a:latin typeface="宋体" panose="02010600030101010101" pitchFamily="2" charset="-122"/>
            </a:endParaRPr>
          </a:p>
        </p:txBody>
      </p:sp>
      <p:sp>
        <p:nvSpPr>
          <p:cNvPr id="17414" name="Rectangle 9"/>
          <p:cNvSpPr>
            <a:spLocks noGrp="1" noChangeArrowheads="1"/>
          </p:cNvSpPr>
          <p:nvPr>
            <p:ph type="sldNum" sz="quarter" idx="10"/>
          </p:nvPr>
        </p:nvSpPr>
        <p:spPr>
          <a:noFill/>
        </p:spPr>
        <p:txBody>
          <a:bodyPr/>
          <a:lstStyle/>
          <a:p>
            <a:r>
              <a:rPr lang="zh-CN" altLang="en-GB" smtClean="0"/>
              <a:t>  </a:t>
            </a:r>
            <a:fld id="{D95E28F0-D10C-4ADD-A363-BBE988FB820E}" type="slidenum">
              <a:rPr lang="zh-CN" altLang="en-GB" smtClean="0"/>
            </a:fld>
            <a:endParaRPr lang="en-US" altLang="zh-CN" smtClean="0"/>
          </a:p>
        </p:txBody>
      </p:sp>
      <p:sp>
        <p:nvSpPr>
          <p:cNvPr id="7" name="Text Box 105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lgn="r">
              <a:spcBef>
                <a:spcPct val="50000"/>
              </a:spcBef>
            </a:pPr>
            <a:r>
              <a:rPr lang="en-US" altLang="zh-CN" sz="2400" smtClean="0">
                <a:solidFill>
                  <a:schemeClr val="bg2"/>
                </a:solidFill>
                <a:ea typeface="宋体" panose="02010600030101010101" pitchFamily="2" charset="-122"/>
              </a:rPr>
              <a:t>P5</a:t>
            </a:r>
            <a:endParaRPr lang="en-US" altLang="zh-CN" sz="2400">
              <a:solidFill>
                <a:schemeClr val="bg2"/>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086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086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086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sldNum" sz="quarter" idx="10"/>
          </p:nvPr>
        </p:nvSpPr>
        <p:spPr>
          <a:noFill/>
        </p:spPr>
        <p:txBody>
          <a:bodyPr/>
          <a:lstStyle/>
          <a:p>
            <a:r>
              <a:rPr lang="zh-CN" altLang="en-GB" smtClean="0"/>
              <a:t>  </a:t>
            </a:r>
            <a:fld id="{089EA937-602A-4DE8-80AB-CE3774A0EEB8}" type="slidenum">
              <a:rPr lang="zh-CN" altLang="en-GB" smtClean="0"/>
            </a:fld>
            <a:endParaRPr lang="en-US" altLang="zh-CN" smtClean="0"/>
          </a:p>
        </p:txBody>
      </p:sp>
      <p:sp>
        <p:nvSpPr>
          <p:cNvPr id="409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ea typeface="宋体" panose="02010600030101010101" pitchFamily="2" charset="-122"/>
            </a:endParaRPr>
          </a:p>
        </p:txBody>
      </p:sp>
      <p:sp>
        <p:nvSpPr>
          <p:cNvPr id="4100"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a typeface="宋体" panose="02010600030101010101" pitchFamily="2" charset="-122"/>
            </a:endParaRPr>
          </a:p>
        </p:txBody>
      </p:sp>
      <p:sp>
        <p:nvSpPr>
          <p:cNvPr id="4101"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华文新魏" panose="02010800040101010101" pitchFamily="2" charset="-122"/>
                <a:ea typeface="华文新魏" panose="02010800040101010101" pitchFamily="2" charset="-122"/>
              </a:rPr>
              <a:t>提   纲</a:t>
            </a:r>
            <a:endParaRPr lang="en-US" altLang="zh-CN" sz="4800" b="1" smtClean="0">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0" y="1528763"/>
            <a:ext cx="9072563" cy="3723005"/>
          </a:xfrm>
          <a:prstGeom prst="rect">
            <a:avLst/>
          </a:prstGeom>
          <a:noFill/>
          <a:ln w="9525">
            <a:noFill/>
            <a:miter lim="800000"/>
          </a:ln>
        </p:spPr>
        <p:txBody>
          <a:bodyPr>
            <a:spAutoFit/>
          </a:bodyPr>
          <a:lstStyle/>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chemeClr val="bg1">
                    <a:lumMod val="50000"/>
                  </a:schemeClr>
                </a:solidFill>
                <a:uFillTx/>
                <a:ea typeface="楷体" panose="02010609060101010101" charset="-122"/>
                <a:cs typeface="楷体" panose="02010609060101010101" charset="-122"/>
              </a:rPr>
              <a:t>我们为什么要学习</a:t>
            </a:r>
            <a:r>
              <a:rPr lang="en-US" altLang="zh-CN" sz="4400" dirty="0">
                <a:solidFill>
                  <a:schemeClr val="bg1">
                    <a:lumMod val="50000"/>
                  </a:schemeClr>
                </a:solidFill>
                <a:uFillTx/>
                <a:ea typeface="楷体" panose="02010609060101010101" charset="-122"/>
                <a:cs typeface="楷体" panose="02010609060101010101" charset="-122"/>
              </a:rPr>
              <a:t>IT</a:t>
            </a:r>
            <a:r>
              <a:rPr lang="zh-CN" altLang="en-US" sz="4400" dirty="0">
                <a:solidFill>
                  <a:schemeClr val="bg1">
                    <a:lumMod val="50000"/>
                  </a:schemeClr>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rgbClr val="FF0000"/>
                </a:solidFill>
                <a:uFillTx/>
                <a:ea typeface="楷体" panose="02010609060101010101" charset="-122"/>
                <a:cs typeface="楷体" panose="02010609060101010101" charset="-122"/>
              </a:rPr>
              <a:t>我们如何来学习</a:t>
            </a:r>
            <a:r>
              <a:rPr lang="en-US" altLang="zh-CN" sz="4400" dirty="0">
                <a:solidFill>
                  <a:srgbClr val="FF0000"/>
                </a:solidFill>
                <a:uFillTx/>
                <a:ea typeface="楷体" panose="02010609060101010101" charset="-122"/>
                <a:cs typeface="楷体" panose="02010609060101010101" charset="-122"/>
              </a:rPr>
              <a:t>IT</a:t>
            </a:r>
            <a:r>
              <a:rPr lang="zh-CN" altLang="en-US" sz="4400" dirty="0">
                <a:solidFill>
                  <a:srgbClr val="FF0000"/>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smtClean="0">
                <a:solidFill>
                  <a:schemeClr val="bg1">
                    <a:lumMod val="50000"/>
                  </a:schemeClr>
                </a:solidFill>
                <a:uFillTx/>
                <a:ea typeface="楷体" panose="02010609060101010101" charset="-122"/>
                <a:cs typeface="楷体" panose="02010609060101010101" charset="-122"/>
              </a:rPr>
              <a:t>关于教学计划</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en-US" altLang="zh-CN" sz="4400" smtClean="0">
                <a:solidFill>
                  <a:schemeClr val="bg1">
                    <a:lumMod val="50000"/>
                  </a:schemeClr>
                </a:solidFill>
                <a:uFillTx/>
                <a:ea typeface="楷体" panose="02010609060101010101" charset="-122"/>
                <a:cs typeface="楷体" panose="02010609060101010101" charset="-122"/>
              </a:rPr>
              <a:t>IT</a:t>
            </a:r>
            <a:r>
              <a:rPr lang="zh-CN" altLang="en-US" sz="4400" smtClean="0">
                <a:solidFill>
                  <a:schemeClr val="bg1">
                    <a:lumMod val="50000"/>
                  </a:schemeClr>
                </a:solidFill>
                <a:uFillTx/>
                <a:ea typeface="楷体" panose="02010609060101010101" charset="-122"/>
                <a:cs typeface="楷体" panose="02010609060101010101" charset="-122"/>
              </a:rPr>
              <a:t>项目管理感想与体会</a:t>
            </a:r>
            <a:endParaRPr lang="zh-CN" altLang="en-US" sz="4400" dirty="0" smtClean="0">
              <a:solidFill>
                <a:schemeClr val="bg1">
                  <a:lumMod val="50000"/>
                </a:schemeClr>
              </a:solidFill>
              <a:uFillTx/>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9"/>
          <p:cNvSpPr>
            <a:spLocks noGrp="1" noChangeArrowheads="1"/>
          </p:cNvSpPr>
          <p:nvPr>
            <p:ph type="sldNum" sz="quarter" idx="10"/>
          </p:nvPr>
        </p:nvSpPr>
        <p:spPr>
          <a:noFill/>
        </p:spPr>
        <p:txBody>
          <a:bodyPr/>
          <a:lstStyle/>
          <a:p>
            <a:r>
              <a:rPr lang="zh-CN" altLang="en-GB" smtClean="0"/>
              <a:t>  </a:t>
            </a:r>
            <a:fld id="{7520A8AB-BC99-4E98-A952-3048978C1715}" type="slidenum">
              <a:rPr lang="zh-CN" altLang="en-GB" smtClean="0"/>
            </a:fld>
            <a:endParaRPr lang="en-US" altLang="zh-CN" smtClean="0"/>
          </a:p>
        </p:txBody>
      </p:sp>
      <p:sp>
        <p:nvSpPr>
          <p:cNvPr id="2048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2048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a typeface="宋体" panose="02010600030101010101" pitchFamily="2" charset="-122"/>
            </a:endParaRPr>
          </a:p>
        </p:txBody>
      </p:sp>
      <p:sp>
        <p:nvSpPr>
          <p:cNvPr id="439300" name="Text Box 4"/>
          <p:cNvSpPr txBox="1">
            <a:spLocks noChangeArrowheads="1"/>
          </p:cNvSpPr>
          <p:nvPr/>
        </p:nvSpPr>
        <p:spPr bwMode="auto">
          <a:xfrm>
            <a:off x="34925" y="1350406"/>
            <a:ext cx="8964613" cy="3799840"/>
          </a:xfrm>
          <a:prstGeom prst="rect">
            <a:avLst/>
          </a:prstGeom>
          <a:noFill/>
          <a:ln w="28575">
            <a:noFill/>
            <a:miter lim="800000"/>
          </a:ln>
        </p:spPr>
        <p:txBody>
          <a:bodyPr>
            <a:spAutoFit/>
          </a:bodyPr>
          <a:lstStyle/>
          <a:p>
            <a:pPr algn="l">
              <a:spcBef>
                <a:spcPts val="600"/>
              </a:spcBef>
              <a:spcAft>
                <a:spcPts val="600"/>
              </a:spcAft>
              <a:buClr>
                <a:schemeClr val="hlink"/>
              </a:buClr>
              <a:buFont typeface="Wingdings" panose="05000000000000000000" pitchFamily="2" charset="2"/>
              <a:buChar char="Ø"/>
            </a:pPr>
            <a:r>
              <a:rPr lang="zh-CN" altLang="en-US" sz="2800" dirty="0">
                <a:solidFill>
                  <a:schemeClr val="bg2"/>
                </a:solidFill>
                <a:ea typeface="楷体" panose="02010609060101010101" charset="-122"/>
                <a:cs typeface="楷体" panose="02010609060101010101" charset="-122"/>
              </a:rPr>
              <a:t>IT项目管理既是一门</a:t>
            </a:r>
            <a:r>
              <a:rPr lang="zh-CN" altLang="en-US" sz="2800" dirty="0">
                <a:solidFill>
                  <a:schemeClr val="bg1"/>
                </a:solidFill>
                <a:ea typeface="楷体" panose="02010609060101010101" charset="-122"/>
                <a:cs typeface="楷体" panose="02010609060101010101" charset="-122"/>
              </a:rPr>
              <a:t>科学</a:t>
            </a:r>
            <a:r>
              <a:rPr lang="zh-CN" altLang="en-US" sz="2800" dirty="0">
                <a:solidFill>
                  <a:schemeClr val="bg2"/>
                </a:solidFill>
                <a:ea typeface="楷体" panose="02010609060101010101" charset="-122"/>
                <a:cs typeface="楷体" panose="02010609060101010101" charset="-122"/>
              </a:rPr>
              <a:t>，又是一门</a:t>
            </a:r>
            <a:r>
              <a:rPr lang="zh-CN" altLang="en-US" sz="2800" dirty="0">
                <a:solidFill>
                  <a:schemeClr val="bg1"/>
                </a:solidFill>
                <a:ea typeface="楷体" panose="02010609060101010101" charset="-122"/>
                <a:cs typeface="楷体" panose="02010609060101010101" charset="-122"/>
              </a:rPr>
              <a:t>艺术</a:t>
            </a:r>
            <a:r>
              <a:rPr lang="zh-CN" altLang="en-US" sz="2800" dirty="0">
                <a:solidFill>
                  <a:schemeClr val="bg2"/>
                </a:solidFill>
                <a:ea typeface="楷体" panose="02010609060101010101" charset="-122"/>
                <a:cs typeface="楷体" panose="02010609060101010101" charset="-122"/>
              </a:rPr>
              <a:t>。</a:t>
            </a:r>
            <a:endParaRPr lang="zh-CN" altLang="en-US" sz="2800" dirty="0">
              <a:solidFill>
                <a:schemeClr val="bg2"/>
              </a:solidFill>
              <a:ea typeface="楷体" panose="02010609060101010101" charset="-122"/>
              <a:cs typeface="楷体" panose="02010609060101010101" charset="-122"/>
            </a:endParaRPr>
          </a:p>
          <a:p>
            <a:pPr marL="628650" lvl="1" indent="5080" algn="l">
              <a:spcBef>
                <a:spcPts val="600"/>
              </a:spcBef>
              <a:spcAft>
                <a:spcPts val="600"/>
              </a:spcAft>
              <a:buClr>
                <a:srgbClr val="FF0000"/>
              </a:buClr>
              <a:buFont typeface="Wingdings" panose="05000000000000000000" pitchFamily="2" charset="2"/>
              <a:buChar char="n"/>
            </a:pPr>
            <a:r>
              <a:rPr lang="zh-CN" altLang="en-US" dirty="0">
                <a:solidFill>
                  <a:schemeClr val="bg1"/>
                </a:solidFill>
                <a:ea typeface="楷体" panose="02010609060101010101" charset="-122"/>
                <a:cs typeface="楷体" panose="02010609060101010101" charset="-122"/>
              </a:rPr>
              <a:t>科学</a:t>
            </a:r>
            <a:r>
              <a:rPr lang="zh-CN" altLang="en-US" sz="2800" dirty="0">
                <a:solidFill>
                  <a:schemeClr val="bg2"/>
                </a:solidFill>
                <a:ea typeface="楷体" panose="02010609060101010101" charset="-122"/>
                <a:cs typeface="楷体" panose="02010609060101010101" charset="-122"/>
              </a:rPr>
              <a:t>是对客观世界的</a:t>
            </a:r>
            <a:r>
              <a:rPr lang="zh-CN" altLang="en-US" sz="2800" dirty="0">
                <a:solidFill>
                  <a:schemeClr val="bg1"/>
                </a:solidFill>
                <a:ea typeface="楷体" panose="02010609060101010101" charset="-122"/>
                <a:cs typeface="楷体" panose="02010609060101010101" charset="-122"/>
              </a:rPr>
              <a:t>本质与规律的反映</a:t>
            </a:r>
            <a:r>
              <a:rPr lang="zh-CN" altLang="en-US" sz="2800" dirty="0">
                <a:solidFill>
                  <a:schemeClr val="bg2"/>
                </a:solidFill>
                <a:ea typeface="楷体" panose="02010609060101010101" charset="-122"/>
                <a:cs typeface="楷体" panose="02010609060101010101" charset="-122"/>
              </a:rPr>
              <a:t>。遵循和不遵循科学的管理规律会产生两种截然不同的结果。</a:t>
            </a:r>
            <a:endParaRPr lang="zh-CN" altLang="en-US" sz="2800" dirty="0">
              <a:solidFill>
                <a:schemeClr val="bg2"/>
              </a:solidFill>
              <a:ea typeface="楷体" panose="02010609060101010101" charset="-122"/>
              <a:cs typeface="楷体" panose="02010609060101010101" charset="-122"/>
            </a:endParaRPr>
          </a:p>
          <a:p>
            <a:pPr marL="628650" lvl="1" indent="5080" algn="l">
              <a:spcBef>
                <a:spcPts val="600"/>
              </a:spcBef>
              <a:spcAft>
                <a:spcPts val="600"/>
              </a:spcAft>
              <a:buClr>
                <a:srgbClr val="FF0000"/>
              </a:buClr>
              <a:buFont typeface="Wingdings" panose="05000000000000000000" pitchFamily="2" charset="2"/>
              <a:buChar char="n"/>
            </a:pPr>
            <a:r>
              <a:rPr lang="zh-CN" altLang="en-US" dirty="0">
                <a:solidFill>
                  <a:schemeClr val="bg2"/>
                </a:solidFill>
                <a:ea typeface="楷体" panose="02010609060101010101" charset="-122"/>
                <a:cs typeface="楷体" panose="02010609060101010101" charset="-122"/>
              </a:rPr>
              <a:t>艺术</a:t>
            </a:r>
            <a:r>
              <a:rPr lang="zh-CN" altLang="en-US" sz="2800" dirty="0">
                <a:solidFill>
                  <a:schemeClr val="bg2"/>
                </a:solidFill>
                <a:ea typeface="楷体" panose="02010609060101010101" charset="-122"/>
                <a:cs typeface="楷体" panose="02010609060101010101" charset="-122"/>
              </a:rPr>
              <a:t>是对客观世界的</a:t>
            </a:r>
            <a:r>
              <a:rPr lang="zh-CN" altLang="en-US" sz="2800" dirty="0">
                <a:solidFill>
                  <a:schemeClr val="bg1"/>
                </a:solidFill>
                <a:ea typeface="楷体" panose="02010609060101010101" charset="-122"/>
                <a:cs typeface="楷体" panose="02010609060101010101" charset="-122"/>
              </a:rPr>
              <a:t>形象性反映</a:t>
            </a:r>
            <a:r>
              <a:rPr lang="zh-CN" altLang="en-US" sz="2800" dirty="0">
                <a:solidFill>
                  <a:schemeClr val="bg2"/>
                </a:solidFill>
                <a:ea typeface="楷体" panose="02010609060101010101" charset="-122"/>
                <a:cs typeface="楷体" panose="02010609060101010101" charset="-122"/>
              </a:rPr>
              <a:t>。在管理过程中需要</a:t>
            </a:r>
            <a:r>
              <a:rPr lang="zh-CN" altLang="en-US" sz="2800" dirty="0">
                <a:solidFill>
                  <a:schemeClr val="bg1"/>
                </a:solidFill>
                <a:ea typeface="楷体" panose="02010609060101010101" charset="-122"/>
                <a:cs typeface="楷体" panose="02010609060101010101" charset="-122"/>
              </a:rPr>
              <a:t>充分发挥</a:t>
            </a:r>
            <a:r>
              <a:rPr lang="zh-CN" altLang="en-US" sz="2800" dirty="0">
                <a:solidFill>
                  <a:schemeClr val="bg2"/>
                </a:solidFill>
                <a:ea typeface="楷体" panose="02010609060101010101" charset="-122"/>
                <a:cs typeface="楷体" panose="02010609060101010101" charset="-122"/>
              </a:rPr>
              <a:t>项目管理者和执行者的</a:t>
            </a:r>
            <a:r>
              <a:rPr lang="zh-CN" altLang="en-US" sz="2800" dirty="0">
                <a:solidFill>
                  <a:schemeClr val="bg1"/>
                </a:solidFill>
                <a:ea typeface="楷体" panose="02010609060101010101" charset="-122"/>
                <a:cs typeface="楷体" panose="02010609060101010101" charset="-122"/>
              </a:rPr>
              <a:t>创造性</a:t>
            </a:r>
            <a:r>
              <a:rPr lang="zh-CN" altLang="en-US" sz="2800" dirty="0">
                <a:solidFill>
                  <a:schemeClr val="bg2"/>
                </a:solidFill>
                <a:ea typeface="楷体" panose="02010609060101010101" charset="-122"/>
                <a:cs typeface="楷体" panose="02010609060101010101" charset="-122"/>
              </a:rPr>
              <a:t>。</a:t>
            </a:r>
            <a:endParaRPr lang="zh-CN" altLang="en-US" sz="2800" dirty="0">
              <a:solidFill>
                <a:schemeClr val="bg2"/>
              </a:solidFill>
              <a:ea typeface="楷体" panose="02010609060101010101" charset="-122"/>
              <a:cs typeface="楷体" panose="02010609060101010101" charset="-122"/>
            </a:endParaRPr>
          </a:p>
          <a:p>
            <a:pPr marL="628650" lvl="1" indent="5080">
              <a:spcBef>
                <a:spcPts val="600"/>
              </a:spcBef>
              <a:spcAft>
                <a:spcPts val="600"/>
              </a:spcAft>
              <a:buClr>
                <a:srgbClr val="FF0000"/>
              </a:buClr>
            </a:pPr>
            <a:endParaRPr lang="zh-CN" altLang="en-US" dirty="0">
              <a:solidFill>
                <a:schemeClr val="bg2"/>
              </a:solidFill>
              <a:ea typeface="楷体" panose="02010609060101010101" charset="-122"/>
              <a:cs typeface="楷体" panose="02010609060101010101" charset="-122"/>
            </a:endParaRPr>
          </a:p>
          <a:p>
            <a:pPr marL="171450" indent="5080">
              <a:spcBef>
                <a:spcPts val="1200"/>
              </a:spcBef>
              <a:spcAft>
                <a:spcPts val="600"/>
              </a:spcAft>
              <a:buClr>
                <a:srgbClr val="FF0000"/>
              </a:buClr>
            </a:pPr>
            <a:r>
              <a:rPr lang="zh-CN" altLang="en-US" sz="2800" dirty="0">
                <a:solidFill>
                  <a:schemeClr val="bg2"/>
                </a:solidFill>
                <a:ea typeface="楷体" panose="02010609060101010101" charset="-122"/>
                <a:cs typeface="楷体" panose="02010609060101010101" charset="-122"/>
              </a:rPr>
              <a:t>项目经理既是个科学家，又是一个艺术家</a:t>
            </a:r>
            <a:endParaRPr kumimoji="0" lang="zh-CN" altLang="en-US" u="sng">
              <a:solidFill>
                <a:schemeClr val="bg2"/>
              </a:solidFill>
              <a:ea typeface="方正舒体" panose="02010601030101010101" pitchFamily="2" charset="-122"/>
            </a:endParaRPr>
          </a:p>
        </p:txBody>
      </p:sp>
      <p:sp>
        <p:nvSpPr>
          <p:cNvPr id="20487" name="Rectangle 12"/>
          <p:cNvSpPr>
            <a:spLocks noGrp="1" noChangeArrowheads="1"/>
          </p:cNvSpPr>
          <p:nvPr>
            <p:ph type="subTitle" idx="4294967295"/>
          </p:nvPr>
        </p:nvSpPr>
        <p:spPr bwMode="auto">
          <a:xfrm>
            <a:off x="136525" y="620713"/>
            <a:ext cx="7315200" cy="503237"/>
          </a:xfrm>
          <a:prstGeom prst="rect">
            <a:avLst/>
          </a:prstGeom>
          <a:noFill/>
          <a:ln>
            <a:miter lim="800000"/>
          </a:ln>
        </p:spPr>
        <p:txBody>
          <a:bodyPr/>
          <a:lstStyle/>
          <a:p>
            <a:pPr marL="0" indent="0" eaLnBrk="1" hangingPunct="1">
              <a:buClr>
                <a:schemeClr val="tx1"/>
              </a:buClr>
              <a:buSzTx/>
              <a:buNone/>
            </a:pPr>
            <a:r>
              <a:rPr lang="en-US" altLang="zh-CN" sz="3000" b="1" smtClean="0">
                <a:latin typeface="宋体" panose="02010600030101010101" pitchFamily="2" charset="-122"/>
              </a:rPr>
              <a:t>2 </a:t>
            </a:r>
            <a:r>
              <a:rPr lang="zh-CN" altLang="en-US" sz="3000" b="1" smtClean="0">
                <a:latin typeface="宋体" panose="02010600030101010101" pitchFamily="2" charset="-122"/>
              </a:rPr>
              <a:t>我们如何来学习</a:t>
            </a:r>
            <a:r>
              <a:rPr lang="en-US" altLang="zh-CN" sz="3000" b="1" smtClean="0">
                <a:latin typeface="宋体" panose="02010600030101010101" pitchFamily="2" charset="-122"/>
              </a:rPr>
              <a:t>IT</a:t>
            </a:r>
            <a:r>
              <a:rPr lang="zh-CN" altLang="en-US" sz="3000" b="1" smtClean="0">
                <a:latin typeface="宋体" panose="02010600030101010101" pitchFamily="2" charset="-122"/>
              </a:rPr>
              <a:t>项目管理？</a:t>
            </a:r>
            <a:endParaRPr lang="en-US" altLang="zh-CN" sz="3000" b="1" smtClean="0">
              <a:latin typeface="宋体" panose="02010600030101010101" pitchFamily="2" charset="-122"/>
            </a:endParaRPr>
          </a:p>
        </p:txBody>
      </p:sp>
      <p:sp>
        <p:nvSpPr>
          <p:cNvPr id="8" name="Text Box 5"/>
          <p:cNvSpPr txBox="1">
            <a:spLocks noChangeArrowheads="1"/>
          </p:cNvSpPr>
          <p:nvPr/>
        </p:nvSpPr>
        <p:spPr bwMode="auto">
          <a:xfrm>
            <a:off x="7000892" y="28494"/>
            <a:ext cx="2035158" cy="400110"/>
          </a:xfrm>
          <a:prstGeom prst="rect">
            <a:avLst/>
          </a:prstGeom>
          <a:noFill/>
          <a:ln w="9525">
            <a:noFill/>
            <a:miter lim="800000"/>
          </a:ln>
        </p:spPr>
        <p:txBody>
          <a:bodyPr wrap="square">
            <a:spAutoFit/>
          </a:bodyPr>
          <a:lstStyle/>
          <a:p>
            <a:pPr algn="r">
              <a:spcBef>
                <a:spcPct val="50000"/>
              </a:spcBef>
            </a:pPr>
            <a:r>
              <a:rPr lang="zh-CN" altLang="en-US" sz="2000" smtClean="0">
                <a:solidFill>
                  <a:schemeClr val="bg2"/>
                </a:solidFill>
                <a:ea typeface="宋体" panose="02010600030101010101" pitchFamily="2" charset="-122"/>
              </a:rPr>
              <a:t>第</a:t>
            </a:r>
            <a:r>
              <a:rPr lang="en-US" altLang="zh-CN" sz="2000" smtClean="0">
                <a:solidFill>
                  <a:schemeClr val="bg2"/>
                </a:solidFill>
                <a:ea typeface="宋体" panose="02010600030101010101" pitchFamily="2" charset="-122"/>
              </a:rPr>
              <a:t>1</a:t>
            </a:r>
            <a:r>
              <a:rPr lang="zh-CN" altLang="en-US" sz="2000" smtClean="0">
                <a:solidFill>
                  <a:schemeClr val="bg2"/>
                </a:solidFill>
                <a:ea typeface="宋体" panose="02010600030101010101" pitchFamily="2" charset="-122"/>
              </a:rPr>
              <a:t>版前言</a:t>
            </a:r>
            <a:endParaRPr lang="en-US" altLang="zh-CN" sz="2000">
              <a:solidFill>
                <a:schemeClr val="bg2"/>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93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30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93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9"/>
          <p:cNvSpPr>
            <a:spLocks noGrp="1" noChangeArrowheads="1"/>
          </p:cNvSpPr>
          <p:nvPr>
            <p:ph type="sldNum" sz="quarter" idx="10"/>
          </p:nvPr>
        </p:nvSpPr>
        <p:spPr>
          <a:noFill/>
        </p:spPr>
        <p:txBody>
          <a:bodyPr/>
          <a:lstStyle/>
          <a:p>
            <a:r>
              <a:rPr lang="zh-CN" altLang="en-GB" smtClean="0"/>
              <a:t>  </a:t>
            </a:r>
            <a:fld id="{4830F1EC-DC53-43F3-AA76-35075B59DA18}" type="slidenum">
              <a:rPr lang="zh-CN" altLang="en-GB" smtClean="0"/>
            </a:fld>
            <a:endParaRPr lang="en-US" altLang="zh-CN" smtClean="0"/>
          </a:p>
        </p:txBody>
      </p:sp>
      <p:sp>
        <p:nvSpPr>
          <p:cNvPr id="21507" name="Rectangle 8"/>
          <p:cNvSpPr>
            <a:spLocks noGrp="1" noChangeArrowheads="1"/>
          </p:cNvSpPr>
          <p:nvPr>
            <p:ph type="subTitle" idx="4294967295"/>
          </p:nvPr>
        </p:nvSpPr>
        <p:spPr bwMode="auto">
          <a:xfrm>
            <a:off x="136525" y="620713"/>
            <a:ext cx="7315200" cy="503237"/>
          </a:xfrm>
          <a:prstGeom prst="rect">
            <a:avLst/>
          </a:prstGeom>
          <a:noFill/>
          <a:ln>
            <a:miter lim="800000"/>
          </a:ln>
        </p:spPr>
        <p:txBody>
          <a:bodyPr/>
          <a:lstStyle/>
          <a:p>
            <a:pPr marL="0" indent="0" eaLnBrk="1" hangingPunct="1">
              <a:buClr>
                <a:schemeClr val="tx1"/>
              </a:buClr>
              <a:buSzTx/>
              <a:buNone/>
            </a:pPr>
            <a:r>
              <a:rPr lang="en-US" altLang="zh-CN" sz="3000" b="1" smtClean="0">
                <a:latin typeface="宋体" panose="02010600030101010101" pitchFamily="2" charset="-122"/>
              </a:rPr>
              <a:t>2 </a:t>
            </a:r>
            <a:r>
              <a:rPr lang="zh-CN" altLang="en-US" sz="3000" b="1" smtClean="0">
                <a:latin typeface="宋体" panose="02010600030101010101" pitchFamily="2" charset="-122"/>
              </a:rPr>
              <a:t>我们如何来学习</a:t>
            </a:r>
            <a:r>
              <a:rPr lang="en-US" altLang="zh-CN" sz="3000" b="1" smtClean="0">
                <a:latin typeface="宋体" panose="02010600030101010101" pitchFamily="2" charset="-122"/>
              </a:rPr>
              <a:t>IT</a:t>
            </a:r>
            <a:r>
              <a:rPr lang="zh-CN" altLang="en-US" sz="3000" b="1" smtClean="0">
                <a:latin typeface="宋体" panose="02010600030101010101" pitchFamily="2" charset="-122"/>
              </a:rPr>
              <a:t>项目管理？</a:t>
            </a:r>
            <a:endParaRPr lang="en-US" altLang="zh-CN" sz="3000" b="1" smtClean="0">
              <a:latin typeface="宋体" panose="02010600030101010101" pitchFamily="2" charset="-122"/>
            </a:endParaRPr>
          </a:p>
        </p:txBody>
      </p:sp>
      <p:sp>
        <p:nvSpPr>
          <p:cNvPr id="424969" name="Rectangle 9"/>
          <p:cNvSpPr>
            <a:spLocks noChangeArrowheads="1"/>
          </p:cNvSpPr>
          <p:nvPr/>
        </p:nvSpPr>
        <p:spPr bwMode="auto">
          <a:xfrm>
            <a:off x="179388" y="1664018"/>
            <a:ext cx="8569325" cy="4053840"/>
          </a:xfrm>
          <a:prstGeom prst="rect">
            <a:avLst/>
          </a:prstGeom>
          <a:noFill/>
          <a:ln w="9525">
            <a:noFill/>
            <a:miter lim="800000"/>
          </a:ln>
        </p:spPr>
        <p:txBody>
          <a:bodyPr anchor="ctr">
            <a:spAutoFit/>
          </a:bodyPr>
          <a:lstStyle/>
          <a:p>
            <a:pPr algn="l">
              <a:buClr>
                <a:schemeClr val="hlink"/>
              </a:buClr>
              <a:buFont typeface="Wingdings" panose="05000000000000000000" pitchFamily="2" charset="2"/>
              <a:buChar char="Ø"/>
            </a:pPr>
            <a:r>
              <a:rPr lang="zh-CN" altLang="en-US" sz="2800" dirty="0">
                <a:solidFill>
                  <a:schemeClr val="bg2"/>
                </a:solidFill>
                <a:ea typeface="楷体" panose="02010609060101010101" charset="-122"/>
                <a:cs typeface="楷体" panose="02010609060101010101" charset="-122"/>
              </a:rPr>
              <a:t>通过课程的教学与实践，希望我们在如下三个方面得到提高： </a:t>
            </a:r>
            <a:endParaRPr lang="zh-CN" altLang="en-US" sz="2800" dirty="0">
              <a:solidFill>
                <a:schemeClr val="bg2"/>
              </a:solidFill>
              <a:ea typeface="楷体" panose="02010609060101010101" charset="-122"/>
              <a:cs typeface="楷体" panose="02010609060101010101" charset="-122"/>
            </a:endParaRPr>
          </a:p>
          <a:p>
            <a:pPr lvl="1" algn="l">
              <a:spcBef>
                <a:spcPct val="40000"/>
              </a:spcBef>
              <a:buClr>
                <a:srgbClr val="FF0000"/>
              </a:buClr>
              <a:buFont typeface="Wingdings" panose="05000000000000000000" pitchFamily="2" charset="2"/>
              <a:buChar char="n"/>
            </a:pPr>
            <a:r>
              <a:rPr lang="zh-CN" altLang="en-US" dirty="0">
                <a:solidFill>
                  <a:schemeClr val="bg1"/>
                </a:solidFill>
                <a:ea typeface="楷体" panose="02010609060101010101" charset="-122"/>
                <a:cs typeface="楷体" panose="02010609060101010101" charset="-122"/>
              </a:rPr>
              <a:t>分析</a:t>
            </a:r>
            <a:r>
              <a:rPr lang="zh-CN" altLang="en-US" dirty="0">
                <a:solidFill>
                  <a:schemeClr val="bg2"/>
                </a:solidFill>
                <a:ea typeface="楷体" panose="02010609060101010101" charset="-122"/>
                <a:cs typeface="楷体" panose="02010609060101010101" charset="-122"/>
              </a:rPr>
              <a:t>IT项目与IT项目管理的</a:t>
            </a:r>
            <a:r>
              <a:rPr lang="zh-CN" altLang="en-US" dirty="0">
                <a:solidFill>
                  <a:schemeClr val="bg1"/>
                </a:solidFill>
                <a:ea typeface="楷体" panose="02010609060101010101" charset="-122"/>
                <a:cs typeface="楷体" panose="02010609060101010101" charset="-122"/>
              </a:rPr>
              <a:t>背景、体系和框架</a:t>
            </a:r>
            <a:r>
              <a:rPr lang="zh-CN" altLang="en-US" dirty="0">
                <a:solidFill>
                  <a:schemeClr val="bg2"/>
                </a:solidFill>
                <a:ea typeface="楷体" panose="02010609060101010101" charset="-122"/>
                <a:cs typeface="楷体" panose="02010609060101010101" charset="-122"/>
              </a:rPr>
              <a:t>，</a:t>
            </a:r>
            <a:r>
              <a:rPr lang="zh-CN" altLang="en-US" dirty="0">
                <a:solidFill>
                  <a:schemeClr val="bg1"/>
                </a:solidFill>
                <a:ea typeface="楷体" panose="02010609060101010101" charset="-122"/>
                <a:cs typeface="楷体" panose="02010609060101010101" charset="-122"/>
              </a:rPr>
              <a:t>提高</a:t>
            </a:r>
            <a:r>
              <a:rPr lang="zh-CN" altLang="en-US" dirty="0">
                <a:solidFill>
                  <a:schemeClr val="bg2"/>
                </a:solidFill>
                <a:ea typeface="楷体" panose="02010609060101010101" charset="-122"/>
                <a:cs typeface="楷体" panose="02010609060101010101" charset="-122"/>
              </a:rPr>
              <a:t>对IT项目管理的</a:t>
            </a:r>
            <a:r>
              <a:rPr lang="zh-CN" altLang="en-US" dirty="0">
                <a:solidFill>
                  <a:schemeClr val="bg1"/>
                </a:solidFill>
                <a:ea typeface="楷体" panose="02010609060101010101" charset="-122"/>
                <a:cs typeface="楷体" panose="02010609060101010101" charset="-122"/>
              </a:rPr>
              <a:t>认识</a:t>
            </a:r>
            <a:r>
              <a:rPr lang="zh-CN" altLang="en-US" dirty="0">
                <a:solidFill>
                  <a:schemeClr val="bg2"/>
                </a:solidFill>
                <a:ea typeface="楷体" panose="02010609060101010101" charset="-122"/>
                <a:cs typeface="楷体" panose="02010609060101010101" charset="-122"/>
              </a:rPr>
              <a:t>。</a:t>
            </a:r>
            <a:endParaRPr lang="zh-CN" altLang="en-US" dirty="0">
              <a:solidFill>
                <a:schemeClr val="bg2"/>
              </a:solidFill>
              <a:ea typeface="楷体" panose="02010609060101010101" charset="-122"/>
              <a:cs typeface="楷体" panose="02010609060101010101" charset="-122"/>
            </a:endParaRPr>
          </a:p>
          <a:p>
            <a:pPr lvl="1" algn="l">
              <a:spcBef>
                <a:spcPct val="40000"/>
              </a:spcBef>
              <a:buClr>
                <a:srgbClr val="FF0000"/>
              </a:buClr>
              <a:buFont typeface="Wingdings" panose="05000000000000000000" pitchFamily="2" charset="2"/>
              <a:buChar char="n"/>
            </a:pPr>
            <a:r>
              <a:rPr lang="zh-CN" altLang="en-US" dirty="0">
                <a:solidFill>
                  <a:schemeClr val="bg1"/>
                </a:solidFill>
                <a:ea typeface="楷体" panose="02010609060101010101" charset="-122"/>
                <a:cs typeface="楷体" panose="02010609060101010101" charset="-122"/>
              </a:rPr>
              <a:t>理解</a:t>
            </a:r>
            <a:r>
              <a:rPr lang="zh-CN" altLang="en-US" dirty="0">
                <a:solidFill>
                  <a:schemeClr val="bg2"/>
                </a:solidFill>
                <a:ea typeface="楷体" panose="02010609060101010101" charset="-122"/>
                <a:cs typeface="楷体" panose="02010609060101010101" charset="-122"/>
              </a:rPr>
              <a:t>IT项目管理</a:t>
            </a:r>
            <a:r>
              <a:rPr lang="zh-CN" altLang="en-US" dirty="0">
                <a:solidFill>
                  <a:schemeClr val="bg1"/>
                </a:solidFill>
                <a:ea typeface="楷体" panose="02010609060101010101" charset="-122"/>
                <a:cs typeface="楷体" panose="02010609060101010101" charset="-122"/>
              </a:rPr>
              <a:t>方法</a:t>
            </a:r>
            <a:r>
              <a:rPr lang="zh-CN" altLang="en-US" dirty="0">
                <a:solidFill>
                  <a:schemeClr val="bg2"/>
                </a:solidFill>
                <a:ea typeface="楷体" panose="02010609060101010101" charset="-122"/>
                <a:cs typeface="楷体" panose="02010609060101010101" charset="-122"/>
              </a:rPr>
              <a:t>，</a:t>
            </a:r>
            <a:r>
              <a:rPr lang="zh-CN" altLang="en-US" dirty="0">
                <a:solidFill>
                  <a:schemeClr val="bg1"/>
                </a:solidFill>
                <a:ea typeface="楷体" panose="02010609060101010101" charset="-122"/>
                <a:cs typeface="楷体" panose="02010609060101010101" charset="-122"/>
              </a:rPr>
              <a:t>提高</a:t>
            </a:r>
            <a:r>
              <a:rPr lang="zh-CN" altLang="en-US" dirty="0">
                <a:solidFill>
                  <a:schemeClr val="bg2"/>
                </a:solidFill>
                <a:ea typeface="楷体" panose="02010609060101010101" charset="-122"/>
                <a:cs typeface="楷体" panose="02010609060101010101" charset="-122"/>
              </a:rPr>
              <a:t>IT项目的</a:t>
            </a:r>
            <a:r>
              <a:rPr lang="zh-CN" altLang="en-US" dirty="0">
                <a:solidFill>
                  <a:schemeClr val="bg1"/>
                </a:solidFill>
                <a:ea typeface="楷体" panose="02010609060101010101" charset="-122"/>
                <a:cs typeface="楷体" panose="02010609060101010101" charset="-122"/>
              </a:rPr>
              <a:t>开发质量和管理效率</a:t>
            </a:r>
            <a:r>
              <a:rPr lang="zh-CN" altLang="en-US" dirty="0">
                <a:solidFill>
                  <a:schemeClr val="bg2"/>
                </a:solidFill>
                <a:ea typeface="楷体" panose="02010609060101010101" charset="-122"/>
                <a:cs typeface="楷体" panose="02010609060101010101" charset="-122"/>
              </a:rPr>
              <a:t>。</a:t>
            </a:r>
            <a:endParaRPr lang="zh-CN" altLang="en-US" dirty="0">
              <a:solidFill>
                <a:schemeClr val="bg2"/>
              </a:solidFill>
              <a:ea typeface="楷体" panose="02010609060101010101" charset="-122"/>
              <a:cs typeface="楷体" panose="02010609060101010101" charset="-122"/>
            </a:endParaRPr>
          </a:p>
          <a:p>
            <a:pPr lvl="1" algn="l">
              <a:spcBef>
                <a:spcPct val="40000"/>
              </a:spcBef>
              <a:buClr>
                <a:srgbClr val="FF0000"/>
              </a:buClr>
              <a:buFont typeface="Wingdings" panose="05000000000000000000" pitchFamily="2" charset="2"/>
              <a:buChar char="n"/>
            </a:pPr>
            <a:r>
              <a:rPr lang="zh-CN" altLang="en-US" dirty="0">
                <a:solidFill>
                  <a:schemeClr val="bg1"/>
                </a:solidFill>
                <a:ea typeface="楷体" panose="02010609060101010101" charset="-122"/>
                <a:cs typeface="楷体" panose="02010609060101010101" charset="-122"/>
              </a:rPr>
              <a:t>掌握</a:t>
            </a:r>
            <a:r>
              <a:rPr lang="zh-CN" altLang="en-US" dirty="0">
                <a:solidFill>
                  <a:schemeClr val="bg2"/>
                </a:solidFill>
                <a:ea typeface="楷体" panose="02010609060101010101" charset="-122"/>
                <a:cs typeface="楷体" panose="02010609060101010101" charset="-122"/>
              </a:rPr>
              <a:t>IT项目管理</a:t>
            </a:r>
            <a:r>
              <a:rPr lang="zh-CN" altLang="en-US" dirty="0">
                <a:solidFill>
                  <a:schemeClr val="bg1"/>
                </a:solidFill>
                <a:ea typeface="楷体" panose="02010609060101010101" charset="-122"/>
                <a:cs typeface="楷体" panose="02010609060101010101" charset="-122"/>
              </a:rPr>
              <a:t>流程、模板</a:t>
            </a:r>
            <a:r>
              <a:rPr lang="zh-CN" altLang="en-US" dirty="0">
                <a:solidFill>
                  <a:schemeClr val="bg2"/>
                </a:solidFill>
                <a:ea typeface="楷体" panose="02010609060101010101" charset="-122"/>
                <a:cs typeface="楷体" panose="02010609060101010101" charset="-122"/>
              </a:rPr>
              <a:t>，</a:t>
            </a:r>
            <a:r>
              <a:rPr lang="zh-CN" altLang="en-US" dirty="0">
                <a:solidFill>
                  <a:schemeClr val="bg1"/>
                </a:solidFill>
                <a:ea typeface="楷体" panose="02010609060101010101" charset="-122"/>
                <a:cs typeface="楷体" panose="02010609060101010101" charset="-122"/>
              </a:rPr>
              <a:t>提高</a:t>
            </a:r>
            <a:r>
              <a:rPr lang="zh-CN" altLang="en-US" dirty="0">
                <a:solidFill>
                  <a:schemeClr val="bg2"/>
                </a:solidFill>
                <a:ea typeface="楷体" panose="02010609060101010101" charset="-122"/>
                <a:cs typeface="楷体" panose="02010609060101010101" charset="-122"/>
              </a:rPr>
              <a:t>IT项目管理</a:t>
            </a:r>
            <a:r>
              <a:rPr lang="zh-CN" altLang="en-US" dirty="0">
                <a:solidFill>
                  <a:schemeClr val="bg1"/>
                </a:solidFill>
                <a:ea typeface="楷体" panose="02010609060101010101" charset="-122"/>
                <a:cs typeface="楷体" panose="02010609060101010101" charset="-122"/>
              </a:rPr>
              <a:t>执行力和穿透力</a:t>
            </a:r>
            <a:r>
              <a:rPr lang="zh-CN" altLang="en-US" dirty="0">
                <a:solidFill>
                  <a:schemeClr val="bg2"/>
                </a:solidFill>
                <a:ea typeface="楷体" panose="02010609060101010101" charset="-122"/>
                <a:cs typeface="楷体" panose="02010609060101010101" charset="-122"/>
              </a:rPr>
              <a:t>。</a:t>
            </a:r>
            <a:endParaRPr kumimoji="0" lang="zh-CN" altLang="en-US">
              <a:solidFill>
                <a:schemeClr val="bg2"/>
              </a:solidFill>
              <a:ea typeface="方正舒体" panose="02010601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496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496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496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Grp="1" noChangeArrowheads="1"/>
          </p:cNvSpPr>
          <p:nvPr>
            <p:ph type="sldNum" sz="quarter" idx="10"/>
          </p:nvPr>
        </p:nvSpPr>
        <p:spPr>
          <a:noFill/>
        </p:spPr>
        <p:txBody>
          <a:bodyPr/>
          <a:lstStyle/>
          <a:p>
            <a:r>
              <a:rPr lang="zh-CN" altLang="en-GB" smtClean="0"/>
              <a:t>  </a:t>
            </a:r>
            <a:fld id="{D639E295-9CB3-4F67-AE33-73205C0C7A44}" type="slidenum">
              <a:rPr lang="zh-CN" altLang="en-GB" smtClean="0"/>
            </a:fld>
            <a:endParaRPr lang="en-US" altLang="zh-CN" smtClean="0"/>
          </a:p>
        </p:txBody>
      </p:sp>
      <p:sp>
        <p:nvSpPr>
          <p:cNvPr id="22531" name="AutoShape 6"/>
          <p:cNvSpPr>
            <a:spLocks noChangeArrowheads="1"/>
          </p:cNvSpPr>
          <p:nvPr/>
        </p:nvSpPr>
        <p:spPr bwMode="auto">
          <a:xfrm>
            <a:off x="1223963" y="3008313"/>
            <a:ext cx="3960812" cy="2736850"/>
          </a:xfrm>
          <a:prstGeom prst="cube">
            <a:avLst>
              <a:gd name="adj" fmla="val 25000"/>
            </a:avLst>
          </a:prstGeom>
          <a:noFill/>
          <a:ln w="9525">
            <a:solidFill>
              <a:schemeClr val="tx1"/>
            </a:solidFill>
            <a:miter lim="800000"/>
          </a:ln>
        </p:spPr>
        <p:txBody>
          <a:bodyPr wrap="none" anchor="ctr"/>
          <a:lstStyle/>
          <a:p>
            <a:endParaRPr lang="zh-CN" altLang="en-US"/>
          </a:p>
        </p:txBody>
      </p:sp>
      <p:grpSp>
        <p:nvGrpSpPr>
          <p:cNvPr id="2" name="Group 16"/>
          <p:cNvGrpSpPr/>
          <p:nvPr/>
        </p:nvGrpSpPr>
        <p:grpSpPr bwMode="auto">
          <a:xfrm>
            <a:off x="2357438" y="4278313"/>
            <a:ext cx="2736850" cy="458787"/>
            <a:chOff x="1656" y="2552"/>
            <a:chExt cx="1724" cy="289"/>
          </a:xfrm>
        </p:grpSpPr>
        <p:sp>
          <p:nvSpPr>
            <p:cNvPr id="22542" name="Line 8"/>
            <p:cNvSpPr>
              <a:spLocks noChangeShapeType="1"/>
            </p:cNvSpPr>
            <p:nvPr/>
          </p:nvSpPr>
          <p:spPr bwMode="auto">
            <a:xfrm>
              <a:off x="1656" y="2841"/>
              <a:ext cx="1724" cy="0"/>
            </a:xfrm>
            <a:prstGeom prst="line">
              <a:avLst/>
            </a:prstGeom>
            <a:noFill/>
            <a:ln w="101600">
              <a:solidFill>
                <a:srgbClr val="990000"/>
              </a:solidFill>
              <a:round/>
              <a:tailEnd type="triangle" w="med" len="med"/>
            </a:ln>
          </p:spPr>
          <p:txBody>
            <a:bodyPr/>
            <a:lstStyle/>
            <a:p>
              <a:endParaRPr lang="zh-CN" altLang="en-US"/>
            </a:p>
          </p:txBody>
        </p:sp>
        <p:sp>
          <p:nvSpPr>
            <p:cNvPr id="22543" name="Text Box 10"/>
            <p:cNvSpPr txBox="1">
              <a:spLocks noChangeArrowheads="1"/>
            </p:cNvSpPr>
            <p:nvPr/>
          </p:nvSpPr>
          <p:spPr bwMode="auto">
            <a:xfrm>
              <a:off x="1926" y="2552"/>
              <a:ext cx="1406" cy="288"/>
            </a:xfrm>
            <a:prstGeom prst="rect">
              <a:avLst/>
            </a:prstGeom>
            <a:noFill/>
            <a:ln w="9525">
              <a:noFill/>
              <a:miter lim="800000"/>
            </a:ln>
          </p:spPr>
          <p:txBody>
            <a:bodyPr>
              <a:spAutoFit/>
            </a:bodyPr>
            <a:lstStyle/>
            <a:p>
              <a:pPr algn="l">
                <a:spcBef>
                  <a:spcPct val="50000"/>
                </a:spcBef>
              </a:pPr>
              <a:r>
                <a:rPr lang="zh-CN" altLang="en-US" sz="2400">
                  <a:solidFill>
                    <a:srgbClr val="000066"/>
                  </a:solidFill>
                  <a:ea typeface="宋体" panose="02010600030101010101" pitchFamily="2" charset="-122"/>
                </a:rPr>
                <a:t>科学与技能</a:t>
              </a:r>
              <a:endParaRPr lang="zh-CN" altLang="en-US" sz="2400">
                <a:solidFill>
                  <a:srgbClr val="000066"/>
                </a:solidFill>
                <a:ea typeface="宋体" panose="02010600030101010101" pitchFamily="2" charset="-122"/>
              </a:endParaRPr>
            </a:p>
          </p:txBody>
        </p:sp>
      </p:grpSp>
      <p:grpSp>
        <p:nvGrpSpPr>
          <p:cNvPr id="3" name="Group 17"/>
          <p:cNvGrpSpPr/>
          <p:nvPr/>
        </p:nvGrpSpPr>
        <p:grpSpPr bwMode="auto">
          <a:xfrm>
            <a:off x="71438" y="4735513"/>
            <a:ext cx="3095625" cy="1296987"/>
            <a:chOff x="204" y="2841"/>
            <a:chExt cx="1950" cy="817"/>
          </a:xfrm>
        </p:grpSpPr>
        <p:sp>
          <p:nvSpPr>
            <p:cNvPr id="22540" name="Line 9"/>
            <p:cNvSpPr>
              <a:spLocks noChangeShapeType="1"/>
            </p:cNvSpPr>
            <p:nvPr/>
          </p:nvSpPr>
          <p:spPr bwMode="auto">
            <a:xfrm flipH="1">
              <a:off x="204" y="2841"/>
              <a:ext cx="1451" cy="817"/>
            </a:xfrm>
            <a:prstGeom prst="line">
              <a:avLst/>
            </a:prstGeom>
            <a:noFill/>
            <a:ln w="101600">
              <a:solidFill>
                <a:srgbClr val="990000"/>
              </a:solidFill>
              <a:round/>
              <a:tailEnd type="triangle" w="med" len="med"/>
            </a:ln>
          </p:spPr>
          <p:txBody>
            <a:bodyPr/>
            <a:lstStyle/>
            <a:p>
              <a:endParaRPr lang="zh-CN" altLang="en-US"/>
            </a:p>
          </p:txBody>
        </p:sp>
        <p:sp>
          <p:nvSpPr>
            <p:cNvPr id="22541" name="Text Box 11"/>
            <p:cNvSpPr txBox="1">
              <a:spLocks noChangeArrowheads="1"/>
            </p:cNvSpPr>
            <p:nvPr/>
          </p:nvSpPr>
          <p:spPr bwMode="auto">
            <a:xfrm rot="-1698256">
              <a:off x="295" y="3097"/>
              <a:ext cx="1859" cy="288"/>
            </a:xfrm>
            <a:prstGeom prst="rect">
              <a:avLst/>
            </a:prstGeom>
            <a:noFill/>
            <a:ln w="9525">
              <a:noFill/>
              <a:miter lim="800000"/>
            </a:ln>
          </p:spPr>
          <p:txBody>
            <a:bodyPr>
              <a:spAutoFit/>
            </a:bodyPr>
            <a:lstStyle/>
            <a:p>
              <a:pPr algn="l">
                <a:spcBef>
                  <a:spcPct val="50000"/>
                </a:spcBef>
              </a:pPr>
              <a:r>
                <a:rPr lang="zh-CN" altLang="en-US" sz="2400">
                  <a:solidFill>
                    <a:srgbClr val="000066"/>
                  </a:solidFill>
                  <a:ea typeface="宋体" panose="02010600030101010101" pitchFamily="2" charset="-122"/>
                </a:rPr>
                <a:t>过程与方法</a:t>
              </a:r>
              <a:endParaRPr lang="zh-CN" altLang="en-US" sz="2400">
                <a:solidFill>
                  <a:srgbClr val="000066"/>
                </a:solidFill>
                <a:ea typeface="宋体" panose="02010600030101010101" pitchFamily="2" charset="-122"/>
              </a:endParaRPr>
            </a:p>
          </p:txBody>
        </p:sp>
      </p:grpSp>
      <p:grpSp>
        <p:nvGrpSpPr>
          <p:cNvPr id="4" name="Group 18"/>
          <p:cNvGrpSpPr/>
          <p:nvPr/>
        </p:nvGrpSpPr>
        <p:grpSpPr bwMode="auto">
          <a:xfrm>
            <a:off x="1898650" y="2000250"/>
            <a:ext cx="549275" cy="2736850"/>
            <a:chOff x="1355" y="1117"/>
            <a:chExt cx="346" cy="1724"/>
          </a:xfrm>
        </p:grpSpPr>
        <p:sp>
          <p:nvSpPr>
            <p:cNvPr id="22538" name="Line 7"/>
            <p:cNvSpPr>
              <a:spLocks noChangeShapeType="1"/>
            </p:cNvSpPr>
            <p:nvPr/>
          </p:nvSpPr>
          <p:spPr bwMode="auto">
            <a:xfrm>
              <a:off x="1656" y="1117"/>
              <a:ext cx="0" cy="1724"/>
            </a:xfrm>
            <a:prstGeom prst="line">
              <a:avLst/>
            </a:prstGeom>
            <a:noFill/>
            <a:ln w="101600">
              <a:solidFill>
                <a:srgbClr val="990000"/>
              </a:solidFill>
              <a:round/>
              <a:headEnd type="triangle" w="med" len="med"/>
            </a:ln>
          </p:spPr>
          <p:txBody>
            <a:bodyPr/>
            <a:lstStyle/>
            <a:p>
              <a:endParaRPr lang="zh-CN" altLang="en-US"/>
            </a:p>
          </p:txBody>
        </p:sp>
        <p:sp>
          <p:nvSpPr>
            <p:cNvPr id="22539" name="Text Box 14"/>
            <p:cNvSpPr txBox="1">
              <a:spLocks noChangeArrowheads="1"/>
            </p:cNvSpPr>
            <p:nvPr/>
          </p:nvSpPr>
          <p:spPr bwMode="auto">
            <a:xfrm>
              <a:off x="1355" y="1299"/>
              <a:ext cx="346" cy="1224"/>
            </a:xfrm>
            <a:prstGeom prst="rect">
              <a:avLst/>
            </a:prstGeom>
            <a:noFill/>
            <a:ln w="9525">
              <a:noFill/>
              <a:miter lim="800000"/>
            </a:ln>
          </p:spPr>
          <p:txBody>
            <a:bodyPr vert="eaVert">
              <a:spAutoFit/>
            </a:bodyPr>
            <a:lstStyle/>
            <a:p>
              <a:pPr algn="r">
                <a:spcBef>
                  <a:spcPct val="50000"/>
                </a:spcBef>
              </a:pPr>
              <a:r>
                <a:rPr lang="zh-CN" altLang="en-US" sz="2400">
                  <a:solidFill>
                    <a:srgbClr val="000066"/>
                  </a:solidFill>
                  <a:ea typeface="宋体" panose="02010600030101010101" pitchFamily="2" charset="-122"/>
                </a:rPr>
                <a:t>情感与价值观</a:t>
              </a:r>
              <a:endParaRPr lang="zh-CN" altLang="en-US" sz="2400">
                <a:solidFill>
                  <a:srgbClr val="000066"/>
                </a:solidFill>
                <a:ea typeface="宋体" panose="02010600030101010101" pitchFamily="2" charset="-122"/>
              </a:endParaRPr>
            </a:p>
          </p:txBody>
        </p:sp>
      </p:grpSp>
      <p:sp>
        <p:nvSpPr>
          <p:cNvPr id="429071" name="Text Box 15"/>
          <p:cNvSpPr txBox="1">
            <a:spLocks noChangeArrowheads="1"/>
          </p:cNvSpPr>
          <p:nvPr/>
        </p:nvSpPr>
        <p:spPr bwMode="auto">
          <a:xfrm>
            <a:off x="5094605" y="1214755"/>
            <a:ext cx="3906520" cy="4102735"/>
          </a:xfrm>
          <a:prstGeom prst="rect">
            <a:avLst/>
          </a:prstGeom>
          <a:noFill/>
          <a:ln w="9525">
            <a:noFill/>
            <a:miter lim="800000"/>
          </a:ln>
        </p:spPr>
        <p:txBody>
          <a:bodyPr wrap="square">
            <a:spAutoFit/>
          </a:bodyPr>
          <a:lstStyle/>
          <a:p>
            <a:pPr algn="l">
              <a:lnSpc>
                <a:spcPct val="110000"/>
              </a:lnSpc>
              <a:spcBef>
                <a:spcPts val="600"/>
              </a:spcBef>
              <a:spcAft>
                <a:spcPts val="600"/>
              </a:spcAft>
              <a:buClr>
                <a:srgbClr val="990000"/>
              </a:buClr>
            </a:pPr>
            <a:r>
              <a:rPr lang="zh-CN" altLang="en-US" sz="3600" u="sng" dirty="0">
                <a:solidFill>
                  <a:schemeClr val="bg1"/>
                </a:solidFill>
                <a:latin typeface="楷体" panose="02010609060101010101" charset="-122"/>
                <a:ea typeface="楷体" panose="02010609060101010101" charset="-122"/>
              </a:rPr>
              <a:t>结论</a:t>
            </a:r>
            <a:endParaRPr lang="en-US" altLang="zh-CN" sz="3600" u="sng" dirty="0">
              <a:solidFill>
                <a:schemeClr val="bg1"/>
              </a:solidFill>
              <a:latin typeface="楷体" panose="02010609060101010101" charset="-122"/>
              <a:ea typeface="楷体" panose="02010609060101010101" charset="-122"/>
            </a:endParaRPr>
          </a:p>
          <a:p>
            <a:pPr algn="l">
              <a:lnSpc>
                <a:spcPct val="120000"/>
              </a:lnSpc>
              <a:spcAft>
                <a:spcPts val="600"/>
              </a:spcAft>
              <a:buClr>
                <a:srgbClr val="FF0000"/>
              </a:buClr>
              <a:buFont typeface="Wingdings" panose="05000000000000000000" pitchFamily="2" charset="2"/>
              <a:buChar char="n"/>
            </a:pPr>
            <a:r>
              <a:rPr lang="zh-CN" altLang="en-US" sz="2800" dirty="0">
                <a:solidFill>
                  <a:schemeClr val="bg2"/>
                </a:solidFill>
                <a:ea typeface="楷体" panose="02010609060101010101" charset="-122"/>
                <a:cs typeface="楷体" panose="02010609060101010101" charset="-122"/>
              </a:rPr>
              <a:t>应该将使</a:t>
            </a:r>
            <a:r>
              <a:rPr lang="zh-CN" altLang="en-US" sz="2800" dirty="0">
                <a:solidFill>
                  <a:schemeClr val="bg1"/>
                </a:solidFill>
                <a:ea typeface="楷体" panose="02010609060101010101" charset="-122"/>
                <a:cs typeface="楷体" panose="02010609060101010101" charset="-122"/>
              </a:rPr>
              <a:t>科学与技能</a:t>
            </a:r>
            <a:r>
              <a:rPr lang="zh-CN" altLang="en-US" sz="2800" dirty="0">
                <a:solidFill>
                  <a:schemeClr val="bg2"/>
                </a:solidFill>
                <a:ea typeface="楷体" panose="02010609060101010101" charset="-122"/>
                <a:cs typeface="楷体" panose="02010609060101010101" charset="-122"/>
              </a:rPr>
              <a:t>、</a:t>
            </a:r>
            <a:r>
              <a:rPr lang="zh-CN" altLang="en-US" sz="2800" dirty="0">
                <a:solidFill>
                  <a:schemeClr val="bg1"/>
                </a:solidFill>
                <a:ea typeface="楷体" panose="02010609060101010101" charset="-122"/>
                <a:cs typeface="楷体" panose="02010609060101010101" charset="-122"/>
              </a:rPr>
              <a:t>过程与方法</a:t>
            </a:r>
            <a:r>
              <a:rPr lang="zh-CN" altLang="en-US" sz="2800" dirty="0">
                <a:solidFill>
                  <a:schemeClr val="bg2"/>
                </a:solidFill>
                <a:ea typeface="楷体" panose="02010609060101010101" charset="-122"/>
                <a:cs typeface="楷体" panose="02010609060101010101" charset="-122"/>
              </a:rPr>
              <a:t>、</a:t>
            </a:r>
            <a:r>
              <a:rPr lang="zh-CN" altLang="en-US" sz="2800" dirty="0">
                <a:solidFill>
                  <a:schemeClr val="bg1"/>
                </a:solidFill>
                <a:ea typeface="楷体" panose="02010609060101010101" charset="-122"/>
                <a:cs typeface="楷体" panose="02010609060101010101" charset="-122"/>
              </a:rPr>
              <a:t>情感与价值观</a:t>
            </a:r>
            <a:r>
              <a:rPr lang="zh-CN" altLang="en-US" sz="2800" dirty="0">
                <a:solidFill>
                  <a:schemeClr val="bg2"/>
                </a:solidFill>
                <a:ea typeface="楷体" panose="02010609060101010101" charset="-122"/>
                <a:cs typeface="楷体" panose="02010609060101010101" charset="-122"/>
              </a:rPr>
              <a:t>高度统一起来，使项目管理的学习与实践始终处于三维状态。</a:t>
            </a:r>
            <a:endParaRPr lang="zh-CN" altLang="en-US" sz="2800" dirty="0">
              <a:solidFill>
                <a:schemeClr val="bg2"/>
              </a:solidFill>
              <a:ea typeface="楷体" panose="02010609060101010101" charset="-122"/>
              <a:cs typeface="楷体" panose="02010609060101010101" charset="-122"/>
            </a:endParaRPr>
          </a:p>
          <a:p>
            <a:pPr algn="l">
              <a:lnSpc>
                <a:spcPct val="120000"/>
              </a:lnSpc>
              <a:spcAft>
                <a:spcPts val="600"/>
              </a:spcAft>
              <a:buClr>
                <a:srgbClr val="FF0000"/>
              </a:buClr>
              <a:buFont typeface="Wingdings" panose="05000000000000000000" pitchFamily="2" charset="2"/>
              <a:buChar char="n"/>
            </a:pPr>
            <a:endParaRPr lang="zh-CN" altLang="en-US" sz="3600" dirty="0">
              <a:solidFill>
                <a:srgbClr val="000066"/>
              </a:solidFill>
              <a:latin typeface="黑体" panose="02010609060101010101" pitchFamily="2" charset="-122"/>
            </a:endParaRPr>
          </a:p>
        </p:txBody>
      </p:sp>
      <p:sp>
        <p:nvSpPr>
          <p:cNvPr id="22536" name="Rectangle 21"/>
          <p:cNvSpPr>
            <a:spLocks noGrp="1" noChangeArrowheads="1"/>
          </p:cNvSpPr>
          <p:nvPr>
            <p:ph type="subTitle" idx="4294967295"/>
          </p:nvPr>
        </p:nvSpPr>
        <p:spPr bwMode="auto">
          <a:xfrm>
            <a:off x="136525" y="620713"/>
            <a:ext cx="7315200" cy="503237"/>
          </a:xfrm>
          <a:prstGeom prst="rect">
            <a:avLst/>
          </a:prstGeom>
          <a:noFill/>
          <a:ln>
            <a:miter lim="800000"/>
          </a:ln>
        </p:spPr>
        <p:txBody>
          <a:bodyPr/>
          <a:lstStyle/>
          <a:p>
            <a:pPr marL="0" indent="0" eaLnBrk="1" hangingPunct="1">
              <a:buClr>
                <a:schemeClr val="tx1"/>
              </a:buClr>
              <a:buSzTx/>
              <a:buNone/>
            </a:pPr>
            <a:r>
              <a:rPr lang="en-US" altLang="zh-CN" sz="3000" b="1" smtClean="0">
                <a:latin typeface="宋体" panose="02010600030101010101" pitchFamily="2" charset="-122"/>
              </a:rPr>
              <a:t>2 </a:t>
            </a:r>
            <a:r>
              <a:rPr lang="zh-CN" altLang="en-US" sz="3000" b="1" smtClean="0">
                <a:latin typeface="宋体" panose="02010600030101010101" pitchFamily="2" charset="-122"/>
              </a:rPr>
              <a:t>我们如何来学习</a:t>
            </a:r>
            <a:r>
              <a:rPr lang="en-US" altLang="zh-CN" sz="3000" b="1" smtClean="0">
                <a:latin typeface="宋体" panose="02010600030101010101" pitchFamily="2" charset="-122"/>
              </a:rPr>
              <a:t>IT</a:t>
            </a:r>
            <a:r>
              <a:rPr lang="zh-CN" altLang="en-US" sz="3000" b="1" smtClean="0">
                <a:latin typeface="宋体" panose="02010600030101010101" pitchFamily="2" charset="-122"/>
              </a:rPr>
              <a:t>项目管理？</a:t>
            </a:r>
            <a:endParaRPr lang="en-US" altLang="zh-CN" sz="3000" b="1" smtClean="0">
              <a:latin typeface="宋体" panose="02010600030101010101" pitchFamily="2" charset="-122"/>
            </a:endParaRPr>
          </a:p>
        </p:txBody>
      </p:sp>
      <p:sp>
        <p:nvSpPr>
          <p:cNvPr id="22537" name="Rectangle 16"/>
          <p:cNvSpPr>
            <a:spLocks noChangeArrowheads="1"/>
          </p:cNvSpPr>
          <p:nvPr/>
        </p:nvSpPr>
        <p:spPr bwMode="auto">
          <a:xfrm>
            <a:off x="369303" y="6501499"/>
            <a:ext cx="4523740" cy="398780"/>
          </a:xfrm>
          <a:prstGeom prst="rect">
            <a:avLst/>
          </a:prstGeom>
          <a:noFill/>
          <a:ln w="50800" algn="ctr">
            <a:noFill/>
            <a:miter lim="800000"/>
          </a:ln>
        </p:spPr>
        <p:txBody>
          <a:bodyPr wrap="none" anchor="ctr">
            <a:spAutoFit/>
          </a:bodyPr>
          <a:lstStyle/>
          <a:p>
            <a:pPr algn="l">
              <a:buClr>
                <a:srgbClr val="FF0000"/>
              </a:buClr>
            </a:pPr>
            <a:r>
              <a:rPr kumimoji="0" lang="zh-CN" altLang="en-US" sz="2000" smtClean="0">
                <a:solidFill>
                  <a:srgbClr val="FF0000"/>
                </a:solidFill>
                <a:latin typeface="黑体" panose="02010609060101010101" pitchFamily="2" charset="-122"/>
              </a:rPr>
              <a:t>图</a:t>
            </a:r>
            <a:r>
              <a:rPr kumimoji="0" lang="en-US" altLang="zh-CN" sz="2000" smtClean="0">
                <a:solidFill>
                  <a:srgbClr val="FF0000"/>
                </a:solidFill>
                <a:cs typeface="Times New Roman" panose="02020603050405020304" pitchFamily="18" charset="0"/>
              </a:rPr>
              <a:t>1</a:t>
            </a:r>
            <a:r>
              <a:rPr kumimoji="0" lang="zh-CN" altLang="en-US" sz="2000" smtClean="0">
                <a:solidFill>
                  <a:srgbClr val="FF0000"/>
                </a:solidFill>
                <a:latin typeface="黑体" panose="02010609060101010101" pitchFamily="2" charset="-122"/>
              </a:rPr>
              <a:t>：</a:t>
            </a:r>
            <a:r>
              <a:rPr kumimoji="0" lang="en-US" altLang="zh-CN" sz="2000" smtClean="0">
                <a:solidFill>
                  <a:srgbClr val="FF0000"/>
                </a:solidFill>
                <a:latin typeface="黑体" panose="02010609060101010101" pitchFamily="2" charset="-122"/>
              </a:rPr>
              <a:t>IT</a:t>
            </a:r>
            <a:r>
              <a:rPr kumimoji="0" lang="zh-CN" altLang="en-US" sz="2000" dirty="0">
                <a:solidFill>
                  <a:srgbClr val="FF0000"/>
                </a:solidFill>
                <a:latin typeface="黑体" panose="02010609060101010101" pitchFamily="2" charset="-122"/>
              </a:rPr>
              <a:t>项目管理最佳</a:t>
            </a:r>
            <a:r>
              <a:rPr kumimoji="0" lang="zh-CN" altLang="en-US" sz="2000" dirty="0" smtClean="0">
                <a:solidFill>
                  <a:srgbClr val="FF0000"/>
                </a:solidFill>
                <a:latin typeface="黑体" panose="02010609060101010101" pitchFamily="2" charset="-122"/>
              </a:rPr>
              <a:t>学习与实践模型 </a:t>
            </a:r>
            <a:endParaRPr kumimoji="0" lang="zh-CN" altLang="en-US" sz="2000" dirty="0">
              <a:solidFill>
                <a:srgbClr val="FF0000"/>
              </a:solidFill>
              <a:latin typeface="黑体" panose="0201060906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0" fill="hold"/>
                                        <p:tgtEl>
                                          <p:spTgt spid="2"/>
                                        </p:tgtEl>
                                        <p:attrNameLst>
                                          <p:attrName>ppt_x</p:attrName>
                                        </p:attrNameLst>
                                      </p:cBhvr>
                                      <p:tavLst>
                                        <p:tav tm="0">
                                          <p:val>
                                            <p:strVal val="0-#ppt_w/2"/>
                                          </p:val>
                                        </p:tav>
                                        <p:tav tm="100000">
                                          <p:val>
                                            <p:strVal val="#ppt_x"/>
                                          </p:val>
                                        </p:tav>
                                      </p:tavLst>
                                    </p:anim>
                                    <p:anim calcmode="lin" valueType="num">
                                      <p:cBhvr additive="base">
                                        <p:cTn id="8" dur="5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sldNum" sz="quarter" idx="10"/>
          </p:nvPr>
        </p:nvSpPr>
        <p:spPr>
          <a:noFill/>
        </p:spPr>
        <p:txBody>
          <a:bodyPr/>
          <a:lstStyle/>
          <a:p>
            <a:r>
              <a:rPr lang="zh-CN" altLang="en-GB" smtClean="0"/>
              <a:t>  </a:t>
            </a:r>
            <a:fld id="{089EA937-602A-4DE8-80AB-CE3774A0EEB8}" type="slidenum">
              <a:rPr lang="zh-CN" altLang="en-GB" smtClean="0"/>
            </a:fld>
            <a:endParaRPr lang="en-US" altLang="zh-CN" smtClean="0"/>
          </a:p>
        </p:txBody>
      </p:sp>
      <p:sp>
        <p:nvSpPr>
          <p:cNvPr id="409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ea typeface="宋体" panose="02010600030101010101" pitchFamily="2" charset="-122"/>
            </a:endParaRPr>
          </a:p>
        </p:txBody>
      </p:sp>
      <p:sp>
        <p:nvSpPr>
          <p:cNvPr id="4100"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a typeface="宋体" panose="02010600030101010101" pitchFamily="2" charset="-122"/>
            </a:endParaRPr>
          </a:p>
        </p:txBody>
      </p:sp>
      <p:sp>
        <p:nvSpPr>
          <p:cNvPr id="4101"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华文新魏" panose="02010800040101010101" pitchFamily="2" charset="-122"/>
                <a:ea typeface="华文新魏" panose="02010800040101010101" pitchFamily="2" charset="-122"/>
              </a:rPr>
              <a:t>提   纲</a:t>
            </a:r>
            <a:endParaRPr lang="en-US" altLang="zh-CN" sz="4800" b="1" smtClean="0">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0" y="1528763"/>
            <a:ext cx="9072563" cy="3723005"/>
          </a:xfrm>
          <a:prstGeom prst="rect">
            <a:avLst/>
          </a:prstGeom>
          <a:noFill/>
          <a:ln w="9525">
            <a:noFill/>
            <a:miter lim="800000"/>
          </a:ln>
        </p:spPr>
        <p:txBody>
          <a:bodyPr>
            <a:spAutoFit/>
          </a:bodyPr>
          <a:lstStyle/>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chemeClr val="bg1">
                    <a:lumMod val="50000"/>
                  </a:schemeClr>
                </a:solidFill>
                <a:uFillTx/>
                <a:ea typeface="楷体" panose="02010609060101010101" charset="-122"/>
                <a:cs typeface="楷体" panose="02010609060101010101" charset="-122"/>
              </a:rPr>
              <a:t>我们为什么要学习</a:t>
            </a:r>
            <a:r>
              <a:rPr lang="en-US" altLang="zh-CN" sz="4400" dirty="0">
                <a:solidFill>
                  <a:schemeClr val="bg1">
                    <a:lumMod val="50000"/>
                  </a:schemeClr>
                </a:solidFill>
                <a:uFillTx/>
                <a:ea typeface="楷体" panose="02010609060101010101" charset="-122"/>
                <a:cs typeface="楷体" panose="02010609060101010101" charset="-122"/>
              </a:rPr>
              <a:t>IT</a:t>
            </a:r>
            <a:r>
              <a:rPr lang="zh-CN" altLang="en-US" sz="4400" dirty="0">
                <a:solidFill>
                  <a:schemeClr val="bg1">
                    <a:lumMod val="50000"/>
                  </a:schemeClr>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chemeClr val="bg1">
                    <a:lumMod val="50000"/>
                  </a:schemeClr>
                </a:solidFill>
                <a:uFillTx/>
                <a:ea typeface="楷体" panose="02010609060101010101" charset="-122"/>
                <a:cs typeface="楷体" panose="02010609060101010101" charset="-122"/>
              </a:rPr>
              <a:t>我们如何来学习</a:t>
            </a:r>
            <a:r>
              <a:rPr lang="en-US" altLang="zh-CN" sz="4400" dirty="0">
                <a:solidFill>
                  <a:schemeClr val="bg1">
                    <a:lumMod val="50000"/>
                  </a:schemeClr>
                </a:solidFill>
                <a:uFillTx/>
                <a:ea typeface="楷体" panose="02010609060101010101" charset="-122"/>
                <a:cs typeface="楷体" panose="02010609060101010101" charset="-122"/>
              </a:rPr>
              <a:t>IT</a:t>
            </a:r>
            <a:r>
              <a:rPr lang="zh-CN" altLang="en-US" sz="4400" dirty="0">
                <a:solidFill>
                  <a:schemeClr val="bg1">
                    <a:lumMod val="50000"/>
                  </a:schemeClr>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smtClean="0">
                <a:solidFill>
                  <a:srgbClr val="FF0000"/>
                </a:solidFill>
                <a:uFillTx/>
                <a:ea typeface="楷体" panose="02010609060101010101" charset="-122"/>
                <a:cs typeface="楷体" panose="02010609060101010101" charset="-122"/>
              </a:rPr>
              <a:t>关于教学计划</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en-US" altLang="zh-CN" sz="4400" smtClean="0">
                <a:solidFill>
                  <a:schemeClr val="bg1">
                    <a:lumMod val="50000"/>
                  </a:schemeClr>
                </a:solidFill>
                <a:uFillTx/>
                <a:ea typeface="楷体" panose="02010609060101010101" charset="-122"/>
                <a:cs typeface="楷体" panose="02010609060101010101" charset="-122"/>
              </a:rPr>
              <a:t>IT</a:t>
            </a:r>
            <a:r>
              <a:rPr lang="zh-CN" altLang="en-US" sz="4400" smtClean="0">
                <a:solidFill>
                  <a:schemeClr val="bg1">
                    <a:lumMod val="50000"/>
                  </a:schemeClr>
                </a:solidFill>
                <a:uFillTx/>
                <a:ea typeface="楷体" panose="02010609060101010101" charset="-122"/>
                <a:cs typeface="楷体" panose="02010609060101010101" charset="-122"/>
              </a:rPr>
              <a:t>项目管理感想与体会</a:t>
            </a:r>
            <a:endParaRPr lang="zh-CN" altLang="en-US" sz="4400" dirty="0" smtClean="0">
              <a:solidFill>
                <a:schemeClr val="bg1">
                  <a:lumMod val="50000"/>
                </a:schemeClr>
              </a:solidFill>
              <a:uFillTx/>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9"/>
          <p:cNvSpPr>
            <a:spLocks noGrp="1" noChangeArrowheads="1"/>
          </p:cNvSpPr>
          <p:nvPr>
            <p:ph type="sldNum" sz="quarter" idx="10"/>
          </p:nvPr>
        </p:nvSpPr>
        <p:spPr>
          <a:noFill/>
        </p:spPr>
        <p:txBody>
          <a:bodyPr/>
          <a:lstStyle/>
          <a:p>
            <a:r>
              <a:rPr lang="zh-CN" altLang="en-GB" smtClean="0"/>
              <a:t>  </a:t>
            </a:r>
            <a:fld id="{6DF1EA50-3CA1-417F-B9DC-7B0904904F9E}" type="slidenum">
              <a:rPr lang="zh-CN" altLang="en-GB" smtClean="0"/>
            </a:fld>
            <a:endParaRPr lang="en-US" altLang="zh-CN" smtClean="0"/>
          </a:p>
        </p:txBody>
      </p:sp>
      <p:sp>
        <p:nvSpPr>
          <p:cNvPr id="27651" name="Rectangle 2"/>
          <p:cNvSpPr>
            <a:spLocks noGrp="1" noChangeArrowheads="1"/>
          </p:cNvSpPr>
          <p:nvPr>
            <p:ph type="subTitle" idx="4294967295"/>
          </p:nvPr>
        </p:nvSpPr>
        <p:spPr bwMode="auto">
          <a:xfrm>
            <a:off x="107950" y="620713"/>
            <a:ext cx="6705600" cy="506412"/>
          </a:xfrm>
          <a:prstGeom prst="rect">
            <a:avLst/>
          </a:prstGeom>
          <a:noFill/>
          <a:ln>
            <a:miter lim="800000"/>
          </a:ln>
        </p:spPr>
        <p:txBody>
          <a:bodyPr/>
          <a:lstStyle/>
          <a:p>
            <a:pPr>
              <a:spcBef>
                <a:spcPts val="1200"/>
              </a:spcBef>
              <a:spcAft>
                <a:spcPts val="1200"/>
              </a:spcAft>
              <a:buClr>
                <a:schemeClr val="tx1"/>
              </a:buClr>
              <a:buSzPct val="100000"/>
              <a:buNone/>
            </a:pPr>
            <a:r>
              <a:rPr lang="en-US" altLang="zh-CN" sz="3000" b="1" smtClean="0">
                <a:latin typeface="黑体" panose="02010609060101010101" pitchFamily="2" charset="-122"/>
                <a:ea typeface="黑体" panose="02010609060101010101" pitchFamily="2" charset="-122"/>
              </a:rPr>
              <a:t>3 </a:t>
            </a:r>
            <a:r>
              <a:rPr lang="zh-CN" altLang="en-US" sz="3000" b="1" smtClean="0">
                <a:latin typeface="黑体" panose="02010609060101010101" pitchFamily="2" charset="-122"/>
                <a:ea typeface="黑体" panose="02010609060101010101" pitchFamily="2" charset="-122"/>
              </a:rPr>
              <a:t>关于教学背景与计划</a:t>
            </a:r>
            <a:endParaRPr lang="en-US" altLang="zh-CN" sz="3000" b="1" dirty="0" smtClean="0">
              <a:latin typeface="黑体" panose="02010609060101010101" pitchFamily="2" charset="-122"/>
              <a:ea typeface="黑体" panose="02010609060101010101" pitchFamily="2" charset="-122"/>
            </a:endParaRPr>
          </a:p>
        </p:txBody>
      </p:sp>
      <p:sp>
        <p:nvSpPr>
          <p:cNvPr id="27652" name="Text Box 3"/>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452613" name="Text Box 5"/>
          <p:cNvSpPr txBox="1">
            <a:spLocks noChangeArrowheads="1"/>
          </p:cNvSpPr>
          <p:nvPr/>
        </p:nvSpPr>
        <p:spPr bwMode="auto">
          <a:xfrm>
            <a:off x="395288" y="1916113"/>
            <a:ext cx="8066087" cy="3032760"/>
          </a:xfrm>
          <a:prstGeom prst="rect">
            <a:avLst/>
          </a:prstGeom>
          <a:noFill/>
          <a:ln w="9525">
            <a:noFill/>
            <a:miter lim="800000"/>
          </a:ln>
        </p:spPr>
        <p:txBody>
          <a:bodyPr>
            <a:spAutoFit/>
          </a:bodyPr>
          <a:lstStyle/>
          <a:p>
            <a:pPr algn="l">
              <a:spcBef>
                <a:spcPct val="40000"/>
              </a:spcBef>
              <a:buClr>
                <a:srgbClr val="990000"/>
              </a:buClr>
              <a:buFont typeface="Wingdings" panose="05000000000000000000" pitchFamily="2" charset="2"/>
              <a:buChar char="n"/>
            </a:pPr>
            <a:r>
              <a:rPr lang="zh-CN" altLang="en-US" sz="4000" dirty="0" smtClean="0">
                <a:solidFill>
                  <a:schemeClr val="bg2"/>
                </a:solidFill>
                <a:ea typeface="华文楷体" panose="02010600040101010101" pitchFamily="2" charset="-122"/>
              </a:rPr>
              <a:t>关于</a:t>
            </a:r>
            <a:r>
              <a:rPr lang="zh-CN" altLang="en-US" sz="4000" dirty="0">
                <a:solidFill>
                  <a:schemeClr val="bg2"/>
                </a:solidFill>
                <a:ea typeface="华文楷体" panose="02010600040101010101" pitchFamily="2" charset="-122"/>
              </a:rPr>
              <a:t>教学计划</a:t>
            </a:r>
            <a:endParaRPr lang="zh-CN" altLang="en-US" sz="4000" dirty="0">
              <a:solidFill>
                <a:schemeClr val="bg2"/>
              </a:solidFill>
              <a:ea typeface="华文楷体" panose="02010600040101010101" pitchFamily="2" charset="-122"/>
            </a:endParaRPr>
          </a:p>
          <a:p>
            <a:pPr lvl="1" algn="l">
              <a:spcBef>
                <a:spcPct val="40000"/>
              </a:spcBef>
              <a:buClr>
                <a:srgbClr val="990000"/>
              </a:buClr>
              <a:buFont typeface="Wingdings" panose="05000000000000000000" pitchFamily="2" charset="2"/>
              <a:buChar char="n"/>
            </a:pPr>
            <a:r>
              <a:rPr lang="zh-CN" altLang="en-US" dirty="0">
                <a:solidFill>
                  <a:schemeClr val="bg2"/>
                </a:solidFill>
                <a:ea typeface="华文楷体" panose="02010600040101010101" pitchFamily="2" charset="-122"/>
              </a:rPr>
              <a:t>授课、</a:t>
            </a:r>
            <a:r>
              <a:rPr lang="zh-CN" altLang="en-US" dirty="0">
                <a:solidFill>
                  <a:schemeClr val="bg1"/>
                </a:solidFill>
                <a:ea typeface="华文楷体" panose="02010600040101010101" pitchFamily="2" charset="-122"/>
              </a:rPr>
              <a:t>组队完成项目</a:t>
            </a:r>
            <a:r>
              <a:rPr lang="zh-CN" altLang="en-US" dirty="0">
                <a:solidFill>
                  <a:schemeClr val="bg2"/>
                </a:solidFill>
                <a:ea typeface="华文楷体" panose="02010600040101010101" pitchFamily="2" charset="-122"/>
              </a:rPr>
              <a:t>、期末考试</a:t>
            </a:r>
            <a:endParaRPr lang="zh-CN" altLang="en-US" dirty="0">
              <a:solidFill>
                <a:schemeClr val="bg2"/>
              </a:solidFill>
              <a:ea typeface="华文楷体" panose="02010600040101010101" pitchFamily="2" charset="-122"/>
            </a:endParaRPr>
          </a:p>
          <a:p>
            <a:pPr algn="l">
              <a:spcBef>
                <a:spcPct val="40000"/>
              </a:spcBef>
              <a:buClr>
                <a:srgbClr val="990000"/>
              </a:buClr>
              <a:buFont typeface="Wingdings" panose="05000000000000000000" pitchFamily="2" charset="2"/>
              <a:buChar char="n"/>
            </a:pPr>
            <a:r>
              <a:rPr lang="zh-CN" altLang="en-US" sz="4000" dirty="0" smtClean="0">
                <a:solidFill>
                  <a:schemeClr val="bg2"/>
                </a:solidFill>
                <a:ea typeface="华文楷体" panose="02010600040101010101" pitchFamily="2" charset="-122"/>
              </a:rPr>
              <a:t>关于授课方式与考核考试</a:t>
            </a:r>
            <a:endParaRPr lang="zh-CN" altLang="en-US" sz="4000" dirty="0" smtClean="0">
              <a:solidFill>
                <a:schemeClr val="bg2"/>
              </a:solidFill>
              <a:ea typeface="华文楷体" panose="02010600040101010101" pitchFamily="2" charset="-122"/>
            </a:endParaRPr>
          </a:p>
          <a:p>
            <a:pPr algn="l">
              <a:spcBef>
                <a:spcPct val="40000"/>
              </a:spcBef>
              <a:buClr>
                <a:srgbClr val="990000"/>
              </a:buClr>
              <a:buFont typeface="Wingdings" panose="05000000000000000000" pitchFamily="2" charset="2"/>
              <a:buChar char="n"/>
            </a:pPr>
            <a:endParaRPr lang="zh-CN" altLang="en-US" sz="4000" dirty="0">
              <a:solidFill>
                <a:schemeClr val="bg2"/>
              </a:solidFill>
              <a:ea typeface="华文楷体" panose="0201060004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1043305" y="4220845"/>
            <a:ext cx="6553200" cy="15621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261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261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261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sldNum" sz="quarter" idx="10"/>
          </p:nvPr>
        </p:nvSpPr>
        <p:spPr>
          <a:noFill/>
        </p:spPr>
        <p:txBody>
          <a:bodyPr/>
          <a:lstStyle/>
          <a:p>
            <a:r>
              <a:rPr lang="zh-CN" altLang="en-GB" smtClean="0"/>
              <a:t>  </a:t>
            </a:r>
            <a:fld id="{089EA937-602A-4DE8-80AB-CE3774A0EEB8}" type="slidenum">
              <a:rPr lang="zh-CN" altLang="en-GB" smtClean="0"/>
            </a:fld>
            <a:endParaRPr lang="en-US" altLang="zh-CN" smtClean="0"/>
          </a:p>
        </p:txBody>
      </p:sp>
      <p:sp>
        <p:nvSpPr>
          <p:cNvPr id="409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ea typeface="宋体" panose="02010600030101010101" pitchFamily="2" charset="-122"/>
            </a:endParaRPr>
          </a:p>
        </p:txBody>
      </p:sp>
      <p:sp>
        <p:nvSpPr>
          <p:cNvPr id="4100"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a typeface="宋体" panose="02010600030101010101" pitchFamily="2" charset="-122"/>
            </a:endParaRPr>
          </a:p>
        </p:txBody>
      </p:sp>
      <p:sp>
        <p:nvSpPr>
          <p:cNvPr id="4101"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smtClean="0">
                <a:latin typeface="华文新魏" panose="02010800040101010101" pitchFamily="2" charset="-122"/>
                <a:ea typeface="华文新魏" panose="02010800040101010101" pitchFamily="2" charset="-122"/>
              </a:rPr>
              <a:t>提   纲</a:t>
            </a:r>
            <a:endParaRPr lang="en-US" altLang="zh-CN" sz="4800" b="1" smtClean="0">
              <a:latin typeface="华文新魏" panose="02010800040101010101" pitchFamily="2" charset="-122"/>
              <a:ea typeface="华文新魏" panose="02010800040101010101" pitchFamily="2" charset="-122"/>
            </a:endParaRPr>
          </a:p>
        </p:txBody>
      </p:sp>
      <p:sp>
        <p:nvSpPr>
          <p:cNvPr id="7" name="TextBox 6"/>
          <p:cNvSpPr txBox="1">
            <a:spLocks noChangeArrowheads="1"/>
          </p:cNvSpPr>
          <p:nvPr/>
        </p:nvSpPr>
        <p:spPr bwMode="auto">
          <a:xfrm>
            <a:off x="0" y="1528763"/>
            <a:ext cx="9072563" cy="3723005"/>
          </a:xfrm>
          <a:prstGeom prst="rect">
            <a:avLst/>
          </a:prstGeom>
          <a:noFill/>
          <a:ln w="9525">
            <a:noFill/>
            <a:miter lim="800000"/>
          </a:ln>
        </p:spPr>
        <p:txBody>
          <a:bodyPr>
            <a:spAutoFit/>
          </a:bodyPr>
          <a:lstStyle/>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chemeClr val="bg1">
                    <a:lumMod val="50000"/>
                  </a:schemeClr>
                </a:solidFill>
                <a:uFillTx/>
                <a:ea typeface="楷体" panose="02010609060101010101" charset="-122"/>
                <a:cs typeface="楷体" panose="02010609060101010101" charset="-122"/>
              </a:rPr>
              <a:t>我们为什么要学习</a:t>
            </a:r>
            <a:r>
              <a:rPr lang="en-US" altLang="zh-CN" sz="4400" dirty="0">
                <a:solidFill>
                  <a:schemeClr val="bg1">
                    <a:lumMod val="50000"/>
                  </a:schemeClr>
                </a:solidFill>
                <a:uFillTx/>
                <a:ea typeface="楷体" panose="02010609060101010101" charset="-122"/>
                <a:cs typeface="楷体" panose="02010609060101010101" charset="-122"/>
              </a:rPr>
              <a:t>IT</a:t>
            </a:r>
            <a:r>
              <a:rPr lang="zh-CN" altLang="en-US" sz="4400" dirty="0">
                <a:solidFill>
                  <a:schemeClr val="bg1">
                    <a:lumMod val="50000"/>
                  </a:schemeClr>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dirty="0">
                <a:solidFill>
                  <a:schemeClr val="bg1">
                    <a:lumMod val="50000"/>
                  </a:schemeClr>
                </a:solidFill>
                <a:uFillTx/>
                <a:ea typeface="楷体" panose="02010609060101010101" charset="-122"/>
                <a:cs typeface="楷体" panose="02010609060101010101" charset="-122"/>
              </a:rPr>
              <a:t>我们如何来学习</a:t>
            </a:r>
            <a:r>
              <a:rPr lang="en-US" altLang="zh-CN" sz="4400" dirty="0">
                <a:solidFill>
                  <a:schemeClr val="bg1">
                    <a:lumMod val="50000"/>
                  </a:schemeClr>
                </a:solidFill>
                <a:uFillTx/>
                <a:ea typeface="楷体" panose="02010609060101010101" charset="-122"/>
                <a:cs typeface="楷体" panose="02010609060101010101" charset="-122"/>
              </a:rPr>
              <a:t>IT</a:t>
            </a:r>
            <a:r>
              <a:rPr lang="zh-CN" altLang="en-US" sz="4400" dirty="0">
                <a:solidFill>
                  <a:schemeClr val="bg1">
                    <a:lumMod val="50000"/>
                  </a:schemeClr>
                </a:solidFill>
                <a:uFillTx/>
                <a:ea typeface="楷体" panose="02010609060101010101" charset="-122"/>
                <a:cs typeface="楷体" panose="02010609060101010101" charset="-122"/>
              </a:rPr>
              <a:t>项目管理</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zh-CN" altLang="en-US" sz="4400" smtClean="0">
                <a:solidFill>
                  <a:schemeClr val="bg1">
                    <a:lumMod val="50000"/>
                  </a:schemeClr>
                </a:solidFill>
                <a:uFillTx/>
                <a:ea typeface="楷体" panose="02010609060101010101" charset="-122"/>
                <a:cs typeface="楷体" panose="02010609060101010101" charset="-122"/>
              </a:rPr>
              <a:t>关于教学计划</a:t>
            </a:r>
            <a:endParaRPr lang="en-US" altLang="zh-CN" sz="4400" dirty="0">
              <a:solidFill>
                <a:schemeClr val="bg1">
                  <a:lumMod val="50000"/>
                </a:schemeClr>
              </a:solidFill>
              <a:uFillTx/>
              <a:ea typeface="楷体" panose="02010609060101010101" charset="-122"/>
              <a:cs typeface="楷体" panose="02010609060101010101" charset="-122"/>
            </a:endParaRPr>
          </a:p>
          <a:p>
            <a:pPr marL="571500" indent="-571500" algn="l">
              <a:spcBef>
                <a:spcPts val="1200"/>
              </a:spcBef>
              <a:spcAft>
                <a:spcPts val="1200"/>
              </a:spcAft>
              <a:buClr>
                <a:srgbClr val="C00000"/>
              </a:buClr>
              <a:buSzPct val="100000"/>
              <a:buFont typeface="Wingdings" panose="05000000000000000000" charset="0"/>
              <a:buChar char="p"/>
              <a:defRPr/>
            </a:pPr>
            <a:r>
              <a:rPr lang="en-US" altLang="zh-CN" sz="4400" smtClean="0">
                <a:solidFill>
                  <a:srgbClr val="FF0000"/>
                </a:solidFill>
                <a:uFillTx/>
                <a:ea typeface="楷体" panose="02010609060101010101" charset="-122"/>
                <a:cs typeface="楷体" panose="02010609060101010101" charset="-122"/>
              </a:rPr>
              <a:t>IT</a:t>
            </a:r>
            <a:r>
              <a:rPr lang="zh-CN" altLang="en-US" sz="4400" smtClean="0">
                <a:solidFill>
                  <a:srgbClr val="FF0000"/>
                </a:solidFill>
                <a:uFillTx/>
                <a:ea typeface="楷体" panose="02010609060101010101" charset="-122"/>
                <a:cs typeface="楷体" panose="02010609060101010101" charset="-122"/>
              </a:rPr>
              <a:t>项目管理感想与体会</a:t>
            </a:r>
            <a:endParaRPr lang="zh-CN" altLang="en-US" sz="4400" dirty="0" smtClean="0">
              <a:solidFill>
                <a:srgbClr val="FF0000"/>
              </a:solidFill>
              <a:uFillTx/>
              <a:ea typeface="楷体" panose="02010609060101010101" charset="-122"/>
              <a:cs typeface="楷体" panose="02010609060101010101"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Rectangle 9"/>
          <p:cNvSpPr>
            <a:spLocks noGrp="1" noChangeArrowheads="1"/>
          </p:cNvSpPr>
          <p:nvPr>
            <p:ph type="sldNum" sz="quarter" idx="10"/>
          </p:nvPr>
        </p:nvSpPr>
        <p:spPr>
          <a:noFill/>
        </p:spPr>
        <p:txBody>
          <a:bodyPr/>
          <a:lstStyle/>
          <a:p>
            <a:r>
              <a:rPr lang="zh-CN" altLang="en-GB" smtClean="0"/>
              <a:t>  </a:t>
            </a:r>
            <a:fld id="{0C959132-23FD-4529-BF76-8E210C7D514D}" type="slidenum">
              <a:rPr lang="zh-CN" altLang="en-GB" smtClean="0"/>
            </a:fld>
            <a:endParaRPr lang="en-US" altLang="zh-CN" smtClean="0"/>
          </a:p>
        </p:txBody>
      </p:sp>
      <p:sp>
        <p:nvSpPr>
          <p:cNvPr id="34819" name="Text Box 3"/>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ea typeface="宋体" panose="02010600030101010101" pitchFamily="2" charset="-122"/>
            </a:endParaRPr>
          </a:p>
        </p:txBody>
      </p:sp>
      <p:sp>
        <p:nvSpPr>
          <p:cNvPr id="447494" name="Text Box 6"/>
          <p:cNvSpPr txBox="1">
            <a:spLocks noChangeArrowheads="1"/>
          </p:cNvSpPr>
          <p:nvPr/>
        </p:nvSpPr>
        <p:spPr bwMode="auto">
          <a:xfrm>
            <a:off x="287368" y="1785926"/>
            <a:ext cx="8642350" cy="4062651"/>
          </a:xfrm>
          <a:prstGeom prst="rect">
            <a:avLst/>
          </a:prstGeom>
          <a:noFill/>
          <a:ln w="9525">
            <a:noFill/>
            <a:miter lim="800000"/>
          </a:ln>
        </p:spPr>
        <p:txBody>
          <a:bodyPr>
            <a:spAutoFit/>
          </a:bodyPr>
          <a:lstStyle/>
          <a:p>
            <a:pPr algn="l">
              <a:spcBef>
                <a:spcPts val="600"/>
              </a:spcBef>
              <a:spcAft>
                <a:spcPts val="600"/>
              </a:spcAft>
            </a:pPr>
            <a:r>
              <a:rPr lang="zh-CN" altLang="en-US" sz="3600" dirty="0" smtClean="0">
                <a:solidFill>
                  <a:schemeClr val="bg2"/>
                </a:solidFill>
              </a:rPr>
              <a:t>由于人类在</a:t>
            </a:r>
            <a:r>
              <a:rPr lang="zh-CN" altLang="en-US" sz="3600" dirty="0" smtClean="0">
                <a:solidFill>
                  <a:schemeClr val="bg1">
                    <a:lumMod val="50000"/>
                  </a:schemeClr>
                </a:solidFill>
              </a:rPr>
              <a:t>技术变革</a:t>
            </a:r>
            <a:r>
              <a:rPr lang="zh-CN" altLang="en-US" sz="3600" dirty="0" smtClean="0">
                <a:solidFill>
                  <a:schemeClr val="bg2"/>
                </a:solidFill>
              </a:rPr>
              <a:t>与</a:t>
            </a:r>
            <a:r>
              <a:rPr lang="zh-CN" altLang="en-US" sz="3600" dirty="0" smtClean="0">
                <a:solidFill>
                  <a:schemeClr val="bg1">
                    <a:lumMod val="50000"/>
                  </a:schemeClr>
                </a:solidFill>
              </a:rPr>
              <a:t>社会变革</a:t>
            </a:r>
            <a:r>
              <a:rPr lang="zh-CN" altLang="en-US" sz="3600" dirty="0" smtClean="0">
                <a:solidFill>
                  <a:schemeClr val="bg2"/>
                </a:solidFill>
              </a:rPr>
              <a:t>之间的</a:t>
            </a:r>
            <a:r>
              <a:rPr lang="zh-CN" altLang="en-US" sz="3600" u="sng" dirty="0" smtClean="0">
                <a:solidFill>
                  <a:srgbClr val="C00000"/>
                </a:solidFill>
              </a:rPr>
              <a:t>时间滞差</a:t>
            </a:r>
            <a:r>
              <a:rPr lang="zh-CN" altLang="en-US" sz="3600" dirty="0" smtClean="0">
                <a:solidFill>
                  <a:schemeClr val="bg2"/>
                </a:solidFill>
              </a:rPr>
              <a:t>，使之产生了许多</a:t>
            </a:r>
            <a:r>
              <a:rPr lang="zh-CN" altLang="en-US" sz="3600" u="sng" dirty="0" smtClean="0">
                <a:solidFill>
                  <a:srgbClr val="C00000"/>
                </a:solidFill>
              </a:rPr>
              <a:t>麻烦</a:t>
            </a:r>
            <a:r>
              <a:rPr lang="zh-CN" altLang="en-US" sz="3600" dirty="0" smtClean="0">
                <a:solidFill>
                  <a:schemeClr val="bg2"/>
                </a:solidFill>
              </a:rPr>
              <a:t>和</a:t>
            </a:r>
            <a:r>
              <a:rPr lang="zh-CN" altLang="en-US" sz="3600" u="sng" dirty="0" smtClean="0">
                <a:solidFill>
                  <a:srgbClr val="C00000"/>
                </a:solidFill>
              </a:rPr>
              <a:t>痛</a:t>
            </a:r>
            <a:r>
              <a:rPr lang="zh-CN" altLang="en-US" sz="3600" dirty="0" smtClean="0">
                <a:solidFill>
                  <a:srgbClr val="C00000"/>
                </a:solidFill>
              </a:rPr>
              <a:t>苦</a:t>
            </a:r>
            <a:r>
              <a:rPr lang="zh-CN" altLang="en-US" sz="3600" dirty="0" smtClean="0">
                <a:solidFill>
                  <a:schemeClr val="bg2"/>
                </a:solidFill>
              </a:rPr>
              <a:t>。</a:t>
            </a:r>
            <a:endParaRPr lang="en-US" altLang="zh-CN" sz="3600" dirty="0" smtClean="0">
              <a:solidFill>
                <a:schemeClr val="bg2"/>
              </a:solidFill>
            </a:endParaRPr>
          </a:p>
          <a:p>
            <a:pPr algn="l">
              <a:spcBef>
                <a:spcPts val="600"/>
              </a:spcBef>
              <a:spcAft>
                <a:spcPts val="600"/>
              </a:spcAft>
            </a:pPr>
            <a:r>
              <a:rPr lang="zh-CN" altLang="en-US" sz="3600" dirty="0" smtClean="0">
                <a:solidFill>
                  <a:schemeClr val="bg2"/>
                </a:solidFill>
              </a:rPr>
              <a:t>而项目管理能够帮助人们了解产生“</a:t>
            </a:r>
            <a:r>
              <a:rPr lang="zh-CN" altLang="en-US" sz="3600" dirty="0" smtClean="0">
                <a:solidFill>
                  <a:srgbClr val="C00000"/>
                </a:solidFill>
              </a:rPr>
              <a:t>时差</a:t>
            </a:r>
            <a:r>
              <a:rPr lang="zh-CN" altLang="en-US" sz="3600" dirty="0" smtClean="0">
                <a:solidFill>
                  <a:schemeClr val="bg2"/>
                </a:solidFill>
              </a:rPr>
              <a:t>”的奥秘，并能够将</a:t>
            </a:r>
            <a:r>
              <a:rPr lang="zh-CN" altLang="en-US" sz="3600" u="sng" dirty="0" smtClean="0">
                <a:solidFill>
                  <a:srgbClr val="C00000"/>
                </a:solidFill>
              </a:rPr>
              <a:t>麻烦</a:t>
            </a:r>
            <a:r>
              <a:rPr lang="zh-CN" altLang="en-US" sz="3600" dirty="0" smtClean="0">
                <a:solidFill>
                  <a:schemeClr val="bg2"/>
                </a:solidFill>
              </a:rPr>
              <a:t>转变为</a:t>
            </a:r>
            <a:r>
              <a:rPr lang="zh-CN" altLang="en-US" sz="3600" dirty="0" smtClean="0">
                <a:solidFill>
                  <a:srgbClr val="C00000"/>
                </a:solidFill>
              </a:rPr>
              <a:t>便捷</a:t>
            </a:r>
            <a:r>
              <a:rPr lang="zh-CN" altLang="en-US" sz="3600" dirty="0" smtClean="0">
                <a:solidFill>
                  <a:schemeClr val="bg2"/>
                </a:solidFill>
              </a:rPr>
              <a:t>，将</a:t>
            </a:r>
            <a:r>
              <a:rPr lang="zh-CN" altLang="en-US" sz="3600" dirty="0" smtClean="0">
                <a:solidFill>
                  <a:srgbClr val="C00000"/>
                </a:solidFill>
              </a:rPr>
              <a:t>痛苦</a:t>
            </a:r>
            <a:r>
              <a:rPr lang="zh-CN" altLang="en-US" sz="3600" dirty="0" smtClean="0">
                <a:solidFill>
                  <a:schemeClr val="bg2"/>
                </a:solidFill>
              </a:rPr>
              <a:t>转变为</a:t>
            </a:r>
            <a:r>
              <a:rPr lang="zh-CN" altLang="en-US" sz="3600" dirty="0" smtClean="0">
                <a:solidFill>
                  <a:srgbClr val="C00000"/>
                </a:solidFill>
              </a:rPr>
              <a:t>快乐</a:t>
            </a:r>
            <a:r>
              <a:rPr lang="zh-CN" altLang="en-US" sz="3600" dirty="0" smtClean="0">
                <a:solidFill>
                  <a:schemeClr val="bg2"/>
                </a:solidFill>
              </a:rPr>
              <a:t>。</a:t>
            </a:r>
            <a:endParaRPr lang="en-US" altLang="zh-CN" sz="3600" dirty="0" smtClean="0">
              <a:solidFill>
                <a:schemeClr val="bg2"/>
              </a:solidFill>
            </a:endParaRPr>
          </a:p>
          <a:p>
            <a:pPr>
              <a:spcBef>
                <a:spcPts val="1800"/>
              </a:spcBef>
              <a:spcAft>
                <a:spcPts val="600"/>
              </a:spcAft>
            </a:pPr>
            <a:r>
              <a:rPr lang="zh-CN" altLang="en-US" sz="4800" u="sng" dirty="0" smtClean="0">
                <a:solidFill>
                  <a:schemeClr val="bg1">
                    <a:lumMod val="50000"/>
                  </a:schemeClr>
                </a:solidFill>
              </a:rPr>
              <a:t>这正是项目管理的奥妙所在</a:t>
            </a:r>
            <a:endParaRPr lang="zh-CN" altLang="en-US" sz="4800" u="sng" dirty="0">
              <a:solidFill>
                <a:schemeClr val="bg1">
                  <a:lumMod val="50000"/>
                </a:schemeClr>
              </a:solidFill>
            </a:endParaRPr>
          </a:p>
        </p:txBody>
      </p:sp>
      <p:sp>
        <p:nvSpPr>
          <p:cNvPr id="10" name="Rectangle 8"/>
          <p:cNvSpPr>
            <a:spLocks noChangeArrowheads="1"/>
          </p:cNvSpPr>
          <p:nvPr/>
        </p:nvSpPr>
        <p:spPr bwMode="auto">
          <a:xfrm>
            <a:off x="-32" y="1285860"/>
            <a:ext cx="4076757" cy="52322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ea typeface="楷体_GB2312" pitchFamily="49" charset="-122"/>
              </a:rPr>
              <a:t>项目管理的</a:t>
            </a:r>
            <a:r>
              <a:rPr kumimoji="0" lang="zh-CN" altLang="en-US" dirty="0" smtClean="0">
                <a:solidFill>
                  <a:srgbClr val="C00000"/>
                </a:solidFill>
                <a:ea typeface="楷体_GB2312" pitchFamily="49" charset="-122"/>
              </a:rPr>
              <a:t>作用与</a:t>
            </a:r>
            <a:r>
              <a:rPr kumimoji="0" lang="en-US" altLang="en-US" dirty="0" err="1" smtClean="0">
                <a:solidFill>
                  <a:srgbClr val="C00000"/>
                </a:solidFill>
                <a:ea typeface="楷体_GB2312" pitchFamily="49" charset="-122"/>
              </a:rPr>
              <a:t>价值</a:t>
            </a:r>
            <a:endParaRPr kumimoji="0" lang="zh-CN" altLang="en-US" dirty="0">
              <a:solidFill>
                <a:srgbClr val="C00000"/>
              </a:solidFill>
              <a:ea typeface="楷体_GB2312" pitchFamily="49" charset="-122"/>
            </a:endParaRPr>
          </a:p>
        </p:txBody>
      </p:sp>
      <p:sp>
        <p:nvSpPr>
          <p:cNvPr id="7" name="Rectangle 20"/>
          <p:cNvSpPr txBox="1">
            <a:spLocks noChangeArrowheads="1"/>
          </p:cNvSpPr>
          <p:nvPr/>
        </p:nvSpPr>
        <p:spPr bwMode="auto">
          <a:xfrm>
            <a:off x="107950" y="620713"/>
            <a:ext cx="5035554" cy="504825"/>
          </a:xfrm>
          <a:prstGeom prst="rect">
            <a:avLst/>
          </a:prstGeom>
          <a:noFill/>
          <a:ln>
            <a:miter lim="800000"/>
          </a:ln>
        </p:spPr>
        <p:txBody>
          <a:bodyPr/>
          <a:lstStyle/>
          <a:p>
            <a:pPr marL="0" marR="0" lvl="0" indent="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None/>
              <a:defRPr/>
            </a:pPr>
            <a:r>
              <a:rPr kumimoji="0" lang="en-US" altLang="zh-CN" sz="3000" b="1" i="0" u="none" strike="noStrike" kern="0" cap="none" spc="0" normalizeH="0" baseline="0" noProof="0" smtClean="0">
                <a:ln>
                  <a:noFill/>
                </a:ln>
                <a:solidFill>
                  <a:schemeClr val="tx1"/>
                </a:solidFill>
                <a:effectLst/>
                <a:uLnTx/>
                <a:uFillTx/>
                <a:latin typeface="+mn-lt"/>
                <a:ea typeface="+mn-ea"/>
                <a:cs typeface="+mn-cs"/>
              </a:rPr>
              <a:t>4  IT</a:t>
            </a:r>
            <a:r>
              <a:rPr kumimoji="0" lang="zh-CN" altLang="en-US" sz="3000" b="1" i="0" u="none" strike="noStrike" kern="0" cap="none" spc="0" normalizeH="0" baseline="0" noProof="0" smtClean="0">
                <a:ln>
                  <a:noFill/>
                </a:ln>
                <a:solidFill>
                  <a:schemeClr val="tx1"/>
                </a:solidFill>
                <a:effectLst/>
                <a:uLnTx/>
                <a:uFillTx/>
                <a:latin typeface="+mn-lt"/>
                <a:ea typeface="+mn-ea"/>
                <a:cs typeface="+mn-cs"/>
              </a:rPr>
              <a:t>项目管理感想与体会</a:t>
            </a:r>
            <a:endParaRPr kumimoji="0" lang="zh-CN" altLang="en-US" sz="3000" b="1" i="0" u="none" strike="noStrike" kern="0" cap="none" spc="0" normalizeH="0" baseline="0" noProof="0" smtClean="0">
              <a:ln>
                <a:noFill/>
              </a:ln>
              <a:solidFill>
                <a:schemeClr val="tx1"/>
              </a:solidFill>
              <a:effectLst/>
              <a:uLnTx/>
              <a:uFillTx/>
              <a:latin typeface="+mn-lt"/>
              <a:ea typeface="+mn-ea"/>
              <a:cs typeface="+mn-cs"/>
            </a:endParaRPr>
          </a:p>
        </p:txBody>
      </p:sp>
      <p:sp>
        <p:nvSpPr>
          <p:cNvPr id="8" name="Text Box 5"/>
          <p:cNvSpPr txBox="1">
            <a:spLocks noChangeArrowheads="1"/>
          </p:cNvSpPr>
          <p:nvPr/>
        </p:nvSpPr>
        <p:spPr bwMode="auto">
          <a:xfrm>
            <a:off x="7000892" y="28494"/>
            <a:ext cx="2035158" cy="400110"/>
          </a:xfrm>
          <a:prstGeom prst="rect">
            <a:avLst/>
          </a:prstGeom>
          <a:noFill/>
          <a:ln w="9525">
            <a:noFill/>
            <a:miter lim="800000"/>
          </a:ln>
        </p:spPr>
        <p:txBody>
          <a:bodyPr wrap="square">
            <a:spAutoFit/>
          </a:bodyPr>
          <a:lstStyle/>
          <a:p>
            <a:pPr algn="r">
              <a:spcBef>
                <a:spcPct val="50000"/>
              </a:spcBef>
            </a:pPr>
            <a:r>
              <a:rPr lang="zh-CN" altLang="en-US" sz="2000" smtClean="0">
                <a:solidFill>
                  <a:schemeClr val="bg2"/>
                </a:solidFill>
                <a:ea typeface="宋体" panose="02010600030101010101" pitchFamily="2" charset="-122"/>
              </a:rPr>
              <a:t>第</a:t>
            </a:r>
            <a:r>
              <a:rPr lang="en-US" altLang="zh-CN" sz="2000" smtClean="0">
                <a:solidFill>
                  <a:schemeClr val="bg2"/>
                </a:solidFill>
                <a:ea typeface="宋体" panose="02010600030101010101" pitchFamily="2" charset="-122"/>
              </a:rPr>
              <a:t>2</a:t>
            </a:r>
            <a:r>
              <a:rPr lang="zh-CN" altLang="en-US" sz="2000" smtClean="0">
                <a:solidFill>
                  <a:schemeClr val="bg2"/>
                </a:solidFill>
                <a:ea typeface="宋体" panose="02010600030101010101" pitchFamily="2" charset="-122"/>
              </a:rPr>
              <a:t>版前言</a:t>
            </a:r>
            <a:endParaRPr lang="en-US" altLang="zh-CN" sz="2000">
              <a:solidFill>
                <a:schemeClr val="bg2"/>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47494">
                                            <p:txEl>
                                              <p:pRg st="0" end="0"/>
                                            </p:txEl>
                                          </p:spTgt>
                                        </p:tgtEl>
                                        <p:attrNameLst>
                                          <p:attrName>style.visibility</p:attrName>
                                        </p:attrNameLst>
                                      </p:cBhvr>
                                      <p:to>
                                        <p:strVal val="visible"/>
                                      </p:to>
                                    </p:set>
                                    <p:anim calcmode="lin" valueType="num">
                                      <p:cBhvr additive="base">
                                        <p:cTn id="7" dur="500" fill="hold"/>
                                        <p:tgtEl>
                                          <p:spTgt spid="4474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74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7494">
                                            <p:txEl>
                                              <p:pRg st="1" end="1"/>
                                            </p:txEl>
                                          </p:spTgt>
                                        </p:tgtEl>
                                        <p:attrNameLst>
                                          <p:attrName>style.visibility</p:attrName>
                                        </p:attrNameLst>
                                      </p:cBhvr>
                                      <p:to>
                                        <p:strVal val="visible"/>
                                      </p:to>
                                    </p:set>
                                    <p:anim calcmode="lin" valueType="num">
                                      <p:cBhvr additive="base">
                                        <p:cTn id="13" dur="500" fill="hold"/>
                                        <p:tgtEl>
                                          <p:spTgt spid="4474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74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47494">
                                            <p:txEl>
                                              <p:pRg st="2" end="2"/>
                                            </p:txEl>
                                          </p:spTgt>
                                        </p:tgtEl>
                                        <p:attrNameLst>
                                          <p:attrName>style.visibility</p:attrName>
                                        </p:attrNameLst>
                                      </p:cBhvr>
                                      <p:to>
                                        <p:strVal val="visible"/>
                                      </p:to>
                                    </p:set>
                                    <p:anim calcmode="lin" valueType="num">
                                      <p:cBhvr additive="base">
                                        <p:cTn id="19" dur="500" fill="hold"/>
                                        <p:tgtEl>
                                          <p:spTgt spid="4474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749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10"/>
          </p:nvPr>
        </p:nvSpPr>
        <p:spPr>
          <a:noFill/>
        </p:spPr>
        <p:txBody>
          <a:bodyPr/>
          <a:lstStyle/>
          <a:p>
            <a:r>
              <a:rPr lang="zh-CN" altLang="en-GB" smtClean="0"/>
              <a:t>  </a:t>
            </a:r>
            <a:fld id="{2EEFDFE3-8171-423B-AF0A-0C86FBA36518}" type="slidenum">
              <a:rPr lang="zh-CN" altLang="en-GB" smtClean="0"/>
            </a:fld>
            <a:endParaRPr lang="en-US" altLang="zh-CN" smtClean="0"/>
          </a:p>
        </p:txBody>
      </p:sp>
      <p:sp>
        <p:nvSpPr>
          <p:cNvPr id="16387" name="Text Box 3"/>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6388" name="Text Box 4"/>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349189" name="Text Box 5"/>
          <p:cNvSpPr txBox="1">
            <a:spLocks noChangeArrowheads="1"/>
          </p:cNvSpPr>
          <p:nvPr/>
        </p:nvSpPr>
        <p:spPr bwMode="auto">
          <a:xfrm>
            <a:off x="323850" y="1916113"/>
            <a:ext cx="8351838" cy="3407410"/>
          </a:xfrm>
          <a:prstGeom prst="rect">
            <a:avLst/>
          </a:prstGeom>
          <a:noFill/>
          <a:ln w="28575">
            <a:noFill/>
            <a:miter lim="800000"/>
          </a:ln>
        </p:spPr>
        <p:txBody>
          <a:bodyPr>
            <a:spAutoFit/>
          </a:bodyPr>
          <a:lstStyle/>
          <a:p>
            <a:pPr algn="l">
              <a:spcBef>
                <a:spcPct val="40000"/>
              </a:spcBef>
              <a:buClr>
                <a:schemeClr val="hlink"/>
              </a:buClr>
            </a:pPr>
            <a:r>
              <a:rPr lang="zh-CN" altLang="en-US" sz="2800" dirty="0">
                <a:solidFill>
                  <a:schemeClr val="bg2"/>
                </a:solidFill>
                <a:ea typeface="楷体" panose="02010609060101010101" charset="-122"/>
                <a:cs typeface="楷体" panose="02010609060101010101" charset="-122"/>
              </a:rPr>
              <a:t>组织和个人的工作能力与业绩是</a:t>
            </a:r>
            <a:r>
              <a:rPr lang="zh-CN" altLang="en-US" sz="2800" dirty="0">
                <a:solidFill>
                  <a:schemeClr val="bg1"/>
                </a:solidFill>
                <a:ea typeface="楷体" panose="02010609060101010101" charset="-122"/>
                <a:cs typeface="楷体" panose="02010609060101010101" charset="-122"/>
              </a:rPr>
              <a:t>通过项目来展现</a:t>
            </a:r>
            <a:r>
              <a:rPr lang="zh-CN" altLang="en-US" sz="2800" dirty="0">
                <a:solidFill>
                  <a:schemeClr val="bg2"/>
                </a:solidFill>
                <a:ea typeface="楷体" panose="02010609060101010101" charset="-122"/>
                <a:cs typeface="楷体" panose="02010609060101010101" charset="-122"/>
              </a:rPr>
              <a:t>的，这一点</a:t>
            </a:r>
            <a:r>
              <a:rPr lang="zh-CN" altLang="en-US" sz="2800" dirty="0">
                <a:solidFill>
                  <a:schemeClr val="bg1"/>
                </a:solidFill>
                <a:ea typeface="楷体" panose="02010609060101010101" charset="-122"/>
                <a:cs typeface="楷体" panose="02010609060101010101" charset="-122"/>
              </a:rPr>
              <a:t>在软件企业</a:t>
            </a:r>
            <a:r>
              <a:rPr lang="zh-CN" altLang="en-US" sz="2800" dirty="0">
                <a:solidFill>
                  <a:schemeClr val="bg2"/>
                </a:solidFill>
                <a:ea typeface="楷体" panose="02010609060101010101" charset="-122"/>
                <a:cs typeface="楷体" panose="02010609060101010101" charset="-122"/>
              </a:rPr>
              <a:t>表现得尤为突出。 </a:t>
            </a:r>
            <a:endParaRPr lang="zh-CN" altLang="en-US" sz="2800" dirty="0">
              <a:solidFill>
                <a:schemeClr val="bg2"/>
              </a:solidFill>
              <a:ea typeface="楷体" panose="02010609060101010101" charset="-122"/>
              <a:cs typeface="楷体" panose="02010609060101010101" charset="-122"/>
            </a:endParaRPr>
          </a:p>
          <a:p>
            <a:pPr algn="l">
              <a:spcBef>
                <a:spcPct val="40000"/>
              </a:spcBef>
              <a:buClr>
                <a:schemeClr val="hlink"/>
              </a:buClr>
            </a:pPr>
            <a:r>
              <a:rPr lang="zh-CN" altLang="en-US" sz="2800" dirty="0">
                <a:solidFill>
                  <a:schemeClr val="bg1"/>
                </a:solidFill>
                <a:ea typeface="楷体" panose="02010609060101010101" charset="-122"/>
                <a:cs typeface="楷体" panose="02010609060101010101" charset="-122"/>
              </a:rPr>
              <a:t>成功的项目</a:t>
            </a:r>
            <a:r>
              <a:rPr lang="zh-CN" altLang="en-US" sz="2800" dirty="0">
                <a:solidFill>
                  <a:schemeClr val="bg2"/>
                </a:solidFill>
                <a:ea typeface="楷体" panose="02010609060101010101" charset="-122"/>
                <a:cs typeface="楷体" panose="02010609060101010101" charset="-122"/>
              </a:rPr>
              <a:t>是企业和个人形象的主要来源。</a:t>
            </a:r>
            <a:endParaRPr lang="zh-CN" altLang="en-US" sz="2800" dirty="0">
              <a:solidFill>
                <a:schemeClr val="bg2"/>
              </a:solidFill>
              <a:ea typeface="楷体" panose="02010609060101010101" charset="-122"/>
              <a:cs typeface="楷体" panose="02010609060101010101" charset="-122"/>
            </a:endParaRPr>
          </a:p>
          <a:p>
            <a:pPr algn="l">
              <a:spcBef>
                <a:spcPct val="40000"/>
              </a:spcBef>
              <a:buClr>
                <a:schemeClr val="hlink"/>
              </a:buClr>
            </a:pPr>
            <a:r>
              <a:rPr lang="zh-CN" altLang="en-US" sz="2800" dirty="0">
                <a:solidFill>
                  <a:schemeClr val="bg2"/>
                </a:solidFill>
                <a:ea typeface="楷体" panose="02010609060101010101" charset="-122"/>
                <a:cs typeface="楷体" panose="02010609060101010101" charset="-122"/>
              </a:rPr>
              <a:t>经典项目和样板工程的价值已越来越得到人们的认可和重视。</a:t>
            </a:r>
            <a:endParaRPr lang="zh-CN" altLang="en-US" sz="2800" dirty="0">
              <a:solidFill>
                <a:schemeClr val="bg2"/>
              </a:solidFill>
              <a:ea typeface="楷体" panose="02010609060101010101" charset="-122"/>
              <a:cs typeface="楷体" panose="02010609060101010101" charset="-122"/>
            </a:endParaRPr>
          </a:p>
          <a:p>
            <a:pPr algn="ctr">
              <a:spcBef>
                <a:spcPct val="40000"/>
              </a:spcBef>
              <a:buClr>
                <a:schemeClr val="hlink"/>
              </a:buClr>
            </a:pPr>
            <a:r>
              <a:rPr kumimoji="0" lang="zh-CN" altLang="en-US" sz="3800" u="sng">
                <a:solidFill>
                  <a:schemeClr val="bg1"/>
                </a:solidFill>
                <a:latin typeface="楷体" panose="02010609060101010101" charset="-122"/>
                <a:ea typeface="楷体" panose="02010609060101010101" charset="-122"/>
              </a:rPr>
              <a:t>项目是实现价值、成就事业的</a:t>
            </a:r>
            <a:r>
              <a:rPr kumimoji="0" lang="zh-CN" altLang="en-US" sz="3800" u="sng" smtClean="0">
                <a:solidFill>
                  <a:schemeClr val="bg1"/>
                </a:solidFill>
                <a:latin typeface="楷体" panose="02010609060101010101" charset="-122"/>
                <a:ea typeface="楷体" panose="02010609060101010101" charset="-122"/>
              </a:rPr>
              <a:t>载体</a:t>
            </a:r>
            <a:endParaRPr kumimoji="0" lang="zh-CN" altLang="en-US" sz="3800" u="sng" smtClean="0">
              <a:solidFill>
                <a:schemeClr val="bg1"/>
              </a:solidFill>
              <a:latin typeface="楷体" panose="02010609060101010101" charset="-122"/>
              <a:ea typeface="楷体" panose="02010609060101010101" charset="-122"/>
            </a:endParaRPr>
          </a:p>
        </p:txBody>
      </p:sp>
      <p:sp>
        <p:nvSpPr>
          <p:cNvPr id="16390" name="Text Box 29"/>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P.4</a:t>
            </a:r>
            <a:endParaRPr lang="en-US" altLang="zh-CN" sz="2400">
              <a:solidFill>
                <a:schemeClr val="bg2"/>
              </a:solidFill>
            </a:endParaRPr>
          </a:p>
        </p:txBody>
      </p:sp>
      <p:sp>
        <p:nvSpPr>
          <p:cNvPr id="16391" name="Rectangle 30"/>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zh-CN" dirty="0"/>
              <a:t>1.1 </a:t>
            </a:r>
            <a:r>
              <a:rPr kumimoji="0" lang="zh-CN" altLang="en-US" dirty="0"/>
              <a:t>项目与项目管理的价值</a:t>
            </a:r>
            <a:endParaRPr kumimoji="0" lang="zh-CN" altLang="en-US" dirty="0"/>
          </a:p>
        </p:txBody>
      </p:sp>
      <p:sp>
        <p:nvSpPr>
          <p:cNvPr id="9" name="Rectangle 8"/>
          <p:cNvSpPr>
            <a:spLocks noChangeArrowheads="1"/>
          </p:cNvSpPr>
          <p:nvPr/>
        </p:nvSpPr>
        <p:spPr bwMode="auto">
          <a:xfrm>
            <a:off x="-32" y="1285860"/>
            <a:ext cx="4076757" cy="52322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ea typeface="楷体_GB2312" pitchFamily="49" charset="-122"/>
              </a:rPr>
              <a:t>项目管理的</a:t>
            </a:r>
            <a:r>
              <a:rPr kumimoji="0" lang="zh-CN" altLang="en-US" dirty="0" smtClean="0">
                <a:solidFill>
                  <a:srgbClr val="C00000"/>
                </a:solidFill>
                <a:ea typeface="楷体_GB2312" pitchFamily="49" charset="-122"/>
              </a:rPr>
              <a:t>作用与</a:t>
            </a:r>
            <a:r>
              <a:rPr kumimoji="0" lang="en-US" altLang="en-US" dirty="0" err="1" smtClean="0">
                <a:solidFill>
                  <a:srgbClr val="C00000"/>
                </a:solidFill>
                <a:ea typeface="楷体_GB2312" pitchFamily="49" charset="-122"/>
              </a:rPr>
              <a:t>价值</a:t>
            </a:r>
            <a:endParaRPr kumimoji="0" lang="zh-CN" altLang="en-US" dirty="0">
              <a:solidFill>
                <a:srgbClr val="C0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91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91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91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918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9"/>
          <p:cNvSpPr>
            <a:spLocks noGrp="1" noChangeArrowheads="1"/>
          </p:cNvSpPr>
          <p:nvPr>
            <p:ph type="sldNum" sz="quarter" idx="10"/>
          </p:nvPr>
        </p:nvSpPr>
        <p:spPr>
          <a:noFill/>
        </p:spPr>
        <p:txBody>
          <a:bodyPr/>
          <a:lstStyle/>
          <a:p>
            <a:r>
              <a:rPr lang="zh-CN" altLang="en-GB" smtClean="0"/>
              <a:t>  </a:t>
            </a:r>
            <a:fld id="{CD546B1E-8400-433E-948D-C732B17AB6D1}" type="slidenum">
              <a:rPr lang="zh-CN" altLang="en-GB" smtClean="0"/>
            </a:fld>
            <a:endParaRPr lang="en-US" altLang="zh-CN" smtClean="0"/>
          </a:p>
        </p:txBody>
      </p:sp>
      <p:sp>
        <p:nvSpPr>
          <p:cNvPr id="1331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621572" name="Text Box 4"/>
          <p:cNvSpPr txBox="1">
            <a:spLocks noChangeArrowheads="1"/>
          </p:cNvSpPr>
          <p:nvPr/>
        </p:nvSpPr>
        <p:spPr bwMode="auto">
          <a:xfrm>
            <a:off x="179705" y="2222862"/>
            <a:ext cx="8713788" cy="2553335"/>
          </a:xfrm>
          <a:prstGeom prst="rect">
            <a:avLst/>
          </a:prstGeom>
          <a:noFill/>
          <a:ln w="28575">
            <a:noFill/>
            <a:miter lim="800000"/>
          </a:ln>
        </p:spPr>
        <p:txBody>
          <a:bodyPr>
            <a:spAutoFit/>
          </a:bodyPr>
          <a:lstStyle/>
          <a:p>
            <a:pPr algn="l">
              <a:spcBef>
                <a:spcPts val="1200"/>
              </a:spcBef>
              <a:spcAft>
                <a:spcPts val="1200"/>
              </a:spcAft>
            </a:pPr>
            <a:r>
              <a:rPr lang="zh-CN" altLang="en-US" sz="2800" dirty="0">
                <a:solidFill>
                  <a:schemeClr val="bg2"/>
                </a:solidFill>
                <a:ea typeface="楷体" panose="02010609060101010101" charset="-122"/>
                <a:cs typeface="楷体" panose="02010609060101010101" charset="-122"/>
              </a:rPr>
              <a:t>软件已成为国民经济及企业发展的</a:t>
            </a:r>
            <a:r>
              <a:rPr lang="zh-CN" altLang="en-US" sz="2800" dirty="0">
                <a:solidFill>
                  <a:schemeClr val="bg1"/>
                </a:solidFill>
                <a:ea typeface="楷体" panose="02010609060101010101" charset="-122"/>
                <a:cs typeface="楷体" panose="02010609060101010101" charset="-122"/>
              </a:rPr>
              <a:t>基本元素</a:t>
            </a:r>
            <a:r>
              <a:rPr lang="zh-CN" altLang="en-US" sz="2800" dirty="0">
                <a:solidFill>
                  <a:schemeClr val="bg2"/>
                </a:solidFill>
                <a:ea typeface="楷体" panose="02010609060101010101" charset="-122"/>
                <a:cs typeface="楷体" panose="02010609060101010101" charset="-122"/>
              </a:rPr>
              <a:t>，作为</a:t>
            </a:r>
            <a:r>
              <a:rPr lang="zh-CN" altLang="en-US" sz="2800" dirty="0">
                <a:solidFill>
                  <a:schemeClr val="bg1"/>
                </a:solidFill>
                <a:ea typeface="楷体" panose="02010609060101010101" charset="-122"/>
                <a:cs typeface="楷体" panose="02010609060101010101" charset="-122"/>
              </a:rPr>
              <a:t>个人成长</a:t>
            </a:r>
            <a:r>
              <a:rPr lang="zh-CN" altLang="en-US" sz="2800" dirty="0">
                <a:solidFill>
                  <a:schemeClr val="bg2"/>
                </a:solidFill>
                <a:ea typeface="楷体" panose="02010609060101010101" charset="-122"/>
                <a:cs typeface="楷体" panose="02010609060101010101" charset="-122"/>
              </a:rPr>
              <a:t>的主要载体，对个人的发展都起到至关重要的作用。</a:t>
            </a:r>
            <a:endParaRPr lang="zh-CN" altLang="en-US" sz="2800" dirty="0">
              <a:solidFill>
                <a:schemeClr val="bg2"/>
              </a:solidFill>
              <a:ea typeface="楷体" panose="02010609060101010101" charset="-122"/>
              <a:cs typeface="楷体" panose="02010609060101010101" charset="-122"/>
            </a:endParaRPr>
          </a:p>
          <a:p>
            <a:pPr algn="l">
              <a:spcBef>
                <a:spcPts val="1200"/>
              </a:spcBef>
              <a:spcAft>
                <a:spcPts val="1200"/>
              </a:spcAft>
            </a:pPr>
            <a:r>
              <a:rPr lang="zh-CN" altLang="en-US" sz="2800" dirty="0">
                <a:solidFill>
                  <a:schemeClr val="bg1"/>
                </a:solidFill>
                <a:ea typeface="楷体" panose="02010609060101010101" charset="-122"/>
                <a:cs typeface="楷体" panose="02010609060101010101" charset="-122"/>
              </a:rPr>
              <a:t>项目管理</a:t>
            </a:r>
            <a:r>
              <a:rPr lang="zh-CN" altLang="en-US" sz="2800" dirty="0">
                <a:solidFill>
                  <a:schemeClr val="bg2"/>
                </a:solidFill>
                <a:ea typeface="楷体" panose="02010609060101010101" charset="-122"/>
                <a:cs typeface="楷体" panose="02010609060101010101" charset="-122"/>
              </a:rPr>
              <a:t>对项目的成败起到极其重要的作用，对</a:t>
            </a:r>
            <a:r>
              <a:rPr lang="zh-CN" altLang="en-US" sz="2800" dirty="0">
                <a:solidFill>
                  <a:schemeClr val="bg1"/>
                </a:solidFill>
                <a:ea typeface="楷体" panose="02010609060101010101" charset="-122"/>
                <a:cs typeface="楷体" panose="02010609060101010101" charset="-122"/>
              </a:rPr>
              <a:t>企业</a:t>
            </a:r>
            <a:r>
              <a:rPr lang="zh-CN" altLang="en-US" sz="2800" dirty="0">
                <a:solidFill>
                  <a:schemeClr val="bg2"/>
                </a:solidFill>
                <a:ea typeface="楷体" panose="02010609060101010101" charset="-122"/>
                <a:cs typeface="楷体" panose="02010609060101010101" charset="-122"/>
              </a:rPr>
              <a:t>的发展产生深远的影响。</a:t>
            </a:r>
            <a:endParaRPr lang="zh-CN" altLang="en-US" sz="3200" dirty="0">
              <a:solidFill>
                <a:schemeClr val="bg2"/>
              </a:solidFill>
              <a:latin typeface="黑体" panose="02010609060101010101" pitchFamily="2" charset="-122"/>
              <a:ea typeface="黑体" panose="02010609060101010101" pitchFamily="2" charset="-122"/>
            </a:endParaRPr>
          </a:p>
        </p:txBody>
      </p:sp>
      <p:sp>
        <p:nvSpPr>
          <p:cNvPr id="13318" name="Rectangle 5"/>
          <p:cNvSpPr>
            <a:spLocks noChangeArrowheads="1"/>
          </p:cNvSpPr>
          <p:nvPr/>
        </p:nvSpPr>
        <p:spPr bwMode="auto">
          <a:xfrm>
            <a:off x="107950" y="620713"/>
            <a:ext cx="4778375" cy="507831"/>
          </a:xfrm>
          <a:prstGeom prst="rect">
            <a:avLst/>
          </a:prstGeom>
          <a:noFill/>
          <a:ln w="9525">
            <a:noFill/>
            <a:miter lim="800000"/>
          </a:ln>
        </p:spPr>
        <p:txBody>
          <a:bodyPr>
            <a:spAutoFit/>
          </a:bodyPr>
          <a:lstStyle/>
          <a:p>
            <a:pPr marL="0" indent="0" eaLnBrk="1" hangingPunct="1">
              <a:lnSpc>
                <a:spcPct val="90000"/>
              </a:lnSpc>
              <a:buClr>
                <a:schemeClr val="hlink"/>
              </a:buClr>
              <a:buSzTx/>
              <a:buFont typeface="Wingdings" panose="05000000000000000000" pitchFamily="2" charset="2"/>
              <a:buNone/>
            </a:pPr>
            <a:r>
              <a:rPr kumimoji="0" lang="en-US" altLang="zh-CN" sz="3000" dirty="0"/>
              <a:t>4  IT</a:t>
            </a:r>
            <a:r>
              <a:rPr kumimoji="0" lang="zh-CN" altLang="en-US" sz="3000" dirty="0"/>
              <a:t>项目管理感想与体会</a:t>
            </a:r>
            <a:endParaRPr kumimoji="0" lang="zh-CN" altLang="en-US" sz="3000" dirty="0"/>
          </a:p>
        </p:txBody>
      </p:sp>
      <p:sp>
        <p:nvSpPr>
          <p:cNvPr id="13319"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P.3</a:t>
            </a:r>
            <a:endParaRPr lang="en-US" altLang="zh-CN" sz="2400">
              <a:solidFill>
                <a:schemeClr val="bg2"/>
              </a:solidFill>
            </a:endParaRPr>
          </a:p>
        </p:txBody>
      </p:sp>
      <p:sp>
        <p:nvSpPr>
          <p:cNvPr id="8" name="Rectangle 8"/>
          <p:cNvSpPr>
            <a:spLocks noChangeArrowheads="1"/>
          </p:cNvSpPr>
          <p:nvPr/>
        </p:nvSpPr>
        <p:spPr bwMode="auto">
          <a:xfrm>
            <a:off x="-32" y="1285860"/>
            <a:ext cx="4076757" cy="52322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ea typeface="楷体_GB2312" pitchFamily="49" charset="-122"/>
              </a:rPr>
              <a:t>项目管理的</a:t>
            </a:r>
            <a:r>
              <a:rPr kumimoji="0" lang="zh-CN" altLang="en-US" dirty="0" smtClean="0">
                <a:solidFill>
                  <a:srgbClr val="C00000"/>
                </a:solidFill>
                <a:ea typeface="楷体_GB2312" pitchFamily="49" charset="-122"/>
              </a:rPr>
              <a:t>作用与</a:t>
            </a:r>
            <a:r>
              <a:rPr kumimoji="0" lang="en-US" altLang="en-US" dirty="0" err="1" smtClean="0">
                <a:solidFill>
                  <a:srgbClr val="C00000"/>
                </a:solidFill>
                <a:ea typeface="楷体_GB2312" pitchFamily="49" charset="-122"/>
              </a:rPr>
              <a:t>价值</a:t>
            </a:r>
            <a:endParaRPr kumimoji="0" lang="zh-CN" altLang="en-US" dirty="0">
              <a:solidFill>
                <a:srgbClr val="C0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15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157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9"/>
          <p:cNvSpPr>
            <a:spLocks noGrp="1" noChangeArrowheads="1"/>
          </p:cNvSpPr>
          <p:nvPr>
            <p:ph type="sldNum" sz="quarter" idx="10"/>
          </p:nvPr>
        </p:nvSpPr>
        <p:spPr>
          <a:noFill/>
        </p:spPr>
        <p:txBody>
          <a:bodyPr/>
          <a:lstStyle/>
          <a:p>
            <a:r>
              <a:rPr lang="zh-CN" altLang="en-GB" smtClean="0"/>
              <a:t>  </a:t>
            </a:r>
            <a:fld id="{CD546B1E-8400-433E-948D-C732B17AB6D1}" type="slidenum">
              <a:rPr lang="zh-CN" altLang="en-GB" smtClean="0"/>
            </a:fld>
            <a:endParaRPr lang="en-US" altLang="zh-CN" smtClean="0"/>
          </a:p>
        </p:txBody>
      </p:sp>
      <p:sp>
        <p:nvSpPr>
          <p:cNvPr id="1331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621572" name="Text Box 4"/>
          <p:cNvSpPr txBox="1">
            <a:spLocks noChangeArrowheads="1"/>
          </p:cNvSpPr>
          <p:nvPr/>
        </p:nvSpPr>
        <p:spPr bwMode="auto">
          <a:xfrm>
            <a:off x="250825" y="2132856"/>
            <a:ext cx="8713788" cy="3569335"/>
          </a:xfrm>
          <a:prstGeom prst="rect">
            <a:avLst/>
          </a:prstGeom>
          <a:noFill/>
          <a:ln w="28575">
            <a:noFill/>
            <a:miter lim="800000"/>
          </a:ln>
        </p:spPr>
        <p:txBody>
          <a:bodyPr>
            <a:spAutoFit/>
          </a:bodyPr>
          <a:lstStyle/>
          <a:p>
            <a:pPr algn="l">
              <a:spcBef>
                <a:spcPts val="600"/>
              </a:spcBef>
              <a:spcAft>
                <a:spcPts val="600"/>
              </a:spcAft>
            </a:pPr>
            <a:r>
              <a:rPr lang="zh-CN" altLang="en-US" dirty="0">
                <a:solidFill>
                  <a:schemeClr val="bg2"/>
                </a:solidFill>
                <a:ea typeface="楷体" panose="02010609060101010101" charset="-122"/>
                <a:cs typeface="楷体" panose="02010609060101010101" charset="-122"/>
              </a:rPr>
              <a:t>所有的重大事件、所有的宏伟工程、所有的卓越发明、所有的时代精英，都是通过</a:t>
            </a:r>
            <a:r>
              <a:rPr lang="zh-CN" altLang="en-US" dirty="0">
                <a:solidFill>
                  <a:schemeClr val="bg1"/>
                </a:solidFill>
                <a:ea typeface="楷体" panose="02010609060101010101" charset="-122"/>
                <a:cs typeface="楷体" panose="02010609060101010101" charset="-122"/>
              </a:rPr>
              <a:t>一个又一个项目</a:t>
            </a:r>
            <a:r>
              <a:rPr lang="zh-CN" altLang="en-US" dirty="0">
                <a:solidFill>
                  <a:schemeClr val="bg2"/>
                </a:solidFill>
                <a:ea typeface="楷体" panose="02010609060101010101" charset="-122"/>
                <a:cs typeface="楷体" panose="02010609060101010101" charset="-122"/>
              </a:rPr>
              <a:t>造就的。</a:t>
            </a:r>
            <a:endParaRPr lang="zh-CN" altLang="en-US" dirty="0">
              <a:solidFill>
                <a:schemeClr val="bg2"/>
              </a:solidFill>
              <a:ea typeface="楷体" panose="02010609060101010101" charset="-122"/>
              <a:cs typeface="楷体" panose="02010609060101010101" charset="-122"/>
            </a:endParaRPr>
          </a:p>
          <a:p>
            <a:pPr algn="l">
              <a:spcBef>
                <a:spcPts val="600"/>
              </a:spcBef>
              <a:spcAft>
                <a:spcPts val="600"/>
              </a:spcAft>
            </a:pPr>
            <a:endParaRPr lang="zh-CN" altLang="en-US" dirty="0">
              <a:solidFill>
                <a:schemeClr val="bg2"/>
              </a:solidFill>
              <a:ea typeface="楷体" panose="02010609060101010101" charset="-122"/>
              <a:cs typeface="楷体" panose="02010609060101010101" charset="-122"/>
            </a:endParaRPr>
          </a:p>
          <a:p>
            <a:pPr algn="l">
              <a:spcBef>
                <a:spcPts val="600"/>
              </a:spcBef>
              <a:spcAft>
                <a:spcPts val="600"/>
              </a:spcAft>
            </a:pPr>
            <a:r>
              <a:rPr lang="zh-CN" altLang="en-US" dirty="0">
                <a:solidFill>
                  <a:schemeClr val="bg2"/>
                </a:solidFill>
                <a:ea typeface="楷体" panose="02010609060101010101" charset="-122"/>
                <a:cs typeface="楷体" panose="02010609060101010101" charset="-122"/>
              </a:rPr>
              <a:t>以</a:t>
            </a:r>
            <a:r>
              <a:rPr lang="zh-CN" altLang="en-US" dirty="0">
                <a:solidFill>
                  <a:schemeClr val="bg1"/>
                </a:solidFill>
                <a:ea typeface="楷体" panose="02010609060101010101" charset="-122"/>
                <a:cs typeface="楷体" panose="02010609060101010101" charset="-122"/>
              </a:rPr>
              <a:t>科学有效</a:t>
            </a:r>
            <a:r>
              <a:rPr lang="zh-CN" altLang="en-US" dirty="0">
                <a:solidFill>
                  <a:schemeClr val="bg2"/>
                </a:solidFill>
                <a:ea typeface="楷体" panose="02010609060101010101" charset="-122"/>
                <a:cs typeface="楷体" panose="02010609060101010101" charset="-122"/>
              </a:rPr>
              <a:t>的项目管理作为竞争武器，通过运用项目管理工具来有效进行管理，将为</a:t>
            </a:r>
            <a:r>
              <a:rPr lang="zh-CN" altLang="en-US" dirty="0">
                <a:solidFill>
                  <a:schemeClr val="bg1"/>
                </a:solidFill>
                <a:ea typeface="楷体" panose="02010609060101010101" charset="-122"/>
                <a:cs typeface="楷体" panose="02010609060101010101" charset="-122"/>
              </a:rPr>
              <a:t>企业和个人</a:t>
            </a:r>
            <a:r>
              <a:rPr lang="zh-CN" altLang="en-US" dirty="0">
                <a:solidFill>
                  <a:schemeClr val="bg2"/>
                </a:solidFill>
                <a:ea typeface="楷体" panose="02010609060101010101" charset="-122"/>
                <a:cs typeface="楷体" panose="02010609060101010101" charset="-122"/>
              </a:rPr>
              <a:t>创造最佳优势。</a:t>
            </a:r>
            <a:endParaRPr lang="zh-CN" altLang="en-US" dirty="0">
              <a:solidFill>
                <a:schemeClr val="bg2"/>
              </a:solidFill>
              <a:ea typeface="楷体" panose="02010609060101010101" charset="-122"/>
              <a:cs typeface="楷体" panose="02010609060101010101" charset="-122"/>
            </a:endParaRPr>
          </a:p>
          <a:p>
            <a:pPr algn="l">
              <a:spcBef>
                <a:spcPts val="600"/>
              </a:spcBef>
              <a:spcAft>
                <a:spcPts val="600"/>
              </a:spcAft>
            </a:pPr>
            <a:endParaRPr lang="zh-CN" altLang="en-US" dirty="0" smtClean="0">
              <a:solidFill>
                <a:schemeClr val="bg2"/>
              </a:solidFill>
              <a:latin typeface="黑体" panose="02010609060101010101" pitchFamily="2" charset="-122"/>
              <a:ea typeface="黑体" panose="02010609060101010101" pitchFamily="2" charset="-122"/>
            </a:endParaRPr>
          </a:p>
        </p:txBody>
      </p:sp>
      <p:sp>
        <p:nvSpPr>
          <p:cNvPr id="13318" name="Rectangle 5"/>
          <p:cNvSpPr>
            <a:spLocks noChangeArrowheads="1"/>
          </p:cNvSpPr>
          <p:nvPr/>
        </p:nvSpPr>
        <p:spPr bwMode="auto">
          <a:xfrm>
            <a:off x="107950" y="620713"/>
            <a:ext cx="4778375" cy="507831"/>
          </a:xfrm>
          <a:prstGeom prst="rect">
            <a:avLst/>
          </a:prstGeom>
          <a:noFill/>
          <a:ln w="9525">
            <a:noFill/>
            <a:miter lim="800000"/>
          </a:ln>
        </p:spPr>
        <p:txBody>
          <a:bodyPr>
            <a:spAutoFit/>
          </a:bodyPr>
          <a:lstStyle/>
          <a:p>
            <a:pPr marL="0" indent="0" eaLnBrk="1" hangingPunct="1">
              <a:lnSpc>
                <a:spcPct val="90000"/>
              </a:lnSpc>
              <a:buClr>
                <a:schemeClr val="hlink"/>
              </a:buClr>
              <a:buSzTx/>
              <a:buFont typeface="Wingdings" panose="05000000000000000000" pitchFamily="2" charset="2"/>
              <a:buNone/>
            </a:pPr>
            <a:r>
              <a:rPr kumimoji="0" lang="en-US" altLang="zh-CN" sz="3000" dirty="0"/>
              <a:t>4  IT</a:t>
            </a:r>
            <a:r>
              <a:rPr kumimoji="0" lang="zh-CN" altLang="en-US" sz="3000" dirty="0"/>
              <a:t>项目管理感想与体会</a:t>
            </a:r>
            <a:endParaRPr kumimoji="0" lang="zh-CN" altLang="en-US" sz="3000" dirty="0"/>
          </a:p>
        </p:txBody>
      </p:sp>
      <p:sp>
        <p:nvSpPr>
          <p:cNvPr id="13319"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P.3</a:t>
            </a:r>
            <a:endParaRPr lang="en-US" altLang="zh-CN" sz="2400">
              <a:solidFill>
                <a:schemeClr val="bg2"/>
              </a:solidFill>
            </a:endParaRPr>
          </a:p>
        </p:txBody>
      </p:sp>
      <p:sp>
        <p:nvSpPr>
          <p:cNvPr id="8" name="Rectangle 8"/>
          <p:cNvSpPr>
            <a:spLocks noChangeArrowheads="1"/>
          </p:cNvSpPr>
          <p:nvPr/>
        </p:nvSpPr>
        <p:spPr bwMode="auto">
          <a:xfrm>
            <a:off x="-32" y="1285860"/>
            <a:ext cx="4076757" cy="52322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ea typeface="楷体_GB2312" pitchFamily="49" charset="-122"/>
              </a:rPr>
              <a:t>项目管理的</a:t>
            </a:r>
            <a:r>
              <a:rPr kumimoji="0" lang="zh-CN" altLang="en-US" dirty="0" smtClean="0">
                <a:solidFill>
                  <a:srgbClr val="C00000"/>
                </a:solidFill>
                <a:ea typeface="楷体_GB2312" pitchFamily="49" charset="-122"/>
              </a:rPr>
              <a:t>作用与</a:t>
            </a:r>
            <a:r>
              <a:rPr kumimoji="0" lang="en-US" altLang="en-US" dirty="0" err="1" smtClean="0">
                <a:solidFill>
                  <a:srgbClr val="C00000"/>
                </a:solidFill>
                <a:ea typeface="楷体_GB2312" pitchFamily="49" charset="-122"/>
              </a:rPr>
              <a:t>价值</a:t>
            </a:r>
            <a:endParaRPr kumimoji="0" lang="zh-CN" altLang="en-US" dirty="0">
              <a:solidFill>
                <a:srgbClr val="C0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15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smtClean="0"/>
              <a:t>  </a:t>
            </a:r>
            <a:fld id="{688A6253-8FEA-4A9E-BA93-9B14556A674B}" type="slidenum">
              <a:rPr lang="zh-CN" altLang="en-GB" smtClean="0"/>
            </a:fld>
            <a:endParaRPr lang="en-US" altLang="zh-CN" smtClean="0"/>
          </a:p>
        </p:txBody>
      </p:sp>
      <p:sp>
        <p:nvSpPr>
          <p:cNvPr id="1536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536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609284" name="Text Box 4"/>
          <p:cNvSpPr txBox="1">
            <a:spLocks noChangeArrowheads="1"/>
          </p:cNvSpPr>
          <p:nvPr/>
        </p:nvSpPr>
        <p:spPr bwMode="auto">
          <a:xfrm>
            <a:off x="5075269" y="2140573"/>
            <a:ext cx="3925887" cy="2308324"/>
          </a:xfrm>
          <a:prstGeom prst="rect">
            <a:avLst/>
          </a:prstGeom>
          <a:noFill/>
          <a:ln w="28575">
            <a:noFill/>
            <a:miter lim="800000"/>
          </a:ln>
        </p:spPr>
        <p:txBody>
          <a:bodyPr wrap="square">
            <a:spAutoFit/>
          </a:bodyPr>
          <a:lstStyle/>
          <a:p>
            <a:pPr algn="l">
              <a:spcBef>
                <a:spcPct val="50000"/>
              </a:spcBef>
              <a:buClr>
                <a:schemeClr val="hlink"/>
              </a:buClr>
              <a:buSzPct val="80000"/>
              <a:buFont typeface="Wingdings" panose="05000000000000000000" pitchFamily="2" charset="2"/>
              <a:buChar char="n"/>
            </a:pPr>
            <a:r>
              <a:rPr kumimoji="0" lang="zh-CN" altLang="en-US" sz="3200" smtClean="0">
                <a:solidFill>
                  <a:schemeClr val="bg2"/>
                </a:solidFill>
                <a:ea typeface="华文楷体" panose="02010600040101010101" pitchFamily="2" charset="-122"/>
              </a:rPr>
              <a:t>通过</a:t>
            </a:r>
            <a:r>
              <a:rPr kumimoji="0" lang="zh-CN" altLang="en-US" sz="3200">
                <a:solidFill>
                  <a:schemeClr val="bg2"/>
                </a:solidFill>
                <a:ea typeface="华文楷体" panose="02010600040101010101" pitchFamily="2" charset="-122"/>
              </a:rPr>
              <a:t>日常工作来维持基本地运行；</a:t>
            </a:r>
            <a:endParaRPr kumimoji="0" lang="zh-CN" altLang="en-US" sz="3200">
              <a:solidFill>
                <a:schemeClr val="bg2"/>
              </a:solidFill>
              <a:ea typeface="华文楷体" panose="02010600040101010101" pitchFamily="2" charset="-122"/>
            </a:endParaRPr>
          </a:p>
          <a:p>
            <a:pPr algn="l">
              <a:spcBef>
                <a:spcPct val="50000"/>
              </a:spcBef>
              <a:buClr>
                <a:schemeClr val="hlink"/>
              </a:buClr>
              <a:buSzPct val="80000"/>
              <a:buFont typeface="Wingdings" panose="05000000000000000000" pitchFamily="2" charset="2"/>
              <a:buChar char="n"/>
            </a:pPr>
            <a:r>
              <a:rPr kumimoji="0" lang="zh-CN" altLang="en-US" sz="3200" smtClean="0">
                <a:solidFill>
                  <a:schemeClr val="bg2"/>
                </a:solidFill>
                <a:ea typeface="华文楷体" panose="02010600040101010101" pitchFamily="2" charset="-122"/>
              </a:rPr>
              <a:t>通过</a:t>
            </a:r>
            <a:r>
              <a:rPr kumimoji="0" lang="zh-CN" altLang="en-US" sz="3200">
                <a:solidFill>
                  <a:schemeClr val="bg2"/>
                </a:solidFill>
                <a:ea typeface="华文楷体" panose="02010600040101010101" pitchFamily="2" charset="-122"/>
              </a:rPr>
              <a:t>项目来推进自身地发展和壮大。</a:t>
            </a:r>
            <a:endParaRPr kumimoji="0" lang="zh-CN" altLang="en-US" sz="3600">
              <a:solidFill>
                <a:schemeClr val="bg2"/>
              </a:solidFill>
              <a:ea typeface="华文楷体" panose="02010600040101010101" pitchFamily="2" charset="-122"/>
            </a:endParaRPr>
          </a:p>
        </p:txBody>
      </p:sp>
      <p:sp>
        <p:nvSpPr>
          <p:cNvPr id="15368" name="Text Box 25"/>
          <p:cNvSpPr txBox="1">
            <a:spLocks noChangeArrowheads="1"/>
          </p:cNvSpPr>
          <p:nvPr/>
        </p:nvSpPr>
        <p:spPr bwMode="auto">
          <a:xfrm>
            <a:off x="7740650" y="190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P.4</a:t>
            </a:r>
            <a:endParaRPr lang="en-US" altLang="zh-CN" sz="2400">
              <a:solidFill>
                <a:schemeClr val="bg2"/>
              </a:solidFill>
            </a:endParaRPr>
          </a:p>
        </p:txBody>
      </p:sp>
      <p:sp>
        <p:nvSpPr>
          <p:cNvPr id="15369" name="Rectangle 26"/>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zh-CN"/>
              <a:t>1.1 </a:t>
            </a:r>
            <a:r>
              <a:rPr kumimoji="0" lang="zh-CN" altLang="en-US"/>
              <a:t>项目与项目管理的价值</a:t>
            </a:r>
            <a:endParaRPr kumimoji="0" lang="zh-CN" altLang="en-US"/>
          </a:p>
        </p:txBody>
      </p:sp>
      <p:sp>
        <p:nvSpPr>
          <p:cNvPr id="30" name="矩形 29"/>
          <p:cNvSpPr/>
          <p:nvPr/>
        </p:nvSpPr>
        <p:spPr>
          <a:xfrm>
            <a:off x="214346" y="5352178"/>
            <a:ext cx="8858248" cy="953135"/>
          </a:xfrm>
          <a:prstGeom prst="rect">
            <a:avLst/>
          </a:prstGeom>
        </p:spPr>
        <p:txBody>
          <a:bodyPr wrap="square">
            <a:spAutoFit/>
          </a:bodyPr>
          <a:lstStyle/>
          <a:p>
            <a:pPr algn="ctr">
              <a:spcBef>
                <a:spcPct val="50000"/>
              </a:spcBef>
              <a:buClr>
                <a:srgbClr val="990000"/>
              </a:buClr>
            </a:pPr>
            <a:r>
              <a:rPr lang="zh-CN" altLang="en-US" sz="2800" dirty="0">
                <a:solidFill>
                  <a:srgbClr val="FF0000"/>
                </a:solidFill>
                <a:ea typeface="楷体" panose="02010609060101010101" charset="-122"/>
                <a:cs typeface="楷体" panose="02010609060101010101" charset="-122"/>
              </a:rPr>
              <a:t>我们应该把参与每一个项目看成获得的一个机会，而不仅是一项工作！</a:t>
            </a:r>
            <a:r>
              <a:rPr kumimoji="0" lang="zh-CN" altLang="en-US" sz="2400" u="sng" smtClean="0">
                <a:solidFill>
                  <a:srgbClr val="C00000"/>
                </a:solidFill>
                <a:latin typeface="黑体" panose="02010609060101010101" pitchFamily="2" charset="-122"/>
                <a:ea typeface="黑体" panose="02010609060101010101" pitchFamily="2" charset="-122"/>
              </a:rPr>
              <a:t> </a:t>
            </a:r>
            <a:endParaRPr kumimoji="0" lang="zh-CN" altLang="en-US" sz="2400" u="sng">
              <a:solidFill>
                <a:srgbClr val="C00000"/>
              </a:solidFill>
              <a:latin typeface="黑体" panose="02010609060101010101" pitchFamily="2" charset="-122"/>
              <a:ea typeface="黑体" panose="02010609060101010101" pitchFamily="2" charset="-122"/>
            </a:endParaRPr>
          </a:p>
        </p:txBody>
      </p:sp>
      <p:grpSp>
        <p:nvGrpSpPr>
          <p:cNvPr id="14" name="组合 13"/>
          <p:cNvGrpSpPr/>
          <p:nvPr/>
        </p:nvGrpSpPr>
        <p:grpSpPr>
          <a:xfrm>
            <a:off x="71406" y="1857364"/>
            <a:ext cx="4643470" cy="3287736"/>
            <a:chOff x="71406" y="1857364"/>
            <a:chExt cx="4214842" cy="3287736"/>
          </a:xfrm>
        </p:grpSpPr>
        <p:pic>
          <p:nvPicPr>
            <p:cNvPr id="29" name="图片 28"/>
            <p:cNvPicPr/>
            <p:nvPr/>
          </p:nvPicPr>
          <p:blipFill>
            <a:blip r:embed="rId1"/>
            <a:srcRect/>
            <a:stretch>
              <a:fillRect/>
            </a:stretch>
          </p:blipFill>
          <p:spPr bwMode="auto">
            <a:xfrm>
              <a:off x="71406" y="1857364"/>
              <a:ext cx="4214842" cy="3214710"/>
            </a:xfrm>
            <a:prstGeom prst="rect">
              <a:avLst/>
            </a:prstGeom>
            <a:noFill/>
            <a:ln w="9525">
              <a:noFill/>
              <a:miter lim="800000"/>
              <a:headEnd/>
              <a:tailEnd/>
            </a:ln>
          </p:spPr>
        </p:pic>
        <p:cxnSp>
          <p:nvCxnSpPr>
            <p:cNvPr id="12" name="直接连接符 11"/>
            <p:cNvCxnSpPr/>
            <p:nvPr/>
          </p:nvCxnSpPr>
          <p:spPr bwMode="auto">
            <a:xfrm>
              <a:off x="928662" y="5143512"/>
              <a:ext cx="2928958" cy="1588"/>
            </a:xfrm>
            <a:prstGeom prst="line">
              <a:avLst/>
            </a:prstGeom>
            <a:noFill/>
            <a:ln w="38100" cap="flat" cmpd="sng" algn="ctr">
              <a:solidFill>
                <a:schemeClr val="bg1">
                  <a:lumMod val="50000"/>
                </a:schemeClr>
              </a:solidFill>
              <a:prstDash val="solid"/>
              <a:round/>
              <a:headEnd type="none" w="med" len="med"/>
              <a:tailEnd type="none" w="med" len="med"/>
            </a:ln>
            <a:effectLst/>
          </p:spPr>
        </p:cxnSp>
      </p:grpSp>
      <p:sp>
        <p:nvSpPr>
          <p:cNvPr id="15" name="Rectangle 8"/>
          <p:cNvSpPr>
            <a:spLocks noChangeArrowheads="1"/>
          </p:cNvSpPr>
          <p:nvPr/>
        </p:nvSpPr>
        <p:spPr bwMode="auto">
          <a:xfrm>
            <a:off x="-32" y="1285860"/>
            <a:ext cx="4076757" cy="52322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ea typeface="楷体_GB2312" pitchFamily="49" charset="-122"/>
              </a:rPr>
              <a:t>项目管理的</a:t>
            </a:r>
            <a:r>
              <a:rPr kumimoji="0" lang="zh-CN" altLang="en-US" dirty="0" smtClean="0">
                <a:solidFill>
                  <a:srgbClr val="C00000"/>
                </a:solidFill>
                <a:ea typeface="楷体_GB2312" pitchFamily="49" charset="-122"/>
              </a:rPr>
              <a:t>作用与</a:t>
            </a:r>
            <a:r>
              <a:rPr kumimoji="0" lang="en-US" altLang="en-US" dirty="0" err="1" smtClean="0">
                <a:solidFill>
                  <a:srgbClr val="C00000"/>
                </a:solidFill>
                <a:ea typeface="楷体_GB2312" pitchFamily="49" charset="-122"/>
              </a:rPr>
              <a:t>价值</a:t>
            </a:r>
            <a:endParaRPr kumimoji="0" lang="zh-CN" altLang="en-US" dirty="0">
              <a:solidFill>
                <a:srgbClr val="C0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928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928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
          <p:cNvSpPr>
            <a:spLocks noGrp="1" noChangeArrowheads="1"/>
          </p:cNvSpPr>
          <p:nvPr>
            <p:ph type="sldNum" sz="quarter" idx="10"/>
          </p:nvPr>
        </p:nvSpPr>
        <p:spPr>
          <a:noFill/>
        </p:spPr>
        <p:txBody>
          <a:bodyPr/>
          <a:lstStyle/>
          <a:p>
            <a:r>
              <a:rPr lang="zh-CN" altLang="en-GB" smtClean="0"/>
              <a:t>  </a:t>
            </a:r>
            <a:fld id="{7F3A030A-96F0-4DA9-8E55-2F2CAF753027}" type="slidenum">
              <a:rPr lang="zh-CN" altLang="en-GB" smtClean="0"/>
            </a:fld>
            <a:endParaRPr lang="en-US" altLang="zh-CN" smtClean="0"/>
          </a:p>
        </p:txBody>
      </p:sp>
      <p:sp>
        <p:nvSpPr>
          <p:cNvPr id="1741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741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57732" name="Text Box 4"/>
          <p:cNvSpPr txBox="1">
            <a:spLocks noChangeArrowheads="1"/>
          </p:cNvSpPr>
          <p:nvPr/>
        </p:nvSpPr>
        <p:spPr bwMode="auto">
          <a:xfrm>
            <a:off x="250825" y="1855788"/>
            <a:ext cx="8713788" cy="3876675"/>
          </a:xfrm>
          <a:prstGeom prst="rect">
            <a:avLst/>
          </a:prstGeom>
          <a:noFill/>
          <a:ln w="28575">
            <a:noFill/>
            <a:miter lim="800000"/>
          </a:ln>
        </p:spPr>
        <p:txBody>
          <a:bodyPr>
            <a:spAutoFit/>
          </a:bodyPr>
          <a:lstStyle/>
          <a:p>
            <a:pPr algn="l">
              <a:spcBef>
                <a:spcPts val="0"/>
              </a:spcBef>
              <a:spcAft>
                <a:spcPts val="600"/>
              </a:spcAft>
            </a:pPr>
            <a:r>
              <a:rPr lang="zh-CN" altLang="en-US" sz="2800" dirty="0">
                <a:solidFill>
                  <a:schemeClr val="bg2"/>
                </a:solidFill>
                <a:ea typeface="楷体" panose="02010609060101010101" charset="-122"/>
                <a:cs typeface="楷体" panose="02010609060101010101" charset="-122"/>
              </a:rPr>
              <a:t>项目可以成就一个人、一个企业，也可以毁掉一个人、一个企业。</a:t>
            </a:r>
            <a:endParaRPr lang="zh-CN" altLang="en-US" sz="2800" dirty="0">
              <a:solidFill>
                <a:schemeClr val="bg2"/>
              </a:solidFill>
              <a:ea typeface="楷体" panose="02010609060101010101" charset="-122"/>
              <a:cs typeface="楷体" panose="02010609060101010101" charset="-122"/>
            </a:endParaRPr>
          </a:p>
          <a:p>
            <a:pPr algn="l">
              <a:spcBef>
                <a:spcPts val="0"/>
              </a:spcBef>
              <a:spcAft>
                <a:spcPts val="600"/>
              </a:spcAft>
            </a:pPr>
            <a:r>
              <a:rPr lang="zh-CN" altLang="en-US" sz="2800" dirty="0">
                <a:solidFill>
                  <a:schemeClr val="bg2"/>
                </a:solidFill>
                <a:ea typeface="楷体" panose="02010609060101010101" charset="-122"/>
                <a:cs typeface="楷体" panose="02010609060101010101" charset="-122"/>
              </a:rPr>
              <a:t>如何管理国家？如何管理企业？如何管理项目？</a:t>
            </a:r>
            <a:r>
              <a:rPr lang="zh-CN" altLang="en-US" sz="2800" dirty="0">
                <a:solidFill>
                  <a:srgbClr val="FF0000"/>
                </a:solidFill>
                <a:ea typeface="楷体" panose="02010609060101010101" charset="-122"/>
                <a:cs typeface="楷体" panose="02010609060101010101" charset="-122"/>
              </a:rPr>
              <a:t>如何管理</a:t>
            </a:r>
            <a:r>
              <a:rPr lang="zh-CN" altLang="en-US" sz="2800" dirty="0">
                <a:solidFill>
                  <a:schemeClr val="bg2"/>
                </a:solidFill>
                <a:ea typeface="楷体" panose="02010609060101010101" charset="-122"/>
                <a:cs typeface="楷体" panose="02010609060101010101" charset="-122"/>
              </a:rPr>
              <a:t>家庭和</a:t>
            </a:r>
            <a:r>
              <a:rPr lang="zh-CN" altLang="en-US" sz="2800" dirty="0">
                <a:solidFill>
                  <a:srgbClr val="FF0000"/>
                </a:solidFill>
                <a:ea typeface="楷体" panose="02010609060101010101" charset="-122"/>
                <a:cs typeface="楷体" panose="02010609060101010101" charset="-122"/>
              </a:rPr>
              <a:t>自己</a:t>
            </a:r>
            <a:r>
              <a:rPr lang="zh-CN" altLang="en-US" sz="2800" dirty="0">
                <a:solidFill>
                  <a:schemeClr val="bg2"/>
                </a:solidFill>
                <a:ea typeface="楷体" panose="02010609060101010101" charset="-122"/>
                <a:cs typeface="楷体" panose="02010609060101010101" charset="-122"/>
              </a:rPr>
              <a:t>，应该成为我们</a:t>
            </a:r>
            <a:r>
              <a:rPr lang="zh-CN" altLang="en-US" sz="2800" dirty="0">
                <a:solidFill>
                  <a:srgbClr val="FF0000"/>
                </a:solidFill>
                <a:ea typeface="楷体" panose="02010609060101010101" charset="-122"/>
                <a:cs typeface="楷体" panose="02010609060101010101" charset="-122"/>
              </a:rPr>
              <a:t>毕生的求索目标</a:t>
            </a:r>
            <a:r>
              <a:rPr lang="zh-CN" altLang="en-US" sz="3200" smtClean="0">
                <a:solidFill>
                  <a:schemeClr val="bg2"/>
                </a:solidFill>
              </a:rPr>
              <a:t>。</a:t>
            </a:r>
            <a:endParaRPr lang="en-US" altLang="zh-CN" sz="3200" smtClean="0">
              <a:solidFill>
                <a:schemeClr val="bg2"/>
              </a:solidFill>
            </a:endParaRPr>
          </a:p>
          <a:p>
            <a:pPr algn="ctr">
              <a:spcBef>
                <a:spcPts val="0"/>
              </a:spcBef>
              <a:spcAft>
                <a:spcPts val="600"/>
              </a:spcAft>
            </a:pPr>
            <a:r>
              <a:rPr lang="zh-CN" altLang="en-US" sz="4000" u="sng" smtClean="0">
                <a:solidFill>
                  <a:schemeClr val="bg1"/>
                </a:solidFill>
                <a:latin typeface="楷体" panose="02010609060101010101" charset="-122"/>
                <a:ea typeface="楷体" panose="02010609060101010101" charset="-122"/>
              </a:rPr>
              <a:t>项目管理无处不在、无时不在，项目管理既是项目成功的要素，也是项目失败的根源。</a:t>
            </a:r>
            <a:endParaRPr kumimoji="0" lang="zh-CN" altLang="en-US" sz="4000" u="sng" smtClean="0">
              <a:solidFill>
                <a:schemeClr val="bg1"/>
              </a:solidFill>
              <a:latin typeface="楷体" panose="02010609060101010101" charset="-122"/>
              <a:ea typeface="楷体" panose="02010609060101010101" charset="-122"/>
            </a:endParaRPr>
          </a:p>
        </p:txBody>
      </p:sp>
      <p:sp>
        <p:nvSpPr>
          <p:cNvPr id="1741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P.5</a:t>
            </a:r>
            <a:endParaRPr lang="en-US" altLang="zh-CN" sz="2400">
              <a:solidFill>
                <a:schemeClr val="bg2"/>
              </a:solidFill>
            </a:endParaRPr>
          </a:p>
        </p:txBody>
      </p:sp>
      <p:sp>
        <p:nvSpPr>
          <p:cNvPr id="17415"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zh-CN"/>
              <a:t>1.1 </a:t>
            </a:r>
            <a:r>
              <a:rPr kumimoji="0" lang="zh-CN" altLang="en-US"/>
              <a:t>项目与项目管理的价值</a:t>
            </a:r>
            <a:endParaRPr kumimoji="0" lang="zh-CN" altLang="en-US"/>
          </a:p>
        </p:txBody>
      </p:sp>
      <p:sp>
        <p:nvSpPr>
          <p:cNvPr id="9" name="Rectangle 8"/>
          <p:cNvSpPr>
            <a:spLocks noChangeArrowheads="1"/>
          </p:cNvSpPr>
          <p:nvPr/>
        </p:nvSpPr>
        <p:spPr bwMode="auto">
          <a:xfrm>
            <a:off x="-32" y="1285860"/>
            <a:ext cx="4076757" cy="52322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ea typeface="楷体_GB2312" pitchFamily="49" charset="-122"/>
              </a:rPr>
              <a:t>项目管理的</a:t>
            </a:r>
            <a:r>
              <a:rPr kumimoji="0" lang="zh-CN" altLang="en-US" dirty="0" smtClean="0">
                <a:solidFill>
                  <a:srgbClr val="C00000"/>
                </a:solidFill>
                <a:ea typeface="楷体_GB2312" pitchFamily="49" charset="-122"/>
              </a:rPr>
              <a:t>作用与</a:t>
            </a:r>
            <a:r>
              <a:rPr kumimoji="0" lang="en-US" altLang="en-US" dirty="0" err="1" smtClean="0">
                <a:solidFill>
                  <a:srgbClr val="C00000"/>
                </a:solidFill>
                <a:ea typeface="楷体_GB2312" pitchFamily="49" charset="-122"/>
              </a:rPr>
              <a:t>价值</a:t>
            </a:r>
            <a:endParaRPr kumimoji="0" lang="zh-CN" altLang="en-US" dirty="0">
              <a:solidFill>
                <a:srgbClr val="C0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7732">
                                            <p:txEl>
                                              <p:pRg st="0" end="0"/>
                                            </p:txEl>
                                          </p:spTgt>
                                        </p:tgtEl>
                                        <p:attrNameLst>
                                          <p:attrName>style.visibility</p:attrName>
                                        </p:attrNameLst>
                                      </p:cBhvr>
                                      <p:to>
                                        <p:strVal val="visible"/>
                                      </p:to>
                                    </p:set>
                                    <p:anim calcmode="lin" valueType="num">
                                      <p:cBhvr additive="base">
                                        <p:cTn id="7" dur="500" fill="hold"/>
                                        <p:tgtEl>
                                          <p:spTgt spid="4577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77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773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773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9"/>
          <p:cNvSpPr>
            <a:spLocks noGrp="1" noChangeArrowheads="1"/>
          </p:cNvSpPr>
          <p:nvPr>
            <p:ph type="sldNum" sz="quarter" idx="10"/>
          </p:nvPr>
        </p:nvSpPr>
        <p:spPr>
          <a:noFill/>
        </p:spPr>
        <p:txBody>
          <a:bodyPr/>
          <a:lstStyle/>
          <a:p>
            <a:r>
              <a:rPr lang="zh-CN" altLang="en-GB" smtClean="0"/>
              <a:t>  </a:t>
            </a:r>
            <a:fld id="{7F3A030A-96F0-4DA9-8E55-2F2CAF753027}" type="slidenum">
              <a:rPr lang="zh-CN" altLang="en-GB" smtClean="0"/>
            </a:fld>
            <a:endParaRPr lang="en-US" altLang="zh-CN" smtClean="0"/>
          </a:p>
        </p:txBody>
      </p:sp>
      <p:sp>
        <p:nvSpPr>
          <p:cNvPr id="1741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741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57732" name="Text Box 4"/>
          <p:cNvSpPr txBox="1">
            <a:spLocks noChangeArrowheads="1"/>
          </p:cNvSpPr>
          <p:nvPr/>
        </p:nvSpPr>
        <p:spPr bwMode="auto">
          <a:xfrm>
            <a:off x="250825" y="1855788"/>
            <a:ext cx="8713788" cy="4319905"/>
          </a:xfrm>
          <a:prstGeom prst="rect">
            <a:avLst/>
          </a:prstGeom>
          <a:noFill/>
          <a:ln w="28575">
            <a:noFill/>
            <a:miter lim="800000"/>
          </a:ln>
        </p:spPr>
        <p:txBody>
          <a:bodyPr>
            <a:spAutoFit/>
          </a:bodyPr>
          <a:lstStyle/>
          <a:p>
            <a:pPr algn="l">
              <a:spcBef>
                <a:spcPts val="600"/>
              </a:spcBef>
              <a:spcAft>
                <a:spcPts val="600"/>
              </a:spcAft>
            </a:pPr>
            <a:r>
              <a:rPr lang="zh-CN" altLang="en-US" dirty="0">
                <a:solidFill>
                  <a:schemeClr val="bg2"/>
                </a:solidFill>
                <a:ea typeface="楷体" panose="02010609060101010101" charset="-122"/>
                <a:cs typeface="楷体" panose="02010609060101010101" charset="-122"/>
              </a:rPr>
              <a:t>项目管理作为管理学的一个子集，具有管理学在通常意义上的价值。</a:t>
            </a:r>
            <a:endParaRPr lang="zh-CN" altLang="en-US" dirty="0">
              <a:solidFill>
                <a:schemeClr val="bg2"/>
              </a:solidFill>
              <a:ea typeface="楷体" panose="02010609060101010101" charset="-122"/>
              <a:cs typeface="楷体" panose="02010609060101010101" charset="-122"/>
            </a:endParaRPr>
          </a:p>
          <a:p>
            <a:pPr algn="l">
              <a:spcBef>
                <a:spcPts val="600"/>
              </a:spcBef>
              <a:spcAft>
                <a:spcPts val="600"/>
              </a:spcAft>
            </a:pPr>
            <a:r>
              <a:rPr lang="zh-CN" altLang="en-US" dirty="0">
                <a:solidFill>
                  <a:schemeClr val="bg2"/>
                </a:solidFill>
                <a:ea typeface="楷体" panose="02010609060101010101" charset="-122"/>
                <a:cs typeface="楷体" panose="02010609060101010101" charset="-122"/>
              </a:rPr>
              <a:t>企业管理对企业的兴衰成败起着决定性的作用，项目管理对项目的成败也起着决定性的作用。</a:t>
            </a:r>
            <a:endParaRPr lang="zh-CN" altLang="en-US" dirty="0">
              <a:solidFill>
                <a:schemeClr val="bg2"/>
              </a:solidFill>
              <a:ea typeface="楷体" panose="02010609060101010101" charset="-122"/>
              <a:cs typeface="楷体" panose="02010609060101010101" charset="-122"/>
            </a:endParaRPr>
          </a:p>
          <a:p>
            <a:pPr algn="l">
              <a:spcBef>
                <a:spcPts val="600"/>
              </a:spcBef>
              <a:spcAft>
                <a:spcPts val="600"/>
              </a:spcAft>
            </a:pPr>
            <a:r>
              <a:rPr lang="zh-CN" altLang="en-US" dirty="0">
                <a:solidFill>
                  <a:schemeClr val="bg2"/>
                </a:solidFill>
                <a:ea typeface="楷体" panose="02010609060101010101" charset="-122"/>
                <a:cs typeface="楷体" panose="02010609060101010101" charset="-122"/>
              </a:rPr>
              <a:t>项目最主要的价值来源是通过完成业务目标来获得的，而要确保业务目标的实现需要有效的项目管理。</a:t>
            </a:r>
            <a:endParaRPr lang="zh-CN" altLang="en-US" dirty="0">
              <a:solidFill>
                <a:schemeClr val="bg2"/>
              </a:solidFill>
              <a:ea typeface="楷体" panose="02010609060101010101" charset="-122"/>
              <a:cs typeface="楷体" panose="02010609060101010101" charset="-122"/>
            </a:endParaRPr>
          </a:p>
          <a:p>
            <a:pPr algn="ctr">
              <a:spcBef>
                <a:spcPts val="600"/>
              </a:spcBef>
              <a:spcAft>
                <a:spcPts val="600"/>
              </a:spcAft>
            </a:pPr>
            <a:r>
              <a:rPr lang="zh-CN" altLang="en-US" sz="3600" u="sng" smtClean="0">
                <a:solidFill>
                  <a:schemeClr val="bg1">
                    <a:lumMod val="50000"/>
                  </a:schemeClr>
                </a:solidFill>
                <a:latin typeface="黑体" panose="02010609060101010101" pitchFamily="2" charset="-122"/>
                <a:ea typeface="黑体" panose="02010609060101010101" pitchFamily="2" charset="-122"/>
              </a:rPr>
              <a:t>实行项目管理可以为企业创造巨大的价值</a:t>
            </a:r>
            <a:r>
              <a:rPr lang="zh-CN" altLang="en-US" sz="3600" smtClean="0">
                <a:solidFill>
                  <a:schemeClr val="bg1">
                    <a:lumMod val="50000"/>
                  </a:schemeClr>
                </a:solidFill>
                <a:latin typeface="黑体" panose="02010609060101010101" pitchFamily="2" charset="-122"/>
                <a:ea typeface="黑体" panose="02010609060101010101" pitchFamily="2" charset="-122"/>
              </a:rPr>
              <a:t>。</a:t>
            </a:r>
            <a:endParaRPr lang="zh-CN" altLang="en-US" sz="3600" smtClean="0">
              <a:solidFill>
                <a:schemeClr val="bg1">
                  <a:lumMod val="50000"/>
                </a:schemeClr>
              </a:solidFill>
              <a:latin typeface="黑体" panose="02010609060101010101" pitchFamily="2" charset="-122"/>
              <a:ea typeface="黑体" panose="02010609060101010101" pitchFamily="2" charset="-122"/>
            </a:endParaRPr>
          </a:p>
          <a:p>
            <a:pPr algn="l">
              <a:lnSpc>
                <a:spcPct val="110000"/>
              </a:lnSpc>
              <a:spcBef>
                <a:spcPts val="600"/>
              </a:spcBef>
              <a:spcAft>
                <a:spcPts val="600"/>
              </a:spcAft>
              <a:buClr>
                <a:schemeClr val="hlink"/>
              </a:buClr>
              <a:buFont typeface="Wingdings" panose="05000000000000000000" pitchFamily="2" charset="2"/>
              <a:buChar char="ü"/>
            </a:pPr>
            <a:endParaRPr kumimoji="0" lang="zh-CN" altLang="en-US">
              <a:solidFill>
                <a:schemeClr val="bg2"/>
              </a:solidFill>
            </a:endParaRPr>
          </a:p>
        </p:txBody>
      </p:sp>
      <p:sp>
        <p:nvSpPr>
          <p:cNvPr id="1741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P.5</a:t>
            </a:r>
            <a:endParaRPr lang="en-US" altLang="zh-CN" sz="2400">
              <a:solidFill>
                <a:schemeClr val="bg2"/>
              </a:solidFill>
            </a:endParaRPr>
          </a:p>
        </p:txBody>
      </p:sp>
      <p:sp>
        <p:nvSpPr>
          <p:cNvPr id="17415"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zh-CN"/>
              <a:t>1.1 </a:t>
            </a:r>
            <a:r>
              <a:rPr kumimoji="0" lang="zh-CN" altLang="en-US"/>
              <a:t>项目与项目管理的价值</a:t>
            </a:r>
            <a:endParaRPr kumimoji="0" lang="zh-CN" altLang="en-US"/>
          </a:p>
        </p:txBody>
      </p:sp>
      <p:sp>
        <p:nvSpPr>
          <p:cNvPr id="9" name="Rectangle 8"/>
          <p:cNvSpPr>
            <a:spLocks noChangeArrowheads="1"/>
          </p:cNvSpPr>
          <p:nvPr/>
        </p:nvSpPr>
        <p:spPr bwMode="auto">
          <a:xfrm>
            <a:off x="-32" y="1285860"/>
            <a:ext cx="4076757" cy="52322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ea typeface="楷体_GB2312" pitchFamily="49" charset="-122"/>
              </a:rPr>
              <a:t>项目管理的</a:t>
            </a:r>
            <a:r>
              <a:rPr kumimoji="0" lang="zh-CN" altLang="en-US" dirty="0" smtClean="0">
                <a:solidFill>
                  <a:srgbClr val="C00000"/>
                </a:solidFill>
                <a:ea typeface="楷体_GB2312" pitchFamily="49" charset="-122"/>
              </a:rPr>
              <a:t>作用与</a:t>
            </a:r>
            <a:r>
              <a:rPr kumimoji="0" lang="en-US" altLang="en-US" dirty="0" err="1" smtClean="0">
                <a:solidFill>
                  <a:srgbClr val="C00000"/>
                </a:solidFill>
                <a:ea typeface="楷体_GB2312" pitchFamily="49" charset="-122"/>
              </a:rPr>
              <a:t>价值</a:t>
            </a:r>
            <a:endParaRPr kumimoji="0" lang="zh-CN" altLang="en-US" dirty="0">
              <a:solidFill>
                <a:srgbClr val="C0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57732">
                                            <p:txEl>
                                              <p:pRg st="0" end="0"/>
                                            </p:txEl>
                                          </p:spTgt>
                                        </p:tgtEl>
                                        <p:attrNameLst>
                                          <p:attrName>style.visibility</p:attrName>
                                        </p:attrNameLst>
                                      </p:cBhvr>
                                      <p:to>
                                        <p:strVal val="visible"/>
                                      </p:to>
                                    </p:set>
                                    <p:anim calcmode="lin" valueType="num">
                                      <p:cBhvr additive="base">
                                        <p:cTn id="7" dur="500" fill="hold"/>
                                        <p:tgtEl>
                                          <p:spTgt spid="45773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77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7732">
                                            <p:txEl>
                                              <p:pRg st="1" end="1"/>
                                            </p:txEl>
                                          </p:spTgt>
                                        </p:tgtEl>
                                        <p:attrNameLst>
                                          <p:attrName>style.visibility</p:attrName>
                                        </p:attrNameLst>
                                      </p:cBhvr>
                                      <p:to>
                                        <p:strVal val="visible"/>
                                      </p:to>
                                    </p:set>
                                    <p:anim calcmode="lin" valueType="num">
                                      <p:cBhvr additive="base">
                                        <p:cTn id="13" dur="500" fill="hold"/>
                                        <p:tgtEl>
                                          <p:spTgt spid="45773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773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7732">
                                            <p:txEl>
                                              <p:pRg st="2" end="2"/>
                                            </p:txEl>
                                          </p:spTgt>
                                        </p:tgtEl>
                                        <p:attrNameLst>
                                          <p:attrName>style.visibility</p:attrName>
                                        </p:attrNameLst>
                                      </p:cBhvr>
                                      <p:to>
                                        <p:strVal val="visible"/>
                                      </p:to>
                                    </p:set>
                                    <p:anim calcmode="lin" valueType="num">
                                      <p:cBhvr additive="base">
                                        <p:cTn id="19" dur="500" fill="hold"/>
                                        <p:tgtEl>
                                          <p:spTgt spid="45773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773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57732">
                                            <p:txEl>
                                              <p:pRg st="3" end="3"/>
                                            </p:txEl>
                                          </p:spTgt>
                                        </p:tgtEl>
                                        <p:attrNameLst>
                                          <p:attrName>style.visibility</p:attrName>
                                        </p:attrNameLst>
                                      </p:cBhvr>
                                      <p:to>
                                        <p:strVal val="visible"/>
                                      </p:to>
                                    </p:set>
                                    <p:anim calcmode="lin" valueType="num">
                                      <p:cBhvr additive="base">
                                        <p:cTn id="25" dur="500" fill="hold"/>
                                        <p:tgtEl>
                                          <p:spTgt spid="45773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773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
          <p:cNvSpPr>
            <a:spLocks noGrp="1" noChangeArrowheads="1"/>
          </p:cNvSpPr>
          <p:nvPr>
            <p:ph type="sldNum" sz="quarter" idx="10"/>
          </p:nvPr>
        </p:nvSpPr>
        <p:spPr>
          <a:noFill/>
        </p:spPr>
        <p:txBody>
          <a:bodyPr/>
          <a:lstStyle/>
          <a:p>
            <a:r>
              <a:rPr lang="zh-CN" altLang="en-GB" smtClean="0"/>
              <a:t>  </a:t>
            </a:r>
            <a:fld id="{7F3A030A-96F0-4DA9-8E55-2F2CAF753027}" type="slidenum">
              <a:rPr lang="zh-CN" altLang="en-GB" smtClean="0"/>
            </a:fld>
            <a:endParaRPr lang="en-US" altLang="zh-CN" smtClean="0"/>
          </a:p>
        </p:txBody>
      </p:sp>
      <p:sp>
        <p:nvSpPr>
          <p:cNvPr id="1741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741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57732" name="Text Box 4"/>
          <p:cNvSpPr txBox="1">
            <a:spLocks noChangeArrowheads="1"/>
          </p:cNvSpPr>
          <p:nvPr/>
        </p:nvSpPr>
        <p:spPr bwMode="auto">
          <a:xfrm>
            <a:off x="179070" y="1772603"/>
            <a:ext cx="8713788" cy="3230245"/>
          </a:xfrm>
          <a:prstGeom prst="rect">
            <a:avLst/>
          </a:prstGeom>
          <a:noFill/>
          <a:ln w="28575">
            <a:noFill/>
            <a:miter lim="800000"/>
          </a:ln>
        </p:spPr>
        <p:txBody>
          <a:bodyPr>
            <a:spAutoFit/>
          </a:bodyPr>
          <a:lstStyle/>
          <a:p>
            <a:pPr algn="l">
              <a:spcBef>
                <a:spcPts val="0"/>
              </a:spcBef>
              <a:spcAft>
                <a:spcPts val="600"/>
              </a:spcAft>
              <a:buClrTx/>
              <a:buSzTx/>
              <a:buNone/>
            </a:pPr>
            <a:r>
              <a:rPr lang="zh-CN" altLang="en-US" dirty="0">
                <a:solidFill>
                  <a:schemeClr val="bg2"/>
                </a:solidFill>
                <a:ea typeface="楷体" panose="02010609060101010101" charset="-122"/>
                <a:cs typeface="楷体" panose="02010609060101010101" charset="-122"/>
              </a:rPr>
              <a:t>许多跨国公司的经验表明，</a:t>
            </a:r>
            <a:r>
              <a:rPr lang="zh-CN" altLang="en-US" dirty="0">
                <a:solidFill>
                  <a:schemeClr val="bg1"/>
                </a:solidFill>
                <a:ea typeface="楷体" panose="02010609060101010101" charset="-122"/>
                <a:cs typeface="楷体" panose="02010609060101010101" charset="-122"/>
              </a:rPr>
              <a:t>企业的成功</a:t>
            </a:r>
            <a:r>
              <a:rPr lang="zh-CN" altLang="en-US" dirty="0">
                <a:solidFill>
                  <a:schemeClr val="bg2"/>
                </a:solidFill>
                <a:ea typeface="楷体" panose="02010609060101010101" charset="-122"/>
                <a:cs typeface="楷体" panose="02010609060101010101" charset="-122"/>
              </a:rPr>
              <a:t>在于</a:t>
            </a:r>
            <a:r>
              <a:rPr lang="zh-CN" altLang="en-US" dirty="0">
                <a:solidFill>
                  <a:schemeClr val="bg1"/>
                </a:solidFill>
                <a:ea typeface="楷体" panose="02010609060101010101" charset="-122"/>
                <a:cs typeface="楷体" panose="02010609060101010101" charset="-122"/>
              </a:rPr>
              <a:t>有效地推行项目管理</a:t>
            </a:r>
            <a:r>
              <a:rPr lang="zh-CN" altLang="en-US" dirty="0">
                <a:solidFill>
                  <a:schemeClr val="bg2"/>
                </a:solidFill>
                <a:ea typeface="楷体" panose="02010609060101010101" charset="-122"/>
                <a:cs typeface="楷体" panose="02010609060101010101" charset="-122"/>
              </a:rPr>
              <a:t>。</a:t>
            </a:r>
            <a:endParaRPr lang="zh-CN" altLang="en-US" dirty="0">
              <a:solidFill>
                <a:schemeClr val="bg2"/>
              </a:solidFill>
              <a:ea typeface="楷体" panose="02010609060101010101" charset="-122"/>
              <a:cs typeface="楷体" panose="02010609060101010101" charset="-122"/>
            </a:endParaRPr>
          </a:p>
          <a:p>
            <a:pPr algn="just">
              <a:spcBef>
                <a:spcPts val="600"/>
              </a:spcBef>
              <a:spcAft>
                <a:spcPts val="600"/>
              </a:spcAft>
              <a:buClr>
                <a:schemeClr val="hlink"/>
              </a:buClr>
            </a:pPr>
            <a:endParaRPr kumimoji="0" lang="zh-CN" altLang="en-US" sz="3200" u="sng" dirty="0" smtClean="0">
              <a:solidFill>
                <a:schemeClr val="bg2"/>
              </a:solidFill>
              <a:latin typeface="楷体" panose="02010609060101010101" charset="-122"/>
              <a:ea typeface="楷体" panose="02010609060101010101" charset="-122"/>
              <a:cs typeface="楷体" panose="02010609060101010101" charset="-122"/>
            </a:endParaRPr>
          </a:p>
          <a:p>
            <a:pPr algn="just">
              <a:spcBef>
                <a:spcPts val="600"/>
              </a:spcBef>
              <a:spcAft>
                <a:spcPts val="600"/>
              </a:spcAft>
              <a:buClr>
                <a:schemeClr val="hlink"/>
              </a:buClr>
            </a:pPr>
            <a:r>
              <a:rPr kumimoji="0" lang="zh-CN" altLang="en-US" sz="3200" u="sng" smtClean="0">
                <a:solidFill>
                  <a:schemeClr val="bg2"/>
                </a:solidFill>
                <a:latin typeface="楷体" panose="02010609060101010101" charset="-122"/>
                <a:ea typeface="楷体" panose="02010609060101010101" charset="-122"/>
              </a:rPr>
              <a:t>越来越多的企业正在或将要引入</a:t>
            </a:r>
            <a:r>
              <a:rPr kumimoji="0" lang="zh-CN" altLang="en-US" sz="3200" u="sng" smtClean="0">
                <a:solidFill>
                  <a:schemeClr val="bg1"/>
                </a:solidFill>
                <a:latin typeface="楷体" panose="02010609060101010101" charset="-122"/>
                <a:ea typeface="楷体" panose="02010609060101010101" charset="-122"/>
              </a:rPr>
              <a:t>项目管理</a:t>
            </a:r>
            <a:r>
              <a:rPr kumimoji="0" lang="zh-CN" altLang="en-US" sz="3200" u="sng" smtClean="0">
                <a:solidFill>
                  <a:schemeClr val="bg2"/>
                </a:solidFill>
                <a:latin typeface="楷体" panose="02010609060101010101" charset="-122"/>
                <a:ea typeface="楷体" panose="02010609060101010101" charset="-122"/>
              </a:rPr>
              <a:t>，一些国内的企业也把项目管理作为自己主要的</a:t>
            </a:r>
            <a:r>
              <a:rPr kumimoji="0" lang="zh-CN" altLang="en-US" sz="3200" u="sng" smtClean="0">
                <a:solidFill>
                  <a:schemeClr val="bg1"/>
                </a:solidFill>
                <a:latin typeface="楷体" panose="02010609060101010101" charset="-122"/>
                <a:ea typeface="楷体" panose="02010609060101010101" charset="-122"/>
              </a:rPr>
              <a:t>运作模式</a:t>
            </a:r>
            <a:r>
              <a:rPr kumimoji="0" lang="zh-CN" altLang="en-US" sz="3200" u="sng" smtClean="0">
                <a:solidFill>
                  <a:schemeClr val="bg2"/>
                </a:solidFill>
                <a:latin typeface="楷体" panose="02010609060101010101" charset="-122"/>
                <a:ea typeface="楷体" panose="02010609060101010101" charset="-122"/>
              </a:rPr>
              <a:t>和提高</a:t>
            </a:r>
            <a:r>
              <a:rPr kumimoji="0" lang="zh-CN" altLang="en-US" sz="3200" u="sng" smtClean="0">
                <a:solidFill>
                  <a:schemeClr val="bg1"/>
                </a:solidFill>
                <a:latin typeface="楷体" panose="02010609060101010101" charset="-122"/>
                <a:ea typeface="楷体" panose="02010609060101010101" charset="-122"/>
              </a:rPr>
              <a:t>企业运作效率</a:t>
            </a:r>
            <a:r>
              <a:rPr kumimoji="0" lang="zh-CN" altLang="en-US" sz="3200" u="sng" smtClean="0">
                <a:solidFill>
                  <a:schemeClr val="bg2"/>
                </a:solidFill>
                <a:latin typeface="楷体" panose="02010609060101010101" charset="-122"/>
                <a:ea typeface="楷体" panose="02010609060101010101" charset="-122"/>
              </a:rPr>
              <a:t>的解决方案。</a:t>
            </a:r>
            <a:endParaRPr kumimoji="0" lang="zh-CN" altLang="en-US" sz="3200" u="sng" smtClean="0">
              <a:solidFill>
                <a:schemeClr val="bg2"/>
              </a:solidFill>
              <a:latin typeface="楷体" panose="02010609060101010101" charset="-122"/>
              <a:ea typeface="楷体" panose="02010609060101010101" charset="-122"/>
            </a:endParaRPr>
          </a:p>
        </p:txBody>
      </p:sp>
      <p:sp>
        <p:nvSpPr>
          <p:cNvPr id="1741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P.5</a:t>
            </a:r>
            <a:endParaRPr lang="en-US" altLang="zh-CN" sz="2400">
              <a:solidFill>
                <a:schemeClr val="bg2"/>
              </a:solidFill>
            </a:endParaRPr>
          </a:p>
        </p:txBody>
      </p:sp>
      <p:sp>
        <p:nvSpPr>
          <p:cNvPr id="17415"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zh-CN"/>
              <a:t>1.1 </a:t>
            </a:r>
            <a:r>
              <a:rPr kumimoji="0" lang="zh-CN" altLang="en-US"/>
              <a:t>项目与项目管理的价值</a:t>
            </a:r>
            <a:endParaRPr kumimoji="0" lang="zh-CN" altLang="en-US"/>
          </a:p>
        </p:txBody>
      </p:sp>
      <p:sp>
        <p:nvSpPr>
          <p:cNvPr id="9" name="Rectangle 8"/>
          <p:cNvSpPr>
            <a:spLocks noChangeArrowheads="1"/>
          </p:cNvSpPr>
          <p:nvPr/>
        </p:nvSpPr>
        <p:spPr bwMode="auto">
          <a:xfrm>
            <a:off x="-32" y="1285860"/>
            <a:ext cx="4076757" cy="52322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ea typeface="楷体_GB2312" pitchFamily="49" charset="-122"/>
              </a:rPr>
              <a:t>项目管理的</a:t>
            </a:r>
            <a:r>
              <a:rPr kumimoji="0" lang="zh-CN" altLang="en-US" dirty="0" smtClean="0">
                <a:solidFill>
                  <a:srgbClr val="C00000"/>
                </a:solidFill>
                <a:ea typeface="楷体_GB2312" pitchFamily="49" charset="-122"/>
              </a:rPr>
              <a:t>作用与</a:t>
            </a:r>
            <a:r>
              <a:rPr kumimoji="0" lang="en-US" altLang="en-US" dirty="0" err="1" smtClean="0">
                <a:solidFill>
                  <a:srgbClr val="C00000"/>
                </a:solidFill>
                <a:ea typeface="楷体_GB2312" pitchFamily="49" charset="-122"/>
              </a:rPr>
              <a:t>价值</a:t>
            </a:r>
            <a:endParaRPr kumimoji="0" lang="zh-CN" altLang="en-US" dirty="0">
              <a:solidFill>
                <a:srgbClr val="C0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773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9"/>
          <p:cNvSpPr>
            <a:spLocks noGrp="1" noChangeArrowheads="1"/>
          </p:cNvSpPr>
          <p:nvPr>
            <p:ph type="sldNum" sz="quarter" idx="10"/>
          </p:nvPr>
        </p:nvSpPr>
        <p:spPr>
          <a:noFill/>
        </p:spPr>
        <p:txBody>
          <a:bodyPr/>
          <a:lstStyle/>
          <a:p>
            <a:r>
              <a:rPr lang="zh-CN" altLang="en-GB" smtClean="0"/>
              <a:t>  </a:t>
            </a:r>
            <a:fld id="{7F3A030A-96F0-4DA9-8E55-2F2CAF753027}" type="slidenum">
              <a:rPr lang="zh-CN" altLang="en-GB" smtClean="0"/>
            </a:fld>
            <a:endParaRPr lang="en-US" altLang="zh-CN" smtClean="0"/>
          </a:p>
        </p:txBody>
      </p:sp>
      <p:sp>
        <p:nvSpPr>
          <p:cNvPr id="1741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1741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57732" name="Text Box 4"/>
          <p:cNvSpPr txBox="1">
            <a:spLocks noChangeArrowheads="1"/>
          </p:cNvSpPr>
          <p:nvPr/>
        </p:nvSpPr>
        <p:spPr bwMode="auto">
          <a:xfrm>
            <a:off x="250825" y="1855788"/>
            <a:ext cx="8713788" cy="2199640"/>
          </a:xfrm>
          <a:prstGeom prst="rect">
            <a:avLst/>
          </a:prstGeom>
          <a:noFill/>
          <a:ln w="28575">
            <a:noFill/>
            <a:miter lim="800000"/>
          </a:ln>
        </p:spPr>
        <p:txBody>
          <a:bodyPr>
            <a:spAutoFit/>
          </a:bodyPr>
          <a:lstStyle/>
          <a:p>
            <a:pPr algn="l">
              <a:spcBef>
                <a:spcPts val="600"/>
              </a:spcBef>
              <a:spcAft>
                <a:spcPts val="600"/>
              </a:spcAft>
            </a:pPr>
            <a:r>
              <a:rPr lang="zh-CN" altLang="en-US" u="sng" dirty="0" smtClean="0">
                <a:solidFill>
                  <a:schemeClr val="bg1"/>
                </a:solidFill>
                <a:latin typeface="楷体" panose="02010609060101010101" charset="-122"/>
                <a:ea typeface="楷体" panose="02010609060101010101" charset="-122"/>
              </a:rPr>
              <a:t>项目管理还有一个非常重要的价值，这就是知识积累</a:t>
            </a:r>
            <a:r>
              <a:rPr lang="zh-CN" altLang="en-US" dirty="0" smtClean="0">
                <a:solidFill>
                  <a:schemeClr val="bg1">
                    <a:lumMod val="50000"/>
                  </a:schemeClr>
                </a:solidFill>
                <a:latin typeface="楷体" panose="02010609060101010101" charset="-122"/>
                <a:ea typeface="楷体" panose="02010609060101010101" charset="-122"/>
              </a:rPr>
              <a:t>。</a:t>
            </a:r>
            <a:endParaRPr lang="en-US" altLang="zh-CN" dirty="0" smtClean="0">
              <a:solidFill>
                <a:schemeClr val="bg1">
                  <a:lumMod val="50000"/>
                </a:schemeClr>
              </a:solidFill>
              <a:latin typeface="楷体" panose="02010609060101010101" charset="-122"/>
              <a:ea typeface="楷体" panose="02010609060101010101" charset="-122"/>
            </a:endParaRPr>
          </a:p>
          <a:p>
            <a:pPr algn="l">
              <a:spcBef>
                <a:spcPts val="2400"/>
              </a:spcBef>
              <a:spcAft>
                <a:spcPts val="600"/>
              </a:spcAft>
            </a:pPr>
            <a:r>
              <a:rPr lang="zh-CN" altLang="en-US" dirty="0" smtClean="0">
                <a:solidFill>
                  <a:schemeClr val="bg2"/>
                </a:solidFill>
                <a:latin typeface="楷体" panose="02010609060101010101" charset="-122"/>
                <a:ea typeface="楷体" panose="02010609060101010101" charset="-122"/>
              </a:rPr>
              <a:t>每个项目的成功实施除了获得产品、服务或成果外，还会留下非常宝贵的</a:t>
            </a:r>
            <a:r>
              <a:rPr lang="zh-CN" altLang="en-US" dirty="0" smtClean="0">
                <a:solidFill>
                  <a:schemeClr val="bg1"/>
                </a:solidFill>
                <a:latin typeface="楷体" panose="02010609060101010101" charset="-122"/>
                <a:ea typeface="楷体" panose="02010609060101010101" charset="-122"/>
              </a:rPr>
              <a:t>项目经验</a:t>
            </a:r>
            <a:r>
              <a:rPr lang="zh-CN" altLang="en-US" dirty="0" smtClean="0">
                <a:solidFill>
                  <a:schemeClr val="bg2"/>
                </a:solidFill>
                <a:latin typeface="楷体" panose="02010609060101010101" charset="-122"/>
                <a:ea typeface="楷体" panose="02010609060101010101" charset="-122"/>
              </a:rPr>
              <a:t>和</a:t>
            </a:r>
            <a:r>
              <a:rPr lang="zh-CN" altLang="en-US" dirty="0" smtClean="0">
                <a:solidFill>
                  <a:schemeClr val="bg1"/>
                </a:solidFill>
                <a:latin typeface="楷体" panose="02010609060101010101" charset="-122"/>
                <a:ea typeface="楷体" panose="02010609060101010101" charset="-122"/>
              </a:rPr>
              <a:t>教训</a:t>
            </a:r>
            <a:r>
              <a:rPr lang="zh-CN" altLang="en-US" dirty="0" smtClean="0">
                <a:solidFill>
                  <a:schemeClr val="bg2"/>
                </a:solidFill>
                <a:latin typeface="楷体" panose="02010609060101010101" charset="-122"/>
                <a:ea typeface="楷体" panose="02010609060101010101" charset="-122"/>
              </a:rPr>
              <a:t>，形成</a:t>
            </a:r>
            <a:r>
              <a:rPr lang="zh-CN" altLang="en-US" u="sng" dirty="0" smtClean="0">
                <a:solidFill>
                  <a:schemeClr val="bg1"/>
                </a:solidFill>
                <a:latin typeface="楷体" panose="02010609060101010101" charset="-122"/>
                <a:ea typeface="楷体" panose="02010609060101010101" charset="-122"/>
              </a:rPr>
              <a:t>组织过程资产</a:t>
            </a:r>
            <a:r>
              <a:rPr lang="zh-CN" altLang="en-US" dirty="0" smtClean="0">
                <a:solidFill>
                  <a:schemeClr val="bg2"/>
                </a:solidFill>
                <a:latin typeface="楷体" panose="02010609060101010101" charset="-122"/>
                <a:ea typeface="楷体" panose="02010609060101010101" charset="-122"/>
              </a:rPr>
              <a:t>，为后续的项目提供有力的支撑。</a:t>
            </a:r>
            <a:endParaRPr lang="zh-CN" altLang="en-US" dirty="0">
              <a:solidFill>
                <a:schemeClr val="bg2"/>
              </a:solidFill>
              <a:latin typeface="楷体" panose="02010609060101010101" charset="-122"/>
              <a:ea typeface="楷体" panose="02010609060101010101" charset="-122"/>
            </a:endParaRPr>
          </a:p>
        </p:txBody>
      </p:sp>
      <p:sp>
        <p:nvSpPr>
          <p:cNvPr id="1741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smtClean="0">
                <a:solidFill>
                  <a:schemeClr val="bg2"/>
                </a:solidFill>
              </a:rPr>
              <a:t>P.6</a:t>
            </a:r>
            <a:endParaRPr lang="en-US" altLang="zh-CN" sz="2400">
              <a:solidFill>
                <a:schemeClr val="bg2"/>
              </a:solidFill>
            </a:endParaRPr>
          </a:p>
        </p:txBody>
      </p:sp>
      <p:sp>
        <p:nvSpPr>
          <p:cNvPr id="17415" name="Rectangle 7"/>
          <p:cNvSpPr>
            <a:spLocks noChangeArrowheads="1"/>
          </p:cNvSpPr>
          <p:nvPr/>
        </p:nvSpPr>
        <p:spPr bwMode="auto">
          <a:xfrm>
            <a:off x="107950" y="620713"/>
            <a:ext cx="5543550" cy="519112"/>
          </a:xfrm>
          <a:prstGeom prst="rect">
            <a:avLst/>
          </a:prstGeom>
          <a:noFill/>
          <a:ln w="9525">
            <a:noFill/>
            <a:miter lim="800000"/>
          </a:ln>
        </p:spPr>
        <p:txBody>
          <a:bodyPr>
            <a:spAutoFit/>
          </a:bodyPr>
          <a:lstStyle/>
          <a:p>
            <a:pPr algn="l"/>
            <a:r>
              <a:rPr kumimoji="0" lang="en-US" altLang="zh-CN"/>
              <a:t>1.1 </a:t>
            </a:r>
            <a:r>
              <a:rPr kumimoji="0" lang="zh-CN" altLang="en-US"/>
              <a:t>项目与项目管理的价值</a:t>
            </a:r>
            <a:endParaRPr kumimoji="0" lang="zh-CN" altLang="en-US"/>
          </a:p>
        </p:txBody>
      </p:sp>
      <p:sp>
        <p:nvSpPr>
          <p:cNvPr id="9" name="Rectangle 8"/>
          <p:cNvSpPr>
            <a:spLocks noChangeArrowheads="1"/>
          </p:cNvSpPr>
          <p:nvPr/>
        </p:nvSpPr>
        <p:spPr bwMode="auto">
          <a:xfrm>
            <a:off x="-32" y="1285860"/>
            <a:ext cx="4076757" cy="52322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ea typeface="楷体_GB2312" pitchFamily="49" charset="-122"/>
              </a:rPr>
              <a:t>项目管理的</a:t>
            </a:r>
            <a:r>
              <a:rPr kumimoji="0" lang="zh-CN" altLang="en-US" dirty="0" smtClean="0">
                <a:solidFill>
                  <a:srgbClr val="C00000"/>
                </a:solidFill>
                <a:ea typeface="楷体_GB2312" pitchFamily="49" charset="-122"/>
              </a:rPr>
              <a:t>作用与</a:t>
            </a:r>
            <a:r>
              <a:rPr kumimoji="0" lang="en-US" altLang="en-US" dirty="0" err="1" smtClean="0">
                <a:solidFill>
                  <a:srgbClr val="C00000"/>
                </a:solidFill>
                <a:ea typeface="楷体_GB2312" pitchFamily="49" charset="-122"/>
              </a:rPr>
              <a:t>价值</a:t>
            </a:r>
            <a:endParaRPr kumimoji="0" lang="zh-CN" altLang="en-US" dirty="0">
              <a:solidFill>
                <a:srgbClr val="C0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77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9"/>
          <p:cNvSpPr>
            <a:spLocks noGrp="1" noChangeArrowheads="1"/>
          </p:cNvSpPr>
          <p:nvPr>
            <p:ph type="sldNum" sz="quarter" idx="10"/>
          </p:nvPr>
        </p:nvSpPr>
        <p:spPr>
          <a:noFill/>
        </p:spPr>
        <p:txBody>
          <a:bodyPr/>
          <a:lstStyle/>
          <a:p>
            <a:r>
              <a:rPr lang="zh-CN" altLang="en-GB" smtClean="0"/>
              <a:t>  </a:t>
            </a:r>
            <a:fld id="{34E9C749-A4EB-4A75-9661-D6DF854626AA}" type="slidenum">
              <a:rPr lang="zh-CN" altLang="en-GB" smtClean="0"/>
            </a:fld>
            <a:endParaRPr lang="en-US" altLang="zh-CN" smtClean="0"/>
          </a:p>
        </p:txBody>
      </p:sp>
      <p:sp>
        <p:nvSpPr>
          <p:cNvPr id="464908" name="Rectangle 12"/>
          <p:cNvSpPr>
            <a:spLocks noChangeArrowheads="1"/>
          </p:cNvSpPr>
          <p:nvPr/>
        </p:nvSpPr>
        <p:spPr bwMode="auto">
          <a:xfrm>
            <a:off x="71406" y="1857364"/>
            <a:ext cx="8964612" cy="3794760"/>
          </a:xfrm>
          <a:prstGeom prst="rect">
            <a:avLst/>
          </a:prstGeom>
          <a:noFill/>
          <a:ln w="9525">
            <a:noFill/>
            <a:miter lim="800000"/>
          </a:ln>
        </p:spPr>
        <p:txBody>
          <a:bodyPr wrap="square">
            <a:spAutoFit/>
          </a:bodyPr>
          <a:lstStyle/>
          <a:p>
            <a:pPr algn="l">
              <a:spcBef>
                <a:spcPct val="40000"/>
              </a:spcBef>
              <a:buSzPct val="80000"/>
            </a:pPr>
            <a:r>
              <a:rPr lang="zh-CN" altLang="en-US" dirty="0">
                <a:solidFill>
                  <a:schemeClr val="bg2"/>
                </a:solidFill>
                <a:latin typeface="楷体" panose="02010609060101010101" charset="-122"/>
                <a:ea typeface="楷体" panose="02010609060101010101" charset="-122"/>
              </a:rPr>
              <a:t>世界上最难学懂学透的学问，是如何</a:t>
            </a:r>
            <a:r>
              <a:rPr lang="zh-CN" altLang="en-US" dirty="0">
                <a:solidFill>
                  <a:srgbClr val="FF0000"/>
                </a:solidFill>
                <a:latin typeface="楷体" panose="02010609060101010101" charset="-122"/>
                <a:ea typeface="楷体" panose="02010609060101010101" charset="-122"/>
                <a:cs typeface="楷体" panose="02010609060101010101" charset="-122"/>
              </a:rPr>
              <a:t>享受生命</a:t>
            </a:r>
            <a:r>
              <a:rPr lang="zh-CN" altLang="en-US" dirty="0" smtClean="0">
                <a:solidFill>
                  <a:srgbClr val="C00000"/>
                </a:solidFill>
                <a:latin typeface="楷体" panose="02010609060101010101" charset="-122"/>
                <a:ea typeface="楷体" panose="02010609060101010101" charset="-122"/>
              </a:rPr>
              <a:t>，</a:t>
            </a:r>
            <a:r>
              <a:rPr lang="zh-CN" altLang="en-US" dirty="0" smtClean="0">
                <a:solidFill>
                  <a:schemeClr val="bg2"/>
                </a:solidFill>
                <a:latin typeface="楷体" panose="02010609060101010101" charset="-122"/>
                <a:ea typeface="楷体" panose="02010609060101010101" charset="-122"/>
              </a:rPr>
              <a:t>在</a:t>
            </a:r>
            <a:r>
              <a:rPr lang="zh-CN" altLang="en-US" dirty="0">
                <a:solidFill>
                  <a:schemeClr val="bg2"/>
                </a:solidFill>
                <a:latin typeface="楷体" panose="02010609060101010101" charset="-122"/>
                <a:ea typeface="楷体" panose="02010609060101010101" charset="-122"/>
              </a:rPr>
              <a:t>我们所有缺点中，最严重的是</a:t>
            </a:r>
            <a:r>
              <a:rPr lang="zh-CN" altLang="en-US" dirty="0">
                <a:solidFill>
                  <a:srgbClr val="FF0000"/>
                </a:solidFill>
                <a:latin typeface="楷体" panose="02010609060101010101" charset="-122"/>
                <a:ea typeface="楷体" panose="02010609060101010101" charset="-122"/>
                <a:cs typeface="楷体" panose="02010609060101010101" charset="-122"/>
              </a:rPr>
              <a:t>轻视生命</a:t>
            </a:r>
            <a:r>
              <a:rPr lang="zh-CN" altLang="en-US" dirty="0">
                <a:solidFill>
                  <a:schemeClr val="bg2"/>
                </a:solidFill>
                <a:latin typeface="楷体" panose="02010609060101010101" charset="-122"/>
                <a:ea typeface="楷体" panose="02010609060101010101" charset="-122"/>
              </a:rPr>
              <a:t>。</a:t>
            </a:r>
            <a:endParaRPr lang="zh-CN" altLang="en-US" dirty="0">
              <a:solidFill>
                <a:schemeClr val="bg2"/>
              </a:solidFill>
              <a:latin typeface="楷体" panose="02010609060101010101" charset="-122"/>
              <a:ea typeface="楷体" panose="02010609060101010101" charset="-122"/>
            </a:endParaRPr>
          </a:p>
          <a:p>
            <a:pPr algn="l">
              <a:spcBef>
                <a:spcPct val="40000"/>
              </a:spcBef>
              <a:buSzPct val="80000"/>
            </a:pPr>
            <a:endParaRPr lang="zh-CN" altLang="en-US" dirty="0">
              <a:solidFill>
                <a:schemeClr val="bg2"/>
              </a:solidFill>
              <a:latin typeface="楷体" panose="02010609060101010101" charset="-122"/>
              <a:ea typeface="楷体" panose="02010609060101010101" charset="-122"/>
            </a:endParaRPr>
          </a:p>
          <a:p>
            <a:pPr algn="l">
              <a:spcBef>
                <a:spcPct val="40000"/>
              </a:spcBef>
              <a:buClr>
                <a:srgbClr val="990000"/>
              </a:buClr>
              <a:buSzPct val="80000"/>
            </a:pPr>
            <a:r>
              <a:rPr lang="zh-CN" altLang="en-US" dirty="0">
                <a:solidFill>
                  <a:schemeClr val="bg2"/>
                </a:solidFill>
                <a:latin typeface="楷体" panose="02010609060101010101" charset="-122"/>
                <a:ea typeface="楷体" panose="02010609060101010101" charset="-122"/>
              </a:rPr>
              <a:t>而</a:t>
            </a:r>
            <a:r>
              <a:rPr lang="zh-CN" altLang="en-US" dirty="0">
                <a:solidFill>
                  <a:srgbClr val="FF0000"/>
                </a:solidFill>
                <a:latin typeface="楷体" panose="02010609060101010101" charset="-122"/>
                <a:ea typeface="楷体" panose="02010609060101010101" charset="-122"/>
                <a:cs typeface="楷体" panose="02010609060101010101" charset="-122"/>
              </a:rPr>
              <a:t>生命</a:t>
            </a:r>
            <a:r>
              <a:rPr lang="zh-CN" altLang="en-US" dirty="0" smtClean="0">
                <a:solidFill>
                  <a:schemeClr val="bg2"/>
                </a:solidFill>
                <a:latin typeface="楷体" panose="02010609060101010101" charset="-122"/>
                <a:ea typeface="楷体" panose="02010609060101010101" charset="-122"/>
              </a:rPr>
              <a:t>又是</a:t>
            </a:r>
            <a:r>
              <a:rPr lang="zh-CN" altLang="en-US" dirty="0">
                <a:solidFill>
                  <a:schemeClr val="bg2"/>
                </a:solidFill>
                <a:latin typeface="楷体" panose="02010609060101010101" charset="-122"/>
                <a:ea typeface="楷体" panose="02010609060101010101" charset="-122"/>
              </a:rPr>
              <a:t>由一个又一个</a:t>
            </a:r>
            <a:r>
              <a:rPr lang="zh-CN" altLang="en-US" dirty="0">
                <a:solidFill>
                  <a:srgbClr val="FF0000"/>
                </a:solidFill>
                <a:latin typeface="楷体" panose="02010609060101010101" charset="-122"/>
                <a:ea typeface="楷体" panose="02010609060101010101" charset="-122"/>
                <a:cs typeface="楷体" panose="02010609060101010101" charset="-122"/>
              </a:rPr>
              <a:t>项目</a:t>
            </a:r>
            <a:r>
              <a:rPr lang="zh-CN" altLang="en-US" dirty="0">
                <a:solidFill>
                  <a:schemeClr val="bg2"/>
                </a:solidFill>
                <a:latin typeface="楷体" panose="02010609060101010101" charset="-122"/>
                <a:ea typeface="楷体" panose="02010609060101010101" charset="-122"/>
              </a:rPr>
              <a:t>来完成的。通过项目来爱生命，我们就能领悟到生命的最深刻秘密！</a:t>
            </a:r>
            <a:endParaRPr lang="zh-CN" altLang="en-US" dirty="0">
              <a:solidFill>
                <a:schemeClr val="bg2"/>
              </a:solidFill>
              <a:latin typeface="楷体" panose="02010609060101010101" charset="-122"/>
              <a:ea typeface="楷体" panose="02010609060101010101" charset="-122"/>
            </a:endParaRPr>
          </a:p>
          <a:p>
            <a:pPr algn="l">
              <a:spcBef>
                <a:spcPct val="40000"/>
              </a:spcBef>
              <a:buClr>
                <a:srgbClr val="990000"/>
              </a:buClr>
              <a:buSzPct val="80000"/>
            </a:pPr>
            <a:endParaRPr lang="zh-CN" altLang="en-US" dirty="0">
              <a:solidFill>
                <a:schemeClr val="bg2"/>
              </a:solidFill>
              <a:latin typeface="楷体" panose="02010609060101010101" charset="-122"/>
              <a:ea typeface="楷体" panose="02010609060101010101" charset="-122"/>
            </a:endParaRPr>
          </a:p>
          <a:p>
            <a:pPr algn="l">
              <a:spcBef>
                <a:spcPct val="40000"/>
              </a:spcBef>
              <a:buClr>
                <a:srgbClr val="990000"/>
              </a:buClr>
              <a:buSzPct val="80000"/>
            </a:pPr>
            <a:r>
              <a:rPr lang="zh-CN" altLang="en-US" u="sng" dirty="0" smtClean="0">
                <a:solidFill>
                  <a:schemeClr val="bg1"/>
                </a:solidFill>
                <a:latin typeface="楷体" panose="02010609060101010101" charset="-122"/>
                <a:ea typeface="楷体" panose="02010609060101010101" charset="-122"/>
              </a:rPr>
              <a:t>这正是</a:t>
            </a:r>
            <a:r>
              <a:rPr lang="zh-CN" altLang="en-US" u="sng" dirty="0">
                <a:solidFill>
                  <a:schemeClr val="bg1"/>
                </a:solidFill>
                <a:latin typeface="楷体" panose="02010609060101010101" charset="-122"/>
                <a:ea typeface="楷体" panose="02010609060101010101" charset="-122"/>
              </a:rPr>
              <a:t>项目与项目管理的价值</a:t>
            </a:r>
            <a:r>
              <a:rPr lang="zh-CN" altLang="en-US" u="sng" dirty="0" smtClean="0">
                <a:solidFill>
                  <a:schemeClr val="bg1"/>
                </a:solidFill>
                <a:latin typeface="楷体" panose="02010609060101010101" charset="-122"/>
                <a:ea typeface="楷体" panose="02010609060101010101" charset="-122"/>
              </a:rPr>
              <a:t>所在</a:t>
            </a:r>
            <a:endParaRPr lang="zh-CN" altLang="en-US" u="sng" dirty="0" smtClean="0">
              <a:solidFill>
                <a:schemeClr val="bg1"/>
              </a:solidFill>
              <a:latin typeface="楷体" panose="02010609060101010101" charset="-122"/>
              <a:ea typeface="楷体" panose="02010609060101010101" charset="-122"/>
            </a:endParaRPr>
          </a:p>
        </p:txBody>
      </p:sp>
      <p:sp>
        <p:nvSpPr>
          <p:cNvPr id="40964" name="Rectangle 15"/>
          <p:cNvSpPr>
            <a:spLocks noGrp="1" noChangeArrowheads="1"/>
          </p:cNvSpPr>
          <p:nvPr>
            <p:ph type="subTitle" idx="4294967295"/>
          </p:nvPr>
        </p:nvSpPr>
        <p:spPr bwMode="auto">
          <a:xfrm>
            <a:off x="-31750" y="620713"/>
            <a:ext cx="4746626" cy="504825"/>
          </a:xfrm>
          <a:prstGeom prst="rect">
            <a:avLst/>
          </a:prstGeom>
          <a:noFill/>
          <a:ln>
            <a:miter lim="800000"/>
          </a:ln>
        </p:spPr>
        <p:txBody>
          <a:bodyPr/>
          <a:lstStyle/>
          <a:p>
            <a:pPr marL="0" indent="0" eaLnBrk="1" hangingPunct="1">
              <a:lnSpc>
                <a:spcPct val="90000"/>
              </a:lnSpc>
              <a:buClr>
                <a:schemeClr val="hlink"/>
              </a:buClr>
              <a:buSzTx/>
              <a:buFont typeface="Wingdings" panose="05000000000000000000" pitchFamily="2" charset="2"/>
              <a:buNone/>
            </a:pPr>
            <a:r>
              <a:rPr kumimoji="0" lang="en-US" altLang="zh-CN" sz="3000" b="1" dirty="0" smtClean="0"/>
              <a:t>4  IT</a:t>
            </a:r>
            <a:r>
              <a:rPr kumimoji="0" lang="zh-CN" altLang="en-US" sz="3000" b="1" dirty="0" smtClean="0"/>
              <a:t>项目管理感想与体会</a:t>
            </a:r>
            <a:endParaRPr kumimoji="0" lang="zh-CN" altLang="en-US" sz="3000" b="1" dirty="0" smtClean="0"/>
          </a:p>
        </p:txBody>
      </p:sp>
      <p:sp>
        <p:nvSpPr>
          <p:cNvPr id="6" name="Text Box 5"/>
          <p:cNvSpPr txBox="1">
            <a:spLocks noChangeArrowheads="1"/>
          </p:cNvSpPr>
          <p:nvPr/>
        </p:nvSpPr>
        <p:spPr bwMode="auto">
          <a:xfrm>
            <a:off x="7000892" y="28494"/>
            <a:ext cx="2035158" cy="400110"/>
          </a:xfrm>
          <a:prstGeom prst="rect">
            <a:avLst/>
          </a:prstGeom>
          <a:noFill/>
          <a:ln w="9525">
            <a:noFill/>
            <a:miter lim="800000"/>
          </a:ln>
        </p:spPr>
        <p:txBody>
          <a:bodyPr wrap="square">
            <a:spAutoFit/>
          </a:bodyPr>
          <a:lstStyle/>
          <a:p>
            <a:pPr algn="r">
              <a:spcBef>
                <a:spcPct val="50000"/>
              </a:spcBef>
            </a:pPr>
            <a:r>
              <a:rPr lang="zh-CN" altLang="en-US" sz="2000" smtClean="0">
                <a:solidFill>
                  <a:schemeClr val="bg2"/>
                </a:solidFill>
                <a:ea typeface="宋体" panose="02010600030101010101" pitchFamily="2" charset="-122"/>
              </a:rPr>
              <a:t>第</a:t>
            </a:r>
            <a:r>
              <a:rPr lang="en-US" altLang="zh-CN" sz="2000" smtClean="0">
                <a:solidFill>
                  <a:schemeClr val="bg2"/>
                </a:solidFill>
                <a:ea typeface="宋体" panose="02010600030101010101" pitchFamily="2" charset="-122"/>
              </a:rPr>
              <a:t>2</a:t>
            </a:r>
            <a:r>
              <a:rPr lang="zh-CN" altLang="en-US" sz="2000" smtClean="0">
                <a:solidFill>
                  <a:schemeClr val="bg2"/>
                </a:solidFill>
                <a:ea typeface="宋体" panose="02010600030101010101" pitchFamily="2" charset="-122"/>
              </a:rPr>
              <a:t>版前言</a:t>
            </a:r>
            <a:endParaRPr lang="en-US" altLang="zh-CN" sz="2000">
              <a:solidFill>
                <a:schemeClr val="bg2"/>
              </a:solidFill>
              <a:ea typeface="宋体" panose="02010600030101010101" pitchFamily="2" charset="-122"/>
            </a:endParaRPr>
          </a:p>
        </p:txBody>
      </p:sp>
      <p:sp>
        <p:nvSpPr>
          <p:cNvPr id="7" name="Rectangle 8"/>
          <p:cNvSpPr>
            <a:spLocks noChangeArrowheads="1"/>
          </p:cNvSpPr>
          <p:nvPr/>
        </p:nvSpPr>
        <p:spPr bwMode="auto">
          <a:xfrm>
            <a:off x="-32" y="1285860"/>
            <a:ext cx="4040505" cy="521970"/>
          </a:xfrm>
          <a:prstGeom prst="rect">
            <a:avLst/>
          </a:prstGeom>
          <a:noFill/>
          <a:ln w="9525">
            <a:noFill/>
            <a:miter lim="800000"/>
          </a:ln>
        </p:spPr>
        <p:txBody>
          <a:bodyPr wrap="none">
            <a:spAutoFit/>
          </a:bodyPr>
          <a:lstStyle/>
          <a:p>
            <a:pPr algn="l">
              <a:buClr>
                <a:srgbClr val="C00000"/>
              </a:buClr>
              <a:buFont typeface="Wingdings" panose="05000000000000000000" pitchFamily="2" charset="2"/>
              <a:buChar char="Ø"/>
            </a:pPr>
            <a:r>
              <a:rPr kumimoji="0" lang="en-US" altLang="en-US" dirty="0" err="1" smtClean="0">
                <a:solidFill>
                  <a:srgbClr val="C00000"/>
                </a:solidFill>
                <a:latin typeface="楷体" panose="02010609060101010101" charset="-122"/>
                <a:ea typeface="楷体" panose="02010609060101010101" charset="-122"/>
              </a:rPr>
              <a:t>项目管理的</a:t>
            </a:r>
            <a:r>
              <a:rPr kumimoji="0" lang="zh-CN" altLang="en-US" dirty="0" smtClean="0">
                <a:solidFill>
                  <a:srgbClr val="C00000"/>
                </a:solidFill>
                <a:latin typeface="楷体" panose="02010609060101010101" charset="-122"/>
                <a:ea typeface="楷体" panose="02010609060101010101" charset="-122"/>
              </a:rPr>
              <a:t>作用与</a:t>
            </a:r>
            <a:r>
              <a:rPr kumimoji="0" lang="en-US" altLang="en-US" dirty="0" err="1" smtClean="0">
                <a:solidFill>
                  <a:srgbClr val="C00000"/>
                </a:solidFill>
                <a:latin typeface="楷体" panose="02010609060101010101" charset="-122"/>
                <a:ea typeface="楷体" panose="02010609060101010101" charset="-122"/>
              </a:rPr>
              <a:t>价值</a:t>
            </a:r>
            <a:endParaRPr kumimoji="0" lang="zh-CN" altLang="en-US" dirty="0">
              <a:solidFill>
                <a:srgbClr val="C00000"/>
              </a:solidFill>
              <a:latin typeface="楷体" panose="02010609060101010101" charset="-122"/>
              <a:ea typeface="楷体" panose="02010609060101010101"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464908">
                                            <p:txEl>
                                              <p:pRg st="0" end="0"/>
                                            </p:txEl>
                                          </p:spTgt>
                                        </p:tgtEl>
                                        <p:attrNameLst>
                                          <p:attrName>style.visibility</p:attrName>
                                        </p:attrNameLst>
                                      </p:cBhvr>
                                      <p:to>
                                        <p:strVal val="visible"/>
                                      </p:to>
                                    </p:set>
                                    <p:anim calcmode="lin" valueType="num">
                                      <p:cBhvr additive="base">
                                        <p:cTn id="7" dur="1000" fill="hold"/>
                                        <p:tgtEl>
                                          <p:spTgt spid="464908">
                                            <p:txEl>
                                              <p:pRg st="0" end="0"/>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46490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64908">
                                            <p:txEl>
                                              <p:pRg st="2" end="2"/>
                                            </p:txEl>
                                          </p:spTgt>
                                        </p:tgtEl>
                                        <p:attrNameLst>
                                          <p:attrName>style.visibility</p:attrName>
                                        </p:attrNameLst>
                                      </p:cBhvr>
                                      <p:to>
                                        <p:strVal val="visible"/>
                                      </p:to>
                                    </p:set>
                                    <p:anim calcmode="lin" valueType="num">
                                      <p:cBhvr additive="base">
                                        <p:cTn id="13" dur="1000" fill="hold"/>
                                        <p:tgtEl>
                                          <p:spTgt spid="464908">
                                            <p:txEl>
                                              <p:pRg st="2" end="2"/>
                                            </p:txEl>
                                          </p:spTgt>
                                        </p:tgtEl>
                                        <p:attrNameLst>
                                          <p:attrName>ppt_x</p:attrName>
                                        </p:attrNameLst>
                                      </p:cBhvr>
                                      <p:tavLst>
                                        <p:tav tm="0">
                                          <p:val>
                                            <p:strVal val="1+#ppt_w/2"/>
                                          </p:val>
                                        </p:tav>
                                        <p:tav tm="100000">
                                          <p:val>
                                            <p:strVal val="#ppt_x"/>
                                          </p:val>
                                        </p:tav>
                                      </p:tavLst>
                                    </p:anim>
                                    <p:anim calcmode="lin" valueType="num">
                                      <p:cBhvr additive="base">
                                        <p:cTn id="14" dur="1000" fill="hold"/>
                                        <p:tgtEl>
                                          <p:spTgt spid="46490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464908">
                                            <p:txEl>
                                              <p:pRg st="4" end="4"/>
                                            </p:txEl>
                                          </p:spTgt>
                                        </p:tgtEl>
                                        <p:attrNameLst>
                                          <p:attrName>style.visibility</p:attrName>
                                        </p:attrNameLst>
                                      </p:cBhvr>
                                      <p:to>
                                        <p:strVal val="visible"/>
                                      </p:to>
                                    </p:set>
                                    <p:anim calcmode="lin" valueType="num">
                                      <p:cBhvr additive="base">
                                        <p:cTn id="19" dur="1000" fill="hold"/>
                                        <p:tgtEl>
                                          <p:spTgt spid="464908">
                                            <p:txEl>
                                              <p:pRg st="4" end="4"/>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46490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9"/>
          <p:cNvSpPr>
            <a:spLocks noGrp="1" noChangeArrowheads="1"/>
          </p:cNvSpPr>
          <p:nvPr>
            <p:ph type="sldNum" sz="quarter" idx="10"/>
          </p:nvPr>
        </p:nvSpPr>
        <p:spPr>
          <a:noFill/>
        </p:spPr>
        <p:txBody>
          <a:bodyPr/>
          <a:lstStyle/>
          <a:p>
            <a:r>
              <a:rPr lang="zh-CN" altLang="en-GB" smtClean="0"/>
              <a:t>  </a:t>
            </a:r>
            <a:fld id="{2B4F830B-B891-4E5F-802F-31A7143DC82F}" type="slidenum">
              <a:rPr lang="zh-CN" altLang="en-GB" smtClean="0"/>
            </a:fld>
            <a:endParaRPr lang="en-US" altLang="zh-CN" smtClean="0"/>
          </a:p>
        </p:txBody>
      </p:sp>
      <p:sp>
        <p:nvSpPr>
          <p:cNvPr id="368643" name="Text Box 3"/>
          <p:cNvSpPr txBox="1">
            <a:spLocks noChangeArrowheads="1"/>
          </p:cNvSpPr>
          <p:nvPr/>
        </p:nvSpPr>
        <p:spPr bwMode="auto">
          <a:xfrm>
            <a:off x="612775" y="1428750"/>
            <a:ext cx="7847013" cy="6590665"/>
          </a:xfrm>
          <a:prstGeom prst="rect">
            <a:avLst/>
          </a:prstGeom>
          <a:noFill/>
          <a:ln w="9525">
            <a:noFill/>
            <a:miter lim="800000"/>
          </a:ln>
        </p:spPr>
        <p:txBody>
          <a:bodyPr>
            <a:spAutoFit/>
          </a:bodyPr>
          <a:lstStyle/>
          <a:p>
            <a:pPr>
              <a:lnSpc>
                <a:spcPct val="120000"/>
              </a:lnSpc>
              <a:buClr>
                <a:schemeClr val="bg2"/>
              </a:buClr>
            </a:pPr>
            <a:r>
              <a:rPr lang="zh-CN" altLang="en-US" sz="9600" u="sng" dirty="0">
                <a:solidFill>
                  <a:schemeClr val="bg1"/>
                </a:solidFill>
                <a:latin typeface="楷体" panose="02010609060101010101" charset="-122"/>
                <a:ea typeface="楷体" panose="02010609060101010101" charset="-122"/>
              </a:rPr>
              <a:t>项目造就人生</a:t>
            </a:r>
            <a:endParaRPr lang="zh-CN" altLang="en-US" sz="9600" u="sng" dirty="0">
              <a:solidFill>
                <a:schemeClr val="bg1"/>
              </a:solidFill>
              <a:latin typeface="楷体" panose="02010609060101010101" charset="-122"/>
              <a:ea typeface="楷体" panose="02010609060101010101" charset="-122"/>
            </a:endParaRPr>
          </a:p>
          <a:p>
            <a:pPr>
              <a:lnSpc>
                <a:spcPct val="120000"/>
              </a:lnSpc>
              <a:buClr>
                <a:schemeClr val="bg2"/>
              </a:buClr>
            </a:pPr>
            <a:r>
              <a:rPr lang="zh-CN" altLang="en-US" sz="9600" u="sng" dirty="0">
                <a:solidFill>
                  <a:schemeClr val="bg1"/>
                </a:solidFill>
                <a:latin typeface="楷体" panose="02010609060101010101" charset="-122"/>
                <a:ea typeface="楷体" panose="02010609060101010101" charset="-122"/>
              </a:rPr>
              <a:t>人生享受项目</a:t>
            </a:r>
            <a:endParaRPr lang="en-US" altLang="zh-CN" sz="9600" u="sng" dirty="0">
              <a:solidFill>
                <a:schemeClr val="bg1"/>
              </a:solidFill>
              <a:latin typeface="楷体" panose="02010609060101010101" charset="-122"/>
              <a:ea typeface="楷体" panose="02010609060101010101" charset="-122"/>
            </a:endParaRPr>
          </a:p>
          <a:p>
            <a:pPr>
              <a:lnSpc>
                <a:spcPct val="120000"/>
              </a:lnSpc>
              <a:buClr>
                <a:schemeClr val="bg2"/>
              </a:buClr>
            </a:pPr>
            <a:endParaRPr lang="zh-CN" altLang="en-US" sz="8000" dirty="0">
              <a:solidFill>
                <a:schemeClr val="bg1"/>
              </a:solidFill>
              <a:latin typeface="楷体" panose="02010609060101010101" charset="-122"/>
              <a:ea typeface="楷体" panose="02010609060101010101" charset="-122"/>
            </a:endParaRPr>
          </a:p>
          <a:p>
            <a:pPr>
              <a:lnSpc>
                <a:spcPct val="120000"/>
              </a:lnSpc>
              <a:buClr>
                <a:schemeClr val="bg2"/>
              </a:buClr>
            </a:pPr>
            <a:endParaRPr lang="zh-CN" altLang="en-US" sz="8000" dirty="0">
              <a:solidFill>
                <a:schemeClr val="bg1"/>
              </a:solidFill>
              <a:latin typeface="楷体" panose="02010609060101010101" charset="-122"/>
              <a:ea typeface="楷体" panose="02010609060101010101" charset="-122"/>
            </a:endParaRPr>
          </a:p>
        </p:txBody>
      </p:sp>
      <p:sp>
        <p:nvSpPr>
          <p:cNvPr id="43012" name="Rectangle 16"/>
          <p:cNvSpPr>
            <a:spLocks noGrp="1" noChangeArrowheads="1"/>
          </p:cNvSpPr>
          <p:nvPr>
            <p:ph type="subTitle" idx="4294967295"/>
          </p:nvPr>
        </p:nvSpPr>
        <p:spPr bwMode="auto">
          <a:xfrm>
            <a:off x="107950" y="620713"/>
            <a:ext cx="4821240" cy="504825"/>
          </a:xfrm>
          <a:prstGeom prst="rect">
            <a:avLst/>
          </a:prstGeom>
          <a:noFill/>
          <a:ln>
            <a:miter lim="800000"/>
          </a:ln>
        </p:spPr>
        <p:txBody>
          <a:bodyPr/>
          <a:lstStyle/>
          <a:p>
            <a:pPr marL="0" indent="0" eaLnBrk="1" hangingPunct="1">
              <a:lnSpc>
                <a:spcPct val="90000"/>
              </a:lnSpc>
              <a:buClr>
                <a:schemeClr val="hlink"/>
              </a:buClr>
              <a:buSzTx/>
              <a:buFont typeface="Wingdings" panose="05000000000000000000" pitchFamily="2" charset="2"/>
              <a:buNone/>
            </a:pPr>
            <a:r>
              <a:rPr kumimoji="0" lang="en-US" altLang="zh-CN" sz="3000" b="1" smtClean="0"/>
              <a:t>4 IT</a:t>
            </a:r>
            <a:r>
              <a:rPr kumimoji="0" lang="zh-CN" altLang="en-US" sz="3000" b="1" smtClean="0"/>
              <a:t>项目管理感想与体会</a:t>
            </a:r>
            <a:endParaRPr kumimoji="0" lang="zh-CN" altLang="en-US" sz="3000" b="1" smtClean="0"/>
          </a:p>
        </p:txBody>
      </p:sp>
      <p:sp>
        <p:nvSpPr>
          <p:cNvPr id="5" name="Text Box 5"/>
          <p:cNvSpPr txBox="1">
            <a:spLocks noChangeArrowheads="1"/>
          </p:cNvSpPr>
          <p:nvPr/>
        </p:nvSpPr>
        <p:spPr bwMode="auto">
          <a:xfrm>
            <a:off x="7000892" y="28494"/>
            <a:ext cx="2035158" cy="400110"/>
          </a:xfrm>
          <a:prstGeom prst="rect">
            <a:avLst/>
          </a:prstGeom>
          <a:noFill/>
          <a:ln w="9525">
            <a:noFill/>
            <a:miter lim="800000"/>
          </a:ln>
        </p:spPr>
        <p:txBody>
          <a:bodyPr wrap="square">
            <a:spAutoFit/>
          </a:bodyPr>
          <a:lstStyle/>
          <a:p>
            <a:pPr algn="r">
              <a:spcBef>
                <a:spcPct val="50000"/>
              </a:spcBef>
            </a:pPr>
            <a:r>
              <a:rPr lang="zh-CN" altLang="en-US" sz="2000" smtClean="0">
                <a:solidFill>
                  <a:schemeClr val="bg2"/>
                </a:solidFill>
                <a:ea typeface="宋体" panose="02010600030101010101" pitchFamily="2" charset="-122"/>
              </a:rPr>
              <a:t>第</a:t>
            </a:r>
            <a:r>
              <a:rPr lang="en-US" altLang="zh-CN" sz="2000" smtClean="0">
                <a:solidFill>
                  <a:schemeClr val="bg2"/>
                </a:solidFill>
                <a:ea typeface="宋体" panose="02010600030101010101" pitchFamily="2" charset="-122"/>
              </a:rPr>
              <a:t>2</a:t>
            </a:r>
            <a:r>
              <a:rPr lang="zh-CN" altLang="en-US" sz="2000" smtClean="0">
                <a:solidFill>
                  <a:schemeClr val="bg2"/>
                </a:solidFill>
                <a:ea typeface="宋体" panose="02010600030101010101" pitchFamily="2" charset="-122"/>
              </a:rPr>
              <a:t>版前言</a:t>
            </a:r>
            <a:endParaRPr lang="en-US" altLang="zh-CN" sz="2000">
              <a:solidFill>
                <a:schemeClr val="bg2"/>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368643">
                                            <p:txEl>
                                              <p:pRg st="0" end="0"/>
                                            </p:txEl>
                                          </p:spTgt>
                                        </p:tgtEl>
                                        <p:attrNameLst>
                                          <p:attrName>style.visibility</p:attrName>
                                        </p:attrNameLst>
                                      </p:cBhvr>
                                      <p:to>
                                        <p:strVal val="visible"/>
                                      </p:to>
                                    </p:set>
                                    <p:animEffect transition="in" filter="slide(fromRight)">
                                      <p:cBhvr>
                                        <p:cTn id="7" dur="1000"/>
                                        <p:tgtEl>
                                          <p:spTgt spid="368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2" fill="hold" grpId="0" nodeType="clickEffect">
                                  <p:stCondLst>
                                    <p:cond delay="0"/>
                                  </p:stCondLst>
                                  <p:childTnLst>
                                    <p:set>
                                      <p:cBhvr>
                                        <p:cTn id="11" dur="1" fill="hold">
                                          <p:stCondLst>
                                            <p:cond delay="0"/>
                                          </p:stCondLst>
                                        </p:cTn>
                                        <p:tgtEl>
                                          <p:spTgt spid="368643">
                                            <p:txEl>
                                              <p:pRg st="1" end="1"/>
                                            </p:txEl>
                                          </p:spTgt>
                                        </p:tgtEl>
                                        <p:attrNameLst>
                                          <p:attrName>style.visibility</p:attrName>
                                        </p:attrNameLst>
                                      </p:cBhvr>
                                      <p:to>
                                        <p:strVal val="visible"/>
                                      </p:to>
                                    </p:set>
                                    <p:animEffect transition="in" filter="slide(fromRight)">
                                      <p:cBhvr>
                                        <p:cTn id="12" dur="1000"/>
                                        <p:tgtEl>
                                          <p:spTgt spid="3686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autoUpdateAnimBg="0" build="p"/>
    </p:bldLst>
  </p:timing>
</p:sld>
</file>

<file path=ppt/tags/tag1.xml><?xml version="1.0" encoding="utf-8"?>
<p:tagLst xmlns:p="http://schemas.openxmlformats.org/presentationml/2006/main">
  <p:tag name="KSO_WM_UNIT_PLACING_PICTURE_USER_VIEWPORT" val="{&quot;height&quot;:2460,&quot;width&quot;:10320}"/>
</p:tagLst>
</file>

<file path=ppt/tags/tag2.xml><?xml version="1.0" encoding="utf-8"?>
<p:tagLst xmlns:p="http://schemas.openxmlformats.org/presentationml/2006/main">
  <p:tag name="KSO_WPP_MARK_KEY" val="52a2a924-d189-4a60-bd0f-3ffd01c61e22"/>
  <p:tag name="COMMONDATA" val="eyJoZGlkIjoiZDIxMjE5M2E1MmVmNzJkNGZiY2I5NzI0MTlhNmQ1OTcifQ=="/>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sz="2800" b="1" i="0" u="none" strike="noStrike" cap="none" normalizeH="0" baseline="0" smtClean="0">
            <a:ln>
              <a:noFill/>
            </a:ln>
            <a:solidFill>
              <a:schemeClr val="tx1"/>
            </a:solidFill>
            <a:effectLst/>
            <a:latin typeface="Times New Roman" panose="02020603050405020304" pitchFamily="18" charset="0"/>
            <a:ea typeface="黑体" panose="02010609060101010101" pitchFamily="2" charset="-122"/>
          </a:defRPr>
        </a:defPPr>
      </a:lstStyle>
    </a:spDef>
    <a:lnDef>
      <a:spPr bwMode="auto">
        <a:xfrm>
          <a:off x="0" y="0"/>
          <a:ext cx="1" cy="1"/>
        </a:xfrm>
        <a:custGeom>
          <a:avLst/>
          <a:gdLst/>
          <a:ahLst/>
          <a:cxnLst/>
          <a:rect l="0" t="0" r="0" b="0"/>
          <a:pathLst/>
        </a:custGeom>
        <a:solidFill>
          <a:schemeClr val="accent1"/>
        </a:solidFill>
        <a:ln w="508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sz="2800" b="1" i="0" u="none" strike="noStrike" cap="none" normalizeH="0" baseline="0" smtClean="0">
            <a:ln>
              <a:noFill/>
            </a:ln>
            <a:solidFill>
              <a:schemeClr val="tx1"/>
            </a:solidFill>
            <a:effectLst/>
            <a:latin typeface="Times New Roman" panose="02020603050405020304" pitchFamily="18" charset="0"/>
            <a:ea typeface="黑体" panose="0201060906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0</TotalTime>
  <Words>3218</Words>
  <Application>WPS 演示</Application>
  <PresentationFormat>全屏显示(4:3)</PresentationFormat>
  <Paragraphs>349</Paragraphs>
  <Slides>31</Slides>
  <Notes>32</Notes>
  <HiddenSlides>1</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31</vt:i4>
      </vt:variant>
    </vt:vector>
  </HeadingPairs>
  <TitlesOfParts>
    <vt:vector size="52" baseType="lpstr">
      <vt:lpstr>Arial</vt:lpstr>
      <vt:lpstr>宋体</vt:lpstr>
      <vt:lpstr>Wingdings</vt:lpstr>
      <vt:lpstr>Times New Roman</vt:lpstr>
      <vt:lpstr>黑体</vt:lpstr>
      <vt:lpstr>隶书</vt:lpstr>
      <vt:lpstr>楷体_GB2312</vt:lpstr>
      <vt:lpstr>新宋体</vt:lpstr>
      <vt:lpstr>Rockwell Extra Bold</vt:lpstr>
      <vt:lpstr>微软雅黑</vt:lpstr>
      <vt:lpstr>方正舒体</vt:lpstr>
      <vt:lpstr>华文新魏</vt:lpstr>
      <vt:lpstr>Wingdings</vt:lpstr>
      <vt:lpstr>楷体</vt:lpstr>
      <vt:lpstr>华文楷体</vt:lpstr>
      <vt:lpstr>Arial Unicode MS</vt:lpstr>
      <vt:lpstr>华文琥珀</vt:lpstr>
      <vt:lpstr>华文宋体</vt:lpstr>
      <vt:lpstr>华文隶书</vt:lpstr>
      <vt:lpstr>方正姚体</vt:lpstr>
      <vt:lpstr>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wrl@hnu.cn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IT项目管理</dc:title>
  <dc:creator>王如龙</dc:creator>
  <cp:keywords>项目 人生 模型 生命</cp:keywords>
  <dc:description>第2版    2014年10月15日开始第一次修改</dc:description>
  <dc:subject>第0章 导论 </dc:subject>
  <cp:category>课件</cp:category>
  <cp:lastModifiedBy>高琳琳</cp:lastModifiedBy>
  <cp:revision>797</cp:revision>
  <dcterms:created xsi:type="dcterms:W3CDTF">2113-01-01T00:00:00Z</dcterms:created>
  <dcterms:modified xsi:type="dcterms:W3CDTF">2024-03-03T09:30:57Z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11384B3864D741CF859ADA3BD8FBBE74</vt:lpwstr>
  </property>
  <property fmtid="{D5CDD505-2E9C-101B-9397-08002B2CF9AE}" pid="3" name="KSOProductBuildVer">
    <vt:lpwstr>2052-11.8.2.10154</vt:lpwstr>
  </property>
</Properties>
</file>