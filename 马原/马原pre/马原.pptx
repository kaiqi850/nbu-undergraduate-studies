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8" r:id="rId3"/>
    <p:sldId id="259" r:id="rId4"/>
    <p:sldId id="280" r:id="rId5"/>
    <p:sldId id="288" r:id="rId6"/>
    <p:sldId id="289" r:id="rId7"/>
    <p:sldId id="290" r:id="rId8"/>
    <p:sldId id="284" r:id="rId9"/>
    <p:sldId id="293" r:id="rId10"/>
    <p:sldId id="285" r:id="rId11"/>
    <p:sldId id="294" r:id="rId12"/>
    <p:sldId id="295" r:id="rId13"/>
    <p:sldId id="273" r:id="rId14"/>
  </p:sldIdLst>
  <p:sldSz cx="12192000" cy="6858000"/>
  <p:notesSz cx="6858000" cy="9144000"/>
  <p:embeddedFontLst>
    <p:embeddedFont>
      <p:font typeface="新宋体" panose="02010609030101010101" pitchFamily="49" charset="-122"/>
      <p:regular r:id="rId18"/>
    </p:embeddedFont>
    <p:embeddedFont>
      <p:font typeface="等线" panose="02010600030101010101" charset="-122"/>
      <p:regular r:id="rId19"/>
    </p:embeddedFont>
  </p:embeddedFontLst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D4ED"/>
    <a:srgbClr val="6790B5"/>
    <a:srgbClr val="E6ECF7"/>
    <a:srgbClr val="D5DFF2"/>
    <a:srgbClr val="C5D3ED"/>
    <a:srgbClr val="AABF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07" autoAdjust="0"/>
    <p:restoredTop sz="94660"/>
  </p:normalViewPr>
  <p:slideViewPr>
    <p:cSldViewPr snapToGrid="0">
      <p:cViewPr>
        <p:scale>
          <a:sx n="75" d="100"/>
          <a:sy n="75" d="100"/>
        </p:scale>
        <p:origin x="163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2.xml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天空中有许多树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0" b="28665"/>
          <a:stretch>
            <a:fillRect/>
          </a:stretch>
        </p:blipFill>
        <p:spPr>
          <a:xfrm rot="19626832" flipH="1">
            <a:off x="7846423" y="3210224"/>
            <a:ext cx="5944394" cy="4166074"/>
          </a:xfrm>
          <a:custGeom>
            <a:avLst/>
            <a:gdLst>
              <a:gd name="connsiteX0" fmla="*/ 0 w 6256635"/>
              <a:gd name="connsiteY0" fmla="*/ 0 h 4384905"/>
              <a:gd name="connsiteX1" fmla="*/ 2835218 w 6256635"/>
              <a:gd name="connsiteY1" fmla="*/ 4384905 h 4384905"/>
              <a:gd name="connsiteX2" fmla="*/ 6256635 w 6256635"/>
              <a:gd name="connsiteY2" fmla="*/ 2172666 h 4384905"/>
              <a:gd name="connsiteX3" fmla="*/ 6256635 w 6256635"/>
              <a:gd name="connsiteY3" fmla="*/ 0 h 4384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56635" h="4384905">
                <a:moveTo>
                  <a:pt x="0" y="0"/>
                </a:moveTo>
                <a:lnTo>
                  <a:pt x="2835218" y="4384905"/>
                </a:lnTo>
                <a:lnTo>
                  <a:pt x="6256635" y="2172666"/>
                </a:lnTo>
                <a:lnTo>
                  <a:pt x="6256635" y="0"/>
                </a:lnTo>
                <a:close/>
              </a:path>
            </a:pathLst>
          </a:custGeom>
        </p:spPr>
      </p:pic>
      <p:pic>
        <p:nvPicPr>
          <p:cNvPr id="8" name="图片 7" descr="地图&#10;&#10;描述已自动生成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" b="4539"/>
          <a:stretch>
            <a:fillRect/>
          </a:stretch>
        </p:blipFill>
        <p:spPr>
          <a:xfrm rot="4384658">
            <a:off x="-18174" y="-1843015"/>
            <a:ext cx="6138189" cy="8245551"/>
          </a:xfrm>
          <a:custGeom>
            <a:avLst/>
            <a:gdLst>
              <a:gd name="connsiteX0" fmla="*/ 0 w 6138189"/>
              <a:gd name="connsiteY0" fmla="*/ 6378009 h 8245551"/>
              <a:gd name="connsiteX1" fmla="*/ 1940507 w 6138189"/>
              <a:gd name="connsiteY1" fmla="*/ 0 h 8245551"/>
              <a:gd name="connsiteX2" fmla="*/ 6138189 w 6138189"/>
              <a:gd name="connsiteY2" fmla="*/ 0 h 8245551"/>
              <a:gd name="connsiteX3" fmla="*/ 6138189 w 6138189"/>
              <a:gd name="connsiteY3" fmla="*/ 8245551 h 824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38189" h="8245551">
                <a:moveTo>
                  <a:pt x="0" y="6378009"/>
                </a:moveTo>
                <a:lnTo>
                  <a:pt x="1940507" y="0"/>
                </a:lnTo>
                <a:lnTo>
                  <a:pt x="6138189" y="0"/>
                </a:lnTo>
                <a:lnTo>
                  <a:pt x="6138189" y="8245551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天空中有许多树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0" b="28665"/>
          <a:stretch>
            <a:fillRect/>
          </a:stretch>
        </p:blipFill>
        <p:spPr>
          <a:xfrm rot="19626832" flipH="1">
            <a:off x="8953078" y="4120922"/>
            <a:ext cx="4434410" cy="3107816"/>
          </a:xfrm>
          <a:custGeom>
            <a:avLst/>
            <a:gdLst>
              <a:gd name="connsiteX0" fmla="*/ 0 w 6256635"/>
              <a:gd name="connsiteY0" fmla="*/ 0 h 4384905"/>
              <a:gd name="connsiteX1" fmla="*/ 2835218 w 6256635"/>
              <a:gd name="connsiteY1" fmla="*/ 4384905 h 4384905"/>
              <a:gd name="connsiteX2" fmla="*/ 6256635 w 6256635"/>
              <a:gd name="connsiteY2" fmla="*/ 2172666 h 4384905"/>
              <a:gd name="connsiteX3" fmla="*/ 6256635 w 6256635"/>
              <a:gd name="connsiteY3" fmla="*/ 0 h 4384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56635" h="4384905">
                <a:moveTo>
                  <a:pt x="0" y="0"/>
                </a:moveTo>
                <a:lnTo>
                  <a:pt x="2835218" y="4384905"/>
                </a:lnTo>
                <a:lnTo>
                  <a:pt x="6256635" y="2172666"/>
                </a:lnTo>
                <a:lnTo>
                  <a:pt x="6256635" y="0"/>
                </a:lnTo>
                <a:close/>
              </a:path>
            </a:pathLst>
          </a:custGeom>
        </p:spPr>
      </p:pic>
      <p:pic>
        <p:nvPicPr>
          <p:cNvPr id="8" name="图片 7" descr="地图&#10;&#10;描述已自动生成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" b="4539"/>
          <a:stretch>
            <a:fillRect/>
          </a:stretch>
        </p:blipFill>
        <p:spPr>
          <a:xfrm rot="4384658">
            <a:off x="-14478" y="-1138813"/>
            <a:ext cx="3820949" cy="5132757"/>
          </a:xfrm>
          <a:custGeom>
            <a:avLst/>
            <a:gdLst>
              <a:gd name="connsiteX0" fmla="*/ 0 w 6138189"/>
              <a:gd name="connsiteY0" fmla="*/ 6378009 h 8245551"/>
              <a:gd name="connsiteX1" fmla="*/ 1940507 w 6138189"/>
              <a:gd name="connsiteY1" fmla="*/ 0 h 8245551"/>
              <a:gd name="connsiteX2" fmla="*/ 6138189 w 6138189"/>
              <a:gd name="connsiteY2" fmla="*/ 0 h 8245551"/>
              <a:gd name="connsiteX3" fmla="*/ 6138189 w 6138189"/>
              <a:gd name="connsiteY3" fmla="*/ 8245551 h 824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38189" h="8245551">
                <a:moveTo>
                  <a:pt x="0" y="6378009"/>
                </a:moveTo>
                <a:lnTo>
                  <a:pt x="1940507" y="0"/>
                </a:lnTo>
                <a:lnTo>
                  <a:pt x="6138189" y="0"/>
                </a:lnTo>
                <a:lnTo>
                  <a:pt x="6138189" y="8245551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AC4EB-A151-4FE5-A914-7859A4A4B6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1CD7-AAE0-4A1A-9698-0E25FE2FB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AC4EB-A151-4FE5-A914-7859A4A4B6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1CD7-AAE0-4A1A-9698-0E25FE2FB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AC4EB-A151-4FE5-A914-7859A4A4B6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1CD7-AAE0-4A1A-9698-0E25FE2FB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AC4EB-A151-4FE5-A914-7859A4A4B6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1CD7-AAE0-4A1A-9698-0E25FE2FB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AC4EB-A151-4FE5-A914-7859A4A4B6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1CD7-AAE0-4A1A-9698-0E25FE2FB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AC4EB-A151-4FE5-A914-7859A4A4B6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1CD7-AAE0-4A1A-9698-0E25FE2FB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AC4EB-A151-4FE5-A914-7859A4A4B6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1CD7-AAE0-4A1A-9698-0E25FE2FB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AC4EB-A151-4FE5-A914-7859A4A4B6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1CD7-AAE0-4A1A-9698-0E25FE2FB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AC4EB-A151-4FE5-A914-7859A4A4B6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A1CD7-AAE0-4A1A-9698-0E25FE2FB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fld id="{AB7AC4EB-A151-4FE5-A914-7859A4A4B62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fld id="{2ABA1CD7-AAE0-4A1A-9698-0E25FE2FBB1A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11280" y="2921337"/>
            <a:ext cx="676816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dirty="0">
                <a:solidFill>
                  <a:srgbClr val="6790B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幸福为什么</a:t>
            </a:r>
            <a:r>
              <a:rPr lang="zh-CN" altLang="en-US" sz="6000" dirty="0">
                <a:solidFill>
                  <a:srgbClr val="6790B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买不到</a:t>
            </a:r>
            <a:endParaRPr lang="zh-CN" altLang="en-US" sz="6000" dirty="0">
              <a:solidFill>
                <a:srgbClr val="6790B5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40625" y="1799637"/>
            <a:ext cx="611074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000" dirty="0">
                <a:solidFill>
                  <a:srgbClr val="6790B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find happiness </a:t>
            </a:r>
            <a:endParaRPr lang="zh-CN" altLang="en-US" sz="4000" dirty="0">
              <a:solidFill>
                <a:srgbClr val="6790B5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861560" y="4813995"/>
            <a:ext cx="2468880" cy="375920"/>
            <a:chOff x="4861559" y="4813995"/>
            <a:chExt cx="2468880" cy="375920"/>
          </a:xfrm>
        </p:grpSpPr>
        <p:sp>
          <p:nvSpPr>
            <p:cNvPr id="6" name="矩形: 圆角 5"/>
            <p:cNvSpPr/>
            <p:nvPr/>
          </p:nvSpPr>
          <p:spPr>
            <a:xfrm>
              <a:off x="4861559" y="4813995"/>
              <a:ext cx="2468880" cy="375920"/>
            </a:xfrm>
            <a:prstGeom prst="roundRect">
              <a:avLst>
                <a:gd name="adj" fmla="val 50000"/>
              </a:avLst>
            </a:prstGeom>
            <a:solidFill>
              <a:srgbClr val="6790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977006" y="4817289"/>
              <a:ext cx="2237986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bg1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汇报人：</a:t>
              </a:r>
              <a:r>
                <a:rPr lang="zh-CN" altLang="en-US" dirty="0">
                  <a:solidFill>
                    <a:schemeClr val="bg1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顾凯琪</a:t>
              </a:r>
              <a:endParaRPr lang="zh-CN" altLang="en-US" dirty="0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4816381" y="468459"/>
            <a:ext cx="2559238" cy="1320634"/>
            <a:chOff x="4816381" y="283113"/>
            <a:chExt cx="2559238" cy="1320634"/>
          </a:xfrm>
        </p:grpSpPr>
        <p:sp>
          <p:nvSpPr>
            <p:cNvPr id="28" name="矩形: 圆角 27"/>
            <p:cNvSpPr/>
            <p:nvPr/>
          </p:nvSpPr>
          <p:spPr>
            <a:xfrm>
              <a:off x="4816381" y="1377239"/>
              <a:ext cx="2559238" cy="223834"/>
            </a:xfrm>
            <a:prstGeom prst="roundRect">
              <a:avLst/>
            </a:prstGeom>
            <a:gradFill>
              <a:gsLst>
                <a:gs pos="0">
                  <a:srgbClr val="C5D3ED"/>
                </a:gs>
                <a:gs pos="100000">
                  <a:srgbClr val="C5D3ED">
                    <a:alpha val="41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6790B5"/>
                </a:solidFill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5110480" y="283113"/>
              <a:ext cx="1971040" cy="1320634"/>
              <a:chOff x="5110480" y="284480"/>
              <a:chExt cx="1971040" cy="1320634"/>
            </a:xfrm>
          </p:grpSpPr>
          <p:sp>
            <p:nvSpPr>
              <p:cNvPr id="3" name="文本框 2"/>
              <p:cNvSpPr txBox="1"/>
              <p:nvPr/>
            </p:nvSpPr>
            <p:spPr>
              <a:xfrm>
                <a:off x="5110480" y="284480"/>
                <a:ext cx="197104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5400" dirty="0">
                    <a:solidFill>
                      <a:srgbClr val="6790B5"/>
                    </a:solidFill>
                    <a:latin typeface="新宋体" panose="02010609030101010101" pitchFamily="49" charset="-122"/>
                    <a:ea typeface="新宋体" panose="02010609030101010101" pitchFamily="49" charset="-122"/>
                  </a:rPr>
                  <a:t>目录</a:t>
                </a:r>
                <a:endParaRPr lang="zh-CN" altLang="en-US" sz="5400" dirty="0">
                  <a:solidFill>
                    <a:srgbClr val="6790B5"/>
                  </a:solidFill>
                  <a:latin typeface="新宋体" panose="02010609030101010101" pitchFamily="49" charset="-122"/>
                  <a:ea typeface="新宋体" panose="02010609030101010101" pitchFamily="49" charset="-122"/>
                </a:endParaRPr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5110480" y="1143449"/>
                <a:ext cx="19710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2400" dirty="0">
                    <a:solidFill>
                      <a:srgbClr val="6790B5"/>
                    </a:solidFill>
                    <a:latin typeface="新宋体" panose="02010609030101010101" pitchFamily="49" charset="-122"/>
                    <a:ea typeface="新宋体" panose="02010609030101010101" pitchFamily="49" charset="-122"/>
                  </a:rPr>
                  <a:t>CONTENTS</a:t>
                </a:r>
                <a:endParaRPr lang="zh-CN" altLang="en-US" sz="2400" dirty="0">
                  <a:solidFill>
                    <a:srgbClr val="6790B5"/>
                  </a:solidFill>
                  <a:latin typeface="新宋体" panose="02010609030101010101" pitchFamily="49" charset="-122"/>
                  <a:ea typeface="新宋体" panose="02010609030101010101" pitchFamily="49" charset="-122"/>
                </a:endParaRPr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2011506" y="2462716"/>
            <a:ext cx="8148742" cy="2058571"/>
            <a:chOff x="1731223" y="2431215"/>
            <a:chExt cx="8148742" cy="2058571"/>
          </a:xfrm>
        </p:grpSpPr>
        <p:grpSp>
          <p:nvGrpSpPr>
            <p:cNvPr id="6" name="组合 5"/>
            <p:cNvGrpSpPr/>
            <p:nvPr/>
          </p:nvGrpSpPr>
          <p:grpSpPr>
            <a:xfrm>
              <a:off x="1731223" y="2431215"/>
              <a:ext cx="3804213" cy="2058571"/>
              <a:chOff x="1798392" y="2358614"/>
              <a:chExt cx="3804213" cy="2058571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1798392" y="2358614"/>
                <a:ext cx="3804213" cy="830997"/>
                <a:chOff x="1798392" y="2358614"/>
                <a:chExt cx="3804213" cy="830997"/>
              </a:xfrm>
            </p:grpSpPr>
            <p:sp>
              <p:nvSpPr>
                <p:cNvPr id="26" name="文本框 25"/>
                <p:cNvSpPr txBox="1"/>
                <p:nvPr/>
              </p:nvSpPr>
              <p:spPr>
                <a:xfrm>
                  <a:off x="2620308" y="2385226"/>
                  <a:ext cx="2982297" cy="5219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dist"/>
                  <a:r>
                    <a:rPr lang="zh-CN" altLang="en-US" sz="2800" dirty="0">
                      <a:solidFill>
                        <a:srgbClr val="6790B5"/>
                      </a:solidFill>
                      <a:latin typeface="新宋体" panose="02010609030101010101" pitchFamily="49" charset="-122"/>
                      <a:ea typeface="新宋体" panose="02010609030101010101" pitchFamily="49" charset="-122"/>
                    </a:rPr>
                    <a:t>什么</a:t>
                  </a:r>
                  <a:r>
                    <a:rPr lang="zh-CN" altLang="en-US" sz="2800" dirty="0">
                      <a:solidFill>
                        <a:srgbClr val="6790B5"/>
                      </a:solidFill>
                      <a:latin typeface="新宋体" panose="02010609030101010101" pitchFamily="49" charset="-122"/>
                      <a:ea typeface="新宋体" panose="02010609030101010101" pitchFamily="49" charset="-122"/>
                    </a:rPr>
                    <a:t>是幸福</a:t>
                  </a:r>
                  <a:endParaRPr lang="zh-CN" altLang="en-US" sz="2800" dirty="0">
                    <a:solidFill>
                      <a:srgbClr val="6790B5"/>
                    </a:solidFill>
                    <a:latin typeface="新宋体" panose="02010609030101010101" pitchFamily="49" charset="-122"/>
                    <a:ea typeface="新宋体" panose="02010609030101010101" pitchFamily="49" charset="-122"/>
                  </a:endParaRPr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1798392" y="2358614"/>
                  <a:ext cx="856526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4800" dirty="0">
                      <a:solidFill>
                        <a:srgbClr val="6790B5"/>
                      </a:solidFill>
                      <a:latin typeface="新宋体" panose="02010609030101010101" pitchFamily="49" charset="-122"/>
                      <a:ea typeface="新宋体" panose="02010609030101010101" pitchFamily="49" charset="-122"/>
                    </a:rPr>
                    <a:t>01</a:t>
                  </a:r>
                  <a:endParaRPr lang="zh-CN" altLang="en-US" sz="4800" dirty="0">
                    <a:solidFill>
                      <a:srgbClr val="6790B5"/>
                    </a:solidFill>
                    <a:latin typeface="新宋体" panose="02010609030101010101" pitchFamily="49" charset="-122"/>
                    <a:ea typeface="新宋体" panose="02010609030101010101" pitchFamily="49" charset="-122"/>
                  </a:endParaRPr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1798393" y="3647744"/>
                <a:ext cx="3804212" cy="769441"/>
                <a:chOff x="1798392" y="3665205"/>
                <a:chExt cx="3804212" cy="769441"/>
              </a:xfrm>
            </p:grpSpPr>
            <p:sp>
              <p:nvSpPr>
                <p:cNvPr id="22" name="文本框 21"/>
                <p:cNvSpPr txBox="1"/>
                <p:nvPr/>
              </p:nvSpPr>
              <p:spPr>
                <a:xfrm>
                  <a:off x="2620307" y="3691817"/>
                  <a:ext cx="2982297" cy="5219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dist"/>
                  <a:r>
                    <a:rPr lang="zh-CN" altLang="en-US" sz="2800" dirty="0">
                      <a:solidFill>
                        <a:srgbClr val="6790B5"/>
                      </a:solidFill>
                      <a:latin typeface="新宋体" panose="02010609030101010101" pitchFamily="49" charset="-122"/>
                      <a:ea typeface="新宋体" panose="02010609030101010101" pitchFamily="49" charset="-122"/>
                    </a:rPr>
                    <a:t>有差别的</a:t>
                  </a:r>
                  <a:r>
                    <a:rPr lang="zh-CN" altLang="en-US" sz="2800" dirty="0">
                      <a:solidFill>
                        <a:srgbClr val="6790B5"/>
                      </a:solidFill>
                      <a:latin typeface="新宋体" panose="02010609030101010101" pitchFamily="49" charset="-122"/>
                      <a:ea typeface="新宋体" panose="02010609030101010101" pitchFamily="49" charset="-122"/>
                    </a:rPr>
                    <a:t>幸福</a:t>
                  </a:r>
                  <a:endParaRPr lang="zh-CN" altLang="en-US" sz="2800" dirty="0">
                    <a:solidFill>
                      <a:srgbClr val="6790B5"/>
                    </a:solidFill>
                    <a:latin typeface="新宋体" panose="02010609030101010101" pitchFamily="49" charset="-122"/>
                    <a:ea typeface="新宋体" panose="02010609030101010101" pitchFamily="49" charset="-122"/>
                  </a:endParaRPr>
                </a:p>
              </p:txBody>
            </p:sp>
            <p:sp>
              <p:nvSpPr>
                <p:cNvPr id="21" name="文本框 20"/>
                <p:cNvSpPr txBox="1"/>
                <p:nvPr/>
              </p:nvSpPr>
              <p:spPr>
                <a:xfrm>
                  <a:off x="1798392" y="3665205"/>
                  <a:ext cx="856526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4400" dirty="0">
                      <a:solidFill>
                        <a:srgbClr val="6790B5"/>
                      </a:solidFill>
                      <a:latin typeface="新宋体" panose="02010609030101010101" pitchFamily="49" charset="-122"/>
                      <a:ea typeface="新宋体" panose="02010609030101010101" pitchFamily="49" charset="-122"/>
                    </a:rPr>
                    <a:t>02</a:t>
                  </a:r>
                  <a:endParaRPr lang="zh-CN" altLang="en-US" sz="4400" dirty="0">
                    <a:solidFill>
                      <a:srgbClr val="6790B5"/>
                    </a:solidFill>
                    <a:latin typeface="新宋体" panose="02010609030101010101" pitchFamily="49" charset="-122"/>
                    <a:ea typeface="新宋体" panose="02010609030101010101" pitchFamily="49" charset="-122"/>
                  </a:endParaRPr>
                </a:p>
              </p:txBody>
            </p:sp>
          </p:grpSp>
        </p:grpSp>
        <p:grpSp>
          <p:nvGrpSpPr>
            <p:cNvPr id="8" name="组合 7"/>
            <p:cNvGrpSpPr/>
            <p:nvPr/>
          </p:nvGrpSpPr>
          <p:grpSpPr>
            <a:xfrm rot="0">
              <a:off x="5586730" y="3012875"/>
              <a:ext cx="4293235" cy="769441"/>
              <a:chOff x="6214464" y="2930901"/>
              <a:chExt cx="4293235" cy="769441"/>
            </a:xfrm>
          </p:grpSpPr>
          <p:sp>
            <p:nvSpPr>
              <p:cNvPr id="16" name="文本框 15"/>
              <p:cNvSpPr txBox="1"/>
              <p:nvPr/>
            </p:nvSpPr>
            <p:spPr>
              <a:xfrm>
                <a:off x="7161884" y="3110606"/>
                <a:ext cx="3345815" cy="4099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800" dirty="0">
                    <a:solidFill>
                      <a:srgbClr val="6790B5"/>
                    </a:solidFill>
                    <a:latin typeface="新宋体" panose="02010609030101010101" pitchFamily="49" charset="-122"/>
                    <a:ea typeface="新宋体" panose="02010609030101010101" pitchFamily="49" charset="-122"/>
                  </a:rPr>
                  <a:t>为什么买不到</a:t>
                </a:r>
                <a:r>
                  <a:rPr lang="zh-CN" altLang="en-US" sz="2800" dirty="0">
                    <a:solidFill>
                      <a:srgbClr val="6790B5"/>
                    </a:solidFill>
                    <a:latin typeface="新宋体" panose="02010609030101010101" pitchFamily="49" charset="-122"/>
                    <a:ea typeface="新宋体" panose="02010609030101010101" pitchFamily="49" charset="-122"/>
                  </a:rPr>
                  <a:t>幸福</a:t>
                </a:r>
                <a:endParaRPr lang="zh-CN" altLang="en-US" sz="2800" dirty="0">
                  <a:solidFill>
                    <a:srgbClr val="6790B5"/>
                  </a:solidFill>
                  <a:latin typeface="新宋体" panose="02010609030101010101" pitchFamily="49" charset="-122"/>
                  <a:ea typeface="新宋体" panose="02010609030101010101" pitchFamily="49" charset="-122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6214464" y="2930901"/>
                <a:ext cx="85652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400" dirty="0">
                    <a:solidFill>
                      <a:srgbClr val="6790B5"/>
                    </a:solidFill>
                    <a:latin typeface="新宋体" panose="02010609030101010101" pitchFamily="49" charset="-122"/>
                    <a:ea typeface="新宋体" panose="02010609030101010101" pitchFamily="49" charset="-122"/>
                  </a:rPr>
                  <a:t>03</a:t>
                </a:r>
                <a:endParaRPr lang="zh-CN" altLang="en-US" sz="4400" dirty="0">
                  <a:solidFill>
                    <a:srgbClr val="6790B5"/>
                  </a:solidFill>
                  <a:latin typeface="新宋体" panose="02010609030101010101" pitchFamily="49" charset="-122"/>
                  <a:ea typeface="新宋体" panose="02010609030101010101" pitchFamily="49" charset="-122"/>
                </a:endParaRPr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7529195" y="77101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4604852" y="4927939"/>
            <a:ext cx="2982296" cy="461665"/>
            <a:chOff x="4604851" y="4789039"/>
            <a:chExt cx="2982296" cy="461665"/>
          </a:xfrm>
        </p:grpSpPr>
        <p:sp>
          <p:nvSpPr>
            <p:cNvPr id="13" name="矩形: 圆角 12"/>
            <p:cNvSpPr/>
            <p:nvPr/>
          </p:nvSpPr>
          <p:spPr>
            <a:xfrm>
              <a:off x="4604851" y="4831911"/>
              <a:ext cx="2982296" cy="375920"/>
            </a:xfrm>
            <a:prstGeom prst="roundRect">
              <a:avLst>
                <a:gd name="adj" fmla="val 50000"/>
              </a:avLst>
            </a:prstGeom>
            <a:solidFill>
              <a:srgbClr val="6790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4782272" y="4789039"/>
              <a:ext cx="26274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fontAlgn="ctr"/>
              <a:r>
                <a:rPr lang="en-US" altLang="zh-CN" sz="2400" dirty="0">
                  <a:solidFill>
                    <a:schemeClr val="bg1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PART ONE</a:t>
              </a:r>
              <a:endParaRPr lang="zh-CN" altLang="en-US" sz="2400" dirty="0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3278116" y="3134155"/>
            <a:ext cx="572847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solidFill>
                  <a:srgbClr val="6790B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什么是</a:t>
            </a:r>
            <a:r>
              <a:rPr lang="zh-CN" altLang="en-US" sz="5400" dirty="0">
                <a:solidFill>
                  <a:srgbClr val="6790B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幸福</a:t>
            </a:r>
            <a:endParaRPr lang="zh-CN" altLang="en-US" sz="5400" dirty="0">
              <a:solidFill>
                <a:srgbClr val="6790B5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456190" y="973620"/>
            <a:ext cx="1279619" cy="1107996"/>
            <a:chOff x="5456189" y="1019386"/>
            <a:chExt cx="1279619" cy="1107996"/>
          </a:xfrm>
        </p:grpSpPr>
        <p:sp>
          <p:nvSpPr>
            <p:cNvPr id="9" name="矩形: 圆角 8"/>
            <p:cNvSpPr/>
            <p:nvPr/>
          </p:nvSpPr>
          <p:spPr>
            <a:xfrm>
              <a:off x="5456189" y="1747777"/>
              <a:ext cx="1279619" cy="379605"/>
            </a:xfrm>
            <a:prstGeom prst="roundRect">
              <a:avLst>
                <a:gd name="adj" fmla="val 38011"/>
              </a:avLst>
            </a:prstGeom>
            <a:gradFill>
              <a:gsLst>
                <a:gs pos="0">
                  <a:srgbClr val="C5D3ED"/>
                </a:gs>
                <a:gs pos="100000">
                  <a:srgbClr val="C5D3ED">
                    <a:alpha val="4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575138" y="1019386"/>
              <a:ext cx="1041721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600" dirty="0">
                  <a:solidFill>
                    <a:srgbClr val="6790B5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壹</a:t>
              </a:r>
              <a:endParaRPr lang="zh-CN" altLang="en-US" sz="6600" dirty="0">
                <a:solidFill>
                  <a:srgbClr val="6790B5"/>
                </a:solidFill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6365" y="99060"/>
            <a:ext cx="5537200" cy="3681730"/>
          </a:xfrm>
          <a:prstGeom prst="rect">
            <a:avLst/>
          </a:prstGeom>
        </p:spPr>
      </p:pic>
      <p:pic>
        <p:nvPicPr>
          <p:cNvPr id="100" name="图片 99"/>
          <p:cNvPicPr/>
          <p:nvPr/>
        </p:nvPicPr>
        <p:blipFill>
          <a:blip r:embed="rId3"/>
          <a:stretch>
            <a:fillRect/>
          </a:stretch>
        </p:blipFill>
        <p:spPr>
          <a:xfrm>
            <a:off x="5780405" y="2704465"/>
            <a:ext cx="6098540" cy="38296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105025" y="2415540"/>
            <a:ext cx="77781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400" dirty="0">
                <a:solidFill>
                  <a:srgbClr val="6790B5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人生最幸福的事</a:t>
            </a:r>
            <a:r>
              <a:rPr lang="zh-CN" altLang="en-US" sz="5400" dirty="0">
                <a:solidFill>
                  <a:srgbClr val="6790B5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是什么</a:t>
            </a:r>
            <a:endParaRPr lang="zh-CN" altLang="en-US" sz="5400" dirty="0">
              <a:solidFill>
                <a:srgbClr val="6790B5"/>
              </a:solidFill>
              <a:latin typeface="新宋体" panose="02010609030101010101" pitchFamily="49" charset="-122"/>
              <a:ea typeface="新宋体" panose="0201060903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3276600" y="1353185"/>
            <a:ext cx="5454650" cy="34785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4604852" y="4927939"/>
            <a:ext cx="2982296" cy="461665"/>
            <a:chOff x="4604851" y="4789039"/>
            <a:chExt cx="2982296" cy="461665"/>
          </a:xfrm>
        </p:grpSpPr>
        <p:sp>
          <p:nvSpPr>
            <p:cNvPr id="13" name="矩形: 圆角 12"/>
            <p:cNvSpPr/>
            <p:nvPr/>
          </p:nvSpPr>
          <p:spPr>
            <a:xfrm>
              <a:off x="4604851" y="4831911"/>
              <a:ext cx="2982296" cy="375920"/>
            </a:xfrm>
            <a:prstGeom prst="roundRect">
              <a:avLst>
                <a:gd name="adj" fmla="val 50000"/>
              </a:avLst>
            </a:prstGeom>
            <a:solidFill>
              <a:srgbClr val="6790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4782272" y="4789039"/>
              <a:ext cx="26274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fontAlgn="ctr"/>
              <a:r>
                <a:rPr lang="en-US" altLang="zh-CN" sz="2400" dirty="0">
                  <a:solidFill>
                    <a:schemeClr val="bg1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PART TWO</a:t>
              </a:r>
              <a:endParaRPr lang="zh-CN" altLang="en-US" sz="2400" dirty="0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3311136" y="3043985"/>
            <a:ext cx="572847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solidFill>
                  <a:srgbClr val="6790B5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有差别的幸福</a:t>
            </a:r>
            <a:endParaRPr lang="zh-CN" altLang="en-US" sz="5400" dirty="0">
              <a:solidFill>
                <a:srgbClr val="6790B5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456190" y="973620"/>
            <a:ext cx="1279619" cy="1107996"/>
            <a:chOff x="5456189" y="1019386"/>
            <a:chExt cx="1279619" cy="1107996"/>
          </a:xfrm>
        </p:grpSpPr>
        <p:sp>
          <p:nvSpPr>
            <p:cNvPr id="9" name="矩形: 圆角 8"/>
            <p:cNvSpPr/>
            <p:nvPr/>
          </p:nvSpPr>
          <p:spPr>
            <a:xfrm>
              <a:off x="5456189" y="1747777"/>
              <a:ext cx="1279619" cy="379605"/>
            </a:xfrm>
            <a:prstGeom prst="roundRect">
              <a:avLst>
                <a:gd name="adj" fmla="val 38011"/>
              </a:avLst>
            </a:prstGeom>
            <a:gradFill>
              <a:gsLst>
                <a:gs pos="0">
                  <a:srgbClr val="C5D3ED"/>
                </a:gs>
                <a:gs pos="100000">
                  <a:srgbClr val="C5D3ED">
                    <a:alpha val="4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575138" y="1019386"/>
              <a:ext cx="1041721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600" dirty="0">
                  <a:solidFill>
                    <a:srgbClr val="6790B5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贰</a:t>
              </a:r>
              <a:endParaRPr lang="zh-CN" altLang="en-US" sz="6600" dirty="0">
                <a:solidFill>
                  <a:srgbClr val="6790B5"/>
                </a:solidFill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427990"/>
            <a:ext cx="5934075" cy="2339975"/>
          </a:xfrm>
          <a:prstGeom prst="rect">
            <a:avLst/>
          </a:prstGeom>
        </p:spPr>
      </p:pic>
      <p:pic>
        <p:nvPicPr>
          <p:cNvPr id="105" name="图片 104"/>
          <p:cNvPicPr/>
          <p:nvPr/>
        </p:nvPicPr>
        <p:blipFill>
          <a:blip r:embed="rId2"/>
          <a:stretch>
            <a:fillRect/>
          </a:stretch>
        </p:blipFill>
        <p:spPr>
          <a:xfrm>
            <a:off x="5836285" y="3491865"/>
            <a:ext cx="5933440" cy="32753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4604852" y="4927939"/>
            <a:ext cx="2982296" cy="461665"/>
            <a:chOff x="4604851" y="4789039"/>
            <a:chExt cx="2982296" cy="461665"/>
          </a:xfrm>
        </p:grpSpPr>
        <p:sp>
          <p:nvSpPr>
            <p:cNvPr id="13" name="矩形: 圆角 12"/>
            <p:cNvSpPr/>
            <p:nvPr/>
          </p:nvSpPr>
          <p:spPr>
            <a:xfrm>
              <a:off x="4604851" y="4831911"/>
              <a:ext cx="2982296" cy="375920"/>
            </a:xfrm>
            <a:prstGeom prst="roundRect">
              <a:avLst>
                <a:gd name="adj" fmla="val 50000"/>
              </a:avLst>
            </a:prstGeom>
            <a:solidFill>
              <a:srgbClr val="6790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4782272" y="4789039"/>
              <a:ext cx="26274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fontAlgn="ctr"/>
              <a:r>
                <a:rPr lang="en-US" altLang="zh-CN" sz="2400" dirty="0">
                  <a:solidFill>
                    <a:schemeClr val="bg1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PART TWO</a:t>
              </a:r>
              <a:endParaRPr lang="zh-CN" altLang="en-US" sz="2400" dirty="0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3311136" y="3043985"/>
            <a:ext cx="572847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solidFill>
                  <a:srgbClr val="6790B5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+mn-ea"/>
              </a:rPr>
              <a:t>为什么买不到幸福</a:t>
            </a:r>
            <a:endParaRPr lang="zh-CN" altLang="en-US" sz="5400" dirty="0">
              <a:solidFill>
                <a:srgbClr val="6790B5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456190" y="973620"/>
            <a:ext cx="1279619" cy="1107996"/>
            <a:chOff x="5456189" y="1019386"/>
            <a:chExt cx="1279619" cy="1107996"/>
          </a:xfrm>
        </p:grpSpPr>
        <p:sp>
          <p:nvSpPr>
            <p:cNvPr id="9" name="矩形: 圆角 8"/>
            <p:cNvSpPr/>
            <p:nvPr/>
          </p:nvSpPr>
          <p:spPr>
            <a:xfrm>
              <a:off x="5456189" y="1747777"/>
              <a:ext cx="1279619" cy="379605"/>
            </a:xfrm>
            <a:prstGeom prst="roundRect">
              <a:avLst>
                <a:gd name="adj" fmla="val 38011"/>
              </a:avLst>
            </a:prstGeom>
            <a:gradFill>
              <a:gsLst>
                <a:gs pos="0">
                  <a:srgbClr val="C5D3ED"/>
                </a:gs>
                <a:gs pos="100000">
                  <a:srgbClr val="C5D3ED">
                    <a:alpha val="41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575138" y="1019386"/>
              <a:ext cx="1041721" cy="1106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600" dirty="0">
                  <a:solidFill>
                    <a:srgbClr val="6790B5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叁</a:t>
              </a:r>
              <a:endParaRPr lang="zh-CN" altLang="en-US" sz="6600" dirty="0">
                <a:solidFill>
                  <a:srgbClr val="6790B5"/>
                </a:solidFill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7" name="图片 106"/>
          <p:cNvPicPr/>
          <p:nvPr/>
        </p:nvPicPr>
        <p:blipFill>
          <a:blip r:embed="rId1"/>
          <a:stretch>
            <a:fillRect/>
          </a:stretch>
        </p:blipFill>
        <p:spPr>
          <a:xfrm>
            <a:off x="1883410" y="1215390"/>
            <a:ext cx="6858000" cy="3860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8" name="图片 107"/>
          <p:cNvPicPr/>
          <p:nvPr/>
        </p:nvPicPr>
        <p:blipFill>
          <a:blip r:embed="rId1"/>
          <a:stretch>
            <a:fillRect/>
          </a:stretch>
        </p:blipFill>
        <p:spPr>
          <a:xfrm>
            <a:off x="326390" y="1695450"/>
            <a:ext cx="3621405" cy="26943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9" name="图片 108"/>
          <p:cNvPicPr/>
          <p:nvPr/>
        </p:nvPicPr>
        <p:blipFill>
          <a:blip r:embed="rId2"/>
          <a:stretch>
            <a:fillRect/>
          </a:stretch>
        </p:blipFill>
        <p:spPr>
          <a:xfrm>
            <a:off x="4277995" y="1695450"/>
            <a:ext cx="3406140" cy="26943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1" name="图片 110"/>
          <p:cNvPicPr/>
          <p:nvPr/>
        </p:nvPicPr>
        <p:blipFill>
          <a:blip r:embed="rId3"/>
          <a:stretch>
            <a:fillRect/>
          </a:stretch>
        </p:blipFill>
        <p:spPr>
          <a:xfrm>
            <a:off x="8097520" y="1278255"/>
            <a:ext cx="3455035" cy="43014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11915" y="2413337"/>
            <a:ext cx="67681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dirty="0">
                <a:solidFill>
                  <a:srgbClr val="6790B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感谢您の聆听</a:t>
            </a:r>
            <a:endParaRPr lang="zh-CN" altLang="en-US" sz="6000" dirty="0">
              <a:solidFill>
                <a:srgbClr val="6790B5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861560" y="4813995"/>
            <a:ext cx="2468880" cy="375920"/>
            <a:chOff x="4861559" y="4813995"/>
            <a:chExt cx="2468880" cy="375920"/>
          </a:xfrm>
        </p:grpSpPr>
        <p:sp>
          <p:nvSpPr>
            <p:cNvPr id="6" name="矩形: 圆角 5"/>
            <p:cNvSpPr/>
            <p:nvPr/>
          </p:nvSpPr>
          <p:spPr>
            <a:xfrm>
              <a:off x="4861559" y="4813995"/>
              <a:ext cx="2468880" cy="375920"/>
            </a:xfrm>
            <a:prstGeom prst="roundRect">
              <a:avLst>
                <a:gd name="adj" fmla="val 50000"/>
              </a:avLst>
            </a:prstGeom>
            <a:solidFill>
              <a:srgbClr val="6790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977006" y="4817289"/>
              <a:ext cx="2237986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bg1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汇报人：</a:t>
              </a:r>
              <a:r>
                <a:rPr lang="zh-CN" altLang="en-US" dirty="0">
                  <a:solidFill>
                    <a:schemeClr val="bg1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顾凯琪</a:t>
              </a:r>
              <a:endParaRPr lang="zh-CN" altLang="en-US" dirty="0">
                <a:solidFill>
                  <a:schemeClr val="bg1"/>
                </a:solidFill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730,&quot;width&quot;:5610}"/>
</p:tagLst>
</file>

<file path=ppt/tags/tag2.xml><?xml version="1.0" encoding="utf-8"?>
<p:tagLst xmlns:p="http://schemas.openxmlformats.org/presentationml/2006/main">
  <p:tag name="KSO_WPP_MARK_KEY" val="db4c09ac-7667-457d-b29e-28b01f75bcbb"/>
  <p:tag name="COMMONDATA" val="eyJjb3VudCI6NiwiaGRpZCI6IjY1MTIwZDNkODYwNjNjMTE5MmZhZTg1ZDk1ZjA3NDllIiwidXNlckNvdW50Ijo2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WPS 演示</Application>
  <PresentationFormat>宽屏</PresentationFormat>
  <Paragraphs>46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新宋体</vt:lpstr>
      <vt:lpstr>微软雅黑</vt:lpstr>
      <vt:lpstr>Arial Unicode MS</vt:lpstr>
      <vt:lpstr>Calibri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least sir</cp:lastModifiedBy>
  <cp:revision>7</cp:revision>
  <dcterms:created xsi:type="dcterms:W3CDTF">2021-12-28T12:21:00Z</dcterms:created>
  <dcterms:modified xsi:type="dcterms:W3CDTF">2024-03-27T09:38:08Z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KSOTemplateUUID">
    <vt:lpwstr>v1.0_mb_SKY5+Z5Vbk1kAByaknK1Kw==</vt:lpwstr>
  </property>
  <property fmtid="{D5CDD505-2E9C-101B-9397-08002B2CF9AE}" pid="4" name="ICV">
    <vt:lpwstr>5C594F6731114555A164B3D9D6361A58</vt:lpwstr>
  </property>
</Properties>
</file>