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31"/>
  </p:notesMasterIdLst>
  <p:sldIdLst>
    <p:sldId id="311" r:id="rId2"/>
    <p:sldId id="312" r:id="rId3"/>
    <p:sldId id="353" r:id="rId4"/>
    <p:sldId id="366" r:id="rId5"/>
    <p:sldId id="367" r:id="rId6"/>
    <p:sldId id="368" r:id="rId7"/>
    <p:sldId id="369" r:id="rId8"/>
    <p:sldId id="370" r:id="rId9"/>
    <p:sldId id="371" r:id="rId10"/>
    <p:sldId id="372" r:id="rId11"/>
    <p:sldId id="373" r:id="rId12"/>
    <p:sldId id="394" r:id="rId13"/>
    <p:sldId id="374" r:id="rId14"/>
    <p:sldId id="375" r:id="rId15"/>
    <p:sldId id="376" r:id="rId16"/>
    <p:sldId id="302" r:id="rId17"/>
    <p:sldId id="379" r:id="rId18"/>
    <p:sldId id="380" r:id="rId19"/>
    <p:sldId id="381" r:id="rId20"/>
    <p:sldId id="382" r:id="rId21"/>
    <p:sldId id="383" r:id="rId22"/>
    <p:sldId id="384" r:id="rId23"/>
    <p:sldId id="386" r:id="rId24"/>
    <p:sldId id="387" r:id="rId25"/>
    <p:sldId id="388" r:id="rId26"/>
    <p:sldId id="389" r:id="rId27"/>
    <p:sldId id="390" r:id="rId28"/>
    <p:sldId id="391" r:id="rId29"/>
    <p:sldId id="392" r:id="rId30"/>
  </p:sldIdLst>
  <p:sldSz cx="12192000" cy="6858000"/>
  <p:notesSz cx="6858000" cy="9144000"/>
  <p:custDataLst>
    <p:tags r:id="rId32"/>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C000"/>
    <a:srgbClr val="FFFF00"/>
    <a:srgbClr val="00005C"/>
    <a:srgbClr val="06D24C"/>
    <a:srgbClr val="035920"/>
    <a:srgbClr val="F6F5F3"/>
    <a:srgbClr val="04862F"/>
    <a:srgbClr val="07DB4E"/>
    <a:srgbClr val="08396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2833802-FEF1-4C79-8D5D-14CF1EAF98D9}" styleName="浅色样式 2 - 强调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6182" autoAdjust="0"/>
  </p:normalViewPr>
  <p:slideViewPr>
    <p:cSldViewPr snapToGrid="0">
      <p:cViewPr varScale="1">
        <p:scale>
          <a:sx n="82" d="100"/>
          <a:sy n="82" d="100"/>
        </p:scale>
        <p:origin x="672" y="53"/>
      </p:cViewPr>
      <p:guideLst/>
    </p:cSldViewPr>
  </p:slideViewPr>
  <p:notesTextViewPr>
    <p:cViewPr>
      <p:scale>
        <a:sx n="3" d="2"/>
        <a:sy n="3" d="2"/>
      </p:scale>
      <p:origin x="0" y="0"/>
    </p:cViewPr>
  </p:notesTextViewPr>
  <p:sorterViewPr>
    <p:cViewPr>
      <p:scale>
        <a:sx n="75" d="100"/>
        <a:sy n="75"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gs" Target="tags/tag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86D8963-CFCD-4740-AF60-049850373CDF}" type="datetimeFigureOut">
              <a:rPr lang="zh-CN" altLang="en-US" smtClean="0"/>
              <a:t>2024/12/1</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9E6FDB6-6D2B-46C1-9FA1-D82906A37C3A}"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userDrawn="1">
  <p:cSld name="标题幻灯片">
    <p:bg>
      <p:bgPr>
        <a:solidFill>
          <a:srgbClr val="00002E"/>
        </a:solidFill>
        <a:effectLst/>
      </p:bgPr>
    </p:bg>
    <p:spTree>
      <p:nvGrpSpPr>
        <p:cNvPr id="1" name=""/>
        <p:cNvGrpSpPr/>
        <p:nvPr/>
      </p:nvGrpSpPr>
      <p:grpSpPr>
        <a:xfrm>
          <a:off x="0" y="0"/>
          <a:ext cx="0" cy="0"/>
          <a:chOff x="0" y="0"/>
          <a:chExt cx="0" cy="0"/>
        </a:xfrm>
      </p:grpSpPr>
      <p:sp>
        <p:nvSpPr>
          <p:cNvPr id="8" name="Freeform 22_1"/>
          <p:cNvSpPr>
            <a:spLocks noChangeArrowheads="1"/>
          </p:cNvSpPr>
          <p:nvPr userDrawn="1"/>
        </p:nvSpPr>
        <p:spPr bwMode="auto">
          <a:xfrm>
            <a:off x="0" y="1531703"/>
            <a:ext cx="12192000" cy="5326297"/>
          </a:xfrm>
          <a:custGeom>
            <a:avLst/>
            <a:gdLst>
              <a:gd name="connsiteX0" fmla="*/ 7259662 w 12192000"/>
              <a:gd name="connsiteY0" fmla="*/ 57321 h 5381035"/>
              <a:gd name="connsiteX1" fmla="*/ 12192000 w 12192000"/>
              <a:gd name="connsiteY1" fmla="*/ 3668162 h 5381035"/>
              <a:gd name="connsiteX2" fmla="*/ 12192000 w 12192000"/>
              <a:gd name="connsiteY2" fmla="*/ 5381035 h 5381035"/>
              <a:gd name="connsiteX3" fmla="*/ 0 w 12192000"/>
              <a:gd name="connsiteY3" fmla="*/ 5381035 h 5381035"/>
              <a:gd name="connsiteX4" fmla="*/ 0 w 12192000"/>
              <a:gd name="connsiteY4" fmla="*/ 4393412 h 5381035"/>
              <a:gd name="connsiteX5" fmla="*/ 4798 w 12192000"/>
              <a:gd name="connsiteY5" fmla="*/ 4668077 h 5381035"/>
              <a:gd name="connsiteX6" fmla="*/ 3480102 w 12192000"/>
              <a:gd name="connsiteY6" fmla="*/ 3079813 h 5381035"/>
              <a:gd name="connsiteX7" fmla="*/ 6789914 w 12192000"/>
              <a:gd name="connsiteY7" fmla="*/ 82876 h 5381035"/>
              <a:gd name="connsiteX8" fmla="*/ 7259662 w 12192000"/>
              <a:gd name="connsiteY8" fmla="*/ 57321 h 5381035"/>
              <a:gd name="connsiteX9" fmla="*/ 10803922 w 12192000"/>
              <a:gd name="connsiteY9" fmla="*/ 0 h 5381035"/>
              <a:gd name="connsiteX10" fmla="*/ 12192000 w 12192000"/>
              <a:gd name="connsiteY10" fmla="*/ 0 h 5381035"/>
              <a:gd name="connsiteX11" fmla="*/ 12192000 w 12192000"/>
              <a:gd name="connsiteY11" fmla="*/ 1322246 h 5381035"/>
              <a:gd name="connsiteX12" fmla="*/ 10969953 w 12192000"/>
              <a:gd name="connsiteY12" fmla="*/ 120266 h 5381035"/>
              <a:gd name="connsiteX13" fmla="*/ 0 w 12192000"/>
              <a:gd name="connsiteY13" fmla="*/ 0 h 5381035"/>
              <a:gd name="connsiteX14" fmla="*/ 4032282 w 12192000"/>
              <a:gd name="connsiteY14" fmla="*/ 0 h 5381035"/>
              <a:gd name="connsiteX15" fmla="*/ 3968734 w 12192000"/>
              <a:gd name="connsiteY15" fmla="*/ 60350 h 5381035"/>
              <a:gd name="connsiteX16" fmla="*/ 2309846 w 12192000"/>
              <a:gd name="connsiteY16" fmla="*/ 2073351 h 5381035"/>
              <a:gd name="connsiteX17" fmla="*/ 26916 w 12192000"/>
              <a:gd name="connsiteY17" fmla="*/ 3331235 h 5381035"/>
              <a:gd name="connsiteX18" fmla="*/ 0 w 12192000"/>
              <a:gd name="connsiteY18" fmla="*/ 3321905 h 5381035"/>
              <a:gd name="connsiteX0-1" fmla="*/ 7259662 w 12192000"/>
              <a:gd name="connsiteY0-2" fmla="*/ 57321 h 5381035"/>
              <a:gd name="connsiteX1-3" fmla="*/ 12192000 w 12192000"/>
              <a:gd name="connsiteY1-4" fmla="*/ 3668162 h 5381035"/>
              <a:gd name="connsiteX2-5" fmla="*/ 12192000 w 12192000"/>
              <a:gd name="connsiteY2-6" fmla="*/ 5381035 h 5381035"/>
              <a:gd name="connsiteX3-7" fmla="*/ 0 w 12192000"/>
              <a:gd name="connsiteY3-8" fmla="*/ 5381035 h 5381035"/>
              <a:gd name="connsiteX4-9" fmla="*/ 0 w 12192000"/>
              <a:gd name="connsiteY4-10" fmla="*/ 4393412 h 5381035"/>
              <a:gd name="connsiteX5-11" fmla="*/ 4798 w 12192000"/>
              <a:gd name="connsiteY5-12" fmla="*/ 4668077 h 5381035"/>
              <a:gd name="connsiteX6-13" fmla="*/ 3480102 w 12192000"/>
              <a:gd name="connsiteY6-14" fmla="*/ 3079813 h 5381035"/>
              <a:gd name="connsiteX7-15" fmla="*/ 6789914 w 12192000"/>
              <a:gd name="connsiteY7-16" fmla="*/ 82876 h 5381035"/>
              <a:gd name="connsiteX8-17" fmla="*/ 7259662 w 12192000"/>
              <a:gd name="connsiteY8-18" fmla="*/ 57321 h 5381035"/>
              <a:gd name="connsiteX9-19" fmla="*/ 10803922 w 12192000"/>
              <a:gd name="connsiteY9-20" fmla="*/ 0 h 5381035"/>
              <a:gd name="connsiteX10-21" fmla="*/ 12192000 w 12192000"/>
              <a:gd name="connsiteY10-22" fmla="*/ 0 h 5381035"/>
              <a:gd name="connsiteX11-23" fmla="*/ 12192000 w 12192000"/>
              <a:gd name="connsiteY11-24" fmla="*/ 1322246 h 5381035"/>
              <a:gd name="connsiteX12-25" fmla="*/ 10969953 w 12192000"/>
              <a:gd name="connsiteY12-26" fmla="*/ 120266 h 5381035"/>
              <a:gd name="connsiteX13-27" fmla="*/ 10803922 w 12192000"/>
              <a:gd name="connsiteY13-28" fmla="*/ 0 h 5381035"/>
              <a:gd name="connsiteX14-29" fmla="*/ 0 w 12192000"/>
              <a:gd name="connsiteY14-30" fmla="*/ 3321905 h 5381035"/>
              <a:gd name="connsiteX15-31" fmla="*/ 4032282 w 12192000"/>
              <a:gd name="connsiteY15-32" fmla="*/ 0 h 5381035"/>
              <a:gd name="connsiteX16-33" fmla="*/ 3968734 w 12192000"/>
              <a:gd name="connsiteY16-34" fmla="*/ 60350 h 5381035"/>
              <a:gd name="connsiteX17-35" fmla="*/ 2309846 w 12192000"/>
              <a:gd name="connsiteY17-36" fmla="*/ 2073351 h 5381035"/>
              <a:gd name="connsiteX18-37" fmla="*/ 26916 w 12192000"/>
              <a:gd name="connsiteY18-38" fmla="*/ 3331235 h 5381035"/>
              <a:gd name="connsiteX19" fmla="*/ 0 w 12192000"/>
              <a:gd name="connsiteY19" fmla="*/ 3321905 h 5381035"/>
              <a:gd name="connsiteX0-39" fmla="*/ 7259662 w 12192000"/>
              <a:gd name="connsiteY0-40" fmla="*/ 57321 h 5381035"/>
              <a:gd name="connsiteX1-41" fmla="*/ 12192000 w 12192000"/>
              <a:gd name="connsiteY1-42" fmla="*/ 3668162 h 5381035"/>
              <a:gd name="connsiteX2-43" fmla="*/ 12192000 w 12192000"/>
              <a:gd name="connsiteY2-44" fmla="*/ 5381035 h 5381035"/>
              <a:gd name="connsiteX3-45" fmla="*/ 0 w 12192000"/>
              <a:gd name="connsiteY3-46" fmla="*/ 5381035 h 5381035"/>
              <a:gd name="connsiteX4-47" fmla="*/ 0 w 12192000"/>
              <a:gd name="connsiteY4-48" fmla="*/ 4393412 h 5381035"/>
              <a:gd name="connsiteX5-49" fmla="*/ 4798 w 12192000"/>
              <a:gd name="connsiteY5-50" fmla="*/ 4668077 h 5381035"/>
              <a:gd name="connsiteX6-51" fmla="*/ 3480102 w 12192000"/>
              <a:gd name="connsiteY6-52" fmla="*/ 3079813 h 5381035"/>
              <a:gd name="connsiteX7-53" fmla="*/ 6789914 w 12192000"/>
              <a:gd name="connsiteY7-54" fmla="*/ 82876 h 5381035"/>
              <a:gd name="connsiteX8-55" fmla="*/ 7259662 w 12192000"/>
              <a:gd name="connsiteY8-56" fmla="*/ 57321 h 5381035"/>
              <a:gd name="connsiteX9-57" fmla="*/ 10803922 w 12192000"/>
              <a:gd name="connsiteY9-58" fmla="*/ 0 h 5381035"/>
              <a:gd name="connsiteX10-59" fmla="*/ 12192000 w 12192000"/>
              <a:gd name="connsiteY10-60" fmla="*/ 0 h 5381035"/>
              <a:gd name="connsiteX11-61" fmla="*/ 12192000 w 12192000"/>
              <a:gd name="connsiteY11-62" fmla="*/ 1322246 h 5381035"/>
              <a:gd name="connsiteX12-63" fmla="*/ 10969953 w 12192000"/>
              <a:gd name="connsiteY12-64" fmla="*/ 120266 h 5381035"/>
              <a:gd name="connsiteX13-65" fmla="*/ 10803922 w 12192000"/>
              <a:gd name="connsiteY13-66" fmla="*/ 0 h 5381035"/>
              <a:gd name="connsiteX14-67" fmla="*/ 0 w 12192000"/>
              <a:gd name="connsiteY14-68" fmla="*/ 3321905 h 5381035"/>
              <a:gd name="connsiteX15-69" fmla="*/ 4032282 w 12192000"/>
              <a:gd name="connsiteY15-70" fmla="*/ 0 h 5381035"/>
              <a:gd name="connsiteX16-71" fmla="*/ 2309846 w 12192000"/>
              <a:gd name="connsiteY16-72" fmla="*/ 2073351 h 5381035"/>
              <a:gd name="connsiteX17-73" fmla="*/ 26916 w 12192000"/>
              <a:gd name="connsiteY17-74" fmla="*/ 3331235 h 5381035"/>
              <a:gd name="connsiteX18-75" fmla="*/ 0 w 12192000"/>
              <a:gd name="connsiteY18-76" fmla="*/ 3321905 h 5381035"/>
              <a:gd name="connsiteX0-77" fmla="*/ 7259662 w 12192000"/>
              <a:gd name="connsiteY0-78" fmla="*/ 57321 h 5381035"/>
              <a:gd name="connsiteX1-79" fmla="*/ 12192000 w 12192000"/>
              <a:gd name="connsiteY1-80" fmla="*/ 3668162 h 5381035"/>
              <a:gd name="connsiteX2-81" fmla="*/ 12192000 w 12192000"/>
              <a:gd name="connsiteY2-82" fmla="*/ 5381035 h 5381035"/>
              <a:gd name="connsiteX3-83" fmla="*/ 0 w 12192000"/>
              <a:gd name="connsiteY3-84" fmla="*/ 5381035 h 5381035"/>
              <a:gd name="connsiteX4-85" fmla="*/ 0 w 12192000"/>
              <a:gd name="connsiteY4-86" fmla="*/ 4393412 h 5381035"/>
              <a:gd name="connsiteX5-87" fmla="*/ 4798 w 12192000"/>
              <a:gd name="connsiteY5-88" fmla="*/ 4668077 h 5381035"/>
              <a:gd name="connsiteX6-89" fmla="*/ 3480102 w 12192000"/>
              <a:gd name="connsiteY6-90" fmla="*/ 3079813 h 5381035"/>
              <a:gd name="connsiteX7-91" fmla="*/ 6789914 w 12192000"/>
              <a:gd name="connsiteY7-92" fmla="*/ 82876 h 5381035"/>
              <a:gd name="connsiteX8-93" fmla="*/ 7259662 w 12192000"/>
              <a:gd name="connsiteY8-94" fmla="*/ 57321 h 5381035"/>
              <a:gd name="connsiteX9-95" fmla="*/ 10803922 w 12192000"/>
              <a:gd name="connsiteY9-96" fmla="*/ 0 h 5381035"/>
              <a:gd name="connsiteX10-97" fmla="*/ 12192000 w 12192000"/>
              <a:gd name="connsiteY10-98" fmla="*/ 0 h 5381035"/>
              <a:gd name="connsiteX11-99" fmla="*/ 12192000 w 12192000"/>
              <a:gd name="connsiteY11-100" fmla="*/ 1322246 h 5381035"/>
              <a:gd name="connsiteX12-101" fmla="*/ 10969953 w 12192000"/>
              <a:gd name="connsiteY12-102" fmla="*/ 120266 h 5381035"/>
              <a:gd name="connsiteX13-103" fmla="*/ 10803922 w 12192000"/>
              <a:gd name="connsiteY13-104" fmla="*/ 0 h 5381035"/>
              <a:gd name="connsiteX14-105" fmla="*/ 0 w 12192000"/>
              <a:gd name="connsiteY14-106" fmla="*/ 3321905 h 5381035"/>
              <a:gd name="connsiteX15-107" fmla="*/ 2309846 w 12192000"/>
              <a:gd name="connsiteY15-108" fmla="*/ 2073351 h 5381035"/>
              <a:gd name="connsiteX16-109" fmla="*/ 26916 w 12192000"/>
              <a:gd name="connsiteY16-110" fmla="*/ 3331235 h 5381035"/>
              <a:gd name="connsiteX17-111" fmla="*/ 0 w 12192000"/>
              <a:gd name="connsiteY17-112" fmla="*/ 3321905 h 5381035"/>
              <a:gd name="connsiteX0-113" fmla="*/ 7259662 w 12192000"/>
              <a:gd name="connsiteY0-114" fmla="*/ 57321 h 5381035"/>
              <a:gd name="connsiteX1-115" fmla="*/ 12192000 w 12192000"/>
              <a:gd name="connsiteY1-116" fmla="*/ 3668162 h 5381035"/>
              <a:gd name="connsiteX2-117" fmla="*/ 12192000 w 12192000"/>
              <a:gd name="connsiteY2-118" fmla="*/ 5381035 h 5381035"/>
              <a:gd name="connsiteX3-119" fmla="*/ 0 w 12192000"/>
              <a:gd name="connsiteY3-120" fmla="*/ 5381035 h 5381035"/>
              <a:gd name="connsiteX4-121" fmla="*/ 0 w 12192000"/>
              <a:gd name="connsiteY4-122" fmla="*/ 4393412 h 5381035"/>
              <a:gd name="connsiteX5-123" fmla="*/ 4798 w 12192000"/>
              <a:gd name="connsiteY5-124" fmla="*/ 4668077 h 5381035"/>
              <a:gd name="connsiteX6-125" fmla="*/ 3480102 w 12192000"/>
              <a:gd name="connsiteY6-126" fmla="*/ 3079813 h 5381035"/>
              <a:gd name="connsiteX7-127" fmla="*/ 6789914 w 12192000"/>
              <a:gd name="connsiteY7-128" fmla="*/ 82876 h 5381035"/>
              <a:gd name="connsiteX8-129" fmla="*/ 7259662 w 12192000"/>
              <a:gd name="connsiteY8-130" fmla="*/ 57321 h 5381035"/>
              <a:gd name="connsiteX9-131" fmla="*/ 10803922 w 12192000"/>
              <a:gd name="connsiteY9-132" fmla="*/ 0 h 5381035"/>
              <a:gd name="connsiteX10-133" fmla="*/ 12192000 w 12192000"/>
              <a:gd name="connsiteY10-134" fmla="*/ 0 h 5381035"/>
              <a:gd name="connsiteX11-135" fmla="*/ 12192000 w 12192000"/>
              <a:gd name="connsiteY11-136" fmla="*/ 1322246 h 5381035"/>
              <a:gd name="connsiteX12-137" fmla="*/ 10969953 w 12192000"/>
              <a:gd name="connsiteY12-138" fmla="*/ 120266 h 5381035"/>
              <a:gd name="connsiteX13-139" fmla="*/ 10803922 w 12192000"/>
              <a:gd name="connsiteY13-140" fmla="*/ 0 h 5381035"/>
              <a:gd name="connsiteX14-141" fmla="*/ 26916 w 12192000"/>
              <a:gd name="connsiteY14-142" fmla="*/ 3331235 h 5381035"/>
              <a:gd name="connsiteX15-143" fmla="*/ 2309846 w 12192000"/>
              <a:gd name="connsiteY15-144" fmla="*/ 2073351 h 5381035"/>
              <a:gd name="connsiteX16-145" fmla="*/ 26916 w 12192000"/>
              <a:gd name="connsiteY16-146" fmla="*/ 3331235 h 5381035"/>
              <a:gd name="connsiteX0-147" fmla="*/ 7259662 w 12192000"/>
              <a:gd name="connsiteY0-148" fmla="*/ 57321 h 5381035"/>
              <a:gd name="connsiteX1-149" fmla="*/ 12192000 w 12192000"/>
              <a:gd name="connsiteY1-150" fmla="*/ 3668162 h 5381035"/>
              <a:gd name="connsiteX2-151" fmla="*/ 12192000 w 12192000"/>
              <a:gd name="connsiteY2-152" fmla="*/ 5381035 h 5381035"/>
              <a:gd name="connsiteX3-153" fmla="*/ 0 w 12192000"/>
              <a:gd name="connsiteY3-154" fmla="*/ 5381035 h 5381035"/>
              <a:gd name="connsiteX4-155" fmla="*/ 0 w 12192000"/>
              <a:gd name="connsiteY4-156" fmla="*/ 4393412 h 5381035"/>
              <a:gd name="connsiteX5-157" fmla="*/ 4798 w 12192000"/>
              <a:gd name="connsiteY5-158" fmla="*/ 4668077 h 5381035"/>
              <a:gd name="connsiteX6-159" fmla="*/ 3480102 w 12192000"/>
              <a:gd name="connsiteY6-160" fmla="*/ 3079813 h 5381035"/>
              <a:gd name="connsiteX7-161" fmla="*/ 6789914 w 12192000"/>
              <a:gd name="connsiteY7-162" fmla="*/ 82876 h 5381035"/>
              <a:gd name="connsiteX8-163" fmla="*/ 7259662 w 12192000"/>
              <a:gd name="connsiteY8-164" fmla="*/ 57321 h 5381035"/>
              <a:gd name="connsiteX9-165" fmla="*/ 10803922 w 12192000"/>
              <a:gd name="connsiteY9-166" fmla="*/ 0 h 5381035"/>
              <a:gd name="connsiteX10-167" fmla="*/ 12192000 w 12192000"/>
              <a:gd name="connsiteY10-168" fmla="*/ 0 h 5381035"/>
              <a:gd name="connsiteX11-169" fmla="*/ 12192000 w 12192000"/>
              <a:gd name="connsiteY11-170" fmla="*/ 1322246 h 5381035"/>
              <a:gd name="connsiteX12-171" fmla="*/ 10969953 w 12192000"/>
              <a:gd name="connsiteY12-172" fmla="*/ 120266 h 5381035"/>
              <a:gd name="connsiteX13-173" fmla="*/ 10803922 w 12192000"/>
              <a:gd name="connsiteY13-174" fmla="*/ 0 h 5381035"/>
              <a:gd name="connsiteX0-175" fmla="*/ 7259662 w 12192000"/>
              <a:gd name="connsiteY0-176" fmla="*/ 57321 h 5381035"/>
              <a:gd name="connsiteX1-177" fmla="*/ 12192000 w 12192000"/>
              <a:gd name="connsiteY1-178" fmla="*/ 3668162 h 5381035"/>
              <a:gd name="connsiteX2-179" fmla="*/ 12192000 w 12192000"/>
              <a:gd name="connsiteY2-180" fmla="*/ 5381035 h 5381035"/>
              <a:gd name="connsiteX3-181" fmla="*/ 0 w 12192000"/>
              <a:gd name="connsiteY3-182" fmla="*/ 5381035 h 5381035"/>
              <a:gd name="connsiteX4-183" fmla="*/ 0 w 12192000"/>
              <a:gd name="connsiteY4-184" fmla="*/ 4393412 h 5381035"/>
              <a:gd name="connsiteX5-185" fmla="*/ 4798 w 12192000"/>
              <a:gd name="connsiteY5-186" fmla="*/ 4668077 h 5381035"/>
              <a:gd name="connsiteX6-187" fmla="*/ 3480102 w 12192000"/>
              <a:gd name="connsiteY6-188" fmla="*/ 3079813 h 5381035"/>
              <a:gd name="connsiteX7-189" fmla="*/ 6789914 w 12192000"/>
              <a:gd name="connsiteY7-190" fmla="*/ 82876 h 5381035"/>
              <a:gd name="connsiteX8-191" fmla="*/ 7259662 w 12192000"/>
              <a:gd name="connsiteY8-192" fmla="*/ 57321 h 5381035"/>
              <a:gd name="connsiteX9-193" fmla="*/ 10803922 w 12192000"/>
              <a:gd name="connsiteY9-194" fmla="*/ 0 h 5381035"/>
              <a:gd name="connsiteX10-195" fmla="*/ 12192000 w 12192000"/>
              <a:gd name="connsiteY10-196" fmla="*/ 1322246 h 5381035"/>
              <a:gd name="connsiteX11-197" fmla="*/ 10969953 w 12192000"/>
              <a:gd name="connsiteY11-198" fmla="*/ 120266 h 5381035"/>
              <a:gd name="connsiteX12-199" fmla="*/ 10803922 w 12192000"/>
              <a:gd name="connsiteY12-200" fmla="*/ 0 h 5381035"/>
              <a:gd name="connsiteX0-201" fmla="*/ 7259662 w 12192000"/>
              <a:gd name="connsiteY0-202" fmla="*/ 2583 h 5326297"/>
              <a:gd name="connsiteX1-203" fmla="*/ 12192000 w 12192000"/>
              <a:gd name="connsiteY1-204" fmla="*/ 3613424 h 5326297"/>
              <a:gd name="connsiteX2-205" fmla="*/ 12192000 w 12192000"/>
              <a:gd name="connsiteY2-206" fmla="*/ 5326297 h 5326297"/>
              <a:gd name="connsiteX3-207" fmla="*/ 0 w 12192000"/>
              <a:gd name="connsiteY3-208" fmla="*/ 5326297 h 5326297"/>
              <a:gd name="connsiteX4-209" fmla="*/ 0 w 12192000"/>
              <a:gd name="connsiteY4-210" fmla="*/ 4338674 h 5326297"/>
              <a:gd name="connsiteX5-211" fmla="*/ 4798 w 12192000"/>
              <a:gd name="connsiteY5-212" fmla="*/ 4613339 h 5326297"/>
              <a:gd name="connsiteX6-213" fmla="*/ 3480102 w 12192000"/>
              <a:gd name="connsiteY6-214" fmla="*/ 3025075 h 5326297"/>
              <a:gd name="connsiteX7-215" fmla="*/ 6789914 w 12192000"/>
              <a:gd name="connsiteY7-216" fmla="*/ 28138 h 5326297"/>
              <a:gd name="connsiteX8-217" fmla="*/ 7259662 w 12192000"/>
              <a:gd name="connsiteY8-218" fmla="*/ 2583 h 5326297"/>
              <a:gd name="connsiteX9-219" fmla="*/ 10969953 w 12192000"/>
              <a:gd name="connsiteY9-220" fmla="*/ 65528 h 5326297"/>
              <a:gd name="connsiteX10-221" fmla="*/ 12192000 w 12192000"/>
              <a:gd name="connsiteY10-222" fmla="*/ 1267508 h 5326297"/>
              <a:gd name="connsiteX11-223" fmla="*/ 10969953 w 12192000"/>
              <a:gd name="connsiteY11-224" fmla="*/ 65528 h 5326297"/>
              <a:gd name="connsiteX0-225" fmla="*/ 7259662 w 12192000"/>
              <a:gd name="connsiteY0-226" fmla="*/ 2583 h 5326297"/>
              <a:gd name="connsiteX1-227" fmla="*/ 12192000 w 12192000"/>
              <a:gd name="connsiteY1-228" fmla="*/ 3613424 h 5326297"/>
              <a:gd name="connsiteX2-229" fmla="*/ 12192000 w 12192000"/>
              <a:gd name="connsiteY2-230" fmla="*/ 5326297 h 5326297"/>
              <a:gd name="connsiteX3-231" fmla="*/ 0 w 12192000"/>
              <a:gd name="connsiteY3-232" fmla="*/ 5326297 h 5326297"/>
              <a:gd name="connsiteX4-233" fmla="*/ 0 w 12192000"/>
              <a:gd name="connsiteY4-234" fmla="*/ 4338674 h 5326297"/>
              <a:gd name="connsiteX5-235" fmla="*/ 4798 w 12192000"/>
              <a:gd name="connsiteY5-236" fmla="*/ 4613339 h 5326297"/>
              <a:gd name="connsiteX6-237" fmla="*/ 3480102 w 12192000"/>
              <a:gd name="connsiteY6-238" fmla="*/ 3025075 h 5326297"/>
              <a:gd name="connsiteX7-239" fmla="*/ 6789914 w 12192000"/>
              <a:gd name="connsiteY7-240" fmla="*/ 28138 h 5326297"/>
              <a:gd name="connsiteX8-241" fmla="*/ 7259662 w 12192000"/>
              <a:gd name="connsiteY8-242" fmla="*/ 2583 h 532629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2192000" h="5326297">
                <a:moveTo>
                  <a:pt x="7259662" y="2583"/>
                </a:moveTo>
                <a:cubicBezTo>
                  <a:pt x="9625834" y="111255"/>
                  <a:pt x="12192000" y="3613424"/>
                  <a:pt x="12192000" y="3613424"/>
                </a:cubicBezTo>
                <a:lnTo>
                  <a:pt x="12192000" y="5326297"/>
                </a:lnTo>
                <a:lnTo>
                  <a:pt x="0" y="5326297"/>
                </a:lnTo>
                <a:lnTo>
                  <a:pt x="0" y="4338674"/>
                </a:lnTo>
                <a:cubicBezTo>
                  <a:pt x="1599" y="4430229"/>
                  <a:pt x="3199" y="4521784"/>
                  <a:pt x="4798" y="4613339"/>
                </a:cubicBezTo>
                <a:cubicBezTo>
                  <a:pt x="4798" y="4613339"/>
                  <a:pt x="1766092" y="5316740"/>
                  <a:pt x="3480102" y="3025075"/>
                </a:cubicBezTo>
                <a:cubicBezTo>
                  <a:pt x="5194112" y="732474"/>
                  <a:pt x="5876761" y="174992"/>
                  <a:pt x="6789914" y="28138"/>
                </a:cubicBezTo>
                <a:cubicBezTo>
                  <a:pt x="6945061" y="3175"/>
                  <a:pt x="7101917" y="-4662"/>
                  <a:pt x="7259662" y="2583"/>
                </a:cubicBezTo>
                <a:close/>
              </a:path>
            </a:pathLst>
          </a:custGeom>
          <a:blipFill>
            <a:blip r:embed="rId2">
              <a:duotone>
                <a:schemeClr val="accent2">
                  <a:shade val="45000"/>
                  <a:satMod val="135000"/>
                </a:schemeClr>
                <a:prstClr val="white"/>
              </a:duotone>
            </a:blip>
            <a:srcRect/>
            <a:stretch>
              <a:fillRect t="-28757" b="-15909"/>
            </a:stretch>
          </a:blipFill>
          <a:ln>
            <a:noFill/>
          </a:ln>
        </p:spPr>
        <p:txBody>
          <a:bodyPr vert="horz" wrap="square" lIns="91440" tIns="45720" rIns="91440" bIns="45720" numCol="1" anchor="t" anchorCtr="0" compatLnSpc="1">
            <a:noAutofit/>
          </a:bodyPr>
          <a:lstStyle/>
          <a:p>
            <a:endParaRPr lang="zh-CN" altLang="en-US"/>
          </a:p>
        </p:txBody>
      </p:sp>
      <p:sp>
        <p:nvSpPr>
          <p:cNvPr id="23" name="任意多边形: 形状 22"/>
          <p:cNvSpPr>
            <a:spLocks noChangeArrowheads="1"/>
          </p:cNvSpPr>
          <p:nvPr userDrawn="1"/>
        </p:nvSpPr>
        <p:spPr bwMode="auto">
          <a:xfrm>
            <a:off x="-794" y="1531703"/>
            <a:ext cx="12192000" cy="5326297"/>
          </a:xfrm>
          <a:custGeom>
            <a:avLst/>
            <a:gdLst>
              <a:gd name="connsiteX0" fmla="*/ 7259662 w 12192000"/>
              <a:gd name="connsiteY0" fmla="*/ 57321 h 5381035"/>
              <a:gd name="connsiteX1" fmla="*/ 12192000 w 12192000"/>
              <a:gd name="connsiteY1" fmla="*/ 3668162 h 5381035"/>
              <a:gd name="connsiteX2" fmla="*/ 12192000 w 12192000"/>
              <a:gd name="connsiteY2" fmla="*/ 5381035 h 5381035"/>
              <a:gd name="connsiteX3" fmla="*/ 0 w 12192000"/>
              <a:gd name="connsiteY3" fmla="*/ 5381035 h 5381035"/>
              <a:gd name="connsiteX4" fmla="*/ 0 w 12192000"/>
              <a:gd name="connsiteY4" fmla="*/ 4393412 h 5381035"/>
              <a:gd name="connsiteX5" fmla="*/ 4798 w 12192000"/>
              <a:gd name="connsiteY5" fmla="*/ 4668077 h 5381035"/>
              <a:gd name="connsiteX6" fmla="*/ 3480102 w 12192000"/>
              <a:gd name="connsiteY6" fmla="*/ 3079813 h 5381035"/>
              <a:gd name="connsiteX7" fmla="*/ 6789914 w 12192000"/>
              <a:gd name="connsiteY7" fmla="*/ 82876 h 5381035"/>
              <a:gd name="connsiteX8" fmla="*/ 7259662 w 12192000"/>
              <a:gd name="connsiteY8" fmla="*/ 57321 h 5381035"/>
              <a:gd name="connsiteX9" fmla="*/ 10803922 w 12192000"/>
              <a:gd name="connsiteY9" fmla="*/ 0 h 5381035"/>
              <a:gd name="connsiteX10" fmla="*/ 12192000 w 12192000"/>
              <a:gd name="connsiteY10" fmla="*/ 0 h 5381035"/>
              <a:gd name="connsiteX11" fmla="*/ 12192000 w 12192000"/>
              <a:gd name="connsiteY11" fmla="*/ 1322246 h 5381035"/>
              <a:gd name="connsiteX12" fmla="*/ 10969953 w 12192000"/>
              <a:gd name="connsiteY12" fmla="*/ 120266 h 5381035"/>
              <a:gd name="connsiteX13" fmla="*/ 0 w 12192000"/>
              <a:gd name="connsiteY13" fmla="*/ 0 h 5381035"/>
              <a:gd name="connsiteX14" fmla="*/ 4032282 w 12192000"/>
              <a:gd name="connsiteY14" fmla="*/ 0 h 5381035"/>
              <a:gd name="connsiteX15" fmla="*/ 3968734 w 12192000"/>
              <a:gd name="connsiteY15" fmla="*/ 60350 h 5381035"/>
              <a:gd name="connsiteX16" fmla="*/ 2309846 w 12192000"/>
              <a:gd name="connsiteY16" fmla="*/ 2073351 h 5381035"/>
              <a:gd name="connsiteX17" fmla="*/ 26916 w 12192000"/>
              <a:gd name="connsiteY17" fmla="*/ 3331235 h 5381035"/>
              <a:gd name="connsiteX18" fmla="*/ 0 w 12192000"/>
              <a:gd name="connsiteY18" fmla="*/ 3321905 h 5381035"/>
              <a:gd name="connsiteX0-1" fmla="*/ 7259662 w 12192000"/>
              <a:gd name="connsiteY0-2" fmla="*/ 57321 h 5381035"/>
              <a:gd name="connsiteX1-3" fmla="*/ 12192000 w 12192000"/>
              <a:gd name="connsiteY1-4" fmla="*/ 3668162 h 5381035"/>
              <a:gd name="connsiteX2-5" fmla="*/ 12192000 w 12192000"/>
              <a:gd name="connsiteY2-6" fmla="*/ 5381035 h 5381035"/>
              <a:gd name="connsiteX3-7" fmla="*/ 0 w 12192000"/>
              <a:gd name="connsiteY3-8" fmla="*/ 5381035 h 5381035"/>
              <a:gd name="connsiteX4-9" fmla="*/ 0 w 12192000"/>
              <a:gd name="connsiteY4-10" fmla="*/ 4393412 h 5381035"/>
              <a:gd name="connsiteX5-11" fmla="*/ 4798 w 12192000"/>
              <a:gd name="connsiteY5-12" fmla="*/ 4668077 h 5381035"/>
              <a:gd name="connsiteX6-13" fmla="*/ 3480102 w 12192000"/>
              <a:gd name="connsiteY6-14" fmla="*/ 3079813 h 5381035"/>
              <a:gd name="connsiteX7-15" fmla="*/ 6789914 w 12192000"/>
              <a:gd name="connsiteY7-16" fmla="*/ 82876 h 5381035"/>
              <a:gd name="connsiteX8-17" fmla="*/ 7259662 w 12192000"/>
              <a:gd name="connsiteY8-18" fmla="*/ 57321 h 5381035"/>
              <a:gd name="connsiteX9-19" fmla="*/ 10803922 w 12192000"/>
              <a:gd name="connsiteY9-20" fmla="*/ 0 h 5381035"/>
              <a:gd name="connsiteX10-21" fmla="*/ 12192000 w 12192000"/>
              <a:gd name="connsiteY10-22" fmla="*/ 0 h 5381035"/>
              <a:gd name="connsiteX11-23" fmla="*/ 12192000 w 12192000"/>
              <a:gd name="connsiteY11-24" fmla="*/ 1322246 h 5381035"/>
              <a:gd name="connsiteX12-25" fmla="*/ 10969953 w 12192000"/>
              <a:gd name="connsiteY12-26" fmla="*/ 120266 h 5381035"/>
              <a:gd name="connsiteX13-27" fmla="*/ 10803922 w 12192000"/>
              <a:gd name="connsiteY13-28" fmla="*/ 0 h 5381035"/>
              <a:gd name="connsiteX14-29" fmla="*/ 0 w 12192000"/>
              <a:gd name="connsiteY14-30" fmla="*/ 3321905 h 5381035"/>
              <a:gd name="connsiteX15-31" fmla="*/ 4032282 w 12192000"/>
              <a:gd name="connsiteY15-32" fmla="*/ 0 h 5381035"/>
              <a:gd name="connsiteX16-33" fmla="*/ 3968734 w 12192000"/>
              <a:gd name="connsiteY16-34" fmla="*/ 60350 h 5381035"/>
              <a:gd name="connsiteX17-35" fmla="*/ 2309846 w 12192000"/>
              <a:gd name="connsiteY17-36" fmla="*/ 2073351 h 5381035"/>
              <a:gd name="connsiteX18-37" fmla="*/ 26916 w 12192000"/>
              <a:gd name="connsiteY18-38" fmla="*/ 3331235 h 5381035"/>
              <a:gd name="connsiteX19" fmla="*/ 0 w 12192000"/>
              <a:gd name="connsiteY19" fmla="*/ 3321905 h 5381035"/>
              <a:gd name="connsiteX0-39" fmla="*/ 7259662 w 12192000"/>
              <a:gd name="connsiteY0-40" fmla="*/ 57321 h 5381035"/>
              <a:gd name="connsiteX1-41" fmla="*/ 12192000 w 12192000"/>
              <a:gd name="connsiteY1-42" fmla="*/ 3668162 h 5381035"/>
              <a:gd name="connsiteX2-43" fmla="*/ 12192000 w 12192000"/>
              <a:gd name="connsiteY2-44" fmla="*/ 5381035 h 5381035"/>
              <a:gd name="connsiteX3-45" fmla="*/ 0 w 12192000"/>
              <a:gd name="connsiteY3-46" fmla="*/ 5381035 h 5381035"/>
              <a:gd name="connsiteX4-47" fmla="*/ 0 w 12192000"/>
              <a:gd name="connsiteY4-48" fmla="*/ 4393412 h 5381035"/>
              <a:gd name="connsiteX5-49" fmla="*/ 4798 w 12192000"/>
              <a:gd name="connsiteY5-50" fmla="*/ 4668077 h 5381035"/>
              <a:gd name="connsiteX6-51" fmla="*/ 3480102 w 12192000"/>
              <a:gd name="connsiteY6-52" fmla="*/ 3079813 h 5381035"/>
              <a:gd name="connsiteX7-53" fmla="*/ 6789914 w 12192000"/>
              <a:gd name="connsiteY7-54" fmla="*/ 82876 h 5381035"/>
              <a:gd name="connsiteX8-55" fmla="*/ 7259662 w 12192000"/>
              <a:gd name="connsiteY8-56" fmla="*/ 57321 h 5381035"/>
              <a:gd name="connsiteX9-57" fmla="*/ 10803922 w 12192000"/>
              <a:gd name="connsiteY9-58" fmla="*/ 0 h 5381035"/>
              <a:gd name="connsiteX10-59" fmla="*/ 12192000 w 12192000"/>
              <a:gd name="connsiteY10-60" fmla="*/ 0 h 5381035"/>
              <a:gd name="connsiteX11-61" fmla="*/ 12192000 w 12192000"/>
              <a:gd name="connsiteY11-62" fmla="*/ 1322246 h 5381035"/>
              <a:gd name="connsiteX12-63" fmla="*/ 10969953 w 12192000"/>
              <a:gd name="connsiteY12-64" fmla="*/ 120266 h 5381035"/>
              <a:gd name="connsiteX13-65" fmla="*/ 10803922 w 12192000"/>
              <a:gd name="connsiteY13-66" fmla="*/ 0 h 5381035"/>
              <a:gd name="connsiteX14-67" fmla="*/ 0 w 12192000"/>
              <a:gd name="connsiteY14-68" fmla="*/ 3321905 h 5381035"/>
              <a:gd name="connsiteX15-69" fmla="*/ 4032282 w 12192000"/>
              <a:gd name="connsiteY15-70" fmla="*/ 0 h 5381035"/>
              <a:gd name="connsiteX16-71" fmla="*/ 2309846 w 12192000"/>
              <a:gd name="connsiteY16-72" fmla="*/ 2073351 h 5381035"/>
              <a:gd name="connsiteX17-73" fmla="*/ 26916 w 12192000"/>
              <a:gd name="connsiteY17-74" fmla="*/ 3331235 h 5381035"/>
              <a:gd name="connsiteX18-75" fmla="*/ 0 w 12192000"/>
              <a:gd name="connsiteY18-76" fmla="*/ 3321905 h 5381035"/>
              <a:gd name="connsiteX0-77" fmla="*/ 7259662 w 12192000"/>
              <a:gd name="connsiteY0-78" fmla="*/ 57321 h 5381035"/>
              <a:gd name="connsiteX1-79" fmla="*/ 12192000 w 12192000"/>
              <a:gd name="connsiteY1-80" fmla="*/ 3668162 h 5381035"/>
              <a:gd name="connsiteX2-81" fmla="*/ 12192000 w 12192000"/>
              <a:gd name="connsiteY2-82" fmla="*/ 5381035 h 5381035"/>
              <a:gd name="connsiteX3-83" fmla="*/ 0 w 12192000"/>
              <a:gd name="connsiteY3-84" fmla="*/ 5381035 h 5381035"/>
              <a:gd name="connsiteX4-85" fmla="*/ 0 w 12192000"/>
              <a:gd name="connsiteY4-86" fmla="*/ 4393412 h 5381035"/>
              <a:gd name="connsiteX5-87" fmla="*/ 4798 w 12192000"/>
              <a:gd name="connsiteY5-88" fmla="*/ 4668077 h 5381035"/>
              <a:gd name="connsiteX6-89" fmla="*/ 3480102 w 12192000"/>
              <a:gd name="connsiteY6-90" fmla="*/ 3079813 h 5381035"/>
              <a:gd name="connsiteX7-91" fmla="*/ 6789914 w 12192000"/>
              <a:gd name="connsiteY7-92" fmla="*/ 82876 h 5381035"/>
              <a:gd name="connsiteX8-93" fmla="*/ 7259662 w 12192000"/>
              <a:gd name="connsiteY8-94" fmla="*/ 57321 h 5381035"/>
              <a:gd name="connsiteX9-95" fmla="*/ 10803922 w 12192000"/>
              <a:gd name="connsiteY9-96" fmla="*/ 0 h 5381035"/>
              <a:gd name="connsiteX10-97" fmla="*/ 12192000 w 12192000"/>
              <a:gd name="connsiteY10-98" fmla="*/ 0 h 5381035"/>
              <a:gd name="connsiteX11-99" fmla="*/ 12192000 w 12192000"/>
              <a:gd name="connsiteY11-100" fmla="*/ 1322246 h 5381035"/>
              <a:gd name="connsiteX12-101" fmla="*/ 10969953 w 12192000"/>
              <a:gd name="connsiteY12-102" fmla="*/ 120266 h 5381035"/>
              <a:gd name="connsiteX13-103" fmla="*/ 10803922 w 12192000"/>
              <a:gd name="connsiteY13-104" fmla="*/ 0 h 5381035"/>
              <a:gd name="connsiteX14-105" fmla="*/ 0 w 12192000"/>
              <a:gd name="connsiteY14-106" fmla="*/ 3321905 h 5381035"/>
              <a:gd name="connsiteX15-107" fmla="*/ 2309846 w 12192000"/>
              <a:gd name="connsiteY15-108" fmla="*/ 2073351 h 5381035"/>
              <a:gd name="connsiteX16-109" fmla="*/ 26916 w 12192000"/>
              <a:gd name="connsiteY16-110" fmla="*/ 3331235 h 5381035"/>
              <a:gd name="connsiteX17-111" fmla="*/ 0 w 12192000"/>
              <a:gd name="connsiteY17-112" fmla="*/ 3321905 h 5381035"/>
              <a:gd name="connsiteX0-113" fmla="*/ 7259662 w 12192000"/>
              <a:gd name="connsiteY0-114" fmla="*/ 57321 h 5381035"/>
              <a:gd name="connsiteX1-115" fmla="*/ 12192000 w 12192000"/>
              <a:gd name="connsiteY1-116" fmla="*/ 3668162 h 5381035"/>
              <a:gd name="connsiteX2-117" fmla="*/ 12192000 w 12192000"/>
              <a:gd name="connsiteY2-118" fmla="*/ 5381035 h 5381035"/>
              <a:gd name="connsiteX3-119" fmla="*/ 0 w 12192000"/>
              <a:gd name="connsiteY3-120" fmla="*/ 5381035 h 5381035"/>
              <a:gd name="connsiteX4-121" fmla="*/ 0 w 12192000"/>
              <a:gd name="connsiteY4-122" fmla="*/ 4393412 h 5381035"/>
              <a:gd name="connsiteX5-123" fmla="*/ 4798 w 12192000"/>
              <a:gd name="connsiteY5-124" fmla="*/ 4668077 h 5381035"/>
              <a:gd name="connsiteX6-125" fmla="*/ 3480102 w 12192000"/>
              <a:gd name="connsiteY6-126" fmla="*/ 3079813 h 5381035"/>
              <a:gd name="connsiteX7-127" fmla="*/ 6789914 w 12192000"/>
              <a:gd name="connsiteY7-128" fmla="*/ 82876 h 5381035"/>
              <a:gd name="connsiteX8-129" fmla="*/ 7259662 w 12192000"/>
              <a:gd name="connsiteY8-130" fmla="*/ 57321 h 5381035"/>
              <a:gd name="connsiteX9-131" fmla="*/ 10803922 w 12192000"/>
              <a:gd name="connsiteY9-132" fmla="*/ 0 h 5381035"/>
              <a:gd name="connsiteX10-133" fmla="*/ 12192000 w 12192000"/>
              <a:gd name="connsiteY10-134" fmla="*/ 0 h 5381035"/>
              <a:gd name="connsiteX11-135" fmla="*/ 12192000 w 12192000"/>
              <a:gd name="connsiteY11-136" fmla="*/ 1322246 h 5381035"/>
              <a:gd name="connsiteX12-137" fmla="*/ 10969953 w 12192000"/>
              <a:gd name="connsiteY12-138" fmla="*/ 120266 h 5381035"/>
              <a:gd name="connsiteX13-139" fmla="*/ 10803922 w 12192000"/>
              <a:gd name="connsiteY13-140" fmla="*/ 0 h 5381035"/>
              <a:gd name="connsiteX14-141" fmla="*/ 26916 w 12192000"/>
              <a:gd name="connsiteY14-142" fmla="*/ 3331235 h 5381035"/>
              <a:gd name="connsiteX15-143" fmla="*/ 2309846 w 12192000"/>
              <a:gd name="connsiteY15-144" fmla="*/ 2073351 h 5381035"/>
              <a:gd name="connsiteX16-145" fmla="*/ 26916 w 12192000"/>
              <a:gd name="connsiteY16-146" fmla="*/ 3331235 h 5381035"/>
              <a:gd name="connsiteX0-147" fmla="*/ 7259662 w 12192000"/>
              <a:gd name="connsiteY0-148" fmla="*/ 57321 h 5381035"/>
              <a:gd name="connsiteX1-149" fmla="*/ 12192000 w 12192000"/>
              <a:gd name="connsiteY1-150" fmla="*/ 3668162 h 5381035"/>
              <a:gd name="connsiteX2-151" fmla="*/ 12192000 w 12192000"/>
              <a:gd name="connsiteY2-152" fmla="*/ 5381035 h 5381035"/>
              <a:gd name="connsiteX3-153" fmla="*/ 0 w 12192000"/>
              <a:gd name="connsiteY3-154" fmla="*/ 5381035 h 5381035"/>
              <a:gd name="connsiteX4-155" fmla="*/ 0 w 12192000"/>
              <a:gd name="connsiteY4-156" fmla="*/ 4393412 h 5381035"/>
              <a:gd name="connsiteX5-157" fmla="*/ 4798 w 12192000"/>
              <a:gd name="connsiteY5-158" fmla="*/ 4668077 h 5381035"/>
              <a:gd name="connsiteX6-159" fmla="*/ 3480102 w 12192000"/>
              <a:gd name="connsiteY6-160" fmla="*/ 3079813 h 5381035"/>
              <a:gd name="connsiteX7-161" fmla="*/ 6789914 w 12192000"/>
              <a:gd name="connsiteY7-162" fmla="*/ 82876 h 5381035"/>
              <a:gd name="connsiteX8-163" fmla="*/ 7259662 w 12192000"/>
              <a:gd name="connsiteY8-164" fmla="*/ 57321 h 5381035"/>
              <a:gd name="connsiteX9-165" fmla="*/ 10803922 w 12192000"/>
              <a:gd name="connsiteY9-166" fmla="*/ 0 h 5381035"/>
              <a:gd name="connsiteX10-167" fmla="*/ 12192000 w 12192000"/>
              <a:gd name="connsiteY10-168" fmla="*/ 0 h 5381035"/>
              <a:gd name="connsiteX11-169" fmla="*/ 12192000 w 12192000"/>
              <a:gd name="connsiteY11-170" fmla="*/ 1322246 h 5381035"/>
              <a:gd name="connsiteX12-171" fmla="*/ 10969953 w 12192000"/>
              <a:gd name="connsiteY12-172" fmla="*/ 120266 h 5381035"/>
              <a:gd name="connsiteX13-173" fmla="*/ 10803922 w 12192000"/>
              <a:gd name="connsiteY13-174" fmla="*/ 0 h 5381035"/>
              <a:gd name="connsiteX0-175" fmla="*/ 7259662 w 12192000"/>
              <a:gd name="connsiteY0-176" fmla="*/ 57321 h 5381035"/>
              <a:gd name="connsiteX1-177" fmla="*/ 12192000 w 12192000"/>
              <a:gd name="connsiteY1-178" fmla="*/ 3668162 h 5381035"/>
              <a:gd name="connsiteX2-179" fmla="*/ 12192000 w 12192000"/>
              <a:gd name="connsiteY2-180" fmla="*/ 5381035 h 5381035"/>
              <a:gd name="connsiteX3-181" fmla="*/ 0 w 12192000"/>
              <a:gd name="connsiteY3-182" fmla="*/ 5381035 h 5381035"/>
              <a:gd name="connsiteX4-183" fmla="*/ 0 w 12192000"/>
              <a:gd name="connsiteY4-184" fmla="*/ 4393412 h 5381035"/>
              <a:gd name="connsiteX5-185" fmla="*/ 4798 w 12192000"/>
              <a:gd name="connsiteY5-186" fmla="*/ 4668077 h 5381035"/>
              <a:gd name="connsiteX6-187" fmla="*/ 3480102 w 12192000"/>
              <a:gd name="connsiteY6-188" fmla="*/ 3079813 h 5381035"/>
              <a:gd name="connsiteX7-189" fmla="*/ 6789914 w 12192000"/>
              <a:gd name="connsiteY7-190" fmla="*/ 82876 h 5381035"/>
              <a:gd name="connsiteX8-191" fmla="*/ 7259662 w 12192000"/>
              <a:gd name="connsiteY8-192" fmla="*/ 57321 h 5381035"/>
              <a:gd name="connsiteX9-193" fmla="*/ 10803922 w 12192000"/>
              <a:gd name="connsiteY9-194" fmla="*/ 0 h 5381035"/>
              <a:gd name="connsiteX10-195" fmla="*/ 12192000 w 12192000"/>
              <a:gd name="connsiteY10-196" fmla="*/ 1322246 h 5381035"/>
              <a:gd name="connsiteX11-197" fmla="*/ 10969953 w 12192000"/>
              <a:gd name="connsiteY11-198" fmla="*/ 120266 h 5381035"/>
              <a:gd name="connsiteX12-199" fmla="*/ 10803922 w 12192000"/>
              <a:gd name="connsiteY12-200" fmla="*/ 0 h 5381035"/>
              <a:gd name="connsiteX0-201" fmla="*/ 7259662 w 12192000"/>
              <a:gd name="connsiteY0-202" fmla="*/ 2583 h 5326297"/>
              <a:gd name="connsiteX1-203" fmla="*/ 12192000 w 12192000"/>
              <a:gd name="connsiteY1-204" fmla="*/ 3613424 h 5326297"/>
              <a:gd name="connsiteX2-205" fmla="*/ 12192000 w 12192000"/>
              <a:gd name="connsiteY2-206" fmla="*/ 5326297 h 5326297"/>
              <a:gd name="connsiteX3-207" fmla="*/ 0 w 12192000"/>
              <a:gd name="connsiteY3-208" fmla="*/ 5326297 h 5326297"/>
              <a:gd name="connsiteX4-209" fmla="*/ 0 w 12192000"/>
              <a:gd name="connsiteY4-210" fmla="*/ 4338674 h 5326297"/>
              <a:gd name="connsiteX5-211" fmla="*/ 4798 w 12192000"/>
              <a:gd name="connsiteY5-212" fmla="*/ 4613339 h 5326297"/>
              <a:gd name="connsiteX6-213" fmla="*/ 3480102 w 12192000"/>
              <a:gd name="connsiteY6-214" fmla="*/ 3025075 h 5326297"/>
              <a:gd name="connsiteX7-215" fmla="*/ 6789914 w 12192000"/>
              <a:gd name="connsiteY7-216" fmla="*/ 28138 h 5326297"/>
              <a:gd name="connsiteX8-217" fmla="*/ 7259662 w 12192000"/>
              <a:gd name="connsiteY8-218" fmla="*/ 2583 h 5326297"/>
              <a:gd name="connsiteX9-219" fmla="*/ 10969953 w 12192000"/>
              <a:gd name="connsiteY9-220" fmla="*/ 65528 h 5326297"/>
              <a:gd name="connsiteX10-221" fmla="*/ 12192000 w 12192000"/>
              <a:gd name="connsiteY10-222" fmla="*/ 1267508 h 5326297"/>
              <a:gd name="connsiteX11-223" fmla="*/ 10969953 w 12192000"/>
              <a:gd name="connsiteY11-224" fmla="*/ 65528 h 5326297"/>
              <a:gd name="connsiteX0-225" fmla="*/ 7259662 w 12192000"/>
              <a:gd name="connsiteY0-226" fmla="*/ 2583 h 5326297"/>
              <a:gd name="connsiteX1-227" fmla="*/ 12192000 w 12192000"/>
              <a:gd name="connsiteY1-228" fmla="*/ 3613424 h 5326297"/>
              <a:gd name="connsiteX2-229" fmla="*/ 12192000 w 12192000"/>
              <a:gd name="connsiteY2-230" fmla="*/ 5326297 h 5326297"/>
              <a:gd name="connsiteX3-231" fmla="*/ 0 w 12192000"/>
              <a:gd name="connsiteY3-232" fmla="*/ 5326297 h 5326297"/>
              <a:gd name="connsiteX4-233" fmla="*/ 0 w 12192000"/>
              <a:gd name="connsiteY4-234" fmla="*/ 4338674 h 5326297"/>
              <a:gd name="connsiteX5-235" fmla="*/ 4798 w 12192000"/>
              <a:gd name="connsiteY5-236" fmla="*/ 4613339 h 5326297"/>
              <a:gd name="connsiteX6-237" fmla="*/ 3480102 w 12192000"/>
              <a:gd name="connsiteY6-238" fmla="*/ 3025075 h 5326297"/>
              <a:gd name="connsiteX7-239" fmla="*/ 6789914 w 12192000"/>
              <a:gd name="connsiteY7-240" fmla="*/ 28138 h 5326297"/>
              <a:gd name="connsiteX8-241" fmla="*/ 7259662 w 12192000"/>
              <a:gd name="connsiteY8-242" fmla="*/ 2583 h 532629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2192000" h="5326297">
                <a:moveTo>
                  <a:pt x="7259662" y="2583"/>
                </a:moveTo>
                <a:cubicBezTo>
                  <a:pt x="9625834" y="111255"/>
                  <a:pt x="12192000" y="3613424"/>
                  <a:pt x="12192000" y="3613424"/>
                </a:cubicBezTo>
                <a:lnTo>
                  <a:pt x="12192000" y="5326297"/>
                </a:lnTo>
                <a:lnTo>
                  <a:pt x="0" y="5326297"/>
                </a:lnTo>
                <a:lnTo>
                  <a:pt x="0" y="4338674"/>
                </a:lnTo>
                <a:cubicBezTo>
                  <a:pt x="1599" y="4430229"/>
                  <a:pt x="3199" y="4521784"/>
                  <a:pt x="4798" y="4613339"/>
                </a:cubicBezTo>
                <a:cubicBezTo>
                  <a:pt x="4798" y="4613339"/>
                  <a:pt x="1766092" y="5316740"/>
                  <a:pt x="3480102" y="3025075"/>
                </a:cubicBezTo>
                <a:cubicBezTo>
                  <a:pt x="5194112" y="732474"/>
                  <a:pt x="5876761" y="174992"/>
                  <a:pt x="6789914" y="28138"/>
                </a:cubicBezTo>
                <a:cubicBezTo>
                  <a:pt x="6945061" y="3175"/>
                  <a:pt x="7101917" y="-4662"/>
                  <a:pt x="7259662" y="2583"/>
                </a:cubicBezTo>
                <a:close/>
              </a:path>
            </a:pathLst>
          </a:custGeom>
          <a:solidFill>
            <a:srgbClr val="FFC000">
              <a:alpha val="20000"/>
            </a:srgbClr>
          </a:solidFill>
          <a:ln>
            <a:noFill/>
          </a:ln>
        </p:spPr>
        <p:txBody>
          <a:bodyPr vert="horz" wrap="square" lIns="91440" tIns="45720" rIns="91440" bIns="45720" numCol="1" anchor="t" anchorCtr="0" compatLnSpc="1">
            <a:noAutofit/>
          </a:bodyPr>
          <a:lstStyle/>
          <a:p>
            <a:endParaRPr lang="zh-CN" altLang="en-US"/>
          </a:p>
        </p:txBody>
      </p:sp>
      <p:sp>
        <p:nvSpPr>
          <p:cNvPr id="20" name="任意多边形: 形状 19"/>
          <p:cNvSpPr/>
          <p:nvPr userDrawn="1"/>
        </p:nvSpPr>
        <p:spPr bwMode="auto">
          <a:xfrm>
            <a:off x="0" y="543509"/>
            <a:ext cx="12192000" cy="6167761"/>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78000">
                <a:srgbClr val="FFC000"/>
              </a:gs>
              <a:gs pos="11000">
                <a:schemeClr val="accent1"/>
              </a:gs>
            </a:gsLst>
            <a:lin ang="4800000" scaled="0"/>
            <a:tileRect/>
          </a:gradFill>
          <a:ln>
            <a:noFill/>
          </a:ln>
        </p:spPr>
        <p:txBody>
          <a:bodyPr vert="horz" wrap="square" lIns="91440" tIns="45720" rIns="91440" bIns="45720" numCol="1" anchor="t" anchorCtr="0" compatLnSpc="1">
            <a:noAutofit/>
          </a:bodyPr>
          <a:lstStyle/>
          <a:p>
            <a:endParaRPr lang="zh-CN" altLang="en-US" dirty="0">
              <a:gradFill>
                <a:gsLst>
                  <a:gs pos="100000">
                    <a:schemeClr val="accent3"/>
                  </a:gs>
                  <a:gs pos="0">
                    <a:schemeClr val="accent4"/>
                  </a:gs>
                </a:gsLst>
                <a:lin ang="13500000" scaled="1"/>
              </a:gradFill>
            </a:endParaRPr>
          </a:p>
        </p:txBody>
      </p:sp>
      <p:sp>
        <p:nvSpPr>
          <p:cNvPr id="12" name="文本占位符 13"/>
          <p:cNvSpPr>
            <a:spLocks noGrp="1"/>
          </p:cNvSpPr>
          <p:nvPr userDrawn="1">
            <p:ph type="body" sz="quarter" idx="10" hasCustomPrompt="1"/>
          </p:nvPr>
        </p:nvSpPr>
        <p:spPr>
          <a:xfrm>
            <a:off x="669925" y="5306656"/>
            <a:ext cx="10850563" cy="296271"/>
          </a:xfrm>
        </p:spPr>
        <p:txBody>
          <a:bodyPr vert="horz" anchor="ctr">
            <a:noAutofit/>
          </a:bodyPr>
          <a:lstStyle>
            <a:lvl1pPr marL="0" indent="0" algn="r">
              <a:buNone/>
              <a:defRPr sz="1500"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dirty="0"/>
              <a:t>Signature</a:t>
            </a:r>
          </a:p>
        </p:txBody>
      </p:sp>
      <p:sp>
        <p:nvSpPr>
          <p:cNvPr id="13" name="文本占位符 13"/>
          <p:cNvSpPr>
            <a:spLocks noGrp="1"/>
          </p:cNvSpPr>
          <p:nvPr userDrawn="1">
            <p:ph type="body" sz="quarter" idx="11" hasCustomPrompt="1"/>
          </p:nvPr>
        </p:nvSpPr>
        <p:spPr>
          <a:xfrm>
            <a:off x="669925" y="5602927"/>
            <a:ext cx="10850563" cy="296271"/>
          </a:xfrm>
        </p:spPr>
        <p:txBody>
          <a:bodyPr vert="horz" anchor="ctr">
            <a:noAutofit/>
          </a:bodyPr>
          <a:lstStyle>
            <a:lvl1pPr marL="0" indent="0" algn="r">
              <a:buNone/>
              <a:defRPr sz="1500"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dirty="0"/>
              <a:t>Date</a:t>
            </a:r>
            <a:endParaRPr lang="zh-CN" altLang="en-US" dirty="0"/>
          </a:p>
        </p:txBody>
      </p:sp>
      <p:sp>
        <p:nvSpPr>
          <p:cNvPr id="9801" name="副标题 2"/>
          <p:cNvSpPr>
            <a:spLocks noGrp="1"/>
          </p:cNvSpPr>
          <p:nvPr userDrawn="1">
            <p:ph type="subTitle" idx="1"/>
          </p:nvPr>
        </p:nvSpPr>
        <p:spPr>
          <a:xfrm>
            <a:off x="669925" y="4456729"/>
            <a:ext cx="10850563" cy="558799"/>
          </a:xfrm>
        </p:spPr>
        <p:txBody>
          <a:bodyPr anchor="t" anchorCtr="0">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9802" name="标题 1"/>
          <p:cNvSpPr>
            <a:spLocks noGrp="1"/>
          </p:cNvSpPr>
          <p:nvPr userDrawn="1">
            <p:ph type="ctrTitle"/>
          </p:nvPr>
        </p:nvSpPr>
        <p:spPr>
          <a:xfrm>
            <a:off x="669925" y="1028701"/>
            <a:ext cx="10850563" cy="3136900"/>
          </a:xfrm>
        </p:spPr>
        <p:txBody>
          <a:bodyPr anchor="b" anchorCtr="0">
            <a:normAutofit/>
          </a:bodyPr>
          <a:lstStyle>
            <a:lvl1pPr algn="l">
              <a:defRPr sz="4000">
                <a:solidFill>
                  <a:schemeClr val="bg1"/>
                </a:solidFill>
              </a:defRPr>
            </a:lvl1pPr>
          </a:lstStyle>
          <a:p>
            <a:r>
              <a:rPr lang="en-US" dirty="0"/>
              <a:t>Click to edit Master title style</a:t>
            </a:r>
            <a:endParaRPr lang="zh-CN" alt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userDrawn="1">
  <p:cSld name="节标题">
    <p:spTree>
      <p:nvGrpSpPr>
        <p:cNvPr id="1" name=""/>
        <p:cNvGrpSpPr/>
        <p:nvPr/>
      </p:nvGrpSpPr>
      <p:grpSpPr>
        <a:xfrm>
          <a:off x="0" y="0"/>
          <a:ext cx="0" cy="0"/>
          <a:chOff x="0" y="0"/>
          <a:chExt cx="0" cy="0"/>
        </a:xfrm>
      </p:grpSpPr>
      <p:sp>
        <p:nvSpPr>
          <p:cNvPr id="7" name="Freeform 22_1"/>
          <p:cNvSpPr>
            <a:spLocks noChangeArrowheads="1"/>
          </p:cNvSpPr>
          <p:nvPr userDrawn="1"/>
        </p:nvSpPr>
        <p:spPr bwMode="auto">
          <a:xfrm>
            <a:off x="190500" y="3192312"/>
            <a:ext cx="12192000" cy="3429000"/>
          </a:xfrm>
          <a:custGeom>
            <a:avLst/>
            <a:gdLst>
              <a:gd name="connsiteX0" fmla="*/ 7259662 w 12192000"/>
              <a:gd name="connsiteY0" fmla="*/ 57321 h 5381035"/>
              <a:gd name="connsiteX1" fmla="*/ 12192000 w 12192000"/>
              <a:gd name="connsiteY1" fmla="*/ 3668162 h 5381035"/>
              <a:gd name="connsiteX2" fmla="*/ 12192000 w 12192000"/>
              <a:gd name="connsiteY2" fmla="*/ 5381035 h 5381035"/>
              <a:gd name="connsiteX3" fmla="*/ 0 w 12192000"/>
              <a:gd name="connsiteY3" fmla="*/ 5381035 h 5381035"/>
              <a:gd name="connsiteX4" fmla="*/ 0 w 12192000"/>
              <a:gd name="connsiteY4" fmla="*/ 4393412 h 5381035"/>
              <a:gd name="connsiteX5" fmla="*/ 4798 w 12192000"/>
              <a:gd name="connsiteY5" fmla="*/ 4668077 h 5381035"/>
              <a:gd name="connsiteX6" fmla="*/ 3480102 w 12192000"/>
              <a:gd name="connsiteY6" fmla="*/ 3079813 h 5381035"/>
              <a:gd name="connsiteX7" fmla="*/ 6789914 w 12192000"/>
              <a:gd name="connsiteY7" fmla="*/ 82876 h 5381035"/>
              <a:gd name="connsiteX8" fmla="*/ 7259662 w 12192000"/>
              <a:gd name="connsiteY8" fmla="*/ 57321 h 5381035"/>
              <a:gd name="connsiteX9" fmla="*/ 10803922 w 12192000"/>
              <a:gd name="connsiteY9" fmla="*/ 0 h 5381035"/>
              <a:gd name="connsiteX10" fmla="*/ 12192000 w 12192000"/>
              <a:gd name="connsiteY10" fmla="*/ 0 h 5381035"/>
              <a:gd name="connsiteX11" fmla="*/ 12192000 w 12192000"/>
              <a:gd name="connsiteY11" fmla="*/ 1322246 h 5381035"/>
              <a:gd name="connsiteX12" fmla="*/ 10969953 w 12192000"/>
              <a:gd name="connsiteY12" fmla="*/ 120266 h 5381035"/>
              <a:gd name="connsiteX13" fmla="*/ 0 w 12192000"/>
              <a:gd name="connsiteY13" fmla="*/ 0 h 5381035"/>
              <a:gd name="connsiteX14" fmla="*/ 4032282 w 12192000"/>
              <a:gd name="connsiteY14" fmla="*/ 0 h 5381035"/>
              <a:gd name="connsiteX15" fmla="*/ 3968734 w 12192000"/>
              <a:gd name="connsiteY15" fmla="*/ 60350 h 5381035"/>
              <a:gd name="connsiteX16" fmla="*/ 2309846 w 12192000"/>
              <a:gd name="connsiteY16" fmla="*/ 2073351 h 5381035"/>
              <a:gd name="connsiteX17" fmla="*/ 26916 w 12192000"/>
              <a:gd name="connsiteY17" fmla="*/ 3331235 h 5381035"/>
              <a:gd name="connsiteX18" fmla="*/ 0 w 12192000"/>
              <a:gd name="connsiteY18" fmla="*/ 3321905 h 5381035"/>
              <a:gd name="connsiteX0-1" fmla="*/ 7259662 w 12192000"/>
              <a:gd name="connsiteY0-2" fmla="*/ 57321 h 5381035"/>
              <a:gd name="connsiteX1-3" fmla="*/ 12192000 w 12192000"/>
              <a:gd name="connsiteY1-4" fmla="*/ 3668162 h 5381035"/>
              <a:gd name="connsiteX2-5" fmla="*/ 12192000 w 12192000"/>
              <a:gd name="connsiteY2-6" fmla="*/ 5381035 h 5381035"/>
              <a:gd name="connsiteX3-7" fmla="*/ 0 w 12192000"/>
              <a:gd name="connsiteY3-8" fmla="*/ 5381035 h 5381035"/>
              <a:gd name="connsiteX4-9" fmla="*/ 0 w 12192000"/>
              <a:gd name="connsiteY4-10" fmla="*/ 4393412 h 5381035"/>
              <a:gd name="connsiteX5-11" fmla="*/ 4798 w 12192000"/>
              <a:gd name="connsiteY5-12" fmla="*/ 4668077 h 5381035"/>
              <a:gd name="connsiteX6-13" fmla="*/ 3480102 w 12192000"/>
              <a:gd name="connsiteY6-14" fmla="*/ 3079813 h 5381035"/>
              <a:gd name="connsiteX7-15" fmla="*/ 6789914 w 12192000"/>
              <a:gd name="connsiteY7-16" fmla="*/ 82876 h 5381035"/>
              <a:gd name="connsiteX8-17" fmla="*/ 7259662 w 12192000"/>
              <a:gd name="connsiteY8-18" fmla="*/ 57321 h 5381035"/>
              <a:gd name="connsiteX9-19" fmla="*/ 10803922 w 12192000"/>
              <a:gd name="connsiteY9-20" fmla="*/ 0 h 5381035"/>
              <a:gd name="connsiteX10-21" fmla="*/ 12192000 w 12192000"/>
              <a:gd name="connsiteY10-22" fmla="*/ 0 h 5381035"/>
              <a:gd name="connsiteX11-23" fmla="*/ 12192000 w 12192000"/>
              <a:gd name="connsiteY11-24" fmla="*/ 1322246 h 5381035"/>
              <a:gd name="connsiteX12-25" fmla="*/ 10969953 w 12192000"/>
              <a:gd name="connsiteY12-26" fmla="*/ 120266 h 5381035"/>
              <a:gd name="connsiteX13-27" fmla="*/ 10803922 w 12192000"/>
              <a:gd name="connsiteY13-28" fmla="*/ 0 h 5381035"/>
              <a:gd name="connsiteX14-29" fmla="*/ 0 w 12192000"/>
              <a:gd name="connsiteY14-30" fmla="*/ 3321905 h 5381035"/>
              <a:gd name="connsiteX15-31" fmla="*/ 4032282 w 12192000"/>
              <a:gd name="connsiteY15-32" fmla="*/ 0 h 5381035"/>
              <a:gd name="connsiteX16-33" fmla="*/ 3968734 w 12192000"/>
              <a:gd name="connsiteY16-34" fmla="*/ 60350 h 5381035"/>
              <a:gd name="connsiteX17-35" fmla="*/ 2309846 w 12192000"/>
              <a:gd name="connsiteY17-36" fmla="*/ 2073351 h 5381035"/>
              <a:gd name="connsiteX18-37" fmla="*/ 26916 w 12192000"/>
              <a:gd name="connsiteY18-38" fmla="*/ 3331235 h 5381035"/>
              <a:gd name="connsiteX19" fmla="*/ 0 w 12192000"/>
              <a:gd name="connsiteY19" fmla="*/ 3321905 h 5381035"/>
              <a:gd name="connsiteX0-39" fmla="*/ 7259662 w 12192000"/>
              <a:gd name="connsiteY0-40" fmla="*/ 57321 h 5381035"/>
              <a:gd name="connsiteX1-41" fmla="*/ 12192000 w 12192000"/>
              <a:gd name="connsiteY1-42" fmla="*/ 3668162 h 5381035"/>
              <a:gd name="connsiteX2-43" fmla="*/ 12192000 w 12192000"/>
              <a:gd name="connsiteY2-44" fmla="*/ 5381035 h 5381035"/>
              <a:gd name="connsiteX3-45" fmla="*/ 0 w 12192000"/>
              <a:gd name="connsiteY3-46" fmla="*/ 5381035 h 5381035"/>
              <a:gd name="connsiteX4-47" fmla="*/ 0 w 12192000"/>
              <a:gd name="connsiteY4-48" fmla="*/ 4393412 h 5381035"/>
              <a:gd name="connsiteX5-49" fmla="*/ 4798 w 12192000"/>
              <a:gd name="connsiteY5-50" fmla="*/ 4668077 h 5381035"/>
              <a:gd name="connsiteX6-51" fmla="*/ 3480102 w 12192000"/>
              <a:gd name="connsiteY6-52" fmla="*/ 3079813 h 5381035"/>
              <a:gd name="connsiteX7-53" fmla="*/ 6789914 w 12192000"/>
              <a:gd name="connsiteY7-54" fmla="*/ 82876 h 5381035"/>
              <a:gd name="connsiteX8-55" fmla="*/ 7259662 w 12192000"/>
              <a:gd name="connsiteY8-56" fmla="*/ 57321 h 5381035"/>
              <a:gd name="connsiteX9-57" fmla="*/ 10803922 w 12192000"/>
              <a:gd name="connsiteY9-58" fmla="*/ 0 h 5381035"/>
              <a:gd name="connsiteX10-59" fmla="*/ 12192000 w 12192000"/>
              <a:gd name="connsiteY10-60" fmla="*/ 0 h 5381035"/>
              <a:gd name="connsiteX11-61" fmla="*/ 12192000 w 12192000"/>
              <a:gd name="connsiteY11-62" fmla="*/ 1322246 h 5381035"/>
              <a:gd name="connsiteX12-63" fmla="*/ 10969953 w 12192000"/>
              <a:gd name="connsiteY12-64" fmla="*/ 120266 h 5381035"/>
              <a:gd name="connsiteX13-65" fmla="*/ 10803922 w 12192000"/>
              <a:gd name="connsiteY13-66" fmla="*/ 0 h 5381035"/>
              <a:gd name="connsiteX14-67" fmla="*/ 0 w 12192000"/>
              <a:gd name="connsiteY14-68" fmla="*/ 3321905 h 5381035"/>
              <a:gd name="connsiteX15-69" fmla="*/ 4032282 w 12192000"/>
              <a:gd name="connsiteY15-70" fmla="*/ 0 h 5381035"/>
              <a:gd name="connsiteX16-71" fmla="*/ 2309846 w 12192000"/>
              <a:gd name="connsiteY16-72" fmla="*/ 2073351 h 5381035"/>
              <a:gd name="connsiteX17-73" fmla="*/ 26916 w 12192000"/>
              <a:gd name="connsiteY17-74" fmla="*/ 3331235 h 5381035"/>
              <a:gd name="connsiteX18-75" fmla="*/ 0 w 12192000"/>
              <a:gd name="connsiteY18-76" fmla="*/ 3321905 h 5381035"/>
              <a:gd name="connsiteX0-77" fmla="*/ 7259662 w 12192000"/>
              <a:gd name="connsiteY0-78" fmla="*/ 57321 h 5381035"/>
              <a:gd name="connsiteX1-79" fmla="*/ 12192000 w 12192000"/>
              <a:gd name="connsiteY1-80" fmla="*/ 3668162 h 5381035"/>
              <a:gd name="connsiteX2-81" fmla="*/ 12192000 w 12192000"/>
              <a:gd name="connsiteY2-82" fmla="*/ 5381035 h 5381035"/>
              <a:gd name="connsiteX3-83" fmla="*/ 0 w 12192000"/>
              <a:gd name="connsiteY3-84" fmla="*/ 5381035 h 5381035"/>
              <a:gd name="connsiteX4-85" fmla="*/ 0 w 12192000"/>
              <a:gd name="connsiteY4-86" fmla="*/ 4393412 h 5381035"/>
              <a:gd name="connsiteX5-87" fmla="*/ 4798 w 12192000"/>
              <a:gd name="connsiteY5-88" fmla="*/ 4668077 h 5381035"/>
              <a:gd name="connsiteX6-89" fmla="*/ 3480102 w 12192000"/>
              <a:gd name="connsiteY6-90" fmla="*/ 3079813 h 5381035"/>
              <a:gd name="connsiteX7-91" fmla="*/ 6789914 w 12192000"/>
              <a:gd name="connsiteY7-92" fmla="*/ 82876 h 5381035"/>
              <a:gd name="connsiteX8-93" fmla="*/ 7259662 w 12192000"/>
              <a:gd name="connsiteY8-94" fmla="*/ 57321 h 5381035"/>
              <a:gd name="connsiteX9-95" fmla="*/ 10803922 w 12192000"/>
              <a:gd name="connsiteY9-96" fmla="*/ 0 h 5381035"/>
              <a:gd name="connsiteX10-97" fmla="*/ 12192000 w 12192000"/>
              <a:gd name="connsiteY10-98" fmla="*/ 0 h 5381035"/>
              <a:gd name="connsiteX11-99" fmla="*/ 12192000 w 12192000"/>
              <a:gd name="connsiteY11-100" fmla="*/ 1322246 h 5381035"/>
              <a:gd name="connsiteX12-101" fmla="*/ 10969953 w 12192000"/>
              <a:gd name="connsiteY12-102" fmla="*/ 120266 h 5381035"/>
              <a:gd name="connsiteX13-103" fmla="*/ 10803922 w 12192000"/>
              <a:gd name="connsiteY13-104" fmla="*/ 0 h 5381035"/>
              <a:gd name="connsiteX14-105" fmla="*/ 0 w 12192000"/>
              <a:gd name="connsiteY14-106" fmla="*/ 3321905 h 5381035"/>
              <a:gd name="connsiteX15-107" fmla="*/ 2309846 w 12192000"/>
              <a:gd name="connsiteY15-108" fmla="*/ 2073351 h 5381035"/>
              <a:gd name="connsiteX16-109" fmla="*/ 26916 w 12192000"/>
              <a:gd name="connsiteY16-110" fmla="*/ 3331235 h 5381035"/>
              <a:gd name="connsiteX17-111" fmla="*/ 0 w 12192000"/>
              <a:gd name="connsiteY17-112" fmla="*/ 3321905 h 5381035"/>
              <a:gd name="connsiteX0-113" fmla="*/ 7259662 w 12192000"/>
              <a:gd name="connsiteY0-114" fmla="*/ 57321 h 5381035"/>
              <a:gd name="connsiteX1-115" fmla="*/ 12192000 w 12192000"/>
              <a:gd name="connsiteY1-116" fmla="*/ 3668162 h 5381035"/>
              <a:gd name="connsiteX2-117" fmla="*/ 12192000 w 12192000"/>
              <a:gd name="connsiteY2-118" fmla="*/ 5381035 h 5381035"/>
              <a:gd name="connsiteX3-119" fmla="*/ 0 w 12192000"/>
              <a:gd name="connsiteY3-120" fmla="*/ 5381035 h 5381035"/>
              <a:gd name="connsiteX4-121" fmla="*/ 0 w 12192000"/>
              <a:gd name="connsiteY4-122" fmla="*/ 4393412 h 5381035"/>
              <a:gd name="connsiteX5-123" fmla="*/ 4798 w 12192000"/>
              <a:gd name="connsiteY5-124" fmla="*/ 4668077 h 5381035"/>
              <a:gd name="connsiteX6-125" fmla="*/ 3480102 w 12192000"/>
              <a:gd name="connsiteY6-126" fmla="*/ 3079813 h 5381035"/>
              <a:gd name="connsiteX7-127" fmla="*/ 6789914 w 12192000"/>
              <a:gd name="connsiteY7-128" fmla="*/ 82876 h 5381035"/>
              <a:gd name="connsiteX8-129" fmla="*/ 7259662 w 12192000"/>
              <a:gd name="connsiteY8-130" fmla="*/ 57321 h 5381035"/>
              <a:gd name="connsiteX9-131" fmla="*/ 10803922 w 12192000"/>
              <a:gd name="connsiteY9-132" fmla="*/ 0 h 5381035"/>
              <a:gd name="connsiteX10-133" fmla="*/ 12192000 w 12192000"/>
              <a:gd name="connsiteY10-134" fmla="*/ 0 h 5381035"/>
              <a:gd name="connsiteX11-135" fmla="*/ 12192000 w 12192000"/>
              <a:gd name="connsiteY11-136" fmla="*/ 1322246 h 5381035"/>
              <a:gd name="connsiteX12-137" fmla="*/ 10969953 w 12192000"/>
              <a:gd name="connsiteY12-138" fmla="*/ 120266 h 5381035"/>
              <a:gd name="connsiteX13-139" fmla="*/ 10803922 w 12192000"/>
              <a:gd name="connsiteY13-140" fmla="*/ 0 h 5381035"/>
              <a:gd name="connsiteX14-141" fmla="*/ 26916 w 12192000"/>
              <a:gd name="connsiteY14-142" fmla="*/ 3331235 h 5381035"/>
              <a:gd name="connsiteX15-143" fmla="*/ 2309846 w 12192000"/>
              <a:gd name="connsiteY15-144" fmla="*/ 2073351 h 5381035"/>
              <a:gd name="connsiteX16-145" fmla="*/ 26916 w 12192000"/>
              <a:gd name="connsiteY16-146" fmla="*/ 3331235 h 5381035"/>
              <a:gd name="connsiteX0-147" fmla="*/ 7259662 w 12192000"/>
              <a:gd name="connsiteY0-148" fmla="*/ 57321 h 5381035"/>
              <a:gd name="connsiteX1-149" fmla="*/ 12192000 w 12192000"/>
              <a:gd name="connsiteY1-150" fmla="*/ 3668162 h 5381035"/>
              <a:gd name="connsiteX2-151" fmla="*/ 12192000 w 12192000"/>
              <a:gd name="connsiteY2-152" fmla="*/ 5381035 h 5381035"/>
              <a:gd name="connsiteX3-153" fmla="*/ 0 w 12192000"/>
              <a:gd name="connsiteY3-154" fmla="*/ 5381035 h 5381035"/>
              <a:gd name="connsiteX4-155" fmla="*/ 0 w 12192000"/>
              <a:gd name="connsiteY4-156" fmla="*/ 4393412 h 5381035"/>
              <a:gd name="connsiteX5-157" fmla="*/ 4798 w 12192000"/>
              <a:gd name="connsiteY5-158" fmla="*/ 4668077 h 5381035"/>
              <a:gd name="connsiteX6-159" fmla="*/ 3480102 w 12192000"/>
              <a:gd name="connsiteY6-160" fmla="*/ 3079813 h 5381035"/>
              <a:gd name="connsiteX7-161" fmla="*/ 6789914 w 12192000"/>
              <a:gd name="connsiteY7-162" fmla="*/ 82876 h 5381035"/>
              <a:gd name="connsiteX8-163" fmla="*/ 7259662 w 12192000"/>
              <a:gd name="connsiteY8-164" fmla="*/ 57321 h 5381035"/>
              <a:gd name="connsiteX9-165" fmla="*/ 10803922 w 12192000"/>
              <a:gd name="connsiteY9-166" fmla="*/ 0 h 5381035"/>
              <a:gd name="connsiteX10-167" fmla="*/ 12192000 w 12192000"/>
              <a:gd name="connsiteY10-168" fmla="*/ 0 h 5381035"/>
              <a:gd name="connsiteX11-169" fmla="*/ 12192000 w 12192000"/>
              <a:gd name="connsiteY11-170" fmla="*/ 1322246 h 5381035"/>
              <a:gd name="connsiteX12-171" fmla="*/ 10969953 w 12192000"/>
              <a:gd name="connsiteY12-172" fmla="*/ 120266 h 5381035"/>
              <a:gd name="connsiteX13-173" fmla="*/ 10803922 w 12192000"/>
              <a:gd name="connsiteY13-174" fmla="*/ 0 h 5381035"/>
              <a:gd name="connsiteX0-175" fmla="*/ 7259662 w 12192000"/>
              <a:gd name="connsiteY0-176" fmla="*/ 57321 h 5381035"/>
              <a:gd name="connsiteX1-177" fmla="*/ 12192000 w 12192000"/>
              <a:gd name="connsiteY1-178" fmla="*/ 3668162 h 5381035"/>
              <a:gd name="connsiteX2-179" fmla="*/ 12192000 w 12192000"/>
              <a:gd name="connsiteY2-180" fmla="*/ 5381035 h 5381035"/>
              <a:gd name="connsiteX3-181" fmla="*/ 0 w 12192000"/>
              <a:gd name="connsiteY3-182" fmla="*/ 5381035 h 5381035"/>
              <a:gd name="connsiteX4-183" fmla="*/ 0 w 12192000"/>
              <a:gd name="connsiteY4-184" fmla="*/ 4393412 h 5381035"/>
              <a:gd name="connsiteX5-185" fmla="*/ 4798 w 12192000"/>
              <a:gd name="connsiteY5-186" fmla="*/ 4668077 h 5381035"/>
              <a:gd name="connsiteX6-187" fmla="*/ 3480102 w 12192000"/>
              <a:gd name="connsiteY6-188" fmla="*/ 3079813 h 5381035"/>
              <a:gd name="connsiteX7-189" fmla="*/ 6789914 w 12192000"/>
              <a:gd name="connsiteY7-190" fmla="*/ 82876 h 5381035"/>
              <a:gd name="connsiteX8-191" fmla="*/ 7259662 w 12192000"/>
              <a:gd name="connsiteY8-192" fmla="*/ 57321 h 5381035"/>
              <a:gd name="connsiteX9-193" fmla="*/ 10803922 w 12192000"/>
              <a:gd name="connsiteY9-194" fmla="*/ 0 h 5381035"/>
              <a:gd name="connsiteX10-195" fmla="*/ 12192000 w 12192000"/>
              <a:gd name="connsiteY10-196" fmla="*/ 1322246 h 5381035"/>
              <a:gd name="connsiteX11-197" fmla="*/ 10969953 w 12192000"/>
              <a:gd name="connsiteY11-198" fmla="*/ 120266 h 5381035"/>
              <a:gd name="connsiteX12-199" fmla="*/ 10803922 w 12192000"/>
              <a:gd name="connsiteY12-200" fmla="*/ 0 h 5381035"/>
              <a:gd name="connsiteX0-201" fmla="*/ 7259662 w 12192000"/>
              <a:gd name="connsiteY0-202" fmla="*/ 2583 h 5326297"/>
              <a:gd name="connsiteX1-203" fmla="*/ 12192000 w 12192000"/>
              <a:gd name="connsiteY1-204" fmla="*/ 3613424 h 5326297"/>
              <a:gd name="connsiteX2-205" fmla="*/ 12192000 w 12192000"/>
              <a:gd name="connsiteY2-206" fmla="*/ 5326297 h 5326297"/>
              <a:gd name="connsiteX3-207" fmla="*/ 0 w 12192000"/>
              <a:gd name="connsiteY3-208" fmla="*/ 5326297 h 5326297"/>
              <a:gd name="connsiteX4-209" fmla="*/ 0 w 12192000"/>
              <a:gd name="connsiteY4-210" fmla="*/ 4338674 h 5326297"/>
              <a:gd name="connsiteX5-211" fmla="*/ 4798 w 12192000"/>
              <a:gd name="connsiteY5-212" fmla="*/ 4613339 h 5326297"/>
              <a:gd name="connsiteX6-213" fmla="*/ 3480102 w 12192000"/>
              <a:gd name="connsiteY6-214" fmla="*/ 3025075 h 5326297"/>
              <a:gd name="connsiteX7-215" fmla="*/ 6789914 w 12192000"/>
              <a:gd name="connsiteY7-216" fmla="*/ 28138 h 5326297"/>
              <a:gd name="connsiteX8-217" fmla="*/ 7259662 w 12192000"/>
              <a:gd name="connsiteY8-218" fmla="*/ 2583 h 5326297"/>
              <a:gd name="connsiteX9-219" fmla="*/ 10969953 w 12192000"/>
              <a:gd name="connsiteY9-220" fmla="*/ 65528 h 5326297"/>
              <a:gd name="connsiteX10-221" fmla="*/ 12192000 w 12192000"/>
              <a:gd name="connsiteY10-222" fmla="*/ 1267508 h 5326297"/>
              <a:gd name="connsiteX11-223" fmla="*/ 10969953 w 12192000"/>
              <a:gd name="connsiteY11-224" fmla="*/ 65528 h 5326297"/>
              <a:gd name="connsiteX0-225" fmla="*/ 7259662 w 12192000"/>
              <a:gd name="connsiteY0-226" fmla="*/ 2583 h 5326297"/>
              <a:gd name="connsiteX1-227" fmla="*/ 12192000 w 12192000"/>
              <a:gd name="connsiteY1-228" fmla="*/ 3613424 h 5326297"/>
              <a:gd name="connsiteX2-229" fmla="*/ 12192000 w 12192000"/>
              <a:gd name="connsiteY2-230" fmla="*/ 5326297 h 5326297"/>
              <a:gd name="connsiteX3-231" fmla="*/ 0 w 12192000"/>
              <a:gd name="connsiteY3-232" fmla="*/ 5326297 h 5326297"/>
              <a:gd name="connsiteX4-233" fmla="*/ 0 w 12192000"/>
              <a:gd name="connsiteY4-234" fmla="*/ 4338674 h 5326297"/>
              <a:gd name="connsiteX5-235" fmla="*/ 4798 w 12192000"/>
              <a:gd name="connsiteY5-236" fmla="*/ 4613339 h 5326297"/>
              <a:gd name="connsiteX6-237" fmla="*/ 3480102 w 12192000"/>
              <a:gd name="connsiteY6-238" fmla="*/ 3025075 h 5326297"/>
              <a:gd name="connsiteX7-239" fmla="*/ 6789914 w 12192000"/>
              <a:gd name="connsiteY7-240" fmla="*/ 28138 h 5326297"/>
              <a:gd name="connsiteX8-241" fmla="*/ 7259662 w 12192000"/>
              <a:gd name="connsiteY8-242" fmla="*/ 2583 h 532629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2192000" h="5326297">
                <a:moveTo>
                  <a:pt x="7259662" y="2583"/>
                </a:moveTo>
                <a:cubicBezTo>
                  <a:pt x="9625834" y="111255"/>
                  <a:pt x="12192000" y="3613424"/>
                  <a:pt x="12192000" y="3613424"/>
                </a:cubicBezTo>
                <a:lnTo>
                  <a:pt x="12192000" y="5326297"/>
                </a:lnTo>
                <a:lnTo>
                  <a:pt x="0" y="5326297"/>
                </a:lnTo>
                <a:lnTo>
                  <a:pt x="0" y="4338674"/>
                </a:lnTo>
                <a:cubicBezTo>
                  <a:pt x="1599" y="4430229"/>
                  <a:pt x="3199" y="4521784"/>
                  <a:pt x="4798" y="4613339"/>
                </a:cubicBezTo>
                <a:cubicBezTo>
                  <a:pt x="4798" y="4613339"/>
                  <a:pt x="1766092" y="5316740"/>
                  <a:pt x="3480102" y="3025075"/>
                </a:cubicBezTo>
                <a:cubicBezTo>
                  <a:pt x="5194112" y="732474"/>
                  <a:pt x="5876761" y="174992"/>
                  <a:pt x="6789914" y="28138"/>
                </a:cubicBezTo>
                <a:cubicBezTo>
                  <a:pt x="6945061" y="3175"/>
                  <a:pt x="7101917" y="-4662"/>
                  <a:pt x="7259662" y="2583"/>
                </a:cubicBezTo>
                <a:close/>
              </a:path>
            </a:pathLst>
          </a:custGeom>
          <a:blipFill dpi="0" rotWithShape="1">
            <a:blip r:embed="rId2">
              <a:alphaModFix amt="60000"/>
            </a:blip>
            <a:srcRect/>
            <a:stretch>
              <a:fillRect t="-93255" b="-31457"/>
            </a:stretch>
          </a:blipFill>
          <a:ln>
            <a:noFill/>
          </a:ln>
        </p:spPr>
        <p:txBody>
          <a:bodyPr vert="horz" wrap="square" lIns="91440" tIns="45720" rIns="91440" bIns="45720" numCol="1" anchor="t" anchorCtr="0" compatLnSpc="1">
            <a:noAutofit/>
          </a:bodyPr>
          <a:lstStyle/>
          <a:p>
            <a:endParaRPr lang="zh-CN" altLang="en-US" dirty="0"/>
          </a:p>
        </p:txBody>
      </p:sp>
      <p:sp>
        <p:nvSpPr>
          <p:cNvPr id="20" name="标题 1"/>
          <p:cNvSpPr>
            <a:spLocks noGrp="1"/>
          </p:cNvSpPr>
          <p:nvPr userDrawn="1">
            <p:ph type="title"/>
          </p:nvPr>
        </p:nvSpPr>
        <p:spPr>
          <a:xfrm>
            <a:off x="2488168" y="2033814"/>
            <a:ext cx="5419185" cy="895350"/>
          </a:xfrm>
        </p:spPr>
        <p:txBody>
          <a:bodyPr anchor="b">
            <a:normAutofit/>
          </a:bodyPr>
          <a:lstStyle>
            <a:lvl1pPr algn="l">
              <a:defRPr sz="2400" b="1">
                <a:solidFill>
                  <a:schemeClr val="accent3"/>
                </a:solidFill>
              </a:defRPr>
            </a:lvl1pPr>
          </a:lstStyle>
          <a:p>
            <a:r>
              <a:rPr lang="en-US" dirty="0"/>
              <a:t>Click to edit Master title style</a:t>
            </a:r>
            <a:endParaRPr lang="zh-CN" altLang="en-US" dirty="0"/>
          </a:p>
        </p:txBody>
      </p:sp>
      <p:sp>
        <p:nvSpPr>
          <p:cNvPr id="21" name="文本占位符 2"/>
          <p:cNvSpPr>
            <a:spLocks noGrp="1"/>
          </p:cNvSpPr>
          <p:nvPr userDrawn="1">
            <p:ph type="body" idx="1"/>
          </p:nvPr>
        </p:nvSpPr>
        <p:spPr>
          <a:xfrm>
            <a:off x="2489284" y="2929164"/>
            <a:ext cx="5419185" cy="1015623"/>
          </a:xfrm>
        </p:spPr>
        <p:txBody>
          <a:bodyPr anchor="t">
            <a:normAutofit/>
          </a:bodyPr>
          <a:lstStyle>
            <a:lvl1pPr marL="0" indent="0" algn="l">
              <a:lnSpc>
                <a:spcPct val="100000"/>
              </a:lnSpc>
              <a:buNone/>
              <a:defRPr sz="1100">
                <a:solidFill>
                  <a:schemeClr val="accent3"/>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Edit Master text styles</a:t>
            </a:r>
          </a:p>
        </p:txBody>
      </p:sp>
    </p:spTree>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7" name="任意多边形: 形状 6"/>
          <p:cNvSpPr/>
          <p:nvPr userDrawn="1"/>
        </p:nvSpPr>
        <p:spPr>
          <a:xfrm>
            <a:off x="-9525" y="-9525"/>
            <a:ext cx="12220575" cy="942975"/>
          </a:xfrm>
          <a:custGeom>
            <a:avLst/>
            <a:gdLst>
              <a:gd name="connsiteX0" fmla="*/ 0 w 12220575"/>
              <a:gd name="connsiteY0" fmla="*/ 0 h 942975"/>
              <a:gd name="connsiteX1" fmla="*/ 9525 w 12220575"/>
              <a:gd name="connsiteY1" fmla="*/ 647700 h 942975"/>
              <a:gd name="connsiteX2" fmla="*/ 2686050 w 12220575"/>
              <a:gd name="connsiteY2" fmla="*/ 942975 h 942975"/>
              <a:gd name="connsiteX3" fmla="*/ 5124450 w 12220575"/>
              <a:gd name="connsiteY3" fmla="*/ 923925 h 942975"/>
              <a:gd name="connsiteX4" fmla="*/ 7277100 w 12220575"/>
              <a:gd name="connsiteY4" fmla="*/ 809625 h 942975"/>
              <a:gd name="connsiteX5" fmla="*/ 9296400 w 12220575"/>
              <a:gd name="connsiteY5" fmla="*/ 466725 h 942975"/>
              <a:gd name="connsiteX6" fmla="*/ 11325225 w 12220575"/>
              <a:gd name="connsiteY6" fmla="*/ 314325 h 942975"/>
              <a:gd name="connsiteX7" fmla="*/ 12220575 w 12220575"/>
              <a:gd name="connsiteY7" fmla="*/ 352425 h 942975"/>
              <a:gd name="connsiteX8" fmla="*/ 12182475 w 12220575"/>
              <a:gd name="connsiteY8" fmla="*/ 9525 h 942975"/>
              <a:gd name="connsiteX9" fmla="*/ 0 w 12220575"/>
              <a:gd name="connsiteY9" fmla="*/ 0 h 942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20575" h="942975">
                <a:moveTo>
                  <a:pt x="0" y="0"/>
                </a:moveTo>
                <a:lnTo>
                  <a:pt x="9525" y="647700"/>
                </a:lnTo>
                <a:lnTo>
                  <a:pt x="2686050" y="942975"/>
                </a:lnTo>
                <a:lnTo>
                  <a:pt x="5124450" y="923925"/>
                </a:lnTo>
                <a:lnTo>
                  <a:pt x="7277100" y="809625"/>
                </a:lnTo>
                <a:lnTo>
                  <a:pt x="9296400" y="466725"/>
                </a:lnTo>
                <a:lnTo>
                  <a:pt x="11325225" y="314325"/>
                </a:lnTo>
                <a:lnTo>
                  <a:pt x="12220575" y="352425"/>
                </a:lnTo>
                <a:lnTo>
                  <a:pt x="12182475" y="9525"/>
                </a:lnTo>
                <a:lnTo>
                  <a:pt x="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任意多边形: 形状 9"/>
          <p:cNvSpPr/>
          <p:nvPr userDrawn="1"/>
        </p:nvSpPr>
        <p:spPr bwMode="auto">
          <a:xfrm flipH="1" flipV="1">
            <a:off x="-1219199" y="239311"/>
            <a:ext cx="13411199" cy="801180"/>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78000">
                <a:srgbClr val="FFFF00"/>
              </a:gs>
              <a:gs pos="11000">
                <a:srgbClr val="FFC000"/>
              </a:gs>
            </a:gsLst>
            <a:lin ang="4800000" scaled="0"/>
            <a:tileRect/>
          </a:gradFill>
          <a:ln>
            <a:noFill/>
          </a:ln>
        </p:spPr>
        <p:txBody>
          <a:bodyPr vert="horz" wrap="square" lIns="91440" tIns="45720" rIns="91440" bIns="45720" numCol="1" anchor="t" anchorCtr="0" compatLnSpc="1">
            <a:noAutofit/>
          </a:bodyPr>
          <a:lstStyle/>
          <a:p>
            <a:endParaRPr lang="zh-CN" altLang="en-US" dirty="0">
              <a:gradFill>
                <a:gsLst>
                  <a:gs pos="100000">
                    <a:schemeClr val="accent3"/>
                  </a:gs>
                  <a:gs pos="0">
                    <a:schemeClr val="accent4"/>
                  </a:gs>
                </a:gsLst>
                <a:lin ang="13500000" scaled="1"/>
              </a:gradFill>
            </a:endParaRPr>
          </a:p>
        </p:txBody>
      </p:sp>
      <p:sp>
        <p:nvSpPr>
          <p:cNvPr id="11" name="任意多边形: 形状 10"/>
          <p:cNvSpPr/>
          <p:nvPr userDrawn="1"/>
        </p:nvSpPr>
        <p:spPr>
          <a:xfrm rot="10800000">
            <a:off x="-28575" y="6321199"/>
            <a:ext cx="12220575" cy="942975"/>
          </a:xfrm>
          <a:custGeom>
            <a:avLst/>
            <a:gdLst>
              <a:gd name="connsiteX0" fmla="*/ 0 w 12220575"/>
              <a:gd name="connsiteY0" fmla="*/ 0 h 942975"/>
              <a:gd name="connsiteX1" fmla="*/ 9525 w 12220575"/>
              <a:gd name="connsiteY1" fmla="*/ 647700 h 942975"/>
              <a:gd name="connsiteX2" fmla="*/ 2686050 w 12220575"/>
              <a:gd name="connsiteY2" fmla="*/ 942975 h 942975"/>
              <a:gd name="connsiteX3" fmla="*/ 5124450 w 12220575"/>
              <a:gd name="connsiteY3" fmla="*/ 923925 h 942975"/>
              <a:gd name="connsiteX4" fmla="*/ 7277100 w 12220575"/>
              <a:gd name="connsiteY4" fmla="*/ 809625 h 942975"/>
              <a:gd name="connsiteX5" fmla="*/ 9296400 w 12220575"/>
              <a:gd name="connsiteY5" fmla="*/ 466725 h 942975"/>
              <a:gd name="connsiteX6" fmla="*/ 11325225 w 12220575"/>
              <a:gd name="connsiteY6" fmla="*/ 314325 h 942975"/>
              <a:gd name="connsiteX7" fmla="*/ 12220575 w 12220575"/>
              <a:gd name="connsiteY7" fmla="*/ 352425 h 942975"/>
              <a:gd name="connsiteX8" fmla="*/ 12182475 w 12220575"/>
              <a:gd name="connsiteY8" fmla="*/ 9525 h 942975"/>
              <a:gd name="connsiteX9" fmla="*/ 0 w 12220575"/>
              <a:gd name="connsiteY9" fmla="*/ 0 h 942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20575" h="942975">
                <a:moveTo>
                  <a:pt x="0" y="0"/>
                </a:moveTo>
                <a:lnTo>
                  <a:pt x="9525" y="647700"/>
                </a:lnTo>
                <a:lnTo>
                  <a:pt x="2686050" y="942975"/>
                </a:lnTo>
                <a:lnTo>
                  <a:pt x="5124450" y="923925"/>
                </a:lnTo>
                <a:lnTo>
                  <a:pt x="7277100" y="809625"/>
                </a:lnTo>
                <a:lnTo>
                  <a:pt x="9296400" y="466725"/>
                </a:lnTo>
                <a:lnTo>
                  <a:pt x="11325225" y="314325"/>
                </a:lnTo>
                <a:lnTo>
                  <a:pt x="12220575" y="352425"/>
                </a:lnTo>
                <a:lnTo>
                  <a:pt x="12182475" y="9525"/>
                </a:lnTo>
                <a:lnTo>
                  <a:pt x="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 name="任意多边形: 形状 11"/>
          <p:cNvSpPr/>
          <p:nvPr userDrawn="1"/>
        </p:nvSpPr>
        <p:spPr bwMode="auto">
          <a:xfrm>
            <a:off x="-9525" y="6230938"/>
            <a:ext cx="12201525" cy="801179"/>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78000">
                <a:srgbClr val="FFFF00"/>
              </a:gs>
              <a:gs pos="11000">
                <a:srgbClr val="FFC000"/>
              </a:gs>
            </a:gsLst>
            <a:lin ang="4800000" scaled="0"/>
            <a:tileRect/>
          </a:gradFill>
          <a:ln>
            <a:noFill/>
          </a:ln>
        </p:spPr>
        <p:txBody>
          <a:bodyPr vert="horz" wrap="square" lIns="91440" tIns="45720" rIns="91440" bIns="45720" numCol="1" anchor="t" anchorCtr="0" compatLnSpc="1">
            <a:noAutofit/>
          </a:bodyPr>
          <a:lstStyle/>
          <a:p>
            <a:endParaRPr lang="zh-CN" altLang="en-US">
              <a:gradFill>
                <a:gsLst>
                  <a:gs pos="100000">
                    <a:schemeClr val="accent3"/>
                  </a:gs>
                  <a:gs pos="0">
                    <a:schemeClr val="accent4"/>
                  </a:gs>
                </a:gsLst>
                <a:lin ang="13500000" scaled="1"/>
              </a:gradFill>
            </a:endParaRPr>
          </a:p>
        </p:txBody>
      </p:sp>
      <p:sp>
        <p:nvSpPr>
          <p:cNvPr id="2" name="文本框 1"/>
          <p:cNvSpPr txBox="1"/>
          <p:nvPr userDrawn="1"/>
        </p:nvSpPr>
        <p:spPr>
          <a:xfrm>
            <a:off x="11520488" y="6486465"/>
            <a:ext cx="671512" cy="400110"/>
          </a:xfrm>
          <a:prstGeom prst="rect">
            <a:avLst/>
          </a:prstGeom>
          <a:noFill/>
        </p:spPr>
        <p:txBody>
          <a:bodyPr wrap="square" rtlCol="0">
            <a:spAutoFit/>
          </a:bodyPr>
          <a:lstStyle/>
          <a:p>
            <a:pPr algn="ctr"/>
            <a:fld id="{379552D3-A968-4710-B841-1063F5B640DF}" type="slidenum">
              <a:rPr lang="zh-CN" altLang="en-US" sz="2000" b="1" smtClean="0">
                <a:solidFill>
                  <a:schemeClr val="accent2">
                    <a:lumMod val="50000"/>
                  </a:schemeClr>
                </a:solidFill>
              </a:rPr>
              <a:t>‹#›</a:t>
            </a:fld>
            <a:endParaRPr lang="zh-CN" altLang="en-US" b="1" dirty="0">
              <a:solidFill>
                <a:schemeClr val="accent2">
                  <a:lumMod val="50000"/>
                </a:schemeClr>
              </a:solidFill>
            </a:endParaRPr>
          </a:p>
        </p:txBody>
      </p:sp>
      <p:pic>
        <p:nvPicPr>
          <p:cNvPr id="8" name="图片 7"/>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a:xfrm>
            <a:off x="134410" y="24187"/>
            <a:ext cx="527050" cy="52705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userDrawn="1">
  <p:cSld name="仅标题页">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ltLang="zh-CN" dirty="0"/>
              <a:t>Click to edit Master title style</a:t>
            </a:r>
            <a:endParaRPr lang="en-US" dirty="0"/>
          </a:p>
        </p:txBody>
      </p:sp>
      <p:sp>
        <p:nvSpPr>
          <p:cNvPr id="3" name="Date Placeholder 2"/>
          <p:cNvSpPr>
            <a:spLocks noGrp="1"/>
          </p:cNvSpPr>
          <p:nvPr>
            <p:ph type="dt" sz="half" idx="10"/>
          </p:nvPr>
        </p:nvSpPr>
        <p:spPr/>
        <p:txBody>
          <a:bodyPr/>
          <a:lstStyle/>
          <a:p>
            <a:fld id="{E6F26766-F62E-419D-BB7F-91C9CEBCA24E}" type="datetime1">
              <a:rPr lang="zh-CN" altLang="en-US" smtClean="0"/>
              <a:t>2024/12/1</a:t>
            </a:fld>
            <a:endParaRPr lang="zh-CN" altLang="en-US"/>
          </a:p>
        </p:txBody>
      </p:sp>
      <p:sp>
        <p:nvSpPr>
          <p:cNvPr id="4" name="Footer Placeholder 3"/>
          <p:cNvSpPr>
            <a:spLocks noGrp="1"/>
          </p:cNvSpPr>
          <p:nvPr>
            <p:ph type="ftr" sz="quarter" idx="11"/>
          </p:nvPr>
        </p:nvSpPr>
        <p:spPr/>
        <p:txBody>
          <a:bodyPr/>
          <a:lstStyle/>
          <a:p>
            <a:r>
              <a:rPr lang="zh-CN" altLang="en-US"/>
              <a:t>请在插入菜单</a:t>
            </a:r>
            <a:r>
              <a:rPr lang="en-US" altLang="zh-CN"/>
              <a:t>—</a:t>
            </a:r>
            <a:r>
              <a:rPr lang="zh-CN" altLang="en-US"/>
              <a:t>页眉和页脚中修改此文本</a:t>
            </a:r>
            <a:endParaRPr lang="zh-CN" altLang="en-US" dirty="0"/>
          </a:p>
        </p:txBody>
      </p:sp>
      <p:sp>
        <p:nvSpPr>
          <p:cNvPr id="5" name="Slide Number Placeholder 4"/>
          <p:cNvSpPr>
            <a:spLocks noGrp="1"/>
          </p:cNvSpPr>
          <p:nvPr>
            <p:ph type="sldNum" sz="quarter" idx="12"/>
          </p:nvPr>
        </p:nvSpPr>
        <p:spPr/>
        <p:txBody>
          <a:bodyPr/>
          <a:lstStyle/>
          <a:p>
            <a:fld id="{5DD3DB80-B894-403A-B48E-6FDC1A72010E}"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末尾幻灯片">
    <p:bg>
      <p:bgPr>
        <a:solidFill>
          <a:schemeClr val="accent3"/>
        </a:solidFill>
        <a:effectLst/>
      </p:bgPr>
    </p:bg>
    <p:spTree>
      <p:nvGrpSpPr>
        <p:cNvPr id="1" name=""/>
        <p:cNvGrpSpPr/>
        <p:nvPr/>
      </p:nvGrpSpPr>
      <p:grpSpPr>
        <a:xfrm>
          <a:off x="0" y="0"/>
          <a:ext cx="0" cy="0"/>
          <a:chOff x="0" y="0"/>
          <a:chExt cx="0" cy="0"/>
        </a:xfrm>
      </p:grpSpPr>
      <p:sp>
        <p:nvSpPr>
          <p:cNvPr id="5" name="Freeform 22_1"/>
          <p:cNvSpPr>
            <a:spLocks noChangeArrowheads="1"/>
          </p:cNvSpPr>
          <p:nvPr userDrawn="1"/>
        </p:nvSpPr>
        <p:spPr bwMode="auto">
          <a:xfrm>
            <a:off x="0" y="1531703"/>
            <a:ext cx="12192000" cy="5326297"/>
          </a:xfrm>
          <a:custGeom>
            <a:avLst/>
            <a:gdLst>
              <a:gd name="connsiteX0" fmla="*/ 7259662 w 12192000"/>
              <a:gd name="connsiteY0" fmla="*/ 57321 h 5381035"/>
              <a:gd name="connsiteX1" fmla="*/ 12192000 w 12192000"/>
              <a:gd name="connsiteY1" fmla="*/ 3668162 h 5381035"/>
              <a:gd name="connsiteX2" fmla="*/ 12192000 w 12192000"/>
              <a:gd name="connsiteY2" fmla="*/ 5381035 h 5381035"/>
              <a:gd name="connsiteX3" fmla="*/ 0 w 12192000"/>
              <a:gd name="connsiteY3" fmla="*/ 5381035 h 5381035"/>
              <a:gd name="connsiteX4" fmla="*/ 0 w 12192000"/>
              <a:gd name="connsiteY4" fmla="*/ 4393412 h 5381035"/>
              <a:gd name="connsiteX5" fmla="*/ 4798 w 12192000"/>
              <a:gd name="connsiteY5" fmla="*/ 4668077 h 5381035"/>
              <a:gd name="connsiteX6" fmla="*/ 3480102 w 12192000"/>
              <a:gd name="connsiteY6" fmla="*/ 3079813 h 5381035"/>
              <a:gd name="connsiteX7" fmla="*/ 6789914 w 12192000"/>
              <a:gd name="connsiteY7" fmla="*/ 82876 h 5381035"/>
              <a:gd name="connsiteX8" fmla="*/ 7259662 w 12192000"/>
              <a:gd name="connsiteY8" fmla="*/ 57321 h 5381035"/>
              <a:gd name="connsiteX9" fmla="*/ 10803922 w 12192000"/>
              <a:gd name="connsiteY9" fmla="*/ 0 h 5381035"/>
              <a:gd name="connsiteX10" fmla="*/ 12192000 w 12192000"/>
              <a:gd name="connsiteY10" fmla="*/ 0 h 5381035"/>
              <a:gd name="connsiteX11" fmla="*/ 12192000 w 12192000"/>
              <a:gd name="connsiteY11" fmla="*/ 1322246 h 5381035"/>
              <a:gd name="connsiteX12" fmla="*/ 10969953 w 12192000"/>
              <a:gd name="connsiteY12" fmla="*/ 120266 h 5381035"/>
              <a:gd name="connsiteX13" fmla="*/ 0 w 12192000"/>
              <a:gd name="connsiteY13" fmla="*/ 0 h 5381035"/>
              <a:gd name="connsiteX14" fmla="*/ 4032282 w 12192000"/>
              <a:gd name="connsiteY14" fmla="*/ 0 h 5381035"/>
              <a:gd name="connsiteX15" fmla="*/ 3968734 w 12192000"/>
              <a:gd name="connsiteY15" fmla="*/ 60350 h 5381035"/>
              <a:gd name="connsiteX16" fmla="*/ 2309846 w 12192000"/>
              <a:gd name="connsiteY16" fmla="*/ 2073351 h 5381035"/>
              <a:gd name="connsiteX17" fmla="*/ 26916 w 12192000"/>
              <a:gd name="connsiteY17" fmla="*/ 3331235 h 5381035"/>
              <a:gd name="connsiteX18" fmla="*/ 0 w 12192000"/>
              <a:gd name="connsiteY18" fmla="*/ 3321905 h 5381035"/>
              <a:gd name="connsiteX0-1" fmla="*/ 7259662 w 12192000"/>
              <a:gd name="connsiteY0-2" fmla="*/ 57321 h 5381035"/>
              <a:gd name="connsiteX1-3" fmla="*/ 12192000 w 12192000"/>
              <a:gd name="connsiteY1-4" fmla="*/ 3668162 h 5381035"/>
              <a:gd name="connsiteX2-5" fmla="*/ 12192000 w 12192000"/>
              <a:gd name="connsiteY2-6" fmla="*/ 5381035 h 5381035"/>
              <a:gd name="connsiteX3-7" fmla="*/ 0 w 12192000"/>
              <a:gd name="connsiteY3-8" fmla="*/ 5381035 h 5381035"/>
              <a:gd name="connsiteX4-9" fmla="*/ 0 w 12192000"/>
              <a:gd name="connsiteY4-10" fmla="*/ 4393412 h 5381035"/>
              <a:gd name="connsiteX5-11" fmla="*/ 4798 w 12192000"/>
              <a:gd name="connsiteY5-12" fmla="*/ 4668077 h 5381035"/>
              <a:gd name="connsiteX6-13" fmla="*/ 3480102 w 12192000"/>
              <a:gd name="connsiteY6-14" fmla="*/ 3079813 h 5381035"/>
              <a:gd name="connsiteX7-15" fmla="*/ 6789914 w 12192000"/>
              <a:gd name="connsiteY7-16" fmla="*/ 82876 h 5381035"/>
              <a:gd name="connsiteX8-17" fmla="*/ 7259662 w 12192000"/>
              <a:gd name="connsiteY8-18" fmla="*/ 57321 h 5381035"/>
              <a:gd name="connsiteX9-19" fmla="*/ 10803922 w 12192000"/>
              <a:gd name="connsiteY9-20" fmla="*/ 0 h 5381035"/>
              <a:gd name="connsiteX10-21" fmla="*/ 12192000 w 12192000"/>
              <a:gd name="connsiteY10-22" fmla="*/ 0 h 5381035"/>
              <a:gd name="connsiteX11-23" fmla="*/ 12192000 w 12192000"/>
              <a:gd name="connsiteY11-24" fmla="*/ 1322246 h 5381035"/>
              <a:gd name="connsiteX12-25" fmla="*/ 10969953 w 12192000"/>
              <a:gd name="connsiteY12-26" fmla="*/ 120266 h 5381035"/>
              <a:gd name="connsiteX13-27" fmla="*/ 10803922 w 12192000"/>
              <a:gd name="connsiteY13-28" fmla="*/ 0 h 5381035"/>
              <a:gd name="connsiteX14-29" fmla="*/ 0 w 12192000"/>
              <a:gd name="connsiteY14-30" fmla="*/ 3321905 h 5381035"/>
              <a:gd name="connsiteX15-31" fmla="*/ 4032282 w 12192000"/>
              <a:gd name="connsiteY15-32" fmla="*/ 0 h 5381035"/>
              <a:gd name="connsiteX16-33" fmla="*/ 3968734 w 12192000"/>
              <a:gd name="connsiteY16-34" fmla="*/ 60350 h 5381035"/>
              <a:gd name="connsiteX17-35" fmla="*/ 2309846 w 12192000"/>
              <a:gd name="connsiteY17-36" fmla="*/ 2073351 h 5381035"/>
              <a:gd name="connsiteX18-37" fmla="*/ 26916 w 12192000"/>
              <a:gd name="connsiteY18-38" fmla="*/ 3331235 h 5381035"/>
              <a:gd name="connsiteX19" fmla="*/ 0 w 12192000"/>
              <a:gd name="connsiteY19" fmla="*/ 3321905 h 5381035"/>
              <a:gd name="connsiteX0-39" fmla="*/ 7259662 w 12192000"/>
              <a:gd name="connsiteY0-40" fmla="*/ 57321 h 5381035"/>
              <a:gd name="connsiteX1-41" fmla="*/ 12192000 w 12192000"/>
              <a:gd name="connsiteY1-42" fmla="*/ 3668162 h 5381035"/>
              <a:gd name="connsiteX2-43" fmla="*/ 12192000 w 12192000"/>
              <a:gd name="connsiteY2-44" fmla="*/ 5381035 h 5381035"/>
              <a:gd name="connsiteX3-45" fmla="*/ 0 w 12192000"/>
              <a:gd name="connsiteY3-46" fmla="*/ 5381035 h 5381035"/>
              <a:gd name="connsiteX4-47" fmla="*/ 0 w 12192000"/>
              <a:gd name="connsiteY4-48" fmla="*/ 4393412 h 5381035"/>
              <a:gd name="connsiteX5-49" fmla="*/ 4798 w 12192000"/>
              <a:gd name="connsiteY5-50" fmla="*/ 4668077 h 5381035"/>
              <a:gd name="connsiteX6-51" fmla="*/ 3480102 w 12192000"/>
              <a:gd name="connsiteY6-52" fmla="*/ 3079813 h 5381035"/>
              <a:gd name="connsiteX7-53" fmla="*/ 6789914 w 12192000"/>
              <a:gd name="connsiteY7-54" fmla="*/ 82876 h 5381035"/>
              <a:gd name="connsiteX8-55" fmla="*/ 7259662 w 12192000"/>
              <a:gd name="connsiteY8-56" fmla="*/ 57321 h 5381035"/>
              <a:gd name="connsiteX9-57" fmla="*/ 10803922 w 12192000"/>
              <a:gd name="connsiteY9-58" fmla="*/ 0 h 5381035"/>
              <a:gd name="connsiteX10-59" fmla="*/ 12192000 w 12192000"/>
              <a:gd name="connsiteY10-60" fmla="*/ 0 h 5381035"/>
              <a:gd name="connsiteX11-61" fmla="*/ 12192000 w 12192000"/>
              <a:gd name="connsiteY11-62" fmla="*/ 1322246 h 5381035"/>
              <a:gd name="connsiteX12-63" fmla="*/ 10969953 w 12192000"/>
              <a:gd name="connsiteY12-64" fmla="*/ 120266 h 5381035"/>
              <a:gd name="connsiteX13-65" fmla="*/ 10803922 w 12192000"/>
              <a:gd name="connsiteY13-66" fmla="*/ 0 h 5381035"/>
              <a:gd name="connsiteX14-67" fmla="*/ 0 w 12192000"/>
              <a:gd name="connsiteY14-68" fmla="*/ 3321905 h 5381035"/>
              <a:gd name="connsiteX15-69" fmla="*/ 4032282 w 12192000"/>
              <a:gd name="connsiteY15-70" fmla="*/ 0 h 5381035"/>
              <a:gd name="connsiteX16-71" fmla="*/ 2309846 w 12192000"/>
              <a:gd name="connsiteY16-72" fmla="*/ 2073351 h 5381035"/>
              <a:gd name="connsiteX17-73" fmla="*/ 26916 w 12192000"/>
              <a:gd name="connsiteY17-74" fmla="*/ 3331235 h 5381035"/>
              <a:gd name="connsiteX18-75" fmla="*/ 0 w 12192000"/>
              <a:gd name="connsiteY18-76" fmla="*/ 3321905 h 5381035"/>
              <a:gd name="connsiteX0-77" fmla="*/ 7259662 w 12192000"/>
              <a:gd name="connsiteY0-78" fmla="*/ 57321 h 5381035"/>
              <a:gd name="connsiteX1-79" fmla="*/ 12192000 w 12192000"/>
              <a:gd name="connsiteY1-80" fmla="*/ 3668162 h 5381035"/>
              <a:gd name="connsiteX2-81" fmla="*/ 12192000 w 12192000"/>
              <a:gd name="connsiteY2-82" fmla="*/ 5381035 h 5381035"/>
              <a:gd name="connsiteX3-83" fmla="*/ 0 w 12192000"/>
              <a:gd name="connsiteY3-84" fmla="*/ 5381035 h 5381035"/>
              <a:gd name="connsiteX4-85" fmla="*/ 0 w 12192000"/>
              <a:gd name="connsiteY4-86" fmla="*/ 4393412 h 5381035"/>
              <a:gd name="connsiteX5-87" fmla="*/ 4798 w 12192000"/>
              <a:gd name="connsiteY5-88" fmla="*/ 4668077 h 5381035"/>
              <a:gd name="connsiteX6-89" fmla="*/ 3480102 w 12192000"/>
              <a:gd name="connsiteY6-90" fmla="*/ 3079813 h 5381035"/>
              <a:gd name="connsiteX7-91" fmla="*/ 6789914 w 12192000"/>
              <a:gd name="connsiteY7-92" fmla="*/ 82876 h 5381035"/>
              <a:gd name="connsiteX8-93" fmla="*/ 7259662 w 12192000"/>
              <a:gd name="connsiteY8-94" fmla="*/ 57321 h 5381035"/>
              <a:gd name="connsiteX9-95" fmla="*/ 10803922 w 12192000"/>
              <a:gd name="connsiteY9-96" fmla="*/ 0 h 5381035"/>
              <a:gd name="connsiteX10-97" fmla="*/ 12192000 w 12192000"/>
              <a:gd name="connsiteY10-98" fmla="*/ 0 h 5381035"/>
              <a:gd name="connsiteX11-99" fmla="*/ 12192000 w 12192000"/>
              <a:gd name="connsiteY11-100" fmla="*/ 1322246 h 5381035"/>
              <a:gd name="connsiteX12-101" fmla="*/ 10969953 w 12192000"/>
              <a:gd name="connsiteY12-102" fmla="*/ 120266 h 5381035"/>
              <a:gd name="connsiteX13-103" fmla="*/ 10803922 w 12192000"/>
              <a:gd name="connsiteY13-104" fmla="*/ 0 h 5381035"/>
              <a:gd name="connsiteX14-105" fmla="*/ 0 w 12192000"/>
              <a:gd name="connsiteY14-106" fmla="*/ 3321905 h 5381035"/>
              <a:gd name="connsiteX15-107" fmla="*/ 2309846 w 12192000"/>
              <a:gd name="connsiteY15-108" fmla="*/ 2073351 h 5381035"/>
              <a:gd name="connsiteX16-109" fmla="*/ 26916 w 12192000"/>
              <a:gd name="connsiteY16-110" fmla="*/ 3331235 h 5381035"/>
              <a:gd name="connsiteX17-111" fmla="*/ 0 w 12192000"/>
              <a:gd name="connsiteY17-112" fmla="*/ 3321905 h 5381035"/>
              <a:gd name="connsiteX0-113" fmla="*/ 7259662 w 12192000"/>
              <a:gd name="connsiteY0-114" fmla="*/ 57321 h 5381035"/>
              <a:gd name="connsiteX1-115" fmla="*/ 12192000 w 12192000"/>
              <a:gd name="connsiteY1-116" fmla="*/ 3668162 h 5381035"/>
              <a:gd name="connsiteX2-117" fmla="*/ 12192000 w 12192000"/>
              <a:gd name="connsiteY2-118" fmla="*/ 5381035 h 5381035"/>
              <a:gd name="connsiteX3-119" fmla="*/ 0 w 12192000"/>
              <a:gd name="connsiteY3-120" fmla="*/ 5381035 h 5381035"/>
              <a:gd name="connsiteX4-121" fmla="*/ 0 w 12192000"/>
              <a:gd name="connsiteY4-122" fmla="*/ 4393412 h 5381035"/>
              <a:gd name="connsiteX5-123" fmla="*/ 4798 w 12192000"/>
              <a:gd name="connsiteY5-124" fmla="*/ 4668077 h 5381035"/>
              <a:gd name="connsiteX6-125" fmla="*/ 3480102 w 12192000"/>
              <a:gd name="connsiteY6-126" fmla="*/ 3079813 h 5381035"/>
              <a:gd name="connsiteX7-127" fmla="*/ 6789914 w 12192000"/>
              <a:gd name="connsiteY7-128" fmla="*/ 82876 h 5381035"/>
              <a:gd name="connsiteX8-129" fmla="*/ 7259662 w 12192000"/>
              <a:gd name="connsiteY8-130" fmla="*/ 57321 h 5381035"/>
              <a:gd name="connsiteX9-131" fmla="*/ 10803922 w 12192000"/>
              <a:gd name="connsiteY9-132" fmla="*/ 0 h 5381035"/>
              <a:gd name="connsiteX10-133" fmla="*/ 12192000 w 12192000"/>
              <a:gd name="connsiteY10-134" fmla="*/ 0 h 5381035"/>
              <a:gd name="connsiteX11-135" fmla="*/ 12192000 w 12192000"/>
              <a:gd name="connsiteY11-136" fmla="*/ 1322246 h 5381035"/>
              <a:gd name="connsiteX12-137" fmla="*/ 10969953 w 12192000"/>
              <a:gd name="connsiteY12-138" fmla="*/ 120266 h 5381035"/>
              <a:gd name="connsiteX13-139" fmla="*/ 10803922 w 12192000"/>
              <a:gd name="connsiteY13-140" fmla="*/ 0 h 5381035"/>
              <a:gd name="connsiteX14-141" fmla="*/ 26916 w 12192000"/>
              <a:gd name="connsiteY14-142" fmla="*/ 3331235 h 5381035"/>
              <a:gd name="connsiteX15-143" fmla="*/ 2309846 w 12192000"/>
              <a:gd name="connsiteY15-144" fmla="*/ 2073351 h 5381035"/>
              <a:gd name="connsiteX16-145" fmla="*/ 26916 w 12192000"/>
              <a:gd name="connsiteY16-146" fmla="*/ 3331235 h 5381035"/>
              <a:gd name="connsiteX0-147" fmla="*/ 7259662 w 12192000"/>
              <a:gd name="connsiteY0-148" fmla="*/ 57321 h 5381035"/>
              <a:gd name="connsiteX1-149" fmla="*/ 12192000 w 12192000"/>
              <a:gd name="connsiteY1-150" fmla="*/ 3668162 h 5381035"/>
              <a:gd name="connsiteX2-151" fmla="*/ 12192000 w 12192000"/>
              <a:gd name="connsiteY2-152" fmla="*/ 5381035 h 5381035"/>
              <a:gd name="connsiteX3-153" fmla="*/ 0 w 12192000"/>
              <a:gd name="connsiteY3-154" fmla="*/ 5381035 h 5381035"/>
              <a:gd name="connsiteX4-155" fmla="*/ 0 w 12192000"/>
              <a:gd name="connsiteY4-156" fmla="*/ 4393412 h 5381035"/>
              <a:gd name="connsiteX5-157" fmla="*/ 4798 w 12192000"/>
              <a:gd name="connsiteY5-158" fmla="*/ 4668077 h 5381035"/>
              <a:gd name="connsiteX6-159" fmla="*/ 3480102 w 12192000"/>
              <a:gd name="connsiteY6-160" fmla="*/ 3079813 h 5381035"/>
              <a:gd name="connsiteX7-161" fmla="*/ 6789914 w 12192000"/>
              <a:gd name="connsiteY7-162" fmla="*/ 82876 h 5381035"/>
              <a:gd name="connsiteX8-163" fmla="*/ 7259662 w 12192000"/>
              <a:gd name="connsiteY8-164" fmla="*/ 57321 h 5381035"/>
              <a:gd name="connsiteX9-165" fmla="*/ 10803922 w 12192000"/>
              <a:gd name="connsiteY9-166" fmla="*/ 0 h 5381035"/>
              <a:gd name="connsiteX10-167" fmla="*/ 12192000 w 12192000"/>
              <a:gd name="connsiteY10-168" fmla="*/ 0 h 5381035"/>
              <a:gd name="connsiteX11-169" fmla="*/ 12192000 w 12192000"/>
              <a:gd name="connsiteY11-170" fmla="*/ 1322246 h 5381035"/>
              <a:gd name="connsiteX12-171" fmla="*/ 10969953 w 12192000"/>
              <a:gd name="connsiteY12-172" fmla="*/ 120266 h 5381035"/>
              <a:gd name="connsiteX13-173" fmla="*/ 10803922 w 12192000"/>
              <a:gd name="connsiteY13-174" fmla="*/ 0 h 5381035"/>
              <a:gd name="connsiteX0-175" fmla="*/ 7259662 w 12192000"/>
              <a:gd name="connsiteY0-176" fmla="*/ 57321 h 5381035"/>
              <a:gd name="connsiteX1-177" fmla="*/ 12192000 w 12192000"/>
              <a:gd name="connsiteY1-178" fmla="*/ 3668162 h 5381035"/>
              <a:gd name="connsiteX2-179" fmla="*/ 12192000 w 12192000"/>
              <a:gd name="connsiteY2-180" fmla="*/ 5381035 h 5381035"/>
              <a:gd name="connsiteX3-181" fmla="*/ 0 w 12192000"/>
              <a:gd name="connsiteY3-182" fmla="*/ 5381035 h 5381035"/>
              <a:gd name="connsiteX4-183" fmla="*/ 0 w 12192000"/>
              <a:gd name="connsiteY4-184" fmla="*/ 4393412 h 5381035"/>
              <a:gd name="connsiteX5-185" fmla="*/ 4798 w 12192000"/>
              <a:gd name="connsiteY5-186" fmla="*/ 4668077 h 5381035"/>
              <a:gd name="connsiteX6-187" fmla="*/ 3480102 w 12192000"/>
              <a:gd name="connsiteY6-188" fmla="*/ 3079813 h 5381035"/>
              <a:gd name="connsiteX7-189" fmla="*/ 6789914 w 12192000"/>
              <a:gd name="connsiteY7-190" fmla="*/ 82876 h 5381035"/>
              <a:gd name="connsiteX8-191" fmla="*/ 7259662 w 12192000"/>
              <a:gd name="connsiteY8-192" fmla="*/ 57321 h 5381035"/>
              <a:gd name="connsiteX9-193" fmla="*/ 10803922 w 12192000"/>
              <a:gd name="connsiteY9-194" fmla="*/ 0 h 5381035"/>
              <a:gd name="connsiteX10-195" fmla="*/ 12192000 w 12192000"/>
              <a:gd name="connsiteY10-196" fmla="*/ 1322246 h 5381035"/>
              <a:gd name="connsiteX11-197" fmla="*/ 10969953 w 12192000"/>
              <a:gd name="connsiteY11-198" fmla="*/ 120266 h 5381035"/>
              <a:gd name="connsiteX12-199" fmla="*/ 10803922 w 12192000"/>
              <a:gd name="connsiteY12-200" fmla="*/ 0 h 5381035"/>
              <a:gd name="connsiteX0-201" fmla="*/ 7259662 w 12192000"/>
              <a:gd name="connsiteY0-202" fmla="*/ 2583 h 5326297"/>
              <a:gd name="connsiteX1-203" fmla="*/ 12192000 w 12192000"/>
              <a:gd name="connsiteY1-204" fmla="*/ 3613424 h 5326297"/>
              <a:gd name="connsiteX2-205" fmla="*/ 12192000 w 12192000"/>
              <a:gd name="connsiteY2-206" fmla="*/ 5326297 h 5326297"/>
              <a:gd name="connsiteX3-207" fmla="*/ 0 w 12192000"/>
              <a:gd name="connsiteY3-208" fmla="*/ 5326297 h 5326297"/>
              <a:gd name="connsiteX4-209" fmla="*/ 0 w 12192000"/>
              <a:gd name="connsiteY4-210" fmla="*/ 4338674 h 5326297"/>
              <a:gd name="connsiteX5-211" fmla="*/ 4798 w 12192000"/>
              <a:gd name="connsiteY5-212" fmla="*/ 4613339 h 5326297"/>
              <a:gd name="connsiteX6-213" fmla="*/ 3480102 w 12192000"/>
              <a:gd name="connsiteY6-214" fmla="*/ 3025075 h 5326297"/>
              <a:gd name="connsiteX7-215" fmla="*/ 6789914 w 12192000"/>
              <a:gd name="connsiteY7-216" fmla="*/ 28138 h 5326297"/>
              <a:gd name="connsiteX8-217" fmla="*/ 7259662 w 12192000"/>
              <a:gd name="connsiteY8-218" fmla="*/ 2583 h 5326297"/>
              <a:gd name="connsiteX9-219" fmla="*/ 10969953 w 12192000"/>
              <a:gd name="connsiteY9-220" fmla="*/ 65528 h 5326297"/>
              <a:gd name="connsiteX10-221" fmla="*/ 12192000 w 12192000"/>
              <a:gd name="connsiteY10-222" fmla="*/ 1267508 h 5326297"/>
              <a:gd name="connsiteX11-223" fmla="*/ 10969953 w 12192000"/>
              <a:gd name="connsiteY11-224" fmla="*/ 65528 h 5326297"/>
              <a:gd name="connsiteX0-225" fmla="*/ 7259662 w 12192000"/>
              <a:gd name="connsiteY0-226" fmla="*/ 2583 h 5326297"/>
              <a:gd name="connsiteX1-227" fmla="*/ 12192000 w 12192000"/>
              <a:gd name="connsiteY1-228" fmla="*/ 3613424 h 5326297"/>
              <a:gd name="connsiteX2-229" fmla="*/ 12192000 w 12192000"/>
              <a:gd name="connsiteY2-230" fmla="*/ 5326297 h 5326297"/>
              <a:gd name="connsiteX3-231" fmla="*/ 0 w 12192000"/>
              <a:gd name="connsiteY3-232" fmla="*/ 5326297 h 5326297"/>
              <a:gd name="connsiteX4-233" fmla="*/ 0 w 12192000"/>
              <a:gd name="connsiteY4-234" fmla="*/ 4338674 h 5326297"/>
              <a:gd name="connsiteX5-235" fmla="*/ 4798 w 12192000"/>
              <a:gd name="connsiteY5-236" fmla="*/ 4613339 h 5326297"/>
              <a:gd name="connsiteX6-237" fmla="*/ 3480102 w 12192000"/>
              <a:gd name="connsiteY6-238" fmla="*/ 3025075 h 5326297"/>
              <a:gd name="connsiteX7-239" fmla="*/ 6789914 w 12192000"/>
              <a:gd name="connsiteY7-240" fmla="*/ 28138 h 5326297"/>
              <a:gd name="connsiteX8-241" fmla="*/ 7259662 w 12192000"/>
              <a:gd name="connsiteY8-242" fmla="*/ 2583 h 532629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2192000" h="5326297">
                <a:moveTo>
                  <a:pt x="7259662" y="2583"/>
                </a:moveTo>
                <a:cubicBezTo>
                  <a:pt x="9625834" y="111255"/>
                  <a:pt x="12192000" y="3613424"/>
                  <a:pt x="12192000" y="3613424"/>
                </a:cubicBezTo>
                <a:lnTo>
                  <a:pt x="12192000" y="5326297"/>
                </a:lnTo>
                <a:lnTo>
                  <a:pt x="0" y="5326297"/>
                </a:lnTo>
                <a:lnTo>
                  <a:pt x="0" y="4338674"/>
                </a:lnTo>
                <a:cubicBezTo>
                  <a:pt x="1599" y="4430229"/>
                  <a:pt x="3199" y="4521784"/>
                  <a:pt x="4798" y="4613339"/>
                </a:cubicBezTo>
                <a:cubicBezTo>
                  <a:pt x="4798" y="4613339"/>
                  <a:pt x="1766092" y="5316740"/>
                  <a:pt x="3480102" y="3025075"/>
                </a:cubicBezTo>
                <a:cubicBezTo>
                  <a:pt x="5194112" y="732474"/>
                  <a:pt x="5876761" y="174992"/>
                  <a:pt x="6789914" y="28138"/>
                </a:cubicBezTo>
                <a:cubicBezTo>
                  <a:pt x="6945061" y="3175"/>
                  <a:pt x="7101917" y="-4662"/>
                  <a:pt x="7259662" y="2583"/>
                </a:cubicBezTo>
                <a:close/>
              </a:path>
            </a:pathLst>
          </a:custGeom>
          <a:blipFill>
            <a:blip r:embed="rId2">
              <a:duotone>
                <a:schemeClr val="accent2">
                  <a:shade val="45000"/>
                  <a:satMod val="135000"/>
                </a:schemeClr>
                <a:prstClr val="white"/>
              </a:duotone>
            </a:blip>
            <a:srcRect/>
            <a:stretch>
              <a:fillRect t="-28757" b="-15909"/>
            </a:stretch>
          </a:blipFill>
          <a:ln>
            <a:noFill/>
          </a:ln>
        </p:spPr>
        <p:txBody>
          <a:bodyPr vert="horz" wrap="square" lIns="91440" tIns="45720" rIns="91440" bIns="45720" numCol="1" anchor="t" anchorCtr="0" compatLnSpc="1">
            <a:noAutofit/>
          </a:bodyPr>
          <a:lstStyle/>
          <a:p>
            <a:endParaRPr lang="zh-CN" altLang="en-US"/>
          </a:p>
        </p:txBody>
      </p:sp>
      <p:sp>
        <p:nvSpPr>
          <p:cNvPr id="10" name="任意多边形: 形状 9"/>
          <p:cNvSpPr>
            <a:spLocks noChangeArrowheads="1"/>
          </p:cNvSpPr>
          <p:nvPr userDrawn="1"/>
        </p:nvSpPr>
        <p:spPr bwMode="auto">
          <a:xfrm>
            <a:off x="-794" y="1531703"/>
            <a:ext cx="12192000" cy="5326297"/>
          </a:xfrm>
          <a:custGeom>
            <a:avLst/>
            <a:gdLst>
              <a:gd name="connsiteX0" fmla="*/ 7259662 w 12192000"/>
              <a:gd name="connsiteY0" fmla="*/ 57321 h 5381035"/>
              <a:gd name="connsiteX1" fmla="*/ 12192000 w 12192000"/>
              <a:gd name="connsiteY1" fmla="*/ 3668162 h 5381035"/>
              <a:gd name="connsiteX2" fmla="*/ 12192000 w 12192000"/>
              <a:gd name="connsiteY2" fmla="*/ 5381035 h 5381035"/>
              <a:gd name="connsiteX3" fmla="*/ 0 w 12192000"/>
              <a:gd name="connsiteY3" fmla="*/ 5381035 h 5381035"/>
              <a:gd name="connsiteX4" fmla="*/ 0 w 12192000"/>
              <a:gd name="connsiteY4" fmla="*/ 4393412 h 5381035"/>
              <a:gd name="connsiteX5" fmla="*/ 4798 w 12192000"/>
              <a:gd name="connsiteY5" fmla="*/ 4668077 h 5381035"/>
              <a:gd name="connsiteX6" fmla="*/ 3480102 w 12192000"/>
              <a:gd name="connsiteY6" fmla="*/ 3079813 h 5381035"/>
              <a:gd name="connsiteX7" fmla="*/ 6789914 w 12192000"/>
              <a:gd name="connsiteY7" fmla="*/ 82876 h 5381035"/>
              <a:gd name="connsiteX8" fmla="*/ 7259662 w 12192000"/>
              <a:gd name="connsiteY8" fmla="*/ 57321 h 5381035"/>
              <a:gd name="connsiteX9" fmla="*/ 10803922 w 12192000"/>
              <a:gd name="connsiteY9" fmla="*/ 0 h 5381035"/>
              <a:gd name="connsiteX10" fmla="*/ 12192000 w 12192000"/>
              <a:gd name="connsiteY10" fmla="*/ 0 h 5381035"/>
              <a:gd name="connsiteX11" fmla="*/ 12192000 w 12192000"/>
              <a:gd name="connsiteY11" fmla="*/ 1322246 h 5381035"/>
              <a:gd name="connsiteX12" fmla="*/ 10969953 w 12192000"/>
              <a:gd name="connsiteY12" fmla="*/ 120266 h 5381035"/>
              <a:gd name="connsiteX13" fmla="*/ 0 w 12192000"/>
              <a:gd name="connsiteY13" fmla="*/ 0 h 5381035"/>
              <a:gd name="connsiteX14" fmla="*/ 4032282 w 12192000"/>
              <a:gd name="connsiteY14" fmla="*/ 0 h 5381035"/>
              <a:gd name="connsiteX15" fmla="*/ 3968734 w 12192000"/>
              <a:gd name="connsiteY15" fmla="*/ 60350 h 5381035"/>
              <a:gd name="connsiteX16" fmla="*/ 2309846 w 12192000"/>
              <a:gd name="connsiteY16" fmla="*/ 2073351 h 5381035"/>
              <a:gd name="connsiteX17" fmla="*/ 26916 w 12192000"/>
              <a:gd name="connsiteY17" fmla="*/ 3331235 h 5381035"/>
              <a:gd name="connsiteX18" fmla="*/ 0 w 12192000"/>
              <a:gd name="connsiteY18" fmla="*/ 3321905 h 5381035"/>
              <a:gd name="connsiteX0-1" fmla="*/ 7259662 w 12192000"/>
              <a:gd name="connsiteY0-2" fmla="*/ 57321 h 5381035"/>
              <a:gd name="connsiteX1-3" fmla="*/ 12192000 w 12192000"/>
              <a:gd name="connsiteY1-4" fmla="*/ 3668162 h 5381035"/>
              <a:gd name="connsiteX2-5" fmla="*/ 12192000 w 12192000"/>
              <a:gd name="connsiteY2-6" fmla="*/ 5381035 h 5381035"/>
              <a:gd name="connsiteX3-7" fmla="*/ 0 w 12192000"/>
              <a:gd name="connsiteY3-8" fmla="*/ 5381035 h 5381035"/>
              <a:gd name="connsiteX4-9" fmla="*/ 0 w 12192000"/>
              <a:gd name="connsiteY4-10" fmla="*/ 4393412 h 5381035"/>
              <a:gd name="connsiteX5-11" fmla="*/ 4798 w 12192000"/>
              <a:gd name="connsiteY5-12" fmla="*/ 4668077 h 5381035"/>
              <a:gd name="connsiteX6-13" fmla="*/ 3480102 w 12192000"/>
              <a:gd name="connsiteY6-14" fmla="*/ 3079813 h 5381035"/>
              <a:gd name="connsiteX7-15" fmla="*/ 6789914 w 12192000"/>
              <a:gd name="connsiteY7-16" fmla="*/ 82876 h 5381035"/>
              <a:gd name="connsiteX8-17" fmla="*/ 7259662 w 12192000"/>
              <a:gd name="connsiteY8-18" fmla="*/ 57321 h 5381035"/>
              <a:gd name="connsiteX9-19" fmla="*/ 10803922 w 12192000"/>
              <a:gd name="connsiteY9-20" fmla="*/ 0 h 5381035"/>
              <a:gd name="connsiteX10-21" fmla="*/ 12192000 w 12192000"/>
              <a:gd name="connsiteY10-22" fmla="*/ 0 h 5381035"/>
              <a:gd name="connsiteX11-23" fmla="*/ 12192000 w 12192000"/>
              <a:gd name="connsiteY11-24" fmla="*/ 1322246 h 5381035"/>
              <a:gd name="connsiteX12-25" fmla="*/ 10969953 w 12192000"/>
              <a:gd name="connsiteY12-26" fmla="*/ 120266 h 5381035"/>
              <a:gd name="connsiteX13-27" fmla="*/ 10803922 w 12192000"/>
              <a:gd name="connsiteY13-28" fmla="*/ 0 h 5381035"/>
              <a:gd name="connsiteX14-29" fmla="*/ 0 w 12192000"/>
              <a:gd name="connsiteY14-30" fmla="*/ 3321905 h 5381035"/>
              <a:gd name="connsiteX15-31" fmla="*/ 4032282 w 12192000"/>
              <a:gd name="connsiteY15-32" fmla="*/ 0 h 5381035"/>
              <a:gd name="connsiteX16-33" fmla="*/ 3968734 w 12192000"/>
              <a:gd name="connsiteY16-34" fmla="*/ 60350 h 5381035"/>
              <a:gd name="connsiteX17-35" fmla="*/ 2309846 w 12192000"/>
              <a:gd name="connsiteY17-36" fmla="*/ 2073351 h 5381035"/>
              <a:gd name="connsiteX18-37" fmla="*/ 26916 w 12192000"/>
              <a:gd name="connsiteY18-38" fmla="*/ 3331235 h 5381035"/>
              <a:gd name="connsiteX19" fmla="*/ 0 w 12192000"/>
              <a:gd name="connsiteY19" fmla="*/ 3321905 h 5381035"/>
              <a:gd name="connsiteX0-39" fmla="*/ 7259662 w 12192000"/>
              <a:gd name="connsiteY0-40" fmla="*/ 57321 h 5381035"/>
              <a:gd name="connsiteX1-41" fmla="*/ 12192000 w 12192000"/>
              <a:gd name="connsiteY1-42" fmla="*/ 3668162 h 5381035"/>
              <a:gd name="connsiteX2-43" fmla="*/ 12192000 w 12192000"/>
              <a:gd name="connsiteY2-44" fmla="*/ 5381035 h 5381035"/>
              <a:gd name="connsiteX3-45" fmla="*/ 0 w 12192000"/>
              <a:gd name="connsiteY3-46" fmla="*/ 5381035 h 5381035"/>
              <a:gd name="connsiteX4-47" fmla="*/ 0 w 12192000"/>
              <a:gd name="connsiteY4-48" fmla="*/ 4393412 h 5381035"/>
              <a:gd name="connsiteX5-49" fmla="*/ 4798 w 12192000"/>
              <a:gd name="connsiteY5-50" fmla="*/ 4668077 h 5381035"/>
              <a:gd name="connsiteX6-51" fmla="*/ 3480102 w 12192000"/>
              <a:gd name="connsiteY6-52" fmla="*/ 3079813 h 5381035"/>
              <a:gd name="connsiteX7-53" fmla="*/ 6789914 w 12192000"/>
              <a:gd name="connsiteY7-54" fmla="*/ 82876 h 5381035"/>
              <a:gd name="connsiteX8-55" fmla="*/ 7259662 w 12192000"/>
              <a:gd name="connsiteY8-56" fmla="*/ 57321 h 5381035"/>
              <a:gd name="connsiteX9-57" fmla="*/ 10803922 w 12192000"/>
              <a:gd name="connsiteY9-58" fmla="*/ 0 h 5381035"/>
              <a:gd name="connsiteX10-59" fmla="*/ 12192000 w 12192000"/>
              <a:gd name="connsiteY10-60" fmla="*/ 0 h 5381035"/>
              <a:gd name="connsiteX11-61" fmla="*/ 12192000 w 12192000"/>
              <a:gd name="connsiteY11-62" fmla="*/ 1322246 h 5381035"/>
              <a:gd name="connsiteX12-63" fmla="*/ 10969953 w 12192000"/>
              <a:gd name="connsiteY12-64" fmla="*/ 120266 h 5381035"/>
              <a:gd name="connsiteX13-65" fmla="*/ 10803922 w 12192000"/>
              <a:gd name="connsiteY13-66" fmla="*/ 0 h 5381035"/>
              <a:gd name="connsiteX14-67" fmla="*/ 0 w 12192000"/>
              <a:gd name="connsiteY14-68" fmla="*/ 3321905 h 5381035"/>
              <a:gd name="connsiteX15-69" fmla="*/ 4032282 w 12192000"/>
              <a:gd name="connsiteY15-70" fmla="*/ 0 h 5381035"/>
              <a:gd name="connsiteX16-71" fmla="*/ 2309846 w 12192000"/>
              <a:gd name="connsiteY16-72" fmla="*/ 2073351 h 5381035"/>
              <a:gd name="connsiteX17-73" fmla="*/ 26916 w 12192000"/>
              <a:gd name="connsiteY17-74" fmla="*/ 3331235 h 5381035"/>
              <a:gd name="connsiteX18-75" fmla="*/ 0 w 12192000"/>
              <a:gd name="connsiteY18-76" fmla="*/ 3321905 h 5381035"/>
              <a:gd name="connsiteX0-77" fmla="*/ 7259662 w 12192000"/>
              <a:gd name="connsiteY0-78" fmla="*/ 57321 h 5381035"/>
              <a:gd name="connsiteX1-79" fmla="*/ 12192000 w 12192000"/>
              <a:gd name="connsiteY1-80" fmla="*/ 3668162 h 5381035"/>
              <a:gd name="connsiteX2-81" fmla="*/ 12192000 w 12192000"/>
              <a:gd name="connsiteY2-82" fmla="*/ 5381035 h 5381035"/>
              <a:gd name="connsiteX3-83" fmla="*/ 0 w 12192000"/>
              <a:gd name="connsiteY3-84" fmla="*/ 5381035 h 5381035"/>
              <a:gd name="connsiteX4-85" fmla="*/ 0 w 12192000"/>
              <a:gd name="connsiteY4-86" fmla="*/ 4393412 h 5381035"/>
              <a:gd name="connsiteX5-87" fmla="*/ 4798 w 12192000"/>
              <a:gd name="connsiteY5-88" fmla="*/ 4668077 h 5381035"/>
              <a:gd name="connsiteX6-89" fmla="*/ 3480102 w 12192000"/>
              <a:gd name="connsiteY6-90" fmla="*/ 3079813 h 5381035"/>
              <a:gd name="connsiteX7-91" fmla="*/ 6789914 w 12192000"/>
              <a:gd name="connsiteY7-92" fmla="*/ 82876 h 5381035"/>
              <a:gd name="connsiteX8-93" fmla="*/ 7259662 w 12192000"/>
              <a:gd name="connsiteY8-94" fmla="*/ 57321 h 5381035"/>
              <a:gd name="connsiteX9-95" fmla="*/ 10803922 w 12192000"/>
              <a:gd name="connsiteY9-96" fmla="*/ 0 h 5381035"/>
              <a:gd name="connsiteX10-97" fmla="*/ 12192000 w 12192000"/>
              <a:gd name="connsiteY10-98" fmla="*/ 0 h 5381035"/>
              <a:gd name="connsiteX11-99" fmla="*/ 12192000 w 12192000"/>
              <a:gd name="connsiteY11-100" fmla="*/ 1322246 h 5381035"/>
              <a:gd name="connsiteX12-101" fmla="*/ 10969953 w 12192000"/>
              <a:gd name="connsiteY12-102" fmla="*/ 120266 h 5381035"/>
              <a:gd name="connsiteX13-103" fmla="*/ 10803922 w 12192000"/>
              <a:gd name="connsiteY13-104" fmla="*/ 0 h 5381035"/>
              <a:gd name="connsiteX14-105" fmla="*/ 0 w 12192000"/>
              <a:gd name="connsiteY14-106" fmla="*/ 3321905 h 5381035"/>
              <a:gd name="connsiteX15-107" fmla="*/ 2309846 w 12192000"/>
              <a:gd name="connsiteY15-108" fmla="*/ 2073351 h 5381035"/>
              <a:gd name="connsiteX16-109" fmla="*/ 26916 w 12192000"/>
              <a:gd name="connsiteY16-110" fmla="*/ 3331235 h 5381035"/>
              <a:gd name="connsiteX17-111" fmla="*/ 0 w 12192000"/>
              <a:gd name="connsiteY17-112" fmla="*/ 3321905 h 5381035"/>
              <a:gd name="connsiteX0-113" fmla="*/ 7259662 w 12192000"/>
              <a:gd name="connsiteY0-114" fmla="*/ 57321 h 5381035"/>
              <a:gd name="connsiteX1-115" fmla="*/ 12192000 w 12192000"/>
              <a:gd name="connsiteY1-116" fmla="*/ 3668162 h 5381035"/>
              <a:gd name="connsiteX2-117" fmla="*/ 12192000 w 12192000"/>
              <a:gd name="connsiteY2-118" fmla="*/ 5381035 h 5381035"/>
              <a:gd name="connsiteX3-119" fmla="*/ 0 w 12192000"/>
              <a:gd name="connsiteY3-120" fmla="*/ 5381035 h 5381035"/>
              <a:gd name="connsiteX4-121" fmla="*/ 0 w 12192000"/>
              <a:gd name="connsiteY4-122" fmla="*/ 4393412 h 5381035"/>
              <a:gd name="connsiteX5-123" fmla="*/ 4798 w 12192000"/>
              <a:gd name="connsiteY5-124" fmla="*/ 4668077 h 5381035"/>
              <a:gd name="connsiteX6-125" fmla="*/ 3480102 w 12192000"/>
              <a:gd name="connsiteY6-126" fmla="*/ 3079813 h 5381035"/>
              <a:gd name="connsiteX7-127" fmla="*/ 6789914 w 12192000"/>
              <a:gd name="connsiteY7-128" fmla="*/ 82876 h 5381035"/>
              <a:gd name="connsiteX8-129" fmla="*/ 7259662 w 12192000"/>
              <a:gd name="connsiteY8-130" fmla="*/ 57321 h 5381035"/>
              <a:gd name="connsiteX9-131" fmla="*/ 10803922 w 12192000"/>
              <a:gd name="connsiteY9-132" fmla="*/ 0 h 5381035"/>
              <a:gd name="connsiteX10-133" fmla="*/ 12192000 w 12192000"/>
              <a:gd name="connsiteY10-134" fmla="*/ 0 h 5381035"/>
              <a:gd name="connsiteX11-135" fmla="*/ 12192000 w 12192000"/>
              <a:gd name="connsiteY11-136" fmla="*/ 1322246 h 5381035"/>
              <a:gd name="connsiteX12-137" fmla="*/ 10969953 w 12192000"/>
              <a:gd name="connsiteY12-138" fmla="*/ 120266 h 5381035"/>
              <a:gd name="connsiteX13-139" fmla="*/ 10803922 w 12192000"/>
              <a:gd name="connsiteY13-140" fmla="*/ 0 h 5381035"/>
              <a:gd name="connsiteX14-141" fmla="*/ 26916 w 12192000"/>
              <a:gd name="connsiteY14-142" fmla="*/ 3331235 h 5381035"/>
              <a:gd name="connsiteX15-143" fmla="*/ 2309846 w 12192000"/>
              <a:gd name="connsiteY15-144" fmla="*/ 2073351 h 5381035"/>
              <a:gd name="connsiteX16-145" fmla="*/ 26916 w 12192000"/>
              <a:gd name="connsiteY16-146" fmla="*/ 3331235 h 5381035"/>
              <a:gd name="connsiteX0-147" fmla="*/ 7259662 w 12192000"/>
              <a:gd name="connsiteY0-148" fmla="*/ 57321 h 5381035"/>
              <a:gd name="connsiteX1-149" fmla="*/ 12192000 w 12192000"/>
              <a:gd name="connsiteY1-150" fmla="*/ 3668162 h 5381035"/>
              <a:gd name="connsiteX2-151" fmla="*/ 12192000 w 12192000"/>
              <a:gd name="connsiteY2-152" fmla="*/ 5381035 h 5381035"/>
              <a:gd name="connsiteX3-153" fmla="*/ 0 w 12192000"/>
              <a:gd name="connsiteY3-154" fmla="*/ 5381035 h 5381035"/>
              <a:gd name="connsiteX4-155" fmla="*/ 0 w 12192000"/>
              <a:gd name="connsiteY4-156" fmla="*/ 4393412 h 5381035"/>
              <a:gd name="connsiteX5-157" fmla="*/ 4798 w 12192000"/>
              <a:gd name="connsiteY5-158" fmla="*/ 4668077 h 5381035"/>
              <a:gd name="connsiteX6-159" fmla="*/ 3480102 w 12192000"/>
              <a:gd name="connsiteY6-160" fmla="*/ 3079813 h 5381035"/>
              <a:gd name="connsiteX7-161" fmla="*/ 6789914 w 12192000"/>
              <a:gd name="connsiteY7-162" fmla="*/ 82876 h 5381035"/>
              <a:gd name="connsiteX8-163" fmla="*/ 7259662 w 12192000"/>
              <a:gd name="connsiteY8-164" fmla="*/ 57321 h 5381035"/>
              <a:gd name="connsiteX9-165" fmla="*/ 10803922 w 12192000"/>
              <a:gd name="connsiteY9-166" fmla="*/ 0 h 5381035"/>
              <a:gd name="connsiteX10-167" fmla="*/ 12192000 w 12192000"/>
              <a:gd name="connsiteY10-168" fmla="*/ 0 h 5381035"/>
              <a:gd name="connsiteX11-169" fmla="*/ 12192000 w 12192000"/>
              <a:gd name="connsiteY11-170" fmla="*/ 1322246 h 5381035"/>
              <a:gd name="connsiteX12-171" fmla="*/ 10969953 w 12192000"/>
              <a:gd name="connsiteY12-172" fmla="*/ 120266 h 5381035"/>
              <a:gd name="connsiteX13-173" fmla="*/ 10803922 w 12192000"/>
              <a:gd name="connsiteY13-174" fmla="*/ 0 h 5381035"/>
              <a:gd name="connsiteX0-175" fmla="*/ 7259662 w 12192000"/>
              <a:gd name="connsiteY0-176" fmla="*/ 57321 h 5381035"/>
              <a:gd name="connsiteX1-177" fmla="*/ 12192000 w 12192000"/>
              <a:gd name="connsiteY1-178" fmla="*/ 3668162 h 5381035"/>
              <a:gd name="connsiteX2-179" fmla="*/ 12192000 w 12192000"/>
              <a:gd name="connsiteY2-180" fmla="*/ 5381035 h 5381035"/>
              <a:gd name="connsiteX3-181" fmla="*/ 0 w 12192000"/>
              <a:gd name="connsiteY3-182" fmla="*/ 5381035 h 5381035"/>
              <a:gd name="connsiteX4-183" fmla="*/ 0 w 12192000"/>
              <a:gd name="connsiteY4-184" fmla="*/ 4393412 h 5381035"/>
              <a:gd name="connsiteX5-185" fmla="*/ 4798 w 12192000"/>
              <a:gd name="connsiteY5-186" fmla="*/ 4668077 h 5381035"/>
              <a:gd name="connsiteX6-187" fmla="*/ 3480102 w 12192000"/>
              <a:gd name="connsiteY6-188" fmla="*/ 3079813 h 5381035"/>
              <a:gd name="connsiteX7-189" fmla="*/ 6789914 w 12192000"/>
              <a:gd name="connsiteY7-190" fmla="*/ 82876 h 5381035"/>
              <a:gd name="connsiteX8-191" fmla="*/ 7259662 w 12192000"/>
              <a:gd name="connsiteY8-192" fmla="*/ 57321 h 5381035"/>
              <a:gd name="connsiteX9-193" fmla="*/ 10803922 w 12192000"/>
              <a:gd name="connsiteY9-194" fmla="*/ 0 h 5381035"/>
              <a:gd name="connsiteX10-195" fmla="*/ 12192000 w 12192000"/>
              <a:gd name="connsiteY10-196" fmla="*/ 1322246 h 5381035"/>
              <a:gd name="connsiteX11-197" fmla="*/ 10969953 w 12192000"/>
              <a:gd name="connsiteY11-198" fmla="*/ 120266 h 5381035"/>
              <a:gd name="connsiteX12-199" fmla="*/ 10803922 w 12192000"/>
              <a:gd name="connsiteY12-200" fmla="*/ 0 h 5381035"/>
              <a:gd name="connsiteX0-201" fmla="*/ 7259662 w 12192000"/>
              <a:gd name="connsiteY0-202" fmla="*/ 2583 h 5326297"/>
              <a:gd name="connsiteX1-203" fmla="*/ 12192000 w 12192000"/>
              <a:gd name="connsiteY1-204" fmla="*/ 3613424 h 5326297"/>
              <a:gd name="connsiteX2-205" fmla="*/ 12192000 w 12192000"/>
              <a:gd name="connsiteY2-206" fmla="*/ 5326297 h 5326297"/>
              <a:gd name="connsiteX3-207" fmla="*/ 0 w 12192000"/>
              <a:gd name="connsiteY3-208" fmla="*/ 5326297 h 5326297"/>
              <a:gd name="connsiteX4-209" fmla="*/ 0 w 12192000"/>
              <a:gd name="connsiteY4-210" fmla="*/ 4338674 h 5326297"/>
              <a:gd name="connsiteX5-211" fmla="*/ 4798 w 12192000"/>
              <a:gd name="connsiteY5-212" fmla="*/ 4613339 h 5326297"/>
              <a:gd name="connsiteX6-213" fmla="*/ 3480102 w 12192000"/>
              <a:gd name="connsiteY6-214" fmla="*/ 3025075 h 5326297"/>
              <a:gd name="connsiteX7-215" fmla="*/ 6789914 w 12192000"/>
              <a:gd name="connsiteY7-216" fmla="*/ 28138 h 5326297"/>
              <a:gd name="connsiteX8-217" fmla="*/ 7259662 w 12192000"/>
              <a:gd name="connsiteY8-218" fmla="*/ 2583 h 5326297"/>
              <a:gd name="connsiteX9-219" fmla="*/ 10969953 w 12192000"/>
              <a:gd name="connsiteY9-220" fmla="*/ 65528 h 5326297"/>
              <a:gd name="connsiteX10-221" fmla="*/ 12192000 w 12192000"/>
              <a:gd name="connsiteY10-222" fmla="*/ 1267508 h 5326297"/>
              <a:gd name="connsiteX11-223" fmla="*/ 10969953 w 12192000"/>
              <a:gd name="connsiteY11-224" fmla="*/ 65528 h 5326297"/>
              <a:gd name="connsiteX0-225" fmla="*/ 7259662 w 12192000"/>
              <a:gd name="connsiteY0-226" fmla="*/ 2583 h 5326297"/>
              <a:gd name="connsiteX1-227" fmla="*/ 12192000 w 12192000"/>
              <a:gd name="connsiteY1-228" fmla="*/ 3613424 h 5326297"/>
              <a:gd name="connsiteX2-229" fmla="*/ 12192000 w 12192000"/>
              <a:gd name="connsiteY2-230" fmla="*/ 5326297 h 5326297"/>
              <a:gd name="connsiteX3-231" fmla="*/ 0 w 12192000"/>
              <a:gd name="connsiteY3-232" fmla="*/ 5326297 h 5326297"/>
              <a:gd name="connsiteX4-233" fmla="*/ 0 w 12192000"/>
              <a:gd name="connsiteY4-234" fmla="*/ 4338674 h 5326297"/>
              <a:gd name="connsiteX5-235" fmla="*/ 4798 w 12192000"/>
              <a:gd name="connsiteY5-236" fmla="*/ 4613339 h 5326297"/>
              <a:gd name="connsiteX6-237" fmla="*/ 3480102 w 12192000"/>
              <a:gd name="connsiteY6-238" fmla="*/ 3025075 h 5326297"/>
              <a:gd name="connsiteX7-239" fmla="*/ 6789914 w 12192000"/>
              <a:gd name="connsiteY7-240" fmla="*/ 28138 h 5326297"/>
              <a:gd name="connsiteX8-241" fmla="*/ 7259662 w 12192000"/>
              <a:gd name="connsiteY8-242" fmla="*/ 2583 h 532629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2192000" h="5326297">
                <a:moveTo>
                  <a:pt x="7259662" y="2583"/>
                </a:moveTo>
                <a:cubicBezTo>
                  <a:pt x="9625834" y="111255"/>
                  <a:pt x="12192000" y="3613424"/>
                  <a:pt x="12192000" y="3613424"/>
                </a:cubicBezTo>
                <a:lnTo>
                  <a:pt x="12192000" y="5326297"/>
                </a:lnTo>
                <a:lnTo>
                  <a:pt x="0" y="5326297"/>
                </a:lnTo>
                <a:lnTo>
                  <a:pt x="0" y="4338674"/>
                </a:lnTo>
                <a:cubicBezTo>
                  <a:pt x="1599" y="4430229"/>
                  <a:pt x="3199" y="4521784"/>
                  <a:pt x="4798" y="4613339"/>
                </a:cubicBezTo>
                <a:cubicBezTo>
                  <a:pt x="4798" y="4613339"/>
                  <a:pt x="1766092" y="5316740"/>
                  <a:pt x="3480102" y="3025075"/>
                </a:cubicBezTo>
                <a:cubicBezTo>
                  <a:pt x="5194112" y="732474"/>
                  <a:pt x="5876761" y="174992"/>
                  <a:pt x="6789914" y="28138"/>
                </a:cubicBezTo>
                <a:cubicBezTo>
                  <a:pt x="6945061" y="3175"/>
                  <a:pt x="7101917" y="-4662"/>
                  <a:pt x="7259662" y="2583"/>
                </a:cubicBezTo>
                <a:close/>
              </a:path>
            </a:pathLst>
          </a:custGeom>
          <a:solidFill>
            <a:srgbClr val="FFC000">
              <a:alpha val="20000"/>
            </a:srgbClr>
          </a:solidFill>
          <a:ln>
            <a:noFill/>
          </a:ln>
        </p:spPr>
        <p:txBody>
          <a:bodyPr vert="horz" wrap="square" lIns="91440" tIns="45720" rIns="91440" bIns="45720" numCol="1" anchor="t" anchorCtr="0" compatLnSpc="1">
            <a:noAutofit/>
          </a:bodyPr>
          <a:lstStyle/>
          <a:p>
            <a:endParaRPr lang="zh-CN" altLang="en-US"/>
          </a:p>
        </p:txBody>
      </p:sp>
      <p:sp>
        <p:nvSpPr>
          <p:cNvPr id="13" name="标题 1"/>
          <p:cNvSpPr>
            <a:spLocks noGrp="1"/>
          </p:cNvSpPr>
          <p:nvPr userDrawn="1">
            <p:ph type="ctrTitle" hasCustomPrompt="1"/>
          </p:nvPr>
        </p:nvSpPr>
        <p:spPr>
          <a:xfrm>
            <a:off x="4034971" y="2163199"/>
            <a:ext cx="6536871" cy="2390427"/>
          </a:xfrm>
        </p:spPr>
        <p:txBody>
          <a:bodyPr anchor="b">
            <a:normAutofit/>
          </a:bodyPr>
          <a:lstStyle>
            <a:lvl1pPr marL="0" indent="0" algn="ctr">
              <a:buFont typeface="Arial" panose="020B0604020202020204" pitchFamily="34" charset="0"/>
              <a:buNone/>
              <a:defRPr sz="3200">
                <a:solidFill>
                  <a:schemeClr val="bg1"/>
                </a:solidFill>
              </a:defRPr>
            </a:lvl1pPr>
          </a:lstStyle>
          <a:p>
            <a:r>
              <a:rPr lang="en-US" altLang="zh-CN" dirty="0"/>
              <a:t>Conclusion</a:t>
            </a:r>
            <a:endParaRPr lang="zh-CN" altLang="en-US" dirty="0"/>
          </a:p>
        </p:txBody>
      </p:sp>
      <p:sp>
        <p:nvSpPr>
          <p:cNvPr id="15" name="文本占位符 62"/>
          <p:cNvSpPr>
            <a:spLocks noGrp="1"/>
          </p:cNvSpPr>
          <p:nvPr userDrawn="1">
            <p:ph type="body" sz="quarter" idx="18" hasCustomPrompt="1"/>
          </p:nvPr>
        </p:nvSpPr>
        <p:spPr>
          <a:xfrm>
            <a:off x="4034971" y="5238353"/>
            <a:ext cx="6536871" cy="310871"/>
          </a:xfrm>
        </p:spPr>
        <p:txBody>
          <a:bodyPr vert="horz" lIns="91440" tIns="45720" rIns="91440" bIns="45720" rtlCol="0">
            <a:normAutofit/>
          </a:bodyPr>
          <a:lstStyle>
            <a:lvl1pPr marL="0" indent="0" algn="ctr">
              <a:buNone/>
              <a:defRPr lang="zh-CN" altLang="en-US" sz="1500" smtClean="0">
                <a:solidFill>
                  <a:schemeClr val="bg1"/>
                </a:solidFill>
              </a:defRPr>
            </a:lvl1pPr>
            <a:lvl2pPr>
              <a:defRPr lang="zh-CN" altLang="en-US" sz="2000" smtClean="0"/>
            </a:lvl2pPr>
            <a:lvl3pPr>
              <a:defRPr lang="zh-CN" altLang="en-US" sz="1800" smtClean="0"/>
            </a:lvl3pPr>
            <a:lvl4pPr>
              <a:defRPr lang="zh-CN" altLang="en-US" sz="1600" smtClean="0"/>
            </a:lvl4pPr>
            <a:lvl5pPr>
              <a:defRPr lang="zh-CN" altLang="en-US" sz="1600"/>
            </a:lvl5pPr>
          </a:lstStyle>
          <a:p>
            <a:pPr marL="228600" marR="0" lvl="0" indent="-228600" fontAlgn="auto">
              <a:spcAft>
                <a:spcPts val="0"/>
              </a:spcAft>
              <a:buClrTx/>
              <a:buSzTx/>
            </a:pPr>
            <a:r>
              <a:rPr lang="en-US" altLang="zh-CN" dirty="0"/>
              <a:t>Data</a:t>
            </a:r>
          </a:p>
        </p:txBody>
      </p:sp>
      <p:sp>
        <p:nvSpPr>
          <p:cNvPr id="6" name="文本占位符 13"/>
          <p:cNvSpPr>
            <a:spLocks noGrp="1"/>
          </p:cNvSpPr>
          <p:nvPr>
            <p:ph type="body" sz="quarter" idx="10" hasCustomPrompt="1"/>
          </p:nvPr>
        </p:nvSpPr>
        <p:spPr>
          <a:xfrm>
            <a:off x="4034973" y="4942082"/>
            <a:ext cx="6536871" cy="296271"/>
          </a:xfrm>
        </p:spPr>
        <p:txBody>
          <a:bodyPr vert="horz" anchor="ctr">
            <a:noAutofit/>
          </a:bodyPr>
          <a:lstStyle>
            <a:lvl1pPr marL="0" indent="0" algn="ctr">
              <a:buNone/>
              <a:defRPr sz="1500"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dirty="0"/>
              <a:t>Signature</a:t>
            </a:r>
          </a:p>
        </p:txBody>
      </p:sp>
      <p:sp>
        <p:nvSpPr>
          <p:cNvPr id="11" name="任意多边形: 形状 10"/>
          <p:cNvSpPr/>
          <p:nvPr userDrawn="1"/>
        </p:nvSpPr>
        <p:spPr bwMode="auto">
          <a:xfrm>
            <a:off x="0" y="543509"/>
            <a:ext cx="12192000" cy="6167761"/>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78000">
                <a:srgbClr val="FFC000"/>
              </a:gs>
              <a:gs pos="11000">
                <a:schemeClr val="accent1"/>
              </a:gs>
            </a:gsLst>
            <a:lin ang="4800000" scaled="0"/>
            <a:tileRect/>
          </a:gradFill>
          <a:ln>
            <a:noFill/>
          </a:ln>
        </p:spPr>
        <p:txBody>
          <a:bodyPr vert="horz" wrap="square" lIns="91440" tIns="45720" rIns="91440" bIns="45720" numCol="1" anchor="t" anchorCtr="0" compatLnSpc="1">
            <a:noAutofit/>
          </a:bodyPr>
          <a:lstStyle/>
          <a:p>
            <a:endParaRPr lang="zh-CN" altLang="en-US" dirty="0">
              <a:gradFill>
                <a:gsLst>
                  <a:gs pos="100000">
                    <a:schemeClr val="accent3"/>
                  </a:gs>
                  <a:gs pos="0">
                    <a:schemeClr val="accent4"/>
                  </a:gs>
                </a:gsLst>
                <a:lin ang="13500000" scaled="1"/>
              </a:gradFill>
            </a:endParaRPr>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69924" y="1"/>
            <a:ext cx="10850563" cy="1028699"/>
          </a:xfrm>
          <a:prstGeom prst="rect">
            <a:avLst/>
          </a:prstGeom>
        </p:spPr>
        <p:txBody>
          <a:bodyPr vert="horz" lIns="91440" tIns="45720" rIns="91440" bIns="45720" rtlCol="0" anchor="b">
            <a:normAutofit/>
          </a:bodyPr>
          <a:lstStyle/>
          <a:p>
            <a:r>
              <a:rPr lang="en-US" altLang="zh-CN" dirty="0"/>
              <a:t>Click to edit Master title style</a:t>
            </a:r>
            <a:endParaRPr lang="zh-CN" altLang="en-US" dirty="0"/>
          </a:p>
        </p:txBody>
      </p:sp>
      <p:sp>
        <p:nvSpPr>
          <p:cNvPr id="3" name="文本占位符 2"/>
          <p:cNvSpPr>
            <a:spLocks noGrp="1"/>
          </p:cNvSpPr>
          <p:nvPr>
            <p:ph type="body" idx="1"/>
          </p:nvPr>
        </p:nvSpPr>
        <p:spPr>
          <a:xfrm>
            <a:off x="669924" y="1123950"/>
            <a:ext cx="10850563" cy="5019675"/>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zh-CN" altLang="en-US" dirty="0"/>
          </a:p>
        </p:txBody>
      </p:sp>
      <p:sp>
        <p:nvSpPr>
          <p:cNvPr id="8" name="日期占位符 3"/>
          <p:cNvSpPr>
            <a:spLocks noGrp="1"/>
          </p:cNvSpPr>
          <p:nvPr>
            <p:ph type="dt" sz="half" idx="2"/>
          </p:nvPr>
        </p:nvSpPr>
        <p:spPr>
          <a:xfrm>
            <a:off x="5401732" y="6240463"/>
            <a:ext cx="1388536" cy="206381"/>
          </a:xfrm>
          <a:prstGeom prst="rect">
            <a:avLst/>
          </a:prstGeom>
        </p:spPr>
        <p:txBody>
          <a:bodyPr vert="horz" lIns="91440" tIns="45720" rIns="91440" bIns="45720" rtlCol="0" anchor="ctr"/>
          <a:lstStyle>
            <a:lvl1pPr algn="ctr">
              <a:defRPr sz="1000">
                <a:solidFill>
                  <a:schemeClr val="tx1">
                    <a:lumMod val="50000"/>
                    <a:lumOff val="50000"/>
                  </a:schemeClr>
                </a:solidFill>
              </a:defRPr>
            </a:lvl1pPr>
          </a:lstStyle>
          <a:p>
            <a:fld id="{67FE44A0-2E53-457E-9AC0-11D6EE9FA3B5}" type="datetime1">
              <a:rPr lang="zh-CN" altLang="en-US" smtClean="0"/>
              <a:t>2024/12/1</a:t>
            </a:fld>
            <a:endParaRPr lang="zh-CN" altLang="en-US"/>
          </a:p>
        </p:txBody>
      </p:sp>
      <p:sp>
        <p:nvSpPr>
          <p:cNvPr id="9" name="页脚占位符 4"/>
          <p:cNvSpPr>
            <a:spLocks noGrp="1"/>
          </p:cNvSpPr>
          <p:nvPr>
            <p:ph type="ftr" sz="quarter" idx="3"/>
          </p:nvPr>
        </p:nvSpPr>
        <p:spPr>
          <a:xfrm>
            <a:off x="669924" y="6240463"/>
            <a:ext cx="4140201" cy="206381"/>
          </a:xfrm>
          <a:prstGeom prst="rect">
            <a:avLst/>
          </a:prstGeom>
        </p:spPr>
        <p:txBody>
          <a:bodyPr vert="horz" lIns="91440" tIns="45720" rIns="91440" bIns="45720" rtlCol="0" anchor="ctr"/>
          <a:lstStyle>
            <a:lvl1pPr algn="l">
              <a:defRPr sz="1000">
                <a:solidFill>
                  <a:schemeClr val="tx1">
                    <a:lumMod val="50000"/>
                    <a:lumOff val="50000"/>
                  </a:schemeClr>
                </a:solidFill>
              </a:defRPr>
            </a:lvl1pPr>
          </a:lstStyle>
          <a:p>
            <a:r>
              <a:rPr lang="zh-CN" altLang="en-US"/>
              <a:t>请在插入菜单</a:t>
            </a:r>
            <a:r>
              <a:rPr lang="en-US" altLang="zh-CN"/>
              <a:t>—</a:t>
            </a:r>
            <a:r>
              <a:rPr lang="zh-CN" altLang="en-US"/>
              <a:t>页眉和页脚中修改此文本</a:t>
            </a:r>
            <a:endParaRPr lang="zh-CN" altLang="en-US" dirty="0"/>
          </a:p>
        </p:txBody>
      </p:sp>
      <p:sp>
        <p:nvSpPr>
          <p:cNvPr id="10" name="灯片编号占位符 5"/>
          <p:cNvSpPr>
            <a:spLocks noGrp="1"/>
          </p:cNvSpPr>
          <p:nvPr>
            <p:ph type="sldNum" sz="quarter" idx="4"/>
          </p:nvPr>
        </p:nvSpPr>
        <p:spPr>
          <a:xfrm>
            <a:off x="8610599" y="6240463"/>
            <a:ext cx="2909888" cy="206381"/>
          </a:xfrm>
          <a:prstGeom prst="rect">
            <a:avLst/>
          </a:prstGeom>
        </p:spPr>
        <p:txBody>
          <a:bodyPr vert="horz" lIns="91440" tIns="45720" rIns="91440" bIns="45720" rtlCol="0" anchor="ctr"/>
          <a:lstStyle>
            <a:lvl1pPr algn="r">
              <a:defRPr sz="1000">
                <a:solidFill>
                  <a:schemeClr val="tx1">
                    <a:lumMod val="50000"/>
                    <a:lumOff val="50000"/>
                  </a:schemeClr>
                </a:solidFill>
              </a:defRPr>
            </a:lvl1pPr>
          </a:lstStyle>
          <a:p>
            <a:fld id="{5DD3DB80-B894-403A-B48E-6FDC1A72010E}"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hdr="0" dt="0"/>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3.xml"/><Relationship Id="rId1" Type="http://schemas.openxmlformats.org/officeDocument/2006/relationships/tags" Target="../tags/tag2.xml"/><Relationship Id="rId5" Type="http://schemas.openxmlformats.org/officeDocument/2006/relationships/image" Target="../media/image3.emf"/><Relationship Id="rId4" Type="http://schemas.openxmlformats.org/officeDocument/2006/relationships/oleObject" Target="../embeddings/oleObject1.bin"/></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Layout" Target="../slideLayouts/slideLayout3.xml"/><Relationship Id="rId1" Type="http://schemas.openxmlformats.org/officeDocument/2006/relationships/tags" Target="../tags/tag5.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hidden="1"/>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9525" imgH="9525" progId="TCLayout.ActiveDocument.1">
                  <p:embed/>
                </p:oleObj>
              </mc:Choice>
              <mc:Fallback>
                <p:oleObj name="think-cell Slide" r:id="rId4" imgW="9525" imgH="9525" progId="TCLayout.ActiveDocument.1">
                  <p:embed/>
                  <p:pic>
                    <p:nvPicPr>
                      <p:cNvPr id="0" name="图片 1025"/>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矩形 1" hidden="1"/>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lnSpc>
                <a:spcPct val="90000"/>
              </a:lnSpc>
              <a:spcBef>
                <a:spcPct val="0"/>
              </a:spcBef>
              <a:spcAft>
                <a:spcPct val="0"/>
              </a:spcAft>
            </a:pPr>
            <a:endParaRPr lang="en-US" altLang="zh-CN" sz="4000" b="1" dirty="0">
              <a:cs typeface="+mn-ea"/>
              <a:sym typeface="+mn-lt"/>
            </a:endParaRPr>
          </a:p>
        </p:txBody>
      </p:sp>
      <p:sp>
        <p:nvSpPr>
          <p:cNvPr id="4" name="标题 3"/>
          <p:cNvSpPr>
            <a:spLocks noGrp="1"/>
          </p:cNvSpPr>
          <p:nvPr>
            <p:ph type="ctrTitle"/>
          </p:nvPr>
        </p:nvSpPr>
        <p:spPr>
          <a:xfrm>
            <a:off x="669925" y="1319455"/>
            <a:ext cx="10850563" cy="3136900"/>
          </a:xfrm>
        </p:spPr>
        <p:txBody>
          <a:bodyPr>
            <a:normAutofit/>
          </a:bodyPr>
          <a:lstStyle/>
          <a:p>
            <a:r>
              <a:rPr lang="zh-CN" altLang="en-US" sz="4800" dirty="0">
                <a:latin typeface="+mn-lt"/>
                <a:ea typeface="+mn-ea"/>
                <a:cs typeface="+mn-ea"/>
                <a:sym typeface="+mn-lt"/>
              </a:rPr>
              <a:t>第</a:t>
            </a:r>
            <a:r>
              <a:rPr lang="en-US" altLang="zh-CN" sz="4800" dirty="0">
                <a:latin typeface="+mn-lt"/>
                <a:ea typeface="+mn-ea"/>
                <a:cs typeface="+mn-ea"/>
                <a:sym typeface="+mn-lt"/>
              </a:rPr>
              <a:t>11</a:t>
            </a:r>
            <a:r>
              <a:rPr lang="zh-CN" altLang="en-US" sz="4800" dirty="0">
                <a:latin typeface="+mn-lt"/>
                <a:ea typeface="+mn-ea"/>
                <a:cs typeface="+mn-ea"/>
                <a:sym typeface="+mn-lt"/>
              </a:rPr>
              <a:t>章</a:t>
            </a:r>
            <a:br>
              <a:rPr lang="en-US" altLang="zh-CN" sz="4800" dirty="0">
                <a:latin typeface="+mn-lt"/>
                <a:ea typeface="+mn-ea"/>
                <a:cs typeface="+mn-ea"/>
                <a:sym typeface="+mn-lt"/>
              </a:rPr>
            </a:br>
            <a:r>
              <a:rPr lang="zh-CN" altLang="en-US" sz="4800" dirty="0">
                <a:latin typeface="+mn-lt"/>
                <a:ea typeface="+mn-ea"/>
                <a:cs typeface="+mn-ea"/>
                <a:sym typeface="+mn-lt"/>
              </a:rPr>
              <a:t>虚拟化和云计算</a:t>
            </a:r>
            <a:endParaRPr lang="zh-CN" altLang="en-US" sz="2000" b="0" dirty="0">
              <a:latin typeface="+mn-lt"/>
              <a:ea typeface="+mn-ea"/>
              <a:cs typeface="+mn-ea"/>
              <a:sym typeface="+mn-lt"/>
            </a:endParaRPr>
          </a:p>
        </p:txBody>
      </p:sp>
      <p:sp>
        <p:nvSpPr>
          <p:cNvPr id="29" name="任意多边形: 形状 28"/>
          <p:cNvSpPr/>
          <p:nvPr/>
        </p:nvSpPr>
        <p:spPr>
          <a:xfrm>
            <a:off x="10968292" y="649047"/>
            <a:ext cx="552196" cy="3896208"/>
          </a:xfrm>
          <a:custGeom>
            <a:avLst/>
            <a:gdLst>
              <a:gd name="connsiteX0" fmla="*/ 438280 w 513703"/>
              <a:gd name="connsiteY0" fmla="*/ 3473760 h 3624606"/>
              <a:gd name="connsiteX1" fmla="*/ 513703 w 513703"/>
              <a:gd name="connsiteY1" fmla="*/ 3549183 h 3624606"/>
              <a:gd name="connsiteX2" fmla="*/ 438280 w 513703"/>
              <a:gd name="connsiteY2" fmla="*/ 3624606 h 3624606"/>
              <a:gd name="connsiteX3" fmla="*/ 362857 w 513703"/>
              <a:gd name="connsiteY3" fmla="*/ 3549183 h 3624606"/>
              <a:gd name="connsiteX4" fmla="*/ 438280 w 513703"/>
              <a:gd name="connsiteY4" fmla="*/ 3473760 h 3624606"/>
              <a:gd name="connsiteX5" fmla="*/ 75423 w 513703"/>
              <a:gd name="connsiteY5" fmla="*/ 3473760 h 3624606"/>
              <a:gd name="connsiteX6" fmla="*/ 150846 w 513703"/>
              <a:gd name="connsiteY6" fmla="*/ 3549183 h 3624606"/>
              <a:gd name="connsiteX7" fmla="*/ 75423 w 513703"/>
              <a:gd name="connsiteY7" fmla="*/ 3624606 h 3624606"/>
              <a:gd name="connsiteX8" fmla="*/ 0 w 513703"/>
              <a:gd name="connsiteY8" fmla="*/ 3549183 h 3624606"/>
              <a:gd name="connsiteX9" fmla="*/ 75423 w 513703"/>
              <a:gd name="connsiteY9" fmla="*/ 3473760 h 3624606"/>
              <a:gd name="connsiteX10" fmla="*/ 438280 w 513703"/>
              <a:gd name="connsiteY10" fmla="*/ 3126882 h 3624606"/>
              <a:gd name="connsiteX11" fmla="*/ 513703 w 513703"/>
              <a:gd name="connsiteY11" fmla="*/ 3202305 h 3624606"/>
              <a:gd name="connsiteX12" fmla="*/ 438280 w 513703"/>
              <a:gd name="connsiteY12" fmla="*/ 3277728 h 3624606"/>
              <a:gd name="connsiteX13" fmla="*/ 362857 w 513703"/>
              <a:gd name="connsiteY13" fmla="*/ 3202305 h 3624606"/>
              <a:gd name="connsiteX14" fmla="*/ 438280 w 513703"/>
              <a:gd name="connsiteY14" fmla="*/ 3126882 h 3624606"/>
              <a:gd name="connsiteX15" fmla="*/ 75423 w 513703"/>
              <a:gd name="connsiteY15" fmla="*/ 3126882 h 3624606"/>
              <a:gd name="connsiteX16" fmla="*/ 150846 w 513703"/>
              <a:gd name="connsiteY16" fmla="*/ 3202305 h 3624606"/>
              <a:gd name="connsiteX17" fmla="*/ 75423 w 513703"/>
              <a:gd name="connsiteY17" fmla="*/ 3277728 h 3624606"/>
              <a:gd name="connsiteX18" fmla="*/ 0 w 513703"/>
              <a:gd name="connsiteY18" fmla="*/ 3202305 h 3624606"/>
              <a:gd name="connsiteX19" fmla="*/ 75423 w 513703"/>
              <a:gd name="connsiteY19" fmla="*/ 3126882 h 3624606"/>
              <a:gd name="connsiteX20" fmla="*/ 438280 w 513703"/>
              <a:gd name="connsiteY20" fmla="*/ 2780004 h 3624606"/>
              <a:gd name="connsiteX21" fmla="*/ 513703 w 513703"/>
              <a:gd name="connsiteY21" fmla="*/ 2855427 h 3624606"/>
              <a:gd name="connsiteX22" fmla="*/ 438280 w 513703"/>
              <a:gd name="connsiteY22" fmla="*/ 2930850 h 3624606"/>
              <a:gd name="connsiteX23" fmla="*/ 362857 w 513703"/>
              <a:gd name="connsiteY23" fmla="*/ 2855427 h 3624606"/>
              <a:gd name="connsiteX24" fmla="*/ 438280 w 513703"/>
              <a:gd name="connsiteY24" fmla="*/ 2780004 h 3624606"/>
              <a:gd name="connsiteX25" fmla="*/ 75423 w 513703"/>
              <a:gd name="connsiteY25" fmla="*/ 2780004 h 3624606"/>
              <a:gd name="connsiteX26" fmla="*/ 150846 w 513703"/>
              <a:gd name="connsiteY26" fmla="*/ 2855427 h 3624606"/>
              <a:gd name="connsiteX27" fmla="*/ 75423 w 513703"/>
              <a:gd name="connsiteY27" fmla="*/ 2930850 h 3624606"/>
              <a:gd name="connsiteX28" fmla="*/ 0 w 513703"/>
              <a:gd name="connsiteY28" fmla="*/ 2855427 h 3624606"/>
              <a:gd name="connsiteX29" fmla="*/ 75423 w 513703"/>
              <a:gd name="connsiteY29" fmla="*/ 2780004 h 3624606"/>
              <a:gd name="connsiteX30" fmla="*/ 438280 w 513703"/>
              <a:gd name="connsiteY30" fmla="*/ 2433126 h 3624606"/>
              <a:gd name="connsiteX31" fmla="*/ 513703 w 513703"/>
              <a:gd name="connsiteY31" fmla="*/ 2508549 h 3624606"/>
              <a:gd name="connsiteX32" fmla="*/ 438280 w 513703"/>
              <a:gd name="connsiteY32" fmla="*/ 2583972 h 3624606"/>
              <a:gd name="connsiteX33" fmla="*/ 362857 w 513703"/>
              <a:gd name="connsiteY33" fmla="*/ 2508549 h 3624606"/>
              <a:gd name="connsiteX34" fmla="*/ 438280 w 513703"/>
              <a:gd name="connsiteY34" fmla="*/ 2433126 h 3624606"/>
              <a:gd name="connsiteX35" fmla="*/ 75423 w 513703"/>
              <a:gd name="connsiteY35" fmla="*/ 2433126 h 3624606"/>
              <a:gd name="connsiteX36" fmla="*/ 150846 w 513703"/>
              <a:gd name="connsiteY36" fmla="*/ 2508549 h 3624606"/>
              <a:gd name="connsiteX37" fmla="*/ 75423 w 513703"/>
              <a:gd name="connsiteY37" fmla="*/ 2583972 h 3624606"/>
              <a:gd name="connsiteX38" fmla="*/ 0 w 513703"/>
              <a:gd name="connsiteY38" fmla="*/ 2508549 h 3624606"/>
              <a:gd name="connsiteX39" fmla="*/ 75423 w 513703"/>
              <a:gd name="connsiteY39" fmla="*/ 2433126 h 3624606"/>
              <a:gd name="connsiteX40" fmla="*/ 438280 w 513703"/>
              <a:gd name="connsiteY40" fmla="*/ 2086248 h 3624606"/>
              <a:gd name="connsiteX41" fmla="*/ 513703 w 513703"/>
              <a:gd name="connsiteY41" fmla="*/ 2161671 h 3624606"/>
              <a:gd name="connsiteX42" fmla="*/ 438280 w 513703"/>
              <a:gd name="connsiteY42" fmla="*/ 2237094 h 3624606"/>
              <a:gd name="connsiteX43" fmla="*/ 362857 w 513703"/>
              <a:gd name="connsiteY43" fmla="*/ 2161671 h 3624606"/>
              <a:gd name="connsiteX44" fmla="*/ 438280 w 513703"/>
              <a:gd name="connsiteY44" fmla="*/ 2086248 h 3624606"/>
              <a:gd name="connsiteX45" fmla="*/ 75423 w 513703"/>
              <a:gd name="connsiteY45" fmla="*/ 2086248 h 3624606"/>
              <a:gd name="connsiteX46" fmla="*/ 150846 w 513703"/>
              <a:gd name="connsiteY46" fmla="*/ 2161671 h 3624606"/>
              <a:gd name="connsiteX47" fmla="*/ 75423 w 513703"/>
              <a:gd name="connsiteY47" fmla="*/ 2237094 h 3624606"/>
              <a:gd name="connsiteX48" fmla="*/ 0 w 513703"/>
              <a:gd name="connsiteY48" fmla="*/ 2161671 h 3624606"/>
              <a:gd name="connsiteX49" fmla="*/ 75423 w 513703"/>
              <a:gd name="connsiteY49" fmla="*/ 2086248 h 3624606"/>
              <a:gd name="connsiteX50" fmla="*/ 438280 w 513703"/>
              <a:gd name="connsiteY50" fmla="*/ 1734390 h 3624606"/>
              <a:gd name="connsiteX51" fmla="*/ 513703 w 513703"/>
              <a:gd name="connsiteY51" fmla="*/ 1809813 h 3624606"/>
              <a:gd name="connsiteX52" fmla="*/ 513200 w 513703"/>
              <a:gd name="connsiteY52" fmla="*/ 1812303 h 3624606"/>
              <a:gd name="connsiteX53" fmla="*/ 513703 w 513703"/>
              <a:gd name="connsiteY53" fmla="*/ 1814793 h 3624606"/>
              <a:gd name="connsiteX54" fmla="*/ 438280 w 513703"/>
              <a:gd name="connsiteY54" fmla="*/ 1890216 h 3624606"/>
              <a:gd name="connsiteX55" fmla="*/ 362857 w 513703"/>
              <a:gd name="connsiteY55" fmla="*/ 1814793 h 3624606"/>
              <a:gd name="connsiteX56" fmla="*/ 363360 w 513703"/>
              <a:gd name="connsiteY56" fmla="*/ 1812303 h 3624606"/>
              <a:gd name="connsiteX57" fmla="*/ 362857 w 513703"/>
              <a:gd name="connsiteY57" fmla="*/ 1809813 h 3624606"/>
              <a:gd name="connsiteX58" fmla="*/ 438280 w 513703"/>
              <a:gd name="connsiteY58" fmla="*/ 1734390 h 3624606"/>
              <a:gd name="connsiteX59" fmla="*/ 75423 w 513703"/>
              <a:gd name="connsiteY59" fmla="*/ 1734390 h 3624606"/>
              <a:gd name="connsiteX60" fmla="*/ 150846 w 513703"/>
              <a:gd name="connsiteY60" fmla="*/ 1809813 h 3624606"/>
              <a:gd name="connsiteX61" fmla="*/ 150343 w 513703"/>
              <a:gd name="connsiteY61" fmla="*/ 1812303 h 3624606"/>
              <a:gd name="connsiteX62" fmla="*/ 150846 w 513703"/>
              <a:gd name="connsiteY62" fmla="*/ 1814793 h 3624606"/>
              <a:gd name="connsiteX63" fmla="*/ 75423 w 513703"/>
              <a:gd name="connsiteY63" fmla="*/ 1890216 h 3624606"/>
              <a:gd name="connsiteX64" fmla="*/ 0 w 513703"/>
              <a:gd name="connsiteY64" fmla="*/ 1814793 h 3624606"/>
              <a:gd name="connsiteX65" fmla="*/ 503 w 513703"/>
              <a:gd name="connsiteY65" fmla="*/ 1812303 h 3624606"/>
              <a:gd name="connsiteX66" fmla="*/ 0 w 513703"/>
              <a:gd name="connsiteY66" fmla="*/ 1809813 h 3624606"/>
              <a:gd name="connsiteX67" fmla="*/ 75423 w 513703"/>
              <a:gd name="connsiteY67" fmla="*/ 1734390 h 3624606"/>
              <a:gd name="connsiteX68" fmla="*/ 438280 w 513703"/>
              <a:gd name="connsiteY68" fmla="*/ 1387512 h 3624606"/>
              <a:gd name="connsiteX69" fmla="*/ 513703 w 513703"/>
              <a:gd name="connsiteY69" fmla="*/ 1462935 h 3624606"/>
              <a:gd name="connsiteX70" fmla="*/ 438280 w 513703"/>
              <a:gd name="connsiteY70" fmla="*/ 1538358 h 3624606"/>
              <a:gd name="connsiteX71" fmla="*/ 362857 w 513703"/>
              <a:gd name="connsiteY71" fmla="*/ 1462935 h 3624606"/>
              <a:gd name="connsiteX72" fmla="*/ 438280 w 513703"/>
              <a:gd name="connsiteY72" fmla="*/ 1387512 h 3624606"/>
              <a:gd name="connsiteX73" fmla="*/ 75423 w 513703"/>
              <a:gd name="connsiteY73" fmla="*/ 1387512 h 3624606"/>
              <a:gd name="connsiteX74" fmla="*/ 150846 w 513703"/>
              <a:gd name="connsiteY74" fmla="*/ 1462935 h 3624606"/>
              <a:gd name="connsiteX75" fmla="*/ 75423 w 513703"/>
              <a:gd name="connsiteY75" fmla="*/ 1538358 h 3624606"/>
              <a:gd name="connsiteX76" fmla="*/ 0 w 513703"/>
              <a:gd name="connsiteY76" fmla="*/ 1462935 h 3624606"/>
              <a:gd name="connsiteX77" fmla="*/ 75423 w 513703"/>
              <a:gd name="connsiteY77" fmla="*/ 1387512 h 3624606"/>
              <a:gd name="connsiteX78" fmla="*/ 75423 w 513703"/>
              <a:gd name="connsiteY78" fmla="*/ 1040634 h 3624606"/>
              <a:gd name="connsiteX79" fmla="*/ 150846 w 513703"/>
              <a:gd name="connsiteY79" fmla="*/ 1116057 h 3624606"/>
              <a:gd name="connsiteX80" fmla="*/ 75423 w 513703"/>
              <a:gd name="connsiteY80" fmla="*/ 1191480 h 3624606"/>
              <a:gd name="connsiteX81" fmla="*/ 0 w 513703"/>
              <a:gd name="connsiteY81" fmla="*/ 1116057 h 3624606"/>
              <a:gd name="connsiteX82" fmla="*/ 75423 w 513703"/>
              <a:gd name="connsiteY82" fmla="*/ 1040634 h 3624606"/>
              <a:gd name="connsiteX83" fmla="*/ 438280 w 513703"/>
              <a:gd name="connsiteY83" fmla="*/ 1040634 h 3624606"/>
              <a:gd name="connsiteX84" fmla="*/ 513703 w 513703"/>
              <a:gd name="connsiteY84" fmla="*/ 1116057 h 3624606"/>
              <a:gd name="connsiteX85" fmla="*/ 438280 w 513703"/>
              <a:gd name="connsiteY85" fmla="*/ 1191480 h 3624606"/>
              <a:gd name="connsiteX86" fmla="*/ 362857 w 513703"/>
              <a:gd name="connsiteY86" fmla="*/ 1116057 h 3624606"/>
              <a:gd name="connsiteX87" fmla="*/ 438280 w 513703"/>
              <a:gd name="connsiteY87" fmla="*/ 1040634 h 3624606"/>
              <a:gd name="connsiteX88" fmla="*/ 438280 w 513703"/>
              <a:gd name="connsiteY88" fmla="*/ 693756 h 3624606"/>
              <a:gd name="connsiteX89" fmla="*/ 513703 w 513703"/>
              <a:gd name="connsiteY89" fmla="*/ 769179 h 3624606"/>
              <a:gd name="connsiteX90" fmla="*/ 438280 w 513703"/>
              <a:gd name="connsiteY90" fmla="*/ 844602 h 3624606"/>
              <a:gd name="connsiteX91" fmla="*/ 362857 w 513703"/>
              <a:gd name="connsiteY91" fmla="*/ 769179 h 3624606"/>
              <a:gd name="connsiteX92" fmla="*/ 438280 w 513703"/>
              <a:gd name="connsiteY92" fmla="*/ 693756 h 3624606"/>
              <a:gd name="connsiteX93" fmla="*/ 75423 w 513703"/>
              <a:gd name="connsiteY93" fmla="*/ 693756 h 3624606"/>
              <a:gd name="connsiteX94" fmla="*/ 150846 w 513703"/>
              <a:gd name="connsiteY94" fmla="*/ 769179 h 3624606"/>
              <a:gd name="connsiteX95" fmla="*/ 75423 w 513703"/>
              <a:gd name="connsiteY95" fmla="*/ 844602 h 3624606"/>
              <a:gd name="connsiteX96" fmla="*/ 0 w 513703"/>
              <a:gd name="connsiteY96" fmla="*/ 769179 h 3624606"/>
              <a:gd name="connsiteX97" fmla="*/ 75423 w 513703"/>
              <a:gd name="connsiteY97" fmla="*/ 693756 h 3624606"/>
              <a:gd name="connsiteX98" fmla="*/ 75423 w 513703"/>
              <a:gd name="connsiteY98" fmla="*/ 346879 h 3624606"/>
              <a:gd name="connsiteX99" fmla="*/ 150846 w 513703"/>
              <a:gd name="connsiteY99" fmla="*/ 422302 h 3624606"/>
              <a:gd name="connsiteX100" fmla="*/ 75423 w 513703"/>
              <a:gd name="connsiteY100" fmla="*/ 497724 h 3624606"/>
              <a:gd name="connsiteX101" fmla="*/ 0 w 513703"/>
              <a:gd name="connsiteY101" fmla="*/ 422302 h 3624606"/>
              <a:gd name="connsiteX102" fmla="*/ 75423 w 513703"/>
              <a:gd name="connsiteY102" fmla="*/ 346879 h 3624606"/>
              <a:gd name="connsiteX103" fmla="*/ 438280 w 513703"/>
              <a:gd name="connsiteY103" fmla="*/ 346878 h 3624606"/>
              <a:gd name="connsiteX104" fmla="*/ 513703 w 513703"/>
              <a:gd name="connsiteY104" fmla="*/ 422301 h 3624606"/>
              <a:gd name="connsiteX105" fmla="*/ 438280 w 513703"/>
              <a:gd name="connsiteY105" fmla="*/ 497724 h 3624606"/>
              <a:gd name="connsiteX106" fmla="*/ 362857 w 513703"/>
              <a:gd name="connsiteY106" fmla="*/ 422301 h 3624606"/>
              <a:gd name="connsiteX107" fmla="*/ 438280 w 513703"/>
              <a:gd name="connsiteY107" fmla="*/ 346878 h 3624606"/>
              <a:gd name="connsiteX108" fmla="*/ 75423 w 513703"/>
              <a:gd name="connsiteY108" fmla="*/ 1 h 3624606"/>
              <a:gd name="connsiteX109" fmla="*/ 150846 w 513703"/>
              <a:gd name="connsiteY109" fmla="*/ 75424 h 3624606"/>
              <a:gd name="connsiteX110" fmla="*/ 75423 w 513703"/>
              <a:gd name="connsiteY110" fmla="*/ 150847 h 3624606"/>
              <a:gd name="connsiteX111" fmla="*/ 0 w 513703"/>
              <a:gd name="connsiteY111" fmla="*/ 75424 h 3624606"/>
              <a:gd name="connsiteX112" fmla="*/ 75423 w 513703"/>
              <a:gd name="connsiteY112" fmla="*/ 1 h 3624606"/>
              <a:gd name="connsiteX113" fmla="*/ 438280 w 513703"/>
              <a:gd name="connsiteY113" fmla="*/ 0 h 3624606"/>
              <a:gd name="connsiteX114" fmla="*/ 513703 w 513703"/>
              <a:gd name="connsiteY114" fmla="*/ 75424 h 3624606"/>
              <a:gd name="connsiteX115" fmla="*/ 438280 w 513703"/>
              <a:gd name="connsiteY115" fmla="*/ 150847 h 3624606"/>
              <a:gd name="connsiteX116" fmla="*/ 362857 w 513703"/>
              <a:gd name="connsiteY116" fmla="*/ 75424 h 3624606"/>
              <a:gd name="connsiteX117" fmla="*/ 438280 w 513703"/>
              <a:gd name="connsiteY117" fmla="*/ 0 h 3624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513703" h="3624606">
                <a:moveTo>
                  <a:pt x="438280" y="3473760"/>
                </a:moveTo>
                <a:cubicBezTo>
                  <a:pt x="479935" y="3473760"/>
                  <a:pt x="513703" y="3507528"/>
                  <a:pt x="513703" y="3549183"/>
                </a:cubicBezTo>
                <a:cubicBezTo>
                  <a:pt x="513703" y="3590838"/>
                  <a:pt x="479935" y="3624606"/>
                  <a:pt x="438280" y="3624606"/>
                </a:cubicBezTo>
                <a:cubicBezTo>
                  <a:pt x="396625" y="3624606"/>
                  <a:pt x="362857" y="3590838"/>
                  <a:pt x="362857" y="3549183"/>
                </a:cubicBezTo>
                <a:cubicBezTo>
                  <a:pt x="362857" y="3507528"/>
                  <a:pt x="396625" y="3473760"/>
                  <a:pt x="438280" y="3473760"/>
                </a:cubicBezTo>
                <a:close/>
                <a:moveTo>
                  <a:pt x="75423" y="3473760"/>
                </a:moveTo>
                <a:cubicBezTo>
                  <a:pt x="117078" y="3473760"/>
                  <a:pt x="150846" y="3507528"/>
                  <a:pt x="150846" y="3549183"/>
                </a:cubicBezTo>
                <a:cubicBezTo>
                  <a:pt x="150846" y="3590838"/>
                  <a:pt x="117078" y="3624606"/>
                  <a:pt x="75423" y="3624606"/>
                </a:cubicBezTo>
                <a:cubicBezTo>
                  <a:pt x="33768" y="3624606"/>
                  <a:pt x="0" y="3590838"/>
                  <a:pt x="0" y="3549183"/>
                </a:cubicBezTo>
                <a:cubicBezTo>
                  <a:pt x="0" y="3507528"/>
                  <a:pt x="33768" y="3473760"/>
                  <a:pt x="75423" y="3473760"/>
                </a:cubicBezTo>
                <a:close/>
                <a:moveTo>
                  <a:pt x="438280" y="3126882"/>
                </a:moveTo>
                <a:cubicBezTo>
                  <a:pt x="479935" y="3126882"/>
                  <a:pt x="513703" y="3160650"/>
                  <a:pt x="513703" y="3202305"/>
                </a:cubicBezTo>
                <a:cubicBezTo>
                  <a:pt x="513703" y="3243960"/>
                  <a:pt x="479935" y="3277728"/>
                  <a:pt x="438280" y="3277728"/>
                </a:cubicBezTo>
                <a:cubicBezTo>
                  <a:pt x="396625" y="3277728"/>
                  <a:pt x="362857" y="3243960"/>
                  <a:pt x="362857" y="3202305"/>
                </a:cubicBezTo>
                <a:cubicBezTo>
                  <a:pt x="362857" y="3160650"/>
                  <a:pt x="396625" y="3126882"/>
                  <a:pt x="438280" y="3126882"/>
                </a:cubicBezTo>
                <a:close/>
                <a:moveTo>
                  <a:pt x="75423" y="3126882"/>
                </a:moveTo>
                <a:cubicBezTo>
                  <a:pt x="117078" y="3126882"/>
                  <a:pt x="150846" y="3160650"/>
                  <a:pt x="150846" y="3202305"/>
                </a:cubicBezTo>
                <a:cubicBezTo>
                  <a:pt x="150846" y="3243960"/>
                  <a:pt x="117078" y="3277728"/>
                  <a:pt x="75423" y="3277728"/>
                </a:cubicBezTo>
                <a:cubicBezTo>
                  <a:pt x="33768" y="3277728"/>
                  <a:pt x="0" y="3243960"/>
                  <a:pt x="0" y="3202305"/>
                </a:cubicBezTo>
                <a:cubicBezTo>
                  <a:pt x="0" y="3160650"/>
                  <a:pt x="33768" y="3126882"/>
                  <a:pt x="75423" y="3126882"/>
                </a:cubicBezTo>
                <a:close/>
                <a:moveTo>
                  <a:pt x="438280" y="2780004"/>
                </a:moveTo>
                <a:cubicBezTo>
                  <a:pt x="479935" y="2780004"/>
                  <a:pt x="513703" y="2813772"/>
                  <a:pt x="513703" y="2855427"/>
                </a:cubicBezTo>
                <a:cubicBezTo>
                  <a:pt x="513703" y="2897082"/>
                  <a:pt x="479935" y="2930850"/>
                  <a:pt x="438280" y="2930850"/>
                </a:cubicBezTo>
                <a:cubicBezTo>
                  <a:pt x="396625" y="2930850"/>
                  <a:pt x="362857" y="2897082"/>
                  <a:pt x="362857" y="2855427"/>
                </a:cubicBezTo>
                <a:cubicBezTo>
                  <a:pt x="362857" y="2813772"/>
                  <a:pt x="396625" y="2780004"/>
                  <a:pt x="438280" y="2780004"/>
                </a:cubicBezTo>
                <a:close/>
                <a:moveTo>
                  <a:pt x="75423" y="2780004"/>
                </a:moveTo>
                <a:cubicBezTo>
                  <a:pt x="117078" y="2780004"/>
                  <a:pt x="150846" y="2813772"/>
                  <a:pt x="150846" y="2855427"/>
                </a:cubicBezTo>
                <a:cubicBezTo>
                  <a:pt x="150846" y="2897082"/>
                  <a:pt x="117078" y="2930850"/>
                  <a:pt x="75423" y="2930850"/>
                </a:cubicBezTo>
                <a:cubicBezTo>
                  <a:pt x="33768" y="2930850"/>
                  <a:pt x="0" y="2897082"/>
                  <a:pt x="0" y="2855427"/>
                </a:cubicBezTo>
                <a:cubicBezTo>
                  <a:pt x="0" y="2813772"/>
                  <a:pt x="33768" y="2780004"/>
                  <a:pt x="75423" y="2780004"/>
                </a:cubicBezTo>
                <a:close/>
                <a:moveTo>
                  <a:pt x="438280" y="2433126"/>
                </a:moveTo>
                <a:cubicBezTo>
                  <a:pt x="479935" y="2433126"/>
                  <a:pt x="513703" y="2466894"/>
                  <a:pt x="513703" y="2508549"/>
                </a:cubicBezTo>
                <a:cubicBezTo>
                  <a:pt x="513703" y="2550204"/>
                  <a:pt x="479935" y="2583972"/>
                  <a:pt x="438280" y="2583972"/>
                </a:cubicBezTo>
                <a:cubicBezTo>
                  <a:pt x="396625" y="2583972"/>
                  <a:pt x="362857" y="2550204"/>
                  <a:pt x="362857" y="2508549"/>
                </a:cubicBezTo>
                <a:cubicBezTo>
                  <a:pt x="362857" y="2466894"/>
                  <a:pt x="396625" y="2433126"/>
                  <a:pt x="438280" y="2433126"/>
                </a:cubicBezTo>
                <a:close/>
                <a:moveTo>
                  <a:pt x="75423" y="2433126"/>
                </a:moveTo>
                <a:cubicBezTo>
                  <a:pt x="117078" y="2433126"/>
                  <a:pt x="150846" y="2466894"/>
                  <a:pt x="150846" y="2508549"/>
                </a:cubicBezTo>
                <a:cubicBezTo>
                  <a:pt x="150846" y="2550204"/>
                  <a:pt x="117078" y="2583972"/>
                  <a:pt x="75423" y="2583972"/>
                </a:cubicBezTo>
                <a:cubicBezTo>
                  <a:pt x="33768" y="2583972"/>
                  <a:pt x="0" y="2550204"/>
                  <a:pt x="0" y="2508549"/>
                </a:cubicBezTo>
                <a:cubicBezTo>
                  <a:pt x="0" y="2466894"/>
                  <a:pt x="33768" y="2433126"/>
                  <a:pt x="75423" y="2433126"/>
                </a:cubicBezTo>
                <a:close/>
                <a:moveTo>
                  <a:pt x="438280" y="2086248"/>
                </a:moveTo>
                <a:cubicBezTo>
                  <a:pt x="479935" y="2086248"/>
                  <a:pt x="513703" y="2120016"/>
                  <a:pt x="513703" y="2161671"/>
                </a:cubicBezTo>
                <a:cubicBezTo>
                  <a:pt x="513703" y="2203326"/>
                  <a:pt x="479935" y="2237094"/>
                  <a:pt x="438280" y="2237094"/>
                </a:cubicBezTo>
                <a:cubicBezTo>
                  <a:pt x="396625" y="2237094"/>
                  <a:pt x="362857" y="2203326"/>
                  <a:pt x="362857" y="2161671"/>
                </a:cubicBezTo>
                <a:cubicBezTo>
                  <a:pt x="362857" y="2120016"/>
                  <a:pt x="396625" y="2086248"/>
                  <a:pt x="438280" y="2086248"/>
                </a:cubicBezTo>
                <a:close/>
                <a:moveTo>
                  <a:pt x="75423" y="2086248"/>
                </a:moveTo>
                <a:cubicBezTo>
                  <a:pt x="117078" y="2086248"/>
                  <a:pt x="150846" y="2120016"/>
                  <a:pt x="150846" y="2161671"/>
                </a:cubicBezTo>
                <a:cubicBezTo>
                  <a:pt x="150846" y="2203326"/>
                  <a:pt x="117078" y="2237094"/>
                  <a:pt x="75423" y="2237094"/>
                </a:cubicBezTo>
                <a:cubicBezTo>
                  <a:pt x="33768" y="2237094"/>
                  <a:pt x="0" y="2203326"/>
                  <a:pt x="0" y="2161671"/>
                </a:cubicBezTo>
                <a:cubicBezTo>
                  <a:pt x="0" y="2120016"/>
                  <a:pt x="33768" y="2086248"/>
                  <a:pt x="75423" y="2086248"/>
                </a:cubicBezTo>
                <a:close/>
                <a:moveTo>
                  <a:pt x="438280" y="1734390"/>
                </a:moveTo>
                <a:cubicBezTo>
                  <a:pt x="479935" y="1734390"/>
                  <a:pt x="513703" y="1768158"/>
                  <a:pt x="513703" y="1809813"/>
                </a:cubicBezTo>
                <a:lnTo>
                  <a:pt x="513200" y="1812303"/>
                </a:lnTo>
                <a:lnTo>
                  <a:pt x="513703" y="1814793"/>
                </a:lnTo>
                <a:cubicBezTo>
                  <a:pt x="513703" y="1856448"/>
                  <a:pt x="479935" y="1890216"/>
                  <a:pt x="438280" y="1890216"/>
                </a:cubicBezTo>
                <a:cubicBezTo>
                  <a:pt x="396625" y="1890216"/>
                  <a:pt x="362857" y="1856448"/>
                  <a:pt x="362857" y="1814793"/>
                </a:cubicBezTo>
                <a:lnTo>
                  <a:pt x="363360" y="1812303"/>
                </a:lnTo>
                <a:lnTo>
                  <a:pt x="362857" y="1809813"/>
                </a:lnTo>
                <a:cubicBezTo>
                  <a:pt x="362857" y="1768158"/>
                  <a:pt x="396625" y="1734390"/>
                  <a:pt x="438280" y="1734390"/>
                </a:cubicBezTo>
                <a:close/>
                <a:moveTo>
                  <a:pt x="75423" y="1734390"/>
                </a:moveTo>
                <a:cubicBezTo>
                  <a:pt x="117078" y="1734390"/>
                  <a:pt x="150846" y="1768158"/>
                  <a:pt x="150846" y="1809813"/>
                </a:cubicBezTo>
                <a:lnTo>
                  <a:pt x="150343" y="1812303"/>
                </a:lnTo>
                <a:lnTo>
                  <a:pt x="150846" y="1814793"/>
                </a:lnTo>
                <a:cubicBezTo>
                  <a:pt x="150846" y="1856448"/>
                  <a:pt x="117078" y="1890216"/>
                  <a:pt x="75423" y="1890216"/>
                </a:cubicBezTo>
                <a:cubicBezTo>
                  <a:pt x="33768" y="1890216"/>
                  <a:pt x="0" y="1856448"/>
                  <a:pt x="0" y="1814793"/>
                </a:cubicBezTo>
                <a:lnTo>
                  <a:pt x="503" y="1812303"/>
                </a:lnTo>
                <a:lnTo>
                  <a:pt x="0" y="1809813"/>
                </a:lnTo>
                <a:cubicBezTo>
                  <a:pt x="0" y="1768158"/>
                  <a:pt x="33768" y="1734390"/>
                  <a:pt x="75423" y="1734390"/>
                </a:cubicBezTo>
                <a:close/>
                <a:moveTo>
                  <a:pt x="438280" y="1387512"/>
                </a:moveTo>
                <a:cubicBezTo>
                  <a:pt x="479935" y="1387512"/>
                  <a:pt x="513703" y="1421280"/>
                  <a:pt x="513703" y="1462935"/>
                </a:cubicBezTo>
                <a:cubicBezTo>
                  <a:pt x="513703" y="1504590"/>
                  <a:pt x="479935" y="1538358"/>
                  <a:pt x="438280" y="1538358"/>
                </a:cubicBezTo>
                <a:cubicBezTo>
                  <a:pt x="396625" y="1538358"/>
                  <a:pt x="362857" y="1504590"/>
                  <a:pt x="362857" y="1462935"/>
                </a:cubicBezTo>
                <a:cubicBezTo>
                  <a:pt x="362857" y="1421280"/>
                  <a:pt x="396625" y="1387512"/>
                  <a:pt x="438280" y="1387512"/>
                </a:cubicBezTo>
                <a:close/>
                <a:moveTo>
                  <a:pt x="75423" y="1387512"/>
                </a:moveTo>
                <a:cubicBezTo>
                  <a:pt x="117078" y="1387512"/>
                  <a:pt x="150846" y="1421280"/>
                  <a:pt x="150846" y="1462935"/>
                </a:cubicBezTo>
                <a:cubicBezTo>
                  <a:pt x="150846" y="1504590"/>
                  <a:pt x="117078" y="1538358"/>
                  <a:pt x="75423" y="1538358"/>
                </a:cubicBezTo>
                <a:cubicBezTo>
                  <a:pt x="33768" y="1538358"/>
                  <a:pt x="0" y="1504590"/>
                  <a:pt x="0" y="1462935"/>
                </a:cubicBezTo>
                <a:cubicBezTo>
                  <a:pt x="0" y="1421280"/>
                  <a:pt x="33768" y="1387512"/>
                  <a:pt x="75423" y="1387512"/>
                </a:cubicBezTo>
                <a:close/>
                <a:moveTo>
                  <a:pt x="75423" y="1040634"/>
                </a:moveTo>
                <a:cubicBezTo>
                  <a:pt x="117078" y="1040634"/>
                  <a:pt x="150846" y="1074403"/>
                  <a:pt x="150846" y="1116057"/>
                </a:cubicBezTo>
                <a:cubicBezTo>
                  <a:pt x="150846" y="1157713"/>
                  <a:pt x="117078" y="1191480"/>
                  <a:pt x="75423" y="1191480"/>
                </a:cubicBezTo>
                <a:cubicBezTo>
                  <a:pt x="33768" y="1191480"/>
                  <a:pt x="0" y="1157713"/>
                  <a:pt x="0" y="1116057"/>
                </a:cubicBezTo>
                <a:cubicBezTo>
                  <a:pt x="0" y="1074403"/>
                  <a:pt x="33768" y="1040634"/>
                  <a:pt x="75423" y="1040634"/>
                </a:cubicBezTo>
                <a:close/>
                <a:moveTo>
                  <a:pt x="438280" y="1040634"/>
                </a:moveTo>
                <a:cubicBezTo>
                  <a:pt x="479935" y="1040634"/>
                  <a:pt x="513703" y="1074402"/>
                  <a:pt x="513703" y="1116057"/>
                </a:cubicBezTo>
                <a:cubicBezTo>
                  <a:pt x="513703" y="1157712"/>
                  <a:pt x="479935" y="1191480"/>
                  <a:pt x="438280" y="1191480"/>
                </a:cubicBezTo>
                <a:cubicBezTo>
                  <a:pt x="396625" y="1191480"/>
                  <a:pt x="362857" y="1157712"/>
                  <a:pt x="362857" y="1116057"/>
                </a:cubicBezTo>
                <a:cubicBezTo>
                  <a:pt x="362857" y="1074402"/>
                  <a:pt x="396625" y="1040634"/>
                  <a:pt x="438280" y="1040634"/>
                </a:cubicBezTo>
                <a:close/>
                <a:moveTo>
                  <a:pt x="438280" y="693756"/>
                </a:moveTo>
                <a:cubicBezTo>
                  <a:pt x="479935" y="693756"/>
                  <a:pt x="513703" y="727524"/>
                  <a:pt x="513703" y="769179"/>
                </a:cubicBezTo>
                <a:cubicBezTo>
                  <a:pt x="513703" y="810834"/>
                  <a:pt x="479935" y="844602"/>
                  <a:pt x="438280" y="844602"/>
                </a:cubicBezTo>
                <a:cubicBezTo>
                  <a:pt x="396625" y="844602"/>
                  <a:pt x="362857" y="810834"/>
                  <a:pt x="362857" y="769179"/>
                </a:cubicBezTo>
                <a:cubicBezTo>
                  <a:pt x="362857" y="727524"/>
                  <a:pt x="396625" y="693756"/>
                  <a:pt x="438280" y="693756"/>
                </a:cubicBezTo>
                <a:close/>
                <a:moveTo>
                  <a:pt x="75423" y="693756"/>
                </a:moveTo>
                <a:cubicBezTo>
                  <a:pt x="117078" y="693756"/>
                  <a:pt x="150846" y="727525"/>
                  <a:pt x="150846" y="769179"/>
                </a:cubicBezTo>
                <a:cubicBezTo>
                  <a:pt x="150846" y="810834"/>
                  <a:pt x="117078" y="844602"/>
                  <a:pt x="75423" y="844602"/>
                </a:cubicBezTo>
                <a:cubicBezTo>
                  <a:pt x="33768" y="844602"/>
                  <a:pt x="0" y="810834"/>
                  <a:pt x="0" y="769179"/>
                </a:cubicBezTo>
                <a:cubicBezTo>
                  <a:pt x="0" y="727525"/>
                  <a:pt x="33768" y="693756"/>
                  <a:pt x="75423" y="693756"/>
                </a:cubicBezTo>
                <a:close/>
                <a:moveTo>
                  <a:pt x="75423" y="346879"/>
                </a:moveTo>
                <a:cubicBezTo>
                  <a:pt x="117078" y="346879"/>
                  <a:pt x="150846" y="380647"/>
                  <a:pt x="150846" y="422302"/>
                </a:cubicBezTo>
                <a:cubicBezTo>
                  <a:pt x="150846" y="463957"/>
                  <a:pt x="117078" y="497724"/>
                  <a:pt x="75423" y="497724"/>
                </a:cubicBezTo>
                <a:cubicBezTo>
                  <a:pt x="33768" y="497724"/>
                  <a:pt x="0" y="463957"/>
                  <a:pt x="0" y="422302"/>
                </a:cubicBezTo>
                <a:cubicBezTo>
                  <a:pt x="0" y="380647"/>
                  <a:pt x="33768" y="346879"/>
                  <a:pt x="75423" y="346879"/>
                </a:cubicBezTo>
                <a:close/>
                <a:moveTo>
                  <a:pt x="438280" y="346878"/>
                </a:moveTo>
                <a:cubicBezTo>
                  <a:pt x="479935" y="346878"/>
                  <a:pt x="513703" y="380646"/>
                  <a:pt x="513703" y="422301"/>
                </a:cubicBezTo>
                <a:cubicBezTo>
                  <a:pt x="513703" y="463956"/>
                  <a:pt x="479935" y="497724"/>
                  <a:pt x="438280" y="497724"/>
                </a:cubicBezTo>
                <a:cubicBezTo>
                  <a:pt x="396625" y="497724"/>
                  <a:pt x="362857" y="463956"/>
                  <a:pt x="362857" y="422301"/>
                </a:cubicBezTo>
                <a:cubicBezTo>
                  <a:pt x="362857" y="380646"/>
                  <a:pt x="396625" y="346878"/>
                  <a:pt x="438280" y="346878"/>
                </a:cubicBezTo>
                <a:close/>
                <a:moveTo>
                  <a:pt x="75423" y="1"/>
                </a:moveTo>
                <a:cubicBezTo>
                  <a:pt x="117078" y="1"/>
                  <a:pt x="150846" y="33769"/>
                  <a:pt x="150846" y="75424"/>
                </a:cubicBezTo>
                <a:cubicBezTo>
                  <a:pt x="150846" y="117079"/>
                  <a:pt x="117078" y="150847"/>
                  <a:pt x="75423" y="150847"/>
                </a:cubicBezTo>
                <a:cubicBezTo>
                  <a:pt x="33768" y="150847"/>
                  <a:pt x="0" y="117079"/>
                  <a:pt x="0" y="75424"/>
                </a:cubicBezTo>
                <a:cubicBezTo>
                  <a:pt x="0" y="33769"/>
                  <a:pt x="33768" y="1"/>
                  <a:pt x="75423" y="1"/>
                </a:cubicBezTo>
                <a:close/>
                <a:moveTo>
                  <a:pt x="438280" y="0"/>
                </a:moveTo>
                <a:cubicBezTo>
                  <a:pt x="479935" y="0"/>
                  <a:pt x="513703" y="33769"/>
                  <a:pt x="513703" y="75424"/>
                </a:cubicBezTo>
                <a:cubicBezTo>
                  <a:pt x="513703" y="117079"/>
                  <a:pt x="479935" y="150847"/>
                  <a:pt x="438280" y="150847"/>
                </a:cubicBezTo>
                <a:cubicBezTo>
                  <a:pt x="396625" y="150847"/>
                  <a:pt x="362857" y="117079"/>
                  <a:pt x="362857" y="75424"/>
                </a:cubicBezTo>
                <a:cubicBezTo>
                  <a:pt x="362857" y="33769"/>
                  <a:pt x="396625" y="0"/>
                  <a:pt x="438280" y="0"/>
                </a:cubicBezTo>
                <a:close/>
              </a:path>
            </a:pathLst>
          </a:custGeom>
          <a:gradFill>
            <a:gsLst>
              <a:gs pos="74000">
                <a:schemeClr val="accent2">
                  <a:alpha val="70000"/>
                </a:schemeClr>
              </a:gs>
              <a:gs pos="0">
                <a:schemeClr val="accent4">
                  <a:alpha val="7000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7" name="矩形: 圆角 21"/>
          <p:cNvSpPr/>
          <p:nvPr/>
        </p:nvSpPr>
        <p:spPr>
          <a:xfrm>
            <a:off x="800099" y="4579447"/>
            <a:ext cx="4235540" cy="459272"/>
          </a:xfrm>
          <a:prstGeom prst="roundRect">
            <a:avLst>
              <a:gd name="adj" fmla="val 50000"/>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cs typeface="+mn-ea"/>
                <a:sym typeface="+mn-lt"/>
              </a:rPr>
              <a:t>主讲教师：江先亮</a:t>
            </a:r>
            <a:endParaRPr lang="en-US" altLang="zh-CN" b="1" dirty="0">
              <a:solidFill>
                <a:schemeClr val="tx1"/>
              </a:solidFill>
              <a:cs typeface="+mn-ea"/>
              <a:sym typeface="+mn-l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任意多边形: 形状 18"/>
          <p:cNvSpPr/>
          <p:nvPr/>
        </p:nvSpPr>
        <p:spPr>
          <a:xfrm>
            <a:off x="-9525" y="-1"/>
            <a:ext cx="12201525" cy="1255073"/>
          </a:xfrm>
          <a:custGeom>
            <a:avLst/>
            <a:gdLst>
              <a:gd name="connsiteX0" fmla="*/ 19050 w 12201525"/>
              <a:gd name="connsiteY0" fmla="*/ 0 h 1028700"/>
              <a:gd name="connsiteX1" fmla="*/ 0 w 12201525"/>
              <a:gd name="connsiteY1" fmla="*/ 1028700 h 1028700"/>
              <a:gd name="connsiteX2" fmla="*/ 1743075 w 12201525"/>
              <a:gd name="connsiteY2" fmla="*/ 1028700 h 1028700"/>
              <a:gd name="connsiteX3" fmla="*/ 4381500 w 12201525"/>
              <a:gd name="connsiteY3" fmla="*/ 466725 h 1028700"/>
              <a:gd name="connsiteX4" fmla="*/ 6572250 w 12201525"/>
              <a:gd name="connsiteY4" fmla="*/ 285750 h 1028700"/>
              <a:gd name="connsiteX5" fmla="*/ 9115425 w 12201525"/>
              <a:gd name="connsiteY5" fmla="*/ 352425 h 1028700"/>
              <a:gd name="connsiteX6" fmla="*/ 11220450 w 12201525"/>
              <a:gd name="connsiteY6" fmla="*/ 619125 h 1028700"/>
              <a:gd name="connsiteX7" fmla="*/ 12201525 w 12201525"/>
              <a:gd name="connsiteY7" fmla="*/ 762000 h 1028700"/>
              <a:gd name="connsiteX8" fmla="*/ 12182475 w 12201525"/>
              <a:gd name="connsiteY8" fmla="*/ 0 h 1028700"/>
              <a:gd name="connsiteX9" fmla="*/ 19050 w 12201525"/>
              <a:gd name="connsiteY9" fmla="*/ 0 h 102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01525" h="1028700">
                <a:moveTo>
                  <a:pt x="19050" y="0"/>
                </a:moveTo>
                <a:lnTo>
                  <a:pt x="0" y="1028700"/>
                </a:lnTo>
                <a:lnTo>
                  <a:pt x="1743075" y="1028700"/>
                </a:lnTo>
                <a:lnTo>
                  <a:pt x="4381500" y="466725"/>
                </a:lnTo>
                <a:lnTo>
                  <a:pt x="6572250" y="285750"/>
                </a:lnTo>
                <a:lnTo>
                  <a:pt x="9115425" y="352425"/>
                </a:lnTo>
                <a:lnTo>
                  <a:pt x="11220450" y="619125"/>
                </a:lnTo>
                <a:lnTo>
                  <a:pt x="12201525" y="762000"/>
                </a:lnTo>
                <a:lnTo>
                  <a:pt x="12182475" y="0"/>
                </a:lnTo>
                <a:lnTo>
                  <a:pt x="1905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0" name="矩形 19"/>
          <p:cNvSpPr/>
          <p:nvPr/>
        </p:nvSpPr>
        <p:spPr>
          <a:xfrm>
            <a:off x="771525" y="257830"/>
            <a:ext cx="2739853" cy="523220"/>
          </a:xfrm>
          <a:prstGeom prst="rect">
            <a:avLst/>
          </a:prstGeom>
        </p:spPr>
        <p:txBody>
          <a:bodyPr wrap="none">
            <a:spAutoFit/>
          </a:bodyPr>
          <a:lstStyle/>
          <a:p>
            <a:r>
              <a:rPr lang="zh-CN" altLang="en-US" sz="2800" b="1" dirty="0">
                <a:solidFill>
                  <a:schemeClr val="bg1"/>
                </a:solidFill>
                <a:cs typeface="+mn-ea"/>
                <a:sym typeface="+mn-lt"/>
              </a:rPr>
              <a:t>第</a:t>
            </a:r>
            <a:r>
              <a:rPr lang="en-US" altLang="zh-CN" sz="2800" b="1" dirty="0">
                <a:solidFill>
                  <a:schemeClr val="bg1"/>
                </a:solidFill>
                <a:cs typeface="+mn-ea"/>
                <a:sym typeface="+mn-lt"/>
              </a:rPr>
              <a:t>11</a:t>
            </a:r>
            <a:r>
              <a:rPr lang="zh-CN" altLang="en-US" sz="2800" b="1" dirty="0">
                <a:solidFill>
                  <a:schemeClr val="bg1"/>
                </a:solidFill>
                <a:cs typeface="+mn-ea"/>
                <a:sym typeface="+mn-lt"/>
              </a:rPr>
              <a:t>章知识导图</a:t>
            </a:r>
          </a:p>
        </p:txBody>
      </p:sp>
      <p:sp>
        <p:nvSpPr>
          <p:cNvPr id="8" name="任意多边形: 形状 7"/>
          <p:cNvSpPr/>
          <p:nvPr/>
        </p:nvSpPr>
        <p:spPr bwMode="auto">
          <a:xfrm>
            <a:off x="-9526" y="252740"/>
            <a:ext cx="12201525" cy="1128723"/>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14000">
                <a:schemeClr val="accent2"/>
              </a:gs>
              <a:gs pos="84000">
                <a:srgbClr val="FFFF00"/>
              </a:gs>
            </a:gsLst>
            <a:lin ang="4800000" scaled="0"/>
            <a:tileRect/>
          </a:gradFill>
          <a:ln>
            <a:noFill/>
          </a:ln>
        </p:spPr>
        <p:txBody>
          <a:bodyPr vert="horz" wrap="square" lIns="91440" tIns="45720" rIns="91440" bIns="45720" numCol="1" anchor="t" anchorCtr="0" compatLnSpc="1">
            <a:noAutofit/>
          </a:bodyPr>
          <a:lstStyle/>
          <a:p>
            <a:endParaRPr lang="zh-CN" altLang="en-US">
              <a:gradFill>
                <a:gsLst>
                  <a:gs pos="100000">
                    <a:schemeClr val="accent3"/>
                  </a:gs>
                  <a:gs pos="0">
                    <a:schemeClr val="accent4"/>
                  </a:gs>
                </a:gsLst>
                <a:lin ang="13500000" scaled="1"/>
              </a:gradFill>
              <a:cs typeface="+mn-ea"/>
              <a:sym typeface="+mn-lt"/>
            </a:endParaRPr>
          </a:p>
        </p:txBody>
      </p:sp>
      <p:pic>
        <p:nvPicPr>
          <p:cNvPr id="9" name="图片 8"/>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244475" y="261476"/>
            <a:ext cx="527050" cy="527050"/>
          </a:xfrm>
          <a:prstGeom prst="rect">
            <a:avLst/>
          </a:prstGeom>
        </p:spPr>
      </p:pic>
      <p:pic>
        <p:nvPicPr>
          <p:cNvPr id="2" name="图片 1" descr="第11章 知识导图"/>
          <p:cNvPicPr>
            <a:picLocks noChangeAspect="1"/>
          </p:cNvPicPr>
          <p:nvPr/>
        </p:nvPicPr>
        <p:blipFill>
          <a:blip r:embed="rId3"/>
          <a:stretch>
            <a:fillRect/>
          </a:stretch>
        </p:blipFill>
        <p:spPr>
          <a:xfrm>
            <a:off x="2141451" y="1407612"/>
            <a:ext cx="8730714" cy="545038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cs typeface="+mn-ea"/>
                <a:sym typeface="+mn-lt"/>
              </a:rPr>
              <a:t>虚拟化的基本概念</a:t>
            </a:r>
          </a:p>
        </p:txBody>
      </p:sp>
      <p:sp>
        <p:nvSpPr>
          <p:cNvPr id="23" name="ïşľîďè"/>
          <p:cNvSpPr/>
          <p:nvPr/>
        </p:nvSpPr>
        <p:spPr>
          <a:xfrm>
            <a:off x="1588" y="1143000"/>
            <a:ext cx="4669654" cy="5003800"/>
          </a:xfrm>
          <a:prstGeom prst="rect">
            <a:avLst/>
          </a:prstGeom>
          <a:blipFill>
            <a:blip r:embed="rId2"/>
            <a:stretch>
              <a:fillRect l="-30450" r="-30284"/>
            </a:stretch>
          </a:blip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endParaRPr lang="zh-CN" altLang="en-US" sz="2000" b="1" dirty="0">
              <a:solidFill>
                <a:schemeClr val="bg1"/>
              </a:solidFill>
            </a:endParaRPr>
          </a:p>
        </p:txBody>
      </p:sp>
      <p:sp>
        <p:nvSpPr>
          <p:cNvPr id="24" name="îŝļiḋe"/>
          <p:cNvSpPr/>
          <p:nvPr/>
        </p:nvSpPr>
        <p:spPr>
          <a:xfrm>
            <a:off x="4014295" y="1143000"/>
            <a:ext cx="656948" cy="5003800"/>
          </a:xfrm>
          <a:prstGeom prst="rect">
            <a:avLst/>
          </a:prstGeom>
          <a:solidFill>
            <a:schemeClr val="accent1">
              <a:alpha val="70000"/>
            </a:schemeClr>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endParaRPr lang="zh-CN" altLang="en-US" sz="2000" b="1" dirty="0">
              <a:solidFill>
                <a:schemeClr val="bg1"/>
              </a:solidFill>
            </a:endParaRPr>
          </a:p>
        </p:txBody>
      </p:sp>
      <p:grpSp>
        <p:nvGrpSpPr>
          <p:cNvPr id="25" name="í$1iďè"/>
          <p:cNvGrpSpPr/>
          <p:nvPr/>
        </p:nvGrpSpPr>
        <p:grpSpPr>
          <a:xfrm>
            <a:off x="4183062" y="1607317"/>
            <a:ext cx="7381905" cy="1702554"/>
            <a:chOff x="4136995" y="1337039"/>
            <a:chExt cx="7381905" cy="1702554"/>
          </a:xfrm>
        </p:grpSpPr>
        <p:sp>
          <p:nvSpPr>
            <p:cNvPr id="26" name="îslîďê"/>
            <p:cNvSpPr/>
            <p:nvPr/>
          </p:nvSpPr>
          <p:spPr>
            <a:xfrm>
              <a:off x="4136995" y="1712614"/>
              <a:ext cx="408372" cy="363926"/>
            </a:xfrm>
            <a:custGeom>
              <a:avLst/>
              <a:gdLst>
                <a:gd name="connsiteX0" fmla="*/ 514822 w 607336"/>
                <a:gd name="connsiteY0" fmla="*/ 287718 h 541236"/>
                <a:gd name="connsiteX1" fmla="*/ 501327 w 607336"/>
                <a:gd name="connsiteY1" fmla="*/ 301190 h 541236"/>
                <a:gd name="connsiteX2" fmla="*/ 501327 w 607336"/>
                <a:gd name="connsiteY2" fmla="*/ 357185 h 541236"/>
                <a:gd name="connsiteX3" fmla="*/ 514822 w 607336"/>
                <a:gd name="connsiteY3" fmla="*/ 370656 h 541236"/>
                <a:gd name="connsiteX4" fmla="*/ 528317 w 607336"/>
                <a:gd name="connsiteY4" fmla="*/ 357185 h 541236"/>
                <a:gd name="connsiteX5" fmla="*/ 528317 w 607336"/>
                <a:gd name="connsiteY5" fmla="*/ 301190 h 541236"/>
                <a:gd name="connsiteX6" fmla="*/ 514822 w 607336"/>
                <a:gd name="connsiteY6" fmla="*/ 287718 h 541236"/>
                <a:gd name="connsiteX7" fmla="*/ 513884 w 607336"/>
                <a:gd name="connsiteY7" fmla="*/ 257846 h 541236"/>
                <a:gd name="connsiteX8" fmla="*/ 524093 w 607336"/>
                <a:gd name="connsiteY8" fmla="*/ 258315 h 541236"/>
                <a:gd name="connsiteX9" fmla="*/ 591098 w 607336"/>
                <a:gd name="connsiteY9" fmla="*/ 286664 h 541236"/>
                <a:gd name="connsiteX10" fmla="*/ 596496 w 607336"/>
                <a:gd name="connsiteY10" fmla="*/ 294630 h 541236"/>
                <a:gd name="connsiteX11" fmla="*/ 605297 w 607336"/>
                <a:gd name="connsiteY11" fmla="*/ 403457 h 541236"/>
                <a:gd name="connsiteX12" fmla="*/ 581123 w 607336"/>
                <a:gd name="connsiteY12" fmla="*/ 508770 h 541236"/>
                <a:gd name="connsiteX13" fmla="*/ 575725 w 607336"/>
                <a:gd name="connsiteY13" fmla="*/ 516736 h 541236"/>
                <a:gd name="connsiteX14" fmla="*/ 514822 w 607336"/>
                <a:gd name="connsiteY14" fmla="*/ 536650 h 541236"/>
                <a:gd name="connsiteX15" fmla="*/ 453919 w 607336"/>
                <a:gd name="connsiteY15" fmla="*/ 516736 h 541236"/>
                <a:gd name="connsiteX16" fmla="*/ 448521 w 607336"/>
                <a:gd name="connsiteY16" fmla="*/ 508770 h 541236"/>
                <a:gd name="connsiteX17" fmla="*/ 424348 w 607336"/>
                <a:gd name="connsiteY17" fmla="*/ 403457 h 541236"/>
                <a:gd name="connsiteX18" fmla="*/ 433149 w 607336"/>
                <a:gd name="connsiteY18" fmla="*/ 294630 h 541236"/>
                <a:gd name="connsiteX19" fmla="*/ 438547 w 607336"/>
                <a:gd name="connsiteY19" fmla="*/ 286664 h 541236"/>
                <a:gd name="connsiteX20" fmla="*/ 502970 w 607336"/>
                <a:gd name="connsiteY20" fmla="*/ 258315 h 541236"/>
                <a:gd name="connsiteX21" fmla="*/ 513884 w 607336"/>
                <a:gd name="connsiteY21" fmla="*/ 257846 h 541236"/>
                <a:gd name="connsiteX22" fmla="*/ 23466 w 607336"/>
                <a:gd name="connsiteY22" fmla="*/ 0 h 541236"/>
                <a:gd name="connsiteX23" fmla="*/ 555312 w 607336"/>
                <a:gd name="connsiteY23" fmla="*/ 0 h 541236"/>
                <a:gd name="connsiteX24" fmla="*/ 578778 w 607336"/>
                <a:gd name="connsiteY24" fmla="*/ 23430 h 541236"/>
                <a:gd name="connsiteX25" fmla="*/ 578778 w 607336"/>
                <a:gd name="connsiteY25" fmla="*/ 253163 h 541236"/>
                <a:gd name="connsiteX26" fmla="*/ 531847 w 607336"/>
                <a:gd name="connsiteY26" fmla="*/ 239339 h 541236"/>
                <a:gd name="connsiteX27" fmla="*/ 531847 w 607336"/>
                <a:gd name="connsiteY27" fmla="*/ 46861 h 541236"/>
                <a:gd name="connsiteX28" fmla="*/ 46931 w 607336"/>
                <a:gd name="connsiteY28" fmla="*/ 46861 h 541236"/>
                <a:gd name="connsiteX29" fmla="*/ 46931 w 607336"/>
                <a:gd name="connsiteY29" fmla="*/ 346766 h 541236"/>
                <a:gd name="connsiteX30" fmla="*/ 404898 w 607336"/>
                <a:gd name="connsiteY30" fmla="*/ 346766 h 541236"/>
                <a:gd name="connsiteX31" fmla="*/ 405837 w 607336"/>
                <a:gd name="connsiteY31" fmla="*/ 410730 h 541236"/>
                <a:gd name="connsiteX32" fmla="*/ 409005 w 607336"/>
                <a:gd name="connsiteY32" fmla="*/ 432638 h 541236"/>
                <a:gd name="connsiteX33" fmla="*/ 368175 w 607336"/>
                <a:gd name="connsiteY33" fmla="*/ 432638 h 541236"/>
                <a:gd name="connsiteX34" fmla="*/ 388120 w 607336"/>
                <a:gd name="connsiteY34" fmla="*/ 500585 h 541236"/>
                <a:gd name="connsiteX35" fmla="*/ 412407 w 607336"/>
                <a:gd name="connsiteY35" fmla="*/ 500585 h 541236"/>
                <a:gd name="connsiteX36" fmla="*/ 423553 w 607336"/>
                <a:gd name="connsiteY36" fmla="*/ 511714 h 541236"/>
                <a:gd name="connsiteX37" fmla="*/ 423553 w 607336"/>
                <a:gd name="connsiteY37" fmla="*/ 530107 h 541236"/>
                <a:gd name="connsiteX38" fmla="*/ 412407 w 607336"/>
                <a:gd name="connsiteY38" fmla="*/ 541236 h 541236"/>
                <a:gd name="connsiteX39" fmla="*/ 166371 w 607336"/>
                <a:gd name="connsiteY39" fmla="*/ 541236 h 541236"/>
                <a:gd name="connsiteX40" fmla="*/ 155225 w 607336"/>
                <a:gd name="connsiteY40" fmla="*/ 530107 h 541236"/>
                <a:gd name="connsiteX41" fmla="*/ 155225 w 607336"/>
                <a:gd name="connsiteY41" fmla="*/ 511714 h 541236"/>
                <a:gd name="connsiteX42" fmla="*/ 166371 w 607336"/>
                <a:gd name="connsiteY42" fmla="*/ 500585 h 541236"/>
                <a:gd name="connsiteX43" fmla="*/ 190658 w 607336"/>
                <a:gd name="connsiteY43" fmla="*/ 500585 h 541236"/>
                <a:gd name="connsiteX44" fmla="*/ 210721 w 607336"/>
                <a:gd name="connsiteY44" fmla="*/ 432638 h 541236"/>
                <a:gd name="connsiteX45" fmla="*/ 23466 w 607336"/>
                <a:gd name="connsiteY45" fmla="*/ 432638 h 541236"/>
                <a:gd name="connsiteX46" fmla="*/ 0 w 607336"/>
                <a:gd name="connsiteY46" fmla="*/ 409207 h 541236"/>
                <a:gd name="connsiteX47" fmla="*/ 0 w 607336"/>
                <a:gd name="connsiteY47" fmla="*/ 23430 h 541236"/>
                <a:gd name="connsiteX48" fmla="*/ 23466 w 607336"/>
                <a:gd name="connsiteY48" fmla="*/ 0 h 54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607336" h="541236">
                  <a:moveTo>
                    <a:pt x="514822" y="287718"/>
                  </a:moveTo>
                  <a:cubicBezTo>
                    <a:pt x="507429" y="287718"/>
                    <a:pt x="501327" y="293810"/>
                    <a:pt x="501327" y="301190"/>
                  </a:cubicBezTo>
                  <a:lnTo>
                    <a:pt x="501327" y="357185"/>
                  </a:lnTo>
                  <a:cubicBezTo>
                    <a:pt x="501327" y="364682"/>
                    <a:pt x="507429" y="370656"/>
                    <a:pt x="514822" y="370656"/>
                  </a:cubicBezTo>
                  <a:cubicBezTo>
                    <a:pt x="522215" y="370656"/>
                    <a:pt x="528317" y="364682"/>
                    <a:pt x="528317" y="357185"/>
                  </a:cubicBezTo>
                  <a:lnTo>
                    <a:pt x="528317" y="301190"/>
                  </a:lnTo>
                  <a:cubicBezTo>
                    <a:pt x="528317" y="293810"/>
                    <a:pt x="522215" y="287718"/>
                    <a:pt x="514822" y="287718"/>
                  </a:cubicBezTo>
                  <a:close/>
                  <a:moveTo>
                    <a:pt x="513884" y="257846"/>
                  </a:moveTo>
                  <a:cubicBezTo>
                    <a:pt x="521042" y="257846"/>
                    <a:pt x="524093" y="258315"/>
                    <a:pt x="524093" y="258315"/>
                  </a:cubicBezTo>
                  <a:cubicBezTo>
                    <a:pt x="546506" y="260423"/>
                    <a:pt x="569037" y="269795"/>
                    <a:pt x="591098" y="286664"/>
                  </a:cubicBezTo>
                  <a:cubicBezTo>
                    <a:pt x="593679" y="288655"/>
                    <a:pt x="595557" y="291467"/>
                    <a:pt x="596496" y="294630"/>
                  </a:cubicBezTo>
                  <a:cubicBezTo>
                    <a:pt x="606940" y="330710"/>
                    <a:pt x="609756" y="365268"/>
                    <a:pt x="605297" y="403457"/>
                  </a:cubicBezTo>
                  <a:cubicBezTo>
                    <a:pt x="601307" y="437312"/>
                    <a:pt x="592037" y="471166"/>
                    <a:pt x="581123" y="508770"/>
                  </a:cubicBezTo>
                  <a:cubicBezTo>
                    <a:pt x="580185" y="511933"/>
                    <a:pt x="578307" y="514744"/>
                    <a:pt x="575725" y="516736"/>
                  </a:cubicBezTo>
                  <a:cubicBezTo>
                    <a:pt x="559062" y="529622"/>
                    <a:pt x="537470" y="536650"/>
                    <a:pt x="514822" y="536650"/>
                  </a:cubicBezTo>
                  <a:cubicBezTo>
                    <a:pt x="492174" y="536650"/>
                    <a:pt x="470583" y="529622"/>
                    <a:pt x="453919" y="516736"/>
                  </a:cubicBezTo>
                  <a:cubicBezTo>
                    <a:pt x="451338" y="514744"/>
                    <a:pt x="449460" y="511933"/>
                    <a:pt x="448521" y="508770"/>
                  </a:cubicBezTo>
                  <a:cubicBezTo>
                    <a:pt x="437608" y="471166"/>
                    <a:pt x="428338" y="437312"/>
                    <a:pt x="424348" y="403457"/>
                  </a:cubicBezTo>
                  <a:cubicBezTo>
                    <a:pt x="420006" y="365268"/>
                    <a:pt x="422705" y="330710"/>
                    <a:pt x="433149" y="294630"/>
                  </a:cubicBezTo>
                  <a:cubicBezTo>
                    <a:pt x="434088" y="291467"/>
                    <a:pt x="435965" y="288655"/>
                    <a:pt x="438547" y="286664"/>
                  </a:cubicBezTo>
                  <a:cubicBezTo>
                    <a:pt x="459787" y="270381"/>
                    <a:pt x="481378" y="260892"/>
                    <a:pt x="502970" y="258315"/>
                  </a:cubicBezTo>
                  <a:cubicBezTo>
                    <a:pt x="502970" y="258315"/>
                    <a:pt x="506725" y="257846"/>
                    <a:pt x="513884" y="257846"/>
                  </a:cubicBezTo>
                  <a:close/>
                  <a:moveTo>
                    <a:pt x="23466" y="0"/>
                  </a:moveTo>
                  <a:lnTo>
                    <a:pt x="555312" y="0"/>
                  </a:lnTo>
                  <a:cubicBezTo>
                    <a:pt x="568336" y="0"/>
                    <a:pt x="578778" y="10544"/>
                    <a:pt x="578778" y="23430"/>
                  </a:cubicBezTo>
                  <a:lnTo>
                    <a:pt x="578778" y="253163"/>
                  </a:lnTo>
                  <a:cubicBezTo>
                    <a:pt x="563408" y="245548"/>
                    <a:pt x="547686" y="240979"/>
                    <a:pt x="531847" y="239339"/>
                  </a:cubicBezTo>
                  <a:lnTo>
                    <a:pt x="531847" y="46861"/>
                  </a:lnTo>
                  <a:lnTo>
                    <a:pt x="46931" y="46861"/>
                  </a:lnTo>
                  <a:lnTo>
                    <a:pt x="46931" y="346766"/>
                  </a:lnTo>
                  <a:lnTo>
                    <a:pt x="404898" y="346766"/>
                  </a:lnTo>
                  <a:cubicBezTo>
                    <a:pt x="402904" y="367502"/>
                    <a:pt x="403256" y="388589"/>
                    <a:pt x="405837" y="410730"/>
                  </a:cubicBezTo>
                  <a:cubicBezTo>
                    <a:pt x="406658" y="418111"/>
                    <a:pt x="407714" y="425374"/>
                    <a:pt x="409005" y="432638"/>
                  </a:cubicBezTo>
                  <a:lnTo>
                    <a:pt x="368175" y="432638"/>
                  </a:lnTo>
                  <a:lnTo>
                    <a:pt x="388120" y="500585"/>
                  </a:lnTo>
                  <a:lnTo>
                    <a:pt x="412407" y="500585"/>
                  </a:lnTo>
                  <a:cubicBezTo>
                    <a:pt x="418626" y="500585"/>
                    <a:pt x="423553" y="505622"/>
                    <a:pt x="423553" y="511714"/>
                  </a:cubicBezTo>
                  <a:lnTo>
                    <a:pt x="423553" y="530107"/>
                  </a:lnTo>
                  <a:cubicBezTo>
                    <a:pt x="423553" y="536199"/>
                    <a:pt x="418626" y="541236"/>
                    <a:pt x="412407" y="541236"/>
                  </a:cubicBezTo>
                  <a:lnTo>
                    <a:pt x="166371" y="541236"/>
                  </a:lnTo>
                  <a:cubicBezTo>
                    <a:pt x="160270" y="541236"/>
                    <a:pt x="155225" y="536199"/>
                    <a:pt x="155225" y="530107"/>
                  </a:cubicBezTo>
                  <a:lnTo>
                    <a:pt x="155225" y="511714"/>
                  </a:lnTo>
                  <a:cubicBezTo>
                    <a:pt x="155225" y="505622"/>
                    <a:pt x="160270" y="500585"/>
                    <a:pt x="166371" y="500585"/>
                  </a:cubicBezTo>
                  <a:lnTo>
                    <a:pt x="190658" y="500585"/>
                  </a:lnTo>
                  <a:lnTo>
                    <a:pt x="210721" y="432638"/>
                  </a:lnTo>
                  <a:lnTo>
                    <a:pt x="23466" y="432638"/>
                  </a:lnTo>
                  <a:cubicBezTo>
                    <a:pt x="10560" y="432638"/>
                    <a:pt x="0" y="422211"/>
                    <a:pt x="0" y="409207"/>
                  </a:cubicBezTo>
                  <a:lnTo>
                    <a:pt x="0" y="23430"/>
                  </a:lnTo>
                  <a:cubicBezTo>
                    <a:pt x="0" y="10544"/>
                    <a:pt x="10560" y="0"/>
                    <a:pt x="23466"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92500" lnSpcReduction="1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sp>
          <p:nvSpPr>
            <p:cNvPr id="27" name="ïSḻiḍé"/>
            <p:cNvSpPr txBox="1"/>
            <p:nvPr/>
          </p:nvSpPr>
          <p:spPr>
            <a:xfrm>
              <a:off x="4882719" y="1337039"/>
              <a:ext cx="6636181" cy="1702554"/>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just">
                <a:lnSpc>
                  <a:spcPct val="123000"/>
                </a:lnSpc>
                <a:spcBef>
                  <a:spcPts val="600"/>
                </a:spcBef>
                <a:spcAft>
                  <a:spcPts val="600"/>
                </a:spcAft>
              </a:pPr>
              <a:r>
                <a:rPr lang="zh-CN" altLang="en-US" sz="2400" dirty="0">
                  <a:solidFill>
                    <a:srgbClr val="FF0000"/>
                  </a:solidFill>
                  <a:latin typeface="+mj-ea"/>
                  <a:ea typeface="+mj-ea"/>
                </a:rPr>
                <a:t>虚拟化</a:t>
              </a:r>
              <a:r>
                <a:rPr lang="zh-CN" altLang="en-US" sz="2400" dirty="0">
                  <a:latin typeface="+mj-ea"/>
                  <a:ea typeface="+mj-ea"/>
                </a:rPr>
                <a:t>是指实体计算机的物理资源抽象成逻辑资源，基于这些逻辑资源构建与实体计算机架构类似、功能等价的逻辑计算机。</a:t>
              </a:r>
            </a:p>
            <a:p>
              <a:pPr marL="342900" indent="-342900" algn="just">
                <a:lnSpc>
                  <a:spcPct val="130000"/>
                </a:lnSpc>
                <a:spcBef>
                  <a:spcPts val="600"/>
                </a:spcBef>
                <a:spcAft>
                  <a:spcPts val="600"/>
                </a:spcAft>
                <a:buClr>
                  <a:srgbClr val="FF0000"/>
                </a:buClr>
                <a:buFont typeface="Wingdings" panose="05000000000000000000" pitchFamily="2" charset="2"/>
                <a:buChar char="Ø"/>
              </a:pPr>
              <a:r>
                <a:rPr lang="zh-CN" altLang="en-US" sz="2400" dirty="0">
                  <a:latin typeface="+mj-ea"/>
                  <a:ea typeface="+mj-ea"/>
                </a:rPr>
                <a:t>这些计算机称为虚拟机</a:t>
              </a:r>
              <a:r>
                <a:rPr lang="en-US" altLang="zh-CN" sz="2400" dirty="0">
                  <a:latin typeface="+mj-ea"/>
                  <a:ea typeface="+mj-ea"/>
                </a:rPr>
                <a:t>VM</a:t>
              </a:r>
            </a:p>
          </p:txBody>
        </p:sp>
      </p:grpSp>
      <p:grpSp>
        <p:nvGrpSpPr>
          <p:cNvPr id="28" name="išḷîḓé"/>
          <p:cNvGrpSpPr/>
          <p:nvPr/>
        </p:nvGrpSpPr>
        <p:grpSpPr>
          <a:xfrm>
            <a:off x="4183062" y="3800144"/>
            <a:ext cx="7381904" cy="1763616"/>
            <a:chOff x="4136995" y="3233565"/>
            <a:chExt cx="7381904" cy="1763616"/>
          </a:xfrm>
        </p:grpSpPr>
        <p:sp>
          <p:nvSpPr>
            <p:cNvPr id="29" name="íśľïḋé"/>
            <p:cNvSpPr/>
            <p:nvPr/>
          </p:nvSpPr>
          <p:spPr>
            <a:xfrm>
              <a:off x="4136995" y="3450237"/>
              <a:ext cx="408372" cy="363926"/>
            </a:xfrm>
            <a:custGeom>
              <a:avLst/>
              <a:gdLst>
                <a:gd name="connsiteX0" fmla="*/ 514822 w 607336"/>
                <a:gd name="connsiteY0" fmla="*/ 287718 h 541236"/>
                <a:gd name="connsiteX1" fmla="*/ 501327 w 607336"/>
                <a:gd name="connsiteY1" fmla="*/ 301190 h 541236"/>
                <a:gd name="connsiteX2" fmla="*/ 501327 w 607336"/>
                <a:gd name="connsiteY2" fmla="*/ 357185 h 541236"/>
                <a:gd name="connsiteX3" fmla="*/ 514822 w 607336"/>
                <a:gd name="connsiteY3" fmla="*/ 370656 h 541236"/>
                <a:gd name="connsiteX4" fmla="*/ 528317 w 607336"/>
                <a:gd name="connsiteY4" fmla="*/ 357185 h 541236"/>
                <a:gd name="connsiteX5" fmla="*/ 528317 w 607336"/>
                <a:gd name="connsiteY5" fmla="*/ 301190 h 541236"/>
                <a:gd name="connsiteX6" fmla="*/ 514822 w 607336"/>
                <a:gd name="connsiteY6" fmla="*/ 287718 h 541236"/>
                <a:gd name="connsiteX7" fmla="*/ 513884 w 607336"/>
                <a:gd name="connsiteY7" fmla="*/ 257846 h 541236"/>
                <a:gd name="connsiteX8" fmla="*/ 524093 w 607336"/>
                <a:gd name="connsiteY8" fmla="*/ 258315 h 541236"/>
                <a:gd name="connsiteX9" fmla="*/ 591098 w 607336"/>
                <a:gd name="connsiteY9" fmla="*/ 286664 h 541236"/>
                <a:gd name="connsiteX10" fmla="*/ 596496 w 607336"/>
                <a:gd name="connsiteY10" fmla="*/ 294630 h 541236"/>
                <a:gd name="connsiteX11" fmla="*/ 605297 w 607336"/>
                <a:gd name="connsiteY11" fmla="*/ 403457 h 541236"/>
                <a:gd name="connsiteX12" fmla="*/ 581123 w 607336"/>
                <a:gd name="connsiteY12" fmla="*/ 508770 h 541236"/>
                <a:gd name="connsiteX13" fmla="*/ 575725 w 607336"/>
                <a:gd name="connsiteY13" fmla="*/ 516736 h 541236"/>
                <a:gd name="connsiteX14" fmla="*/ 514822 w 607336"/>
                <a:gd name="connsiteY14" fmla="*/ 536650 h 541236"/>
                <a:gd name="connsiteX15" fmla="*/ 453919 w 607336"/>
                <a:gd name="connsiteY15" fmla="*/ 516736 h 541236"/>
                <a:gd name="connsiteX16" fmla="*/ 448521 w 607336"/>
                <a:gd name="connsiteY16" fmla="*/ 508770 h 541236"/>
                <a:gd name="connsiteX17" fmla="*/ 424348 w 607336"/>
                <a:gd name="connsiteY17" fmla="*/ 403457 h 541236"/>
                <a:gd name="connsiteX18" fmla="*/ 433149 w 607336"/>
                <a:gd name="connsiteY18" fmla="*/ 294630 h 541236"/>
                <a:gd name="connsiteX19" fmla="*/ 438547 w 607336"/>
                <a:gd name="connsiteY19" fmla="*/ 286664 h 541236"/>
                <a:gd name="connsiteX20" fmla="*/ 502970 w 607336"/>
                <a:gd name="connsiteY20" fmla="*/ 258315 h 541236"/>
                <a:gd name="connsiteX21" fmla="*/ 513884 w 607336"/>
                <a:gd name="connsiteY21" fmla="*/ 257846 h 541236"/>
                <a:gd name="connsiteX22" fmla="*/ 23466 w 607336"/>
                <a:gd name="connsiteY22" fmla="*/ 0 h 541236"/>
                <a:gd name="connsiteX23" fmla="*/ 555312 w 607336"/>
                <a:gd name="connsiteY23" fmla="*/ 0 h 541236"/>
                <a:gd name="connsiteX24" fmla="*/ 578778 w 607336"/>
                <a:gd name="connsiteY24" fmla="*/ 23430 h 541236"/>
                <a:gd name="connsiteX25" fmla="*/ 578778 w 607336"/>
                <a:gd name="connsiteY25" fmla="*/ 253163 h 541236"/>
                <a:gd name="connsiteX26" fmla="*/ 531847 w 607336"/>
                <a:gd name="connsiteY26" fmla="*/ 239339 h 541236"/>
                <a:gd name="connsiteX27" fmla="*/ 531847 w 607336"/>
                <a:gd name="connsiteY27" fmla="*/ 46861 h 541236"/>
                <a:gd name="connsiteX28" fmla="*/ 46931 w 607336"/>
                <a:gd name="connsiteY28" fmla="*/ 46861 h 541236"/>
                <a:gd name="connsiteX29" fmla="*/ 46931 w 607336"/>
                <a:gd name="connsiteY29" fmla="*/ 346766 h 541236"/>
                <a:gd name="connsiteX30" fmla="*/ 404898 w 607336"/>
                <a:gd name="connsiteY30" fmla="*/ 346766 h 541236"/>
                <a:gd name="connsiteX31" fmla="*/ 405837 w 607336"/>
                <a:gd name="connsiteY31" fmla="*/ 410730 h 541236"/>
                <a:gd name="connsiteX32" fmla="*/ 409005 w 607336"/>
                <a:gd name="connsiteY32" fmla="*/ 432638 h 541236"/>
                <a:gd name="connsiteX33" fmla="*/ 368175 w 607336"/>
                <a:gd name="connsiteY33" fmla="*/ 432638 h 541236"/>
                <a:gd name="connsiteX34" fmla="*/ 388120 w 607336"/>
                <a:gd name="connsiteY34" fmla="*/ 500585 h 541236"/>
                <a:gd name="connsiteX35" fmla="*/ 412407 w 607336"/>
                <a:gd name="connsiteY35" fmla="*/ 500585 h 541236"/>
                <a:gd name="connsiteX36" fmla="*/ 423553 w 607336"/>
                <a:gd name="connsiteY36" fmla="*/ 511714 h 541236"/>
                <a:gd name="connsiteX37" fmla="*/ 423553 w 607336"/>
                <a:gd name="connsiteY37" fmla="*/ 530107 h 541236"/>
                <a:gd name="connsiteX38" fmla="*/ 412407 w 607336"/>
                <a:gd name="connsiteY38" fmla="*/ 541236 h 541236"/>
                <a:gd name="connsiteX39" fmla="*/ 166371 w 607336"/>
                <a:gd name="connsiteY39" fmla="*/ 541236 h 541236"/>
                <a:gd name="connsiteX40" fmla="*/ 155225 w 607336"/>
                <a:gd name="connsiteY40" fmla="*/ 530107 h 541236"/>
                <a:gd name="connsiteX41" fmla="*/ 155225 w 607336"/>
                <a:gd name="connsiteY41" fmla="*/ 511714 h 541236"/>
                <a:gd name="connsiteX42" fmla="*/ 166371 w 607336"/>
                <a:gd name="connsiteY42" fmla="*/ 500585 h 541236"/>
                <a:gd name="connsiteX43" fmla="*/ 190658 w 607336"/>
                <a:gd name="connsiteY43" fmla="*/ 500585 h 541236"/>
                <a:gd name="connsiteX44" fmla="*/ 210721 w 607336"/>
                <a:gd name="connsiteY44" fmla="*/ 432638 h 541236"/>
                <a:gd name="connsiteX45" fmla="*/ 23466 w 607336"/>
                <a:gd name="connsiteY45" fmla="*/ 432638 h 541236"/>
                <a:gd name="connsiteX46" fmla="*/ 0 w 607336"/>
                <a:gd name="connsiteY46" fmla="*/ 409207 h 541236"/>
                <a:gd name="connsiteX47" fmla="*/ 0 w 607336"/>
                <a:gd name="connsiteY47" fmla="*/ 23430 h 541236"/>
                <a:gd name="connsiteX48" fmla="*/ 23466 w 607336"/>
                <a:gd name="connsiteY48" fmla="*/ 0 h 54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607336" h="541236">
                  <a:moveTo>
                    <a:pt x="514822" y="287718"/>
                  </a:moveTo>
                  <a:cubicBezTo>
                    <a:pt x="507429" y="287718"/>
                    <a:pt x="501327" y="293810"/>
                    <a:pt x="501327" y="301190"/>
                  </a:cubicBezTo>
                  <a:lnTo>
                    <a:pt x="501327" y="357185"/>
                  </a:lnTo>
                  <a:cubicBezTo>
                    <a:pt x="501327" y="364682"/>
                    <a:pt x="507429" y="370656"/>
                    <a:pt x="514822" y="370656"/>
                  </a:cubicBezTo>
                  <a:cubicBezTo>
                    <a:pt x="522215" y="370656"/>
                    <a:pt x="528317" y="364682"/>
                    <a:pt x="528317" y="357185"/>
                  </a:cubicBezTo>
                  <a:lnTo>
                    <a:pt x="528317" y="301190"/>
                  </a:lnTo>
                  <a:cubicBezTo>
                    <a:pt x="528317" y="293810"/>
                    <a:pt x="522215" y="287718"/>
                    <a:pt x="514822" y="287718"/>
                  </a:cubicBezTo>
                  <a:close/>
                  <a:moveTo>
                    <a:pt x="513884" y="257846"/>
                  </a:moveTo>
                  <a:cubicBezTo>
                    <a:pt x="521042" y="257846"/>
                    <a:pt x="524093" y="258315"/>
                    <a:pt x="524093" y="258315"/>
                  </a:cubicBezTo>
                  <a:cubicBezTo>
                    <a:pt x="546506" y="260423"/>
                    <a:pt x="569037" y="269795"/>
                    <a:pt x="591098" y="286664"/>
                  </a:cubicBezTo>
                  <a:cubicBezTo>
                    <a:pt x="593679" y="288655"/>
                    <a:pt x="595557" y="291467"/>
                    <a:pt x="596496" y="294630"/>
                  </a:cubicBezTo>
                  <a:cubicBezTo>
                    <a:pt x="606940" y="330710"/>
                    <a:pt x="609756" y="365268"/>
                    <a:pt x="605297" y="403457"/>
                  </a:cubicBezTo>
                  <a:cubicBezTo>
                    <a:pt x="601307" y="437312"/>
                    <a:pt x="592037" y="471166"/>
                    <a:pt x="581123" y="508770"/>
                  </a:cubicBezTo>
                  <a:cubicBezTo>
                    <a:pt x="580185" y="511933"/>
                    <a:pt x="578307" y="514744"/>
                    <a:pt x="575725" y="516736"/>
                  </a:cubicBezTo>
                  <a:cubicBezTo>
                    <a:pt x="559062" y="529622"/>
                    <a:pt x="537470" y="536650"/>
                    <a:pt x="514822" y="536650"/>
                  </a:cubicBezTo>
                  <a:cubicBezTo>
                    <a:pt x="492174" y="536650"/>
                    <a:pt x="470583" y="529622"/>
                    <a:pt x="453919" y="516736"/>
                  </a:cubicBezTo>
                  <a:cubicBezTo>
                    <a:pt x="451338" y="514744"/>
                    <a:pt x="449460" y="511933"/>
                    <a:pt x="448521" y="508770"/>
                  </a:cubicBezTo>
                  <a:cubicBezTo>
                    <a:pt x="437608" y="471166"/>
                    <a:pt x="428338" y="437312"/>
                    <a:pt x="424348" y="403457"/>
                  </a:cubicBezTo>
                  <a:cubicBezTo>
                    <a:pt x="420006" y="365268"/>
                    <a:pt x="422705" y="330710"/>
                    <a:pt x="433149" y="294630"/>
                  </a:cubicBezTo>
                  <a:cubicBezTo>
                    <a:pt x="434088" y="291467"/>
                    <a:pt x="435965" y="288655"/>
                    <a:pt x="438547" y="286664"/>
                  </a:cubicBezTo>
                  <a:cubicBezTo>
                    <a:pt x="459787" y="270381"/>
                    <a:pt x="481378" y="260892"/>
                    <a:pt x="502970" y="258315"/>
                  </a:cubicBezTo>
                  <a:cubicBezTo>
                    <a:pt x="502970" y="258315"/>
                    <a:pt x="506725" y="257846"/>
                    <a:pt x="513884" y="257846"/>
                  </a:cubicBezTo>
                  <a:close/>
                  <a:moveTo>
                    <a:pt x="23466" y="0"/>
                  </a:moveTo>
                  <a:lnTo>
                    <a:pt x="555312" y="0"/>
                  </a:lnTo>
                  <a:cubicBezTo>
                    <a:pt x="568336" y="0"/>
                    <a:pt x="578778" y="10544"/>
                    <a:pt x="578778" y="23430"/>
                  </a:cubicBezTo>
                  <a:lnTo>
                    <a:pt x="578778" y="253163"/>
                  </a:lnTo>
                  <a:cubicBezTo>
                    <a:pt x="563408" y="245548"/>
                    <a:pt x="547686" y="240979"/>
                    <a:pt x="531847" y="239339"/>
                  </a:cubicBezTo>
                  <a:lnTo>
                    <a:pt x="531847" y="46861"/>
                  </a:lnTo>
                  <a:lnTo>
                    <a:pt x="46931" y="46861"/>
                  </a:lnTo>
                  <a:lnTo>
                    <a:pt x="46931" y="346766"/>
                  </a:lnTo>
                  <a:lnTo>
                    <a:pt x="404898" y="346766"/>
                  </a:lnTo>
                  <a:cubicBezTo>
                    <a:pt x="402904" y="367502"/>
                    <a:pt x="403256" y="388589"/>
                    <a:pt x="405837" y="410730"/>
                  </a:cubicBezTo>
                  <a:cubicBezTo>
                    <a:pt x="406658" y="418111"/>
                    <a:pt x="407714" y="425374"/>
                    <a:pt x="409005" y="432638"/>
                  </a:cubicBezTo>
                  <a:lnTo>
                    <a:pt x="368175" y="432638"/>
                  </a:lnTo>
                  <a:lnTo>
                    <a:pt x="388120" y="500585"/>
                  </a:lnTo>
                  <a:lnTo>
                    <a:pt x="412407" y="500585"/>
                  </a:lnTo>
                  <a:cubicBezTo>
                    <a:pt x="418626" y="500585"/>
                    <a:pt x="423553" y="505622"/>
                    <a:pt x="423553" y="511714"/>
                  </a:cubicBezTo>
                  <a:lnTo>
                    <a:pt x="423553" y="530107"/>
                  </a:lnTo>
                  <a:cubicBezTo>
                    <a:pt x="423553" y="536199"/>
                    <a:pt x="418626" y="541236"/>
                    <a:pt x="412407" y="541236"/>
                  </a:cubicBezTo>
                  <a:lnTo>
                    <a:pt x="166371" y="541236"/>
                  </a:lnTo>
                  <a:cubicBezTo>
                    <a:pt x="160270" y="541236"/>
                    <a:pt x="155225" y="536199"/>
                    <a:pt x="155225" y="530107"/>
                  </a:cubicBezTo>
                  <a:lnTo>
                    <a:pt x="155225" y="511714"/>
                  </a:lnTo>
                  <a:cubicBezTo>
                    <a:pt x="155225" y="505622"/>
                    <a:pt x="160270" y="500585"/>
                    <a:pt x="166371" y="500585"/>
                  </a:cubicBezTo>
                  <a:lnTo>
                    <a:pt x="190658" y="500585"/>
                  </a:lnTo>
                  <a:lnTo>
                    <a:pt x="210721" y="432638"/>
                  </a:lnTo>
                  <a:lnTo>
                    <a:pt x="23466" y="432638"/>
                  </a:lnTo>
                  <a:cubicBezTo>
                    <a:pt x="10560" y="432638"/>
                    <a:pt x="0" y="422211"/>
                    <a:pt x="0" y="409207"/>
                  </a:cubicBezTo>
                  <a:lnTo>
                    <a:pt x="0" y="23430"/>
                  </a:lnTo>
                  <a:cubicBezTo>
                    <a:pt x="0" y="10544"/>
                    <a:pt x="10560" y="0"/>
                    <a:pt x="23466"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92500" lnSpcReduction="1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sp>
          <p:nvSpPr>
            <p:cNvPr id="30" name="îŝľîḓè"/>
            <p:cNvSpPr txBox="1"/>
            <p:nvPr/>
          </p:nvSpPr>
          <p:spPr>
            <a:xfrm>
              <a:off x="4882718" y="3233565"/>
              <a:ext cx="6636181" cy="1763616"/>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30000"/>
                </a:lnSpc>
              </a:pPr>
              <a:r>
                <a:rPr lang="zh-CN" altLang="en-US" sz="2400" dirty="0">
                  <a:solidFill>
                    <a:srgbClr val="0000FF"/>
                  </a:solidFill>
                </a:rPr>
                <a:t>虚拟化技术</a:t>
              </a:r>
              <a:r>
                <a:rPr lang="zh-CN" altLang="en-US" sz="2400" dirty="0"/>
                <a:t>是指采用纯软件或软硬件结合的相关方法与技术，实现计算机物理资源的模拟、隔离与共享。</a:t>
              </a: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cs typeface="+mn-ea"/>
                <a:sym typeface="+mn-lt"/>
              </a:rPr>
              <a:t>虚拟化的引入（</a:t>
            </a:r>
            <a:r>
              <a:rPr lang="en-US" altLang="zh-CN" sz="2800" b="1" dirty="0">
                <a:solidFill>
                  <a:schemeClr val="bg1"/>
                </a:solidFill>
                <a:cs typeface="+mn-ea"/>
                <a:sym typeface="+mn-lt"/>
              </a:rPr>
              <a:t>1</a:t>
            </a:r>
            <a:r>
              <a:rPr lang="zh-CN" altLang="en-US" sz="2800" b="1" dirty="0">
                <a:solidFill>
                  <a:schemeClr val="bg1"/>
                </a:solidFill>
                <a:cs typeface="+mn-ea"/>
                <a:sym typeface="+mn-lt"/>
              </a:rPr>
              <a:t>）</a:t>
            </a:r>
          </a:p>
        </p:txBody>
      </p:sp>
      <p:grpSp>
        <p:nvGrpSpPr>
          <p:cNvPr id="4" name="217641"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226978" y="1380218"/>
            <a:ext cx="11171950" cy="4328124"/>
            <a:chOff x="498858" y="1929384"/>
            <a:chExt cx="11171950" cy="4328124"/>
          </a:xfrm>
        </p:grpSpPr>
        <p:sp>
          <p:nvSpPr>
            <p:cNvPr id="6" name="ïsḷîḋê"/>
            <p:cNvSpPr/>
            <p:nvPr/>
          </p:nvSpPr>
          <p:spPr>
            <a:xfrm>
              <a:off x="673100" y="1929384"/>
              <a:ext cx="10845800" cy="2125980"/>
            </a:xfrm>
            <a:prstGeom prst="rightArrow">
              <a:avLst>
                <a:gd name="adj1" fmla="val 50000"/>
                <a:gd name="adj2" fmla="val 42258"/>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7" name="ïṩḻíḑe"/>
            <p:cNvSpPr/>
            <p:nvPr/>
          </p:nvSpPr>
          <p:spPr>
            <a:xfrm rot="2700000">
              <a:off x="1148317" y="2189617"/>
              <a:ext cx="1605516" cy="1605516"/>
            </a:xfrm>
            <a:custGeom>
              <a:avLst/>
              <a:gdLst>
                <a:gd name="connsiteX0" fmla="*/ 135628 w 1605516"/>
                <a:gd name="connsiteY0" fmla="*/ 135628 h 1605516"/>
                <a:gd name="connsiteX1" fmla="*/ 463063 w 1605516"/>
                <a:gd name="connsiteY1" fmla="*/ 0 h 1605516"/>
                <a:gd name="connsiteX2" fmla="*/ 1142453 w 1605516"/>
                <a:gd name="connsiteY2" fmla="*/ 0 h 1605516"/>
                <a:gd name="connsiteX3" fmla="*/ 1605516 w 1605516"/>
                <a:gd name="connsiteY3" fmla="*/ 463063 h 1605516"/>
                <a:gd name="connsiteX4" fmla="*/ 1605516 w 1605516"/>
                <a:gd name="connsiteY4" fmla="*/ 1142453 h 1605516"/>
                <a:gd name="connsiteX5" fmla="*/ 1142453 w 1605516"/>
                <a:gd name="connsiteY5" fmla="*/ 1605516 h 1605516"/>
                <a:gd name="connsiteX6" fmla="*/ 463063 w 1605516"/>
                <a:gd name="connsiteY6" fmla="*/ 1605516 h 1605516"/>
                <a:gd name="connsiteX7" fmla="*/ 282818 w 1605516"/>
                <a:gd name="connsiteY7" fmla="*/ 1569126 h 1605516"/>
                <a:gd name="connsiteX8" fmla="*/ 247355 w 1605516"/>
                <a:gd name="connsiteY8" fmla="*/ 1549878 h 1605516"/>
                <a:gd name="connsiteX9" fmla="*/ 706898 w 1605516"/>
                <a:gd name="connsiteY9" fmla="*/ 1090334 h 1605516"/>
                <a:gd name="connsiteX10" fmla="*/ 802757 w 1605516"/>
                <a:gd name="connsiteY10" fmla="*/ 1186193 h 1605516"/>
                <a:gd name="connsiteX11" fmla="*/ 802757 w 1605516"/>
                <a:gd name="connsiteY11" fmla="*/ 802757 h 1605516"/>
                <a:gd name="connsiteX12" fmla="*/ 419322 w 1605516"/>
                <a:gd name="connsiteY12" fmla="*/ 802757 h 1605516"/>
                <a:gd name="connsiteX13" fmla="*/ 515181 w 1605516"/>
                <a:gd name="connsiteY13" fmla="*/ 898616 h 1605516"/>
                <a:gd name="connsiteX14" fmla="*/ 55637 w 1605516"/>
                <a:gd name="connsiteY14" fmla="*/ 1358159 h 1605516"/>
                <a:gd name="connsiteX15" fmla="*/ 36390 w 1605516"/>
                <a:gd name="connsiteY15" fmla="*/ 1322698 h 1605516"/>
                <a:gd name="connsiteX16" fmla="*/ 0 w 1605516"/>
                <a:gd name="connsiteY16" fmla="*/ 1142453 h 1605516"/>
                <a:gd name="connsiteX17" fmla="*/ 0 w 1605516"/>
                <a:gd name="connsiteY17" fmla="*/ 463063 h 1605516"/>
                <a:gd name="connsiteX18" fmla="*/ 135628 w 1605516"/>
                <a:gd name="connsiteY18" fmla="*/ 135628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628" y="135628"/>
                  </a:moveTo>
                  <a:cubicBezTo>
                    <a:pt x="219426" y="51830"/>
                    <a:pt x="335192" y="0"/>
                    <a:pt x="463063" y="0"/>
                  </a:cubicBezTo>
                  <a:lnTo>
                    <a:pt x="1142453" y="0"/>
                  </a:lnTo>
                  <a:cubicBezTo>
                    <a:pt x="1398196" y="0"/>
                    <a:pt x="1605516" y="207320"/>
                    <a:pt x="1605516" y="463063"/>
                  </a:cubicBezTo>
                  <a:lnTo>
                    <a:pt x="1605516" y="1142453"/>
                  </a:lnTo>
                  <a:cubicBezTo>
                    <a:pt x="1605516" y="1398196"/>
                    <a:pt x="1398196" y="1605516"/>
                    <a:pt x="1142453" y="1605516"/>
                  </a:cubicBezTo>
                  <a:lnTo>
                    <a:pt x="463063" y="1605516"/>
                  </a:lnTo>
                  <a:cubicBezTo>
                    <a:pt x="399127" y="1605516"/>
                    <a:pt x="338218" y="1592559"/>
                    <a:pt x="282818" y="1569126"/>
                  </a:cubicBezTo>
                  <a:lnTo>
                    <a:pt x="247355" y="1549878"/>
                  </a:lnTo>
                  <a:lnTo>
                    <a:pt x="706898" y="1090334"/>
                  </a:lnTo>
                  <a:lnTo>
                    <a:pt x="802757" y="1186193"/>
                  </a:lnTo>
                  <a:lnTo>
                    <a:pt x="802757" y="802757"/>
                  </a:lnTo>
                  <a:lnTo>
                    <a:pt x="419322" y="802757"/>
                  </a:lnTo>
                  <a:lnTo>
                    <a:pt x="515181" y="898616"/>
                  </a:lnTo>
                  <a:lnTo>
                    <a:pt x="55637" y="1358159"/>
                  </a:lnTo>
                  <a:lnTo>
                    <a:pt x="36390" y="1322698"/>
                  </a:lnTo>
                  <a:cubicBezTo>
                    <a:pt x="12957" y="1267298"/>
                    <a:pt x="0" y="1206389"/>
                    <a:pt x="0" y="1142453"/>
                  </a:cubicBezTo>
                  <a:lnTo>
                    <a:pt x="0" y="463063"/>
                  </a:lnTo>
                  <a:cubicBezTo>
                    <a:pt x="0" y="335192"/>
                    <a:pt x="51830" y="219426"/>
                    <a:pt x="135628" y="135628"/>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dirty="0"/>
            </a:p>
          </p:txBody>
        </p:sp>
        <p:sp>
          <p:nvSpPr>
            <p:cNvPr id="8" name="is1íḑe"/>
            <p:cNvSpPr/>
            <p:nvPr/>
          </p:nvSpPr>
          <p:spPr>
            <a:xfrm rot="2700000">
              <a:off x="3911600" y="2189617"/>
              <a:ext cx="1605516" cy="1605516"/>
            </a:xfrm>
            <a:custGeom>
              <a:avLst/>
              <a:gdLst>
                <a:gd name="connsiteX0" fmla="*/ 135459 w 1605516"/>
                <a:gd name="connsiteY0" fmla="*/ 135459 h 1605516"/>
                <a:gd name="connsiteX1" fmla="*/ 462485 w 1605516"/>
                <a:gd name="connsiteY1" fmla="*/ 0 h 1605516"/>
                <a:gd name="connsiteX2" fmla="*/ 1143031 w 1605516"/>
                <a:gd name="connsiteY2" fmla="*/ 0 h 1605516"/>
                <a:gd name="connsiteX3" fmla="*/ 1605516 w 1605516"/>
                <a:gd name="connsiteY3" fmla="*/ 462485 h 1605516"/>
                <a:gd name="connsiteX4" fmla="*/ 1605516 w 1605516"/>
                <a:gd name="connsiteY4" fmla="*/ 1143031 h 1605516"/>
                <a:gd name="connsiteX5" fmla="*/ 1143031 w 1605516"/>
                <a:gd name="connsiteY5" fmla="*/ 1605516 h 1605516"/>
                <a:gd name="connsiteX6" fmla="*/ 462485 w 1605516"/>
                <a:gd name="connsiteY6" fmla="*/ 1605516 h 1605516"/>
                <a:gd name="connsiteX7" fmla="*/ 282465 w 1605516"/>
                <a:gd name="connsiteY7" fmla="*/ 1569172 h 1605516"/>
                <a:gd name="connsiteX8" fmla="*/ 247202 w 1605516"/>
                <a:gd name="connsiteY8" fmla="*/ 1550031 h 1605516"/>
                <a:gd name="connsiteX9" fmla="*/ 706898 w 1605516"/>
                <a:gd name="connsiteY9" fmla="*/ 1090334 h 1605516"/>
                <a:gd name="connsiteX10" fmla="*/ 802757 w 1605516"/>
                <a:gd name="connsiteY10" fmla="*/ 1186193 h 1605516"/>
                <a:gd name="connsiteX11" fmla="*/ 802757 w 1605516"/>
                <a:gd name="connsiteY11" fmla="*/ 802757 h 1605516"/>
                <a:gd name="connsiteX12" fmla="*/ 419322 w 1605516"/>
                <a:gd name="connsiteY12" fmla="*/ 802757 h 1605516"/>
                <a:gd name="connsiteX13" fmla="*/ 515181 w 1605516"/>
                <a:gd name="connsiteY13" fmla="*/ 898616 h 1605516"/>
                <a:gd name="connsiteX14" fmla="*/ 55484 w 1605516"/>
                <a:gd name="connsiteY14" fmla="*/ 1358313 h 1605516"/>
                <a:gd name="connsiteX15" fmla="*/ 36345 w 1605516"/>
                <a:gd name="connsiteY15" fmla="*/ 1323051 h 1605516"/>
                <a:gd name="connsiteX16" fmla="*/ 0 w 1605516"/>
                <a:gd name="connsiteY16" fmla="*/ 1143031 h 1605516"/>
                <a:gd name="connsiteX17" fmla="*/ 0 w 1605516"/>
                <a:gd name="connsiteY17" fmla="*/ 462485 h 1605516"/>
                <a:gd name="connsiteX18" fmla="*/ 135459 w 1605516"/>
                <a:gd name="connsiteY18" fmla="*/ 135459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459" y="135459"/>
                  </a:moveTo>
                  <a:cubicBezTo>
                    <a:pt x="219152" y="51765"/>
                    <a:pt x="334773" y="0"/>
                    <a:pt x="462485" y="0"/>
                  </a:cubicBezTo>
                  <a:lnTo>
                    <a:pt x="1143031" y="0"/>
                  </a:lnTo>
                  <a:cubicBezTo>
                    <a:pt x="1398454" y="0"/>
                    <a:pt x="1605516" y="207062"/>
                    <a:pt x="1605516" y="462485"/>
                  </a:cubicBezTo>
                  <a:lnTo>
                    <a:pt x="1605516" y="1143031"/>
                  </a:lnTo>
                  <a:cubicBezTo>
                    <a:pt x="1605516" y="1398454"/>
                    <a:pt x="1398454" y="1605516"/>
                    <a:pt x="1143031" y="1605516"/>
                  </a:cubicBezTo>
                  <a:lnTo>
                    <a:pt x="462485" y="1605516"/>
                  </a:lnTo>
                  <a:cubicBezTo>
                    <a:pt x="398629" y="1605516"/>
                    <a:pt x="337796" y="1592575"/>
                    <a:pt x="282465" y="1569172"/>
                  </a:cubicBezTo>
                  <a:lnTo>
                    <a:pt x="247202" y="1550031"/>
                  </a:lnTo>
                  <a:lnTo>
                    <a:pt x="706898" y="1090334"/>
                  </a:lnTo>
                  <a:lnTo>
                    <a:pt x="802757" y="1186193"/>
                  </a:lnTo>
                  <a:lnTo>
                    <a:pt x="802757" y="802757"/>
                  </a:lnTo>
                  <a:lnTo>
                    <a:pt x="419322" y="802757"/>
                  </a:lnTo>
                  <a:lnTo>
                    <a:pt x="515181" y="898616"/>
                  </a:lnTo>
                  <a:lnTo>
                    <a:pt x="55484" y="1358313"/>
                  </a:lnTo>
                  <a:lnTo>
                    <a:pt x="36345" y="1323051"/>
                  </a:lnTo>
                  <a:cubicBezTo>
                    <a:pt x="12941" y="1267720"/>
                    <a:pt x="0" y="1206887"/>
                    <a:pt x="0" y="1143031"/>
                  </a:cubicBezTo>
                  <a:lnTo>
                    <a:pt x="0" y="462485"/>
                  </a:lnTo>
                  <a:cubicBezTo>
                    <a:pt x="0" y="334773"/>
                    <a:pt x="51765" y="219152"/>
                    <a:pt x="135459" y="135459"/>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9" name="íṡ1ïḋé"/>
            <p:cNvSpPr/>
            <p:nvPr/>
          </p:nvSpPr>
          <p:spPr>
            <a:xfrm rot="2700000">
              <a:off x="6674883" y="2189617"/>
              <a:ext cx="1605516" cy="1605516"/>
            </a:xfrm>
            <a:custGeom>
              <a:avLst/>
              <a:gdLst>
                <a:gd name="connsiteX0" fmla="*/ 135431 w 1605516"/>
                <a:gd name="connsiteY0" fmla="*/ 135431 h 1605516"/>
                <a:gd name="connsiteX1" fmla="*/ 462389 w 1605516"/>
                <a:gd name="connsiteY1" fmla="*/ 0 h 1605516"/>
                <a:gd name="connsiteX2" fmla="*/ 1143127 w 1605516"/>
                <a:gd name="connsiteY2" fmla="*/ 0 h 1605516"/>
                <a:gd name="connsiteX3" fmla="*/ 1605516 w 1605516"/>
                <a:gd name="connsiteY3" fmla="*/ 462389 h 1605516"/>
                <a:gd name="connsiteX4" fmla="*/ 1605516 w 1605516"/>
                <a:gd name="connsiteY4" fmla="*/ 1143127 h 1605516"/>
                <a:gd name="connsiteX5" fmla="*/ 1143127 w 1605516"/>
                <a:gd name="connsiteY5" fmla="*/ 1605516 h 1605516"/>
                <a:gd name="connsiteX6" fmla="*/ 462389 w 1605516"/>
                <a:gd name="connsiteY6" fmla="*/ 1605516 h 1605516"/>
                <a:gd name="connsiteX7" fmla="*/ 282407 w 1605516"/>
                <a:gd name="connsiteY7" fmla="*/ 1569179 h 1605516"/>
                <a:gd name="connsiteX8" fmla="*/ 247177 w 1605516"/>
                <a:gd name="connsiteY8" fmla="*/ 1550057 h 1605516"/>
                <a:gd name="connsiteX9" fmla="*/ 706899 w 1605516"/>
                <a:gd name="connsiteY9" fmla="*/ 1090335 h 1605516"/>
                <a:gd name="connsiteX10" fmla="*/ 802758 w 1605516"/>
                <a:gd name="connsiteY10" fmla="*/ 1186194 h 1605516"/>
                <a:gd name="connsiteX11" fmla="*/ 802758 w 1605516"/>
                <a:gd name="connsiteY11" fmla="*/ 802758 h 1605516"/>
                <a:gd name="connsiteX12" fmla="*/ 419322 w 1605516"/>
                <a:gd name="connsiteY12" fmla="*/ 802758 h 1605516"/>
                <a:gd name="connsiteX13" fmla="*/ 515181 w 1605516"/>
                <a:gd name="connsiteY13" fmla="*/ 898617 h 1605516"/>
                <a:gd name="connsiteX14" fmla="*/ 55459 w 1605516"/>
                <a:gd name="connsiteY14" fmla="*/ 1358339 h 1605516"/>
                <a:gd name="connsiteX15" fmla="*/ 36337 w 1605516"/>
                <a:gd name="connsiteY15" fmla="*/ 1323109 h 1605516"/>
                <a:gd name="connsiteX16" fmla="*/ 0 w 1605516"/>
                <a:gd name="connsiteY16" fmla="*/ 1143127 h 1605516"/>
                <a:gd name="connsiteX17" fmla="*/ 0 w 1605516"/>
                <a:gd name="connsiteY17" fmla="*/ 462389 h 1605516"/>
                <a:gd name="connsiteX18" fmla="*/ 135431 w 1605516"/>
                <a:gd name="connsiteY18" fmla="*/ 135431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431" y="135431"/>
                  </a:moveTo>
                  <a:cubicBezTo>
                    <a:pt x="219107" y="51755"/>
                    <a:pt x="334704" y="0"/>
                    <a:pt x="462389" y="0"/>
                  </a:cubicBezTo>
                  <a:lnTo>
                    <a:pt x="1143127" y="0"/>
                  </a:lnTo>
                  <a:cubicBezTo>
                    <a:pt x="1398497" y="0"/>
                    <a:pt x="1605516" y="207019"/>
                    <a:pt x="1605516" y="462389"/>
                  </a:cubicBezTo>
                  <a:lnTo>
                    <a:pt x="1605516" y="1143127"/>
                  </a:lnTo>
                  <a:cubicBezTo>
                    <a:pt x="1605516" y="1398497"/>
                    <a:pt x="1398497" y="1605516"/>
                    <a:pt x="1143127" y="1605516"/>
                  </a:cubicBezTo>
                  <a:lnTo>
                    <a:pt x="462389" y="1605516"/>
                  </a:lnTo>
                  <a:cubicBezTo>
                    <a:pt x="398546" y="1605516"/>
                    <a:pt x="337726" y="1592577"/>
                    <a:pt x="282407" y="1569179"/>
                  </a:cubicBezTo>
                  <a:lnTo>
                    <a:pt x="247177" y="1550057"/>
                  </a:lnTo>
                  <a:lnTo>
                    <a:pt x="706899" y="1090335"/>
                  </a:lnTo>
                  <a:lnTo>
                    <a:pt x="802758" y="1186194"/>
                  </a:lnTo>
                  <a:lnTo>
                    <a:pt x="802758" y="802758"/>
                  </a:lnTo>
                  <a:lnTo>
                    <a:pt x="419322" y="802758"/>
                  </a:lnTo>
                  <a:lnTo>
                    <a:pt x="515181" y="898617"/>
                  </a:lnTo>
                  <a:lnTo>
                    <a:pt x="55459" y="1358339"/>
                  </a:lnTo>
                  <a:lnTo>
                    <a:pt x="36337" y="1323109"/>
                  </a:lnTo>
                  <a:cubicBezTo>
                    <a:pt x="12939" y="1267790"/>
                    <a:pt x="0" y="1206970"/>
                    <a:pt x="0" y="1143127"/>
                  </a:cubicBezTo>
                  <a:lnTo>
                    <a:pt x="0" y="462389"/>
                  </a:lnTo>
                  <a:cubicBezTo>
                    <a:pt x="0" y="334704"/>
                    <a:pt x="51755" y="219107"/>
                    <a:pt x="135431" y="135431"/>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dirty="0"/>
            </a:p>
          </p:txBody>
        </p:sp>
        <p:sp>
          <p:nvSpPr>
            <p:cNvPr id="10" name="îṡlíḓè"/>
            <p:cNvSpPr/>
            <p:nvPr/>
          </p:nvSpPr>
          <p:spPr>
            <a:xfrm rot="2700000">
              <a:off x="9438167" y="2189617"/>
              <a:ext cx="1605516" cy="1605516"/>
            </a:xfrm>
            <a:custGeom>
              <a:avLst/>
              <a:gdLst>
                <a:gd name="connsiteX0" fmla="*/ 135431 w 1605516"/>
                <a:gd name="connsiteY0" fmla="*/ 135431 h 1605516"/>
                <a:gd name="connsiteX1" fmla="*/ 462389 w 1605516"/>
                <a:gd name="connsiteY1" fmla="*/ 0 h 1605516"/>
                <a:gd name="connsiteX2" fmla="*/ 1143127 w 1605516"/>
                <a:gd name="connsiteY2" fmla="*/ 0 h 1605516"/>
                <a:gd name="connsiteX3" fmla="*/ 1605516 w 1605516"/>
                <a:gd name="connsiteY3" fmla="*/ 462389 h 1605516"/>
                <a:gd name="connsiteX4" fmla="*/ 1605516 w 1605516"/>
                <a:gd name="connsiteY4" fmla="*/ 1143127 h 1605516"/>
                <a:gd name="connsiteX5" fmla="*/ 1143127 w 1605516"/>
                <a:gd name="connsiteY5" fmla="*/ 1605516 h 1605516"/>
                <a:gd name="connsiteX6" fmla="*/ 462389 w 1605516"/>
                <a:gd name="connsiteY6" fmla="*/ 1605516 h 1605516"/>
                <a:gd name="connsiteX7" fmla="*/ 282406 w 1605516"/>
                <a:gd name="connsiteY7" fmla="*/ 1569179 h 1605516"/>
                <a:gd name="connsiteX8" fmla="*/ 247176 w 1605516"/>
                <a:gd name="connsiteY8" fmla="*/ 1550057 h 1605516"/>
                <a:gd name="connsiteX9" fmla="*/ 706898 w 1605516"/>
                <a:gd name="connsiteY9" fmla="*/ 1090334 h 1605516"/>
                <a:gd name="connsiteX10" fmla="*/ 802757 w 1605516"/>
                <a:gd name="connsiteY10" fmla="*/ 1186193 h 1605516"/>
                <a:gd name="connsiteX11" fmla="*/ 802757 w 1605516"/>
                <a:gd name="connsiteY11" fmla="*/ 802757 h 1605516"/>
                <a:gd name="connsiteX12" fmla="*/ 419322 w 1605516"/>
                <a:gd name="connsiteY12" fmla="*/ 802757 h 1605516"/>
                <a:gd name="connsiteX13" fmla="*/ 515181 w 1605516"/>
                <a:gd name="connsiteY13" fmla="*/ 898616 h 1605516"/>
                <a:gd name="connsiteX14" fmla="*/ 55459 w 1605516"/>
                <a:gd name="connsiteY14" fmla="*/ 1358338 h 1605516"/>
                <a:gd name="connsiteX15" fmla="*/ 36337 w 1605516"/>
                <a:gd name="connsiteY15" fmla="*/ 1323110 h 1605516"/>
                <a:gd name="connsiteX16" fmla="*/ 0 w 1605516"/>
                <a:gd name="connsiteY16" fmla="*/ 1143127 h 1605516"/>
                <a:gd name="connsiteX17" fmla="*/ 0 w 1605516"/>
                <a:gd name="connsiteY17" fmla="*/ 462389 h 1605516"/>
                <a:gd name="connsiteX18" fmla="*/ 135431 w 1605516"/>
                <a:gd name="connsiteY18" fmla="*/ 135431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431" y="135431"/>
                  </a:moveTo>
                  <a:cubicBezTo>
                    <a:pt x="219107" y="51755"/>
                    <a:pt x="334704" y="0"/>
                    <a:pt x="462389" y="0"/>
                  </a:cubicBezTo>
                  <a:lnTo>
                    <a:pt x="1143127" y="0"/>
                  </a:lnTo>
                  <a:cubicBezTo>
                    <a:pt x="1398497" y="0"/>
                    <a:pt x="1605516" y="207019"/>
                    <a:pt x="1605516" y="462389"/>
                  </a:cubicBezTo>
                  <a:lnTo>
                    <a:pt x="1605516" y="1143127"/>
                  </a:lnTo>
                  <a:cubicBezTo>
                    <a:pt x="1605516" y="1398497"/>
                    <a:pt x="1398497" y="1605516"/>
                    <a:pt x="1143127" y="1605516"/>
                  </a:cubicBezTo>
                  <a:lnTo>
                    <a:pt x="462389" y="1605516"/>
                  </a:lnTo>
                  <a:cubicBezTo>
                    <a:pt x="398547" y="1605516"/>
                    <a:pt x="337726" y="1592577"/>
                    <a:pt x="282406" y="1569179"/>
                  </a:cubicBezTo>
                  <a:lnTo>
                    <a:pt x="247176" y="1550057"/>
                  </a:lnTo>
                  <a:lnTo>
                    <a:pt x="706898" y="1090334"/>
                  </a:lnTo>
                  <a:lnTo>
                    <a:pt x="802757" y="1186193"/>
                  </a:lnTo>
                  <a:lnTo>
                    <a:pt x="802757" y="802757"/>
                  </a:lnTo>
                  <a:lnTo>
                    <a:pt x="419322" y="802757"/>
                  </a:lnTo>
                  <a:lnTo>
                    <a:pt x="515181" y="898616"/>
                  </a:lnTo>
                  <a:lnTo>
                    <a:pt x="55459" y="1358338"/>
                  </a:lnTo>
                  <a:lnTo>
                    <a:pt x="36337" y="1323110"/>
                  </a:lnTo>
                  <a:cubicBezTo>
                    <a:pt x="12939" y="1267790"/>
                    <a:pt x="0" y="1206969"/>
                    <a:pt x="0" y="1143127"/>
                  </a:cubicBezTo>
                  <a:lnTo>
                    <a:pt x="0" y="462389"/>
                  </a:lnTo>
                  <a:cubicBezTo>
                    <a:pt x="0" y="334704"/>
                    <a:pt x="51755" y="219107"/>
                    <a:pt x="135431" y="135431"/>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dirty="0"/>
            </a:p>
          </p:txBody>
        </p:sp>
        <p:sp>
          <p:nvSpPr>
            <p:cNvPr id="12" name="isľîdê"/>
            <p:cNvSpPr txBox="1"/>
            <p:nvPr/>
          </p:nvSpPr>
          <p:spPr>
            <a:xfrm>
              <a:off x="498858" y="4127645"/>
              <a:ext cx="2664115" cy="1461716"/>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zh-CN" altLang="en-US" sz="2400" dirty="0"/>
                <a:t>虚拟化思想的诞生可追溯到</a:t>
              </a:r>
              <a:r>
                <a:rPr lang="en-US" altLang="zh-CN" sz="2400" dirty="0"/>
                <a:t>20</a:t>
              </a:r>
              <a:r>
                <a:rPr lang="zh-CN" altLang="en-US" sz="2400" dirty="0"/>
                <a:t>世纪</a:t>
              </a:r>
              <a:r>
                <a:rPr lang="en-US" altLang="zh-CN" sz="2400" dirty="0"/>
                <a:t>60</a:t>
              </a:r>
              <a:r>
                <a:rPr lang="zh-CN" altLang="en-US" sz="2400" dirty="0"/>
                <a:t>年代，其本质是分离软硬件以产生更好的系统性能。</a:t>
              </a:r>
            </a:p>
          </p:txBody>
        </p:sp>
        <p:sp>
          <p:nvSpPr>
            <p:cNvPr id="16" name="îṣḻidé"/>
            <p:cNvSpPr txBox="1"/>
            <p:nvPr/>
          </p:nvSpPr>
          <p:spPr>
            <a:xfrm>
              <a:off x="1960664" y="2605404"/>
              <a:ext cx="708108" cy="678249"/>
            </a:xfrm>
            <a:prstGeom prst="rect">
              <a:avLst/>
            </a:prstGeom>
            <a:noFill/>
          </p:spPr>
          <p:txBody>
            <a:bodyPr wrap="square" lIns="91440" tIns="45720" rIns="91440" bIns="45720" rtlCol="0" anchor="ctr">
              <a:normAutofit/>
            </a:bodyPr>
            <a:lstStyle/>
            <a:p>
              <a:pPr algn="ctr"/>
              <a:r>
                <a:rPr lang="en-US" altLang="zh-CN" sz="3200" b="1" i="1" dirty="0">
                  <a:solidFill>
                    <a:schemeClr val="bg1"/>
                  </a:solidFill>
                </a:rPr>
                <a:t>00</a:t>
              </a:r>
              <a:endParaRPr lang="zh-CN" altLang="en-US" sz="3200" b="1" i="1" dirty="0">
                <a:solidFill>
                  <a:schemeClr val="bg1"/>
                </a:solidFill>
              </a:endParaRPr>
            </a:p>
          </p:txBody>
        </p:sp>
        <p:sp>
          <p:nvSpPr>
            <p:cNvPr id="17" name="ïŝ1ïḋè"/>
            <p:cNvSpPr txBox="1"/>
            <p:nvPr/>
          </p:nvSpPr>
          <p:spPr>
            <a:xfrm>
              <a:off x="4741597" y="2605404"/>
              <a:ext cx="708108" cy="678249"/>
            </a:xfrm>
            <a:prstGeom prst="rect">
              <a:avLst/>
            </a:prstGeom>
            <a:noFill/>
          </p:spPr>
          <p:txBody>
            <a:bodyPr wrap="square" lIns="91440" tIns="45720" rIns="91440" bIns="45720" rtlCol="0" anchor="ctr">
              <a:normAutofit/>
            </a:bodyPr>
            <a:lstStyle/>
            <a:p>
              <a:pPr algn="ctr"/>
              <a:r>
                <a:rPr lang="en-US" altLang="zh-CN" sz="3200" b="1" i="1" dirty="0">
                  <a:solidFill>
                    <a:schemeClr val="bg1"/>
                  </a:solidFill>
                </a:rPr>
                <a:t>00</a:t>
              </a:r>
              <a:endParaRPr lang="zh-CN" altLang="en-US" sz="3200" b="1" i="1" dirty="0">
                <a:solidFill>
                  <a:schemeClr val="bg1"/>
                </a:solidFill>
              </a:endParaRPr>
            </a:p>
          </p:txBody>
        </p:sp>
        <p:sp>
          <p:nvSpPr>
            <p:cNvPr id="18" name="í$lîdé"/>
            <p:cNvSpPr txBox="1"/>
            <p:nvPr/>
          </p:nvSpPr>
          <p:spPr>
            <a:xfrm>
              <a:off x="7522530" y="2605404"/>
              <a:ext cx="708108" cy="678249"/>
            </a:xfrm>
            <a:prstGeom prst="rect">
              <a:avLst/>
            </a:prstGeom>
            <a:noFill/>
          </p:spPr>
          <p:txBody>
            <a:bodyPr wrap="square" lIns="91440" tIns="45720" rIns="91440" bIns="45720" rtlCol="0" anchor="ctr">
              <a:normAutofit/>
            </a:bodyPr>
            <a:lstStyle/>
            <a:p>
              <a:pPr algn="ctr"/>
              <a:r>
                <a:rPr lang="en-US" altLang="zh-CN" sz="3200" b="1" i="1" dirty="0">
                  <a:solidFill>
                    <a:schemeClr val="bg1"/>
                  </a:solidFill>
                </a:rPr>
                <a:t>00</a:t>
              </a:r>
              <a:endParaRPr lang="zh-CN" altLang="en-US" sz="3200" b="1" i="1" dirty="0">
                <a:solidFill>
                  <a:schemeClr val="bg1"/>
                </a:solidFill>
              </a:endParaRPr>
            </a:p>
          </p:txBody>
        </p:sp>
        <p:sp>
          <p:nvSpPr>
            <p:cNvPr id="19" name="išḻïďè"/>
            <p:cNvSpPr txBox="1"/>
            <p:nvPr/>
          </p:nvSpPr>
          <p:spPr>
            <a:xfrm>
              <a:off x="10303464" y="2605404"/>
              <a:ext cx="708108" cy="678249"/>
            </a:xfrm>
            <a:prstGeom prst="rect">
              <a:avLst/>
            </a:prstGeom>
            <a:noFill/>
          </p:spPr>
          <p:txBody>
            <a:bodyPr wrap="square" lIns="91440" tIns="45720" rIns="91440" bIns="45720" rtlCol="0" anchor="ctr">
              <a:normAutofit/>
            </a:bodyPr>
            <a:lstStyle/>
            <a:p>
              <a:pPr algn="ctr"/>
              <a:r>
                <a:rPr lang="en-US" altLang="zh-CN" sz="3200" b="1" i="1" dirty="0">
                  <a:solidFill>
                    <a:schemeClr val="bg1"/>
                  </a:solidFill>
                </a:rPr>
                <a:t>00</a:t>
              </a:r>
              <a:endParaRPr lang="zh-CN" altLang="en-US" sz="3200" b="1" i="1" dirty="0">
                <a:solidFill>
                  <a:schemeClr val="bg1"/>
                </a:solidFill>
              </a:endParaRPr>
            </a:p>
          </p:txBody>
        </p:sp>
        <p:sp>
          <p:nvSpPr>
            <p:cNvPr id="21" name="isľîdê"/>
            <p:cNvSpPr txBox="1"/>
            <p:nvPr/>
          </p:nvSpPr>
          <p:spPr>
            <a:xfrm>
              <a:off x="3540236" y="4127645"/>
              <a:ext cx="2276119" cy="858742"/>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zh-CN" altLang="en-US" sz="2400" dirty="0"/>
                <a:t>虚拟化技术首先应用在</a:t>
              </a:r>
              <a:r>
                <a:rPr lang="en-US" altLang="zh-CN" sz="2400" dirty="0"/>
                <a:t>IBM</a:t>
              </a:r>
              <a:r>
                <a:rPr lang="zh-CN" altLang="en-US" sz="2400" dirty="0"/>
                <a:t>大型计算机上</a:t>
              </a:r>
            </a:p>
          </p:txBody>
        </p:sp>
        <p:sp>
          <p:nvSpPr>
            <p:cNvPr id="22" name="isľîdê"/>
            <p:cNvSpPr txBox="1"/>
            <p:nvPr/>
          </p:nvSpPr>
          <p:spPr>
            <a:xfrm>
              <a:off x="5867385" y="4151140"/>
              <a:ext cx="3024689" cy="2106368"/>
            </a:xfrm>
            <a:prstGeom prst="rect">
              <a:avLst/>
            </a:prstGeom>
            <a:noFill/>
            <a:ln>
              <a:noFill/>
            </a:ln>
          </p:spPr>
          <p:txBody>
            <a:bodyPr wrap="square" lIns="91440" tIns="45720" rIns="91440" bIns="45720" anchor="t" anchorCtr="0">
              <a:noAutofit/>
            </a:bodyPr>
            <a:lstStyle/>
            <a:p>
              <a:pPr marL="342900" indent="-342900">
                <a:lnSpc>
                  <a:spcPct val="120000"/>
                </a:lnSpc>
                <a:buClr>
                  <a:srgbClr val="0000FF"/>
                </a:buClr>
                <a:buFont typeface="Wingdings" panose="05000000000000000000" pitchFamily="2" charset="2"/>
                <a:buChar char="Ø"/>
              </a:pPr>
              <a:r>
                <a:rPr lang="zh-CN" altLang="en-US" sz="2400" dirty="0"/>
                <a:t>引入该技术的</a:t>
              </a:r>
              <a:r>
                <a:rPr lang="zh-CN" altLang="en-US" sz="2400" dirty="0">
                  <a:solidFill>
                    <a:srgbClr val="0000FF"/>
                  </a:solidFill>
                </a:rPr>
                <a:t>目的</a:t>
              </a:r>
              <a:r>
                <a:rPr lang="zh-CN" altLang="en-US" sz="2400" dirty="0"/>
                <a:t>是，在多用户之间共享资源并提高资源利用率和应用程序灵活度。</a:t>
              </a:r>
            </a:p>
          </p:txBody>
        </p:sp>
        <p:sp>
          <p:nvSpPr>
            <p:cNvPr id="23" name="isľîdê"/>
            <p:cNvSpPr txBox="1"/>
            <p:nvPr/>
          </p:nvSpPr>
          <p:spPr>
            <a:xfrm>
              <a:off x="9256082" y="4151140"/>
              <a:ext cx="2414726" cy="1461716"/>
            </a:xfrm>
            <a:prstGeom prst="rect">
              <a:avLst/>
            </a:prstGeom>
            <a:noFill/>
            <a:ln>
              <a:noFill/>
            </a:ln>
          </p:spPr>
          <p:txBody>
            <a:bodyPr wrap="square" lIns="91440" tIns="45720" rIns="91440" bIns="45720" anchor="t" anchorCtr="0">
              <a:noAutofit/>
            </a:bodyPr>
            <a:lstStyle/>
            <a:p>
              <a:pPr marL="342900" indent="-342900">
                <a:lnSpc>
                  <a:spcPct val="120000"/>
                </a:lnSpc>
                <a:buClr>
                  <a:srgbClr val="0000FF"/>
                </a:buClr>
                <a:buFont typeface="Wingdings" panose="05000000000000000000" pitchFamily="2" charset="2"/>
                <a:buChar char="Ø"/>
              </a:pPr>
              <a:r>
                <a:rPr lang="zh-CN" altLang="en-US" sz="2400" dirty="0"/>
                <a:t>近年来，随着</a:t>
              </a:r>
              <a:r>
                <a:rPr lang="zh-CN" altLang="en-US" sz="2400" dirty="0">
                  <a:solidFill>
                    <a:srgbClr val="0000FF"/>
                  </a:solidFill>
                </a:rPr>
                <a:t>分布式和云计算技术</a:t>
              </a:r>
              <a:r>
                <a:rPr lang="zh-CN" altLang="en-US" sz="2400" dirty="0"/>
                <a:t>的迅速发展，虚拟化技术再次兴起。</a:t>
              </a: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cs typeface="+mn-ea"/>
                <a:sym typeface="+mn-lt"/>
              </a:rPr>
              <a:t>虚拟化的引入（</a:t>
            </a:r>
            <a:r>
              <a:rPr lang="en-US" altLang="zh-CN" sz="2800" b="1" dirty="0">
                <a:solidFill>
                  <a:schemeClr val="bg1"/>
                </a:solidFill>
                <a:cs typeface="+mn-ea"/>
                <a:sym typeface="+mn-lt"/>
              </a:rPr>
              <a:t>2</a:t>
            </a:r>
            <a:r>
              <a:rPr lang="zh-CN" altLang="en-US" sz="2800" b="1" dirty="0">
                <a:solidFill>
                  <a:schemeClr val="bg1"/>
                </a:solidFill>
                <a:cs typeface="+mn-ea"/>
                <a:sym typeface="+mn-lt"/>
              </a:rPr>
              <a:t>）</a:t>
            </a:r>
          </a:p>
        </p:txBody>
      </p:sp>
      <p:sp>
        <p:nvSpPr>
          <p:cNvPr id="4" name="内容占位符 2"/>
          <p:cNvSpPr txBox="1"/>
          <p:nvPr/>
        </p:nvSpPr>
        <p:spPr>
          <a:xfrm>
            <a:off x="489050" y="1058342"/>
            <a:ext cx="11213899" cy="143400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lnSpc>
                <a:spcPct val="132000"/>
              </a:lnSpc>
              <a:buNone/>
            </a:pPr>
            <a:r>
              <a:rPr lang="zh-CN" altLang="en-US" sz="2200" dirty="0">
                <a:latin typeface="+mn-ea"/>
              </a:rPr>
              <a:t>虚拟化技术</a:t>
            </a:r>
            <a:r>
              <a:rPr lang="zh-CN" altLang="zh-CN" sz="2200" dirty="0">
                <a:latin typeface="+mn-ea"/>
              </a:rPr>
              <a:t>通过引入一个新的虚拟化层——</a:t>
            </a:r>
            <a:r>
              <a:rPr lang="zh-CN" altLang="zh-CN" sz="2200" dirty="0">
                <a:solidFill>
                  <a:srgbClr val="0000FF"/>
                </a:solidFill>
                <a:latin typeface="+mn-ea"/>
              </a:rPr>
              <a:t>虚拟机监视器（</a:t>
            </a:r>
            <a:r>
              <a:rPr lang="en-US" altLang="zh-CN" sz="2200" dirty="0">
                <a:solidFill>
                  <a:srgbClr val="0000FF"/>
                </a:solidFill>
                <a:latin typeface="+mn-ea"/>
              </a:rPr>
              <a:t>VMM</a:t>
            </a:r>
            <a:r>
              <a:rPr lang="zh-CN" altLang="zh-CN" sz="2200" dirty="0">
                <a:solidFill>
                  <a:srgbClr val="0000FF"/>
                </a:solidFill>
                <a:latin typeface="+mn-ea"/>
              </a:rPr>
              <a:t>）</a:t>
            </a:r>
            <a:r>
              <a:rPr lang="zh-CN" altLang="zh-CN" sz="2200" dirty="0">
                <a:latin typeface="+mn-ea"/>
              </a:rPr>
              <a:t>，在一台物理机上模拟出了一个或多个虚拟机</a:t>
            </a:r>
            <a:endParaRPr lang="en-US" altLang="zh-CN" sz="2200" dirty="0">
              <a:latin typeface="+mn-ea"/>
            </a:endParaRPr>
          </a:p>
          <a:p>
            <a:pPr marL="0" indent="457200">
              <a:lnSpc>
                <a:spcPct val="132000"/>
              </a:lnSpc>
              <a:buNone/>
            </a:pPr>
            <a:r>
              <a:rPr lang="zh-CN" altLang="en-US" sz="2200" dirty="0">
                <a:latin typeface="+mn-ea"/>
              </a:rPr>
              <a:t>虚拟化技术的</a:t>
            </a:r>
            <a:r>
              <a:rPr lang="zh-CN" altLang="en-US" sz="2200" dirty="0">
                <a:solidFill>
                  <a:srgbClr val="FF0000"/>
                </a:solidFill>
                <a:latin typeface="+mn-ea"/>
              </a:rPr>
              <a:t>好处：</a:t>
            </a:r>
            <a:endParaRPr lang="en-US" altLang="zh-CN" sz="2200" dirty="0">
              <a:latin typeface="+mn-ea"/>
            </a:endParaRPr>
          </a:p>
        </p:txBody>
      </p:sp>
      <p:sp>
        <p:nvSpPr>
          <p:cNvPr id="25" name="i$lîďê"/>
          <p:cNvSpPr/>
          <p:nvPr/>
        </p:nvSpPr>
        <p:spPr>
          <a:xfrm>
            <a:off x="7660116" y="2683265"/>
            <a:ext cx="3936569" cy="1240665"/>
          </a:xfrm>
          <a:prstGeom prst="rect">
            <a:avLst/>
          </a:prstGeom>
          <a:noFill/>
          <a:ln>
            <a:noFill/>
          </a:ln>
        </p:spPr>
        <p:txBody>
          <a:bodyPr wrap="square" lIns="91440" tIns="45720" rIns="91440" bIns="45720" anchor="ctr" anchorCtr="0">
            <a:noAutofit/>
          </a:bodyPr>
          <a:lstStyle/>
          <a:p>
            <a:pPr>
              <a:lnSpc>
                <a:spcPct val="123000"/>
              </a:lnSpc>
            </a:pPr>
            <a:r>
              <a:rPr lang="zh-CN" altLang="en-US" sz="2200" dirty="0"/>
              <a:t>灵活性：计算机资源可以被随意拆分、组合，以适应不同场景下的业务需求</a:t>
            </a:r>
          </a:p>
        </p:txBody>
      </p:sp>
      <p:sp>
        <p:nvSpPr>
          <p:cNvPr id="26" name="î$ļíḋè"/>
          <p:cNvSpPr/>
          <p:nvPr/>
        </p:nvSpPr>
        <p:spPr>
          <a:xfrm>
            <a:off x="1647153" y="4784356"/>
            <a:ext cx="9828892" cy="1504623"/>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zh-CN" altLang="en-US" sz="2000" dirty="0"/>
              <a:t>各虚拟机执行的敏感指令只会影响自己的</a:t>
            </a:r>
            <a:r>
              <a:rPr lang="en-US" altLang="zh-CN" sz="2000" dirty="0"/>
              <a:t>CPU</a:t>
            </a:r>
            <a:r>
              <a:rPr lang="zh-CN" altLang="en-US" sz="2000" dirty="0"/>
              <a:t>、内存等资源，而无法影响属于其他虚拟机的核心资源</a:t>
            </a:r>
          </a:p>
          <a:p>
            <a:pPr marL="342900" indent="-342900">
              <a:lnSpc>
                <a:spcPct val="120000"/>
              </a:lnSpc>
              <a:buClr>
                <a:srgbClr val="FF0000"/>
              </a:buClr>
              <a:buFont typeface="Wingdings" panose="05000000000000000000" pitchFamily="2" charset="2"/>
              <a:buChar char="Ø"/>
            </a:pPr>
            <a:r>
              <a:rPr lang="zh-CN" altLang="en-US" sz="2000" dirty="0"/>
              <a:t>一台虚拟机在感染病毒或遭遇崩溃时，不会影响处在同一物理机上的其他虚拟机的运行其他虚拟机的核心资源</a:t>
            </a:r>
          </a:p>
        </p:txBody>
      </p:sp>
      <p:sp>
        <p:nvSpPr>
          <p:cNvPr id="27" name="ïṧḷïḋè"/>
          <p:cNvSpPr/>
          <p:nvPr/>
        </p:nvSpPr>
        <p:spPr>
          <a:xfrm>
            <a:off x="1676567" y="4290490"/>
            <a:ext cx="9770065" cy="415102"/>
          </a:xfrm>
          <a:prstGeom prst="rect">
            <a:avLst/>
          </a:prstGeom>
          <a:noFill/>
          <a:ln>
            <a:noFill/>
          </a:ln>
        </p:spPr>
        <p:txBody>
          <a:bodyPr wrap="square" lIns="91440" tIns="45720" rIns="91440" bIns="45720" anchor="ctr" anchorCtr="0">
            <a:noAutofit/>
          </a:bodyPr>
          <a:lstStyle/>
          <a:p>
            <a:r>
              <a:rPr lang="zh-CN" altLang="en-US" sz="2200" dirty="0"/>
              <a:t>隔离性：①硬件与软件之间的隔离，②软件与软件之间的隔离</a:t>
            </a:r>
          </a:p>
        </p:txBody>
      </p:sp>
      <p:sp>
        <p:nvSpPr>
          <p:cNvPr id="28" name="îs1iďé"/>
          <p:cNvSpPr/>
          <p:nvPr/>
        </p:nvSpPr>
        <p:spPr>
          <a:xfrm>
            <a:off x="1676565" y="3113399"/>
            <a:ext cx="5123584" cy="1167998"/>
          </a:xfrm>
          <a:prstGeom prst="rect">
            <a:avLst/>
          </a:prstGeom>
          <a:noFill/>
          <a:ln>
            <a:noFill/>
          </a:ln>
        </p:spPr>
        <p:txBody>
          <a:bodyPr wrap="square" lIns="91440" tIns="45720" rIns="91440" bIns="45720" anchor="t" anchorCtr="0">
            <a:normAutofit/>
          </a:bodyPr>
          <a:lstStyle/>
          <a:p>
            <a:pPr marL="342900" indent="-342900">
              <a:lnSpc>
                <a:spcPct val="120000"/>
              </a:lnSpc>
              <a:spcBef>
                <a:spcPts val="800"/>
              </a:spcBef>
              <a:buClr>
                <a:srgbClr val="FF0000"/>
              </a:buClr>
              <a:buFont typeface="Wingdings" panose="05000000000000000000" pitchFamily="2" charset="2"/>
              <a:buChar char="Ø"/>
            </a:pPr>
            <a:r>
              <a:rPr lang="zh-CN" altLang="en-US" sz="2000" dirty="0"/>
              <a:t>每台虚拟机可以运行不同的</a:t>
            </a:r>
            <a:r>
              <a:rPr lang="en-US" altLang="zh-CN" sz="2000" dirty="0"/>
              <a:t>OS</a:t>
            </a:r>
            <a:r>
              <a:rPr lang="zh-CN" altLang="en-US" sz="2000" dirty="0"/>
              <a:t>，且每台虚拟机服务于一个客户，可根据客户需求配置计算资源，提高资源利用率</a:t>
            </a:r>
          </a:p>
        </p:txBody>
      </p:sp>
      <p:sp>
        <p:nvSpPr>
          <p:cNvPr id="29" name="íšḻíḑê"/>
          <p:cNvSpPr/>
          <p:nvPr/>
        </p:nvSpPr>
        <p:spPr>
          <a:xfrm>
            <a:off x="1676567" y="2682953"/>
            <a:ext cx="7264247" cy="405747"/>
          </a:xfrm>
          <a:prstGeom prst="rect">
            <a:avLst/>
          </a:prstGeom>
          <a:noFill/>
          <a:ln>
            <a:noFill/>
          </a:ln>
        </p:spPr>
        <p:txBody>
          <a:bodyPr wrap="square" lIns="91440" tIns="45720" rIns="91440" bIns="45720" anchor="ctr" anchorCtr="0">
            <a:noAutofit/>
          </a:bodyPr>
          <a:lstStyle/>
          <a:p>
            <a:r>
              <a:rPr lang="zh-CN" altLang="en-US" sz="2200" dirty="0"/>
              <a:t>资源利用率：</a:t>
            </a:r>
          </a:p>
        </p:txBody>
      </p:sp>
      <p:sp>
        <p:nvSpPr>
          <p:cNvPr id="30" name="îSļiḓè"/>
          <p:cNvSpPr/>
          <p:nvPr/>
        </p:nvSpPr>
        <p:spPr>
          <a:xfrm>
            <a:off x="993064" y="2669391"/>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p>
        </p:txBody>
      </p:sp>
      <p:sp>
        <p:nvSpPr>
          <p:cNvPr id="31" name="íṥḻîḓe"/>
          <p:cNvSpPr/>
          <p:nvPr/>
        </p:nvSpPr>
        <p:spPr>
          <a:xfrm>
            <a:off x="993063" y="4207888"/>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p>
        </p:txBody>
      </p:sp>
      <p:sp>
        <p:nvSpPr>
          <p:cNvPr id="32" name="îşļiḓè"/>
          <p:cNvSpPr/>
          <p:nvPr/>
        </p:nvSpPr>
        <p:spPr>
          <a:xfrm>
            <a:off x="6976614" y="2669391"/>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p>
        </p:txBody>
      </p:sp>
      <p:sp>
        <p:nvSpPr>
          <p:cNvPr id="33" name="îṡḷíďe"/>
          <p:cNvSpPr/>
          <p:nvPr/>
        </p:nvSpPr>
        <p:spPr>
          <a:xfrm>
            <a:off x="1183319" y="2865529"/>
            <a:ext cx="261147" cy="247870"/>
          </a:xfrm>
          <a:custGeom>
            <a:avLst/>
            <a:gdLst/>
            <a:ahLst/>
            <a:cxnLst/>
            <a:rect l="0" t="0" r="0" b="0"/>
            <a:pathLst>
              <a:path w="120000" h="120000" extrusionOk="0">
                <a:moveTo>
                  <a:pt x="119800" y="63664"/>
                </a:moveTo>
                <a:lnTo>
                  <a:pt x="119800" y="63664"/>
                </a:lnTo>
                <a:cubicBezTo>
                  <a:pt x="119800" y="66596"/>
                  <a:pt x="118405" y="69528"/>
                  <a:pt x="114219" y="69528"/>
                </a:cubicBezTo>
                <a:cubicBezTo>
                  <a:pt x="112823" y="69528"/>
                  <a:pt x="111428" y="68062"/>
                  <a:pt x="111428" y="68062"/>
                </a:cubicBezTo>
                <a:lnTo>
                  <a:pt x="111428" y="68062"/>
                </a:lnTo>
                <a:cubicBezTo>
                  <a:pt x="60598" y="14869"/>
                  <a:pt x="60598" y="14869"/>
                  <a:pt x="60598" y="14869"/>
                </a:cubicBezTo>
                <a:lnTo>
                  <a:pt x="60598" y="14869"/>
                </a:lnTo>
                <a:lnTo>
                  <a:pt x="60598" y="14869"/>
                </a:lnTo>
                <a:lnTo>
                  <a:pt x="60598" y="14869"/>
                </a:lnTo>
                <a:cubicBezTo>
                  <a:pt x="9966" y="68062"/>
                  <a:pt x="9966" y="68062"/>
                  <a:pt x="9966" y="68062"/>
                </a:cubicBezTo>
                <a:lnTo>
                  <a:pt x="9966" y="68062"/>
                </a:lnTo>
                <a:cubicBezTo>
                  <a:pt x="8571" y="68062"/>
                  <a:pt x="7176" y="69528"/>
                  <a:pt x="5780" y="69528"/>
                </a:cubicBezTo>
                <a:cubicBezTo>
                  <a:pt x="2990" y="69528"/>
                  <a:pt x="0" y="66596"/>
                  <a:pt x="0" y="63664"/>
                </a:cubicBezTo>
                <a:cubicBezTo>
                  <a:pt x="0" y="62198"/>
                  <a:pt x="0" y="60523"/>
                  <a:pt x="1395" y="59057"/>
                </a:cubicBezTo>
                <a:cubicBezTo>
                  <a:pt x="56411" y="1465"/>
                  <a:pt x="56411" y="1465"/>
                  <a:pt x="56411" y="1465"/>
                </a:cubicBezTo>
                <a:cubicBezTo>
                  <a:pt x="57807" y="0"/>
                  <a:pt x="59202" y="0"/>
                  <a:pt x="60598" y="0"/>
                </a:cubicBezTo>
                <a:lnTo>
                  <a:pt x="60598" y="0"/>
                </a:lnTo>
                <a:lnTo>
                  <a:pt x="60598" y="0"/>
                </a:lnTo>
                <a:lnTo>
                  <a:pt x="60598" y="0"/>
                </a:lnTo>
                <a:lnTo>
                  <a:pt x="60598" y="0"/>
                </a:lnTo>
                <a:lnTo>
                  <a:pt x="60598" y="0"/>
                </a:lnTo>
                <a:lnTo>
                  <a:pt x="60598" y="0"/>
                </a:lnTo>
                <a:lnTo>
                  <a:pt x="60598" y="0"/>
                </a:lnTo>
                <a:cubicBezTo>
                  <a:pt x="61993" y="0"/>
                  <a:pt x="63388" y="1465"/>
                  <a:pt x="64784" y="1465"/>
                </a:cubicBezTo>
                <a:lnTo>
                  <a:pt x="64784" y="1465"/>
                </a:lnTo>
                <a:cubicBezTo>
                  <a:pt x="85913" y="25130"/>
                  <a:pt x="85913" y="25130"/>
                  <a:pt x="85913" y="25130"/>
                </a:cubicBezTo>
                <a:cubicBezTo>
                  <a:pt x="85913" y="19267"/>
                  <a:pt x="85913" y="19267"/>
                  <a:pt x="85913" y="19267"/>
                </a:cubicBezTo>
                <a:cubicBezTo>
                  <a:pt x="85913" y="16335"/>
                  <a:pt x="88903" y="13193"/>
                  <a:pt x="91694" y="13193"/>
                </a:cubicBezTo>
                <a:cubicBezTo>
                  <a:pt x="95880" y="13193"/>
                  <a:pt x="97275" y="16335"/>
                  <a:pt x="97275" y="19267"/>
                </a:cubicBezTo>
                <a:cubicBezTo>
                  <a:pt x="97275" y="36858"/>
                  <a:pt x="97275" y="36858"/>
                  <a:pt x="97275" y="36858"/>
                </a:cubicBezTo>
                <a:cubicBezTo>
                  <a:pt x="118405" y="59057"/>
                  <a:pt x="118405" y="59057"/>
                  <a:pt x="118405" y="59057"/>
                </a:cubicBezTo>
                <a:lnTo>
                  <a:pt x="118405" y="59057"/>
                </a:lnTo>
                <a:cubicBezTo>
                  <a:pt x="119800" y="60523"/>
                  <a:pt x="119800" y="62198"/>
                  <a:pt x="119800" y="63664"/>
                </a:cubicBezTo>
                <a:close/>
                <a:moveTo>
                  <a:pt x="108438" y="72460"/>
                </a:moveTo>
                <a:lnTo>
                  <a:pt x="108438" y="72460"/>
                </a:lnTo>
                <a:cubicBezTo>
                  <a:pt x="108438" y="90261"/>
                  <a:pt x="108438" y="90261"/>
                  <a:pt x="108438" y="90261"/>
                </a:cubicBezTo>
                <a:cubicBezTo>
                  <a:pt x="108438" y="99057"/>
                  <a:pt x="108438" y="99057"/>
                  <a:pt x="108438" y="99057"/>
                </a:cubicBezTo>
                <a:cubicBezTo>
                  <a:pt x="108438" y="113926"/>
                  <a:pt x="108438" y="113926"/>
                  <a:pt x="108438" y="113926"/>
                </a:cubicBezTo>
                <a:cubicBezTo>
                  <a:pt x="108438" y="118324"/>
                  <a:pt x="107043" y="119790"/>
                  <a:pt x="102857" y="119790"/>
                </a:cubicBezTo>
                <a:cubicBezTo>
                  <a:pt x="91694" y="119790"/>
                  <a:pt x="91694" y="119790"/>
                  <a:pt x="91694" y="119790"/>
                </a:cubicBezTo>
                <a:cubicBezTo>
                  <a:pt x="91694" y="72460"/>
                  <a:pt x="91694" y="72460"/>
                  <a:pt x="91694" y="72460"/>
                </a:cubicBezTo>
                <a:cubicBezTo>
                  <a:pt x="69169" y="72460"/>
                  <a:pt x="69169" y="72460"/>
                  <a:pt x="69169" y="72460"/>
                </a:cubicBezTo>
                <a:cubicBezTo>
                  <a:pt x="69169" y="119790"/>
                  <a:pt x="69169" y="119790"/>
                  <a:pt x="69169" y="119790"/>
                </a:cubicBezTo>
                <a:cubicBezTo>
                  <a:pt x="16943" y="119790"/>
                  <a:pt x="16943" y="119790"/>
                  <a:pt x="16943" y="119790"/>
                </a:cubicBezTo>
                <a:cubicBezTo>
                  <a:pt x="14152" y="119790"/>
                  <a:pt x="11362" y="118324"/>
                  <a:pt x="11362" y="113926"/>
                </a:cubicBezTo>
                <a:cubicBezTo>
                  <a:pt x="11362" y="99057"/>
                  <a:pt x="11362" y="99057"/>
                  <a:pt x="11362" y="99057"/>
                </a:cubicBezTo>
                <a:cubicBezTo>
                  <a:pt x="11362" y="90261"/>
                  <a:pt x="11362" y="90261"/>
                  <a:pt x="11362" y="90261"/>
                </a:cubicBezTo>
                <a:cubicBezTo>
                  <a:pt x="11362" y="72460"/>
                  <a:pt x="11362" y="72460"/>
                  <a:pt x="11362" y="72460"/>
                </a:cubicBezTo>
                <a:cubicBezTo>
                  <a:pt x="60598" y="22198"/>
                  <a:pt x="60598" y="22198"/>
                  <a:pt x="60598" y="22198"/>
                </a:cubicBezTo>
                <a:lnTo>
                  <a:pt x="108438" y="72460"/>
                </a:lnTo>
                <a:close/>
                <a:moveTo>
                  <a:pt x="50830" y="72460"/>
                </a:moveTo>
                <a:lnTo>
                  <a:pt x="50830" y="72460"/>
                </a:lnTo>
                <a:cubicBezTo>
                  <a:pt x="28305" y="72460"/>
                  <a:pt x="28305" y="72460"/>
                  <a:pt x="28305" y="72460"/>
                </a:cubicBezTo>
                <a:cubicBezTo>
                  <a:pt x="28305" y="96125"/>
                  <a:pt x="28305" y="96125"/>
                  <a:pt x="28305" y="96125"/>
                </a:cubicBezTo>
                <a:cubicBezTo>
                  <a:pt x="50830" y="96125"/>
                  <a:pt x="50830" y="96125"/>
                  <a:pt x="50830" y="96125"/>
                </a:cubicBezTo>
                <a:lnTo>
                  <a:pt x="50830" y="72460"/>
                </a:lnTo>
                <a:close/>
              </a:path>
            </a:pathLst>
          </a:custGeom>
          <a:solidFill>
            <a:schemeClr val="bg1"/>
          </a:solidFill>
          <a:ln>
            <a:noFill/>
          </a:ln>
          <a:effectLst/>
        </p:spPr>
        <p:txBody>
          <a:bodyPr wrap="square" lIns="91440" tIns="45720" rIns="91440" bIns="45720" anchor="ctr">
            <a:normAutofit fontScale="25000" lnSpcReduction="20000"/>
          </a:bodyPr>
          <a:lstStyle/>
          <a:p>
            <a:pPr algn="ctr"/>
            <a:endParaRPr/>
          </a:p>
        </p:txBody>
      </p:sp>
      <p:sp>
        <p:nvSpPr>
          <p:cNvPr id="34" name="íSlíḋe"/>
          <p:cNvSpPr/>
          <p:nvPr/>
        </p:nvSpPr>
        <p:spPr>
          <a:xfrm>
            <a:off x="7166868" y="2891408"/>
            <a:ext cx="261148" cy="228804"/>
          </a:xfrm>
          <a:custGeom>
            <a:avLst/>
            <a:gdLst/>
            <a:ahLst/>
            <a:cxnLst/>
            <a:rect l="0" t="0" r="0" b="0"/>
            <a:pathLst>
              <a:path w="120000" h="120000" extrusionOk="0">
                <a:moveTo>
                  <a:pt x="117009" y="65310"/>
                </a:moveTo>
                <a:lnTo>
                  <a:pt x="117009" y="65310"/>
                </a:lnTo>
                <a:lnTo>
                  <a:pt x="117009" y="65310"/>
                </a:lnTo>
                <a:cubicBezTo>
                  <a:pt x="61993" y="91073"/>
                  <a:pt x="61993" y="91073"/>
                  <a:pt x="61993" y="91073"/>
                </a:cubicBezTo>
                <a:lnTo>
                  <a:pt x="61993" y="91073"/>
                </a:lnTo>
                <a:lnTo>
                  <a:pt x="61993" y="91073"/>
                </a:lnTo>
                <a:lnTo>
                  <a:pt x="61993" y="91073"/>
                </a:lnTo>
                <a:cubicBezTo>
                  <a:pt x="61993" y="92655"/>
                  <a:pt x="60598" y="92655"/>
                  <a:pt x="60598" y="92655"/>
                </a:cubicBezTo>
                <a:cubicBezTo>
                  <a:pt x="59202" y="92655"/>
                  <a:pt x="59202" y="92655"/>
                  <a:pt x="57807" y="91073"/>
                </a:cubicBezTo>
                <a:lnTo>
                  <a:pt x="57807" y="91073"/>
                </a:lnTo>
                <a:lnTo>
                  <a:pt x="57807" y="91073"/>
                </a:lnTo>
                <a:lnTo>
                  <a:pt x="57807" y="91073"/>
                </a:lnTo>
                <a:cubicBezTo>
                  <a:pt x="2990" y="65310"/>
                  <a:pt x="2990" y="65310"/>
                  <a:pt x="2990" y="65310"/>
                </a:cubicBezTo>
                <a:lnTo>
                  <a:pt x="2990" y="65310"/>
                </a:lnTo>
                <a:cubicBezTo>
                  <a:pt x="1395" y="65310"/>
                  <a:pt x="0" y="62146"/>
                  <a:pt x="0" y="60564"/>
                </a:cubicBezTo>
                <a:cubicBezTo>
                  <a:pt x="0" y="55819"/>
                  <a:pt x="2990" y="54237"/>
                  <a:pt x="5780" y="54237"/>
                </a:cubicBezTo>
                <a:cubicBezTo>
                  <a:pt x="7176" y="54237"/>
                  <a:pt x="7176" y="54237"/>
                  <a:pt x="8571" y="54237"/>
                </a:cubicBezTo>
                <a:lnTo>
                  <a:pt x="8571" y="54237"/>
                </a:lnTo>
                <a:lnTo>
                  <a:pt x="8571" y="54237"/>
                </a:lnTo>
                <a:lnTo>
                  <a:pt x="8571" y="54237"/>
                </a:lnTo>
                <a:cubicBezTo>
                  <a:pt x="60598" y="78192"/>
                  <a:pt x="60598" y="78192"/>
                  <a:pt x="60598" y="78192"/>
                </a:cubicBezTo>
                <a:cubicBezTo>
                  <a:pt x="112823" y="54237"/>
                  <a:pt x="112823" y="54237"/>
                  <a:pt x="112823" y="54237"/>
                </a:cubicBezTo>
                <a:lnTo>
                  <a:pt x="112823" y="54237"/>
                </a:lnTo>
                <a:lnTo>
                  <a:pt x="112823" y="54237"/>
                </a:lnTo>
                <a:lnTo>
                  <a:pt x="112823" y="54237"/>
                </a:lnTo>
                <a:lnTo>
                  <a:pt x="114219" y="54237"/>
                </a:lnTo>
                <a:cubicBezTo>
                  <a:pt x="118405" y="54237"/>
                  <a:pt x="119800" y="55819"/>
                  <a:pt x="119800" y="60564"/>
                </a:cubicBezTo>
                <a:cubicBezTo>
                  <a:pt x="119800" y="62146"/>
                  <a:pt x="118405" y="65310"/>
                  <a:pt x="117009" y="65310"/>
                </a:cubicBezTo>
                <a:close/>
                <a:moveTo>
                  <a:pt x="117009" y="38192"/>
                </a:moveTo>
                <a:lnTo>
                  <a:pt x="117009" y="38192"/>
                </a:lnTo>
                <a:lnTo>
                  <a:pt x="117009" y="38192"/>
                </a:lnTo>
                <a:cubicBezTo>
                  <a:pt x="61993" y="63728"/>
                  <a:pt x="61993" y="63728"/>
                  <a:pt x="61993" y="63728"/>
                </a:cubicBezTo>
                <a:lnTo>
                  <a:pt x="61993" y="63728"/>
                </a:lnTo>
                <a:lnTo>
                  <a:pt x="61993" y="63728"/>
                </a:lnTo>
                <a:lnTo>
                  <a:pt x="61993" y="63728"/>
                </a:lnTo>
                <a:lnTo>
                  <a:pt x="60598" y="63728"/>
                </a:lnTo>
                <a:cubicBezTo>
                  <a:pt x="59202" y="63728"/>
                  <a:pt x="59202" y="63728"/>
                  <a:pt x="57807" y="63728"/>
                </a:cubicBezTo>
                <a:lnTo>
                  <a:pt x="57807" y="63728"/>
                </a:lnTo>
                <a:lnTo>
                  <a:pt x="57807" y="63728"/>
                </a:lnTo>
                <a:lnTo>
                  <a:pt x="57807" y="63728"/>
                </a:lnTo>
                <a:cubicBezTo>
                  <a:pt x="2990" y="38192"/>
                  <a:pt x="2990" y="38192"/>
                  <a:pt x="2990" y="38192"/>
                </a:cubicBezTo>
                <a:lnTo>
                  <a:pt x="2990" y="38192"/>
                </a:lnTo>
                <a:cubicBezTo>
                  <a:pt x="1395" y="36610"/>
                  <a:pt x="0" y="35028"/>
                  <a:pt x="0" y="31864"/>
                </a:cubicBezTo>
                <a:cubicBezTo>
                  <a:pt x="0" y="30282"/>
                  <a:pt x="1395" y="27118"/>
                  <a:pt x="2990" y="27118"/>
                </a:cubicBezTo>
                <a:lnTo>
                  <a:pt x="2990" y="27118"/>
                </a:lnTo>
                <a:cubicBezTo>
                  <a:pt x="57807" y="1581"/>
                  <a:pt x="57807" y="1581"/>
                  <a:pt x="57807" y="1581"/>
                </a:cubicBezTo>
                <a:lnTo>
                  <a:pt x="57807" y="1581"/>
                </a:lnTo>
                <a:lnTo>
                  <a:pt x="57807" y="1581"/>
                </a:lnTo>
                <a:lnTo>
                  <a:pt x="57807" y="1581"/>
                </a:lnTo>
                <a:cubicBezTo>
                  <a:pt x="59202" y="0"/>
                  <a:pt x="59202" y="0"/>
                  <a:pt x="60598" y="0"/>
                </a:cubicBezTo>
                <a:cubicBezTo>
                  <a:pt x="60598" y="0"/>
                  <a:pt x="61993" y="0"/>
                  <a:pt x="61993" y="1581"/>
                </a:cubicBezTo>
                <a:lnTo>
                  <a:pt x="61993" y="1581"/>
                </a:lnTo>
                <a:lnTo>
                  <a:pt x="61993" y="1581"/>
                </a:lnTo>
                <a:lnTo>
                  <a:pt x="61993" y="1581"/>
                </a:lnTo>
                <a:cubicBezTo>
                  <a:pt x="117009" y="27118"/>
                  <a:pt x="117009" y="27118"/>
                  <a:pt x="117009" y="27118"/>
                </a:cubicBezTo>
                <a:lnTo>
                  <a:pt x="117009" y="27118"/>
                </a:lnTo>
                <a:cubicBezTo>
                  <a:pt x="118405" y="27118"/>
                  <a:pt x="119800" y="30282"/>
                  <a:pt x="119800" y="31864"/>
                </a:cubicBezTo>
                <a:cubicBezTo>
                  <a:pt x="119800" y="35028"/>
                  <a:pt x="118405" y="36610"/>
                  <a:pt x="117009" y="38192"/>
                </a:cubicBezTo>
                <a:close/>
                <a:moveTo>
                  <a:pt x="5780" y="81355"/>
                </a:moveTo>
                <a:lnTo>
                  <a:pt x="5780" y="81355"/>
                </a:lnTo>
                <a:cubicBezTo>
                  <a:pt x="7176" y="81355"/>
                  <a:pt x="7176" y="81355"/>
                  <a:pt x="8571" y="81355"/>
                </a:cubicBezTo>
                <a:lnTo>
                  <a:pt x="8571" y="81355"/>
                </a:lnTo>
                <a:lnTo>
                  <a:pt x="8571" y="81355"/>
                </a:lnTo>
                <a:lnTo>
                  <a:pt x="8571" y="81355"/>
                </a:lnTo>
                <a:cubicBezTo>
                  <a:pt x="60598" y="106892"/>
                  <a:pt x="60598" y="106892"/>
                  <a:pt x="60598" y="106892"/>
                </a:cubicBezTo>
                <a:cubicBezTo>
                  <a:pt x="112823" y="81355"/>
                  <a:pt x="112823" y="81355"/>
                  <a:pt x="112823" y="81355"/>
                </a:cubicBezTo>
                <a:lnTo>
                  <a:pt x="112823" y="81355"/>
                </a:lnTo>
                <a:lnTo>
                  <a:pt x="112823" y="81355"/>
                </a:lnTo>
                <a:lnTo>
                  <a:pt x="112823" y="81355"/>
                </a:lnTo>
                <a:lnTo>
                  <a:pt x="114219" y="81355"/>
                </a:lnTo>
                <a:cubicBezTo>
                  <a:pt x="118405" y="81355"/>
                  <a:pt x="119800" y="84519"/>
                  <a:pt x="119800" y="87683"/>
                </a:cubicBezTo>
                <a:cubicBezTo>
                  <a:pt x="119800" y="91073"/>
                  <a:pt x="118405" y="92655"/>
                  <a:pt x="117009" y="94237"/>
                </a:cubicBezTo>
                <a:lnTo>
                  <a:pt x="117009" y="94237"/>
                </a:lnTo>
                <a:cubicBezTo>
                  <a:pt x="61993" y="119774"/>
                  <a:pt x="61993" y="119774"/>
                  <a:pt x="61993" y="119774"/>
                </a:cubicBezTo>
                <a:lnTo>
                  <a:pt x="61993" y="119774"/>
                </a:lnTo>
                <a:lnTo>
                  <a:pt x="61993" y="119774"/>
                </a:lnTo>
                <a:lnTo>
                  <a:pt x="61993" y="119774"/>
                </a:lnTo>
                <a:lnTo>
                  <a:pt x="60598" y="119774"/>
                </a:lnTo>
                <a:cubicBezTo>
                  <a:pt x="59202" y="119774"/>
                  <a:pt x="59202" y="119774"/>
                  <a:pt x="57807" y="119774"/>
                </a:cubicBezTo>
                <a:lnTo>
                  <a:pt x="57807" y="119774"/>
                </a:lnTo>
                <a:lnTo>
                  <a:pt x="57807" y="119774"/>
                </a:lnTo>
                <a:lnTo>
                  <a:pt x="57807" y="119774"/>
                </a:lnTo>
                <a:cubicBezTo>
                  <a:pt x="2990" y="94237"/>
                  <a:pt x="2990" y="94237"/>
                  <a:pt x="2990" y="94237"/>
                </a:cubicBezTo>
                <a:lnTo>
                  <a:pt x="2990" y="94237"/>
                </a:lnTo>
                <a:cubicBezTo>
                  <a:pt x="1395" y="92655"/>
                  <a:pt x="0" y="91073"/>
                  <a:pt x="0" y="87683"/>
                </a:cubicBezTo>
                <a:cubicBezTo>
                  <a:pt x="0" y="84519"/>
                  <a:pt x="2990" y="81355"/>
                  <a:pt x="5780" y="81355"/>
                </a:cubicBezTo>
                <a:close/>
              </a:path>
            </a:pathLst>
          </a:custGeom>
          <a:solidFill>
            <a:schemeClr val="bg1"/>
          </a:solidFill>
          <a:ln>
            <a:noFill/>
          </a:ln>
          <a:effectLst/>
        </p:spPr>
        <p:txBody>
          <a:bodyPr wrap="square" lIns="91440" tIns="45720" rIns="91440" bIns="45720" anchor="ctr">
            <a:normAutofit fontScale="25000" lnSpcReduction="20000"/>
          </a:bodyPr>
          <a:lstStyle/>
          <a:p>
            <a:pPr algn="ctr"/>
            <a:endParaRPr/>
          </a:p>
        </p:txBody>
      </p:sp>
      <p:sp>
        <p:nvSpPr>
          <p:cNvPr id="35" name="ïśḷïḓe"/>
          <p:cNvSpPr/>
          <p:nvPr/>
        </p:nvSpPr>
        <p:spPr>
          <a:xfrm>
            <a:off x="1212256" y="4397348"/>
            <a:ext cx="211585" cy="259306"/>
          </a:xfrm>
          <a:custGeom>
            <a:avLst/>
            <a:gdLst/>
            <a:ahLst/>
            <a:cxnLst/>
            <a:rect l="0" t="0" r="0" b="0"/>
            <a:pathLst>
              <a:path w="120000" h="120000" extrusionOk="0">
                <a:moveTo>
                  <a:pt x="112868" y="119800"/>
                </a:moveTo>
                <a:lnTo>
                  <a:pt x="112868" y="119800"/>
                </a:lnTo>
                <a:cubicBezTo>
                  <a:pt x="6885" y="119800"/>
                  <a:pt x="6885" y="119800"/>
                  <a:pt x="6885" y="119800"/>
                </a:cubicBezTo>
                <a:cubicBezTo>
                  <a:pt x="1721" y="119800"/>
                  <a:pt x="0" y="117004"/>
                  <a:pt x="0" y="114209"/>
                </a:cubicBezTo>
                <a:cubicBezTo>
                  <a:pt x="0" y="64891"/>
                  <a:pt x="0" y="64891"/>
                  <a:pt x="0" y="64891"/>
                </a:cubicBezTo>
                <a:cubicBezTo>
                  <a:pt x="0" y="62096"/>
                  <a:pt x="1721" y="59101"/>
                  <a:pt x="6885" y="59101"/>
                </a:cubicBezTo>
                <a:cubicBezTo>
                  <a:pt x="17213" y="59101"/>
                  <a:pt x="17213" y="59101"/>
                  <a:pt x="17213" y="59101"/>
                </a:cubicBezTo>
                <a:cubicBezTo>
                  <a:pt x="17213" y="33743"/>
                  <a:pt x="17213" y="33743"/>
                  <a:pt x="17213" y="33743"/>
                </a:cubicBezTo>
                <a:cubicBezTo>
                  <a:pt x="17213" y="13976"/>
                  <a:pt x="36393" y="0"/>
                  <a:pt x="59016" y="0"/>
                </a:cubicBezTo>
                <a:cubicBezTo>
                  <a:pt x="83360" y="0"/>
                  <a:pt x="100573" y="13976"/>
                  <a:pt x="100573" y="33743"/>
                </a:cubicBezTo>
                <a:cubicBezTo>
                  <a:pt x="100573" y="36539"/>
                  <a:pt x="98852" y="39534"/>
                  <a:pt x="93688" y="39534"/>
                </a:cubicBezTo>
                <a:cubicBezTo>
                  <a:pt x="90245" y="39534"/>
                  <a:pt x="86803" y="36539"/>
                  <a:pt x="86803" y="33743"/>
                </a:cubicBezTo>
                <a:cubicBezTo>
                  <a:pt x="86803" y="21164"/>
                  <a:pt x="74754" y="11181"/>
                  <a:pt x="59016" y="11181"/>
                </a:cubicBezTo>
                <a:cubicBezTo>
                  <a:pt x="43278" y="11181"/>
                  <a:pt x="31229" y="21164"/>
                  <a:pt x="31229" y="33743"/>
                </a:cubicBezTo>
                <a:cubicBezTo>
                  <a:pt x="31229" y="59101"/>
                  <a:pt x="31229" y="59101"/>
                  <a:pt x="31229" y="59101"/>
                </a:cubicBezTo>
                <a:cubicBezTo>
                  <a:pt x="86803" y="59101"/>
                  <a:pt x="86803" y="59101"/>
                  <a:pt x="86803" y="59101"/>
                </a:cubicBezTo>
                <a:cubicBezTo>
                  <a:pt x="100573" y="59101"/>
                  <a:pt x="100573" y="59101"/>
                  <a:pt x="100573" y="59101"/>
                </a:cubicBezTo>
                <a:cubicBezTo>
                  <a:pt x="112868" y="59101"/>
                  <a:pt x="112868" y="59101"/>
                  <a:pt x="112868" y="59101"/>
                </a:cubicBezTo>
                <a:cubicBezTo>
                  <a:pt x="116311" y="59101"/>
                  <a:pt x="119754" y="62096"/>
                  <a:pt x="119754" y="64891"/>
                </a:cubicBezTo>
                <a:cubicBezTo>
                  <a:pt x="119754" y="114209"/>
                  <a:pt x="119754" y="114209"/>
                  <a:pt x="119754" y="114209"/>
                </a:cubicBezTo>
                <a:cubicBezTo>
                  <a:pt x="119754" y="117004"/>
                  <a:pt x="116311" y="119800"/>
                  <a:pt x="112868" y="119800"/>
                </a:cubicBezTo>
                <a:close/>
                <a:moveTo>
                  <a:pt x="59016" y="70482"/>
                </a:moveTo>
                <a:lnTo>
                  <a:pt x="59016" y="70482"/>
                </a:lnTo>
                <a:cubicBezTo>
                  <a:pt x="52131" y="70482"/>
                  <a:pt x="45000" y="76073"/>
                  <a:pt x="45000" y="81863"/>
                </a:cubicBezTo>
                <a:cubicBezTo>
                  <a:pt x="45000" y="86056"/>
                  <a:pt x="48688" y="90249"/>
                  <a:pt x="52131" y="91647"/>
                </a:cubicBezTo>
                <a:cubicBezTo>
                  <a:pt x="52131" y="103028"/>
                  <a:pt x="52131" y="103028"/>
                  <a:pt x="52131" y="103028"/>
                </a:cubicBezTo>
                <a:cubicBezTo>
                  <a:pt x="52131" y="105823"/>
                  <a:pt x="55573" y="108618"/>
                  <a:pt x="59016" y="108618"/>
                </a:cubicBezTo>
                <a:cubicBezTo>
                  <a:pt x="64180" y="108618"/>
                  <a:pt x="65901" y="105823"/>
                  <a:pt x="65901" y="103028"/>
                </a:cubicBezTo>
                <a:cubicBezTo>
                  <a:pt x="65901" y="91647"/>
                  <a:pt x="65901" y="91647"/>
                  <a:pt x="65901" y="91647"/>
                </a:cubicBezTo>
                <a:cubicBezTo>
                  <a:pt x="71065" y="90249"/>
                  <a:pt x="72786" y="86056"/>
                  <a:pt x="72786" y="81863"/>
                </a:cubicBezTo>
                <a:cubicBezTo>
                  <a:pt x="72786" y="76073"/>
                  <a:pt x="67622" y="70482"/>
                  <a:pt x="59016" y="70482"/>
                </a:cubicBezTo>
                <a:close/>
              </a:path>
            </a:pathLst>
          </a:custGeom>
          <a:solidFill>
            <a:schemeClr val="bg1"/>
          </a:solidFill>
          <a:ln>
            <a:noFill/>
          </a:ln>
          <a:effectLst/>
        </p:spPr>
        <p:txBody>
          <a:bodyPr wrap="square" lIns="91440" tIns="45720" rIns="91440" bIns="45720" anchor="ctr">
            <a:normAutofit fontScale="25000" lnSpcReduction="20000"/>
          </a:bodyPr>
          <a:lstStyle/>
          <a:p>
            <a:pPr algn="ct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cs typeface="+mn-ea"/>
                <a:sym typeface="+mn-lt"/>
              </a:rPr>
              <a:t>虚拟化的发展（</a:t>
            </a:r>
            <a:r>
              <a:rPr lang="en-US" altLang="zh-CN" sz="2800" b="1" dirty="0">
                <a:solidFill>
                  <a:schemeClr val="bg1"/>
                </a:solidFill>
                <a:cs typeface="+mn-ea"/>
                <a:sym typeface="+mn-lt"/>
              </a:rPr>
              <a:t>1</a:t>
            </a:r>
            <a:r>
              <a:rPr lang="zh-CN" altLang="en-US" sz="2800" b="1" dirty="0">
                <a:solidFill>
                  <a:schemeClr val="bg1"/>
                </a:solidFill>
                <a:cs typeface="+mn-ea"/>
                <a:sym typeface="+mn-lt"/>
              </a:rPr>
              <a:t>）</a:t>
            </a:r>
          </a:p>
        </p:txBody>
      </p:sp>
      <p:sp>
        <p:nvSpPr>
          <p:cNvPr id="3" name="内容占位符 2"/>
          <p:cNvSpPr txBox="1"/>
          <p:nvPr/>
        </p:nvSpPr>
        <p:spPr>
          <a:xfrm>
            <a:off x="152167" y="1111847"/>
            <a:ext cx="11149107" cy="113757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0">
              <a:lnSpc>
                <a:spcPct val="123000"/>
              </a:lnSpc>
              <a:spcBef>
                <a:spcPts val="600"/>
              </a:spcBef>
              <a:buNone/>
            </a:pPr>
            <a:r>
              <a:rPr lang="en-US" altLang="zh-CN" sz="2400" dirty="0">
                <a:solidFill>
                  <a:srgbClr val="FF0000"/>
                </a:solidFill>
              </a:rPr>
              <a:t>	VM/370</a:t>
            </a:r>
          </a:p>
          <a:p>
            <a:pPr marL="1028700" lvl="1" indent="-342900">
              <a:lnSpc>
                <a:spcPct val="123000"/>
              </a:lnSpc>
              <a:spcBef>
                <a:spcPts val="600"/>
              </a:spcBef>
              <a:buClr>
                <a:srgbClr val="0000FF"/>
              </a:buClr>
              <a:buFont typeface="Wingdings" panose="05000000000000000000" pitchFamily="2" charset="2"/>
              <a:buChar char="Ø"/>
            </a:pPr>
            <a:r>
              <a:rPr lang="zh-CN" altLang="zh-CN" sz="2400" dirty="0"/>
              <a:t>它的</a:t>
            </a:r>
            <a:r>
              <a:rPr lang="zh-CN" altLang="en-US" sz="2400" dirty="0"/>
              <a:t>现代化身</a:t>
            </a:r>
            <a:r>
              <a:rPr lang="en-US" altLang="zh-CN" sz="2400" dirty="0"/>
              <a:t>z/VM</a:t>
            </a:r>
            <a:r>
              <a:rPr lang="zh-CN" altLang="zh-CN" sz="2400" dirty="0"/>
              <a:t>，目前在现有的</a:t>
            </a:r>
            <a:r>
              <a:rPr lang="en-US" altLang="zh-CN" sz="2400" dirty="0"/>
              <a:t>IBM</a:t>
            </a:r>
            <a:r>
              <a:rPr lang="zh-CN" altLang="zh-CN" sz="2400" dirty="0"/>
              <a:t>大型计算机上广泛应用</a:t>
            </a:r>
            <a:endParaRPr lang="en-US" altLang="zh-CN" sz="2400" dirty="0"/>
          </a:p>
        </p:txBody>
      </p:sp>
      <p:pic>
        <p:nvPicPr>
          <p:cNvPr id="4" name="图片 3"/>
          <p:cNvPicPr>
            <a:picLocks noChangeAspect="1"/>
          </p:cNvPicPr>
          <p:nvPr/>
        </p:nvPicPr>
        <p:blipFill>
          <a:blip r:embed="rId2"/>
          <a:stretch>
            <a:fillRect/>
          </a:stretch>
        </p:blipFill>
        <p:spPr>
          <a:xfrm>
            <a:off x="4710172" y="2358761"/>
            <a:ext cx="6753860" cy="3399790"/>
          </a:xfrm>
          <a:prstGeom prst="rect">
            <a:avLst/>
          </a:prstGeom>
          <a:ln>
            <a:solidFill>
              <a:schemeClr val="accent1"/>
            </a:solidFill>
          </a:ln>
        </p:spPr>
      </p:pic>
      <p:sp>
        <p:nvSpPr>
          <p:cNvPr id="5" name="内容占位符 2"/>
          <p:cNvSpPr txBox="1"/>
          <p:nvPr/>
        </p:nvSpPr>
        <p:spPr>
          <a:xfrm>
            <a:off x="131637" y="2249424"/>
            <a:ext cx="4218422" cy="361846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028700" lvl="1" indent="-342900">
              <a:lnSpc>
                <a:spcPct val="123000"/>
              </a:lnSpc>
              <a:spcBef>
                <a:spcPts val="600"/>
              </a:spcBef>
              <a:buClr>
                <a:srgbClr val="0000FF"/>
              </a:buClr>
              <a:buFont typeface="Wingdings" panose="05000000000000000000" pitchFamily="2" charset="2"/>
              <a:buChar char="Ø"/>
            </a:pPr>
            <a:r>
              <a:rPr lang="zh-CN" altLang="zh-CN" sz="2400" dirty="0"/>
              <a:t>核心为虚拟机监视器，它在裸机上运行并且具备了多道程序功能。</a:t>
            </a:r>
            <a:r>
              <a:rPr lang="en-US" altLang="zh-CN" sz="2400" dirty="0"/>
              <a:t>VM/370</a:t>
            </a:r>
            <a:r>
              <a:rPr lang="zh-CN" altLang="zh-CN" sz="2400" dirty="0"/>
              <a:t>向上层提供了若干个虚拟</a:t>
            </a:r>
            <a:endParaRPr lang="en-US" altLang="zh-CN" sz="2400" dirty="0"/>
          </a:p>
          <a:p>
            <a:pPr marL="1028700" lvl="1" indent="-342900">
              <a:lnSpc>
                <a:spcPct val="123000"/>
              </a:lnSpc>
              <a:spcBef>
                <a:spcPts val="600"/>
              </a:spcBef>
              <a:buClr>
                <a:srgbClr val="0000FF"/>
              </a:buClr>
              <a:buFont typeface="Wingdings" panose="05000000000000000000" pitchFamily="2" charset="2"/>
              <a:buChar char="Ø"/>
            </a:pPr>
            <a:r>
              <a:rPr lang="zh-CN" altLang="zh-CN" sz="2400" dirty="0"/>
              <a:t>会话监控系统</a:t>
            </a:r>
            <a:r>
              <a:rPr lang="en-US" altLang="zh-CN" sz="2400" dirty="0"/>
              <a:t>CMS</a:t>
            </a:r>
            <a:r>
              <a:rPr lang="zh-CN" altLang="en-US" sz="2400" dirty="0"/>
              <a:t>：</a:t>
            </a:r>
            <a:r>
              <a:rPr lang="zh-CN" altLang="zh-CN" sz="2400" dirty="0"/>
              <a:t>运行单用户、交互式系统以供分时用户使用</a:t>
            </a:r>
            <a:endParaRPr lang="zh-CN" altLang="en-US" sz="2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cs typeface="+mn-ea"/>
                <a:sym typeface="+mn-lt"/>
              </a:rPr>
              <a:t>虚拟化的发展（</a:t>
            </a:r>
            <a:r>
              <a:rPr lang="en-US" altLang="zh-CN" sz="2800" b="1" dirty="0">
                <a:solidFill>
                  <a:schemeClr val="bg1"/>
                </a:solidFill>
                <a:cs typeface="+mn-ea"/>
                <a:sym typeface="+mn-lt"/>
              </a:rPr>
              <a:t>2</a:t>
            </a:r>
            <a:r>
              <a:rPr lang="zh-CN" altLang="en-US" sz="2800" b="1" dirty="0">
                <a:solidFill>
                  <a:schemeClr val="bg1"/>
                </a:solidFill>
                <a:cs typeface="+mn-ea"/>
                <a:sym typeface="+mn-lt"/>
              </a:rPr>
              <a:t>）</a:t>
            </a:r>
          </a:p>
        </p:txBody>
      </p:sp>
      <p:sp>
        <p:nvSpPr>
          <p:cNvPr id="7" name="内容占位符 2"/>
          <p:cNvSpPr txBox="1"/>
          <p:nvPr/>
        </p:nvSpPr>
        <p:spPr>
          <a:xfrm>
            <a:off x="1404101" y="1093206"/>
            <a:ext cx="10145748" cy="198955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3000"/>
              </a:lnSpc>
              <a:spcBef>
                <a:spcPts val="0"/>
              </a:spcBef>
              <a:buNone/>
            </a:pPr>
            <a:r>
              <a:rPr lang="zh-CN" altLang="en-US" sz="2400" dirty="0">
                <a:solidFill>
                  <a:srgbClr val="FF0000"/>
                </a:solidFill>
              </a:rPr>
              <a:t>新时代虚拟机</a:t>
            </a:r>
          </a:p>
          <a:p>
            <a:pPr marL="342900" lvl="1" indent="-342900">
              <a:lnSpc>
                <a:spcPct val="123000"/>
              </a:lnSpc>
              <a:spcBef>
                <a:spcPts val="300"/>
              </a:spcBef>
              <a:buClr>
                <a:srgbClr val="E71101"/>
              </a:buClr>
              <a:buSzPct val="100000"/>
              <a:buFont typeface="Wingdings" panose="05000000000000000000" pitchFamily="2" charset="2"/>
              <a:buChar char="n"/>
              <a:defRPr/>
            </a:pPr>
            <a:r>
              <a:rPr lang="zh-CN" altLang="en-US" sz="2000" dirty="0">
                <a:solidFill>
                  <a:schemeClr val="tx1">
                    <a:lumMod val="65000"/>
                    <a:lumOff val="35000"/>
                  </a:schemeClr>
                </a:solidFill>
              </a:rPr>
              <a:t>发展</a:t>
            </a:r>
            <a:r>
              <a:rPr lang="en-US" altLang="zh-CN" sz="2000" dirty="0">
                <a:solidFill>
                  <a:schemeClr val="tx1">
                    <a:lumMod val="65000"/>
                    <a:lumOff val="35000"/>
                  </a:schemeClr>
                </a:solidFill>
              </a:rPr>
              <a:t>50</a:t>
            </a:r>
            <a:r>
              <a:rPr lang="zh-CN" altLang="en-US" sz="2000" dirty="0">
                <a:solidFill>
                  <a:schemeClr val="tx1">
                    <a:lumMod val="65000"/>
                    <a:lumOff val="35000"/>
                  </a:schemeClr>
                </a:solidFill>
              </a:rPr>
              <a:t>年来，主要在高端企业服务器上增加了对虚拟机的支持，</a:t>
            </a:r>
            <a:r>
              <a:rPr lang="en-US" altLang="zh-CN" sz="2000" dirty="0">
                <a:solidFill>
                  <a:schemeClr val="tx1">
                    <a:lumMod val="65000"/>
                    <a:lumOff val="35000"/>
                  </a:schemeClr>
                </a:solidFill>
              </a:rPr>
              <a:t>PC</a:t>
            </a:r>
            <a:r>
              <a:rPr lang="zh-CN" altLang="en-US" sz="2000" dirty="0">
                <a:solidFill>
                  <a:schemeClr val="tx1">
                    <a:lumMod val="65000"/>
                    <a:lumOff val="35000"/>
                  </a:schemeClr>
                </a:solidFill>
              </a:rPr>
              <a:t>机上被忽略</a:t>
            </a:r>
          </a:p>
          <a:p>
            <a:pPr marL="342900" lvl="1" indent="-342900">
              <a:lnSpc>
                <a:spcPct val="123000"/>
              </a:lnSpc>
              <a:spcBef>
                <a:spcPts val="300"/>
              </a:spcBef>
              <a:buClr>
                <a:srgbClr val="E71101"/>
              </a:buClr>
              <a:buSzPct val="100000"/>
              <a:buFont typeface="Wingdings" panose="05000000000000000000" pitchFamily="2" charset="2"/>
              <a:buChar char="n"/>
              <a:defRPr/>
            </a:pPr>
            <a:r>
              <a:rPr lang="en-US" altLang="zh-CN" sz="2000" dirty="0">
                <a:solidFill>
                  <a:schemeClr val="tx1">
                    <a:lumMod val="65000"/>
                    <a:lumOff val="35000"/>
                  </a:schemeClr>
                </a:solidFill>
              </a:rPr>
              <a:t>20</a:t>
            </a:r>
            <a:r>
              <a:rPr lang="zh-CN" altLang="en-US" sz="2000" dirty="0">
                <a:solidFill>
                  <a:schemeClr val="tx1">
                    <a:lumMod val="65000"/>
                    <a:lumOff val="35000"/>
                  </a:schemeClr>
                </a:solidFill>
              </a:rPr>
              <a:t>世纪</a:t>
            </a:r>
            <a:r>
              <a:rPr lang="en-US" altLang="zh-CN" sz="2000" dirty="0">
                <a:solidFill>
                  <a:schemeClr val="tx1">
                    <a:lumMod val="65000"/>
                    <a:lumOff val="35000"/>
                  </a:schemeClr>
                </a:solidFill>
              </a:rPr>
              <a:t>90</a:t>
            </a:r>
            <a:r>
              <a:rPr lang="zh-CN" altLang="en-US" sz="2000" dirty="0">
                <a:solidFill>
                  <a:schemeClr val="tx1">
                    <a:lumMod val="65000"/>
                    <a:lumOff val="35000"/>
                  </a:schemeClr>
                </a:solidFill>
              </a:rPr>
              <a:t>年代，开始在</a:t>
            </a:r>
            <a:r>
              <a:rPr lang="en-US" altLang="zh-CN" sz="2000" dirty="0">
                <a:solidFill>
                  <a:schemeClr val="tx1">
                    <a:lumMod val="65000"/>
                    <a:lumOff val="35000"/>
                  </a:schemeClr>
                </a:solidFill>
              </a:rPr>
              <a:t>PC</a:t>
            </a:r>
            <a:r>
              <a:rPr lang="zh-CN" altLang="en-US" sz="2000" dirty="0">
                <a:solidFill>
                  <a:schemeClr val="tx1">
                    <a:lumMod val="65000"/>
                    <a:lumOff val="35000"/>
                  </a:schemeClr>
                </a:solidFill>
              </a:rPr>
              <a:t>机上支持虚拟机，如</a:t>
            </a:r>
            <a:r>
              <a:rPr lang="en-US" altLang="zh-CN" sz="2000" dirty="0" err="1">
                <a:solidFill>
                  <a:schemeClr val="tx1">
                    <a:lumMod val="65000"/>
                    <a:lumOff val="35000"/>
                  </a:schemeClr>
                </a:solidFill>
              </a:rPr>
              <a:t>Vmware</a:t>
            </a:r>
            <a:endParaRPr lang="en-US" altLang="zh-CN" sz="2000" dirty="0">
              <a:solidFill>
                <a:schemeClr val="tx1">
                  <a:lumMod val="65000"/>
                  <a:lumOff val="35000"/>
                </a:schemeClr>
              </a:solidFill>
            </a:endParaRPr>
          </a:p>
          <a:p>
            <a:pPr marL="800100" lvl="2" indent="-342900">
              <a:lnSpc>
                <a:spcPct val="123000"/>
              </a:lnSpc>
              <a:spcBef>
                <a:spcPts val="300"/>
              </a:spcBef>
              <a:buClr>
                <a:srgbClr val="E71101"/>
              </a:buClr>
              <a:buSzPct val="60000"/>
              <a:buFont typeface="Wingdings" panose="05000000000000000000" pitchFamily="2" charset="2"/>
              <a:buChar char="l"/>
              <a:defRPr/>
            </a:pPr>
            <a:r>
              <a:rPr lang="zh-CN" altLang="en-US" sz="2000" dirty="0">
                <a:solidFill>
                  <a:schemeClr val="tx1">
                    <a:lumMod val="65000"/>
                    <a:lumOff val="35000"/>
                  </a:schemeClr>
                </a:solidFill>
              </a:rPr>
              <a:t>主机</a:t>
            </a:r>
            <a:r>
              <a:rPr lang="en-US" altLang="zh-CN" sz="2000" dirty="0">
                <a:solidFill>
                  <a:schemeClr val="tx1">
                    <a:lumMod val="65000"/>
                    <a:lumOff val="35000"/>
                  </a:schemeClr>
                </a:solidFill>
              </a:rPr>
              <a:t>OS</a:t>
            </a:r>
            <a:r>
              <a:rPr lang="zh-CN" altLang="en-US" sz="2000" dirty="0">
                <a:solidFill>
                  <a:schemeClr val="tx1">
                    <a:lumMod val="65000"/>
                    <a:lumOff val="35000"/>
                  </a:schemeClr>
                </a:solidFill>
              </a:rPr>
              <a:t>上运行的虚拟机，如</a:t>
            </a:r>
            <a:r>
              <a:rPr lang="en-US" altLang="zh-CN" sz="2000" dirty="0">
                <a:solidFill>
                  <a:schemeClr val="tx1">
                    <a:lumMod val="65000"/>
                    <a:lumOff val="35000"/>
                  </a:schemeClr>
                </a:solidFill>
              </a:rPr>
              <a:t>VMware Workstations</a:t>
            </a:r>
          </a:p>
          <a:p>
            <a:pPr marL="800100" lvl="2" indent="-342900">
              <a:lnSpc>
                <a:spcPct val="123000"/>
              </a:lnSpc>
              <a:spcBef>
                <a:spcPts val="300"/>
              </a:spcBef>
              <a:buClr>
                <a:srgbClr val="E71101"/>
              </a:buClr>
              <a:buSzPct val="60000"/>
              <a:buFont typeface="Wingdings" panose="05000000000000000000" pitchFamily="2" charset="2"/>
              <a:buChar char="l"/>
              <a:defRPr/>
            </a:pPr>
            <a:r>
              <a:rPr lang="zh-CN" altLang="en-US" sz="2000" dirty="0">
                <a:solidFill>
                  <a:schemeClr val="tx1">
                    <a:lumMod val="65000"/>
                    <a:lumOff val="35000"/>
                  </a:schemeClr>
                </a:solidFill>
              </a:rPr>
              <a:t>主机上直接运行的虚拟机，如</a:t>
            </a:r>
            <a:r>
              <a:rPr lang="en-US" altLang="zh-CN" sz="2000" dirty="0">
                <a:solidFill>
                  <a:schemeClr val="tx1">
                    <a:lumMod val="65000"/>
                    <a:lumOff val="35000"/>
                  </a:schemeClr>
                </a:solidFill>
              </a:rPr>
              <a:t>VMware ESX</a:t>
            </a:r>
            <a:r>
              <a:rPr lang="zh-CN" altLang="en-US" sz="2000" dirty="0">
                <a:solidFill>
                  <a:schemeClr val="tx1">
                    <a:lumMod val="65000"/>
                    <a:lumOff val="35000"/>
                  </a:schemeClr>
                </a:solidFill>
              </a:rPr>
              <a:t>，</a:t>
            </a:r>
            <a:r>
              <a:rPr lang="en-US" altLang="zh-CN" sz="2000" dirty="0" err="1">
                <a:solidFill>
                  <a:schemeClr val="tx1">
                    <a:lumMod val="65000"/>
                    <a:lumOff val="35000"/>
                  </a:schemeClr>
                </a:solidFill>
              </a:rPr>
              <a:t>Critrix</a:t>
            </a:r>
            <a:r>
              <a:rPr lang="en-US" altLang="zh-CN" sz="2000" dirty="0">
                <a:solidFill>
                  <a:schemeClr val="tx1">
                    <a:lumMod val="65000"/>
                    <a:lumOff val="35000"/>
                  </a:schemeClr>
                </a:solidFill>
              </a:rPr>
              <a:t> </a:t>
            </a:r>
            <a:r>
              <a:rPr lang="en-US" altLang="zh-CN" sz="2000" dirty="0" err="1">
                <a:solidFill>
                  <a:schemeClr val="tx1">
                    <a:lumMod val="65000"/>
                    <a:lumOff val="35000"/>
                  </a:schemeClr>
                </a:solidFill>
              </a:rPr>
              <a:t>XenServer</a:t>
            </a:r>
            <a:endParaRPr lang="en-US" altLang="zh-CN" sz="2000" dirty="0">
              <a:solidFill>
                <a:schemeClr val="tx1">
                  <a:lumMod val="65000"/>
                  <a:lumOff val="35000"/>
                </a:schemeClr>
              </a:solidFill>
            </a:endParaRPr>
          </a:p>
          <a:p>
            <a:pPr marL="342900" lvl="1" indent="-342900">
              <a:lnSpc>
                <a:spcPct val="123000"/>
              </a:lnSpc>
              <a:spcBef>
                <a:spcPts val="300"/>
              </a:spcBef>
              <a:buClr>
                <a:srgbClr val="E71101"/>
              </a:buClr>
              <a:buSzPct val="60000"/>
              <a:buFont typeface="Wingdings" panose="05000000000000000000" pitchFamily="2" charset="2"/>
              <a:buChar char="n"/>
              <a:defRPr/>
            </a:pPr>
            <a:endParaRPr lang="zh-CN" altLang="en-US" sz="2200" dirty="0">
              <a:solidFill>
                <a:schemeClr val="tx1">
                  <a:lumMod val="65000"/>
                  <a:lumOff val="35000"/>
                </a:schemeClr>
              </a:solidFill>
            </a:endParaRPr>
          </a:p>
        </p:txBody>
      </p:sp>
      <p:grpSp>
        <p:nvGrpSpPr>
          <p:cNvPr id="8" name="组合 7"/>
          <p:cNvGrpSpPr/>
          <p:nvPr/>
        </p:nvGrpSpPr>
        <p:grpSpPr>
          <a:xfrm>
            <a:off x="518857" y="1247754"/>
            <a:ext cx="712277" cy="418475"/>
            <a:chOff x="673100" y="2982961"/>
            <a:chExt cx="1597850" cy="938764"/>
          </a:xfrm>
        </p:grpSpPr>
        <p:sp>
          <p:nvSpPr>
            <p:cNvPr id="9" name="ïsḷîde"/>
            <p:cNvSpPr/>
            <p:nvPr/>
          </p:nvSpPr>
          <p:spPr bwMode="auto">
            <a:xfrm>
              <a:off x="673100" y="2982961"/>
              <a:ext cx="1597850" cy="938764"/>
            </a:xfrm>
            <a:prstGeom prst="hexagon">
              <a:avLst/>
            </a:prstGeom>
            <a:solidFill>
              <a:schemeClr val="accent1"/>
            </a:solidFill>
            <a:ln w="19050">
              <a:noFill/>
              <a:round/>
            </a:ln>
          </p:spPr>
          <p:txBody>
            <a:bodyPr wrap="square" lIns="91440" tIns="45720" rIns="91440" bIns="45720" anchor="ctr">
              <a:normAutofit fontScale="47500" lnSpcReduction="20000"/>
            </a:bodyPr>
            <a:lstStyle/>
            <a:p>
              <a:pPr algn="ctr"/>
              <a:endParaRPr lang="en-US" altLang="zh-CN" sz="3200" dirty="0">
                <a:solidFill>
                  <a:schemeClr val="bg1">
                    <a:lumMod val="100000"/>
                  </a:schemeClr>
                </a:solidFill>
                <a:latin typeface="Impact" panose="020B0806030902050204" pitchFamily="34" charset="0"/>
              </a:endParaRPr>
            </a:p>
          </p:txBody>
        </p:sp>
        <p:sp>
          <p:nvSpPr>
            <p:cNvPr id="10" name="iṥḻíḓê"/>
            <p:cNvSpPr/>
            <p:nvPr/>
          </p:nvSpPr>
          <p:spPr bwMode="auto">
            <a:xfrm>
              <a:off x="1212384" y="3153135"/>
              <a:ext cx="567411" cy="566350"/>
            </a:xfrm>
            <a:custGeom>
              <a:avLst/>
              <a:gdLst>
                <a:gd name="connsiteX0" fmla="*/ 290910 w 605702"/>
                <a:gd name="connsiteY0" fmla="*/ 156336 h 604568"/>
                <a:gd name="connsiteX1" fmla="*/ 335849 w 605702"/>
                <a:gd name="connsiteY1" fmla="*/ 164992 h 604568"/>
                <a:gd name="connsiteX2" fmla="*/ 288310 w 605702"/>
                <a:gd name="connsiteY2" fmla="*/ 212456 h 604568"/>
                <a:gd name="connsiteX3" fmla="*/ 203632 w 605702"/>
                <a:gd name="connsiteY3" fmla="*/ 244717 h 604568"/>
                <a:gd name="connsiteX4" fmla="*/ 203632 w 605702"/>
                <a:gd name="connsiteY4" fmla="*/ 401388 h 604568"/>
                <a:gd name="connsiteX5" fmla="*/ 360547 w 605702"/>
                <a:gd name="connsiteY5" fmla="*/ 401388 h 604568"/>
                <a:gd name="connsiteX6" fmla="*/ 392859 w 605702"/>
                <a:gd name="connsiteY6" fmla="*/ 316749 h 604568"/>
                <a:gd name="connsiteX7" fmla="*/ 440397 w 605702"/>
                <a:gd name="connsiteY7" fmla="*/ 269284 h 604568"/>
                <a:gd name="connsiteX8" fmla="*/ 400287 w 605702"/>
                <a:gd name="connsiteY8" fmla="*/ 441065 h 604568"/>
                <a:gd name="connsiteX9" fmla="*/ 163892 w 605702"/>
                <a:gd name="connsiteY9" fmla="*/ 441065 h 604568"/>
                <a:gd name="connsiteX10" fmla="*/ 163892 w 605702"/>
                <a:gd name="connsiteY10" fmla="*/ 205040 h 604568"/>
                <a:gd name="connsiteX11" fmla="*/ 290910 w 605702"/>
                <a:gd name="connsiteY11" fmla="*/ 156336 h 604568"/>
                <a:gd name="connsiteX12" fmla="*/ 246542 w 605702"/>
                <a:gd name="connsiteY12" fmla="*/ 43775 h 604568"/>
                <a:gd name="connsiteX13" fmla="*/ 422196 w 605702"/>
                <a:gd name="connsiteY13" fmla="*/ 78723 h 604568"/>
                <a:gd name="connsiteX14" fmla="*/ 376794 w 605702"/>
                <a:gd name="connsiteY14" fmla="*/ 124054 h 604568"/>
                <a:gd name="connsiteX15" fmla="*/ 126109 w 605702"/>
                <a:gd name="connsiteY15" fmla="*/ 167345 h 604568"/>
                <a:gd name="connsiteX16" fmla="*/ 126109 w 605702"/>
                <a:gd name="connsiteY16" fmla="*/ 478820 h 604568"/>
                <a:gd name="connsiteX17" fmla="*/ 438073 w 605702"/>
                <a:gd name="connsiteY17" fmla="*/ 478820 h 604568"/>
                <a:gd name="connsiteX18" fmla="*/ 481432 w 605702"/>
                <a:gd name="connsiteY18" fmla="*/ 228527 h 604568"/>
                <a:gd name="connsiteX19" fmla="*/ 526741 w 605702"/>
                <a:gd name="connsiteY19" fmla="*/ 183011 h 604568"/>
                <a:gd name="connsiteX20" fmla="*/ 481432 w 605702"/>
                <a:gd name="connsiteY20" fmla="*/ 522111 h 604568"/>
                <a:gd name="connsiteX21" fmla="*/ 82657 w 605702"/>
                <a:gd name="connsiteY21" fmla="*/ 522111 h 604568"/>
                <a:gd name="connsiteX22" fmla="*/ 82657 w 605702"/>
                <a:gd name="connsiteY22" fmla="*/ 123961 h 604568"/>
                <a:gd name="connsiteX23" fmla="*/ 246542 w 605702"/>
                <a:gd name="connsiteY23" fmla="*/ 43775 h 604568"/>
                <a:gd name="connsiteX24" fmla="*/ 536061 w 605702"/>
                <a:gd name="connsiteY24" fmla="*/ 0 h 604568"/>
                <a:gd name="connsiteX25" fmla="*/ 544232 w 605702"/>
                <a:gd name="connsiteY25" fmla="*/ 61368 h 604568"/>
                <a:gd name="connsiteX26" fmla="*/ 605702 w 605702"/>
                <a:gd name="connsiteY26" fmla="*/ 69526 h 604568"/>
                <a:gd name="connsiteX27" fmla="*/ 524361 w 605702"/>
                <a:gd name="connsiteY27" fmla="*/ 150732 h 604568"/>
                <a:gd name="connsiteX28" fmla="*/ 498361 w 605702"/>
                <a:gd name="connsiteY28" fmla="*/ 147302 h 604568"/>
                <a:gd name="connsiteX29" fmla="*/ 337721 w 605702"/>
                <a:gd name="connsiteY29" fmla="*/ 307767 h 604568"/>
                <a:gd name="connsiteX30" fmla="*/ 339764 w 605702"/>
                <a:gd name="connsiteY30" fmla="*/ 323063 h 604568"/>
                <a:gd name="connsiteX31" fmla="*/ 282101 w 605702"/>
                <a:gd name="connsiteY31" fmla="*/ 380630 h 604568"/>
                <a:gd name="connsiteX32" fmla="*/ 224437 w 605702"/>
                <a:gd name="connsiteY32" fmla="*/ 323063 h 604568"/>
                <a:gd name="connsiteX33" fmla="*/ 282101 w 605702"/>
                <a:gd name="connsiteY33" fmla="*/ 265495 h 604568"/>
                <a:gd name="connsiteX34" fmla="*/ 297422 w 605702"/>
                <a:gd name="connsiteY34" fmla="*/ 267535 h 604568"/>
                <a:gd name="connsiteX35" fmla="*/ 458155 w 605702"/>
                <a:gd name="connsiteY35" fmla="*/ 107162 h 604568"/>
                <a:gd name="connsiteX36" fmla="*/ 454719 w 605702"/>
                <a:gd name="connsiteY36" fmla="*/ 81206 h 6045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605702" h="604568">
                  <a:moveTo>
                    <a:pt x="290910" y="156336"/>
                  </a:moveTo>
                  <a:cubicBezTo>
                    <a:pt x="306137" y="157147"/>
                    <a:pt x="321272" y="160032"/>
                    <a:pt x="335849" y="164992"/>
                  </a:cubicBezTo>
                  <a:lnTo>
                    <a:pt x="288310" y="212456"/>
                  </a:lnTo>
                  <a:cubicBezTo>
                    <a:pt x="257856" y="210695"/>
                    <a:pt x="226844" y="221449"/>
                    <a:pt x="203632" y="244717"/>
                  </a:cubicBezTo>
                  <a:cubicBezTo>
                    <a:pt x="160271" y="287918"/>
                    <a:pt x="160271" y="358187"/>
                    <a:pt x="203632" y="401388"/>
                  </a:cubicBezTo>
                  <a:cubicBezTo>
                    <a:pt x="246900" y="444680"/>
                    <a:pt x="317279" y="444680"/>
                    <a:pt x="360547" y="401388"/>
                  </a:cubicBezTo>
                  <a:cubicBezTo>
                    <a:pt x="383852" y="378211"/>
                    <a:pt x="394623" y="347156"/>
                    <a:pt x="392859" y="316749"/>
                  </a:cubicBezTo>
                  <a:lnTo>
                    <a:pt x="440397" y="269284"/>
                  </a:lnTo>
                  <a:cubicBezTo>
                    <a:pt x="460267" y="327595"/>
                    <a:pt x="446897" y="394620"/>
                    <a:pt x="400287" y="441065"/>
                  </a:cubicBezTo>
                  <a:cubicBezTo>
                    <a:pt x="335106" y="506236"/>
                    <a:pt x="229073" y="506236"/>
                    <a:pt x="163892" y="441065"/>
                  </a:cubicBezTo>
                  <a:cubicBezTo>
                    <a:pt x="98619" y="375987"/>
                    <a:pt x="98619" y="270118"/>
                    <a:pt x="163892" y="205040"/>
                  </a:cubicBezTo>
                  <a:cubicBezTo>
                    <a:pt x="198711" y="170137"/>
                    <a:pt x="245228" y="153902"/>
                    <a:pt x="290910" y="156336"/>
                  </a:cubicBezTo>
                  <a:close/>
                  <a:moveTo>
                    <a:pt x="246542" y="43775"/>
                  </a:moveTo>
                  <a:cubicBezTo>
                    <a:pt x="306463" y="36243"/>
                    <a:pt x="368345" y="47900"/>
                    <a:pt x="422196" y="78723"/>
                  </a:cubicBezTo>
                  <a:lnTo>
                    <a:pt x="376794" y="124054"/>
                  </a:lnTo>
                  <a:cubicBezTo>
                    <a:pt x="294811" y="85305"/>
                    <a:pt x="193980" y="99581"/>
                    <a:pt x="126109" y="167345"/>
                  </a:cubicBezTo>
                  <a:cubicBezTo>
                    <a:pt x="39948" y="253371"/>
                    <a:pt x="39948" y="392793"/>
                    <a:pt x="126109" y="478820"/>
                  </a:cubicBezTo>
                  <a:cubicBezTo>
                    <a:pt x="212271" y="564846"/>
                    <a:pt x="351912" y="564846"/>
                    <a:pt x="438073" y="478820"/>
                  </a:cubicBezTo>
                  <a:cubicBezTo>
                    <a:pt x="505944" y="411055"/>
                    <a:pt x="520428" y="310382"/>
                    <a:pt x="481432" y="228527"/>
                  </a:cubicBezTo>
                  <a:lnTo>
                    <a:pt x="526741" y="183011"/>
                  </a:lnTo>
                  <a:cubicBezTo>
                    <a:pt x="588484" y="290544"/>
                    <a:pt x="573350" y="430244"/>
                    <a:pt x="481432" y="522111"/>
                  </a:cubicBezTo>
                  <a:cubicBezTo>
                    <a:pt x="371316" y="632054"/>
                    <a:pt x="192866" y="632054"/>
                    <a:pt x="82657" y="522111"/>
                  </a:cubicBezTo>
                  <a:cubicBezTo>
                    <a:pt x="-27552" y="412168"/>
                    <a:pt x="-27552" y="233997"/>
                    <a:pt x="82657" y="123961"/>
                  </a:cubicBezTo>
                  <a:cubicBezTo>
                    <a:pt x="128662" y="78028"/>
                    <a:pt x="186622" y="51307"/>
                    <a:pt x="246542" y="43775"/>
                  </a:cubicBezTo>
                  <a:close/>
                  <a:moveTo>
                    <a:pt x="536061" y="0"/>
                  </a:moveTo>
                  <a:lnTo>
                    <a:pt x="544232" y="61368"/>
                  </a:lnTo>
                  <a:lnTo>
                    <a:pt x="605702" y="69526"/>
                  </a:lnTo>
                  <a:lnTo>
                    <a:pt x="524361" y="150732"/>
                  </a:lnTo>
                  <a:lnTo>
                    <a:pt x="498361" y="147302"/>
                  </a:lnTo>
                  <a:lnTo>
                    <a:pt x="337721" y="307767"/>
                  </a:lnTo>
                  <a:cubicBezTo>
                    <a:pt x="339021" y="312588"/>
                    <a:pt x="339764" y="317779"/>
                    <a:pt x="339764" y="323063"/>
                  </a:cubicBezTo>
                  <a:cubicBezTo>
                    <a:pt x="339764" y="354859"/>
                    <a:pt x="313950" y="380630"/>
                    <a:pt x="282101" y="380630"/>
                  </a:cubicBezTo>
                  <a:cubicBezTo>
                    <a:pt x="250251" y="380630"/>
                    <a:pt x="224437" y="354859"/>
                    <a:pt x="224437" y="323063"/>
                  </a:cubicBezTo>
                  <a:cubicBezTo>
                    <a:pt x="224437" y="291266"/>
                    <a:pt x="250251" y="265495"/>
                    <a:pt x="282101" y="265495"/>
                  </a:cubicBezTo>
                  <a:cubicBezTo>
                    <a:pt x="287393" y="265495"/>
                    <a:pt x="292500" y="266237"/>
                    <a:pt x="297422" y="267535"/>
                  </a:cubicBezTo>
                  <a:lnTo>
                    <a:pt x="458155" y="107162"/>
                  </a:lnTo>
                  <a:lnTo>
                    <a:pt x="454719" y="81206"/>
                  </a:lnTo>
                  <a:close/>
                </a:path>
              </a:pathLst>
            </a:custGeom>
            <a:solidFill>
              <a:schemeClr val="bg1"/>
            </a:solidFill>
            <a:ln>
              <a:noFill/>
            </a:ln>
          </p:spPr>
          <p:txBody>
            <a:bodyPr wrap="square" lIns="91440" tIns="45720" rIns="91440" bIns="45720">
              <a:normAutofit fontScale="70000" lnSpcReduction="20000"/>
            </a:bodyPr>
            <a:lstStyle/>
            <a:p>
              <a:endParaRPr lang="zh-CN" altLang="en-US"/>
            </a:p>
          </p:txBody>
        </p:sp>
      </p:grpSp>
      <p:grpSp>
        <p:nvGrpSpPr>
          <p:cNvPr id="11" name="组合 10"/>
          <p:cNvGrpSpPr/>
          <p:nvPr/>
        </p:nvGrpSpPr>
        <p:grpSpPr>
          <a:xfrm>
            <a:off x="518857" y="3477138"/>
            <a:ext cx="762024" cy="418475"/>
            <a:chOff x="673100" y="2982961"/>
            <a:chExt cx="1597850" cy="938764"/>
          </a:xfrm>
        </p:grpSpPr>
        <p:sp>
          <p:nvSpPr>
            <p:cNvPr id="12" name="ïsḷîde"/>
            <p:cNvSpPr/>
            <p:nvPr/>
          </p:nvSpPr>
          <p:spPr bwMode="auto">
            <a:xfrm>
              <a:off x="673100" y="2982961"/>
              <a:ext cx="1597850" cy="938764"/>
            </a:xfrm>
            <a:prstGeom prst="hexagon">
              <a:avLst/>
            </a:prstGeom>
            <a:solidFill>
              <a:schemeClr val="accent1"/>
            </a:solidFill>
            <a:ln w="19050">
              <a:noFill/>
              <a:round/>
            </a:ln>
          </p:spPr>
          <p:txBody>
            <a:bodyPr wrap="square" lIns="91440" tIns="45720" rIns="91440" bIns="45720" anchor="ctr">
              <a:normAutofit fontScale="47500" lnSpcReduction="20000"/>
            </a:bodyPr>
            <a:lstStyle/>
            <a:p>
              <a:pPr algn="ctr"/>
              <a:endParaRPr lang="en-US" altLang="zh-CN" sz="3200" dirty="0">
                <a:solidFill>
                  <a:schemeClr val="bg1">
                    <a:lumMod val="100000"/>
                  </a:schemeClr>
                </a:solidFill>
                <a:latin typeface="Impact" panose="020B0806030902050204" pitchFamily="34" charset="0"/>
              </a:endParaRPr>
            </a:p>
          </p:txBody>
        </p:sp>
        <p:sp>
          <p:nvSpPr>
            <p:cNvPr id="13" name="iṥḻíḓê"/>
            <p:cNvSpPr/>
            <p:nvPr/>
          </p:nvSpPr>
          <p:spPr bwMode="auto">
            <a:xfrm>
              <a:off x="1212384" y="3153135"/>
              <a:ext cx="567411" cy="566350"/>
            </a:xfrm>
            <a:custGeom>
              <a:avLst/>
              <a:gdLst>
                <a:gd name="connsiteX0" fmla="*/ 290910 w 605702"/>
                <a:gd name="connsiteY0" fmla="*/ 156336 h 604568"/>
                <a:gd name="connsiteX1" fmla="*/ 335849 w 605702"/>
                <a:gd name="connsiteY1" fmla="*/ 164992 h 604568"/>
                <a:gd name="connsiteX2" fmla="*/ 288310 w 605702"/>
                <a:gd name="connsiteY2" fmla="*/ 212456 h 604568"/>
                <a:gd name="connsiteX3" fmla="*/ 203632 w 605702"/>
                <a:gd name="connsiteY3" fmla="*/ 244717 h 604568"/>
                <a:gd name="connsiteX4" fmla="*/ 203632 w 605702"/>
                <a:gd name="connsiteY4" fmla="*/ 401388 h 604568"/>
                <a:gd name="connsiteX5" fmla="*/ 360547 w 605702"/>
                <a:gd name="connsiteY5" fmla="*/ 401388 h 604568"/>
                <a:gd name="connsiteX6" fmla="*/ 392859 w 605702"/>
                <a:gd name="connsiteY6" fmla="*/ 316749 h 604568"/>
                <a:gd name="connsiteX7" fmla="*/ 440397 w 605702"/>
                <a:gd name="connsiteY7" fmla="*/ 269284 h 604568"/>
                <a:gd name="connsiteX8" fmla="*/ 400287 w 605702"/>
                <a:gd name="connsiteY8" fmla="*/ 441065 h 604568"/>
                <a:gd name="connsiteX9" fmla="*/ 163892 w 605702"/>
                <a:gd name="connsiteY9" fmla="*/ 441065 h 604568"/>
                <a:gd name="connsiteX10" fmla="*/ 163892 w 605702"/>
                <a:gd name="connsiteY10" fmla="*/ 205040 h 604568"/>
                <a:gd name="connsiteX11" fmla="*/ 290910 w 605702"/>
                <a:gd name="connsiteY11" fmla="*/ 156336 h 604568"/>
                <a:gd name="connsiteX12" fmla="*/ 246542 w 605702"/>
                <a:gd name="connsiteY12" fmla="*/ 43775 h 604568"/>
                <a:gd name="connsiteX13" fmla="*/ 422196 w 605702"/>
                <a:gd name="connsiteY13" fmla="*/ 78723 h 604568"/>
                <a:gd name="connsiteX14" fmla="*/ 376794 w 605702"/>
                <a:gd name="connsiteY14" fmla="*/ 124054 h 604568"/>
                <a:gd name="connsiteX15" fmla="*/ 126109 w 605702"/>
                <a:gd name="connsiteY15" fmla="*/ 167345 h 604568"/>
                <a:gd name="connsiteX16" fmla="*/ 126109 w 605702"/>
                <a:gd name="connsiteY16" fmla="*/ 478820 h 604568"/>
                <a:gd name="connsiteX17" fmla="*/ 438073 w 605702"/>
                <a:gd name="connsiteY17" fmla="*/ 478820 h 604568"/>
                <a:gd name="connsiteX18" fmla="*/ 481432 w 605702"/>
                <a:gd name="connsiteY18" fmla="*/ 228527 h 604568"/>
                <a:gd name="connsiteX19" fmla="*/ 526741 w 605702"/>
                <a:gd name="connsiteY19" fmla="*/ 183011 h 604568"/>
                <a:gd name="connsiteX20" fmla="*/ 481432 w 605702"/>
                <a:gd name="connsiteY20" fmla="*/ 522111 h 604568"/>
                <a:gd name="connsiteX21" fmla="*/ 82657 w 605702"/>
                <a:gd name="connsiteY21" fmla="*/ 522111 h 604568"/>
                <a:gd name="connsiteX22" fmla="*/ 82657 w 605702"/>
                <a:gd name="connsiteY22" fmla="*/ 123961 h 604568"/>
                <a:gd name="connsiteX23" fmla="*/ 246542 w 605702"/>
                <a:gd name="connsiteY23" fmla="*/ 43775 h 604568"/>
                <a:gd name="connsiteX24" fmla="*/ 536061 w 605702"/>
                <a:gd name="connsiteY24" fmla="*/ 0 h 604568"/>
                <a:gd name="connsiteX25" fmla="*/ 544232 w 605702"/>
                <a:gd name="connsiteY25" fmla="*/ 61368 h 604568"/>
                <a:gd name="connsiteX26" fmla="*/ 605702 w 605702"/>
                <a:gd name="connsiteY26" fmla="*/ 69526 h 604568"/>
                <a:gd name="connsiteX27" fmla="*/ 524361 w 605702"/>
                <a:gd name="connsiteY27" fmla="*/ 150732 h 604568"/>
                <a:gd name="connsiteX28" fmla="*/ 498361 w 605702"/>
                <a:gd name="connsiteY28" fmla="*/ 147302 h 604568"/>
                <a:gd name="connsiteX29" fmla="*/ 337721 w 605702"/>
                <a:gd name="connsiteY29" fmla="*/ 307767 h 604568"/>
                <a:gd name="connsiteX30" fmla="*/ 339764 w 605702"/>
                <a:gd name="connsiteY30" fmla="*/ 323063 h 604568"/>
                <a:gd name="connsiteX31" fmla="*/ 282101 w 605702"/>
                <a:gd name="connsiteY31" fmla="*/ 380630 h 604568"/>
                <a:gd name="connsiteX32" fmla="*/ 224437 w 605702"/>
                <a:gd name="connsiteY32" fmla="*/ 323063 h 604568"/>
                <a:gd name="connsiteX33" fmla="*/ 282101 w 605702"/>
                <a:gd name="connsiteY33" fmla="*/ 265495 h 604568"/>
                <a:gd name="connsiteX34" fmla="*/ 297422 w 605702"/>
                <a:gd name="connsiteY34" fmla="*/ 267535 h 604568"/>
                <a:gd name="connsiteX35" fmla="*/ 458155 w 605702"/>
                <a:gd name="connsiteY35" fmla="*/ 107162 h 604568"/>
                <a:gd name="connsiteX36" fmla="*/ 454719 w 605702"/>
                <a:gd name="connsiteY36" fmla="*/ 81206 h 6045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605702" h="604568">
                  <a:moveTo>
                    <a:pt x="290910" y="156336"/>
                  </a:moveTo>
                  <a:cubicBezTo>
                    <a:pt x="306137" y="157147"/>
                    <a:pt x="321272" y="160032"/>
                    <a:pt x="335849" y="164992"/>
                  </a:cubicBezTo>
                  <a:lnTo>
                    <a:pt x="288310" y="212456"/>
                  </a:lnTo>
                  <a:cubicBezTo>
                    <a:pt x="257856" y="210695"/>
                    <a:pt x="226844" y="221449"/>
                    <a:pt x="203632" y="244717"/>
                  </a:cubicBezTo>
                  <a:cubicBezTo>
                    <a:pt x="160271" y="287918"/>
                    <a:pt x="160271" y="358187"/>
                    <a:pt x="203632" y="401388"/>
                  </a:cubicBezTo>
                  <a:cubicBezTo>
                    <a:pt x="246900" y="444680"/>
                    <a:pt x="317279" y="444680"/>
                    <a:pt x="360547" y="401388"/>
                  </a:cubicBezTo>
                  <a:cubicBezTo>
                    <a:pt x="383852" y="378211"/>
                    <a:pt x="394623" y="347156"/>
                    <a:pt x="392859" y="316749"/>
                  </a:cubicBezTo>
                  <a:lnTo>
                    <a:pt x="440397" y="269284"/>
                  </a:lnTo>
                  <a:cubicBezTo>
                    <a:pt x="460267" y="327595"/>
                    <a:pt x="446897" y="394620"/>
                    <a:pt x="400287" y="441065"/>
                  </a:cubicBezTo>
                  <a:cubicBezTo>
                    <a:pt x="335106" y="506236"/>
                    <a:pt x="229073" y="506236"/>
                    <a:pt x="163892" y="441065"/>
                  </a:cubicBezTo>
                  <a:cubicBezTo>
                    <a:pt x="98619" y="375987"/>
                    <a:pt x="98619" y="270118"/>
                    <a:pt x="163892" y="205040"/>
                  </a:cubicBezTo>
                  <a:cubicBezTo>
                    <a:pt x="198711" y="170137"/>
                    <a:pt x="245228" y="153902"/>
                    <a:pt x="290910" y="156336"/>
                  </a:cubicBezTo>
                  <a:close/>
                  <a:moveTo>
                    <a:pt x="246542" y="43775"/>
                  </a:moveTo>
                  <a:cubicBezTo>
                    <a:pt x="306463" y="36243"/>
                    <a:pt x="368345" y="47900"/>
                    <a:pt x="422196" y="78723"/>
                  </a:cubicBezTo>
                  <a:lnTo>
                    <a:pt x="376794" y="124054"/>
                  </a:lnTo>
                  <a:cubicBezTo>
                    <a:pt x="294811" y="85305"/>
                    <a:pt x="193980" y="99581"/>
                    <a:pt x="126109" y="167345"/>
                  </a:cubicBezTo>
                  <a:cubicBezTo>
                    <a:pt x="39948" y="253371"/>
                    <a:pt x="39948" y="392793"/>
                    <a:pt x="126109" y="478820"/>
                  </a:cubicBezTo>
                  <a:cubicBezTo>
                    <a:pt x="212271" y="564846"/>
                    <a:pt x="351912" y="564846"/>
                    <a:pt x="438073" y="478820"/>
                  </a:cubicBezTo>
                  <a:cubicBezTo>
                    <a:pt x="505944" y="411055"/>
                    <a:pt x="520428" y="310382"/>
                    <a:pt x="481432" y="228527"/>
                  </a:cubicBezTo>
                  <a:lnTo>
                    <a:pt x="526741" y="183011"/>
                  </a:lnTo>
                  <a:cubicBezTo>
                    <a:pt x="588484" y="290544"/>
                    <a:pt x="573350" y="430244"/>
                    <a:pt x="481432" y="522111"/>
                  </a:cubicBezTo>
                  <a:cubicBezTo>
                    <a:pt x="371316" y="632054"/>
                    <a:pt x="192866" y="632054"/>
                    <a:pt x="82657" y="522111"/>
                  </a:cubicBezTo>
                  <a:cubicBezTo>
                    <a:pt x="-27552" y="412168"/>
                    <a:pt x="-27552" y="233997"/>
                    <a:pt x="82657" y="123961"/>
                  </a:cubicBezTo>
                  <a:cubicBezTo>
                    <a:pt x="128662" y="78028"/>
                    <a:pt x="186622" y="51307"/>
                    <a:pt x="246542" y="43775"/>
                  </a:cubicBezTo>
                  <a:close/>
                  <a:moveTo>
                    <a:pt x="536061" y="0"/>
                  </a:moveTo>
                  <a:lnTo>
                    <a:pt x="544232" y="61368"/>
                  </a:lnTo>
                  <a:lnTo>
                    <a:pt x="605702" y="69526"/>
                  </a:lnTo>
                  <a:lnTo>
                    <a:pt x="524361" y="150732"/>
                  </a:lnTo>
                  <a:lnTo>
                    <a:pt x="498361" y="147302"/>
                  </a:lnTo>
                  <a:lnTo>
                    <a:pt x="337721" y="307767"/>
                  </a:lnTo>
                  <a:cubicBezTo>
                    <a:pt x="339021" y="312588"/>
                    <a:pt x="339764" y="317779"/>
                    <a:pt x="339764" y="323063"/>
                  </a:cubicBezTo>
                  <a:cubicBezTo>
                    <a:pt x="339764" y="354859"/>
                    <a:pt x="313950" y="380630"/>
                    <a:pt x="282101" y="380630"/>
                  </a:cubicBezTo>
                  <a:cubicBezTo>
                    <a:pt x="250251" y="380630"/>
                    <a:pt x="224437" y="354859"/>
                    <a:pt x="224437" y="323063"/>
                  </a:cubicBezTo>
                  <a:cubicBezTo>
                    <a:pt x="224437" y="291266"/>
                    <a:pt x="250251" y="265495"/>
                    <a:pt x="282101" y="265495"/>
                  </a:cubicBezTo>
                  <a:cubicBezTo>
                    <a:pt x="287393" y="265495"/>
                    <a:pt x="292500" y="266237"/>
                    <a:pt x="297422" y="267535"/>
                  </a:cubicBezTo>
                  <a:lnTo>
                    <a:pt x="458155" y="107162"/>
                  </a:lnTo>
                  <a:lnTo>
                    <a:pt x="454719" y="81206"/>
                  </a:lnTo>
                  <a:close/>
                </a:path>
              </a:pathLst>
            </a:custGeom>
            <a:solidFill>
              <a:schemeClr val="bg1"/>
            </a:solidFill>
            <a:ln>
              <a:noFill/>
            </a:ln>
          </p:spPr>
          <p:txBody>
            <a:bodyPr wrap="square" lIns="91440" tIns="45720" rIns="91440" bIns="45720">
              <a:normAutofit fontScale="70000" lnSpcReduction="20000"/>
            </a:bodyPr>
            <a:lstStyle/>
            <a:p>
              <a:endParaRPr lang="zh-CN" altLang="en-US"/>
            </a:p>
          </p:txBody>
        </p:sp>
      </p:grpSp>
      <p:sp>
        <p:nvSpPr>
          <p:cNvPr id="14" name="内容占位符 2"/>
          <p:cNvSpPr txBox="1"/>
          <p:nvPr/>
        </p:nvSpPr>
        <p:spPr>
          <a:xfrm>
            <a:off x="1471532" y="3366856"/>
            <a:ext cx="10344647" cy="2971800"/>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2000"/>
              </a:lnSpc>
              <a:buNone/>
            </a:pPr>
            <a:r>
              <a:rPr lang="en-US" altLang="zh-CN" sz="2400" dirty="0">
                <a:solidFill>
                  <a:srgbClr val="FF0000"/>
                </a:solidFill>
              </a:rPr>
              <a:t>Java</a:t>
            </a:r>
            <a:r>
              <a:rPr lang="zh-CN" altLang="en-US" sz="2400" dirty="0">
                <a:solidFill>
                  <a:srgbClr val="FF0000"/>
                </a:solidFill>
              </a:rPr>
              <a:t>虚拟机</a:t>
            </a:r>
            <a:r>
              <a:rPr lang="en-US" altLang="zh-CN" sz="2400" dirty="0"/>
              <a:t>JVM</a:t>
            </a:r>
            <a:r>
              <a:rPr lang="zh-CN" altLang="en-US" sz="2400" dirty="0"/>
              <a:t>，</a:t>
            </a:r>
            <a:r>
              <a:rPr lang="en-US" altLang="zh-CN" sz="2400" dirty="0"/>
              <a:t>Sun Microsystems</a:t>
            </a:r>
            <a:r>
              <a:rPr lang="zh-CN" altLang="en-US" sz="2400" dirty="0"/>
              <a:t>公司发明</a:t>
            </a:r>
            <a:endParaRPr lang="en-US" altLang="zh-CN" sz="2400" dirty="0"/>
          </a:p>
          <a:p>
            <a:pPr marL="342900" lvl="1" indent="-342900">
              <a:lnSpc>
                <a:spcPct val="123000"/>
              </a:lnSpc>
              <a:spcBef>
                <a:spcPts val="300"/>
              </a:spcBef>
              <a:spcAft>
                <a:spcPts val="600"/>
              </a:spcAft>
              <a:buClr>
                <a:srgbClr val="E71101"/>
              </a:buClr>
              <a:buSzPct val="100000"/>
              <a:buFont typeface="Wingdings" panose="05000000000000000000" pitchFamily="2" charset="2"/>
              <a:buChar char="n"/>
              <a:defRPr/>
            </a:pPr>
            <a:r>
              <a:rPr lang="en-US" altLang="zh-CN" sz="2000" dirty="0">
                <a:solidFill>
                  <a:schemeClr val="tx1">
                    <a:lumMod val="65000"/>
                    <a:lumOff val="35000"/>
                  </a:schemeClr>
                </a:solidFill>
              </a:rPr>
              <a:t>JVM</a:t>
            </a:r>
            <a:r>
              <a:rPr lang="zh-CN" altLang="en-US" sz="2000" dirty="0">
                <a:solidFill>
                  <a:schemeClr val="tx1">
                    <a:lumMod val="65000"/>
                    <a:lumOff val="35000"/>
                  </a:schemeClr>
                </a:solidFill>
              </a:rPr>
              <a:t>有自己完善的硬体架构，如处理器、堆栈、寄存器等，还具有相应的指令系统。</a:t>
            </a:r>
          </a:p>
          <a:p>
            <a:pPr marL="342900" lvl="1" indent="-342900">
              <a:lnSpc>
                <a:spcPct val="123000"/>
              </a:lnSpc>
              <a:spcBef>
                <a:spcPts val="300"/>
              </a:spcBef>
              <a:spcAft>
                <a:spcPts val="600"/>
              </a:spcAft>
              <a:buClr>
                <a:srgbClr val="E71101"/>
              </a:buClr>
              <a:buSzPct val="100000"/>
              <a:buFont typeface="Wingdings" panose="05000000000000000000" pitchFamily="2" charset="2"/>
              <a:buChar char="n"/>
              <a:defRPr/>
            </a:pPr>
            <a:r>
              <a:rPr lang="zh-CN" altLang="en-US" sz="2000" dirty="0">
                <a:solidFill>
                  <a:schemeClr val="tx1">
                    <a:lumMod val="65000"/>
                    <a:lumOff val="35000"/>
                  </a:schemeClr>
                </a:solidFill>
              </a:rPr>
              <a:t>它屏蔽了与具体</a:t>
            </a:r>
            <a:r>
              <a:rPr lang="en-US" altLang="zh-CN" sz="2000" dirty="0">
                <a:solidFill>
                  <a:schemeClr val="tx1">
                    <a:lumMod val="65000"/>
                    <a:lumOff val="35000"/>
                  </a:schemeClr>
                </a:solidFill>
              </a:rPr>
              <a:t>OS</a:t>
            </a:r>
            <a:r>
              <a:rPr lang="zh-CN" altLang="en-US" sz="2000" dirty="0">
                <a:solidFill>
                  <a:schemeClr val="tx1">
                    <a:lumMod val="65000"/>
                    <a:lumOff val="35000"/>
                  </a:schemeClr>
                </a:solidFill>
              </a:rPr>
              <a:t>平台相关的信息，使得</a:t>
            </a:r>
            <a:r>
              <a:rPr lang="en-US" altLang="zh-CN" sz="2000" dirty="0">
                <a:solidFill>
                  <a:schemeClr val="tx1">
                    <a:lumMod val="65000"/>
                    <a:lumOff val="35000"/>
                  </a:schemeClr>
                </a:solidFill>
              </a:rPr>
              <a:t>Java</a:t>
            </a:r>
            <a:r>
              <a:rPr lang="zh-CN" altLang="en-US" sz="2000" dirty="0">
                <a:solidFill>
                  <a:schemeClr val="tx1">
                    <a:lumMod val="65000"/>
                    <a:lumOff val="35000"/>
                  </a:schemeClr>
                </a:solidFill>
              </a:rPr>
              <a:t>编译器只须生成在</a:t>
            </a:r>
            <a:r>
              <a:rPr lang="en-US" altLang="zh-CN" sz="2000" dirty="0">
                <a:solidFill>
                  <a:schemeClr val="tx1">
                    <a:lumMod val="65000"/>
                    <a:lumOff val="35000"/>
                  </a:schemeClr>
                </a:solidFill>
              </a:rPr>
              <a:t>Java</a:t>
            </a:r>
            <a:r>
              <a:rPr lang="zh-CN" altLang="en-US" sz="2000" dirty="0">
                <a:solidFill>
                  <a:schemeClr val="tx1">
                    <a:lumMod val="65000"/>
                    <a:lumOff val="35000"/>
                  </a:schemeClr>
                </a:solidFill>
              </a:rPr>
              <a:t>虚拟机上运行的目标代码），就可以使该代码在多种平台上不加修改地运行。</a:t>
            </a:r>
          </a:p>
          <a:p>
            <a:pPr marL="342900" lvl="1" indent="-342900">
              <a:lnSpc>
                <a:spcPct val="123000"/>
              </a:lnSpc>
              <a:spcBef>
                <a:spcPts val="300"/>
              </a:spcBef>
              <a:spcAft>
                <a:spcPts val="600"/>
              </a:spcAft>
              <a:buClr>
                <a:srgbClr val="E71101"/>
              </a:buClr>
              <a:buSzPct val="100000"/>
              <a:buFont typeface="Wingdings" panose="05000000000000000000" pitchFamily="2" charset="2"/>
              <a:buChar char="n"/>
              <a:defRPr/>
            </a:pPr>
            <a:r>
              <a:rPr lang="zh-CN" altLang="en-US" sz="2000" dirty="0">
                <a:solidFill>
                  <a:schemeClr val="tx1">
                    <a:lumMod val="65000"/>
                    <a:lumOff val="35000"/>
                  </a:schemeClr>
                </a:solidFill>
              </a:rPr>
              <a:t>优点：字节码可以通过互联网传输到任何有</a:t>
            </a:r>
            <a:r>
              <a:rPr lang="en-US" altLang="zh-CN" sz="2000" dirty="0">
                <a:solidFill>
                  <a:schemeClr val="tx1">
                    <a:lumMod val="65000"/>
                    <a:lumOff val="35000"/>
                  </a:schemeClr>
                </a:solidFill>
              </a:rPr>
              <a:t>Java</a:t>
            </a:r>
            <a:r>
              <a:rPr lang="zh-CN" altLang="en-US" sz="2000" dirty="0">
                <a:solidFill>
                  <a:schemeClr val="tx1">
                    <a:lumMod val="65000"/>
                    <a:lumOff val="35000"/>
                  </a:schemeClr>
                </a:solidFill>
              </a:rPr>
              <a:t>解释器的计算机上，并在该计算机上执行；</a:t>
            </a:r>
            <a:r>
              <a:rPr lang="en-US" altLang="zh-CN" sz="2000" dirty="0">
                <a:solidFill>
                  <a:schemeClr val="tx1">
                    <a:lumMod val="65000"/>
                    <a:lumOff val="35000"/>
                  </a:schemeClr>
                </a:solidFill>
              </a:rPr>
              <a:t>Java</a:t>
            </a:r>
            <a:r>
              <a:rPr lang="zh-CN" altLang="en-US" sz="2000" dirty="0">
                <a:solidFill>
                  <a:schemeClr val="tx1">
                    <a:lumMod val="65000"/>
                    <a:lumOff val="35000"/>
                  </a:schemeClr>
                </a:solidFill>
              </a:rPr>
              <a:t>解释器正确完成解释任务，还要对所输入的字节码进行安全性检查，然后在一种保护环境下执行该代码，这样程序就不能偷窃数据或进行其他任何有害的操作</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cs typeface="+mn-ea"/>
                <a:sym typeface="+mn-lt"/>
              </a:rPr>
              <a:t>虚拟化的必要条件（</a:t>
            </a:r>
            <a:r>
              <a:rPr lang="en-US" altLang="zh-CN" sz="2800" b="1" dirty="0">
                <a:solidFill>
                  <a:schemeClr val="bg1"/>
                </a:solidFill>
                <a:cs typeface="+mn-ea"/>
                <a:sym typeface="+mn-lt"/>
              </a:rPr>
              <a:t>1</a:t>
            </a:r>
            <a:r>
              <a:rPr lang="zh-CN" altLang="en-US" sz="2800" b="1" dirty="0">
                <a:solidFill>
                  <a:schemeClr val="bg1"/>
                </a:solidFill>
                <a:cs typeface="+mn-ea"/>
                <a:sym typeface="+mn-lt"/>
              </a:rPr>
              <a:t>）</a:t>
            </a:r>
          </a:p>
        </p:txBody>
      </p:sp>
      <p:sp>
        <p:nvSpPr>
          <p:cNvPr id="3" name="内容占位符 2"/>
          <p:cNvSpPr txBox="1"/>
          <p:nvPr/>
        </p:nvSpPr>
        <p:spPr>
          <a:xfrm>
            <a:off x="731093" y="1668581"/>
            <a:ext cx="10729807" cy="129361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indent="-457200">
              <a:lnSpc>
                <a:spcPct val="150000"/>
              </a:lnSpc>
              <a:spcBef>
                <a:spcPts val="0"/>
              </a:spcBef>
              <a:buClr>
                <a:srgbClr val="FF0000"/>
              </a:buClr>
              <a:buFont typeface="Wingdings" panose="05000000000000000000" pitchFamily="2" charset="2"/>
              <a:buChar char="p"/>
            </a:pPr>
            <a:r>
              <a:rPr lang="zh-CN" altLang="en-US" sz="2400" dirty="0"/>
              <a:t>具有裸金属架构的虚拟化技术，</a:t>
            </a:r>
            <a:r>
              <a:rPr lang="en-US" altLang="zh-CN" sz="2400" dirty="0"/>
              <a:t>VMM</a:t>
            </a:r>
            <a:r>
              <a:rPr lang="zh-CN" altLang="en-US" sz="2400" dirty="0"/>
              <a:t>称为</a:t>
            </a:r>
            <a:r>
              <a:rPr lang="en-US" altLang="zh-CN" sz="2400" dirty="0"/>
              <a:t>Type 1 VMM</a:t>
            </a:r>
            <a:r>
              <a:rPr lang="zh-CN" altLang="zh-CN" sz="2400" dirty="0"/>
              <a:t>，或</a:t>
            </a:r>
            <a:r>
              <a:rPr lang="en-US" altLang="zh-CN" sz="2400" dirty="0"/>
              <a:t>hypervisor</a:t>
            </a:r>
          </a:p>
          <a:p>
            <a:pPr lvl="1" indent="-457200">
              <a:lnSpc>
                <a:spcPct val="150000"/>
              </a:lnSpc>
              <a:spcBef>
                <a:spcPts val="0"/>
              </a:spcBef>
              <a:buClr>
                <a:srgbClr val="FF0000"/>
              </a:buClr>
              <a:buFont typeface="Wingdings" panose="05000000000000000000" pitchFamily="2" charset="2"/>
              <a:buChar char="p"/>
            </a:pPr>
            <a:r>
              <a:rPr lang="zh-CN" altLang="en-US" sz="2400" dirty="0"/>
              <a:t>具有寄居架构的虚拟化技术，</a:t>
            </a:r>
            <a:r>
              <a:rPr lang="en-US" altLang="zh-CN" sz="2400" dirty="0"/>
              <a:t> VMM</a:t>
            </a:r>
            <a:r>
              <a:rPr lang="zh-CN" altLang="en-US" sz="2400" dirty="0"/>
              <a:t>称为</a:t>
            </a:r>
            <a:r>
              <a:rPr lang="en-US" altLang="zh-CN" sz="2400" dirty="0"/>
              <a:t>Type 2 VMM</a:t>
            </a:r>
          </a:p>
        </p:txBody>
      </p:sp>
      <p:pic>
        <p:nvPicPr>
          <p:cNvPr id="4" name="图片 3"/>
          <p:cNvPicPr>
            <a:picLocks noChangeAspect="1"/>
          </p:cNvPicPr>
          <p:nvPr/>
        </p:nvPicPr>
        <p:blipFill>
          <a:blip r:embed="rId2">
            <a:clrChange>
              <a:clrFrom>
                <a:srgbClr val="FFFFFF"/>
              </a:clrFrom>
              <a:clrTo>
                <a:srgbClr val="FFFFFF">
                  <a:alpha val="0"/>
                </a:srgbClr>
              </a:clrTo>
            </a:clrChange>
          </a:blip>
          <a:stretch>
            <a:fillRect/>
          </a:stretch>
        </p:blipFill>
        <p:spPr>
          <a:xfrm>
            <a:off x="1037804" y="2891963"/>
            <a:ext cx="8079563" cy="3362511"/>
          </a:xfrm>
          <a:prstGeom prst="rect">
            <a:avLst/>
          </a:prstGeom>
        </p:spPr>
      </p:pic>
      <p:sp>
        <p:nvSpPr>
          <p:cNvPr id="5" name="内容占位符 2"/>
          <p:cNvSpPr txBox="1"/>
          <p:nvPr/>
        </p:nvSpPr>
        <p:spPr>
          <a:xfrm>
            <a:off x="489048" y="1147975"/>
            <a:ext cx="11213899" cy="62132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lnSpc>
                <a:spcPct val="132000"/>
              </a:lnSpc>
              <a:buNone/>
            </a:pPr>
            <a:r>
              <a:rPr lang="zh-CN" altLang="en-US" sz="2400" dirty="0">
                <a:latin typeface="+mn-ea"/>
              </a:rPr>
              <a:t>虚拟化技术的</a:t>
            </a:r>
            <a:r>
              <a:rPr lang="zh-CN" altLang="en-US" sz="2400" dirty="0">
                <a:solidFill>
                  <a:srgbClr val="FF0000"/>
                </a:solidFill>
                <a:latin typeface="+mn-ea"/>
              </a:rPr>
              <a:t>分类</a:t>
            </a:r>
            <a:r>
              <a:rPr lang="zh-CN" altLang="en-US" sz="2400" dirty="0">
                <a:latin typeface="+mn-ea"/>
              </a:rPr>
              <a: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cs typeface="+mn-ea"/>
                <a:sym typeface="+mn-lt"/>
              </a:rPr>
              <a:t>虚拟化的必要条件（</a:t>
            </a:r>
            <a:r>
              <a:rPr lang="en-US" altLang="zh-CN" sz="2800" b="1" dirty="0">
                <a:solidFill>
                  <a:schemeClr val="bg1"/>
                </a:solidFill>
                <a:cs typeface="+mn-ea"/>
                <a:sym typeface="+mn-lt"/>
              </a:rPr>
              <a:t>2</a:t>
            </a:r>
            <a:r>
              <a:rPr lang="zh-CN" altLang="en-US" sz="2800" b="1" dirty="0">
                <a:solidFill>
                  <a:schemeClr val="bg1"/>
                </a:solidFill>
                <a:cs typeface="+mn-ea"/>
                <a:sym typeface="+mn-lt"/>
              </a:rPr>
              <a:t>）</a:t>
            </a:r>
          </a:p>
        </p:txBody>
      </p:sp>
      <p:pic>
        <p:nvPicPr>
          <p:cNvPr id="3" name="图片 2"/>
          <p:cNvPicPr>
            <a:picLocks noChangeAspect="1"/>
          </p:cNvPicPr>
          <p:nvPr/>
        </p:nvPicPr>
        <p:blipFill>
          <a:blip r:embed="rId2">
            <a:clrChange>
              <a:clrFrom>
                <a:srgbClr val="FFFFFF"/>
              </a:clrFrom>
              <a:clrTo>
                <a:srgbClr val="FFFFFF">
                  <a:alpha val="0"/>
                </a:srgbClr>
              </a:clrTo>
            </a:clrChange>
          </a:blip>
          <a:stretch>
            <a:fillRect/>
          </a:stretch>
        </p:blipFill>
        <p:spPr>
          <a:xfrm>
            <a:off x="8528045" y="4375707"/>
            <a:ext cx="2640178" cy="2083163"/>
          </a:xfrm>
          <a:prstGeom prst="rect">
            <a:avLst/>
          </a:prstGeom>
          <a:noFill/>
        </p:spPr>
      </p:pic>
      <p:sp>
        <p:nvSpPr>
          <p:cNvPr id="4" name="内容占位符 2"/>
          <p:cNvSpPr txBox="1"/>
          <p:nvPr/>
        </p:nvSpPr>
        <p:spPr>
          <a:xfrm>
            <a:off x="1384916" y="1163092"/>
            <a:ext cx="10262587" cy="369299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spcBef>
                <a:spcPts val="600"/>
              </a:spcBef>
              <a:spcAft>
                <a:spcPts val="600"/>
              </a:spcAft>
              <a:buNone/>
            </a:pPr>
            <a:r>
              <a:rPr lang="zh-CN" altLang="en-US" sz="2200" dirty="0"/>
              <a:t>敏感指令：一组</a:t>
            </a:r>
            <a:r>
              <a:rPr lang="zh-CN" altLang="zh-CN" sz="2200" dirty="0"/>
              <a:t>操作特权资源的指令，如</a:t>
            </a:r>
            <a:r>
              <a:rPr lang="en-US" altLang="zh-CN" sz="2200" dirty="0"/>
              <a:t>I/O</a:t>
            </a:r>
            <a:r>
              <a:rPr lang="zh-CN" altLang="zh-CN" sz="2200" dirty="0"/>
              <a:t>指令、改变内存管理单元状态的指令、读</a:t>
            </a:r>
            <a:r>
              <a:rPr lang="en-US" altLang="zh-CN" sz="2200" dirty="0"/>
              <a:t>/</a:t>
            </a:r>
            <a:r>
              <a:rPr lang="zh-CN" altLang="zh-CN" sz="2200" dirty="0"/>
              <a:t>写时钟与中断等寄存器的指令等。</a:t>
            </a:r>
            <a:endParaRPr lang="en-US" altLang="zh-CN" sz="2200" dirty="0"/>
          </a:p>
          <a:p>
            <a:pPr marL="0" indent="0">
              <a:lnSpc>
                <a:spcPct val="120000"/>
              </a:lnSpc>
              <a:spcBef>
                <a:spcPts val="600"/>
              </a:spcBef>
              <a:spcAft>
                <a:spcPts val="600"/>
              </a:spcAft>
              <a:buNone/>
            </a:pPr>
            <a:r>
              <a:rPr lang="zh-CN" altLang="en-US" sz="2200" dirty="0"/>
              <a:t>特权指令：只能在内核态下运行的指令。</a:t>
            </a:r>
            <a:endParaRPr lang="en-US" altLang="zh-CN" sz="2200" dirty="0"/>
          </a:p>
          <a:p>
            <a:pPr marL="0" indent="0">
              <a:lnSpc>
                <a:spcPct val="120000"/>
              </a:lnSpc>
              <a:spcBef>
                <a:spcPts val="600"/>
              </a:spcBef>
              <a:spcAft>
                <a:spcPts val="600"/>
              </a:spcAft>
              <a:buNone/>
            </a:pPr>
            <a:r>
              <a:rPr lang="zh-CN" altLang="en-US" sz="2200" u="sng" dirty="0">
                <a:solidFill>
                  <a:srgbClr val="FF0000"/>
                </a:solidFill>
              </a:rPr>
              <a:t>当且仅当</a:t>
            </a:r>
            <a:r>
              <a:rPr lang="zh-CN" altLang="zh-CN" sz="2200" u="sng" dirty="0">
                <a:solidFill>
                  <a:srgbClr val="FF0000"/>
                </a:solidFill>
              </a:rPr>
              <a:t>敏感指令是特权指令的子集时，机器才是可虚拟化的。</a:t>
            </a:r>
            <a:endParaRPr lang="en-US" altLang="zh-CN" sz="2200" u="sng" dirty="0"/>
          </a:p>
          <a:p>
            <a:pPr marL="0" indent="0">
              <a:lnSpc>
                <a:spcPct val="120000"/>
              </a:lnSpc>
              <a:spcBef>
                <a:spcPts val="600"/>
              </a:spcBef>
              <a:spcAft>
                <a:spcPts val="600"/>
              </a:spcAft>
              <a:buNone/>
            </a:pPr>
            <a:r>
              <a:rPr lang="en-US" altLang="zh-CN" sz="2200" dirty="0"/>
              <a:t>Intel x86</a:t>
            </a:r>
            <a:r>
              <a:rPr lang="zh-CN" altLang="en-US" sz="2200" dirty="0"/>
              <a:t>体系结构不具有这种特性，</a:t>
            </a:r>
            <a:r>
              <a:rPr lang="en-US" altLang="zh-CN" sz="2200" dirty="0"/>
              <a:t>IBM VM/370</a:t>
            </a:r>
            <a:r>
              <a:rPr lang="zh-CN" altLang="zh-CN" sz="2200" dirty="0"/>
              <a:t>具有这种特性。</a:t>
            </a:r>
            <a:endParaRPr lang="en-US" altLang="zh-CN" sz="2200" dirty="0"/>
          </a:p>
          <a:p>
            <a:pPr marL="0" indent="0">
              <a:lnSpc>
                <a:spcPct val="120000"/>
              </a:lnSpc>
              <a:spcBef>
                <a:spcPts val="600"/>
              </a:spcBef>
              <a:spcAft>
                <a:spcPts val="600"/>
              </a:spcAft>
              <a:buNone/>
            </a:pPr>
            <a:r>
              <a:rPr lang="zh-CN" altLang="en-US" sz="2200" dirty="0"/>
              <a:t>因此，</a:t>
            </a:r>
            <a:r>
              <a:rPr lang="en-US" altLang="zh-CN" sz="2200" dirty="0"/>
              <a:t>Intel x86</a:t>
            </a:r>
            <a:r>
              <a:rPr lang="zh-CN" altLang="zh-CN" sz="2200" dirty="0"/>
              <a:t>体系结构是不可虚拟化的</a:t>
            </a:r>
            <a:r>
              <a:rPr lang="zh-CN" altLang="en-US" sz="2200" dirty="0"/>
              <a:t>，不支持</a:t>
            </a:r>
            <a:r>
              <a:rPr lang="en-US" altLang="zh-CN" sz="2200" dirty="0"/>
              <a:t>Type 1 VMM</a:t>
            </a:r>
            <a:r>
              <a:rPr lang="zh-CN" altLang="en-US" sz="2200" dirty="0"/>
              <a:t>。</a:t>
            </a:r>
            <a:endParaRPr lang="en-US" altLang="zh-CN" sz="2200" dirty="0"/>
          </a:p>
          <a:p>
            <a:pPr marL="0" indent="0">
              <a:lnSpc>
                <a:spcPct val="120000"/>
              </a:lnSpc>
              <a:spcBef>
                <a:spcPts val="600"/>
              </a:spcBef>
              <a:spcAft>
                <a:spcPts val="600"/>
              </a:spcAft>
              <a:buNone/>
            </a:pPr>
            <a:r>
              <a:rPr lang="en-US" altLang="zh-CN" sz="2200" dirty="0"/>
              <a:t>2005</a:t>
            </a:r>
            <a:r>
              <a:rPr lang="zh-CN" altLang="en-US" sz="2200" dirty="0"/>
              <a:t>年开始，</a:t>
            </a:r>
            <a:r>
              <a:rPr lang="en-US" altLang="zh-CN" sz="2200" dirty="0"/>
              <a:t> Intel</a:t>
            </a:r>
            <a:r>
              <a:rPr lang="zh-CN" altLang="zh-CN" sz="2200" dirty="0"/>
              <a:t>和</a:t>
            </a:r>
            <a:r>
              <a:rPr lang="en-US" altLang="zh-CN" sz="2200" dirty="0"/>
              <a:t>AMD</a:t>
            </a:r>
            <a:r>
              <a:rPr lang="zh-CN" altLang="en-US" sz="2200" dirty="0"/>
              <a:t>在处理机上引进虚拟化技术：</a:t>
            </a:r>
            <a:endParaRPr lang="en-US" altLang="zh-CN" sz="2200" dirty="0"/>
          </a:p>
        </p:txBody>
      </p:sp>
      <p:pic>
        <p:nvPicPr>
          <p:cNvPr id="5" name="图片 4"/>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a:xfrm>
            <a:off x="754523" y="1163092"/>
            <a:ext cx="527050" cy="527050"/>
          </a:xfrm>
          <a:prstGeom prst="rect">
            <a:avLst/>
          </a:prstGeom>
          <a:ln>
            <a:noFill/>
          </a:ln>
          <a:effectLst>
            <a:softEdge rad="0"/>
          </a:effectLst>
        </p:spPr>
      </p:pic>
      <p:pic>
        <p:nvPicPr>
          <p:cNvPr id="6" name="图片 5"/>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a:xfrm>
            <a:off x="754523" y="2042291"/>
            <a:ext cx="527050" cy="527050"/>
          </a:xfrm>
          <a:prstGeom prst="rect">
            <a:avLst/>
          </a:prstGeom>
          <a:ln>
            <a:noFill/>
          </a:ln>
          <a:effectLst>
            <a:softEdge rad="0"/>
          </a:effectLst>
        </p:spPr>
      </p:pic>
      <p:pic>
        <p:nvPicPr>
          <p:cNvPr id="7" name="图片 6"/>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a:xfrm>
            <a:off x="754523" y="2628470"/>
            <a:ext cx="527050" cy="527050"/>
          </a:xfrm>
          <a:prstGeom prst="rect">
            <a:avLst/>
          </a:prstGeom>
          <a:ln>
            <a:noFill/>
          </a:ln>
          <a:effectLst>
            <a:softEdge rad="0"/>
          </a:effectLst>
        </p:spPr>
      </p:pic>
      <p:pic>
        <p:nvPicPr>
          <p:cNvPr id="8" name="图片 7"/>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a:xfrm>
            <a:off x="754523" y="3225098"/>
            <a:ext cx="527050" cy="527050"/>
          </a:xfrm>
          <a:prstGeom prst="rect">
            <a:avLst/>
          </a:prstGeom>
          <a:ln>
            <a:noFill/>
          </a:ln>
          <a:effectLst>
            <a:softEdge rad="0"/>
          </a:effectLst>
        </p:spPr>
      </p:pic>
      <p:pic>
        <p:nvPicPr>
          <p:cNvPr id="9" name="图片 8"/>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a:xfrm>
            <a:off x="754523" y="3761026"/>
            <a:ext cx="527050" cy="527050"/>
          </a:xfrm>
          <a:prstGeom prst="rect">
            <a:avLst/>
          </a:prstGeom>
          <a:ln>
            <a:noFill/>
          </a:ln>
          <a:effectLst>
            <a:softEdge rad="0"/>
          </a:effectLst>
        </p:spPr>
      </p:pic>
      <p:pic>
        <p:nvPicPr>
          <p:cNvPr id="10" name="图片 9"/>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a:xfrm>
            <a:off x="754523" y="4367978"/>
            <a:ext cx="527050" cy="527050"/>
          </a:xfrm>
          <a:prstGeom prst="rect">
            <a:avLst/>
          </a:prstGeom>
          <a:ln>
            <a:noFill/>
          </a:ln>
          <a:effectLst>
            <a:softEdge rad="0"/>
          </a:effectLst>
        </p:spPr>
      </p:pic>
      <p:sp>
        <p:nvSpPr>
          <p:cNvPr id="11" name="内容占位符 2"/>
          <p:cNvSpPr txBox="1"/>
          <p:nvPr/>
        </p:nvSpPr>
        <p:spPr>
          <a:xfrm>
            <a:off x="1145127" y="4844573"/>
            <a:ext cx="6903639" cy="149658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indent="-457200">
              <a:lnSpc>
                <a:spcPct val="100000"/>
              </a:lnSpc>
              <a:spcBef>
                <a:spcPts val="600"/>
              </a:spcBef>
              <a:spcAft>
                <a:spcPts val="600"/>
              </a:spcAft>
              <a:buClr>
                <a:srgbClr val="FF0000"/>
              </a:buClr>
              <a:buFont typeface="Wingdings" panose="05000000000000000000" pitchFamily="2" charset="2"/>
              <a:buChar char="Ø"/>
            </a:pPr>
            <a:r>
              <a:rPr lang="en-US" altLang="zh-CN" sz="2200" dirty="0"/>
              <a:t>Intel </a:t>
            </a:r>
            <a:r>
              <a:rPr lang="zh-CN" altLang="en-US" sz="2200" dirty="0"/>
              <a:t>虚拟机</a:t>
            </a:r>
            <a:r>
              <a:rPr lang="en-US" altLang="zh-CN" sz="2200" dirty="0"/>
              <a:t>(Intel VT)</a:t>
            </a:r>
          </a:p>
          <a:p>
            <a:pPr lvl="1" indent="-457200">
              <a:lnSpc>
                <a:spcPct val="100000"/>
              </a:lnSpc>
              <a:spcBef>
                <a:spcPts val="600"/>
              </a:spcBef>
              <a:spcAft>
                <a:spcPts val="600"/>
              </a:spcAft>
              <a:buClr>
                <a:srgbClr val="FF0000"/>
              </a:buClr>
              <a:buFont typeface="Wingdings" panose="05000000000000000000" pitchFamily="2" charset="2"/>
              <a:buChar char="Ø"/>
            </a:pPr>
            <a:r>
              <a:rPr lang="zh-CN" altLang="en-US" sz="2200" dirty="0"/>
              <a:t>安全虚拟机</a:t>
            </a:r>
            <a:r>
              <a:rPr lang="en-US" altLang="zh-CN" sz="2200" dirty="0"/>
              <a:t>SVM (AMD Pacific CPU</a:t>
            </a:r>
            <a:r>
              <a:rPr lang="zh-CN" altLang="zh-CN" sz="2200" dirty="0"/>
              <a:t>上</a:t>
            </a:r>
            <a:r>
              <a:rPr lang="en-US" altLang="zh-CN" sz="2200" dirty="0"/>
              <a:t>)</a:t>
            </a:r>
          </a:p>
          <a:p>
            <a:pPr lvl="1" indent="-457200">
              <a:lnSpc>
                <a:spcPct val="100000"/>
              </a:lnSpc>
              <a:spcBef>
                <a:spcPts val="600"/>
              </a:spcBef>
              <a:spcAft>
                <a:spcPts val="600"/>
              </a:spcAft>
              <a:buClr>
                <a:srgbClr val="FF0000"/>
              </a:buClr>
              <a:buFont typeface="Wingdings" panose="05000000000000000000" pitchFamily="2" charset="2"/>
              <a:buChar char="Ø"/>
            </a:pPr>
            <a:r>
              <a:rPr lang="zh-CN" altLang="en-US" sz="2200" dirty="0"/>
              <a:t>基本</a:t>
            </a:r>
            <a:r>
              <a:rPr lang="zh-CN" altLang="zh-CN" sz="2200" dirty="0"/>
              <a:t>思想是创建容器以使虚拟机可以在其内运行</a:t>
            </a:r>
            <a:endParaRPr lang="en-US" altLang="zh-CN" sz="2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cs typeface="+mn-ea"/>
                <a:sym typeface="+mn-lt"/>
              </a:rPr>
              <a:t>虚拟化的实现方法（</a:t>
            </a:r>
            <a:r>
              <a:rPr lang="en-US" altLang="zh-CN" sz="2800" b="1" dirty="0">
                <a:solidFill>
                  <a:schemeClr val="bg1"/>
                </a:solidFill>
                <a:cs typeface="+mn-ea"/>
                <a:sym typeface="+mn-lt"/>
              </a:rPr>
              <a:t>1</a:t>
            </a:r>
            <a:r>
              <a:rPr lang="zh-CN" altLang="en-US" sz="2800" b="1" dirty="0">
                <a:solidFill>
                  <a:schemeClr val="bg1"/>
                </a:solidFill>
                <a:cs typeface="+mn-ea"/>
                <a:sym typeface="+mn-lt"/>
              </a:rPr>
              <a:t>）</a:t>
            </a:r>
          </a:p>
        </p:txBody>
      </p:sp>
      <p:pic>
        <p:nvPicPr>
          <p:cNvPr id="4" name="图片 3"/>
          <p:cNvPicPr>
            <a:picLocks noChangeAspect="1"/>
          </p:cNvPicPr>
          <p:nvPr/>
        </p:nvPicPr>
        <p:blipFill>
          <a:blip r:embed="rId2">
            <a:clrChange>
              <a:clrFrom>
                <a:srgbClr val="FFFFFF"/>
              </a:clrFrom>
              <a:clrTo>
                <a:srgbClr val="FFFFFF">
                  <a:alpha val="0"/>
                </a:srgbClr>
              </a:clrTo>
            </a:clrChange>
          </a:blip>
          <a:stretch>
            <a:fillRect/>
          </a:stretch>
        </p:blipFill>
        <p:spPr>
          <a:xfrm>
            <a:off x="6960094" y="3355610"/>
            <a:ext cx="4483423" cy="3221351"/>
          </a:xfrm>
          <a:prstGeom prst="rect">
            <a:avLst/>
          </a:prstGeom>
        </p:spPr>
      </p:pic>
      <p:sp>
        <p:nvSpPr>
          <p:cNvPr id="5" name="内容占位符 2"/>
          <p:cNvSpPr txBox="1"/>
          <p:nvPr/>
        </p:nvSpPr>
        <p:spPr>
          <a:xfrm>
            <a:off x="489050" y="1033421"/>
            <a:ext cx="11213899" cy="62132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lnSpc>
                <a:spcPct val="132000"/>
              </a:lnSpc>
              <a:buNone/>
            </a:pPr>
            <a:r>
              <a:rPr lang="zh-CN" altLang="en-US" sz="2400" dirty="0">
                <a:solidFill>
                  <a:srgbClr val="FF0000"/>
                </a:solidFill>
                <a:latin typeface="+mn-ea"/>
              </a:rPr>
              <a:t>全虚拟化</a:t>
            </a:r>
          </a:p>
        </p:txBody>
      </p:sp>
      <p:sp>
        <p:nvSpPr>
          <p:cNvPr id="6" name="íšḻîḋè"/>
          <p:cNvSpPr/>
          <p:nvPr/>
        </p:nvSpPr>
        <p:spPr>
          <a:xfrm>
            <a:off x="1676566" y="3621769"/>
            <a:ext cx="2655737" cy="1427119"/>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zh-CN" altLang="en-US" sz="2200" dirty="0"/>
              <a:t>解释执行</a:t>
            </a:r>
          </a:p>
          <a:p>
            <a:pPr marL="342900" indent="-342900">
              <a:lnSpc>
                <a:spcPct val="120000"/>
              </a:lnSpc>
              <a:buClr>
                <a:srgbClr val="FF0000"/>
              </a:buClr>
              <a:buFont typeface="Wingdings" panose="05000000000000000000" pitchFamily="2" charset="2"/>
              <a:buChar char="Ø"/>
            </a:pPr>
            <a:r>
              <a:rPr lang="zh-CN" altLang="en-US" sz="2200" dirty="0"/>
              <a:t>动态翻译</a:t>
            </a:r>
          </a:p>
          <a:p>
            <a:pPr marL="342900" indent="-342900">
              <a:lnSpc>
                <a:spcPct val="120000"/>
              </a:lnSpc>
              <a:buClr>
                <a:srgbClr val="FF0000"/>
              </a:buClr>
              <a:buFont typeface="Wingdings" panose="05000000000000000000" pitchFamily="2" charset="2"/>
              <a:buChar char="Ø"/>
            </a:pPr>
            <a:r>
              <a:rPr lang="zh-CN" altLang="en-US" sz="2200" dirty="0"/>
              <a:t>扫描与修补等</a:t>
            </a:r>
          </a:p>
        </p:txBody>
      </p:sp>
      <p:sp>
        <p:nvSpPr>
          <p:cNvPr id="7" name="i$lîďê"/>
          <p:cNvSpPr/>
          <p:nvPr/>
        </p:nvSpPr>
        <p:spPr>
          <a:xfrm>
            <a:off x="1676566" y="2703135"/>
            <a:ext cx="10026383" cy="883444"/>
          </a:xfrm>
          <a:prstGeom prst="rect">
            <a:avLst/>
          </a:prstGeom>
          <a:noFill/>
          <a:ln>
            <a:noFill/>
          </a:ln>
        </p:spPr>
        <p:txBody>
          <a:bodyPr wrap="square" lIns="91440" tIns="45720" rIns="91440" bIns="45720" anchor="ctr" anchorCtr="0">
            <a:noAutofit/>
          </a:bodyPr>
          <a:lstStyle/>
          <a:p>
            <a:pPr>
              <a:lnSpc>
                <a:spcPct val="123000"/>
              </a:lnSpc>
            </a:pPr>
            <a:r>
              <a:rPr lang="zh-CN" altLang="en-US" sz="2400" dirty="0"/>
              <a:t>纯软件实现方法：</a:t>
            </a:r>
            <a:r>
              <a:rPr lang="en-US" altLang="zh-CN" sz="2400" dirty="0"/>
              <a:t>VMM</a:t>
            </a:r>
            <a:r>
              <a:rPr lang="zh-CN" altLang="en-US" sz="2400" dirty="0"/>
              <a:t>为虚拟机模拟出硬件环境，接收虚拟机的硬件请求，并将其转发到真正的硬件上</a:t>
            </a:r>
          </a:p>
        </p:txBody>
      </p:sp>
      <p:sp>
        <p:nvSpPr>
          <p:cNvPr id="9" name="ïṧḷïḋè"/>
          <p:cNvSpPr/>
          <p:nvPr/>
        </p:nvSpPr>
        <p:spPr>
          <a:xfrm>
            <a:off x="1676568" y="5048888"/>
            <a:ext cx="4804131" cy="415102"/>
          </a:xfrm>
          <a:prstGeom prst="rect">
            <a:avLst/>
          </a:prstGeom>
          <a:noFill/>
          <a:ln>
            <a:noFill/>
          </a:ln>
        </p:spPr>
        <p:txBody>
          <a:bodyPr wrap="square" lIns="91440" tIns="45720" rIns="91440" bIns="45720" anchor="ctr" anchorCtr="0">
            <a:noAutofit/>
          </a:bodyPr>
          <a:lstStyle/>
          <a:p>
            <a:r>
              <a:rPr lang="zh-CN" altLang="en-US" sz="2400" dirty="0"/>
              <a:t>优点是兼容性好，缺点是性能低下</a:t>
            </a:r>
          </a:p>
        </p:txBody>
      </p:sp>
      <p:sp>
        <p:nvSpPr>
          <p:cNvPr id="11" name="íšḻíḑê"/>
          <p:cNvSpPr/>
          <p:nvPr/>
        </p:nvSpPr>
        <p:spPr>
          <a:xfrm>
            <a:off x="1676567" y="1723393"/>
            <a:ext cx="10157367" cy="671016"/>
          </a:xfrm>
          <a:prstGeom prst="rect">
            <a:avLst/>
          </a:prstGeom>
          <a:noFill/>
          <a:ln>
            <a:noFill/>
          </a:ln>
        </p:spPr>
        <p:txBody>
          <a:bodyPr wrap="square" lIns="91440" tIns="45720" rIns="91440" bIns="45720" anchor="ctr" anchorCtr="0">
            <a:noAutofit/>
          </a:bodyPr>
          <a:lstStyle/>
          <a:p>
            <a:pPr>
              <a:lnSpc>
                <a:spcPct val="123000"/>
              </a:lnSpc>
            </a:pPr>
            <a:r>
              <a:rPr lang="zh-CN" altLang="en-US" sz="2400" dirty="0"/>
              <a:t>虚拟出来的硬件环境与真实物理机的环境是同质的，无须对客户机</a:t>
            </a:r>
            <a:r>
              <a:rPr lang="en-US" altLang="zh-CN" sz="2400" dirty="0"/>
              <a:t>OS</a:t>
            </a:r>
            <a:r>
              <a:rPr lang="zh-CN" altLang="en-US" sz="2400" dirty="0"/>
              <a:t>进行任何更改</a:t>
            </a:r>
          </a:p>
        </p:txBody>
      </p:sp>
      <p:sp>
        <p:nvSpPr>
          <p:cNvPr id="12" name="íšḻíḑê"/>
          <p:cNvSpPr/>
          <p:nvPr/>
        </p:nvSpPr>
        <p:spPr>
          <a:xfrm>
            <a:off x="1676567" y="5895196"/>
            <a:ext cx="4342493" cy="405747"/>
          </a:xfrm>
          <a:prstGeom prst="rect">
            <a:avLst/>
          </a:prstGeom>
          <a:noFill/>
          <a:ln>
            <a:noFill/>
          </a:ln>
        </p:spPr>
        <p:txBody>
          <a:bodyPr wrap="square" lIns="91440" tIns="45720" rIns="91440" bIns="45720" anchor="ctr" anchorCtr="0">
            <a:noAutofit/>
          </a:bodyPr>
          <a:lstStyle/>
          <a:p>
            <a:r>
              <a:rPr lang="zh-CN" altLang="en-US" sz="2400" dirty="0"/>
              <a:t>代表方案：快速模拟器</a:t>
            </a:r>
            <a:r>
              <a:rPr lang="en-US" altLang="zh-CN" sz="2400" dirty="0"/>
              <a:t>QEMU</a:t>
            </a:r>
          </a:p>
        </p:txBody>
      </p:sp>
      <p:sp>
        <p:nvSpPr>
          <p:cNvPr id="13" name="îSļiḓè"/>
          <p:cNvSpPr/>
          <p:nvPr/>
        </p:nvSpPr>
        <p:spPr>
          <a:xfrm>
            <a:off x="993064" y="1709831"/>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p>
        </p:txBody>
      </p:sp>
      <p:sp>
        <p:nvSpPr>
          <p:cNvPr id="14" name="íṥḻîḓe"/>
          <p:cNvSpPr/>
          <p:nvPr/>
        </p:nvSpPr>
        <p:spPr>
          <a:xfrm>
            <a:off x="993064" y="4966286"/>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p>
        </p:txBody>
      </p:sp>
      <p:sp>
        <p:nvSpPr>
          <p:cNvPr id="15" name="îşļiḓè"/>
          <p:cNvSpPr/>
          <p:nvPr/>
        </p:nvSpPr>
        <p:spPr>
          <a:xfrm>
            <a:off x="993064" y="2789042"/>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p>
        </p:txBody>
      </p:sp>
      <p:sp>
        <p:nvSpPr>
          <p:cNvPr id="16" name="îṡḷíďe"/>
          <p:cNvSpPr/>
          <p:nvPr/>
        </p:nvSpPr>
        <p:spPr>
          <a:xfrm>
            <a:off x="1183319" y="1905969"/>
            <a:ext cx="261147" cy="247870"/>
          </a:xfrm>
          <a:custGeom>
            <a:avLst/>
            <a:gdLst/>
            <a:ahLst/>
            <a:cxnLst/>
            <a:rect l="0" t="0" r="0" b="0"/>
            <a:pathLst>
              <a:path w="120000" h="120000" extrusionOk="0">
                <a:moveTo>
                  <a:pt x="119800" y="63664"/>
                </a:moveTo>
                <a:lnTo>
                  <a:pt x="119800" y="63664"/>
                </a:lnTo>
                <a:cubicBezTo>
                  <a:pt x="119800" y="66596"/>
                  <a:pt x="118405" y="69528"/>
                  <a:pt x="114219" y="69528"/>
                </a:cubicBezTo>
                <a:cubicBezTo>
                  <a:pt x="112823" y="69528"/>
                  <a:pt x="111428" y="68062"/>
                  <a:pt x="111428" y="68062"/>
                </a:cubicBezTo>
                <a:lnTo>
                  <a:pt x="111428" y="68062"/>
                </a:lnTo>
                <a:cubicBezTo>
                  <a:pt x="60598" y="14869"/>
                  <a:pt x="60598" y="14869"/>
                  <a:pt x="60598" y="14869"/>
                </a:cubicBezTo>
                <a:lnTo>
                  <a:pt x="60598" y="14869"/>
                </a:lnTo>
                <a:lnTo>
                  <a:pt x="60598" y="14869"/>
                </a:lnTo>
                <a:lnTo>
                  <a:pt x="60598" y="14869"/>
                </a:lnTo>
                <a:cubicBezTo>
                  <a:pt x="9966" y="68062"/>
                  <a:pt x="9966" y="68062"/>
                  <a:pt x="9966" y="68062"/>
                </a:cubicBezTo>
                <a:lnTo>
                  <a:pt x="9966" y="68062"/>
                </a:lnTo>
                <a:cubicBezTo>
                  <a:pt x="8571" y="68062"/>
                  <a:pt x="7176" y="69528"/>
                  <a:pt x="5780" y="69528"/>
                </a:cubicBezTo>
                <a:cubicBezTo>
                  <a:pt x="2990" y="69528"/>
                  <a:pt x="0" y="66596"/>
                  <a:pt x="0" y="63664"/>
                </a:cubicBezTo>
                <a:cubicBezTo>
                  <a:pt x="0" y="62198"/>
                  <a:pt x="0" y="60523"/>
                  <a:pt x="1395" y="59057"/>
                </a:cubicBezTo>
                <a:cubicBezTo>
                  <a:pt x="56411" y="1465"/>
                  <a:pt x="56411" y="1465"/>
                  <a:pt x="56411" y="1465"/>
                </a:cubicBezTo>
                <a:cubicBezTo>
                  <a:pt x="57807" y="0"/>
                  <a:pt x="59202" y="0"/>
                  <a:pt x="60598" y="0"/>
                </a:cubicBezTo>
                <a:lnTo>
                  <a:pt x="60598" y="0"/>
                </a:lnTo>
                <a:lnTo>
                  <a:pt x="60598" y="0"/>
                </a:lnTo>
                <a:lnTo>
                  <a:pt x="60598" y="0"/>
                </a:lnTo>
                <a:lnTo>
                  <a:pt x="60598" y="0"/>
                </a:lnTo>
                <a:lnTo>
                  <a:pt x="60598" y="0"/>
                </a:lnTo>
                <a:lnTo>
                  <a:pt x="60598" y="0"/>
                </a:lnTo>
                <a:lnTo>
                  <a:pt x="60598" y="0"/>
                </a:lnTo>
                <a:cubicBezTo>
                  <a:pt x="61993" y="0"/>
                  <a:pt x="63388" y="1465"/>
                  <a:pt x="64784" y="1465"/>
                </a:cubicBezTo>
                <a:lnTo>
                  <a:pt x="64784" y="1465"/>
                </a:lnTo>
                <a:cubicBezTo>
                  <a:pt x="85913" y="25130"/>
                  <a:pt x="85913" y="25130"/>
                  <a:pt x="85913" y="25130"/>
                </a:cubicBezTo>
                <a:cubicBezTo>
                  <a:pt x="85913" y="19267"/>
                  <a:pt x="85913" y="19267"/>
                  <a:pt x="85913" y="19267"/>
                </a:cubicBezTo>
                <a:cubicBezTo>
                  <a:pt x="85913" y="16335"/>
                  <a:pt x="88903" y="13193"/>
                  <a:pt x="91694" y="13193"/>
                </a:cubicBezTo>
                <a:cubicBezTo>
                  <a:pt x="95880" y="13193"/>
                  <a:pt x="97275" y="16335"/>
                  <a:pt x="97275" y="19267"/>
                </a:cubicBezTo>
                <a:cubicBezTo>
                  <a:pt x="97275" y="36858"/>
                  <a:pt x="97275" y="36858"/>
                  <a:pt x="97275" y="36858"/>
                </a:cubicBezTo>
                <a:cubicBezTo>
                  <a:pt x="118405" y="59057"/>
                  <a:pt x="118405" y="59057"/>
                  <a:pt x="118405" y="59057"/>
                </a:cubicBezTo>
                <a:lnTo>
                  <a:pt x="118405" y="59057"/>
                </a:lnTo>
                <a:cubicBezTo>
                  <a:pt x="119800" y="60523"/>
                  <a:pt x="119800" y="62198"/>
                  <a:pt x="119800" y="63664"/>
                </a:cubicBezTo>
                <a:close/>
                <a:moveTo>
                  <a:pt x="108438" y="72460"/>
                </a:moveTo>
                <a:lnTo>
                  <a:pt x="108438" y="72460"/>
                </a:lnTo>
                <a:cubicBezTo>
                  <a:pt x="108438" y="90261"/>
                  <a:pt x="108438" y="90261"/>
                  <a:pt x="108438" y="90261"/>
                </a:cubicBezTo>
                <a:cubicBezTo>
                  <a:pt x="108438" y="99057"/>
                  <a:pt x="108438" y="99057"/>
                  <a:pt x="108438" y="99057"/>
                </a:cubicBezTo>
                <a:cubicBezTo>
                  <a:pt x="108438" y="113926"/>
                  <a:pt x="108438" y="113926"/>
                  <a:pt x="108438" y="113926"/>
                </a:cubicBezTo>
                <a:cubicBezTo>
                  <a:pt x="108438" y="118324"/>
                  <a:pt x="107043" y="119790"/>
                  <a:pt x="102857" y="119790"/>
                </a:cubicBezTo>
                <a:cubicBezTo>
                  <a:pt x="91694" y="119790"/>
                  <a:pt x="91694" y="119790"/>
                  <a:pt x="91694" y="119790"/>
                </a:cubicBezTo>
                <a:cubicBezTo>
                  <a:pt x="91694" y="72460"/>
                  <a:pt x="91694" y="72460"/>
                  <a:pt x="91694" y="72460"/>
                </a:cubicBezTo>
                <a:cubicBezTo>
                  <a:pt x="69169" y="72460"/>
                  <a:pt x="69169" y="72460"/>
                  <a:pt x="69169" y="72460"/>
                </a:cubicBezTo>
                <a:cubicBezTo>
                  <a:pt x="69169" y="119790"/>
                  <a:pt x="69169" y="119790"/>
                  <a:pt x="69169" y="119790"/>
                </a:cubicBezTo>
                <a:cubicBezTo>
                  <a:pt x="16943" y="119790"/>
                  <a:pt x="16943" y="119790"/>
                  <a:pt x="16943" y="119790"/>
                </a:cubicBezTo>
                <a:cubicBezTo>
                  <a:pt x="14152" y="119790"/>
                  <a:pt x="11362" y="118324"/>
                  <a:pt x="11362" y="113926"/>
                </a:cubicBezTo>
                <a:cubicBezTo>
                  <a:pt x="11362" y="99057"/>
                  <a:pt x="11362" y="99057"/>
                  <a:pt x="11362" y="99057"/>
                </a:cubicBezTo>
                <a:cubicBezTo>
                  <a:pt x="11362" y="90261"/>
                  <a:pt x="11362" y="90261"/>
                  <a:pt x="11362" y="90261"/>
                </a:cubicBezTo>
                <a:cubicBezTo>
                  <a:pt x="11362" y="72460"/>
                  <a:pt x="11362" y="72460"/>
                  <a:pt x="11362" y="72460"/>
                </a:cubicBezTo>
                <a:cubicBezTo>
                  <a:pt x="60598" y="22198"/>
                  <a:pt x="60598" y="22198"/>
                  <a:pt x="60598" y="22198"/>
                </a:cubicBezTo>
                <a:lnTo>
                  <a:pt x="108438" y="72460"/>
                </a:lnTo>
                <a:close/>
                <a:moveTo>
                  <a:pt x="50830" y="72460"/>
                </a:moveTo>
                <a:lnTo>
                  <a:pt x="50830" y="72460"/>
                </a:lnTo>
                <a:cubicBezTo>
                  <a:pt x="28305" y="72460"/>
                  <a:pt x="28305" y="72460"/>
                  <a:pt x="28305" y="72460"/>
                </a:cubicBezTo>
                <a:cubicBezTo>
                  <a:pt x="28305" y="96125"/>
                  <a:pt x="28305" y="96125"/>
                  <a:pt x="28305" y="96125"/>
                </a:cubicBezTo>
                <a:cubicBezTo>
                  <a:pt x="50830" y="96125"/>
                  <a:pt x="50830" y="96125"/>
                  <a:pt x="50830" y="96125"/>
                </a:cubicBezTo>
                <a:lnTo>
                  <a:pt x="50830" y="72460"/>
                </a:lnTo>
                <a:close/>
              </a:path>
            </a:pathLst>
          </a:custGeom>
          <a:solidFill>
            <a:schemeClr val="bg1"/>
          </a:solidFill>
          <a:ln>
            <a:noFill/>
          </a:ln>
          <a:effectLst/>
        </p:spPr>
        <p:txBody>
          <a:bodyPr wrap="square" lIns="91440" tIns="45720" rIns="91440" bIns="45720" anchor="ctr">
            <a:normAutofit fontScale="25000" lnSpcReduction="20000"/>
          </a:bodyPr>
          <a:lstStyle/>
          <a:p>
            <a:pPr algn="ctr"/>
            <a:endParaRPr/>
          </a:p>
        </p:txBody>
      </p:sp>
      <p:sp>
        <p:nvSpPr>
          <p:cNvPr id="17" name="íSlíḋe"/>
          <p:cNvSpPr/>
          <p:nvPr/>
        </p:nvSpPr>
        <p:spPr>
          <a:xfrm>
            <a:off x="1183318" y="3011059"/>
            <a:ext cx="261148" cy="228804"/>
          </a:xfrm>
          <a:custGeom>
            <a:avLst/>
            <a:gdLst/>
            <a:ahLst/>
            <a:cxnLst/>
            <a:rect l="0" t="0" r="0" b="0"/>
            <a:pathLst>
              <a:path w="120000" h="120000" extrusionOk="0">
                <a:moveTo>
                  <a:pt x="117009" y="65310"/>
                </a:moveTo>
                <a:lnTo>
                  <a:pt x="117009" y="65310"/>
                </a:lnTo>
                <a:lnTo>
                  <a:pt x="117009" y="65310"/>
                </a:lnTo>
                <a:cubicBezTo>
                  <a:pt x="61993" y="91073"/>
                  <a:pt x="61993" y="91073"/>
                  <a:pt x="61993" y="91073"/>
                </a:cubicBezTo>
                <a:lnTo>
                  <a:pt x="61993" y="91073"/>
                </a:lnTo>
                <a:lnTo>
                  <a:pt x="61993" y="91073"/>
                </a:lnTo>
                <a:lnTo>
                  <a:pt x="61993" y="91073"/>
                </a:lnTo>
                <a:cubicBezTo>
                  <a:pt x="61993" y="92655"/>
                  <a:pt x="60598" y="92655"/>
                  <a:pt x="60598" y="92655"/>
                </a:cubicBezTo>
                <a:cubicBezTo>
                  <a:pt x="59202" y="92655"/>
                  <a:pt x="59202" y="92655"/>
                  <a:pt x="57807" y="91073"/>
                </a:cubicBezTo>
                <a:lnTo>
                  <a:pt x="57807" y="91073"/>
                </a:lnTo>
                <a:lnTo>
                  <a:pt x="57807" y="91073"/>
                </a:lnTo>
                <a:lnTo>
                  <a:pt x="57807" y="91073"/>
                </a:lnTo>
                <a:cubicBezTo>
                  <a:pt x="2990" y="65310"/>
                  <a:pt x="2990" y="65310"/>
                  <a:pt x="2990" y="65310"/>
                </a:cubicBezTo>
                <a:lnTo>
                  <a:pt x="2990" y="65310"/>
                </a:lnTo>
                <a:cubicBezTo>
                  <a:pt x="1395" y="65310"/>
                  <a:pt x="0" y="62146"/>
                  <a:pt x="0" y="60564"/>
                </a:cubicBezTo>
                <a:cubicBezTo>
                  <a:pt x="0" y="55819"/>
                  <a:pt x="2990" y="54237"/>
                  <a:pt x="5780" y="54237"/>
                </a:cubicBezTo>
                <a:cubicBezTo>
                  <a:pt x="7176" y="54237"/>
                  <a:pt x="7176" y="54237"/>
                  <a:pt x="8571" y="54237"/>
                </a:cubicBezTo>
                <a:lnTo>
                  <a:pt x="8571" y="54237"/>
                </a:lnTo>
                <a:lnTo>
                  <a:pt x="8571" y="54237"/>
                </a:lnTo>
                <a:lnTo>
                  <a:pt x="8571" y="54237"/>
                </a:lnTo>
                <a:cubicBezTo>
                  <a:pt x="60598" y="78192"/>
                  <a:pt x="60598" y="78192"/>
                  <a:pt x="60598" y="78192"/>
                </a:cubicBezTo>
                <a:cubicBezTo>
                  <a:pt x="112823" y="54237"/>
                  <a:pt x="112823" y="54237"/>
                  <a:pt x="112823" y="54237"/>
                </a:cubicBezTo>
                <a:lnTo>
                  <a:pt x="112823" y="54237"/>
                </a:lnTo>
                <a:lnTo>
                  <a:pt x="112823" y="54237"/>
                </a:lnTo>
                <a:lnTo>
                  <a:pt x="112823" y="54237"/>
                </a:lnTo>
                <a:lnTo>
                  <a:pt x="114219" y="54237"/>
                </a:lnTo>
                <a:cubicBezTo>
                  <a:pt x="118405" y="54237"/>
                  <a:pt x="119800" y="55819"/>
                  <a:pt x="119800" y="60564"/>
                </a:cubicBezTo>
                <a:cubicBezTo>
                  <a:pt x="119800" y="62146"/>
                  <a:pt x="118405" y="65310"/>
                  <a:pt x="117009" y="65310"/>
                </a:cubicBezTo>
                <a:close/>
                <a:moveTo>
                  <a:pt x="117009" y="38192"/>
                </a:moveTo>
                <a:lnTo>
                  <a:pt x="117009" y="38192"/>
                </a:lnTo>
                <a:lnTo>
                  <a:pt x="117009" y="38192"/>
                </a:lnTo>
                <a:cubicBezTo>
                  <a:pt x="61993" y="63728"/>
                  <a:pt x="61993" y="63728"/>
                  <a:pt x="61993" y="63728"/>
                </a:cubicBezTo>
                <a:lnTo>
                  <a:pt x="61993" y="63728"/>
                </a:lnTo>
                <a:lnTo>
                  <a:pt x="61993" y="63728"/>
                </a:lnTo>
                <a:lnTo>
                  <a:pt x="61993" y="63728"/>
                </a:lnTo>
                <a:lnTo>
                  <a:pt x="60598" y="63728"/>
                </a:lnTo>
                <a:cubicBezTo>
                  <a:pt x="59202" y="63728"/>
                  <a:pt x="59202" y="63728"/>
                  <a:pt x="57807" y="63728"/>
                </a:cubicBezTo>
                <a:lnTo>
                  <a:pt x="57807" y="63728"/>
                </a:lnTo>
                <a:lnTo>
                  <a:pt x="57807" y="63728"/>
                </a:lnTo>
                <a:lnTo>
                  <a:pt x="57807" y="63728"/>
                </a:lnTo>
                <a:cubicBezTo>
                  <a:pt x="2990" y="38192"/>
                  <a:pt x="2990" y="38192"/>
                  <a:pt x="2990" y="38192"/>
                </a:cubicBezTo>
                <a:lnTo>
                  <a:pt x="2990" y="38192"/>
                </a:lnTo>
                <a:cubicBezTo>
                  <a:pt x="1395" y="36610"/>
                  <a:pt x="0" y="35028"/>
                  <a:pt x="0" y="31864"/>
                </a:cubicBezTo>
                <a:cubicBezTo>
                  <a:pt x="0" y="30282"/>
                  <a:pt x="1395" y="27118"/>
                  <a:pt x="2990" y="27118"/>
                </a:cubicBezTo>
                <a:lnTo>
                  <a:pt x="2990" y="27118"/>
                </a:lnTo>
                <a:cubicBezTo>
                  <a:pt x="57807" y="1581"/>
                  <a:pt x="57807" y="1581"/>
                  <a:pt x="57807" y="1581"/>
                </a:cubicBezTo>
                <a:lnTo>
                  <a:pt x="57807" y="1581"/>
                </a:lnTo>
                <a:lnTo>
                  <a:pt x="57807" y="1581"/>
                </a:lnTo>
                <a:lnTo>
                  <a:pt x="57807" y="1581"/>
                </a:lnTo>
                <a:cubicBezTo>
                  <a:pt x="59202" y="0"/>
                  <a:pt x="59202" y="0"/>
                  <a:pt x="60598" y="0"/>
                </a:cubicBezTo>
                <a:cubicBezTo>
                  <a:pt x="60598" y="0"/>
                  <a:pt x="61993" y="0"/>
                  <a:pt x="61993" y="1581"/>
                </a:cubicBezTo>
                <a:lnTo>
                  <a:pt x="61993" y="1581"/>
                </a:lnTo>
                <a:lnTo>
                  <a:pt x="61993" y="1581"/>
                </a:lnTo>
                <a:lnTo>
                  <a:pt x="61993" y="1581"/>
                </a:lnTo>
                <a:cubicBezTo>
                  <a:pt x="117009" y="27118"/>
                  <a:pt x="117009" y="27118"/>
                  <a:pt x="117009" y="27118"/>
                </a:cubicBezTo>
                <a:lnTo>
                  <a:pt x="117009" y="27118"/>
                </a:lnTo>
                <a:cubicBezTo>
                  <a:pt x="118405" y="27118"/>
                  <a:pt x="119800" y="30282"/>
                  <a:pt x="119800" y="31864"/>
                </a:cubicBezTo>
                <a:cubicBezTo>
                  <a:pt x="119800" y="35028"/>
                  <a:pt x="118405" y="36610"/>
                  <a:pt x="117009" y="38192"/>
                </a:cubicBezTo>
                <a:close/>
                <a:moveTo>
                  <a:pt x="5780" y="81355"/>
                </a:moveTo>
                <a:lnTo>
                  <a:pt x="5780" y="81355"/>
                </a:lnTo>
                <a:cubicBezTo>
                  <a:pt x="7176" y="81355"/>
                  <a:pt x="7176" y="81355"/>
                  <a:pt x="8571" y="81355"/>
                </a:cubicBezTo>
                <a:lnTo>
                  <a:pt x="8571" y="81355"/>
                </a:lnTo>
                <a:lnTo>
                  <a:pt x="8571" y="81355"/>
                </a:lnTo>
                <a:lnTo>
                  <a:pt x="8571" y="81355"/>
                </a:lnTo>
                <a:cubicBezTo>
                  <a:pt x="60598" y="106892"/>
                  <a:pt x="60598" y="106892"/>
                  <a:pt x="60598" y="106892"/>
                </a:cubicBezTo>
                <a:cubicBezTo>
                  <a:pt x="112823" y="81355"/>
                  <a:pt x="112823" y="81355"/>
                  <a:pt x="112823" y="81355"/>
                </a:cubicBezTo>
                <a:lnTo>
                  <a:pt x="112823" y="81355"/>
                </a:lnTo>
                <a:lnTo>
                  <a:pt x="112823" y="81355"/>
                </a:lnTo>
                <a:lnTo>
                  <a:pt x="112823" y="81355"/>
                </a:lnTo>
                <a:lnTo>
                  <a:pt x="114219" y="81355"/>
                </a:lnTo>
                <a:cubicBezTo>
                  <a:pt x="118405" y="81355"/>
                  <a:pt x="119800" y="84519"/>
                  <a:pt x="119800" y="87683"/>
                </a:cubicBezTo>
                <a:cubicBezTo>
                  <a:pt x="119800" y="91073"/>
                  <a:pt x="118405" y="92655"/>
                  <a:pt x="117009" y="94237"/>
                </a:cubicBezTo>
                <a:lnTo>
                  <a:pt x="117009" y="94237"/>
                </a:lnTo>
                <a:cubicBezTo>
                  <a:pt x="61993" y="119774"/>
                  <a:pt x="61993" y="119774"/>
                  <a:pt x="61993" y="119774"/>
                </a:cubicBezTo>
                <a:lnTo>
                  <a:pt x="61993" y="119774"/>
                </a:lnTo>
                <a:lnTo>
                  <a:pt x="61993" y="119774"/>
                </a:lnTo>
                <a:lnTo>
                  <a:pt x="61993" y="119774"/>
                </a:lnTo>
                <a:lnTo>
                  <a:pt x="60598" y="119774"/>
                </a:lnTo>
                <a:cubicBezTo>
                  <a:pt x="59202" y="119774"/>
                  <a:pt x="59202" y="119774"/>
                  <a:pt x="57807" y="119774"/>
                </a:cubicBezTo>
                <a:lnTo>
                  <a:pt x="57807" y="119774"/>
                </a:lnTo>
                <a:lnTo>
                  <a:pt x="57807" y="119774"/>
                </a:lnTo>
                <a:lnTo>
                  <a:pt x="57807" y="119774"/>
                </a:lnTo>
                <a:cubicBezTo>
                  <a:pt x="2990" y="94237"/>
                  <a:pt x="2990" y="94237"/>
                  <a:pt x="2990" y="94237"/>
                </a:cubicBezTo>
                <a:lnTo>
                  <a:pt x="2990" y="94237"/>
                </a:lnTo>
                <a:cubicBezTo>
                  <a:pt x="1395" y="92655"/>
                  <a:pt x="0" y="91073"/>
                  <a:pt x="0" y="87683"/>
                </a:cubicBezTo>
                <a:cubicBezTo>
                  <a:pt x="0" y="84519"/>
                  <a:pt x="2990" y="81355"/>
                  <a:pt x="5780" y="81355"/>
                </a:cubicBezTo>
                <a:close/>
              </a:path>
            </a:pathLst>
          </a:custGeom>
          <a:solidFill>
            <a:schemeClr val="bg1"/>
          </a:solidFill>
          <a:ln>
            <a:noFill/>
          </a:ln>
          <a:effectLst/>
        </p:spPr>
        <p:txBody>
          <a:bodyPr wrap="square" lIns="91440" tIns="45720" rIns="91440" bIns="45720" anchor="ctr">
            <a:normAutofit fontScale="25000" lnSpcReduction="20000"/>
          </a:bodyPr>
          <a:lstStyle/>
          <a:p>
            <a:pPr algn="ctr"/>
            <a:endParaRPr/>
          </a:p>
        </p:txBody>
      </p:sp>
      <p:sp>
        <p:nvSpPr>
          <p:cNvPr id="18" name="ïśḷïḓe"/>
          <p:cNvSpPr/>
          <p:nvPr/>
        </p:nvSpPr>
        <p:spPr>
          <a:xfrm>
            <a:off x="1212257" y="5155746"/>
            <a:ext cx="211585" cy="259306"/>
          </a:xfrm>
          <a:custGeom>
            <a:avLst/>
            <a:gdLst/>
            <a:ahLst/>
            <a:cxnLst/>
            <a:rect l="0" t="0" r="0" b="0"/>
            <a:pathLst>
              <a:path w="120000" h="120000" extrusionOk="0">
                <a:moveTo>
                  <a:pt x="112868" y="119800"/>
                </a:moveTo>
                <a:lnTo>
                  <a:pt x="112868" y="119800"/>
                </a:lnTo>
                <a:cubicBezTo>
                  <a:pt x="6885" y="119800"/>
                  <a:pt x="6885" y="119800"/>
                  <a:pt x="6885" y="119800"/>
                </a:cubicBezTo>
                <a:cubicBezTo>
                  <a:pt x="1721" y="119800"/>
                  <a:pt x="0" y="117004"/>
                  <a:pt x="0" y="114209"/>
                </a:cubicBezTo>
                <a:cubicBezTo>
                  <a:pt x="0" y="64891"/>
                  <a:pt x="0" y="64891"/>
                  <a:pt x="0" y="64891"/>
                </a:cubicBezTo>
                <a:cubicBezTo>
                  <a:pt x="0" y="62096"/>
                  <a:pt x="1721" y="59101"/>
                  <a:pt x="6885" y="59101"/>
                </a:cubicBezTo>
                <a:cubicBezTo>
                  <a:pt x="17213" y="59101"/>
                  <a:pt x="17213" y="59101"/>
                  <a:pt x="17213" y="59101"/>
                </a:cubicBezTo>
                <a:cubicBezTo>
                  <a:pt x="17213" y="33743"/>
                  <a:pt x="17213" y="33743"/>
                  <a:pt x="17213" y="33743"/>
                </a:cubicBezTo>
                <a:cubicBezTo>
                  <a:pt x="17213" y="13976"/>
                  <a:pt x="36393" y="0"/>
                  <a:pt x="59016" y="0"/>
                </a:cubicBezTo>
                <a:cubicBezTo>
                  <a:pt x="83360" y="0"/>
                  <a:pt x="100573" y="13976"/>
                  <a:pt x="100573" y="33743"/>
                </a:cubicBezTo>
                <a:cubicBezTo>
                  <a:pt x="100573" y="36539"/>
                  <a:pt x="98852" y="39534"/>
                  <a:pt x="93688" y="39534"/>
                </a:cubicBezTo>
                <a:cubicBezTo>
                  <a:pt x="90245" y="39534"/>
                  <a:pt x="86803" y="36539"/>
                  <a:pt x="86803" y="33743"/>
                </a:cubicBezTo>
                <a:cubicBezTo>
                  <a:pt x="86803" y="21164"/>
                  <a:pt x="74754" y="11181"/>
                  <a:pt x="59016" y="11181"/>
                </a:cubicBezTo>
                <a:cubicBezTo>
                  <a:pt x="43278" y="11181"/>
                  <a:pt x="31229" y="21164"/>
                  <a:pt x="31229" y="33743"/>
                </a:cubicBezTo>
                <a:cubicBezTo>
                  <a:pt x="31229" y="59101"/>
                  <a:pt x="31229" y="59101"/>
                  <a:pt x="31229" y="59101"/>
                </a:cubicBezTo>
                <a:cubicBezTo>
                  <a:pt x="86803" y="59101"/>
                  <a:pt x="86803" y="59101"/>
                  <a:pt x="86803" y="59101"/>
                </a:cubicBezTo>
                <a:cubicBezTo>
                  <a:pt x="100573" y="59101"/>
                  <a:pt x="100573" y="59101"/>
                  <a:pt x="100573" y="59101"/>
                </a:cubicBezTo>
                <a:cubicBezTo>
                  <a:pt x="112868" y="59101"/>
                  <a:pt x="112868" y="59101"/>
                  <a:pt x="112868" y="59101"/>
                </a:cubicBezTo>
                <a:cubicBezTo>
                  <a:pt x="116311" y="59101"/>
                  <a:pt x="119754" y="62096"/>
                  <a:pt x="119754" y="64891"/>
                </a:cubicBezTo>
                <a:cubicBezTo>
                  <a:pt x="119754" y="114209"/>
                  <a:pt x="119754" y="114209"/>
                  <a:pt x="119754" y="114209"/>
                </a:cubicBezTo>
                <a:cubicBezTo>
                  <a:pt x="119754" y="117004"/>
                  <a:pt x="116311" y="119800"/>
                  <a:pt x="112868" y="119800"/>
                </a:cubicBezTo>
                <a:close/>
                <a:moveTo>
                  <a:pt x="59016" y="70482"/>
                </a:moveTo>
                <a:lnTo>
                  <a:pt x="59016" y="70482"/>
                </a:lnTo>
                <a:cubicBezTo>
                  <a:pt x="52131" y="70482"/>
                  <a:pt x="45000" y="76073"/>
                  <a:pt x="45000" y="81863"/>
                </a:cubicBezTo>
                <a:cubicBezTo>
                  <a:pt x="45000" y="86056"/>
                  <a:pt x="48688" y="90249"/>
                  <a:pt x="52131" y="91647"/>
                </a:cubicBezTo>
                <a:cubicBezTo>
                  <a:pt x="52131" y="103028"/>
                  <a:pt x="52131" y="103028"/>
                  <a:pt x="52131" y="103028"/>
                </a:cubicBezTo>
                <a:cubicBezTo>
                  <a:pt x="52131" y="105823"/>
                  <a:pt x="55573" y="108618"/>
                  <a:pt x="59016" y="108618"/>
                </a:cubicBezTo>
                <a:cubicBezTo>
                  <a:pt x="64180" y="108618"/>
                  <a:pt x="65901" y="105823"/>
                  <a:pt x="65901" y="103028"/>
                </a:cubicBezTo>
                <a:cubicBezTo>
                  <a:pt x="65901" y="91647"/>
                  <a:pt x="65901" y="91647"/>
                  <a:pt x="65901" y="91647"/>
                </a:cubicBezTo>
                <a:cubicBezTo>
                  <a:pt x="71065" y="90249"/>
                  <a:pt x="72786" y="86056"/>
                  <a:pt x="72786" y="81863"/>
                </a:cubicBezTo>
                <a:cubicBezTo>
                  <a:pt x="72786" y="76073"/>
                  <a:pt x="67622" y="70482"/>
                  <a:pt x="59016" y="70482"/>
                </a:cubicBezTo>
                <a:close/>
              </a:path>
            </a:pathLst>
          </a:custGeom>
          <a:solidFill>
            <a:schemeClr val="bg1"/>
          </a:solidFill>
          <a:ln>
            <a:noFill/>
          </a:ln>
          <a:effectLst/>
        </p:spPr>
        <p:txBody>
          <a:bodyPr wrap="square" lIns="91440" tIns="45720" rIns="91440" bIns="45720" anchor="ctr">
            <a:normAutofit fontScale="25000" lnSpcReduction="20000"/>
          </a:bodyPr>
          <a:lstStyle/>
          <a:p>
            <a:pPr algn="ctr"/>
            <a:endParaRPr/>
          </a:p>
        </p:txBody>
      </p:sp>
      <p:sp>
        <p:nvSpPr>
          <p:cNvPr id="19" name="îSļiḓè"/>
          <p:cNvSpPr/>
          <p:nvPr/>
        </p:nvSpPr>
        <p:spPr>
          <a:xfrm>
            <a:off x="993064" y="5778602"/>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p>
        </p:txBody>
      </p:sp>
      <p:sp>
        <p:nvSpPr>
          <p:cNvPr id="21" name="îṡḷíďe"/>
          <p:cNvSpPr/>
          <p:nvPr/>
        </p:nvSpPr>
        <p:spPr>
          <a:xfrm>
            <a:off x="1183319" y="5974740"/>
            <a:ext cx="261147" cy="247870"/>
          </a:xfrm>
          <a:custGeom>
            <a:avLst/>
            <a:gdLst/>
            <a:ahLst/>
            <a:cxnLst/>
            <a:rect l="0" t="0" r="0" b="0"/>
            <a:pathLst>
              <a:path w="120000" h="120000" extrusionOk="0">
                <a:moveTo>
                  <a:pt x="119800" y="63664"/>
                </a:moveTo>
                <a:lnTo>
                  <a:pt x="119800" y="63664"/>
                </a:lnTo>
                <a:cubicBezTo>
                  <a:pt x="119800" y="66596"/>
                  <a:pt x="118405" y="69528"/>
                  <a:pt x="114219" y="69528"/>
                </a:cubicBezTo>
                <a:cubicBezTo>
                  <a:pt x="112823" y="69528"/>
                  <a:pt x="111428" y="68062"/>
                  <a:pt x="111428" y="68062"/>
                </a:cubicBezTo>
                <a:lnTo>
                  <a:pt x="111428" y="68062"/>
                </a:lnTo>
                <a:cubicBezTo>
                  <a:pt x="60598" y="14869"/>
                  <a:pt x="60598" y="14869"/>
                  <a:pt x="60598" y="14869"/>
                </a:cubicBezTo>
                <a:lnTo>
                  <a:pt x="60598" y="14869"/>
                </a:lnTo>
                <a:lnTo>
                  <a:pt x="60598" y="14869"/>
                </a:lnTo>
                <a:lnTo>
                  <a:pt x="60598" y="14869"/>
                </a:lnTo>
                <a:cubicBezTo>
                  <a:pt x="9966" y="68062"/>
                  <a:pt x="9966" y="68062"/>
                  <a:pt x="9966" y="68062"/>
                </a:cubicBezTo>
                <a:lnTo>
                  <a:pt x="9966" y="68062"/>
                </a:lnTo>
                <a:cubicBezTo>
                  <a:pt x="8571" y="68062"/>
                  <a:pt x="7176" y="69528"/>
                  <a:pt x="5780" y="69528"/>
                </a:cubicBezTo>
                <a:cubicBezTo>
                  <a:pt x="2990" y="69528"/>
                  <a:pt x="0" y="66596"/>
                  <a:pt x="0" y="63664"/>
                </a:cubicBezTo>
                <a:cubicBezTo>
                  <a:pt x="0" y="62198"/>
                  <a:pt x="0" y="60523"/>
                  <a:pt x="1395" y="59057"/>
                </a:cubicBezTo>
                <a:cubicBezTo>
                  <a:pt x="56411" y="1465"/>
                  <a:pt x="56411" y="1465"/>
                  <a:pt x="56411" y="1465"/>
                </a:cubicBezTo>
                <a:cubicBezTo>
                  <a:pt x="57807" y="0"/>
                  <a:pt x="59202" y="0"/>
                  <a:pt x="60598" y="0"/>
                </a:cubicBezTo>
                <a:lnTo>
                  <a:pt x="60598" y="0"/>
                </a:lnTo>
                <a:lnTo>
                  <a:pt x="60598" y="0"/>
                </a:lnTo>
                <a:lnTo>
                  <a:pt x="60598" y="0"/>
                </a:lnTo>
                <a:lnTo>
                  <a:pt x="60598" y="0"/>
                </a:lnTo>
                <a:lnTo>
                  <a:pt x="60598" y="0"/>
                </a:lnTo>
                <a:lnTo>
                  <a:pt x="60598" y="0"/>
                </a:lnTo>
                <a:lnTo>
                  <a:pt x="60598" y="0"/>
                </a:lnTo>
                <a:cubicBezTo>
                  <a:pt x="61993" y="0"/>
                  <a:pt x="63388" y="1465"/>
                  <a:pt x="64784" y="1465"/>
                </a:cubicBezTo>
                <a:lnTo>
                  <a:pt x="64784" y="1465"/>
                </a:lnTo>
                <a:cubicBezTo>
                  <a:pt x="85913" y="25130"/>
                  <a:pt x="85913" y="25130"/>
                  <a:pt x="85913" y="25130"/>
                </a:cubicBezTo>
                <a:cubicBezTo>
                  <a:pt x="85913" y="19267"/>
                  <a:pt x="85913" y="19267"/>
                  <a:pt x="85913" y="19267"/>
                </a:cubicBezTo>
                <a:cubicBezTo>
                  <a:pt x="85913" y="16335"/>
                  <a:pt x="88903" y="13193"/>
                  <a:pt x="91694" y="13193"/>
                </a:cubicBezTo>
                <a:cubicBezTo>
                  <a:pt x="95880" y="13193"/>
                  <a:pt x="97275" y="16335"/>
                  <a:pt x="97275" y="19267"/>
                </a:cubicBezTo>
                <a:cubicBezTo>
                  <a:pt x="97275" y="36858"/>
                  <a:pt x="97275" y="36858"/>
                  <a:pt x="97275" y="36858"/>
                </a:cubicBezTo>
                <a:cubicBezTo>
                  <a:pt x="118405" y="59057"/>
                  <a:pt x="118405" y="59057"/>
                  <a:pt x="118405" y="59057"/>
                </a:cubicBezTo>
                <a:lnTo>
                  <a:pt x="118405" y="59057"/>
                </a:lnTo>
                <a:cubicBezTo>
                  <a:pt x="119800" y="60523"/>
                  <a:pt x="119800" y="62198"/>
                  <a:pt x="119800" y="63664"/>
                </a:cubicBezTo>
                <a:close/>
                <a:moveTo>
                  <a:pt x="108438" y="72460"/>
                </a:moveTo>
                <a:lnTo>
                  <a:pt x="108438" y="72460"/>
                </a:lnTo>
                <a:cubicBezTo>
                  <a:pt x="108438" y="90261"/>
                  <a:pt x="108438" y="90261"/>
                  <a:pt x="108438" y="90261"/>
                </a:cubicBezTo>
                <a:cubicBezTo>
                  <a:pt x="108438" y="99057"/>
                  <a:pt x="108438" y="99057"/>
                  <a:pt x="108438" y="99057"/>
                </a:cubicBezTo>
                <a:cubicBezTo>
                  <a:pt x="108438" y="113926"/>
                  <a:pt x="108438" y="113926"/>
                  <a:pt x="108438" y="113926"/>
                </a:cubicBezTo>
                <a:cubicBezTo>
                  <a:pt x="108438" y="118324"/>
                  <a:pt x="107043" y="119790"/>
                  <a:pt x="102857" y="119790"/>
                </a:cubicBezTo>
                <a:cubicBezTo>
                  <a:pt x="91694" y="119790"/>
                  <a:pt x="91694" y="119790"/>
                  <a:pt x="91694" y="119790"/>
                </a:cubicBezTo>
                <a:cubicBezTo>
                  <a:pt x="91694" y="72460"/>
                  <a:pt x="91694" y="72460"/>
                  <a:pt x="91694" y="72460"/>
                </a:cubicBezTo>
                <a:cubicBezTo>
                  <a:pt x="69169" y="72460"/>
                  <a:pt x="69169" y="72460"/>
                  <a:pt x="69169" y="72460"/>
                </a:cubicBezTo>
                <a:cubicBezTo>
                  <a:pt x="69169" y="119790"/>
                  <a:pt x="69169" y="119790"/>
                  <a:pt x="69169" y="119790"/>
                </a:cubicBezTo>
                <a:cubicBezTo>
                  <a:pt x="16943" y="119790"/>
                  <a:pt x="16943" y="119790"/>
                  <a:pt x="16943" y="119790"/>
                </a:cubicBezTo>
                <a:cubicBezTo>
                  <a:pt x="14152" y="119790"/>
                  <a:pt x="11362" y="118324"/>
                  <a:pt x="11362" y="113926"/>
                </a:cubicBezTo>
                <a:cubicBezTo>
                  <a:pt x="11362" y="99057"/>
                  <a:pt x="11362" y="99057"/>
                  <a:pt x="11362" y="99057"/>
                </a:cubicBezTo>
                <a:cubicBezTo>
                  <a:pt x="11362" y="90261"/>
                  <a:pt x="11362" y="90261"/>
                  <a:pt x="11362" y="90261"/>
                </a:cubicBezTo>
                <a:cubicBezTo>
                  <a:pt x="11362" y="72460"/>
                  <a:pt x="11362" y="72460"/>
                  <a:pt x="11362" y="72460"/>
                </a:cubicBezTo>
                <a:cubicBezTo>
                  <a:pt x="60598" y="22198"/>
                  <a:pt x="60598" y="22198"/>
                  <a:pt x="60598" y="22198"/>
                </a:cubicBezTo>
                <a:lnTo>
                  <a:pt x="108438" y="72460"/>
                </a:lnTo>
                <a:close/>
                <a:moveTo>
                  <a:pt x="50830" y="72460"/>
                </a:moveTo>
                <a:lnTo>
                  <a:pt x="50830" y="72460"/>
                </a:lnTo>
                <a:cubicBezTo>
                  <a:pt x="28305" y="72460"/>
                  <a:pt x="28305" y="72460"/>
                  <a:pt x="28305" y="72460"/>
                </a:cubicBezTo>
                <a:cubicBezTo>
                  <a:pt x="28305" y="96125"/>
                  <a:pt x="28305" y="96125"/>
                  <a:pt x="28305" y="96125"/>
                </a:cubicBezTo>
                <a:cubicBezTo>
                  <a:pt x="50830" y="96125"/>
                  <a:pt x="50830" y="96125"/>
                  <a:pt x="50830" y="96125"/>
                </a:cubicBezTo>
                <a:lnTo>
                  <a:pt x="50830" y="72460"/>
                </a:lnTo>
                <a:close/>
              </a:path>
            </a:pathLst>
          </a:custGeom>
          <a:solidFill>
            <a:schemeClr val="bg1"/>
          </a:solidFill>
          <a:ln>
            <a:noFill/>
          </a:ln>
          <a:effectLst/>
        </p:spPr>
        <p:txBody>
          <a:bodyPr wrap="square" lIns="91440" tIns="45720" rIns="91440" bIns="45720" anchor="ctr">
            <a:normAutofit fontScale="25000" lnSpcReduction="20000"/>
          </a:bodyPr>
          <a:lstStyle/>
          <a:p>
            <a:pPr algn="ctr"/>
            <a:endParaRPr/>
          </a:p>
        </p:txBody>
      </p:sp>
      <p:cxnSp>
        <p:nvCxnSpPr>
          <p:cNvPr id="22" name="直接连接符 21"/>
          <p:cNvCxnSpPr/>
          <p:nvPr/>
        </p:nvCxnSpPr>
        <p:spPr>
          <a:xfrm>
            <a:off x="6924583" y="3310373"/>
            <a:ext cx="0" cy="3205837"/>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a:off x="6889072" y="3310373"/>
            <a:ext cx="4554445" cy="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cs typeface="+mn-ea"/>
                <a:sym typeface="+mn-lt"/>
              </a:rPr>
              <a:t>虚拟化的实现方法（</a:t>
            </a:r>
            <a:r>
              <a:rPr lang="en-US" altLang="zh-CN" sz="2800" b="1" dirty="0">
                <a:solidFill>
                  <a:schemeClr val="bg1"/>
                </a:solidFill>
                <a:cs typeface="+mn-ea"/>
                <a:sym typeface="+mn-lt"/>
              </a:rPr>
              <a:t>2</a:t>
            </a:r>
            <a:r>
              <a:rPr lang="zh-CN" altLang="en-US" sz="2800" b="1" dirty="0">
                <a:solidFill>
                  <a:schemeClr val="bg1"/>
                </a:solidFill>
                <a:cs typeface="+mn-ea"/>
                <a:sym typeface="+mn-lt"/>
              </a:rPr>
              <a:t>）</a:t>
            </a:r>
          </a:p>
        </p:txBody>
      </p:sp>
      <p:pic>
        <p:nvPicPr>
          <p:cNvPr id="4" name="图片 3"/>
          <p:cNvPicPr>
            <a:picLocks noChangeAspect="1"/>
          </p:cNvPicPr>
          <p:nvPr/>
        </p:nvPicPr>
        <p:blipFill>
          <a:blip r:embed="rId2"/>
          <a:stretch>
            <a:fillRect/>
          </a:stretch>
        </p:blipFill>
        <p:spPr>
          <a:xfrm>
            <a:off x="6095999" y="1753766"/>
            <a:ext cx="5641998" cy="4354070"/>
          </a:xfrm>
          <a:prstGeom prst="rect">
            <a:avLst/>
          </a:prstGeom>
          <a:ln>
            <a:noFill/>
          </a:ln>
          <a:effectLst>
            <a:outerShdw blurRad="292100" dist="139700" dir="2700000" algn="tl" rotWithShape="0">
              <a:srgbClr val="333333">
                <a:alpha val="65000"/>
              </a:srgbClr>
            </a:outerShdw>
          </a:effectLst>
        </p:spPr>
      </p:pic>
      <p:sp>
        <p:nvSpPr>
          <p:cNvPr id="6" name="内容占位符 2"/>
          <p:cNvSpPr txBox="1"/>
          <p:nvPr/>
        </p:nvSpPr>
        <p:spPr>
          <a:xfrm>
            <a:off x="489049" y="1068953"/>
            <a:ext cx="11213899" cy="62132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lnSpc>
                <a:spcPct val="132000"/>
              </a:lnSpc>
              <a:buNone/>
            </a:pPr>
            <a:r>
              <a:rPr lang="zh-CN" altLang="en-US" sz="2400" dirty="0">
                <a:latin typeface="+mn-ea"/>
              </a:rPr>
              <a:t>半虚拟化，又称为“协同虚拟化”</a:t>
            </a:r>
          </a:p>
        </p:txBody>
      </p:sp>
      <p:grpSp>
        <p:nvGrpSpPr>
          <p:cNvPr id="2" name="组合 1"/>
          <p:cNvGrpSpPr/>
          <p:nvPr/>
        </p:nvGrpSpPr>
        <p:grpSpPr>
          <a:xfrm>
            <a:off x="571498" y="1921411"/>
            <a:ext cx="5226599" cy="4021556"/>
            <a:chOff x="358434" y="2173111"/>
            <a:chExt cx="5226599" cy="4021556"/>
          </a:xfrm>
        </p:grpSpPr>
        <p:sp>
          <p:nvSpPr>
            <p:cNvPr id="7" name="ïṩḻíḑe"/>
            <p:cNvSpPr/>
            <p:nvPr/>
          </p:nvSpPr>
          <p:spPr>
            <a:xfrm rot="2700000">
              <a:off x="916995" y="2173111"/>
              <a:ext cx="1605516" cy="1605516"/>
            </a:xfrm>
            <a:custGeom>
              <a:avLst/>
              <a:gdLst>
                <a:gd name="connsiteX0" fmla="*/ 135628 w 1605516"/>
                <a:gd name="connsiteY0" fmla="*/ 135628 h 1605516"/>
                <a:gd name="connsiteX1" fmla="*/ 463063 w 1605516"/>
                <a:gd name="connsiteY1" fmla="*/ 0 h 1605516"/>
                <a:gd name="connsiteX2" fmla="*/ 1142453 w 1605516"/>
                <a:gd name="connsiteY2" fmla="*/ 0 h 1605516"/>
                <a:gd name="connsiteX3" fmla="*/ 1605516 w 1605516"/>
                <a:gd name="connsiteY3" fmla="*/ 463063 h 1605516"/>
                <a:gd name="connsiteX4" fmla="*/ 1605516 w 1605516"/>
                <a:gd name="connsiteY4" fmla="*/ 1142453 h 1605516"/>
                <a:gd name="connsiteX5" fmla="*/ 1142453 w 1605516"/>
                <a:gd name="connsiteY5" fmla="*/ 1605516 h 1605516"/>
                <a:gd name="connsiteX6" fmla="*/ 463063 w 1605516"/>
                <a:gd name="connsiteY6" fmla="*/ 1605516 h 1605516"/>
                <a:gd name="connsiteX7" fmla="*/ 282818 w 1605516"/>
                <a:gd name="connsiteY7" fmla="*/ 1569126 h 1605516"/>
                <a:gd name="connsiteX8" fmla="*/ 247355 w 1605516"/>
                <a:gd name="connsiteY8" fmla="*/ 1549878 h 1605516"/>
                <a:gd name="connsiteX9" fmla="*/ 706898 w 1605516"/>
                <a:gd name="connsiteY9" fmla="*/ 1090334 h 1605516"/>
                <a:gd name="connsiteX10" fmla="*/ 802757 w 1605516"/>
                <a:gd name="connsiteY10" fmla="*/ 1186193 h 1605516"/>
                <a:gd name="connsiteX11" fmla="*/ 802757 w 1605516"/>
                <a:gd name="connsiteY11" fmla="*/ 802757 h 1605516"/>
                <a:gd name="connsiteX12" fmla="*/ 419322 w 1605516"/>
                <a:gd name="connsiteY12" fmla="*/ 802757 h 1605516"/>
                <a:gd name="connsiteX13" fmla="*/ 515181 w 1605516"/>
                <a:gd name="connsiteY13" fmla="*/ 898616 h 1605516"/>
                <a:gd name="connsiteX14" fmla="*/ 55637 w 1605516"/>
                <a:gd name="connsiteY14" fmla="*/ 1358159 h 1605516"/>
                <a:gd name="connsiteX15" fmla="*/ 36390 w 1605516"/>
                <a:gd name="connsiteY15" fmla="*/ 1322698 h 1605516"/>
                <a:gd name="connsiteX16" fmla="*/ 0 w 1605516"/>
                <a:gd name="connsiteY16" fmla="*/ 1142453 h 1605516"/>
                <a:gd name="connsiteX17" fmla="*/ 0 w 1605516"/>
                <a:gd name="connsiteY17" fmla="*/ 463063 h 1605516"/>
                <a:gd name="connsiteX18" fmla="*/ 135628 w 1605516"/>
                <a:gd name="connsiteY18" fmla="*/ 135628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628" y="135628"/>
                  </a:moveTo>
                  <a:cubicBezTo>
                    <a:pt x="219426" y="51830"/>
                    <a:pt x="335192" y="0"/>
                    <a:pt x="463063" y="0"/>
                  </a:cubicBezTo>
                  <a:lnTo>
                    <a:pt x="1142453" y="0"/>
                  </a:lnTo>
                  <a:cubicBezTo>
                    <a:pt x="1398196" y="0"/>
                    <a:pt x="1605516" y="207320"/>
                    <a:pt x="1605516" y="463063"/>
                  </a:cubicBezTo>
                  <a:lnTo>
                    <a:pt x="1605516" y="1142453"/>
                  </a:lnTo>
                  <a:cubicBezTo>
                    <a:pt x="1605516" y="1398196"/>
                    <a:pt x="1398196" y="1605516"/>
                    <a:pt x="1142453" y="1605516"/>
                  </a:cubicBezTo>
                  <a:lnTo>
                    <a:pt x="463063" y="1605516"/>
                  </a:lnTo>
                  <a:cubicBezTo>
                    <a:pt x="399127" y="1605516"/>
                    <a:pt x="338218" y="1592559"/>
                    <a:pt x="282818" y="1569126"/>
                  </a:cubicBezTo>
                  <a:lnTo>
                    <a:pt x="247355" y="1549878"/>
                  </a:lnTo>
                  <a:lnTo>
                    <a:pt x="706898" y="1090334"/>
                  </a:lnTo>
                  <a:lnTo>
                    <a:pt x="802757" y="1186193"/>
                  </a:lnTo>
                  <a:lnTo>
                    <a:pt x="802757" y="802757"/>
                  </a:lnTo>
                  <a:lnTo>
                    <a:pt x="419322" y="802757"/>
                  </a:lnTo>
                  <a:lnTo>
                    <a:pt x="515181" y="898616"/>
                  </a:lnTo>
                  <a:lnTo>
                    <a:pt x="55637" y="1358159"/>
                  </a:lnTo>
                  <a:lnTo>
                    <a:pt x="36390" y="1322698"/>
                  </a:lnTo>
                  <a:cubicBezTo>
                    <a:pt x="12957" y="1267298"/>
                    <a:pt x="0" y="1206389"/>
                    <a:pt x="0" y="1142453"/>
                  </a:cubicBezTo>
                  <a:lnTo>
                    <a:pt x="0" y="463063"/>
                  </a:lnTo>
                  <a:cubicBezTo>
                    <a:pt x="0" y="335192"/>
                    <a:pt x="51830" y="219426"/>
                    <a:pt x="135628" y="135628"/>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dirty="0"/>
            </a:p>
          </p:txBody>
        </p:sp>
        <p:sp>
          <p:nvSpPr>
            <p:cNvPr id="8" name="is1íḑe"/>
            <p:cNvSpPr/>
            <p:nvPr/>
          </p:nvSpPr>
          <p:spPr>
            <a:xfrm rot="2700000">
              <a:off x="3680278" y="2173111"/>
              <a:ext cx="1605516" cy="1605516"/>
            </a:xfrm>
            <a:custGeom>
              <a:avLst/>
              <a:gdLst>
                <a:gd name="connsiteX0" fmla="*/ 135459 w 1605516"/>
                <a:gd name="connsiteY0" fmla="*/ 135459 h 1605516"/>
                <a:gd name="connsiteX1" fmla="*/ 462485 w 1605516"/>
                <a:gd name="connsiteY1" fmla="*/ 0 h 1605516"/>
                <a:gd name="connsiteX2" fmla="*/ 1143031 w 1605516"/>
                <a:gd name="connsiteY2" fmla="*/ 0 h 1605516"/>
                <a:gd name="connsiteX3" fmla="*/ 1605516 w 1605516"/>
                <a:gd name="connsiteY3" fmla="*/ 462485 h 1605516"/>
                <a:gd name="connsiteX4" fmla="*/ 1605516 w 1605516"/>
                <a:gd name="connsiteY4" fmla="*/ 1143031 h 1605516"/>
                <a:gd name="connsiteX5" fmla="*/ 1143031 w 1605516"/>
                <a:gd name="connsiteY5" fmla="*/ 1605516 h 1605516"/>
                <a:gd name="connsiteX6" fmla="*/ 462485 w 1605516"/>
                <a:gd name="connsiteY6" fmla="*/ 1605516 h 1605516"/>
                <a:gd name="connsiteX7" fmla="*/ 282465 w 1605516"/>
                <a:gd name="connsiteY7" fmla="*/ 1569172 h 1605516"/>
                <a:gd name="connsiteX8" fmla="*/ 247202 w 1605516"/>
                <a:gd name="connsiteY8" fmla="*/ 1550031 h 1605516"/>
                <a:gd name="connsiteX9" fmla="*/ 706898 w 1605516"/>
                <a:gd name="connsiteY9" fmla="*/ 1090334 h 1605516"/>
                <a:gd name="connsiteX10" fmla="*/ 802757 w 1605516"/>
                <a:gd name="connsiteY10" fmla="*/ 1186193 h 1605516"/>
                <a:gd name="connsiteX11" fmla="*/ 802757 w 1605516"/>
                <a:gd name="connsiteY11" fmla="*/ 802757 h 1605516"/>
                <a:gd name="connsiteX12" fmla="*/ 419322 w 1605516"/>
                <a:gd name="connsiteY12" fmla="*/ 802757 h 1605516"/>
                <a:gd name="connsiteX13" fmla="*/ 515181 w 1605516"/>
                <a:gd name="connsiteY13" fmla="*/ 898616 h 1605516"/>
                <a:gd name="connsiteX14" fmla="*/ 55484 w 1605516"/>
                <a:gd name="connsiteY14" fmla="*/ 1358313 h 1605516"/>
                <a:gd name="connsiteX15" fmla="*/ 36345 w 1605516"/>
                <a:gd name="connsiteY15" fmla="*/ 1323051 h 1605516"/>
                <a:gd name="connsiteX16" fmla="*/ 0 w 1605516"/>
                <a:gd name="connsiteY16" fmla="*/ 1143031 h 1605516"/>
                <a:gd name="connsiteX17" fmla="*/ 0 w 1605516"/>
                <a:gd name="connsiteY17" fmla="*/ 462485 h 1605516"/>
                <a:gd name="connsiteX18" fmla="*/ 135459 w 1605516"/>
                <a:gd name="connsiteY18" fmla="*/ 135459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459" y="135459"/>
                  </a:moveTo>
                  <a:cubicBezTo>
                    <a:pt x="219152" y="51765"/>
                    <a:pt x="334773" y="0"/>
                    <a:pt x="462485" y="0"/>
                  </a:cubicBezTo>
                  <a:lnTo>
                    <a:pt x="1143031" y="0"/>
                  </a:lnTo>
                  <a:cubicBezTo>
                    <a:pt x="1398454" y="0"/>
                    <a:pt x="1605516" y="207062"/>
                    <a:pt x="1605516" y="462485"/>
                  </a:cubicBezTo>
                  <a:lnTo>
                    <a:pt x="1605516" y="1143031"/>
                  </a:lnTo>
                  <a:cubicBezTo>
                    <a:pt x="1605516" y="1398454"/>
                    <a:pt x="1398454" y="1605516"/>
                    <a:pt x="1143031" y="1605516"/>
                  </a:cubicBezTo>
                  <a:lnTo>
                    <a:pt x="462485" y="1605516"/>
                  </a:lnTo>
                  <a:cubicBezTo>
                    <a:pt x="398629" y="1605516"/>
                    <a:pt x="337796" y="1592575"/>
                    <a:pt x="282465" y="1569172"/>
                  </a:cubicBezTo>
                  <a:lnTo>
                    <a:pt x="247202" y="1550031"/>
                  </a:lnTo>
                  <a:lnTo>
                    <a:pt x="706898" y="1090334"/>
                  </a:lnTo>
                  <a:lnTo>
                    <a:pt x="802757" y="1186193"/>
                  </a:lnTo>
                  <a:lnTo>
                    <a:pt x="802757" y="802757"/>
                  </a:lnTo>
                  <a:lnTo>
                    <a:pt x="419322" y="802757"/>
                  </a:lnTo>
                  <a:lnTo>
                    <a:pt x="515181" y="898616"/>
                  </a:lnTo>
                  <a:lnTo>
                    <a:pt x="55484" y="1358313"/>
                  </a:lnTo>
                  <a:lnTo>
                    <a:pt x="36345" y="1323051"/>
                  </a:lnTo>
                  <a:cubicBezTo>
                    <a:pt x="12941" y="1267720"/>
                    <a:pt x="0" y="1206887"/>
                    <a:pt x="0" y="1143031"/>
                  </a:cubicBezTo>
                  <a:lnTo>
                    <a:pt x="0" y="462485"/>
                  </a:lnTo>
                  <a:cubicBezTo>
                    <a:pt x="0" y="334773"/>
                    <a:pt x="51765" y="219152"/>
                    <a:pt x="135459" y="135459"/>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9" name="isľîdê"/>
            <p:cNvSpPr txBox="1"/>
            <p:nvPr/>
          </p:nvSpPr>
          <p:spPr>
            <a:xfrm>
              <a:off x="358434" y="4111138"/>
              <a:ext cx="2741815" cy="1461716"/>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zh-CN" altLang="en-US" sz="2000" dirty="0"/>
                <a:t>客户机</a:t>
              </a:r>
              <a:r>
                <a:rPr lang="en-US" altLang="zh-CN" sz="2000" dirty="0"/>
                <a:t>OS</a:t>
              </a:r>
              <a:r>
                <a:rPr lang="zh-CN" altLang="en-US" sz="2000" dirty="0"/>
                <a:t>能够意识到自己处于虚拟化环境，其所在的虚拟化环境中的部分硬件抽象与真实硬件是不同的，不满足同质性要求</a:t>
              </a:r>
            </a:p>
          </p:txBody>
        </p:sp>
        <p:sp>
          <p:nvSpPr>
            <p:cNvPr id="10" name="îṣḻidé"/>
            <p:cNvSpPr txBox="1"/>
            <p:nvPr/>
          </p:nvSpPr>
          <p:spPr>
            <a:xfrm>
              <a:off x="1729342" y="2588898"/>
              <a:ext cx="708108" cy="678249"/>
            </a:xfrm>
            <a:prstGeom prst="rect">
              <a:avLst/>
            </a:prstGeom>
            <a:noFill/>
          </p:spPr>
          <p:txBody>
            <a:bodyPr wrap="square" lIns="91440" tIns="45720" rIns="91440" bIns="45720" rtlCol="0" anchor="ctr">
              <a:normAutofit/>
            </a:bodyPr>
            <a:lstStyle/>
            <a:p>
              <a:pPr algn="ctr"/>
              <a:r>
                <a:rPr lang="en-US" altLang="zh-CN" sz="3200" b="1" i="1" dirty="0">
                  <a:solidFill>
                    <a:schemeClr val="bg1"/>
                  </a:solidFill>
                </a:rPr>
                <a:t>00</a:t>
              </a:r>
              <a:endParaRPr lang="zh-CN" altLang="en-US" sz="3200" b="1" i="1" dirty="0">
                <a:solidFill>
                  <a:schemeClr val="bg1"/>
                </a:solidFill>
              </a:endParaRPr>
            </a:p>
          </p:txBody>
        </p:sp>
        <p:sp>
          <p:nvSpPr>
            <p:cNvPr id="11" name="ïŝ1ïḋè"/>
            <p:cNvSpPr txBox="1"/>
            <p:nvPr/>
          </p:nvSpPr>
          <p:spPr>
            <a:xfrm>
              <a:off x="4510275" y="2588898"/>
              <a:ext cx="708108" cy="678249"/>
            </a:xfrm>
            <a:prstGeom prst="rect">
              <a:avLst/>
            </a:prstGeom>
            <a:noFill/>
          </p:spPr>
          <p:txBody>
            <a:bodyPr wrap="square" lIns="91440" tIns="45720" rIns="91440" bIns="45720" rtlCol="0" anchor="ctr">
              <a:normAutofit/>
            </a:bodyPr>
            <a:lstStyle/>
            <a:p>
              <a:pPr algn="ctr"/>
              <a:r>
                <a:rPr lang="en-US" altLang="zh-CN" sz="3200" b="1" i="1" dirty="0">
                  <a:solidFill>
                    <a:schemeClr val="bg1"/>
                  </a:solidFill>
                </a:rPr>
                <a:t>00</a:t>
              </a:r>
              <a:endParaRPr lang="zh-CN" altLang="en-US" sz="3200" b="1" i="1" dirty="0">
                <a:solidFill>
                  <a:schemeClr val="bg1"/>
                </a:solidFill>
              </a:endParaRPr>
            </a:p>
          </p:txBody>
        </p:sp>
        <p:sp>
          <p:nvSpPr>
            <p:cNvPr id="12" name="isľîdê"/>
            <p:cNvSpPr txBox="1"/>
            <p:nvPr/>
          </p:nvSpPr>
          <p:spPr>
            <a:xfrm>
              <a:off x="3308914" y="4111138"/>
              <a:ext cx="2276119" cy="2083529"/>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zh-CN" altLang="en-US" sz="2000" u="sng" dirty="0">
                  <a:solidFill>
                    <a:srgbClr val="FF0000"/>
                  </a:solidFill>
                </a:rPr>
                <a:t>对客户机</a:t>
              </a:r>
              <a:r>
                <a:rPr lang="en-US" altLang="zh-CN" sz="2000" u="sng" dirty="0">
                  <a:solidFill>
                    <a:srgbClr val="FF0000"/>
                  </a:solidFill>
                </a:rPr>
                <a:t>OS</a:t>
              </a:r>
              <a:r>
                <a:rPr lang="zh-CN" altLang="en-US" sz="2000" u="sng" dirty="0">
                  <a:solidFill>
                    <a:srgbClr val="FF0000"/>
                  </a:solidFill>
                </a:rPr>
                <a:t>需要进行一些修改以适配环境</a:t>
              </a:r>
              <a:r>
                <a:rPr lang="zh-CN" altLang="en-US" sz="2000" dirty="0"/>
                <a:t>，与全虚拟化的最大区别</a:t>
              </a: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cs typeface="+mn-ea"/>
                <a:sym typeface="+mn-lt"/>
              </a:rPr>
              <a:t>虚拟化的实现方法（</a:t>
            </a:r>
            <a:r>
              <a:rPr lang="en-US" altLang="zh-CN" sz="2800" b="1" dirty="0">
                <a:solidFill>
                  <a:schemeClr val="bg1"/>
                </a:solidFill>
                <a:cs typeface="+mn-ea"/>
                <a:sym typeface="+mn-lt"/>
              </a:rPr>
              <a:t>2</a:t>
            </a:r>
            <a:r>
              <a:rPr lang="zh-CN" altLang="en-US" sz="2800" b="1" dirty="0">
                <a:solidFill>
                  <a:schemeClr val="bg1"/>
                </a:solidFill>
                <a:cs typeface="+mn-ea"/>
                <a:sym typeface="+mn-lt"/>
              </a:rPr>
              <a:t>）</a:t>
            </a:r>
          </a:p>
        </p:txBody>
      </p:sp>
      <p:sp>
        <p:nvSpPr>
          <p:cNvPr id="6" name="ïşľîďè"/>
          <p:cNvSpPr/>
          <p:nvPr/>
        </p:nvSpPr>
        <p:spPr>
          <a:xfrm>
            <a:off x="-788524" y="1134122"/>
            <a:ext cx="4669654" cy="5003800"/>
          </a:xfrm>
          <a:prstGeom prst="rect">
            <a:avLst/>
          </a:prstGeom>
          <a:blipFill>
            <a:blip r:embed="rId2"/>
            <a:stretch>
              <a:fillRect l="-30450" r="-30284"/>
            </a:stretch>
          </a:blip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endParaRPr lang="zh-CN" altLang="en-US" sz="2000" b="1" dirty="0">
              <a:solidFill>
                <a:schemeClr val="bg1"/>
              </a:solidFill>
            </a:endParaRPr>
          </a:p>
        </p:txBody>
      </p:sp>
      <p:sp>
        <p:nvSpPr>
          <p:cNvPr id="7" name="îŝļiḋe"/>
          <p:cNvSpPr/>
          <p:nvPr/>
        </p:nvSpPr>
        <p:spPr>
          <a:xfrm>
            <a:off x="3224183" y="1134122"/>
            <a:ext cx="656948" cy="5003800"/>
          </a:xfrm>
          <a:prstGeom prst="rect">
            <a:avLst/>
          </a:prstGeom>
          <a:solidFill>
            <a:schemeClr val="accent1">
              <a:alpha val="70000"/>
            </a:schemeClr>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endParaRPr lang="zh-CN" altLang="en-US" sz="2000" b="1" dirty="0">
              <a:solidFill>
                <a:schemeClr val="bg1"/>
              </a:solidFill>
            </a:endParaRPr>
          </a:p>
        </p:txBody>
      </p:sp>
      <p:grpSp>
        <p:nvGrpSpPr>
          <p:cNvPr id="8" name="í$1iďè"/>
          <p:cNvGrpSpPr/>
          <p:nvPr/>
        </p:nvGrpSpPr>
        <p:grpSpPr>
          <a:xfrm>
            <a:off x="3348471" y="1174124"/>
            <a:ext cx="8378932" cy="2669907"/>
            <a:chOff x="4136995" y="1170302"/>
            <a:chExt cx="8378932" cy="2669907"/>
          </a:xfrm>
        </p:grpSpPr>
        <p:sp>
          <p:nvSpPr>
            <p:cNvPr id="9" name="îslîďê"/>
            <p:cNvSpPr/>
            <p:nvPr/>
          </p:nvSpPr>
          <p:spPr>
            <a:xfrm>
              <a:off x="4136995" y="1712614"/>
              <a:ext cx="408372" cy="363926"/>
            </a:xfrm>
            <a:custGeom>
              <a:avLst/>
              <a:gdLst>
                <a:gd name="connsiteX0" fmla="*/ 514822 w 607336"/>
                <a:gd name="connsiteY0" fmla="*/ 287718 h 541236"/>
                <a:gd name="connsiteX1" fmla="*/ 501327 w 607336"/>
                <a:gd name="connsiteY1" fmla="*/ 301190 h 541236"/>
                <a:gd name="connsiteX2" fmla="*/ 501327 w 607336"/>
                <a:gd name="connsiteY2" fmla="*/ 357185 h 541236"/>
                <a:gd name="connsiteX3" fmla="*/ 514822 w 607336"/>
                <a:gd name="connsiteY3" fmla="*/ 370656 h 541236"/>
                <a:gd name="connsiteX4" fmla="*/ 528317 w 607336"/>
                <a:gd name="connsiteY4" fmla="*/ 357185 h 541236"/>
                <a:gd name="connsiteX5" fmla="*/ 528317 w 607336"/>
                <a:gd name="connsiteY5" fmla="*/ 301190 h 541236"/>
                <a:gd name="connsiteX6" fmla="*/ 514822 w 607336"/>
                <a:gd name="connsiteY6" fmla="*/ 287718 h 541236"/>
                <a:gd name="connsiteX7" fmla="*/ 513884 w 607336"/>
                <a:gd name="connsiteY7" fmla="*/ 257846 h 541236"/>
                <a:gd name="connsiteX8" fmla="*/ 524093 w 607336"/>
                <a:gd name="connsiteY8" fmla="*/ 258315 h 541236"/>
                <a:gd name="connsiteX9" fmla="*/ 591098 w 607336"/>
                <a:gd name="connsiteY9" fmla="*/ 286664 h 541236"/>
                <a:gd name="connsiteX10" fmla="*/ 596496 w 607336"/>
                <a:gd name="connsiteY10" fmla="*/ 294630 h 541236"/>
                <a:gd name="connsiteX11" fmla="*/ 605297 w 607336"/>
                <a:gd name="connsiteY11" fmla="*/ 403457 h 541236"/>
                <a:gd name="connsiteX12" fmla="*/ 581123 w 607336"/>
                <a:gd name="connsiteY12" fmla="*/ 508770 h 541236"/>
                <a:gd name="connsiteX13" fmla="*/ 575725 w 607336"/>
                <a:gd name="connsiteY13" fmla="*/ 516736 h 541236"/>
                <a:gd name="connsiteX14" fmla="*/ 514822 w 607336"/>
                <a:gd name="connsiteY14" fmla="*/ 536650 h 541236"/>
                <a:gd name="connsiteX15" fmla="*/ 453919 w 607336"/>
                <a:gd name="connsiteY15" fmla="*/ 516736 h 541236"/>
                <a:gd name="connsiteX16" fmla="*/ 448521 w 607336"/>
                <a:gd name="connsiteY16" fmla="*/ 508770 h 541236"/>
                <a:gd name="connsiteX17" fmla="*/ 424348 w 607336"/>
                <a:gd name="connsiteY17" fmla="*/ 403457 h 541236"/>
                <a:gd name="connsiteX18" fmla="*/ 433149 w 607336"/>
                <a:gd name="connsiteY18" fmla="*/ 294630 h 541236"/>
                <a:gd name="connsiteX19" fmla="*/ 438547 w 607336"/>
                <a:gd name="connsiteY19" fmla="*/ 286664 h 541236"/>
                <a:gd name="connsiteX20" fmla="*/ 502970 w 607336"/>
                <a:gd name="connsiteY20" fmla="*/ 258315 h 541236"/>
                <a:gd name="connsiteX21" fmla="*/ 513884 w 607336"/>
                <a:gd name="connsiteY21" fmla="*/ 257846 h 541236"/>
                <a:gd name="connsiteX22" fmla="*/ 23466 w 607336"/>
                <a:gd name="connsiteY22" fmla="*/ 0 h 541236"/>
                <a:gd name="connsiteX23" fmla="*/ 555312 w 607336"/>
                <a:gd name="connsiteY23" fmla="*/ 0 h 541236"/>
                <a:gd name="connsiteX24" fmla="*/ 578778 w 607336"/>
                <a:gd name="connsiteY24" fmla="*/ 23430 h 541236"/>
                <a:gd name="connsiteX25" fmla="*/ 578778 w 607336"/>
                <a:gd name="connsiteY25" fmla="*/ 253163 h 541236"/>
                <a:gd name="connsiteX26" fmla="*/ 531847 w 607336"/>
                <a:gd name="connsiteY26" fmla="*/ 239339 h 541236"/>
                <a:gd name="connsiteX27" fmla="*/ 531847 w 607336"/>
                <a:gd name="connsiteY27" fmla="*/ 46861 h 541236"/>
                <a:gd name="connsiteX28" fmla="*/ 46931 w 607336"/>
                <a:gd name="connsiteY28" fmla="*/ 46861 h 541236"/>
                <a:gd name="connsiteX29" fmla="*/ 46931 w 607336"/>
                <a:gd name="connsiteY29" fmla="*/ 346766 h 541236"/>
                <a:gd name="connsiteX30" fmla="*/ 404898 w 607336"/>
                <a:gd name="connsiteY30" fmla="*/ 346766 h 541236"/>
                <a:gd name="connsiteX31" fmla="*/ 405837 w 607336"/>
                <a:gd name="connsiteY31" fmla="*/ 410730 h 541236"/>
                <a:gd name="connsiteX32" fmla="*/ 409005 w 607336"/>
                <a:gd name="connsiteY32" fmla="*/ 432638 h 541236"/>
                <a:gd name="connsiteX33" fmla="*/ 368175 w 607336"/>
                <a:gd name="connsiteY33" fmla="*/ 432638 h 541236"/>
                <a:gd name="connsiteX34" fmla="*/ 388120 w 607336"/>
                <a:gd name="connsiteY34" fmla="*/ 500585 h 541236"/>
                <a:gd name="connsiteX35" fmla="*/ 412407 w 607336"/>
                <a:gd name="connsiteY35" fmla="*/ 500585 h 541236"/>
                <a:gd name="connsiteX36" fmla="*/ 423553 w 607336"/>
                <a:gd name="connsiteY36" fmla="*/ 511714 h 541236"/>
                <a:gd name="connsiteX37" fmla="*/ 423553 w 607336"/>
                <a:gd name="connsiteY37" fmla="*/ 530107 h 541236"/>
                <a:gd name="connsiteX38" fmla="*/ 412407 w 607336"/>
                <a:gd name="connsiteY38" fmla="*/ 541236 h 541236"/>
                <a:gd name="connsiteX39" fmla="*/ 166371 w 607336"/>
                <a:gd name="connsiteY39" fmla="*/ 541236 h 541236"/>
                <a:gd name="connsiteX40" fmla="*/ 155225 w 607336"/>
                <a:gd name="connsiteY40" fmla="*/ 530107 h 541236"/>
                <a:gd name="connsiteX41" fmla="*/ 155225 w 607336"/>
                <a:gd name="connsiteY41" fmla="*/ 511714 h 541236"/>
                <a:gd name="connsiteX42" fmla="*/ 166371 w 607336"/>
                <a:gd name="connsiteY42" fmla="*/ 500585 h 541236"/>
                <a:gd name="connsiteX43" fmla="*/ 190658 w 607336"/>
                <a:gd name="connsiteY43" fmla="*/ 500585 h 541236"/>
                <a:gd name="connsiteX44" fmla="*/ 210721 w 607336"/>
                <a:gd name="connsiteY44" fmla="*/ 432638 h 541236"/>
                <a:gd name="connsiteX45" fmla="*/ 23466 w 607336"/>
                <a:gd name="connsiteY45" fmla="*/ 432638 h 541236"/>
                <a:gd name="connsiteX46" fmla="*/ 0 w 607336"/>
                <a:gd name="connsiteY46" fmla="*/ 409207 h 541236"/>
                <a:gd name="connsiteX47" fmla="*/ 0 w 607336"/>
                <a:gd name="connsiteY47" fmla="*/ 23430 h 541236"/>
                <a:gd name="connsiteX48" fmla="*/ 23466 w 607336"/>
                <a:gd name="connsiteY48" fmla="*/ 0 h 54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607336" h="541236">
                  <a:moveTo>
                    <a:pt x="514822" y="287718"/>
                  </a:moveTo>
                  <a:cubicBezTo>
                    <a:pt x="507429" y="287718"/>
                    <a:pt x="501327" y="293810"/>
                    <a:pt x="501327" y="301190"/>
                  </a:cubicBezTo>
                  <a:lnTo>
                    <a:pt x="501327" y="357185"/>
                  </a:lnTo>
                  <a:cubicBezTo>
                    <a:pt x="501327" y="364682"/>
                    <a:pt x="507429" y="370656"/>
                    <a:pt x="514822" y="370656"/>
                  </a:cubicBezTo>
                  <a:cubicBezTo>
                    <a:pt x="522215" y="370656"/>
                    <a:pt x="528317" y="364682"/>
                    <a:pt x="528317" y="357185"/>
                  </a:cubicBezTo>
                  <a:lnTo>
                    <a:pt x="528317" y="301190"/>
                  </a:lnTo>
                  <a:cubicBezTo>
                    <a:pt x="528317" y="293810"/>
                    <a:pt x="522215" y="287718"/>
                    <a:pt x="514822" y="287718"/>
                  </a:cubicBezTo>
                  <a:close/>
                  <a:moveTo>
                    <a:pt x="513884" y="257846"/>
                  </a:moveTo>
                  <a:cubicBezTo>
                    <a:pt x="521042" y="257846"/>
                    <a:pt x="524093" y="258315"/>
                    <a:pt x="524093" y="258315"/>
                  </a:cubicBezTo>
                  <a:cubicBezTo>
                    <a:pt x="546506" y="260423"/>
                    <a:pt x="569037" y="269795"/>
                    <a:pt x="591098" y="286664"/>
                  </a:cubicBezTo>
                  <a:cubicBezTo>
                    <a:pt x="593679" y="288655"/>
                    <a:pt x="595557" y="291467"/>
                    <a:pt x="596496" y="294630"/>
                  </a:cubicBezTo>
                  <a:cubicBezTo>
                    <a:pt x="606940" y="330710"/>
                    <a:pt x="609756" y="365268"/>
                    <a:pt x="605297" y="403457"/>
                  </a:cubicBezTo>
                  <a:cubicBezTo>
                    <a:pt x="601307" y="437312"/>
                    <a:pt x="592037" y="471166"/>
                    <a:pt x="581123" y="508770"/>
                  </a:cubicBezTo>
                  <a:cubicBezTo>
                    <a:pt x="580185" y="511933"/>
                    <a:pt x="578307" y="514744"/>
                    <a:pt x="575725" y="516736"/>
                  </a:cubicBezTo>
                  <a:cubicBezTo>
                    <a:pt x="559062" y="529622"/>
                    <a:pt x="537470" y="536650"/>
                    <a:pt x="514822" y="536650"/>
                  </a:cubicBezTo>
                  <a:cubicBezTo>
                    <a:pt x="492174" y="536650"/>
                    <a:pt x="470583" y="529622"/>
                    <a:pt x="453919" y="516736"/>
                  </a:cubicBezTo>
                  <a:cubicBezTo>
                    <a:pt x="451338" y="514744"/>
                    <a:pt x="449460" y="511933"/>
                    <a:pt x="448521" y="508770"/>
                  </a:cubicBezTo>
                  <a:cubicBezTo>
                    <a:pt x="437608" y="471166"/>
                    <a:pt x="428338" y="437312"/>
                    <a:pt x="424348" y="403457"/>
                  </a:cubicBezTo>
                  <a:cubicBezTo>
                    <a:pt x="420006" y="365268"/>
                    <a:pt x="422705" y="330710"/>
                    <a:pt x="433149" y="294630"/>
                  </a:cubicBezTo>
                  <a:cubicBezTo>
                    <a:pt x="434088" y="291467"/>
                    <a:pt x="435965" y="288655"/>
                    <a:pt x="438547" y="286664"/>
                  </a:cubicBezTo>
                  <a:cubicBezTo>
                    <a:pt x="459787" y="270381"/>
                    <a:pt x="481378" y="260892"/>
                    <a:pt x="502970" y="258315"/>
                  </a:cubicBezTo>
                  <a:cubicBezTo>
                    <a:pt x="502970" y="258315"/>
                    <a:pt x="506725" y="257846"/>
                    <a:pt x="513884" y="257846"/>
                  </a:cubicBezTo>
                  <a:close/>
                  <a:moveTo>
                    <a:pt x="23466" y="0"/>
                  </a:moveTo>
                  <a:lnTo>
                    <a:pt x="555312" y="0"/>
                  </a:lnTo>
                  <a:cubicBezTo>
                    <a:pt x="568336" y="0"/>
                    <a:pt x="578778" y="10544"/>
                    <a:pt x="578778" y="23430"/>
                  </a:cubicBezTo>
                  <a:lnTo>
                    <a:pt x="578778" y="253163"/>
                  </a:lnTo>
                  <a:cubicBezTo>
                    <a:pt x="563408" y="245548"/>
                    <a:pt x="547686" y="240979"/>
                    <a:pt x="531847" y="239339"/>
                  </a:cubicBezTo>
                  <a:lnTo>
                    <a:pt x="531847" y="46861"/>
                  </a:lnTo>
                  <a:lnTo>
                    <a:pt x="46931" y="46861"/>
                  </a:lnTo>
                  <a:lnTo>
                    <a:pt x="46931" y="346766"/>
                  </a:lnTo>
                  <a:lnTo>
                    <a:pt x="404898" y="346766"/>
                  </a:lnTo>
                  <a:cubicBezTo>
                    <a:pt x="402904" y="367502"/>
                    <a:pt x="403256" y="388589"/>
                    <a:pt x="405837" y="410730"/>
                  </a:cubicBezTo>
                  <a:cubicBezTo>
                    <a:pt x="406658" y="418111"/>
                    <a:pt x="407714" y="425374"/>
                    <a:pt x="409005" y="432638"/>
                  </a:cubicBezTo>
                  <a:lnTo>
                    <a:pt x="368175" y="432638"/>
                  </a:lnTo>
                  <a:lnTo>
                    <a:pt x="388120" y="500585"/>
                  </a:lnTo>
                  <a:lnTo>
                    <a:pt x="412407" y="500585"/>
                  </a:lnTo>
                  <a:cubicBezTo>
                    <a:pt x="418626" y="500585"/>
                    <a:pt x="423553" y="505622"/>
                    <a:pt x="423553" y="511714"/>
                  </a:cubicBezTo>
                  <a:lnTo>
                    <a:pt x="423553" y="530107"/>
                  </a:lnTo>
                  <a:cubicBezTo>
                    <a:pt x="423553" y="536199"/>
                    <a:pt x="418626" y="541236"/>
                    <a:pt x="412407" y="541236"/>
                  </a:cubicBezTo>
                  <a:lnTo>
                    <a:pt x="166371" y="541236"/>
                  </a:lnTo>
                  <a:cubicBezTo>
                    <a:pt x="160270" y="541236"/>
                    <a:pt x="155225" y="536199"/>
                    <a:pt x="155225" y="530107"/>
                  </a:cubicBezTo>
                  <a:lnTo>
                    <a:pt x="155225" y="511714"/>
                  </a:lnTo>
                  <a:cubicBezTo>
                    <a:pt x="155225" y="505622"/>
                    <a:pt x="160270" y="500585"/>
                    <a:pt x="166371" y="500585"/>
                  </a:cubicBezTo>
                  <a:lnTo>
                    <a:pt x="190658" y="500585"/>
                  </a:lnTo>
                  <a:lnTo>
                    <a:pt x="210721" y="432638"/>
                  </a:lnTo>
                  <a:lnTo>
                    <a:pt x="23466" y="432638"/>
                  </a:lnTo>
                  <a:cubicBezTo>
                    <a:pt x="10560" y="432638"/>
                    <a:pt x="0" y="422211"/>
                    <a:pt x="0" y="409207"/>
                  </a:cubicBezTo>
                  <a:lnTo>
                    <a:pt x="0" y="23430"/>
                  </a:lnTo>
                  <a:cubicBezTo>
                    <a:pt x="0" y="10544"/>
                    <a:pt x="10560" y="0"/>
                    <a:pt x="23466"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400" b="1" dirty="0">
                <a:solidFill>
                  <a:schemeClr val="bg1"/>
                </a:solidFill>
              </a:endParaRPr>
            </a:p>
          </p:txBody>
        </p:sp>
        <p:sp>
          <p:nvSpPr>
            <p:cNvPr id="10" name="ïSḻiḍé"/>
            <p:cNvSpPr txBox="1"/>
            <p:nvPr/>
          </p:nvSpPr>
          <p:spPr>
            <a:xfrm>
              <a:off x="4882718" y="1170302"/>
              <a:ext cx="7633209" cy="2669907"/>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400" dirty="0"/>
                <a:t>实现机制</a:t>
              </a:r>
              <a:endParaRPr lang="en-US" altLang="zh-CN" sz="2400" dirty="0"/>
            </a:p>
            <a:p>
              <a:pPr marL="342900" indent="-342900" algn="just">
                <a:lnSpc>
                  <a:spcPct val="130000"/>
                </a:lnSpc>
                <a:buClr>
                  <a:srgbClr val="FF0000"/>
                </a:buClr>
                <a:buFont typeface="Wingdings" panose="05000000000000000000" pitchFamily="2" charset="2"/>
                <a:buChar char="Ø"/>
              </a:pPr>
              <a:r>
                <a:rPr lang="zh-CN" altLang="en-US" sz="2200" dirty="0">
                  <a:latin typeface="+mj-ea"/>
                  <a:ea typeface="+mj-ea"/>
                </a:rPr>
                <a:t>修改供虚拟机使用的硬件抽象，以避开硬件存在的虚拟化漏洞，并在客户机</a:t>
              </a:r>
              <a:r>
                <a:rPr lang="en-US" altLang="zh-CN" sz="2200" dirty="0">
                  <a:latin typeface="+mj-ea"/>
                  <a:ea typeface="+mj-ea"/>
                </a:rPr>
                <a:t>OS</a:t>
              </a:r>
              <a:r>
                <a:rPr lang="zh-CN" altLang="en-US" sz="2200" dirty="0">
                  <a:latin typeface="+mj-ea"/>
                  <a:ea typeface="+mj-ea"/>
                </a:rPr>
                <a:t>中加入虚拟化指令，使客户机</a:t>
              </a:r>
              <a:r>
                <a:rPr lang="en-US" altLang="zh-CN" sz="2200" dirty="0">
                  <a:latin typeface="+mj-ea"/>
                  <a:ea typeface="+mj-ea"/>
                </a:rPr>
                <a:t>OS</a:t>
              </a:r>
              <a:r>
                <a:rPr lang="zh-CN" altLang="en-US" sz="2200" dirty="0">
                  <a:latin typeface="+mj-ea"/>
                  <a:ea typeface="+mj-ea"/>
                </a:rPr>
                <a:t>可以请求</a:t>
              </a:r>
              <a:r>
                <a:rPr lang="en-US" altLang="zh-CN" sz="2200" dirty="0">
                  <a:latin typeface="+mj-ea"/>
                  <a:ea typeface="+mj-ea"/>
                </a:rPr>
                <a:t>VMM</a:t>
              </a:r>
              <a:r>
                <a:rPr lang="zh-CN" altLang="en-US" sz="2200" dirty="0">
                  <a:latin typeface="+mj-ea"/>
                  <a:ea typeface="+mj-ea"/>
                </a:rPr>
                <a:t>帮助访问硬件</a:t>
              </a:r>
            </a:p>
            <a:p>
              <a:pPr marL="342900" indent="-342900" algn="just">
                <a:lnSpc>
                  <a:spcPct val="130000"/>
                </a:lnSpc>
                <a:buClr>
                  <a:srgbClr val="FF0000"/>
                </a:buClr>
                <a:buFont typeface="Wingdings" panose="05000000000000000000" pitchFamily="2" charset="2"/>
                <a:buChar char="Ø"/>
              </a:pPr>
              <a:r>
                <a:rPr lang="zh-CN" altLang="en-US" sz="2200" dirty="0">
                  <a:latin typeface="+mj-ea"/>
                  <a:ea typeface="+mj-ea"/>
                </a:rPr>
                <a:t>客户机</a:t>
              </a:r>
              <a:r>
                <a:rPr lang="en-US" altLang="zh-CN" sz="2200" dirty="0">
                  <a:latin typeface="+mj-ea"/>
                  <a:ea typeface="+mj-ea"/>
                </a:rPr>
                <a:t>OS</a:t>
              </a:r>
              <a:r>
                <a:rPr lang="zh-CN" altLang="en-US" sz="2200" dirty="0">
                  <a:latin typeface="+mj-ea"/>
                  <a:ea typeface="+mj-ea"/>
                </a:rPr>
                <a:t>中不可虚拟化的指令被修改为可直接与虚拟化层交互的超级调用</a:t>
              </a:r>
              <a:r>
                <a:rPr lang="en-US" altLang="zh-CN" sz="2200" dirty="0">
                  <a:latin typeface="+mj-ea"/>
                  <a:ea typeface="+mj-ea"/>
                </a:rPr>
                <a:t>(</a:t>
              </a:r>
              <a:r>
                <a:rPr lang="en-US" altLang="zh-CN" sz="2200" dirty="0" err="1">
                  <a:latin typeface="+mj-ea"/>
                  <a:ea typeface="+mj-ea"/>
                </a:rPr>
                <a:t>hypercalls</a:t>
              </a:r>
              <a:r>
                <a:rPr lang="en-US" altLang="zh-CN" sz="2200" dirty="0">
                  <a:latin typeface="+mj-ea"/>
                  <a:ea typeface="+mj-ea"/>
                </a:rPr>
                <a:t>)</a:t>
              </a:r>
            </a:p>
          </p:txBody>
        </p:sp>
      </p:grpSp>
      <p:grpSp>
        <p:nvGrpSpPr>
          <p:cNvPr id="11" name="išḷîḓé"/>
          <p:cNvGrpSpPr/>
          <p:nvPr/>
        </p:nvGrpSpPr>
        <p:grpSpPr>
          <a:xfrm>
            <a:off x="3348471" y="4015679"/>
            <a:ext cx="8378932" cy="801176"/>
            <a:chOff x="4136995" y="3233565"/>
            <a:chExt cx="8378932" cy="801176"/>
          </a:xfrm>
        </p:grpSpPr>
        <p:sp>
          <p:nvSpPr>
            <p:cNvPr id="12" name="íśľïḋé"/>
            <p:cNvSpPr/>
            <p:nvPr/>
          </p:nvSpPr>
          <p:spPr>
            <a:xfrm>
              <a:off x="4136995" y="3450237"/>
              <a:ext cx="408372" cy="363926"/>
            </a:xfrm>
            <a:custGeom>
              <a:avLst/>
              <a:gdLst>
                <a:gd name="connsiteX0" fmla="*/ 514822 w 607336"/>
                <a:gd name="connsiteY0" fmla="*/ 287718 h 541236"/>
                <a:gd name="connsiteX1" fmla="*/ 501327 w 607336"/>
                <a:gd name="connsiteY1" fmla="*/ 301190 h 541236"/>
                <a:gd name="connsiteX2" fmla="*/ 501327 w 607336"/>
                <a:gd name="connsiteY2" fmla="*/ 357185 h 541236"/>
                <a:gd name="connsiteX3" fmla="*/ 514822 w 607336"/>
                <a:gd name="connsiteY3" fmla="*/ 370656 h 541236"/>
                <a:gd name="connsiteX4" fmla="*/ 528317 w 607336"/>
                <a:gd name="connsiteY4" fmla="*/ 357185 h 541236"/>
                <a:gd name="connsiteX5" fmla="*/ 528317 w 607336"/>
                <a:gd name="connsiteY5" fmla="*/ 301190 h 541236"/>
                <a:gd name="connsiteX6" fmla="*/ 514822 w 607336"/>
                <a:gd name="connsiteY6" fmla="*/ 287718 h 541236"/>
                <a:gd name="connsiteX7" fmla="*/ 513884 w 607336"/>
                <a:gd name="connsiteY7" fmla="*/ 257846 h 541236"/>
                <a:gd name="connsiteX8" fmla="*/ 524093 w 607336"/>
                <a:gd name="connsiteY8" fmla="*/ 258315 h 541236"/>
                <a:gd name="connsiteX9" fmla="*/ 591098 w 607336"/>
                <a:gd name="connsiteY9" fmla="*/ 286664 h 541236"/>
                <a:gd name="connsiteX10" fmla="*/ 596496 w 607336"/>
                <a:gd name="connsiteY10" fmla="*/ 294630 h 541236"/>
                <a:gd name="connsiteX11" fmla="*/ 605297 w 607336"/>
                <a:gd name="connsiteY11" fmla="*/ 403457 h 541236"/>
                <a:gd name="connsiteX12" fmla="*/ 581123 w 607336"/>
                <a:gd name="connsiteY12" fmla="*/ 508770 h 541236"/>
                <a:gd name="connsiteX13" fmla="*/ 575725 w 607336"/>
                <a:gd name="connsiteY13" fmla="*/ 516736 h 541236"/>
                <a:gd name="connsiteX14" fmla="*/ 514822 w 607336"/>
                <a:gd name="connsiteY14" fmla="*/ 536650 h 541236"/>
                <a:gd name="connsiteX15" fmla="*/ 453919 w 607336"/>
                <a:gd name="connsiteY15" fmla="*/ 516736 h 541236"/>
                <a:gd name="connsiteX16" fmla="*/ 448521 w 607336"/>
                <a:gd name="connsiteY16" fmla="*/ 508770 h 541236"/>
                <a:gd name="connsiteX17" fmla="*/ 424348 w 607336"/>
                <a:gd name="connsiteY17" fmla="*/ 403457 h 541236"/>
                <a:gd name="connsiteX18" fmla="*/ 433149 w 607336"/>
                <a:gd name="connsiteY18" fmla="*/ 294630 h 541236"/>
                <a:gd name="connsiteX19" fmla="*/ 438547 w 607336"/>
                <a:gd name="connsiteY19" fmla="*/ 286664 h 541236"/>
                <a:gd name="connsiteX20" fmla="*/ 502970 w 607336"/>
                <a:gd name="connsiteY20" fmla="*/ 258315 h 541236"/>
                <a:gd name="connsiteX21" fmla="*/ 513884 w 607336"/>
                <a:gd name="connsiteY21" fmla="*/ 257846 h 541236"/>
                <a:gd name="connsiteX22" fmla="*/ 23466 w 607336"/>
                <a:gd name="connsiteY22" fmla="*/ 0 h 541236"/>
                <a:gd name="connsiteX23" fmla="*/ 555312 w 607336"/>
                <a:gd name="connsiteY23" fmla="*/ 0 h 541236"/>
                <a:gd name="connsiteX24" fmla="*/ 578778 w 607336"/>
                <a:gd name="connsiteY24" fmla="*/ 23430 h 541236"/>
                <a:gd name="connsiteX25" fmla="*/ 578778 w 607336"/>
                <a:gd name="connsiteY25" fmla="*/ 253163 h 541236"/>
                <a:gd name="connsiteX26" fmla="*/ 531847 w 607336"/>
                <a:gd name="connsiteY26" fmla="*/ 239339 h 541236"/>
                <a:gd name="connsiteX27" fmla="*/ 531847 w 607336"/>
                <a:gd name="connsiteY27" fmla="*/ 46861 h 541236"/>
                <a:gd name="connsiteX28" fmla="*/ 46931 w 607336"/>
                <a:gd name="connsiteY28" fmla="*/ 46861 h 541236"/>
                <a:gd name="connsiteX29" fmla="*/ 46931 w 607336"/>
                <a:gd name="connsiteY29" fmla="*/ 346766 h 541236"/>
                <a:gd name="connsiteX30" fmla="*/ 404898 w 607336"/>
                <a:gd name="connsiteY30" fmla="*/ 346766 h 541236"/>
                <a:gd name="connsiteX31" fmla="*/ 405837 w 607336"/>
                <a:gd name="connsiteY31" fmla="*/ 410730 h 541236"/>
                <a:gd name="connsiteX32" fmla="*/ 409005 w 607336"/>
                <a:gd name="connsiteY32" fmla="*/ 432638 h 541236"/>
                <a:gd name="connsiteX33" fmla="*/ 368175 w 607336"/>
                <a:gd name="connsiteY33" fmla="*/ 432638 h 541236"/>
                <a:gd name="connsiteX34" fmla="*/ 388120 w 607336"/>
                <a:gd name="connsiteY34" fmla="*/ 500585 h 541236"/>
                <a:gd name="connsiteX35" fmla="*/ 412407 w 607336"/>
                <a:gd name="connsiteY35" fmla="*/ 500585 h 541236"/>
                <a:gd name="connsiteX36" fmla="*/ 423553 w 607336"/>
                <a:gd name="connsiteY36" fmla="*/ 511714 h 541236"/>
                <a:gd name="connsiteX37" fmla="*/ 423553 w 607336"/>
                <a:gd name="connsiteY37" fmla="*/ 530107 h 541236"/>
                <a:gd name="connsiteX38" fmla="*/ 412407 w 607336"/>
                <a:gd name="connsiteY38" fmla="*/ 541236 h 541236"/>
                <a:gd name="connsiteX39" fmla="*/ 166371 w 607336"/>
                <a:gd name="connsiteY39" fmla="*/ 541236 h 541236"/>
                <a:gd name="connsiteX40" fmla="*/ 155225 w 607336"/>
                <a:gd name="connsiteY40" fmla="*/ 530107 h 541236"/>
                <a:gd name="connsiteX41" fmla="*/ 155225 w 607336"/>
                <a:gd name="connsiteY41" fmla="*/ 511714 h 541236"/>
                <a:gd name="connsiteX42" fmla="*/ 166371 w 607336"/>
                <a:gd name="connsiteY42" fmla="*/ 500585 h 541236"/>
                <a:gd name="connsiteX43" fmla="*/ 190658 w 607336"/>
                <a:gd name="connsiteY43" fmla="*/ 500585 h 541236"/>
                <a:gd name="connsiteX44" fmla="*/ 210721 w 607336"/>
                <a:gd name="connsiteY44" fmla="*/ 432638 h 541236"/>
                <a:gd name="connsiteX45" fmla="*/ 23466 w 607336"/>
                <a:gd name="connsiteY45" fmla="*/ 432638 h 541236"/>
                <a:gd name="connsiteX46" fmla="*/ 0 w 607336"/>
                <a:gd name="connsiteY46" fmla="*/ 409207 h 541236"/>
                <a:gd name="connsiteX47" fmla="*/ 0 w 607336"/>
                <a:gd name="connsiteY47" fmla="*/ 23430 h 541236"/>
                <a:gd name="connsiteX48" fmla="*/ 23466 w 607336"/>
                <a:gd name="connsiteY48" fmla="*/ 0 h 54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607336" h="541236">
                  <a:moveTo>
                    <a:pt x="514822" y="287718"/>
                  </a:moveTo>
                  <a:cubicBezTo>
                    <a:pt x="507429" y="287718"/>
                    <a:pt x="501327" y="293810"/>
                    <a:pt x="501327" y="301190"/>
                  </a:cubicBezTo>
                  <a:lnTo>
                    <a:pt x="501327" y="357185"/>
                  </a:lnTo>
                  <a:cubicBezTo>
                    <a:pt x="501327" y="364682"/>
                    <a:pt x="507429" y="370656"/>
                    <a:pt x="514822" y="370656"/>
                  </a:cubicBezTo>
                  <a:cubicBezTo>
                    <a:pt x="522215" y="370656"/>
                    <a:pt x="528317" y="364682"/>
                    <a:pt x="528317" y="357185"/>
                  </a:cubicBezTo>
                  <a:lnTo>
                    <a:pt x="528317" y="301190"/>
                  </a:lnTo>
                  <a:cubicBezTo>
                    <a:pt x="528317" y="293810"/>
                    <a:pt x="522215" y="287718"/>
                    <a:pt x="514822" y="287718"/>
                  </a:cubicBezTo>
                  <a:close/>
                  <a:moveTo>
                    <a:pt x="513884" y="257846"/>
                  </a:moveTo>
                  <a:cubicBezTo>
                    <a:pt x="521042" y="257846"/>
                    <a:pt x="524093" y="258315"/>
                    <a:pt x="524093" y="258315"/>
                  </a:cubicBezTo>
                  <a:cubicBezTo>
                    <a:pt x="546506" y="260423"/>
                    <a:pt x="569037" y="269795"/>
                    <a:pt x="591098" y="286664"/>
                  </a:cubicBezTo>
                  <a:cubicBezTo>
                    <a:pt x="593679" y="288655"/>
                    <a:pt x="595557" y="291467"/>
                    <a:pt x="596496" y="294630"/>
                  </a:cubicBezTo>
                  <a:cubicBezTo>
                    <a:pt x="606940" y="330710"/>
                    <a:pt x="609756" y="365268"/>
                    <a:pt x="605297" y="403457"/>
                  </a:cubicBezTo>
                  <a:cubicBezTo>
                    <a:pt x="601307" y="437312"/>
                    <a:pt x="592037" y="471166"/>
                    <a:pt x="581123" y="508770"/>
                  </a:cubicBezTo>
                  <a:cubicBezTo>
                    <a:pt x="580185" y="511933"/>
                    <a:pt x="578307" y="514744"/>
                    <a:pt x="575725" y="516736"/>
                  </a:cubicBezTo>
                  <a:cubicBezTo>
                    <a:pt x="559062" y="529622"/>
                    <a:pt x="537470" y="536650"/>
                    <a:pt x="514822" y="536650"/>
                  </a:cubicBezTo>
                  <a:cubicBezTo>
                    <a:pt x="492174" y="536650"/>
                    <a:pt x="470583" y="529622"/>
                    <a:pt x="453919" y="516736"/>
                  </a:cubicBezTo>
                  <a:cubicBezTo>
                    <a:pt x="451338" y="514744"/>
                    <a:pt x="449460" y="511933"/>
                    <a:pt x="448521" y="508770"/>
                  </a:cubicBezTo>
                  <a:cubicBezTo>
                    <a:pt x="437608" y="471166"/>
                    <a:pt x="428338" y="437312"/>
                    <a:pt x="424348" y="403457"/>
                  </a:cubicBezTo>
                  <a:cubicBezTo>
                    <a:pt x="420006" y="365268"/>
                    <a:pt x="422705" y="330710"/>
                    <a:pt x="433149" y="294630"/>
                  </a:cubicBezTo>
                  <a:cubicBezTo>
                    <a:pt x="434088" y="291467"/>
                    <a:pt x="435965" y="288655"/>
                    <a:pt x="438547" y="286664"/>
                  </a:cubicBezTo>
                  <a:cubicBezTo>
                    <a:pt x="459787" y="270381"/>
                    <a:pt x="481378" y="260892"/>
                    <a:pt x="502970" y="258315"/>
                  </a:cubicBezTo>
                  <a:cubicBezTo>
                    <a:pt x="502970" y="258315"/>
                    <a:pt x="506725" y="257846"/>
                    <a:pt x="513884" y="257846"/>
                  </a:cubicBezTo>
                  <a:close/>
                  <a:moveTo>
                    <a:pt x="23466" y="0"/>
                  </a:moveTo>
                  <a:lnTo>
                    <a:pt x="555312" y="0"/>
                  </a:lnTo>
                  <a:cubicBezTo>
                    <a:pt x="568336" y="0"/>
                    <a:pt x="578778" y="10544"/>
                    <a:pt x="578778" y="23430"/>
                  </a:cubicBezTo>
                  <a:lnTo>
                    <a:pt x="578778" y="253163"/>
                  </a:lnTo>
                  <a:cubicBezTo>
                    <a:pt x="563408" y="245548"/>
                    <a:pt x="547686" y="240979"/>
                    <a:pt x="531847" y="239339"/>
                  </a:cubicBezTo>
                  <a:lnTo>
                    <a:pt x="531847" y="46861"/>
                  </a:lnTo>
                  <a:lnTo>
                    <a:pt x="46931" y="46861"/>
                  </a:lnTo>
                  <a:lnTo>
                    <a:pt x="46931" y="346766"/>
                  </a:lnTo>
                  <a:lnTo>
                    <a:pt x="404898" y="346766"/>
                  </a:lnTo>
                  <a:cubicBezTo>
                    <a:pt x="402904" y="367502"/>
                    <a:pt x="403256" y="388589"/>
                    <a:pt x="405837" y="410730"/>
                  </a:cubicBezTo>
                  <a:cubicBezTo>
                    <a:pt x="406658" y="418111"/>
                    <a:pt x="407714" y="425374"/>
                    <a:pt x="409005" y="432638"/>
                  </a:cubicBezTo>
                  <a:lnTo>
                    <a:pt x="368175" y="432638"/>
                  </a:lnTo>
                  <a:lnTo>
                    <a:pt x="388120" y="500585"/>
                  </a:lnTo>
                  <a:lnTo>
                    <a:pt x="412407" y="500585"/>
                  </a:lnTo>
                  <a:cubicBezTo>
                    <a:pt x="418626" y="500585"/>
                    <a:pt x="423553" y="505622"/>
                    <a:pt x="423553" y="511714"/>
                  </a:cubicBezTo>
                  <a:lnTo>
                    <a:pt x="423553" y="530107"/>
                  </a:lnTo>
                  <a:cubicBezTo>
                    <a:pt x="423553" y="536199"/>
                    <a:pt x="418626" y="541236"/>
                    <a:pt x="412407" y="541236"/>
                  </a:cubicBezTo>
                  <a:lnTo>
                    <a:pt x="166371" y="541236"/>
                  </a:lnTo>
                  <a:cubicBezTo>
                    <a:pt x="160270" y="541236"/>
                    <a:pt x="155225" y="536199"/>
                    <a:pt x="155225" y="530107"/>
                  </a:cubicBezTo>
                  <a:lnTo>
                    <a:pt x="155225" y="511714"/>
                  </a:lnTo>
                  <a:cubicBezTo>
                    <a:pt x="155225" y="505622"/>
                    <a:pt x="160270" y="500585"/>
                    <a:pt x="166371" y="500585"/>
                  </a:cubicBezTo>
                  <a:lnTo>
                    <a:pt x="190658" y="500585"/>
                  </a:lnTo>
                  <a:lnTo>
                    <a:pt x="210721" y="432638"/>
                  </a:lnTo>
                  <a:lnTo>
                    <a:pt x="23466" y="432638"/>
                  </a:lnTo>
                  <a:cubicBezTo>
                    <a:pt x="10560" y="432638"/>
                    <a:pt x="0" y="422211"/>
                    <a:pt x="0" y="409207"/>
                  </a:cubicBezTo>
                  <a:lnTo>
                    <a:pt x="0" y="23430"/>
                  </a:lnTo>
                  <a:cubicBezTo>
                    <a:pt x="0" y="10544"/>
                    <a:pt x="10560" y="0"/>
                    <a:pt x="23466"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400" b="1" dirty="0">
                <a:solidFill>
                  <a:schemeClr val="bg1"/>
                </a:solidFill>
              </a:endParaRPr>
            </a:p>
          </p:txBody>
        </p:sp>
        <p:sp>
          <p:nvSpPr>
            <p:cNvPr id="13" name="îŝľîḓè"/>
            <p:cNvSpPr txBox="1"/>
            <p:nvPr/>
          </p:nvSpPr>
          <p:spPr>
            <a:xfrm>
              <a:off x="4882718" y="3233565"/>
              <a:ext cx="7633209" cy="801176"/>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32000"/>
                </a:lnSpc>
              </a:pPr>
              <a:r>
                <a:rPr lang="zh-CN" altLang="en-US" sz="2400" dirty="0">
                  <a:solidFill>
                    <a:srgbClr val="0000FF"/>
                  </a:solidFill>
                </a:rPr>
                <a:t>优点</a:t>
              </a:r>
              <a:r>
                <a:rPr lang="zh-CN" altLang="en-US" sz="2400" dirty="0"/>
                <a:t>：</a:t>
              </a:r>
              <a:r>
                <a:rPr lang="zh-CN" altLang="zh-CN" sz="2400" dirty="0"/>
                <a:t>免除了</a:t>
              </a:r>
              <a:r>
                <a:rPr lang="en-US" altLang="zh-CN" sz="2400" dirty="0"/>
                <a:t>VMM</a:t>
              </a:r>
              <a:r>
                <a:rPr lang="zh-CN" altLang="zh-CN" sz="2400" dirty="0"/>
                <a:t>模拟指令的开销，提高了</a:t>
              </a:r>
              <a:r>
                <a:rPr lang="en-US" altLang="zh-CN" sz="2400" dirty="0"/>
                <a:t>CPU</a:t>
              </a:r>
              <a:r>
                <a:rPr lang="zh-CN" altLang="zh-CN" sz="2400" dirty="0"/>
                <a:t>的利用效率</a:t>
              </a:r>
              <a:endParaRPr lang="en-US" altLang="zh-CN" sz="2400" dirty="0"/>
            </a:p>
          </p:txBody>
        </p:sp>
      </p:grpSp>
      <p:grpSp>
        <p:nvGrpSpPr>
          <p:cNvPr id="14" name="ïSlíḍê"/>
          <p:cNvGrpSpPr/>
          <p:nvPr/>
        </p:nvGrpSpPr>
        <p:grpSpPr>
          <a:xfrm>
            <a:off x="3348471" y="5087232"/>
            <a:ext cx="8361970" cy="1001393"/>
            <a:chOff x="4136995" y="5025008"/>
            <a:chExt cx="8361970" cy="1001393"/>
          </a:xfrm>
        </p:grpSpPr>
        <p:sp>
          <p:nvSpPr>
            <p:cNvPr id="15" name="ïsľíḓê"/>
            <p:cNvSpPr/>
            <p:nvPr/>
          </p:nvSpPr>
          <p:spPr>
            <a:xfrm>
              <a:off x="4136995" y="5187860"/>
              <a:ext cx="408372" cy="363926"/>
            </a:xfrm>
            <a:custGeom>
              <a:avLst/>
              <a:gdLst>
                <a:gd name="connsiteX0" fmla="*/ 514822 w 607336"/>
                <a:gd name="connsiteY0" fmla="*/ 287718 h 541236"/>
                <a:gd name="connsiteX1" fmla="*/ 501327 w 607336"/>
                <a:gd name="connsiteY1" fmla="*/ 301190 h 541236"/>
                <a:gd name="connsiteX2" fmla="*/ 501327 w 607336"/>
                <a:gd name="connsiteY2" fmla="*/ 357185 h 541236"/>
                <a:gd name="connsiteX3" fmla="*/ 514822 w 607336"/>
                <a:gd name="connsiteY3" fmla="*/ 370656 h 541236"/>
                <a:gd name="connsiteX4" fmla="*/ 528317 w 607336"/>
                <a:gd name="connsiteY4" fmla="*/ 357185 h 541236"/>
                <a:gd name="connsiteX5" fmla="*/ 528317 w 607336"/>
                <a:gd name="connsiteY5" fmla="*/ 301190 h 541236"/>
                <a:gd name="connsiteX6" fmla="*/ 514822 w 607336"/>
                <a:gd name="connsiteY6" fmla="*/ 287718 h 541236"/>
                <a:gd name="connsiteX7" fmla="*/ 513884 w 607336"/>
                <a:gd name="connsiteY7" fmla="*/ 257846 h 541236"/>
                <a:gd name="connsiteX8" fmla="*/ 524093 w 607336"/>
                <a:gd name="connsiteY8" fmla="*/ 258315 h 541236"/>
                <a:gd name="connsiteX9" fmla="*/ 591098 w 607336"/>
                <a:gd name="connsiteY9" fmla="*/ 286664 h 541236"/>
                <a:gd name="connsiteX10" fmla="*/ 596496 w 607336"/>
                <a:gd name="connsiteY10" fmla="*/ 294630 h 541236"/>
                <a:gd name="connsiteX11" fmla="*/ 605297 w 607336"/>
                <a:gd name="connsiteY11" fmla="*/ 403457 h 541236"/>
                <a:gd name="connsiteX12" fmla="*/ 581123 w 607336"/>
                <a:gd name="connsiteY12" fmla="*/ 508770 h 541236"/>
                <a:gd name="connsiteX13" fmla="*/ 575725 w 607336"/>
                <a:gd name="connsiteY13" fmla="*/ 516736 h 541236"/>
                <a:gd name="connsiteX14" fmla="*/ 514822 w 607336"/>
                <a:gd name="connsiteY14" fmla="*/ 536650 h 541236"/>
                <a:gd name="connsiteX15" fmla="*/ 453919 w 607336"/>
                <a:gd name="connsiteY15" fmla="*/ 516736 h 541236"/>
                <a:gd name="connsiteX16" fmla="*/ 448521 w 607336"/>
                <a:gd name="connsiteY16" fmla="*/ 508770 h 541236"/>
                <a:gd name="connsiteX17" fmla="*/ 424348 w 607336"/>
                <a:gd name="connsiteY17" fmla="*/ 403457 h 541236"/>
                <a:gd name="connsiteX18" fmla="*/ 433149 w 607336"/>
                <a:gd name="connsiteY18" fmla="*/ 294630 h 541236"/>
                <a:gd name="connsiteX19" fmla="*/ 438547 w 607336"/>
                <a:gd name="connsiteY19" fmla="*/ 286664 h 541236"/>
                <a:gd name="connsiteX20" fmla="*/ 502970 w 607336"/>
                <a:gd name="connsiteY20" fmla="*/ 258315 h 541236"/>
                <a:gd name="connsiteX21" fmla="*/ 513884 w 607336"/>
                <a:gd name="connsiteY21" fmla="*/ 257846 h 541236"/>
                <a:gd name="connsiteX22" fmla="*/ 23466 w 607336"/>
                <a:gd name="connsiteY22" fmla="*/ 0 h 541236"/>
                <a:gd name="connsiteX23" fmla="*/ 555312 w 607336"/>
                <a:gd name="connsiteY23" fmla="*/ 0 h 541236"/>
                <a:gd name="connsiteX24" fmla="*/ 578778 w 607336"/>
                <a:gd name="connsiteY24" fmla="*/ 23430 h 541236"/>
                <a:gd name="connsiteX25" fmla="*/ 578778 w 607336"/>
                <a:gd name="connsiteY25" fmla="*/ 253163 h 541236"/>
                <a:gd name="connsiteX26" fmla="*/ 531847 w 607336"/>
                <a:gd name="connsiteY26" fmla="*/ 239339 h 541236"/>
                <a:gd name="connsiteX27" fmla="*/ 531847 w 607336"/>
                <a:gd name="connsiteY27" fmla="*/ 46861 h 541236"/>
                <a:gd name="connsiteX28" fmla="*/ 46931 w 607336"/>
                <a:gd name="connsiteY28" fmla="*/ 46861 h 541236"/>
                <a:gd name="connsiteX29" fmla="*/ 46931 w 607336"/>
                <a:gd name="connsiteY29" fmla="*/ 346766 h 541236"/>
                <a:gd name="connsiteX30" fmla="*/ 404898 w 607336"/>
                <a:gd name="connsiteY30" fmla="*/ 346766 h 541236"/>
                <a:gd name="connsiteX31" fmla="*/ 405837 w 607336"/>
                <a:gd name="connsiteY31" fmla="*/ 410730 h 541236"/>
                <a:gd name="connsiteX32" fmla="*/ 409005 w 607336"/>
                <a:gd name="connsiteY32" fmla="*/ 432638 h 541236"/>
                <a:gd name="connsiteX33" fmla="*/ 368175 w 607336"/>
                <a:gd name="connsiteY33" fmla="*/ 432638 h 541236"/>
                <a:gd name="connsiteX34" fmla="*/ 388120 w 607336"/>
                <a:gd name="connsiteY34" fmla="*/ 500585 h 541236"/>
                <a:gd name="connsiteX35" fmla="*/ 412407 w 607336"/>
                <a:gd name="connsiteY35" fmla="*/ 500585 h 541236"/>
                <a:gd name="connsiteX36" fmla="*/ 423553 w 607336"/>
                <a:gd name="connsiteY36" fmla="*/ 511714 h 541236"/>
                <a:gd name="connsiteX37" fmla="*/ 423553 w 607336"/>
                <a:gd name="connsiteY37" fmla="*/ 530107 h 541236"/>
                <a:gd name="connsiteX38" fmla="*/ 412407 w 607336"/>
                <a:gd name="connsiteY38" fmla="*/ 541236 h 541236"/>
                <a:gd name="connsiteX39" fmla="*/ 166371 w 607336"/>
                <a:gd name="connsiteY39" fmla="*/ 541236 h 541236"/>
                <a:gd name="connsiteX40" fmla="*/ 155225 w 607336"/>
                <a:gd name="connsiteY40" fmla="*/ 530107 h 541236"/>
                <a:gd name="connsiteX41" fmla="*/ 155225 w 607336"/>
                <a:gd name="connsiteY41" fmla="*/ 511714 h 541236"/>
                <a:gd name="connsiteX42" fmla="*/ 166371 w 607336"/>
                <a:gd name="connsiteY42" fmla="*/ 500585 h 541236"/>
                <a:gd name="connsiteX43" fmla="*/ 190658 w 607336"/>
                <a:gd name="connsiteY43" fmla="*/ 500585 h 541236"/>
                <a:gd name="connsiteX44" fmla="*/ 210721 w 607336"/>
                <a:gd name="connsiteY44" fmla="*/ 432638 h 541236"/>
                <a:gd name="connsiteX45" fmla="*/ 23466 w 607336"/>
                <a:gd name="connsiteY45" fmla="*/ 432638 h 541236"/>
                <a:gd name="connsiteX46" fmla="*/ 0 w 607336"/>
                <a:gd name="connsiteY46" fmla="*/ 409207 h 541236"/>
                <a:gd name="connsiteX47" fmla="*/ 0 w 607336"/>
                <a:gd name="connsiteY47" fmla="*/ 23430 h 541236"/>
                <a:gd name="connsiteX48" fmla="*/ 23466 w 607336"/>
                <a:gd name="connsiteY48" fmla="*/ 0 h 54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607336" h="541236">
                  <a:moveTo>
                    <a:pt x="514822" y="287718"/>
                  </a:moveTo>
                  <a:cubicBezTo>
                    <a:pt x="507429" y="287718"/>
                    <a:pt x="501327" y="293810"/>
                    <a:pt x="501327" y="301190"/>
                  </a:cubicBezTo>
                  <a:lnTo>
                    <a:pt x="501327" y="357185"/>
                  </a:lnTo>
                  <a:cubicBezTo>
                    <a:pt x="501327" y="364682"/>
                    <a:pt x="507429" y="370656"/>
                    <a:pt x="514822" y="370656"/>
                  </a:cubicBezTo>
                  <a:cubicBezTo>
                    <a:pt x="522215" y="370656"/>
                    <a:pt x="528317" y="364682"/>
                    <a:pt x="528317" y="357185"/>
                  </a:cubicBezTo>
                  <a:lnTo>
                    <a:pt x="528317" y="301190"/>
                  </a:lnTo>
                  <a:cubicBezTo>
                    <a:pt x="528317" y="293810"/>
                    <a:pt x="522215" y="287718"/>
                    <a:pt x="514822" y="287718"/>
                  </a:cubicBezTo>
                  <a:close/>
                  <a:moveTo>
                    <a:pt x="513884" y="257846"/>
                  </a:moveTo>
                  <a:cubicBezTo>
                    <a:pt x="521042" y="257846"/>
                    <a:pt x="524093" y="258315"/>
                    <a:pt x="524093" y="258315"/>
                  </a:cubicBezTo>
                  <a:cubicBezTo>
                    <a:pt x="546506" y="260423"/>
                    <a:pt x="569037" y="269795"/>
                    <a:pt x="591098" y="286664"/>
                  </a:cubicBezTo>
                  <a:cubicBezTo>
                    <a:pt x="593679" y="288655"/>
                    <a:pt x="595557" y="291467"/>
                    <a:pt x="596496" y="294630"/>
                  </a:cubicBezTo>
                  <a:cubicBezTo>
                    <a:pt x="606940" y="330710"/>
                    <a:pt x="609756" y="365268"/>
                    <a:pt x="605297" y="403457"/>
                  </a:cubicBezTo>
                  <a:cubicBezTo>
                    <a:pt x="601307" y="437312"/>
                    <a:pt x="592037" y="471166"/>
                    <a:pt x="581123" y="508770"/>
                  </a:cubicBezTo>
                  <a:cubicBezTo>
                    <a:pt x="580185" y="511933"/>
                    <a:pt x="578307" y="514744"/>
                    <a:pt x="575725" y="516736"/>
                  </a:cubicBezTo>
                  <a:cubicBezTo>
                    <a:pt x="559062" y="529622"/>
                    <a:pt x="537470" y="536650"/>
                    <a:pt x="514822" y="536650"/>
                  </a:cubicBezTo>
                  <a:cubicBezTo>
                    <a:pt x="492174" y="536650"/>
                    <a:pt x="470583" y="529622"/>
                    <a:pt x="453919" y="516736"/>
                  </a:cubicBezTo>
                  <a:cubicBezTo>
                    <a:pt x="451338" y="514744"/>
                    <a:pt x="449460" y="511933"/>
                    <a:pt x="448521" y="508770"/>
                  </a:cubicBezTo>
                  <a:cubicBezTo>
                    <a:pt x="437608" y="471166"/>
                    <a:pt x="428338" y="437312"/>
                    <a:pt x="424348" y="403457"/>
                  </a:cubicBezTo>
                  <a:cubicBezTo>
                    <a:pt x="420006" y="365268"/>
                    <a:pt x="422705" y="330710"/>
                    <a:pt x="433149" y="294630"/>
                  </a:cubicBezTo>
                  <a:cubicBezTo>
                    <a:pt x="434088" y="291467"/>
                    <a:pt x="435965" y="288655"/>
                    <a:pt x="438547" y="286664"/>
                  </a:cubicBezTo>
                  <a:cubicBezTo>
                    <a:pt x="459787" y="270381"/>
                    <a:pt x="481378" y="260892"/>
                    <a:pt x="502970" y="258315"/>
                  </a:cubicBezTo>
                  <a:cubicBezTo>
                    <a:pt x="502970" y="258315"/>
                    <a:pt x="506725" y="257846"/>
                    <a:pt x="513884" y="257846"/>
                  </a:cubicBezTo>
                  <a:close/>
                  <a:moveTo>
                    <a:pt x="23466" y="0"/>
                  </a:moveTo>
                  <a:lnTo>
                    <a:pt x="555312" y="0"/>
                  </a:lnTo>
                  <a:cubicBezTo>
                    <a:pt x="568336" y="0"/>
                    <a:pt x="578778" y="10544"/>
                    <a:pt x="578778" y="23430"/>
                  </a:cubicBezTo>
                  <a:lnTo>
                    <a:pt x="578778" y="253163"/>
                  </a:lnTo>
                  <a:cubicBezTo>
                    <a:pt x="563408" y="245548"/>
                    <a:pt x="547686" y="240979"/>
                    <a:pt x="531847" y="239339"/>
                  </a:cubicBezTo>
                  <a:lnTo>
                    <a:pt x="531847" y="46861"/>
                  </a:lnTo>
                  <a:lnTo>
                    <a:pt x="46931" y="46861"/>
                  </a:lnTo>
                  <a:lnTo>
                    <a:pt x="46931" y="346766"/>
                  </a:lnTo>
                  <a:lnTo>
                    <a:pt x="404898" y="346766"/>
                  </a:lnTo>
                  <a:cubicBezTo>
                    <a:pt x="402904" y="367502"/>
                    <a:pt x="403256" y="388589"/>
                    <a:pt x="405837" y="410730"/>
                  </a:cubicBezTo>
                  <a:cubicBezTo>
                    <a:pt x="406658" y="418111"/>
                    <a:pt x="407714" y="425374"/>
                    <a:pt x="409005" y="432638"/>
                  </a:cubicBezTo>
                  <a:lnTo>
                    <a:pt x="368175" y="432638"/>
                  </a:lnTo>
                  <a:lnTo>
                    <a:pt x="388120" y="500585"/>
                  </a:lnTo>
                  <a:lnTo>
                    <a:pt x="412407" y="500585"/>
                  </a:lnTo>
                  <a:cubicBezTo>
                    <a:pt x="418626" y="500585"/>
                    <a:pt x="423553" y="505622"/>
                    <a:pt x="423553" y="511714"/>
                  </a:cubicBezTo>
                  <a:lnTo>
                    <a:pt x="423553" y="530107"/>
                  </a:lnTo>
                  <a:cubicBezTo>
                    <a:pt x="423553" y="536199"/>
                    <a:pt x="418626" y="541236"/>
                    <a:pt x="412407" y="541236"/>
                  </a:cubicBezTo>
                  <a:lnTo>
                    <a:pt x="166371" y="541236"/>
                  </a:lnTo>
                  <a:cubicBezTo>
                    <a:pt x="160270" y="541236"/>
                    <a:pt x="155225" y="536199"/>
                    <a:pt x="155225" y="530107"/>
                  </a:cubicBezTo>
                  <a:lnTo>
                    <a:pt x="155225" y="511714"/>
                  </a:lnTo>
                  <a:cubicBezTo>
                    <a:pt x="155225" y="505622"/>
                    <a:pt x="160270" y="500585"/>
                    <a:pt x="166371" y="500585"/>
                  </a:cubicBezTo>
                  <a:lnTo>
                    <a:pt x="190658" y="500585"/>
                  </a:lnTo>
                  <a:lnTo>
                    <a:pt x="210721" y="432638"/>
                  </a:lnTo>
                  <a:lnTo>
                    <a:pt x="23466" y="432638"/>
                  </a:lnTo>
                  <a:cubicBezTo>
                    <a:pt x="10560" y="432638"/>
                    <a:pt x="0" y="422211"/>
                    <a:pt x="0" y="409207"/>
                  </a:cubicBezTo>
                  <a:lnTo>
                    <a:pt x="0" y="23430"/>
                  </a:lnTo>
                  <a:cubicBezTo>
                    <a:pt x="0" y="10544"/>
                    <a:pt x="10560" y="0"/>
                    <a:pt x="23466"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400" b="1" dirty="0">
                <a:solidFill>
                  <a:schemeClr val="bg1"/>
                </a:solidFill>
              </a:endParaRPr>
            </a:p>
          </p:txBody>
        </p:sp>
        <p:sp>
          <p:nvSpPr>
            <p:cNvPr id="16" name="íṧļîḋê"/>
            <p:cNvSpPr txBox="1"/>
            <p:nvPr/>
          </p:nvSpPr>
          <p:spPr>
            <a:xfrm>
              <a:off x="4865756" y="5025008"/>
              <a:ext cx="7633209" cy="1001393"/>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32000"/>
                </a:lnSpc>
              </a:pPr>
              <a:r>
                <a:rPr lang="zh-CN" altLang="en-US" sz="2400" dirty="0">
                  <a:solidFill>
                    <a:srgbClr val="0000FF"/>
                  </a:solidFill>
                </a:rPr>
                <a:t>缺点</a:t>
              </a:r>
              <a:r>
                <a:rPr lang="zh-CN" altLang="en-US" sz="2400" dirty="0"/>
                <a:t>：</a:t>
              </a:r>
              <a:r>
                <a:rPr lang="zh-CN" altLang="zh-CN" sz="2400" dirty="0"/>
                <a:t>修改</a:t>
              </a:r>
              <a:r>
                <a:rPr lang="en-US" altLang="zh-CN" sz="2400" dirty="0"/>
                <a:t>OS</a:t>
              </a:r>
              <a:r>
                <a:rPr lang="zh-CN" altLang="zh-CN" sz="2400" dirty="0"/>
                <a:t>会带来额外的工作量，并且技术支持和维护也是会有问题的</a:t>
              </a:r>
              <a:endParaRPr lang="en-US" altLang="zh-CN" sz="2400" dirty="0"/>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cs typeface="+mn-ea"/>
                <a:sym typeface="+mn-lt"/>
              </a:rPr>
              <a:t>虚拟化的实现方法（</a:t>
            </a:r>
            <a:r>
              <a:rPr lang="en-US" altLang="zh-CN" sz="2800" b="1" dirty="0">
                <a:solidFill>
                  <a:schemeClr val="bg1"/>
                </a:solidFill>
                <a:cs typeface="+mn-ea"/>
                <a:sym typeface="+mn-lt"/>
              </a:rPr>
              <a:t>3</a:t>
            </a:r>
            <a:r>
              <a:rPr lang="zh-CN" altLang="en-US" sz="2800" b="1" dirty="0">
                <a:solidFill>
                  <a:schemeClr val="bg1"/>
                </a:solidFill>
                <a:cs typeface="+mn-ea"/>
                <a:sym typeface="+mn-lt"/>
              </a:rPr>
              <a:t>）</a:t>
            </a:r>
          </a:p>
        </p:txBody>
      </p:sp>
      <p:pic>
        <p:nvPicPr>
          <p:cNvPr id="4" name="图片 3"/>
          <p:cNvPicPr>
            <a:picLocks noChangeAspect="1"/>
          </p:cNvPicPr>
          <p:nvPr/>
        </p:nvPicPr>
        <p:blipFill>
          <a:blip r:embed="rId3">
            <a:clrChange>
              <a:clrFrom>
                <a:srgbClr val="FFFFFF"/>
              </a:clrFrom>
              <a:clrTo>
                <a:srgbClr val="FFFFFF">
                  <a:alpha val="0"/>
                </a:srgbClr>
              </a:clrTo>
            </a:clrChange>
          </a:blip>
          <a:stretch>
            <a:fillRect/>
          </a:stretch>
        </p:blipFill>
        <p:spPr>
          <a:xfrm>
            <a:off x="6542176" y="2722508"/>
            <a:ext cx="5368925" cy="3410585"/>
          </a:xfrm>
          <a:prstGeom prst="rect">
            <a:avLst/>
          </a:prstGeom>
        </p:spPr>
      </p:pic>
      <p:grpSp>
        <p:nvGrpSpPr>
          <p:cNvPr id="5" name="272399"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764684" y="1234420"/>
            <a:ext cx="10653753" cy="5239362"/>
            <a:chOff x="651522" y="1834087"/>
            <a:chExt cx="10653753" cy="5239362"/>
          </a:xfrm>
        </p:grpSpPr>
        <p:grpSp>
          <p:nvGrpSpPr>
            <p:cNvPr id="7" name="iṡļiḓe"/>
            <p:cNvGrpSpPr/>
            <p:nvPr/>
          </p:nvGrpSpPr>
          <p:grpSpPr>
            <a:xfrm>
              <a:off x="660400" y="1834087"/>
              <a:ext cx="10644875" cy="1445317"/>
              <a:chOff x="660400" y="1834087"/>
              <a:chExt cx="10644875" cy="1445317"/>
            </a:xfrm>
          </p:grpSpPr>
          <p:grpSp>
            <p:nvGrpSpPr>
              <p:cNvPr id="16" name="iSḻíḓè"/>
              <p:cNvGrpSpPr/>
              <p:nvPr/>
            </p:nvGrpSpPr>
            <p:grpSpPr>
              <a:xfrm>
                <a:off x="1530997" y="1834087"/>
                <a:ext cx="9774278" cy="1445317"/>
                <a:chOff x="1592242" y="1834087"/>
                <a:chExt cx="12327812" cy="1445317"/>
              </a:xfrm>
            </p:grpSpPr>
            <p:sp>
              <p:nvSpPr>
                <p:cNvPr id="21" name="îṧľîḋé"/>
                <p:cNvSpPr txBox="1"/>
                <p:nvPr/>
              </p:nvSpPr>
              <p:spPr>
                <a:xfrm>
                  <a:off x="1592242" y="1834087"/>
                  <a:ext cx="10721600" cy="443723"/>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32000"/>
                    </a:lnSpc>
                  </a:pPr>
                  <a:r>
                    <a:rPr lang="zh-CN" altLang="en-US" sz="2200" dirty="0">
                      <a:solidFill>
                        <a:srgbClr val="0000FF"/>
                      </a:solidFill>
                    </a:rPr>
                    <a:t>硬件辅助虚拟化：</a:t>
                  </a:r>
                  <a:r>
                    <a:rPr lang="zh-CN" altLang="en-US" sz="2200" dirty="0"/>
                    <a:t>开发出新的硬件特性以简化虚拟化技术。</a:t>
                  </a:r>
                </a:p>
              </p:txBody>
            </p:sp>
            <p:sp>
              <p:nvSpPr>
                <p:cNvPr id="22" name="íşļîḓé"/>
                <p:cNvSpPr/>
                <p:nvPr/>
              </p:nvSpPr>
              <p:spPr bwMode="auto">
                <a:xfrm>
                  <a:off x="1619683" y="2254720"/>
                  <a:ext cx="12300371" cy="10246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342900" lvl="1" indent="-342900">
                    <a:lnSpc>
                      <a:spcPct val="132000"/>
                    </a:lnSpc>
                    <a:spcBef>
                      <a:spcPts val="600"/>
                    </a:spcBef>
                    <a:spcAft>
                      <a:spcPts val="600"/>
                    </a:spcAft>
                    <a:buClr>
                      <a:schemeClr val="accent4">
                        <a:lumMod val="40000"/>
                        <a:lumOff val="60000"/>
                      </a:schemeClr>
                    </a:buClr>
                    <a:buFont typeface="Wingdings" panose="05000000000000000000" pitchFamily="2" charset="2"/>
                    <a:buChar char="Ø"/>
                  </a:pPr>
                  <a:r>
                    <a:rPr lang="zh-CN" altLang="en-US" sz="2000" dirty="0"/>
                    <a:t>第一代技术：</a:t>
                  </a:r>
                  <a:r>
                    <a:rPr lang="en-US" altLang="zh-CN" sz="2000" dirty="0"/>
                    <a:t>Intel</a:t>
                  </a:r>
                  <a:r>
                    <a:rPr lang="zh-CN" altLang="en-US" sz="2000" dirty="0"/>
                    <a:t>公司的</a:t>
                  </a:r>
                  <a:r>
                    <a:rPr lang="en-US" altLang="zh-CN" sz="2000" dirty="0"/>
                    <a:t>VT-x</a:t>
                  </a:r>
                  <a:r>
                    <a:rPr lang="zh-CN" altLang="en-US" sz="2000" dirty="0"/>
                    <a:t>和</a:t>
                  </a:r>
                  <a:r>
                    <a:rPr lang="en-US" altLang="zh-CN" sz="2000" dirty="0"/>
                    <a:t>AMD</a:t>
                  </a:r>
                  <a:r>
                    <a:rPr lang="zh-CN" altLang="en-US" sz="2000" dirty="0"/>
                    <a:t>公司的</a:t>
                  </a:r>
                  <a:r>
                    <a:rPr lang="en-US" altLang="zh-CN" sz="2000" dirty="0"/>
                    <a:t>AMD-V</a:t>
                  </a:r>
                  <a:r>
                    <a:rPr lang="zh-CN" altLang="en-US" sz="2000" dirty="0"/>
                    <a:t>，两者都针对特权指令为</a:t>
                  </a:r>
                  <a:r>
                    <a:rPr lang="en-US" altLang="zh-CN" sz="2000" dirty="0"/>
                    <a:t>CPU</a:t>
                  </a:r>
                  <a:r>
                    <a:rPr lang="zh-CN" altLang="en-US" sz="2000" dirty="0"/>
                    <a:t>添加了一个执行模式，即</a:t>
                  </a:r>
                  <a:r>
                    <a:rPr lang="en-US" altLang="zh-CN" sz="2000" dirty="0"/>
                    <a:t>VMM</a:t>
                  </a:r>
                  <a:r>
                    <a:rPr lang="zh-CN" altLang="en-US" sz="2000" dirty="0"/>
                    <a:t>运行在一个新增的根模式下。</a:t>
                  </a:r>
                </a:p>
              </p:txBody>
            </p:sp>
          </p:grpSp>
          <p:grpSp>
            <p:nvGrpSpPr>
              <p:cNvPr id="17" name="ïS1íḋé"/>
              <p:cNvGrpSpPr/>
              <p:nvPr/>
            </p:nvGrpSpPr>
            <p:grpSpPr>
              <a:xfrm>
                <a:off x="660400" y="1860585"/>
                <a:ext cx="733394" cy="733394"/>
                <a:chOff x="660400" y="1860585"/>
                <a:chExt cx="733394" cy="733394"/>
              </a:xfrm>
            </p:grpSpPr>
            <p:sp>
              <p:nvSpPr>
                <p:cNvPr id="18" name="islîḋe"/>
                <p:cNvSpPr/>
                <p:nvPr/>
              </p:nvSpPr>
              <p:spPr>
                <a:xfrm>
                  <a:off x="660400" y="1860585"/>
                  <a:ext cx="733394" cy="733394"/>
                </a:xfrm>
                <a:prstGeom prst="ellipse">
                  <a:avLst/>
                </a:prstGeom>
                <a:solidFill>
                  <a:schemeClr val="accent1"/>
                </a:solidFill>
                <a:ln w="19050">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1600" dirty="0">
                    <a:solidFill>
                      <a:schemeClr val="bg1"/>
                    </a:solidFill>
                  </a:endParaRPr>
                </a:p>
              </p:txBody>
            </p:sp>
            <p:sp>
              <p:nvSpPr>
                <p:cNvPr id="19" name="îŝlîďe"/>
                <p:cNvSpPr/>
                <p:nvPr/>
              </p:nvSpPr>
              <p:spPr>
                <a:xfrm>
                  <a:off x="797603" y="2045456"/>
                  <a:ext cx="381389" cy="346064"/>
                </a:xfrm>
                <a:custGeom>
                  <a:avLst/>
                  <a:gdLst>
                    <a:gd name="connsiteX0" fmla="*/ 116112 w 607919"/>
                    <a:gd name="connsiteY0" fmla="*/ 473652 h 551610"/>
                    <a:gd name="connsiteX1" fmla="*/ 118901 w 607919"/>
                    <a:gd name="connsiteY1" fmla="*/ 480423 h 551610"/>
                    <a:gd name="connsiteX2" fmla="*/ 118901 w 607919"/>
                    <a:gd name="connsiteY2" fmla="*/ 551610 h 551610"/>
                    <a:gd name="connsiteX3" fmla="*/ 55604 w 607919"/>
                    <a:gd name="connsiteY3" fmla="*/ 551610 h 551610"/>
                    <a:gd name="connsiteX4" fmla="*/ 55604 w 607919"/>
                    <a:gd name="connsiteY4" fmla="*/ 540851 h 551610"/>
                    <a:gd name="connsiteX5" fmla="*/ 65255 w 607919"/>
                    <a:gd name="connsiteY5" fmla="*/ 520583 h 551610"/>
                    <a:gd name="connsiteX6" fmla="*/ 83555 w 607919"/>
                    <a:gd name="connsiteY6" fmla="*/ 502317 h 551610"/>
                    <a:gd name="connsiteX7" fmla="*/ 109375 w 607919"/>
                    <a:gd name="connsiteY7" fmla="*/ 476545 h 551610"/>
                    <a:gd name="connsiteX8" fmla="*/ 116112 w 607919"/>
                    <a:gd name="connsiteY8" fmla="*/ 473652 h 551610"/>
                    <a:gd name="connsiteX9" fmla="*/ 199155 w 607919"/>
                    <a:gd name="connsiteY9" fmla="*/ 390799 h 551610"/>
                    <a:gd name="connsiteX10" fmla="*/ 201956 w 607919"/>
                    <a:gd name="connsiteY10" fmla="*/ 397632 h 551610"/>
                    <a:gd name="connsiteX11" fmla="*/ 201956 w 607919"/>
                    <a:gd name="connsiteY11" fmla="*/ 551610 h 551610"/>
                    <a:gd name="connsiteX12" fmla="*/ 145363 w 607919"/>
                    <a:gd name="connsiteY12" fmla="*/ 551610 h 551610"/>
                    <a:gd name="connsiteX13" fmla="*/ 145363 w 607919"/>
                    <a:gd name="connsiteY13" fmla="*/ 454170 h 551610"/>
                    <a:gd name="connsiteX14" fmla="*/ 154879 w 607919"/>
                    <a:gd name="connsiteY14" fmla="*/ 431030 h 551610"/>
                    <a:gd name="connsiteX15" fmla="*/ 192315 w 607919"/>
                    <a:gd name="connsiteY15" fmla="*/ 393630 h 551610"/>
                    <a:gd name="connsiteX16" fmla="*/ 199155 w 607919"/>
                    <a:gd name="connsiteY16" fmla="*/ 390799 h 551610"/>
                    <a:gd name="connsiteX17" fmla="*/ 231082 w 607919"/>
                    <a:gd name="connsiteY17" fmla="*/ 388245 h 551610"/>
                    <a:gd name="connsiteX18" fmla="*/ 237930 w 607919"/>
                    <a:gd name="connsiteY18" fmla="*/ 391091 h 551610"/>
                    <a:gd name="connsiteX19" fmla="*/ 266763 w 607919"/>
                    <a:gd name="connsiteY19" fmla="*/ 419867 h 551610"/>
                    <a:gd name="connsiteX20" fmla="*/ 275915 w 607919"/>
                    <a:gd name="connsiteY20" fmla="*/ 428875 h 551610"/>
                    <a:gd name="connsiteX21" fmla="*/ 284941 w 607919"/>
                    <a:gd name="connsiteY21" fmla="*/ 451520 h 551610"/>
                    <a:gd name="connsiteX22" fmla="*/ 284941 w 607919"/>
                    <a:gd name="connsiteY22" fmla="*/ 551610 h 551610"/>
                    <a:gd name="connsiteX23" fmla="*/ 228277 w 607919"/>
                    <a:gd name="connsiteY23" fmla="*/ 551610 h 551610"/>
                    <a:gd name="connsiteX24" fmla="*/ 228277 w 607919"/>
                    <a:gd name="connsiteY24" fmla="*/ 394969 h 551610"/>
                    <a:gd name="connsiteX25" fmla="*/ 231082 w 607919"/>
                    <a:gd name="connsiteY25" fmla="*/ 388245 h 551610"/>
                    <a:gd name="connsiteX26" fmla="*/ 365148 w 607919"/>
                    <a:gd name="connsiteY26" fmla="*/ 381336 h 551610"/>
                    <a:gd name="connsiteX27" fmla="*/ 367997 w 607919"/>
                    <a:gd name="connsiteY27" fmla="*/ 388122 h 551610"/>
                    <a:gd name="connsiteX28" fmla="*/ 367997 w 607919"/>
                    <a:gd name="connsiteY28" fmla="*/ 551610 h 551610"/>
                    <a:gd name="connsiteX29" fmla="*/ 311262 w 607919"/>
                    <a:gd name="connsiteY29" fmla="*/ 551610 h 551610"/>
                    <a:gd name="connsiteX30" fmla="*/ 311262 w 607919"/>
                    <a:gd name="connsiteY30" fmla="*/ 444661 h 551610"/>
                    <a:gd name="connsiteX31" fmla="*/ 316898 w 607919"/>
                    <a:gd name="connsiteY31" fmla="*/ 425523 h 551610"/>
                    <a:gd name="connsiteX32" fmla="*/ 322534 w 607919"/>
                    <a:gd name="connsiteY32" fmla="*/ 419894 h 551610"/>
                    <a:gd name="connsiteX33" fmla="*/ 358353 w 607919"/>
                    <a:gd name="connsiteY33" fmla="*/ 384120 h 551610"/>
                    <a:gd name="connsiteX34" fmla="*/ 365148 w 607919"/>
                    <a:gd name="connsiteY34" fmla="*/ 381336 h 551610"/>
                    <a:gd name="connsiteX35" fmla="*/ 448177 w 607919"/>
                    <a:gd name="connsiteY35" fmla="*/ 298352 h 551610"/>
                    <a:gd name="connsiteX36" fmla="*/ 450982 w 607919"/>
                    <a:gd name="connsiteY36" fmla="*/ 305139 h 551610"/>
                    <a:gd name="connsiteX37" fmla="*/ 450982 w 607919"/>
                    <a:gd name="connsiteY37" fmla="*/ 551610 h 551610"/>
                    <a:gd name="connsiteX38" fmla="*/ 394318 w 607919"/>
                    <a:gd name="connsiteY38" fmla="*/ 551610 h 551610"/>
                    <a:gd name="connsiteX39" fmla="*/ 394318 w 607919"/>
                    <a:gd name="connsiteY39" fmla="*/ 361815 h 551610"/>
                    <a:gd name="connsiteX40" fmla="*/ 403846 w 607919"/>
                    <a:gd name="connsiteY40" fmla="*/ 338669 h 551610"/>
                    <a:gd name="connsiteX41" fmla="*/ 441329 w 607919"/>
                    <a:gd name="connsiteY41" fmla="*/ 301136 h 551610"/>
                    <a:gd name="connsiteX42" fmla="*/ 448177 w 607919"/>
                    <a:gd name="connsiteY42" fmla="*/ 298352 h 551610"/>
                    <a:gd name="connsiteX43" fmla="*/ 527085 w 607919"/>
                    <a:gd name="connsiteY43" fmla="*/ 219452 h 551610"/>
                    <a:gd name="connsiteX44" fmla="*/ 529874 w 607919"/>
                    <a:gd name="connsiteY44" fmla="*/ 226177 h 551610"/>
                    <a:gd name="connsiteX45" fmla="*/ 529874 w 607919"/>
                    <a:gd name="connsiteY45" fmla="*/ 551610 h 551610"/>
                    <a:gd name="connsiteX46" fmla="*/ 477232 w 607919"/>
                    <a:gd name="connsiteY46" fmla="*/ 551610 h 551610"/>
                    <a:gd name="connsiteX47" fmla="*/ 477232 w 607919"/>
                    <a:gd name="connsiteY47" fmla="*/ 278727 h 551610"/>
                    <a:gd name="connsiteX48" fmla="*/ 486883 w 607919"/>
                    <a:gd name="connsiteY48" fmla="*/ 255580 h 551610"/>
                    <a:gd name="connsiteX49" fmla="*/ 520348 w 607919"/>
                    <a:gd name="connsiteY49" fmla="*/ 222298 h 551610"/>
                    <a:gd name="connsiteX50" fmla="*/ 527085 w 607919"/>
                    <a:gd name="connsiteY50" fmla="*/ 219452 h 551610"/>
                    <a:gd name="connsiteX51" fmla="*/ 387769 w 607919"/>
                    <a:gd name="connsiteY51" fmla="*/ 0 h 551610"/>
                    <a:gd name="connsiteX52" fmla="*/ 580729 w 607919"/>
                    <a:gd name="connsiteY52" fmla="*/ 0 h 551610"/>
                    <a:gd name="connsiteX53" fmla="*/ 607919 w 607919"/>
                    <a:gd name="connsiteY53" fmla="*/ 26022 h 551610"/>
                    <a:gd name="connsiteX54" fmla="*/ 607919 w 607919"/>
                    <a:gd name="connsiteY54" fmla="*/ 219812 h 551610"/>
                    <a:gd name="connsiteX55" fmla="*/ 598271 w 607919"/>
                    <a:gd name="connsiteY55" fmla="*/ 223815 h 551610"/>
                    <a:gd name="connsiteX56" fmla="*/ 530610 w 607919"/>
                    <a:gd name="connsiteY56" fmla="*/ 156258 h 551610"/>
                    <a:gd name="connsiteX57" fmla="*/ 304320 w 607919"/>
                    <a:gd name="connsiteY57" fmla="*/ 382325 h 551610"/>
                    <a:gd name="connsiteX58" fmla="*/ 285024 w 607919"/>
                    <a:gd name="connsiteY58" fmla="*/ 382325 h 551610"/>
                    <a:gd name="connsiteX59" fmla="*/ 216360 w 607919"/>
                    <a:gd name="connsiteY59" fmla="*/ 313767 h 551610"/>
                    <a:gd name="connsiteX60" fmla="*/ 94068 w 607919"/>
                    <a:gd name="connsiteY60" fmla="*/ 435996 h 551610"/>
                    <a:gd name="connsiteX61" fmla="*/ 17260 w 607919"/>
                    <a:gd name="connsiteY61" fmla="*/ 435996 h 551610"/>
                    <a:gd name="connsiteX62" fmla="*/ 15882 w 607919"/>
                    <a:gd name="connsiteY62" fmla="*/ 434745 h 551610"/>
                    <a:gd name="connsiteX63" fmla="*/ 15882 w 607919"/>
                    <a:gd name="connsiteY63" fmla="*/ 358055 h 551610"/>
                    <a:gd name="connsiteX64" fmla="*/ 206837 w 607919"/>
                    <a:gd name="connsiteY64" fmla="*/ 167267 h 551610"/>
                    <a:gd name="connsiteX65" fmla="*/ 226008 w 607919"/>
                    <a:gd name="connsiteY65" fmla="*/ 167267 h 551610"/>
                    <a:gd name="connsiteX66" fmla="*/ 294672 w 607919"/>
                    <a:gd name="connsiteY66" fmla="*/ 235701 h 551610"/>
                    <a:gd name="connsiteX67" fmla="*/ 424481 w 607919"/>
                    <a:gd name="connsiteY67" fmla="*/ 105965 h 551610"/>
                    <a:gd name="connsiteX68" fmla="*/ 452423 w 607919"/>
                    <a:gd name="connsiteY68" fmla="*/ 78192 h 551610"/>
                    <a:gd name="connsiteX69" fmla="*/ 383885 w 607919"/>
                    <a:gd name="connsiteY69" fmla="*/ 9633 h 551610"/>
                    <a:gd name="connsiteX70" fmla="*/ 387769 w 607919"/>
                    <a:gd name="connsiteY70" fmla="*/ 0 h 551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607919" h="551610">
                      <a:moveTo>
                        <a:pt x="116112" y="473652"/>
                      </a:moveTo>
                      <a:cubicBezTo>
                        <a:pt x="117836" y="474356"/>
                        <a:pt x="118901" y="476670"/>
                        <a:pt x="118901" y="480423"/>
                      </a:cubicBezTo>
                      <a:lnTo>
                        <a:pt x="118901" y="551610"/>
                      </a:lnTo>
                      <a:lnTo>
                        <a:pt x="55604" y="551610"/>
                      </a:lnTo>
                      <a:lnTo>
                        <a:pt x="55604" y="540851"/>
                      </a:lnTo>
                      <a:cubicBezTo>
                        <a:pt x="55604" y="534971"/>
                        <a:pt x="59991" y="525838"/>
                        <a:pt x="65255" y="520583"/>
                      </a:cubicBezTo>
                      <a:lnTo>
                        <a:pt x="83555" y="502317"/>
                      </a:lnTo>
                      <a:lnTo>
                        <a:pt x="109375" y="476545"/>
                      </a:lnTo>
                      <a:cubicBezTo>
                        <a:pt x="112007" y="473855"/>
                        <a:pt x="114389" y="472948"/>
                        <a:pt x="116112" y="473652"/>
                      </a:cubicBezTo>
                      <a:close/>
                      <a:moveTo>
                        <a:pt x="199155" y="390799"/>
                      </a:moveTo>
                      <a:cubicBezTo>
                        <a:pt x="200892" y="391534"/>
                        <a:pt x="201956" y="393880"/>
                        <a:pt x="201956" y="397632"/>
                      </a:cubicBezTo>
                      <a:lnTo>
                        <a:pt x="201956" y="551610"/>
                      </a:lnTo>
                      <a:lnTo>
                        <a:pt x="145363" y="551610"/>
                      </a:lnTo>
                      <a:lnTo>
                        <a:pt x="145363" y="454170"/>
                      </a:lnTo>
                      <a:cubicBezTo>
                        <a:pt x="145363" y="446665"/>
                        <a:pt x="149620" y="436283"/>
                        <a:pt x="154879" y="431030"/>
                      </a:cubicBezTo>
                      <a:lnTo>
                        <a:pt x="192315" y="393630"/>
                      </a:lnTo>
                      <a:cubicBezTo>
                        <a:pt x="195007" y="390941"/>
                        <a:pt x="197417" y="390065"/>
                        <a:pt x="199155" y="390799"/>
                      </a:cubicBezTo>
                      <a:close/>
                      <a:moveTo>
                        <a:pt x="231082" y="388245"/>
                      </a:moveTo>
                      <a:cubicBezTo>
                        <a:pt x="232822" y="387525"/>
                        <a:pt x="235235" y="388401"/>
                        <a:pt x="237930" y="391091"/>
                      </a:cubicBezTo>
                      <a:lnTo>
                        <a:pt x="266763" y="419867"/>
                      </a:lnTo>
                      <a:lnTo>
                        <a:pt x="275915" y="428875"/>
                      </a:lnTo>
                      <a:cubicBezTo>
                        <a:pt x="280929" y="433879"/>
                        <a:pt x="284941" y="444013"/>
                        <a:pt x="284941" y="451520"/>
                      </a:cubicBezTo>
                      <a:lnTo>
                        <a:pt x="284941" y="551610"/>
                      </a:lnTo>
                      <a:lnTo>
                        <a:pt x="228277" y="551610"/>
                      </a:lnTo>
                      <a:lnTo>
                        <a:pt x="228277" y="394969"/>
                      </a:lnTo>
                      <a:cubicBezTo>
                        <a:pt x="228277" y="391278"/>
                        <a:pt x="229343" y="388964"/>
                        <a:pt x="231082" y="388245"/>
                      </a:cubicBezTo>
                      <a:close/>
                      <a:moveTo>
                        <a:pt x="365148" y="381336"/>
                      </a:moveTo>
                      <a:cubicBezTo>
                        <a:pt x="366901" y="382055"/>
                        <a:pt x="367997" y="384370"/>
                        <a:pt x="367997" y="388122"/>
                      </a:cubicBezTo>
                      <a:lnTo>
                        <a:pt x="367997" y="551610"/>
                      </a:lnTo>
                      <a:lnTo>
                        <a:pt x="311262" y="551610"/>
                      </a:lnTo>
                      <a:lnTo>
                        <a:pt x="311262" y="444661"/>
                      </a:lnTo>
                      <a:cubicBezTo>
                        <a:pt x="311262" y="437156"/>
                        <a:pt x="313767" y="428650"/>
                        <a:pt x="316898" y="425523"/>
                      </a:cubicBezTo>
                      <a:cubicBezTo>
                        <a:pt x="320029" y="422396"/>
                        <a:pt x="322534" y="419894"/>
                        <a:pt x="322534" y="419894"/>
                      </a:cubicBezTo>
                      <a:lnTo>
                        <a:pt x="358353" y="384120"/>
                      </a:lnTo>
                      <a:cubicBezTo>
                        <a:pt x="360983" y="381493"/>
                        <a:pt x="363394" y="380617"/>
                        <a:pt x="365148" y="381336"/>
                      </a:cubicBezTo>
                      <a:close/>
                      <a:moveTo>
                        <a:pt x="448177" y="298352"/>
                      </a:moveTo>
                      <a:cubicBezTo>
                        <a:pt x="449916" y="299071"/>
                        <a:pt x="450982" y="301386"/>
                        <a:pt x="450982" y="305139"/>
                      </a:cubicBezTo>
                      <a:lnTo>
                        <a:pt x="450982" y="551610"/>
                      </a:lnTo>
                      <a:lnTo>
                        <a:pt x="394318" y="551610"/>
                      </a:lnTo>
                      <a:lnTo>
                        <a:pt x="394318" y="361815"/>
                      </a:lnTo>
                      <a:cubicBezTo>
                        <a:pt x="394318" y="354308"/>
                        <a:pt x="398580" y="343924"/>
                        <a:pt x="403846" y="338669"/>
                      </a:cubicBezTo>
                      <a:lnTo>
                        <a:pt x="441329" y="301136"/>
                      </a:lnTo>
                      <a:cubicBezTo>
                        <a:pt x="444024" y="298508"/>
                        <a:pt x="446438" y="297633"/>
                        <a:pt x="448177" y="298352"/>
                      </a:cubicBezTo>
                      <a:close/>
                      <a:moveTo>
                        <a:pt x="527085" y="219452"/>
                      </a:moveTo>
                      <a:cubicBezTo>
                        <a:pt x="528809" y="220171"/>
                        <a:pt x="529874" y="222486"/>
                        <a:pt x="529874" y="226177"/>
                      </a:cubicBezTo>
                      <a:lnTo>
                        <a:pt x="529874" y="551610"/>
                      </a:lnTo>
                      <a:lnTo>
                        <a:pt x="477232" y="551610"/>
                      </a:lnTo>
                      <a:lnTo>
                        <a:pt x="477232" y="278727"/>
                      </a:lnTo>
                      <a:cubicBezTo>
                        <a:pt x="477232" y="271345"/>
                        <a:pt x="481494" y="260960"/>
                        <a:pt x="486883" y="255580"/>
                      </a:cubicBezTo>
                      <a:lnTo>
                        <a:pt x="520348" y="222298"/>
                      </a:lnTo>
                      <a:cubicBezTo>
                        <a:pt x="522980" y="219608"/>
                        <a:pt x="525362" y="218732"/>
                        <a:pt x="527085" y="219452"/>
                      </a:cubicBezTo>
                      <a:close/>
                      <a:moveTo>
                        <a:pt x="387769" y="0"/>
                      </a:moveTo>
                      <a:lnTo>
                        <a:pt x="580729" y="0"/>
                      </a:lnTo>
                      <a:cubicBezTo>
                        <a:pt x="594512" y="0"/>
                        <a:pt x="607919" y="12135"/>
                        <a:pt x="607919" y="26022"/>
                      </a:cubicBezTo>
                      <a:lnTo>
                        <a:pt x="607919" y="219812"/>
                      </a:lnTo>
                      <a:cubicBezTo>
                        <a:pt x="607919" y="227318"/>
                        <a:pt x="603534" y="229070"/>
                        <a:pt x="598271" y="223815"/>
                      </a:cubicBezTo>
                      <a:lnTo>
                        <a:pt x="530610" y="156258"/>
                      </a:lnTo>
                      <a:lnTo>
                        <a:pt x="304320" y="382325"/>
                      </a:lnTo>
                      <a:cubicBezTo>
                        <a:pt x="298932" y="387580"/>
                        <a:pt x="290412" y="387580"/>
                        <a:pt x="285024" y="382325"/>
                      </a:cubicBezTo>
                      <a:lnTo>
                        <a:pt x="216360" y="313767"/>
                      </a:lnTo>
                      <a:lnTo>
                        <a:pt x="94068" y="435996"/>
                      </a:lnTo>
                      <a:cubicBezTo>
                        <a:pt x="72767" y="457264"/>
                        <a:pt x="38435" y="457264"/>
                        <a:pt x="17260" y="435996"/>
                      </a:cubicBezTo>
                      <a:lnTo>
                        <a:pt x="15882" y="434745"/>
                      </a:lnTo>
                      <a:cubicBezTo>
                        <a:pt x="-5294" y="413477"/>
                        <a:pt x="-5294" y="379198"/>
                        <a:pt x="15882" y="358055"/>
                      </a:cubicBezTo>
                      <a:lnTo>
                        <a:pt x="206837" y="167267"/>
                      </a:lnTo>
                      <a:cubicBezTo>
                        <a:pt x="212100" y="161888"/>
                        <a:pt x="220745" y="161888"/>
                        <a:pt x="226008" y="167267"/>
                      </a:cubicBezTo>
                      <a:lnTo>
                        <a:pt x="294672" y="235701"/>
                      </a:lnTo>
                      <a:lnTo>
                        <a:pt x="424481" y="105965"/>
                      </a:lnTo>
                      <a:lnTo>
                        <a:pt x="452423" y="78192"/>
                      </a:lnTo>
                      <a:lnTo>
                        <a:pt x="383885" y="9633"/>
                      </a:lnTo>
                      <a:cubicBezTo>
                        <a:pt x="378497" y="4379"/>
                        <a:pt x="380376" y="0"/>
                        <a:pt x="387769"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925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grpSp>
        </p:grpSp>
        <p:grpSp>
          <p:nvGrpSpPr>
            <p:cNvPr id="8" name="iŝļïḓê"/>
            <p:cNvGrpSpPr/>
            <p:nvPr/>
          </p:nvGrpSpPr>
          <p:grpSpPr>
            <a:xfrm>
              <a:off x="651522" y="3215831"/>
              <a:ext cx="5869408" cy="3857618"/>
              <a:chOff x="651522" y="824487"/>
              <a:chExt cx="5869408" cy="3857618"/>
            </a:xfrm>
          </p:grpSpPr>
          <p:grpSp>
            <p:nvGrpSpPr>
              <p:cNvPr id="10" name="ïṧļïḓe"/>
              <p:cNvGrpSpPr/>
              <p:nvPr/>
            </p:nvGrpSpPr>
            <p:grpSpPr>
              <a:xfrm>
                <a:off x="1518118" y="853557"/>
                <a:ext cx="5002812" cy="3828548"/>
                <a:chOff x="1575998" y="853557"/>
                <a:chExt cx="6309799" cy="3828548"/>
              </a:xfrm>
            </p:grpSpPr>
            <p:sp>
              <p:nvSpPr>
                <p:cNvPr id="14" name="ïšļíďè"/>
                <p:cNvSpPr txBox="1"/>
                <p:nvPr/>
              </p:nvSpPr>
              <p:spPr>
                <a:xfrm>
                  <a:off x="1592242" y="853557"/>
                  <a:ext cx="6293555" cy="389423"/>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200" dirty="0">
                      <a:solidFill>
                        <a:srgbClr val="0000FF"/>
                      </a:solidFill>
                    </a:rPr>
                    <a:t>硬件辅助虚拟化</a:t>
                  </a:r>
                  <a:r>
                    <a:rPr lang="zh-CN" altLang="en-US" sz="2200" dirty="0"/>
                    <a:t>与</a:t>
                  </a:r>
                  <a:r>
                    <a:rPr lang="zh-CN" altLang="en-US" sz="2200" dirty="0">
                      <a:solidFill>
                        <a:srgbClr val="FF0000"/>
                      </a:solidFill>
                    </a:rPr>
                    <a:t>全虚拟化结合：</a:t>
                  </a:r>
                </a:p>
              </p:txBody>
            </p:sp>
            <p:sp>
              <p:nvSpPr>
                <p:cNvPr id="15" name="íşľíḑè"/>
                <p:cNvSpPr/>
                <p:nvPr/>
              </p:nvSpPr>
              <p:spPr bwMode="auto">
                <a:xfrm>
                  <a:off x="1575998" y="1271520"/>
                  <a:ext cx="5901855" cy="3410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342900" lvl="1" indent="-342900">
                    <a:lnSpc>
                      <a:spcPct val="123000"/>
                    </a:lnSpc>
                    <a:spcBef>
                      <a:spcPts val="600"/>
                    </a:spcBef>
                    <a:buFont typeface="Wingdings" panose="05000000000000000000" pitchFamily="2" charset="2"/>
                    <a:buChar char="Ø"/>
                  </a:pPr>
                  <a:r>
                    <a:rPr lang="zh-CN" altLang="en-US" sz="2000" dirty="0"/>
                    <a:t>如基于</a:t>
                  </a:r>
                  <a:r>
                    <a:rPr lang="en-US" altLang="zh-CN" sz="2000" dirty="0"/>
                    <a:t>Arm v8.4</a:t>
                  </a:r>
                  <a:r>
                    <a:rPr lang="zh-CN" altLang="en-US" sz="2000" dirty="0"/>
                    <a:t>体系结构的鲲鹏处理器加入了许多对虚拟化技术的硬件支持，包括异常级别的设计、指令集扩展及专用寄存器等；</a:t>
                  </a:r>
                </a:p>
                <a:p>
                  <a:pPr marL="342900" lvl="1" indent="-342900">
                    <a:lnSpc>
                      <a:spcPct val="123000"/>
                    </a:lnSpc>
                    <a:spcBef>
                      <a:spcPts val="600"/>
                    </a:spcBef>
                    <a:buFont typeface="Wingdings" panose="05000000000000000000" pitchFamily="2" charset="2"/>
                    <a:buChar char="Ø"/>
                  </a:pPr>
                  <a:r>
                    <a:rPr lang="zh-CN" altLang="en-US" sz="2000" dirty="0"/>
                    <a:t>硬件辅助降低了</a:t>
                  </a:r>
                  <a:r>
                    <a:rPr lang="en-US" altLang="zh-CN" sz="2000" dirty="0"/>
                    <a:t>VMM</a:t>
                  </a:r>
                  <a:r>
                    <a:rPr lang="zh-CN" altLang="en-US" sz="2000" dirty="0"/>
                    <a:t>实现的复杂度，以往依赖纯软件进行的复杂操作，现在可直接使用专用指令让硬件自动执行，这使得虚拟机的运行效率及稳定性得以提升。</a:t>
                  </a:r>
                </a:p>
              </p:txBody>
            </p:sp>
          </p:grpSp>
          <p:grpSp>
            <p:nvGrpSpPr>
              <p:cNvPr id="11" name="ïŝľídè"/>
              <p:cNvGrpSpPr/>
              <p:nvPr/>
            </p:nvGrpSpPr>
            <p:grpSpPr>
              <a:xfrm>
                <a:off x="651522" y="824487"/>
                <a:ext cx="733394" cy="733394"/>
                <a:chOff x="651522" y="824487"/>
                <a:chExt cx="733394" cy="733394"/>
              </a:xfrm>
            </p:grpSpPr>
            <p:sp>
              <p:nvSpPr>
                <p:cNvPr id="12" name="ïṡľïde"/>
                <p:cNvSpPr/>
                <p:nvPr/>
              </p:nvSpPr>
              <p:spPr>
                <a:xfrm>
                  <a:off x="651522" y="824487"/>
                  <a:ext cx="733394" cy="733394"/>
                </a:xfrm>
                <a:prstGeom prst="ellipse">
                  <a:avLst/>
                </a:prstGeom>
                <a:solidFill>
                  <a:schemeClr val="tx1">
                    <a:lumMod val="50000"/>
                    <a:lumOff val="50000"/>
                  </a:schemeClr>
                </a:solidFill>
                <a:ln w="19050">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1600" dirty="0">
                    <a:solidFill>
                      <a:schemeClr val="bg1"/>
                    </a:solidFill>
                  </a:endParaRPr>
                </a:p>
              </p:txBody>
            </p:sp>
            <p:sp>
              <p:nvSpPr>
                <p:cNvPr id="13" name="ïšliḍe"/>
                <p:cNvSpPr/>
                <p:nvPr/>
              </p:nvSpPr>
              <p:spPr>
                <a:xfrm>
                  <a:off x="797603" y="1035992"/>
                  <a:ext cx="381389" cy="346064"/>
                </a:xfrm>
                <a:custGeom>
                  <a:avLst/>
                  <a:gdLst>
                    <a:gd name="connsiteX0" fmla="*/ 116112 w 607919"/>
                    <a:gd name="connsiteY0" fmla="*/ 473652 h 551610"/>
                    <a:gd name="connsiteX1" fmla="*/ 118901 w 607919"/>
                    <a:gd name="connsiteY1" fmla="*/ 480423 h 551610"/>
                    <a:gd name="connsiteX2" fmla="*/ 118901 w 607919"/>
                    <a:gd name="connsiteY2" fmla="*/ 551610 h 551610"/>
                    <a:gd name="connsiteX3" fmla="*/ 55604 w 607919"/>
                    <a:gd name="connsiteY3" fmla="*/ 551610 h 551610"/>
                    <a:gd name="connsiteX4" fmla="*/ 55604 w 607919"/>
                    <a:gd name="connsiteY4" fmla="*/ 540851 h 551610"/>
                    <a:gd name="connsiteX5" fmla="*/ 65255 w 607919"/>
                    <a:gd name="connsiteY5" fmla="*/ 520583 h 551610"/>
                    <a:gd name="connsiteX6" fmla="*/ 83555 w 607919"/>
                    <a:gd name="connsiteY6" fmla="*/ 502317 h 551610"/>
                    <a:gd name="connsiteX7" fmla="*/ 109375 w 607919"/>
                    <a:gd name="connsiteY7" fmla="*/ 476545 h 551610"/>
                    <a:gd name="connsiteX8" fmla="*/ 116112 w 607919"/>
                    <a:gd name="connsiteY8" fmla="*/ 473652 h 551610"/>
                    <a:gd name="connsiteX9" fmla="*/ 199155 w 607919"/>
                    <a:gd name="connsiteY9" fmla="*/ 390799 h 551610"/>
                    <a:gd name="connsiteX10" fmla="*/ 201956 w 607919"/>
                    <a:gd name="connsiteY10" fmla="*/ 397632 h 551610"/>
                    <a:gd name="connsiteX11" fmla="*/ 201956 w 607919"/>
                    <a:gd name="connsiteY11" fmla="*/ 551610 h 551610"/>
                    <a:gd name="connsiteX12" fmla="*/ 145363 w 607919"/>
                    <a:gd name="connsiteY12" fmla="*/ 551610 h 551610"/>
                    <a:gd name="connsiteX13" fmla="*/ 145363 w 607919"/>
                    <a:gd name="connsiteY13" fmla="*/ 454170 h 551610"/>
                    <a:gd name="connsiteX14" fmla="*/ 154879 w 607919"/>
                    <a:gd name="connsiteY14" fmla="*/ 431030 h 551610"/>
                    <a:gd name="connsiteX15" fmla="*/ 192315 w 607919"/>
                    <a:gd name="connsiteY15" fmla="*/ 393630 h 551610"/>
                    <a:gd name="connsiteX16" fmla="*/ 199155 w 607919"/>
                    <a:gd name="connsiteY16" fmla="*/ 390799 h 551610"/>
                    <a:gd name="connsiteX17" fmla="*/ 231082 w 607919"/>
                    <a:gd name="connsiteY17" fmla="*/ 388245 h 551610"/>
                    <a:gd name="connsiteX18" fmla="*/ 237930 w 607919"/>
                    <a:gd name="connsiteY18" fmla="*/ 391091 h 551610"/>
                    <a:gd name="connsiteX19" fmla="*/ 266763 w 607919"/>
                    <a:gd name="connsiteY19" fmla="*/ 419867 h 551610"/>
                    <a:gd name="connsiteX20" fmla="*/ 275915 w 607919"/>
                    <a:gd name="connsiteY20" fmla="*/ 428875 h 551610"/>
                    <a:gd name="connsiteX21" fmla="*/ 284941 w 607919"/>
                    <a:gd name="connsiteY21" fmla="*/ 451520 h 551610"/>
                    <a:gd name="connsiteX22" fmla="*/ 284941 w 607919"/>
                    <a:gd name="connsiteY22" fmla="*/ 551610 h 551610"/>
                    <a:gd name="connsiteX23" fmla="*/ 228277 w 607919"/>
                    <a:gd name="connsiteY23" fmla="*/ 551610 h 551610"/>
                    <a:gd name="connsiteX24" fmla="*/ 228277 w 607919"/>
                    <a:gd name="connsiteY24" fmla="*/ 394969 h 551610"/>
                    <a:gd name="connsiteX25" fmla="*/ 231082 w 607919"/>
                    <a:gd name="connsiteY25" fmla="*/ 388245 h 551610"/>
                    <a:gd name="connsiteX26" fmla="*/ 365148 w 607919"/>
                    <a:gd name="connsiteY26" fmla="*/ 381336 h 551610"/>
                    <a:gd name="connsiteX27" fmla="*/ 367997 w 607919"/>
                    <a:gd name="connsiteY27" fmla="*/ 388122 h 551610"/>
                    <a:gd name="connsiteX28" fmla="*/ 367997 w 607919"/>
                    <a:gd name="connsiteY28" fmla="*/ 551610 h 551610"/>
                    <a:gd name="connsiteX29" fmla="*/ 311262 w 607919"/>
                    <a:gd name="connsiteY29" fmla="*/ 551610 h 551610"/>
                    <a:gd name="connsiteX30" fmla="*/ 311262 w 607919"/>
                    <a:gd name="connsiteY30" fmla="*/ 444661 h 551610"/>
                    <a:gd name="connsiteX31" fmla="*/ 316898 w 607919"/>
                    <a:gd name="connsiteY31" fmla="*/ 425523 h 551610"/>
                    <a:gd name="connsiteX32" fmla="*/ 322534 w 607919"/>
                    <a:gd name="connsiteY32" fmla="*/ 419894 h 551610"/>
                    <a:gd name="connsiteX33" fmla="*/ 358353 w 607919"/>
                    <a:gd name="connsiteY33" fmla="*/ 384120 h 551610"/>
                    <a:gd name="connsiteX34" fmla="*/ 365148 w 607919"/>
                    <a:gd name="connsiteY34" fmla="*/ 381336 h 551610"/>
                    <a:gd name="connsiteX35" fmla="*/ 448177 w 607919"/>
                    <a:gd name="connsiteY35" fmla="*/ 298352 h 551610"/>
                    <a:gd name="connsiteX36" fmla="*/ 450982 w 607919"/>
                    <a:gd name="connsiteY36" fmla="*/ 305139 h 551610"/>
                    <a:gd name="connsiteX37" fmla="*/ 450982 w 607919"/>
                    <a:gd name="connsiteY37" fmla="*/ 551610 h 551610"/>
                    <a:gd name="connsiteX38" fmla="*/ 394318 w 607919"/>
                    <a:gd name="connsiteY38" fmla="*/ 551610 h 551610"/>
                    <a:gd name="connsiteX39" fmla="*/ 394318 w 607919"/>
                    <a:gd name="connsiteY39" fmla="*/ 361815 h 551610"/>
                    <a:gd name="connsiteX40" fmla="*/ 403846 w 607919"/>
                    <a:gd name="connsiteY40" fmla="*/ 338669 h 551610"/>
                    <a:gd name="connsiteX41" fmla="*/ 441329 w 607919"/>
                    <a:gd name="connsiteY41" fmla="*/ 301136 h 551610"/>
                    <a:gd name="connsiteX42" fmla="*/ 448177 w 607919"/>
                    <a:gd name="connsiteY42" fmla="*/ 298352 h 551610"/>
                    <a:gd name="connsiteX43" fmla="*/ 527085 w 607919"/>
                    <a:gd name="connsiteY43" fmla="*/ 219452 h 551610"/>
                    <a:gd name="connsiteX44" fmla="*/ 529874 w 607919"/>
                    <a:gd name="connsiteY44" fmla="*/ 226177 h 551610"/>
                    <a:gd name="connsiteX45" fmla="*/ 529874 w 607919"/>
                    <a:gd name="connsiteY45" fmla="*/ 551610 h 551610"/>
                    <a:gd name="connsiteX46" fmla="*/ 477232 w 607919"/>
                    <a:gd name="connsiteY46" fmla="*/ 551610 h 551610"/>
                    <a:gd name="connsiteX47" fmla="*/ 477232 w 607919"/>
                    <a:gd name="connsiteY47" fmla="*/ 278727 h 551610"/>
                    <a:gd name="connsiteX48" fmla="*/ 486883 w 607919"/>
                    <a:gd name="connsiteY48" fmla="*/ 255580 h 551610"/>
                    <a:gd name="connsiteX49" fmla="*/ 520348 w 607919"/>
                    <a:gd name="connsiteY49" fmla="*/ 222298 h 551610"/>
                    <a:gd name="connsiteX50" fmla="*/ 527085 w 607919"/>
                    <a:gd name="connsiteY50" fmla="*/ 219452 h 551610"/>
                    <a:gd name="connsiteX51" fmla="*/ 387769 w 607919"/>
                    <a:gd name="connsiteY51" fmla="*/ 0 h 551610"/>
                    <a:gd name="connsiteX52" fmla="*/ 580729 w 607919"/>
                    <a:gd name="connsiteY52" fmla="*/ 0 h 551610"/>
                    <a:gd name="connsiteX53" fmla="*/ 607919 w 607919"/>
                    <a:gd name="connsiteY53" fmla="*/ 26022 h 551610"/>
                    <a:gd name="connsiteX54" fmla="*/ 607919 w 607919"/>
                    <a:gd name="connsiteY54" fmla="*/ 219812 h 551610"/>
                    <a:gd name="connsiteX55" fmla="*/ 598271 w 607919"/>
                    <a:gd name="connsiteY55" fmla="*/ 223815 h 551610"/>
                    <a:gd name="connsiteX56" fmla="*/ 530610 w 607919"/>
                    <a:gd name="connsiteY56" fmla="*/ 156258 h 551610"/>
                    <a:gd name="connsiteX57" fmla="*/ 304320 w 607919"/>
                    <a:gd name="connsiteY57" fmla="*/ 382325 h 551610"/>
                    <a:gd name="connsiteX58" fmla="*/ 285024 w 607919"/>
                    <a:gd name="connsiteY58" fmla="*/ 382325 h 551610"/>
                    <a:gd name="connsiteX59" fmla="*/ 216360 w 607919"/>
                    <a:gd name="connsiteY59" fmla="*/ 313767 h 551610"/>
                    <a:gd name="connsiteX60" fmla="*/ 94068 w 607919"/>
                    <a:gd name="connsiteY60" fmla="*/ 435996 h 551610"/>
                    <a:gd name="connsiteX61" fmla="*/ 17260 w 607919"/>
                    <a:gd name="connsiteY61" fmla="*/ 435996 h 551610"/>
                    <a:gd name="connsiteX62" fmla="*/ 15882 w 607919"/>
                    <a:gd name="connsiteY62" fmla="*/ 434745 h 551610"/>
                    <a:gd name="connsiteX63" fmla="*/ 15882 w 607919"/>
                    <a:gd name="connsiteY63" fmla="*/ 358055 h 551610"/>
                    <a:gd name="connsiteX64" fmla="*/ 206837 w 607919"/>
                    <a:gd name="connsiteY64" fmla="*/ 167267 h 551610"/>
                    <a:gd name="connsiteX65" fmla="*/ 226008 w 607919"/>
                    <a:gd name="connsiteY65" fmla="*/ 167267 h 551610"/>
                    <a:gd name="connsiteX66" fmla="*/ 294672 w 607919"/>
                    <a:gd name="connsiteY66" fmla="*/ 235701 h 551610"/>
                    <a:gd name="connsiteX67" fmla="*/ 424481 w 607919"/>
                    <a:gd name="connsiteY67" fmla="*/ 105965 h 551610"/>
                    <a:gd name="connsiteX68" fmla="*/ 452423 w 607919"/>
                    <a:gd name="connsiteY68" fmla="*/ 78192 h 551610"/>
                    <a:gd name="connsiteX69" fmla="*/ 383885 w 607919"/>
                    <a:gd name="connsiteY69" fmla="*/ 9633 h 551610"/>
                    <a:gd name="connsiteX70" fmla="*/ 387769 w 607919"/>
                    <a:gd name="connsiteY70" fmla="*/ 0 h 551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607919" h="551610">
                      <a:moveTo>
                        <a:pt x="116112" y="473652"/>
                      </a:moveTo>
                      <a:cubicBezTo>
                        <a:pt x="117836" y="474356"/>
                        <a:pt x="118901" y="476670"/>
                        <a:pt x="118901" y="480423"/>
                      </a:cubicBezTo>
                      <a:lnTo>
                        <a:pt x="118901" y="551610"/>
                      </a:lnTo>
                      <a:lnTo>
                        <a:pt x="55604" y="551610"/>
                      </a:lnTo>
                      <a:lnTo>
                        <a:pt x="55604" y="540851"/>
                      </a:lnTo>
                      <a:cubicBezTo>
                        <a:pt x="55604" y="534971"/>
                        <a:pt x="59991" y="525838"/>
                        <a:pt x="65255" y="520583"/>
                      </a:cubicBezTo>
                      <a:lnTo>
                        <a:pt x="83555" y="502317"/>
                      </a:lnTo>
                      <a:lnTo>
                        <a:pt x="109375" y="476545"/>
                      </a:lnTo>
                      <a:cubicBezTo>
                        <a:pt x="112007" y="473855"/>
                        <a:pt x="114389" y="472948"/>
                        <a:pt x="116112" y="473652"/>
                      </a:cubicBezTo>
                      <a:close/>
                      <a:moveTo>
                        <a:pt x="199155" y="390799"/>
                      </a:moveTo>
                      <a:cubicBezTo>
                        <a:pt x="200892" y="391534"/>
                        <a:pt x="201956" y="393880"/>
                        <a:pt x="201956" y="397632"/>
                      </a:cubicBezTo>
                      <a:lnTo>
                        <a:pt x="201956" y="551610"/>
                      </a:lnTo>
                      <a:lnTo>
                        <a:pt x="145363" y="551610"/>
                      </a:lnTo>
                      <a:lnTo>
                        <a:pt x="145363" y="454170"/>
                      </a:lnTo>
                      <a:cubicBezTo>
                        <a:pt x="145363" y="446665"/>
                        <a:pt x="149620" y="436283"/>
                        <a:pt x="154879" y="431030"/>
                      </a:cubicBezTo>
                      <a:lnTo>
                        <a:pt x="192315" y="393630"/>
                      </a:lnTo>
                      <a:cubicBezTo>
                        <a:pt x="195007" y="390941"/>
                        <a:pt x="197417" y="390065"/>
                        <a:pt x="199155" y="390799"/>
                      </a:cubicBezTo>
                      <a:close/>
                      <a:moveTo>
                        <a:pt x="231082" y="388245"/>
                      </a:moveTo>
                      <a:cubicBezTo>
                        <a:pt x="232822" y="387525"/>
                        <a:pt x="235235" y="388401"/>
                        <a:pt x="237930" y="391091"/>
                      </a:cubicBezTo>
                      <a:lnTo>
                        <a:pt x="266763" y="419867"/>
                      </a:lnTo>
                      <a:lnTo>
                        <a:pt x="275915" y="428875"/>
                      </a:lnTo>
                      <a:cubicBezTo>
                        <a:pt x="280929" y="433879"/>
                        <a:pt x="284941" y="444013"/>
                        <a:pt x="284941" y="451520"/>
                      </a:cubicBezTo>
                      <a:lnTo>
                        <a:pt x="284941" y="551610"/>
                      </a:lnTo>
                      <a:lnTo>
                        <a:pt x="228277" y="551610"/>
                      </a:lnTo>
                      <a:lnTo>
                        <a:pt x="228277" y="394969"/>
                      </a:lnTo>
                      <a:cubicBezTo>
                        <a:pt x="228277" y="391278"/>
                        <a:pt x="229343" y="388964"/>
                        <a:pt x="231082" y="388245"/>
                      </a:cubicBezTo>
                      <a:close/>
                      <a:moveTo>
                        <a:pt x="365148" y="381336"/>
                      </a:moveTo>
                      <a:cubicBezTo>
                        <a:pt x="366901" y="382055"/>
                        <a:pt x="367997" y="384370"/>
                        <a:pt x="367997" y="388122"/>
                      </a:cubicBezTo>
                      <a:lnTo>
                        <a:pt x="367997" y="551610"/>
                      </a:lnTo>
                      <a:lnTo>
                        <a:pt x="311262" y="551610"/>
                      </a:lnTo>
                      <a:lnTo>
                        <a:pt x="311262" y="444661"/>
                      </a:lnTo>
                      <a:cubicBezTo>
                        <a:pt x="311262" y="437156"/>
                        <a:pt x="313767" y="428650"/>
                        <a:pt x="316898" y="425523"/>
                      </a:cubicBezTo>
                      <a:cubicBezTo>
                        <a:pt x="320029" y="422396"/>
                        <a:pt x="322534" y="419894"/>
                        <a:pt x="322534" y="419894"/>
                      </a:cubicBezTo>
                      <a:lnTo>
                        <a:pt x="358353" y="384120"/>
                      </a:lnTo>
                      <a:cubicBezTo>
                        <a:pt x="360983" y="381493"/>
                        <a:pt x="363394" y="380617"/>
                        <a:pt x="365148" y="381336"/>
                      </a:cubicBezTo>
                      <a:close/>
                      <a:moveTo>
                        <a:pt x="448177" y="298352"/>
                      </a:moveTo>
                      <a:cubicBezTo>
                        <a:pt x="449916" y="299071"/>
                        <a:pt x="450982" y="301386"/>
                        <a:pt x="450982" y="305139"/>
                      </a:cubicBezTo>
                      <a:lnTo>
                        <a:pt x="450982" y="551610"/>
                      </a:lnTo>
                      <a:lnTo>
                        <a:pt x="394318" y="551610"/>
                      </a:lnTo>
                      <a:lnTo>
                        <a:pt x="394318" y="361815"/>
                      </a:lnTo>
                      <a:cubicBezTo>
                        <a:pt x="394318" y="354308"/>
                        <a:pt x="398580" y="343924"/>
                        <a:pt x="403846" y="338669"/>
                      </a:cubicBezTo>
                      <a:lnTo>
                        <a:pt x="441329" y="301136"/>
                      </a:lnTo>
                      <a:cubicBezTo>
                        <a:pt x="444024" y="298508"/>
                        <a:pt x="446438" y="297633"/>
                        <a:pt x="448177" y="298352"/>
                      </a:cubicBezTo>
                      <a:close/>
                      <a:moveTo>
                        <a:pt x="527085" y="219452"/>
                      </a:moveTo>
                      <a:cubicBezTo>
                        <a:pt x="528809" y="220171"/>
                        <a:pt x="529874" y="222486"/>
                        <a:pt x="529874" y="226177"/>
                      </a:cubicBezTo>
                      <a:lnTo>
                        <a:pt x="529874" y="551610"/>
                      </a:lnTo>
                      <a:lnTo>
                        <a:pt x="477232" y="551610"/>
                      </a:lnTo>
                      <a:lnTo>
                        <a:pt x="477232" y="278727"/>
                      </a:lnTo>
                      <a:cubicBezTo>
                        <a:pt x="477232" y="271345"/>
                        <a:pt x="481494" y="260960"/>
                        <a:pt x="486883" y="255580"/>
                      </a:cubicBezTo>
                      <a:lnTo>
                        <a:pt x="520348" y="222298"/>
                      </a:lnTo>
                      <a:cubicBezTo>
                        <a:pt x="522980" y="219608"/>
                        <a:pt x="525362" y="218732"/>
                        <a:pt x="527085" y="219452"/>
                      </a:cubicBezTo>
                      <a:close/>
                      <a:moveTo>
                        <a:pt x="387769" y="0"/>
                      </a:moveTo>
                      <a:lnTo>
                        <a:pt x="580729" y="0"/>
                      </a:lnTo>
                      <a:cubicBezTo>
                        <a:pt x="594512" y="0"/>
                        <a:pt x="607919" y="12135"/>
                        <a:pt x="607919" y="26022"/>
                      </a:cubicBezTo>
                      <a:lnTo>
                        <a:pt x="607919" y="219812"/>
                      </a:lnTo>
                      <a:cubicBezTo>
                        <a:pt x="607919" y="227318"/>
                        <a:pt x="603534" y="229070"/>
                        <a:pt x="598271" y="223815"/>
                      </a:cubicBezTo>
                      <a:lnTo>
                        <a:pt x="530610" y="156258"/>
                      </a:lnTo>
                      <a:lnTo>
                        <a:pt x="304320" y="382325"/>
                      </a:lnTo>
                      <a:cubicBezTo>
                        <a:pt x="298932" y="387580"/>
                        <a:pt x="290412" y="387580"/>
                        <a:pt x="285024" y="382325"/>
                      </a:cubicBezTo>
                      <a:lnTo>
                        <a:pt x="216360" y="313767"/>
                      </a:lnTo>
                      <a:lnTo>
                        <a:pt x="94068" y="435996"/>
                      </a:lnTo>
                      <a:cubicBezTo>
                        <a:pt x="72767" y="457264"/>
                        <a:pt x="38435" y="457264"/>
                        <a:pt x="17260" y="435996"/>
                      </a:cubicBezTo>
                      <a:lnTo>
                        <a:pt x="15882" y="434745"/>
                      </a:lnTo>
                      <a:cubicBezTo>
                        <a:pt x="-5294" y="413477"/>
                        <a:pt x="-5294" y="379198"/>
                        <a:pt x="15882" y="358055"/>
                      </a:cubicBezTo>
                      <a:lnTo>
                        <a:pt x="206837" y="167267"/>
                      </a:lnTo>
                      <a:cubicBezTo>
                        <a:pt x="212100" y="161888"/>
                        <a:pt x="220745" y="161888"/>
                        <a:pt x="226008" y="167267"/>
                      </a:cubicBezTo>
                      <a:lnTo>
                        <a:pt x="294672" y="235701"/>
                      </a:lnTo>
                      <a:lnTo>
                        <a:pt x="424481" y="105965"/>
                      </a:lnTo>
                      <a:lnTo>
                        <a:pt x="452423" y="78192"/>
                      </a:lnTo>
                      <a:lnTo>
                        <a:pt x="383885" y="9633"/>
                      </a:lnTo>
                      <a:cubicBezTo>
                        <a:pt x="378497" y="4379"/>
                        <a:pt x="380376" y="0"/>
                        <a:pt x="387769"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925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grpSp>
        </p:gr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cs typeface="+mn-ea"/>
                <a:sym typeface="+mn-lt"/>
              </a:rPr>
              <a:t>虚拟机监视器</a:t>
            </a:r>
            <a:r>
              <a:rPr lang="en-US" altLang="zh-CN" sz="2800" b="1" dirty="0">
                <a:solidFill>
                  <a:schemeClr val="bg1"/>
                </a:solidFill>
                <a:cs typeface="+mn-ea"/>
                <a:sym typeface="+mn-lt"/>
              </a:rPr>
              <a:t>VMM</a:t>
            </a:r>
            <a:r>
              <a:rPr lang="zh-CN" altLang="en-US" sz="2800" b="1" dirty="0">
                <a:solidFill>
                  <a:schemeClr val="bg1"/>
                </a:solidFill>
                <a:cs typeface="+mn-ea"/>
                <a:sym typeface="+mn-lt"/>
              </a:rPr>
              <a:t>（</a:t>
            </a:r>
            <a:r>
              <a:rPr lang="en-US" altLang="zh-CN" sz="2800" b="1" dirty="0">
                <a:solidFill>
                  <a:schemeClr val="bg1"/>
                </a:solidFill>
                <a:cs typeface="+mn-ea"/>
                <a:sym typeface="+mn-lt"/>
              </a:rPr>
              <a:t>1</a:t>
            </a:r>
            <a:r>
              <a:rPr lang="zh-CN" altLang="en-US" sz="2800" b="1" dirty="0">
                <a:solidFill>
                  <a:schemeClr val="bg1"/>
                </a:solidFill>
                <a:cs typeface="+mn-ea"/>
                <a:sym typeface="+mn-lt"/>
              </a:rPr>
              <a:t>）</a:t>
            </a:r>
          </a:p>
        </p:txBody>
      </p:sp>
      <p:pic>
        <p:nvPicPr>
          <p:cNvPr id="4" name="图片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48248" y="2432529"/>
            <a:ext cx="3828184" cy="26254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内容占位符 2"/>
          <p:cNvSpPr txBox="1"/>
          <p:nvPr/>
        </p:nvSpPr>
        <p:spPr>
          <a:xfrm>
            <a:off x="489049" y="1068952"/>
            <a:ext cx="11213899" cy="166191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lnSpc>
                <a:spcPct val="132000"/>
              </a:lnSpc>
              <a:spcBef>
                <a:spcPts val="600"/>
              </a:spcBef>
              <a:buNone/>
            </a:pPr>
            <a:r>
              <a:rPr lang="zh-CN" altLang="en-US" sz="2300" dirty="0">
                <a:solidFill>
                  <a:srgbClr val="0000FF"/>
                </a:solidFill>
                <a:latin typeface="+mn-ea"/>
              </a:rPr>
              <a:t>虚拟机监视器</a:t>
            </a:r>
            <a:r>
              <a:rPr lang="zh-CN" altLang="en-US" sz="2300" dirty="0">
                <a:latin typeface="+mn-ea"/>
              </a:rPr>
              <a:t>（即</a:t>
            </a:r>
            <a:r>
              <a:rPr lang="en-US" altLang="zh-CN" sz="2300" dirty="0">
                <a:latin typeface="+mn-ea"/>
              </a:rPr>
              <a:t>VMM</a:t>
            </a:r>
            <a:r>
              <a:rPr lang="zh-CN" altLang="en-US" sz="2300" dirty="0">
                <a:latin typeface="+mn-ea"/>
              </a:rPr>
              <a:t>或</a:t>
            </a:r>
            <a:r>
              <a:rPr lang="en-US" altLang="zh-CN" sz="2300" dirty="0">
                <a:latin typeface="+mn-ea"/>
              </a:rPr>
              <a:t>hypervisor</a:t>
            </a:r>
            <a:r>
              <a:rPr lang="zh-CN" altLang="en-US" sz="2300" dirty="0">
                <a:latin typeface="+mn-ea"/>
              </a:rPr>
              <a:t>）是虚拟化技术中的虚拟化层，用来实现对计算机硬件资源的模拟、隔离和共享。</a:t>
            </a:r>
            <a:endParaRPr lang="en-US" altLang="zh-CN" sz="2300" dirty="0">
              <a:latin typeface="+mn-ea"/>
            </a:endParaRPr>
          </a:p>
          <a:p>
            <a:pPr marL="0" indent="457200">
              <a:lnSpc>
                <a:spcPct val="132000"/>
              </a:lnSpc>
              <a:spcBef>
                <a:spcPts val="600"/>
              </a:spcBef>
              <a:buNone/>
            </a:pPr>
            <a:r>
              <a:rPr lang="en-US" altLang="zh-CN" sz="2300" dirty="0">
                <a:latin typeface="+mn-ea"/>
              </a:rPr>
              <a:t> </a:t>
            </a:r>
            <a:r>
              <a:rPr lang="en-US" altLang="zh-CN" sz="2300" dirty="0">
                <a:solidFill>
                  <a:srgbClr val="FF0000"/>
                </a:solidFill>
                <a:latin typeface="+mn-ea"/>
              </a:rPr>
              <a:t>Type 1 VMM</a:t>
            </a:r>
          </a:p>
        </p:txBody>
      </p:sp>
      <p:sp>
        <p:nvSpPr>
          <p:cNvPr id="6" name="内容占位符 2"/>
          <p:cNvSpPr txBox="1"/>
          <p:nvPr/>
        </p:nvSpPr>
        <p:spPr>
          <a:xfrm>
            <a:off x="830396" y="2556813"/>
            <a:ext cx="6591336" cy="269645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indent="-457200">
              <a:lnSpc>
                <a:spcPct val="132000"/>
              </a:lnSpc>
              <a:spcBef>
                <a:spcPts val="600"/>
              </a:spcBef>
              <a:buClr>
                <a:srgbClr val="FF0000"/>
              </a:buClr>
              <a:buFont typeface="Wingdings" panose="05000000000000000000" pitchFamily="2" charset="2"/>
              <a:buChar char="p"/>
            </a:pPr>
            <a:r>
              <a:rPr lang="zh-CN" altLang="en-US" sz="2000" dirty="0"/>
              <a:t>此类</a:t>
            </a:r>
            <a:r>
              <a:rPr lang="en-US" altLang="zh-CN" sz="2000" dirty="0"/>
              <a:t>VMM</a:t>
            </a:r>
            <a:r>
              <a:rPr lang="zh-CN" altLang="en-US" sz="2000" dirty="0"/>
              <a:t>直接运行在硬件之上，管理底层硬件，并监管上层虚拟机</a:t>
            </a:r>
          </a:p>
          <a:p>
            <a:pPr lvl="1" indent="-457200">
              <a:lnSpc>
                <a:spcPct val="132000"/>
              </a:lnSpc>
              <a:spcBef>
                <a:spcPts val="600"/>
              </a:spcBef>
              <a:buClr>
                <a:srgbClr val="FF0000"/>
              </a:buClr>
              <a:buFont typeface="Wingdings" panose="05000000000000000000" pitchFamily="2" charset="2"/>
              <a:buChar char="p"/>
            </a:pPr>
            <a:r>
              <a:rPr lang="en-US" altLang="zh-CN" sz="2000" dirty="0"/>
              <a:t>Type 1 VMM</a:t>
            </a:r>
            <a:r>
              <a:rPr lang="zh-CN" altLang="en-US" sz="2000" dirty="0"/>
              <a:t>较</a:t>
            </a:r>
            <a:r>
              <a:rPr lang="en-US" altLang="zh-CN" sz="2000" dirty="0"/>
              <a:t>Type 2 VMM</a:t>
            </a:r>
            <a:r>
              <a:rPr lang="zh-CN" altLang="en-US" sz="2000" dirty="0"/>
              <a:t>在性能、安全性、隔离性等多个方面都有优势</a:t>
            </a:r>
          </a:p>
          <a:p>
            <a:pPr lvl="1" indent="-457200">
              <a:lnSpc>
                <a:spcPct val="132000"/>
              </a:lnSpc>
              <a:spcBef>
                <a:spcPts val="600"/>
              </a:spcBef>
              <a:buClr>
                <a:srgbClr val="FF0000"/>
              </a:buClr>
              <a:buFont typeface="Wingdings" panose="05000000000000000000" pitchFamily="2" charset="2"/>
              <a:buChar char="p"/>
            </a:pPr>
            <a:r>
              <a:rPr lang="zh-CN" altLang="en-US" sz="2000" dirty="0"/>
              <a:t>典型的</a:t>
            </a:r>
            <a:r>
              <a:rPr lang="en-US" altLang="zh-CN" sz="2000" dirty="0"/>
              <a:t>Type 1 VMM</a:t>
            </a:r>
            <a:r>
              <a:rPr lang="zh-CN" altLang="en-US" sz="2000" dirty="0"/>
              <a:t>有早期的</a:t>
            </a:r>
            <a:r>
              <a:rPr lang="en-US" altLang="zh-CN" sz="2000" dirty="0"/>
              <a:t>Xen</a:t>
            </a:r>
            <a:r>
              <a:rPr lang="zh-CN" altLang="en-US" sz="2000" dirty="0"/>
              <a:t>、</a:t>
            </a:r>
            <a:r>
              <a:rPr lang="en-US" altLang="zh-CN" sz="2000" dirty="0"/>
              <a:t>VMware</a:t>
            </a:r>
            <a:r>
              <a:rPr lang="zh-CN" altLang="en-US" sz="2000" dirty="0"/>
              <a:t>、</a:t>
            </a:r>
            <a:r>
              <a:rPr lang="en-US" altLang="zh-CN" sz="2000" dirty="0"/>
              <a:t>vSphere</a:t>
            </a:r>
            <a:r>
              <a:rPr lang="zh-CN" altLang="en-US" sz="2000" dirty="0"/>
              <a:t>的</a:t>
            </a:r>
            <a:r>
              <a:rPr lang="en-US" altLang="zh-CN" sz="2000" dirty="0" err="1"/>
              <a:t>ESXi</a:t>
            </a:r>
            <a:r>
              <a:rPr lang="zh-CN" altLang="en-US" sz="2000" dirty="0"/>
              <a:t>、</a:t>
            </a:r>
            <a:r>
              <a:rPr lang="en-US" altLang="zh-CN" sz="2000" dirty="0"/>
              <a:t>Citrix</a:t>
            </a:r>
            <a:r>
              <a:rPr lang="zh-CN" altLang="en-US" sz="2000" dirty="0"/>
              <a:t>的</a:t>
            </a:r>
            <a:r>
              <a:rPr lang="en-US" altLang="zh-CN" sz="2000" dirty="0" err="1"/>
              <a:t>XenServer</a:t>
            </a:r>
            <a:r>
              <a:rPr lang="zh-CN" altLang="en-US" sz="2000" dirty="0"/>
              <a:t>以及内核虚拟机</a:t>
            </a:r>
          </a:p>
        </p:txBody>
      </p:sp>
      <p:sp>
        <p:nvSpPr>
          <p:cNvPr id="7" name="内容占位符 2"/>
          <p:cNvSpPr txBox="1"/>
          <p:nvPr/>
        </p:nvSpPr>
        <p:spPr>
          <a:xfrm>
            <a:off x="1300913" y="5191124"/>
            <a:ext cx="4295215" cy="53808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indent="-457200">
              <a:lnSpc>
                <a:spcPct val="132000"/>
              </a:lnSpc>
              <a:spcBef>
                <a:spcPts val="600"/>
              </a:spcBef>
              <a:buClr>
                <a:srgbClr val="FF0000"/>
              </a:buClr>
              <a:buFont typeface="Wingdings" panose="05000000000000000000" pitchFamily="2" charset="2"/>
              <a:buChar char="Ø"/>
            </a:pPr>
            <a:r>
              <a:rPr lang="zh-CN" altLang="en-US" sz="2000" dirty="0"/>
              <a:t>早期的</a:t>
            </a:r>
            <a:r>
              <a:rPr lang="en-US" altLang="zh-CN" sz="2000" dirty="0"/>
              <a:t>Xen </a:t>
            </a:r>
            <a:r>
              <a:rPr lang="zh-CN" altLang="en-US" sz="2000" dirty="0"/>
              <a:t>属于半虚拟化方案</a:t>
            </a:r>
          </a:p>
        </p:txBody>
      </p:sp>
      <p:sp>
        <p:nvSpPr>
          <p:cNvPr id="8" name="内容占位符 2"/>
          <p:cNvSpPr txBox="1"/>
          <p:nvPr/>
        </p:nvSpPr>
        <p:spPr>
          <a:xfrm>
            <a:off x="5596129" y="5191125"/>
            <a:ext cx="6005174" cy="92021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indent="-457200">
              <a:lnSpc>
                <a:spcPct val="132000"/>
              </a:lnSpc>
              <a:spcBef>
                <a:spcPts val="600"/>
              </a:spcBef>
              <a:buClr>
                <a:srgbClr val="FF0000"/>
              </a:buClr>
              <a:buFont typeface="Wingdings" panose="05000000000000000000" pitchFamily="2" charset="2"/>
              <a:buChar char="Ø"/>
            </a:pPr>
            <a:r>
              <a:rPr lang="en-US" altLang="zh-CN" sz="2000" dirty="0" err="1"/>
              <a:t>ESXi</a:t>
            </a:r>
            <a:r>
              <a:rPr lang="zh-CN" altLang="en-US" sz="2000" dirty="0"/>
              <a:t>、</a:t>
            </a:r>
            <a:r>
              <a:rPr lang="en-US" altLang="zh-CN" sz="2000" dirty="0" err="1"/>
              <a:t>XenServer</a:t>
            </a:r>
            <a:r>
              <a:rPr lang="zh-CN" altLang="en-US" sz="2000" dirty="0"/>
              <a:t>、内核虚拟机等都属于硬件辅助的全虚拟化实现方案</a:t>
            </a:r>
          </a:p>
        </p:txBody>
      </p:sp>
      <p:sp>
        <p:nvSpPr>
          <p:cNvPr id="9" name="内容占位符 2"/>
          <p:cNvSpPr txBox="1"/>
          <p:nvPr/>
        </p:nvSpPr>
        <p:spPr>
          <a:xfrm>
            <a:off x="1277476" y="5697260"/>
            <a:ext cx="4155658" cy="92454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indent="-457200">
              <a:lnSpc>
                <a:spcPct val="123000"/>
              </a:lnSpc>
              <a:spcBef>
                <a:spcPts val="600"/>
              </a:spcBef>
              <a:buClr>
                <a:srgbClr val="FF0000"/>
              </a:buClr>
              <a:buFont typeface="Wingdings" panose="05000000000000000000" pitchFamily="2" charset="2"/>
              <a:buChar char="Ø"/>
            </a:pPr>
            <a:r>
              <a:rPr lang="zh-CN" altLang="en-US" sz="2000" dirty="0"/>
              <a:t>内核虚拟机：基于</a:t>
            </a:r>
            <a:r>
              <a:rPr lang="en-US" altLang="zh-CN" sz="2000" dirty="0"/>
              <a:t>Linux</a:t>
            </a:r>
            <a:r>
              <a:rPr lang="zh-CN" altLang="en-US" sz="2000" dirty="0"/>
              <a:t>内核实现的</a:t>
            </a:r>
            <a:r>
              <a:rPr lang="en-US" altLang="zh-CN" sz="2000" dirty="0"/>
              <a:t>VMM</a:t>
            </a:r>
            <a:endParaRPr lang="zh-CN" altLang="en-US" sz="2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cs typeface="+mn-ea"/>
                <a:sym typeface="+mn-lt"/>
              </a:rPr>
              <a:t>虚拟机监视器</a:t>
            </a:r>
            <a:r>
              <a:rPr lang="en-US" altLang="zh-CN" sz="2800" b="1" dirty="0">
                <a:solidFill>
                  <a:schemeClr val="bg1"/>
                </a:solidFill>
                <a:cs typeface="+mn-ea"/>
                <a:sym typeface="+mn-lt"/>
              </a:rPr>
              <a:t>VMM</a:t>
            </a:r>
            <a:r>
              <a:rPr lang="zh-CN" altLang="en-US" sz="2800" b="1" dirty="0">
                <a:solidFill>
                  <a:schemeClr val="bg1"/>
                </a:solidFill>
                <a:cs typeface="+mn-ea"/>
                <a:sym typeface="+mn-lt"/>
              </a:rPr>
              <a:t>（</a:t>
            </a:r>
            <a:r>
              <a:rPr lang="en-US" altLang="zh-CN" sz="2800" b="1" dirty="0">
                <a:solidFill>
                  <a:schemeClr val="bg1"/>
                </a:solidFill>
                <a:cs typeface="+mn-ea"/>
                <a:sym typeface="+mn-lt"/>
              </a:rPr>
              <a:t>2</a:t>
            </a:r>
            <a:r>
              <a:rPr lang="zh-CN" altLang="en-US" sz="2800" b="1" dirty="0">
                <a:solidFill>
                  <a:schemeClr val="bg1"/>
                </a:solidFill>
                <a:cs typeface="+mn-ea"/>
                <a:sym typeface="+mn-lt"/>
              </a:rPr>
              <a:t>）</a:t>
            </a:r>
          </a:p>
        </p:txBody>
      </p:sp>
      <p:pic>
        <p:nvPicPr>
          <p:cNvPr id="4" name="图片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66928" y="2475416"/>
            <a:ext cx="4237544" cy="3499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文本框 4"/>
          <p:cNvSpPr txBox="1"/>
          <p:nvPr/>
        </p:nvSpPr>
        <p:spPr>
          <a:xfrm>
            <a:off x="1348617" y="1034993"/>
            <a:ext cx="10316641" cy="2096408"/>
          </a:xfrm>
          <a:prstGeom prst="rect">
            <a:avLst/>
          </a:prstGeom>
          <a:noFill/>
        </p:spPr>
        <p:txBody>
          <a:bodyPr wrap="square" rtlCol="0">
            <a:spAutoFit/>
          </a:bodyPr>
          <a:lstStyle/>
          <a:p>
            <a:pPr algn="just">
              <a:lnSpc>
                <a:spcPct val="150000"/>
              </a:lnSpc>
              <a:spcAft>
                <a:spcPts val="600"/>
              </a:spcAft>
            </a:pPr>
            <a:r>
              <a:rPr lang="en-US" altLang="zh-CN" sz="2400" dirty="0">
                <a:solidFill>
                  <a:srgbClr val="FF0000"/>
                </a:solidFill>
                <a:latin typeface="+mn-ea"/>
              </a:rPr>
              <a:t>Type 2 VMM</a:t>
            </a:r>
            <a:r>
              <a:rPr lang="zh-CN" altLang="en-US" sz="2400" dirty="0">
                <a:solidFill>
                  <a:srgbClr val="FF0000"/>
                </a:solidFill>
                <a:latin typeface="+mn-ea"/>
              </a:rPr>
              <a:t>，</a:t>
            </a:r>
            <a:r>
              <a:rPr lang="en-US" altLang="zh-CN" sz="2400" dirty="0">
                <a:latin typeface="+mn-ea"/>
              </a:rPr>
              <a:t>PC</a:t>
            </a:r>
            <a:r>
              <a:rPr lang="zh-CN" altLang="en-US" sz="2400" dirty="0">
                <a:latin typeface="+mn-ea"/>
              </a:rPr>
              <a:t>机上常用</a:t>
            </a:r>
          </a:p>
          <a:p>
            <a:pPr marL="342900" indent="-342900" algn="just">
              <a:lnSpc>
                <a:spcPct val="132000"/>
              </a:lnSpc>
              <a:spcAft>
                <a:spcPts val="600"/>
              </a:spcAft>
              <a:buClr>
                <a:srgbClr val="FF0000"/>
              </a:buClr>
              <a:buFont typeface="Wingdings" panose="05000000000000000000" pitchFamily="2" charset="2"/>
              <a:buChar char="Ø"/>
            </a:pPr>
            <a:r>
              <a:rPr lang="en-US" altLang="zh-CN" sz="2200" dirty="0">
                <a:latin typeface="+mn-ea"/>
              </a:rPr>
              <a:t>VMM</a:t>
            </a:r>
            <a:r>
              <a:rPr lang="zh-CN" altLang="en-US" sz="2200" dirty="0">
                <a:latin typeface="+mn-ea"/>
              </a:rPr>
              <a:t>作为一个应用程序运行在主机</a:t>
            </a:r>
            <a:r>
              <a:rPr lang="en-US" altLang="zh-CN" sz="2200" dirty="0">
                <a:latin typeface="+mn-ea"/>
              </a:rPr>
              <a:t>OS</a:t>
            </a:r>
            <a:r>
              <a:rPr lang="zh-CN" altLang="en-US" sz="2200" dirty="0">
                <a:latin typeface="+mn-ea"/>
              </a:rPr>
              <a:t>上，并不直接管理硬件资源，而是利用主机</a:t>
            </a:r>
            <a:r>
              <a:rPr lang="en-US" altLang="zh-CN" sz="2200" dirty="0">
                <a:latin typeface="+mn-ea"/>
              </a:rPr>
              <a:t>OS</a:t>
            </a:r>
            <a:r>
              <a:rPr lang="zh-CN" altLang="en-US" sz="2200" dirty="0">
                <a:latin typeface="+mn-ea"/>
              </a:rPr>
              <a:t>与硬件进行交互</a:t>
            </a:r>
          </a:p>
          <a:p>
            <a:pPr marL="342900" indent="-342900" algn="just">
              <a:lnSpc>
                <a:spcPct val="132000"/>
              </a:lnSpc>
              <a:spcAft>
                <a:spcPts val="600"/>
              </a:spcAft>
              <a:buClr>
                <a:srgbClr val="FF0000"/>
              </a:buClr>
              <a:buFont typeface="Wingdings" panose="05000000000000000000" pitchFamily="2" charset="2"/>
              <a:buChar char="Ø"/>
            </a:pPr>
            <a:r>
              <a:rPr lang="zh-CN" altLang="en-US" sz="2200" dirty="0">
                <a:latin typeface="+mn-ea"/>
              </a:rPr>
              <a:t>导致架构的性能和安全性下降</a:t>
            </a:r>
          </a:p>
        </p:txBody>
      </p:sp>
      <p:pic>
        <p:nvPicPr>
          <p:cNvPr id="6" name="图片 5"/>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a:xfrm>
            <a:off x="725509" y="1131860"/>
            <a:ext cx="527050" cy="527050"/>
          </a:xfrm>
          <a:prstGeom prst="rect">
            <a:avLst/>
          </a:prstGeom>
          <a:ln>
            <a:noFill/>
          </a:ln>
          <a:effectLst>
            <a:softEdge rad="0"/>
          </a:effectLst>
        </p:spPr>
      </p:pic>
      <p:pic>
        <p:nvPicPr>
          <p:cNvPr id="7" name="图片 6"/>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a:xfrm>
            <a:off x="725509" y="3335124"/>
            <a:ext cx="527050" cy="527050"/>
          </a:xfrm>
          <a:prstGeom prst="rect">
            <a:avLst/>
          </a:prstGeom>
          <a:ln>
            <a:noFill/>
          </a:ln>
          <a:effectLst>
            <a:softEdge rad="0"/>
          </a:effectLst>
        </p:spPr>
      </p:pic>
      <p:sp>
        <p:nvSpPr>
          <p:cNvPr id="8" name="文本框 7"/>
          <p:cNvSpPr txBox="1"/>
          <p:nvPr/>
        </p:nvSpPr>
        <p:spPr>
          <a:xfrm>
            <a:off x="1348616" y="3204048"/>
            <a:ext cx="5780153" cy="3687741"/>
          </a:xfrm>
          <a:prstGeom prst="rect">
            <a:avLst/>
          </a:prstGeom>
          <a:noFill/>
        </p:spPr>
        <p:txBody>
          <a:bodyPr wrap="square" rtlCol="0">
            <a:spAutoFit/>
          </a:bodyPr>
          <a:lstStyle/>
          <a:p>
            <a:pPr algn="just">
              <a:lnSpc>
                <a:spcPct val="132000"/>
              </a:lnSpc>
              <a:spcBef>
                <a:spcPts val="600"/>
              </a:spcBef>
              <a:spcAft>
                <a:spcPts val="600"/>
              </a:spcAft>
            </a:pPr>
            <a:r>
              <a:rPr lang="zh-CN" altLang="en-US" sz="2400" dirty="0">
                <a:latin typeface="+mn-ea"/>
              </a:rPr>
              <a:t>优点是安装、使用、卸载等都十分方便，不会影响主机</a:t>
            </a:r>
            <a:r>
              <a:rPr lang="en-US" altLang="zh-CN" sz="2400" dirty="0">
                <a:latin typeface="+mn-ea"/>
              </a:rPr>
              <a:t>OS</a:t>
            </a:r>
            <a:r>
              <a:rPr lang="zh-CN" altLang="en-US" sz="2400" dirty="0">
                <a:latin typeface="+mn-ea"/>
              </a:rPr>
              <a:t>的支持运行</a:t>
            </a:r>
            <a:endParaRPr lang="en-US" altLang="zh-CN" sz="2400" dirty="0">
              <a:latin typeface="+mn-ea"/>
            </a:endParaRPr>
          </a:p>
          <a:p>
            <a:pPr algn="just">
              <a:lnSpc>
                <a:spcPct val="132000"/>
              </a:lnSpc>
              <a:spcBef>
                <a:spcPts val="600"/>
              </a:spcBef>
              <a:spcAft>
                <a:spcPts val="600"/>
              </a:spcAft>
            </a:pPr>
            <a:r>
              <a:rPr lang="zh-CN" altLang="en-US" sz="2200" dirty="0">
                <a:latin typeface="+mn-ea"/>
              </a:rPr>
              <a:t>常见的软件</a:t>
            </a:r>
            <a:endParaRPr lang="en-US" altLang="zh-CN" sz="2200" dirty="0">
              <a:latin typeface="+mn-ea"/>
            </a:endParaRPr>
          </a:p>
          <a:p>
            <a:pPr marL="342900" indent="-342900" algn="just">
              <a:lnSpc>
                <a:spcPct val="132000"/>
              </a:lnSpc>
              <a:spcAft>
                <a:spcPts val="600"/>
              </a:spcAft>
              <a:buClr>
                <a:srgbClr val="FF0000"/>
              </a:buClr>
              <a:buFont typeface="Wingdings" panose="05000000000000000000" pitchFamily="2" charset="2"/>
              <a:buChar char="Ø"/>
            </a:pPr>
            <a:r>
              <a:rPr lang="en-US" altLang="zh-CN" sz="2200" dirty="0">
                <a:latin typeface="+mn-ea"/>
              </a:rPr>
              <a:t>VMware  Workstations</a:t>
            </a:r>
            <a:r>
              <a:rPr lang="zh-CN" altLang="en-US" sz="2200" dirty="0">
                <a:latin typeface="+mn-ea"/>
              </a:rPr>
              <a:t>、</a:t>
            </a:r>
            <a:r>
              <a:rPr lang="en-US" altLang="zh-CN" sz="2200" dirty="0">
                <a:latin typeface="+mn-ea"/>
              </a:rPr>
              <a:t>VirtualBox</a:t>
            </a:r>
            <a:r>
              <a:rPr lang="zh-CN" altLang="en-US" sz="2200" dirty="0">
                <a:latin typeface="+mn-ea"/>
              </a:rPr>
              <a:t>、</a:t>
            </a:r>
            <a:r>
              <a:rPr lang="en-US" altLang="zh-CN" sz="2200" dirty="0">
                <a:latin typeface="+mn-ea"/>
              </a:rPr>
              <a:t>Virtual PC</a:t>
            </a:r>
            <a:r>
              <a:rPr lang="zh-CN" altLang="en-US" sz="2200" dirty="0">
                <a:latin typeface="+mn-ea"/>
              </a:rPr>
              <a:t>等</a:t>
            </a:r>
          </a:p>
          <a:p>
            <a:pPr marL="342900" indent="-342900" algn="just">
              <a:lnSpc>
                <a:spcPct val="132000"/>
              </a:lnSpc>
              <a:spcAft>
                <a:spcPts val="600"/>
              </a:spcAft>
              <a:buClr>
                <a:srgbClr val="FF0000"/>
              </a:buClr>
              <a:buFont typeface="Wingdings" panose="05000000000000000000" pitchFamily="2" charset="2"/>
              <a:buChar char="Ø"/>
            </a:pPr>
            <a:r>
              <a:rPr lang="zh-CN" altLang="en-US" sz="2200" dirty="0">
                <a:latin typeface="+mn-ea"/>
              </a:rPr>
              <a:t>它们都支持基于硬件辅助的全虚拟化实现</a:t>
            </a:r>
          </a:p>
          <a:p>
            <a:pPr algn="just">
              <a:lnSpc>
                <a:spcPct val="150000"/>
              </a:lnSpc>
              <a:spcAft>
                <a:spcPts val="600"/>
              </a:spcAft>
              <a:buClr>
                <a:srgbClr val="FF0000"/>
              </a:buClr>
            </a:pPr>
            <a:endParaRPr lang="zh-CN" altLang="en-US" sz="2200" dirty="0">
              <a:latin typeface="+mn-ea"/>
            </a:endParaRPr>
          </a:p>
        </p:txBody>
      </p:sp>
      <p:pic>
        <p:nvPicPr>
          <p:cNvPr id="9" name="图片 8"/>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a:xfrm>
            <a:off x="725509" y="4329423"/>
            <a:ext cx="527050" cy="527050"/>
          </a:xfrm>
          <a:prstGeom prst="rect">
            <a:avLst/>
          </a:prstGeom>
          <a:ln>
            <a:noFill/>
          </a:ln>
          <a:effectLst>
            <a:softEdge rad="0"/>
          </a:effec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虚拟机监视器</a:t>
            </a:r>
            <a:r>
              <a:rPr lang="en-US" altLang="zh-CN" sz="2800" b="1" dirty="0">
                <a:solidFill>
                  <a:schemeClr val="bg1"/>
                </a:solidFill>
              </a:rPr>
              <a:t>VMM</a:t>
            </a:r>
            <a:r>
              <a:rPr lang="zh-CN" altLang="en-US" sz="2800" b="1" dirty="0">
                <a:solidFill>
                  <a:schemeClr val="bg1"/>
                </a:solidFill>
              </a:rPr>
              <a:t>（</a:t>
            </a:r>
            <a:r>
              <a:rPr lang="en-US" altLang="zh-CN" sz="2800" b="1" dirty="0">
                <a:solidFill>
                  <a:schemeClr val="bg1"/>
                </a:solidFill>
              </a:rPr>
              <a:t>3</a:t>
            </a:r>
            <a:r>
              <a:rPr lang="zh-CN" altLang="en-US" sz="2800" b="1" dirty="0">
                <a:solidFill>
                  <a:schemeClr val="bg1"/>
                </a:solidFill>
              </a:rPr>
              <a:t>）</a:t>
            </a:r>
          </a:p>
        </p:txBody>
      </p:sp>
      <p:sp>
        <p:nvSpPr>
          <p:cNvPr id="5" name="矩形: 圆角 4"/>
          <p:cNvSpPr/>
          <p:nvPr/>
        </p:nvSpPr>
        <p:spPr>
          <a:xfrm>
            <a:off x="881725" y="1331757"/>
            <a:ext cx="6380207" cy="570355"/>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r>
              <a:rPr lang="en-US" altLang="zh-CN" sz="2400" dirty="0">
                <a:solidFill>
                  <a:schemeClr val="bg1"/>
                </a:solidFill>
              </a:rPr>
              <a:t> Type 1 VMM</a:t>
            </a:r>
            <a:r>
              <a:rPr lang="zh-CN" altLang="en-US" sz="2400" dirty="0">
                <a:solidFill>
                  <a:schemeClr val="bg1"/>
                </a:solidFill>
              </a:rPr>
              <a:t>与</a:t>
            </a:r>
            <a:r>
              <a:rPr lang="en-US" altLang="zh-CN" sz="2400" dirty="0">
                <a:solidFill>
                  <a:schemeClr val="bg1"/>
                </a:solidFill>
              </a:rPr>
              <a:t>Type 2 VMM</a:t>
            </a:r>
            <a:r>
              <a:rPr lang="zh-CN" altLang="en-US" sz="2400" dirty="0">
                <a:solidFill>
                  <a:schemeClr val="bg1"/>
                </a:solidFill>
              </a:rPr>
              <a:t>的区别</a:t>
            </a:r>
          </a:p>
        </p:txBody>
      </p:sp>
      <p:sp>
        <p:nvSpPr>
          <p:cNvPr id="6" name="内容占位符 2"/>
          <p:cNvSpPr txBox="1"/>
          <p:nvPr/>
        </p:nvSpPr>
        <p:spPr>
          <a:xfrm>
            <a:off x="881725" y="2054340"/>
            <a:ext cx="6584396" cy="404459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265" lvl="1" indent="-533400">
              <a:lnSpc>
                <a:spcPct val="123000"/>
              </a:lnSpc>
              <a:spcBef>
                <a:spcPts val="600"/>
              </a:spcBef>
              <a:buClr>
                <a:srgbClr val="E71101"/>
              </a:buClr>
              <a:buSzPct val="100000"/>
              <a:buFont typeface="Wingdings" panose="05000000000000000000" pitchFamily="2" charset="2"/>
              <a:buChar char="n"/>
              <a:defRPr/>
            </a:pPr>
            <a:r>
              <a:rPr lang="zh-CN" altLang="en-US" sz="2200" dirty="0"/>
              <a:t>本质区别在于对硬件的控制能力，或者说</a:t>
            </a:r>
            <a:r>
              <a:rPr lang="en-US" altLang="zh-CN" sz="2200" dirty="0"/>
              <a:t>VMM   </a:t>
            </a:r>
            <a:r>
              <a:rPr lang="zh-CN" altLang="en-US" sz="2200" dirty="0"/>
              <a:t>在计算机系统中的层级</a:t>
            </a:r>
          </a:p>
          <a:p>
            <a:pPr marL="799465" lvl="2" indent="-533400">
              <a:lnSpc>
                <a:spcPct val="123000"/>
              </a:lnSpc>
              <a:spcBef>
                <a:spcPts val="600"/>
              </a:spcBef>
              <a:buClr>
                <a:srgbClr val="E71101"/>
              </a:buClr>
              <a:buSzPct val="100000"/>
              <a:buFont typeface="Wingdings" panose="05000000000000000000" pitchFamily="2" charset="2"/>
              <a:buChar char="Ø"/>
              <a:defRPr/>
            </a:pPr>
            <a:r>
              <a:rPr lang="en-US" altLang="zh-CN" sz="2000" dirty="0"/>
              <a:t>Type 1 VMM</a:t>
            </a:r>
            <a:r>
              <a:rPr lang="zh-CN" altLang="en-US" sz="2000" dirty="0"/>
              <a:t>直接管理硬件、紧贴着硬件层</a:t>
            </a:r>
          </a:p>
          <a:p>
            <a:pPr marL="799465" lvl="2" indent="-533400">
              <a:lnSpc>
                <a:spcPct val="123000"/>
              </a:lnSpc>
              <a:spcBef>
                <a:spcPts val="600"/>
              </a:spcBef>
              <a:buClr>
                <a:srgbClr val="E71101"/>
              </a:buClr>
              <a:buSzPct val="100000"/>
              <a:buFont typeface="Wingdings" panose="05000000000000000000" pitchFamily="2" charset="2"/>
              <a:buChar char="Ø"/>
              <a:defRPr/>
            </a:pPr>
            <a:r>
              <a:rPr lang="en-US" altLang="zh-CN" sz="2000" dirty="0"/>
              <a:t>Type 2 VMM</a:t>
            </a:r>
            <a:r>
              <a:rPr lang="zh-CN" altLang="en-US" sz="2000" dirty="0"/>
              <a:t>则须通过主机</a:t>
            </a:r>
            <a:r>
              <a:rPr lang="en-US" altLang="zh-CN" sz="2000" dirty="0"/>
              <a:t>OS</a:t>
            </a:r>
            <a:r>
              <a:rPr lang="zh-CN" altLang="en-US" sz="2000" dirty="0"/>
              <a:t>访问硬件，与硬件层隔了一层</a:t>
            </a:r>
            <a:r>
              <a:rPr lang="en-US" altLang="zh-CN" sz="2000" dirty="0"/>
              <a:t>OS</a:t>
            </a:r>
          </a:p>
          <a:p>
            <a:pPr marL="342265" lvl="1" indent="-533400">
              <a:lnSpc>
                <a:spcPct val="123000"/>
              </a:lnSpc>
              <a:spcBef>
                <a:spcPts val="600"/>
              </a:spcBef>
              <a:buClr>
                <a:srgbClr val="E71101"/>
              </a:buClr>
              <a:buSzPct val="100000"/>
              <a:buFont typeface="Wingdings" panose="05000000000000000000" pitchFamily="2" charset="2"/>
              <a:buChar char="n"/>
              <a:defRPr/>
            </a:pPr>
            <a:r>
              <a:rPr lang="zh-CN" altLang="en-US" sz="2200" dirty="0"/>
              <a:t>性能方面，</a:t>
            </a:r>
            <a:r>
              <a:rPr lang="en-US" altLang="zh-CN" sz="2200" dirty="0"/>
              <a:t>Type 1 VMM</a:t>
            </a:r>
            <a:r>
              <a:rPr lang="zh-CN" altLang="en-US" sz="2200" dirty="0"/>
              <a:t>一般要高于</a:t>
            </a:r>
            <a:r>
              <a:rPr lang="en-US" altLang="zh-CN" sz="2200" dirty="0"/>
              <a:t>Type 2 VMM</a:t>
            </a:r>
          </a:p>
          <a:p>
            <a:pPr marL="799465" lvl="2" indent="-533400">
              <a:lnSpc>
                <a:spcPct val="123000"/>
              </a:lnSpc>
              <a:spcBef>
                <a:spcPts val="600"/>
              </a:spcBef>
              <a:buClr>
                <a:srgbClr val="E71101"/>
              </a:buClr>
              <a:buSzPct val="100000"/>
              <a:buFont typeface="Wingdings" panose="05000000000000000000" pitchFamily="2" charset="2"/>
              <a:buChar char="Ø"/>
              <a:defRPr/>
            </a:pPr>
            <a:r>
              <a:rPr lang="en-US" altLang="zh-CN" sz="2000" dirty="0"/>
              <a:t>Type 2 VMM</a:t>
            </a:r>
            <a:r>
              <a:rPr lang="zh-CN" altLang="en-US" sz="2000" dirty="0"/>
              <a:t>通过主机</a:t>
            </a:r>
            <a:r>
              <a:rPr lang="en-US" altLang="zh-CN" sz="2000" dirty="0"/>
              <a:t>OS</a:t>
            </a:r>
            <a:r>
              <a:rPr lang="zh-CN" altLang="en-US" sz="2000" dirty="0"/>
              <a:t>管理硬件，使得管理流程更复杂，导致效率降低</a:t>
            </a:r>
          </a:p>
          <a:p>
            <a:pPr marL="342265" lvl="1" indent="-533400">
              <a:lnSpc>
                <a:spcPct val="123000"/>
              </a:lnSpc>
              <a:spcBef>
                <a:spcPts val="600"/>
              </a:spcBef>
              <a:buClr>
                <a:srgbClr val="E71101"/>
              </a:buClr>
              <a:buSzPct val="100000"/>
              <a:buFont typeface="Wingdings" panose="05000000000000000000" pitchFamily="2" charset="2"/>
              <a:buChar char="n"/>
              <a:defRPr/>
            </a:pPr>
            <a:r>
              <a:rPr lang="zh-CN" altLang="en-US" sz="2200" dirty="0"/>
              <a:t>稳定性方面，</a:t>
            </a:r>
            <a:r>
              <a:rPr lang="en-US" altLang="zh-CN" sz="2200" dirty="0"/>
              <a:t>Type 1 VMM</a:t>
            </a:r>
            <a:r>
              <a:rPr lang="zh-CN" altLang="en-US" sz="2200" dirty="0"/>
              <a:t>也会优于</a:t>
            </a:r>
            <a:r>
              <a:rPr lang="en-US" altLang="zh-CN" sz="2200" dirty="0"/>
              <a:t>Type 2 VMM</a:t>
            </a:r>
          </a:p>
        </p:txBody>
      </p:sp>
      <p:sp>
        <p:nvSpPr>
          <p:cNvPr id="7" name="矩形: 圆角 4"/>
          <p:cNvSpPr/>
          <p:nvPr/>
        </p:nvSpPr>
        <p:spPr>
          <a:xfrm>
            <a:off x="8060925" y="1331757"/>
            <a:ext cx="3142694" cy="570355"/>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r>
              <a:rPr lang="zh-CN" altLang="en-US" sz="2400" dirty="0">
                <a:solidFill>
                  <a:schemeClr val="bg1"/>
                </a:solidFill>
              </a:rPr>
              <a:t>总体来讲：</a:t>
            </a:r>
          </a:p>
        </p:txBody>
      </p:sp>
      <p:sp>
        <p:nvSpPr>
          <p:cNvPr id="8" name="内容占位符 2"/>
          <p:cNvSpPr txBox="1"/>
          <p:nvPr/>
        </p:nvSpPr>
        <p:spPr>
          <a:xfrm>
            <a:off x="8060926" y="2054340"/>
            <a:ext cx="3249350" cy="2981223"/>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lvl="1" indent="-342900">
              <a:lnSpc>
                <a:spcPct val="132000"/>
              </a:lnSpc>
              <a:spcBef>
                <a:spcPts val="370"/>
              </a:spcBef>
              <a:buClr>
                <a:srgbClr val="E71101"/>
              </a:buClr>
              <a:buSzPct val="100000"/>
              <a:buFont typeface="Wingdings" panose="05000000000000000000" pitchFamily="2" charset="2"/>
              <a:buChar char="n"/>
              <a:defRPr/>
            </a:pPr>
            <a:r>
              <a:rPr lang="en-US" altLang="zh-CN" sz="2400" dirty="0"/>
              <a:t>Type 1 VMM</a:t>
            </a:r>
            <a:r>
              <a:rPr lang="zh-CN" altLang="en-US" sz="2400" dirty="0"/>
              <a:t>性能更高、安全性更好，更适合企业用户在服务器中使用</a:t>
            </a:r>
          </a:p>
          <a:p>
            <a:pPr marL="342900" lvl="1" indent="-342900">
              <a:lnSpc>
                <a:spcPct val="132000"/>
              </a:lnSpc>
              <a:spcBef>
                <a:spcPts val="370"/>
              </a:spcBef>
              <a:buClr>
                <a:srgbClr val="E71101"/>
              </a:buClr>
              <a:buSzPct val="100000"/>
              <a:buFont typeface="Wingdings" panose="05000000000000000000" pitchFamily="2" charset="2"/>
              <a:buChar char="n"/>
              <a:defRPr/>
            </a:pPr>
            <a:r>
              <a:rPr lang="en-US" altLang="zh-CN" sz="2400" dirty="0"/>
              <a:t>Type 2 VMM</a:t>
            </a:r>
            <a:r>
              <a:rPr lang="zh-CN" altLang="en-US" sz="2400" dirty="0"/>
              <a:t>则使用更加便捷，更适用于</a:t>
            </a:r>
            <a:r>
              <a:rPr lang="en-US" altLang="zh-CN" sz="2400" dirty="0"/>
              <a:t>PC</a:t>
            </a:r>
            <a:r>
              <a:rPr lang="zh-CN" altLang="en-US" sz="2400" dirty="0"/>
              <a:t>场景</a:t>
            </a:r>
          </a:p>
        </p:txBody>
      </p:sp>
      <p:cxnSp>
        <p:nvCxnSpPr>
          <p:cNvPr id="4" name="直接连接符 3"/>
          <p:cNvCxnSpPr/>
          <p:nvPr/>
        </p:nvCxnSpPr>
        <p:spPr>
          <a:xfrm>
            <a:off x="7812351" y="2228294"/>
            <a:ext cx="0" cy="3710867"/>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7696200" y="5725971"/>
            <a:ext cx="400546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7590409" y="5924754"/>
            <a:ext cx="4111260" cy="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cs typeface="+mn-ea"/>
                <a:sym typeface="+mn-lt"/>
              </a:rPr>
              <a:t>CPU</a:t>
            </a:r>
            <a:r>
              <a:rPr lang="zh-CN" altLang="en-US" sz="2800" b="1" dirty="0">
                <a:solidFill>
                  <a:schemeClr val="bg1"/>
                </a:solidFill>
                <a:cs typeface="+mn-ea"/>
                <a:sym typeface="+mn-lt"/>
              </a:rPr>
              <a:t>虚拟化（</a:t>
            </a:r>
            <a:r>
              <a:rPr lang="en-US" altLang="zh-CN" sz="2800" b="1" dirty="0">
                <a:solidFill>
                  <a:schemeClr val="bg1"/>
                </a:solidFill>
                <a:cs typeface="+mn-ea"/>
                <a:sym typeface="+mn-lt"/>
              </a:rPr>
              <a:t>1</a:t>
            </a:r>
            <a:r>
              <a:rPr lang="zh-CN" altLang="en-US" sz="2800" b="1" dirty="0">
                <a:solidFill>
                  <a:schemeClr val="bg1"/>
                </a:solidFill>
                <a:cs typeface="+mn-ea"/>
                <a:sym typeface="+mn-lt"/>
              </a:rPr>
              <a:t>）</a:t>
            </a:r>
          </a:p>
        </p:txBody>
      </p:sp>
      <p:sp>
        <p:nvSpPr>
          <p:cNvPr id="4" name="内容占位符 2"/>
          <p:cNvSpPr txBox="1"/>
          <p:nvPr/>
        </p:nvSpPr>
        <p:spPr>
          <a:xfrm>
            <a:off x="253346" y="1203907"/>
            <a:ext cx="11527322" cy="205419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indent="-457200">
              <a:lnSpc>
                <a:spcPct val="132000"/>
              </a:lnSpc>
              <a:spcBef>
                <a:spcPts val="600"/>
              </a:spcBef>
              <a:buClr>
                <a:srgbClr val="FF0000"/>
              </a:buClr>
              <a:buFont typeface="Wingdings" panose="05000000000000000000" pitchFamily="2" charset="2"/>
              <a:buChar char="p"/>
            </a:pPr>
            <a:r>
              <a:rPr lang="en-US" altLang="zh-CN" sz="2000" dirty="0">
                <a:solidFill>
                  <a:srgbClr val="FF0000"/>
                </a:solidFill>
              </a:rPr>
              <a:t>CPU</a:t>
            </a:r>
            <a:r>
              <a:rPr lang="zh-CN" altLang="en-US" sz="2000" dirty="0">
                <a:solidFill>
                  <a:srgbClr val="FF0000"/>
                </a:solidFill>
              </a:rPr>
              <a:t>虚拟化技术</a:t>
            </a:r>
            <a:r>
              <a:rPr lang="zh-CN" altLang="en-US" sz="2000" dirty="0"/>
              <a:t>：</a:t>
            </a:r>
            <a:r>
              <a:rPr lang="en-US" altLang="zh-CN" sz="2000" dirty="0"/>
              <a:t>VMM</a:t>
            </a:r>
            <a:r>
              <a:rPr lang="zh-CN" altLang="en-US" sz="2000" dirty="0"/>
              <a:t>不允许虚拟机直接控制物理</a:t>
            </a:r>
            <a:r>
              <a:rPr lang="en-US" altLang="zh-CN" sz="2000" dirty="0"/>
              <a:t>CPU</a:t>
            </a:r>
            <a:r>
              <a:rPr lang="zh-CN" altLang="en-US" sz="2000" dirty="0"/>
              <a:t>，而是为其虚拟出了与物理</a:t>
            </a:r>
            <a:r>
              <a:rPr lang="en-US" altLang="zh-CN" sz="2000" dirty="0"/>
              <a:t>CPU</a:t>
            </a:r>
            <a:r>
              <a:rPr lang="zh-CN" altLang="en-US" sz="2000" dirty="0"/>
              <a:t>同质的虚拟</a:t>
            </a:r>
            <a:r>
              <a:rPr lang="en-US" altLang="zh-CN" sz="2000" dirty="0"/>
              <a:t>CPU</a:t>
            </a:r>
            <a:r>
              <a:rPr lang="zh-CN" altLang="en-US" sz="2000" dirty="0"/>
              <a:t>（</a:t>
            </a:r>
            <a:r>
              <a:rPr lang="en-US" altLang="zh-CN" sz="2000" dirty="0"/>
              <a:t>vCPU</a:t>
            </a:r>
            <a:r>
              <a:rPr lang="zh-CN" altLang="en-US" sz="2000" dirty="0"/>
              <a:t>），虚拟机允许位于虚拟</a:t>
            </a:r>
            <a:r>
              <a:rPr lang="en-US" altLang="zh-CN" sz="2000" dirty="0"/>
              <a:t>CPU</a:t>
            </a:r>
            <a:r>
              <a:rPr lang="zh-CN" altLang="en-US" sz="2000" dirty="0"/>
              <a:t>之上</a:t>
            </a:r>
          </a:p>
          <a:p>
            <a:pPr lvl="1" indent="-457200">
              <a:lnSpc>
                <a:spcPct val="132000"/>
              </a:lnSpc>
              <a:spcBef>
                <a:spcPts val="600"/>
              </a:spcBef>
              <a:buClr>
                <a:srgbClr val="FF0000"/>
              </a:buClr>
              <a:buFont typeface="Wingdings" panose="05000000000000000000" pitchFamily="2" charset="2"/>
              <a:buChar char="p"/>
            </a:pPr>
            <a:r>
              <a:rPr lang="en-US" altLang="zh-CN" sz="2000" dirty="0"/>
              <a:t>CPU</a:t>
            </a:r>
            <a:r>
              <a:rPr lang="zh-CN" altLang="en-US" sz="2000" dirty="0"/>
              <a:t>虚拟化需要实现对指令、异常和中断的模拟</a:t>
            </a:r>
          </a:p>
          <a:p>
            <a:pPr lvl="1" indent="-457200">
              <a:lnSpc>
                <a:spcPct val="132000"/>
              </a:lnSpc>
              <a:spcBef>
                <a:spcPts val="600"/>
              </a:spcBef>
              <a:buClr>
                <a:srgbClr val="FF0000"/>
              </a:buClr>
              <a:buFont typeface="Wingdings" panose="05000000000000000000" pitchFamily="2" charset="2"/>
              <a:buChar char="p"/>
            </a:pPr>
            <a:r>
              <a:rPr lang="zh-CN" altLang="en-US" sz="2000" dirty="0"/>
              <a:t>指令执行：普通</a:t>
            </a:r>
            <a:r>
              <a:rPr lang="en-US" altLang="zh-CN" sz="2000" dirty="0"/>
              <a:t>CPU</a:t>
            </a:r>
            <a:r>
              <a:rPr lang="zh-CN" altLang="en-US" sz="2000" dirty="0"/>
              <a:t>指令直接执行，以保证计算性能；敏感指令由</a:t>
            </a:r>
            <a:r>
              <a:rPr lang="en-US" altLang="zh-CN" sz="2000" dirty="0"/>
              <a:t>VMM</a:t>
            </a:r>
            <a:r>
              <a:rPr lang="zh-CN" altLang="en-US" sz="2000" dirty="0"/>
              <a:t>模拟执行，以保证安全</a:t>
            </a:r>
          </a:p>
        </p:txBody>
      </p:sp>
      <p:sp>
        <p:nvSpPr>
          <p:cNvPr id="5" name="矩形 4"/>
          <p:cNvSpPr/>
          <p:nvPr/>
        </p:nvSpPr>
        <p:spPr>
          <a:xfrm>
            <a:off x="1378911" y="3287095"/>
            <a:ext cx="2243179" cy="527051"/>
          </a:xfrm>
          <a:prstGeom prst="rect">
            <a:avLst/>
          </a:prstGeom>
        </p:spPr>
        <p:txBody>
          <a:bodyPr wrap="square">
            <a:noAutofit/>
          </a:bodyPr>
          <a:lstStyle/>
          <a:p>
            <a:pPr>
              <a:lnSpc>
                <a:spcPct val="132000"/>
              </a:lnSpc>
              <a:spcBef>
                <a:spcPts val="600"/>
              </a:spcBef>
              <a:spcAft>
                <a:spcPts val="600"/>
              </a:spcAft>
            </a:pPr>
            <a:r>
              <a:rPr lang="zh-CN" altLang="en-US" sz="2200" dirty="0">
                <a:solidFill>
                  <a:srgbClr val="0000FF"/>
                </a:solidFill>
                <a:latin typeface="+mn-ea"/>
              </a:rPr>
              <a:t>软件模拟</a:t>
            </a:r>
            <a:r>
              <a:rPr lang="zh-CN" altLang="en-US" sz="2200" dirty="0">
                <a:latin typeface="+mn-ea"/>
              </a:rPr>
              <a:t>虚拟化</a:t>
            </a:r>
          </a:p>
        </p:txBody>
      </p:sp>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905892" y="3355497"/>
            <a:ext cx="390248" cy="390248"/>
          </a:xfrm>
          <a:prstGeom prst="rect">
            <a:avLst/>
          </a:prstGeom>
          <a:ln>
            <a:noFill/>
          </a:ln>
          <a:effectLst>
            <a:softEdge rad="0"/>
          </a:effectLst>
        </p:spPr>
      </p:pic>
      <p:sp>
        <p:nvSpPr>
          <p:cNvPr id="7" name="内容占位符 2"/>
          <p:cNvSpPr txBox="1"/>
          <p:nvPr/>
        </p:nvSpPr>
        <p:spPr>
          <a:xfrm>
            <a:off x="669924" y="3814146"/>
            <a:ext cx="6210269" cy="256532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indent="-457200">
              <a:lnSpc>
                <a:spcPct val="132000"/>
              </a:lnSpc>
              <a:spcBef>
                <a:spcPts val="600"/>
              </a:spcBef>
              <a:buClr>
                <a:srgbClr val="FF0000"/>
              </a:buClr>
              <a:buFont typeface="Wingdings" panose="05000000000000000000" pitchFamily="2" charset="2"/>
              <a:buChar char="Ø"/>
            </a:pPr>
            <a:r>
              <a:rPr lang="zh-CN" altLang="en-US" sz="2000" dirty="0"/>
              <a:t>解释执行技术：虚拟机所须执行的每一条指令都经由</a:t>
            </a:r>
            <a:r>
              <a:rPr lang="en-US" altLang="zh-CN" sz="2000" dirty="0"/>
              <a:t>VMM</a:t>
            </a:r>
            <a:r>
              <a:rPr lang="zh-CN" altLang="en-US" sz="2000" dirty="0"/>
              <a:t>实时解释执行</a:t>
            </a:r>
          </a:p>
          <a:p>
            <a:pPr lvl="1" indent="-457200">
              <a:lnSpc>
                <a:spcPct val="132000"/>
              </a:lnSpc>
              <a:spcBef>
                <a:spcPts val="600"/>
              </a:spcBef>
              <a:buClr>
                <a:srgbClr val="FF0000"/>
              </a:buClr>
              <a:buFont typeface="Wingdings" panose="05000000000000000000" pitchFamily="2" charset="2"/>
              <a:buChar char="Ø"/>
            </a:pPr>
            <a:r>
              <a:rPr lang="zh-CN" altLang="en-US" sz="2000" dirty="0"/>
              <a:t>扫描与修补技术：扫描虚拟机所须执行的代码，保留普通指令并修补敏感指令</a:t>
            </a:r>
          </a:p>
          <a:p>
            <a:pPr lvl="1" indent="-457200">
              <a:lnSpc>
                <a:spcPct val="132000"/>
              </a:lnSpc>
              <a:spcBef>
                <a:spcPts val="600"/>
              </a:spcBef>
              <a:buClr>
                <a:srgbClr val="FF0000"/>
              </a:buClr>
              <a:buFont typeface="Wingdings" panose="05000000000000000000" pitchFamily="2" charset="2"/>
              <a:buChar char="Ø"/>
            </a:pPr>
            <a:r>
              <a:rPr lang="zh-CN" altLang="en-US" sz="2000" dirty="0"/>
              <a:t>二进制翻译技术： </a:t>
            </a:r>
            <a:r>
              <a:rPr lang="en-US" altLang="zh-CN" sz="2000" dirty="0"/>
              <a:t>VMM</a:t>
            </a:r>
            <a:r>
              <a:rPr lang="zh-CN" altLang="en-US" sz="2000" dirty="0"/>
              <a:t>在虚拟机启动时，就预先将后续可能用到的代码翻译并存储在缓冲区中</a:t>
            </a:r>
          </a:p>
        </p:txBody>
      </p:sp>
      <p:sp>
        <p:nvSpPr>
          <p:cNvPr id="8" name="矩形 7"/>
          <p:cNvSpPr/>
          <p:nvPr/>
        </p:nvSpPr>
        <p:spPr>
          <a:xfrm>
            <a:off x="7696200" y="3333073"/>
            <a:ext cx="2243179" cy="527051"/>
          </a:xfrm>
          <a:prstGeom prst="rect">
            <a:avLst/>
          </a:prstGeom>
        </p:spPr>
        <p:txBody>
          <a:bodyPr wrap="square">
            <a:noAutofit/>
          </a:bodyPr>
          <a:lstStyle/>
          <a:p>
            <a:pPr>
              <a:lnSpc>
                <a:spcPct val="132000"/>
              </a:lnSpc>
              <a:spcBef>
                <a:spcPts val="600"/>
              </a:spcBef>
              <a:spcAft>
                <a:spcPts val="600"/>
              </a:spcAft>
            </a:pPr>
            <a:r>
              <a:rPr lang="zh-CN" altLang="en-US" sz="2200" dirty="0">
                <a:solidFill>
                  <a:srgbClr val="0000FF"/>
                </a:solidFill>
                <a:latin typeface="+mn-ea"/>
              </a:rPr>
              <a:t>硬件辅助</a:t>
            </a:r>
            <a:r>
              <a:rPr lang="zh-CN" altLang="en-US" sz="2200" dirty="0">
                <a:latin typeface="+mn-ea"/>
              </a:rPr>
              <a:t>虚拟化</a:t>
            </a:r>
          </a:p>
        </p:txBody>
      </p:sp>
      <p:pic>
        <p:nvPicPr>
          <p:cNvPr id="9" name="图片 8"/>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7223181" y="3401475"/>
            <a:ext cx="390248" cy="390248"/>
          </a:xfrm>
          <a:prstGeom prst="rect">
            <a:avLst/>
          </a:prstGeom>
          <a:ln>
            <a:noFill/>
          </a:ln>
          <a:effectLst>
            <a:softEdge rad="0"/>
          </a:effectLst>
        </p:spPr>
      </p:pic>
      <p:sp>
        <p:nvSpPr>
          <p:cNvPr id="10" name="内容占位符 2"/>
          <p:cNvSpPr txBox="1"/>
          <p:nvPr/>
        </p:nvSpPr>
        <p:spPr>
          <a:xfrm>
            <a:off x="7011540" y="3860124"/>
            <a:ext cx="4510535" cy="94269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indent="-457200">
              <a:lnSpc>
                <a:spcPct val="132000"/>
              </a:lnSpc>
              <a:spcBef>
                <a:spcPts val="600"/>
              </a:spcBef>
              <a:buClr>
                <a:srgbClr val="FF0000"/>
              </a:buClr>
              <a:buFont typeface="Wingdings" panose="05000000000000000000" pitchFamily="2" charset="2"/>
              <a:buChar char="Ø"/>
            </a:pPr>
            <a:r>
              <a:rPr lang="zh-CN" altLang="en-US" sz="2000" dirty="0"/>
              <a:t>加入新的虚拟化专用指令，降低了虚拟化的复杂性</a:t>
            </a:r>
          </a:p>
        </p:txBody>
      </p:sp>
      <p:cxnSp>
        <p:nvCxnSpPr>
          <p:cNvPr id="13" name="直接连接符 12"/>
          <p:cNvCxnSpPr/>
          <p:nvPr/>
        </p:nvCxnSpPr>
        <p:spPr>
          <a:xfrm>
            <a:off x="7368466" y="4944862"/>
            <a:ext cx="415360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7368466" y="5264458"/>
            <a:ext cx="415360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7368466" y="5601809"/>
            <a:ext cx="415360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7368466" y="5939161"/>
            <a:ext cx="4153609" cy="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cs typeface="+mn-ea"/>
                <a:sym typeface="+mn-lt"/>
              </a:rPr>
              <a:t>CPU</a:t>
            </a:r>
            <a:r>
              <a:rPr lang="zh-CN" altLang="en-US" sz="2800" b="1" dirty="0">
                <a:solidFill>
                  <a:schemeClr val="bg1"/>
                </a:solidFill>
                <a:cs typeface="+mn-ea"/>
                <a:sym typeface="+mn-lt"/>
              </a:rPr>
              <a:t>虚拟化（</a:t>
            </a:r>
            <a:r>
              <a:rPr lang="en-US" altLang="zh-CN" sz="2800" b="1" dirty="0">
                <a:solidFill>
                  <a:schemeClr val="bg1"/>
                </a:solidFill>
                <a:cs typeface="+mn-ea"/>
                <a:sym typeface="+mn-lt"/>
              </a:rPr>
              <a:t>2</a:t>
            </a:r>
            <a:r>
              <a:rPr lang="zh-CN" altLang="en-US" sz="2800" b="1" dirty="0">
                <a:solidFill>
                  <a:schemeClr val="bg1"/>
                </a:solidFill>
                <a:cs typeface="+mn-ea"/>
                <a:sym typeface="+mn-lt"/>
              </a:rPr>
              <a:t>）</a:t>
            </a:r>
          </a:p>
        </p:txBody>
      </p:sp>
      <p:sp>
        <p:nvSpPr>
          <p:cNvPr id="7" name="内容占位符 2"/>
          <p:cNvSpPr txBox="1"/>
          <p:nvPr/>
        </p:nvSpPr>
        <p:spPr>
          <a:xfrm>
            <a:off x="511268" y="1197944"/>
            <a:ext cx="5579954" cy="5170883"/>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580"/>
              </a:spcBef>
              <a:buNone/>
              <a:defRPr/>
            </a:pPr>
            <a:r>
              <a:rPr lang="en-US" altLang="zh-CN" sz="2400" dirty="0"/>
              <a:t>1.</a:t>
            </a:r>
            <a:r>
              <a:rPr lang="zh-CN" altLang="en-US" sz="2400" dirty="0"/>
              <a:t>中断和异常</a:t>
            </a:r>
          </a:p>
          <a:p>
            <a:pPr marL="342900" lvl="1" indent="-342900">
              <a:lnSpc>
                <a:spcPct val="132000"/>
              </a:lnSpc>
              <a:spcBef>
                <a:spcPts val="370"/>
              </a:spcBef>
              <a:buClr>
                <a:srgbClr val="E71101"/>
              </a:buClr>
              <a:buSzPct val="60000"/>
              <a:buFont typeface="Wingdings" panose="05000000000000000000" pitchFamily="2" charset="2"/>
              <a:buChar char="Ø"/>
              <a:defRPr/>
            </a:pPr>
            <a:r>
              <a:rPr lang="zh-CN" altLang="en-US" sz="2200" dirty="0">
                <a:solidFill>
                  <a:srgbClr val="FF0000"/>
                </a:solidFill>
              </a:rPr>
              <a:t>中断</a:t>
            </a:r>
            <a:r>
              <a:rPr lang="zh-CN" altLang="en-US" sz="2200" dirty="0">
                <a:solidFill>
                  <a:schemeClr val="tx1">
                    <a:lumMod val="65000"/>
                    <a:lumOff val="35000"/>
                  </a:schemeClr>
                </a:solidFill>
              </a:rPr>
              <a:t>的模拟</a:t>
            </a:r>
          </a:p>
          <a:p>
            <a:pPr marL="800100" lvl="2" indent="-342900">
              <a:lnSpc>
                <a:spcPct val="132000"/>
              </a:lnSpc>
              <a:spcBef>
                <a:spcPts val="370"/>
              </a:spcBef>
              <a:buClr>
                <a:srgbClr val="E71101"/>
              </a:buClr>
              <a:buSzPct val="60000"/>
              <a:buFont typeface="Wingdings" panose="05000000000000000000" pitchFamily="2" charset="2"/>
              <a:buChar char="p"/>
              <a:defRPr/>
            </a:pPr>
            <a:r>
              <a:rPr lang="zh-CN" altLang="en-US" sz="2000" dirty="0">
                <a:solidFill>
                  <a:schemeClr val="tx1">
                    <a:lumMod val="65000"/>
                    <a:lumOff val="35000"/>
                  </a:schemeClr>
                </a:solidFill>
              </a:rPr>
              <a:t>中断源的模拟</a:t>
            </a:r>
          </a:p>
          <a:p>
            <a:pPr marL="800100" lvl="2" indent="-342900">
              <a:lnSpc>
                <a:spcPct val="132000"/>
              </a:lnSpc>
              <a:spcBef>
                <a:spcPts val="370"/>
              </a:spcBef>
              <a:buClr>
                <a:srgbClr val="E71101"/>
              </a:buClr>
              <a:buSzPct val="60000"/>
              <a:buFont typeface="Wingdings" panose="05000000000000000000" pitchFamily="2" charset="2"/>
              <a:buChar char="p"/>
              <a:defRPr/>
            </a:pPr>
            <a:r>
              <a:rPr lang="zh-CN" altLang="en-US" sz="2000" dirty="0">
                <a:solidFill>
                  <a:schemeClr val="tx1">
                    <a:lumMod val="65000"/>
                    <a:lumOff val="35000"/>
                  </a:schemeClr>
                </a:solidFill>
              </a:rPr>
              <a:t>中断控制器的模拟</a:t>
            </a:r>
          </a:p>
          <a:p>
            <a:pPr marL="342900" lvl="1" indent="-342900">
              <a:lnSpc>
                <a:spcPct val="132000"/>
              </a:lnSpc>
              <a:spcBef>
                <a:spcPts val="370"/>
              </a:spcBef>
              <a:buClr>
                <a:srgbClr val="E71101"/>
              </a:buClr>
              <a:buSzPct val="60000"/>
              <a:buFont typeface="Wingdings" panose="05000000000000000000" pitchFamily="2" charset="2"/>
              <a:buChar char="Ø"/>
              <a:defRPr/>
            </a:pPr>
            <a:r>
              <a:rPr lang="zh-CN" altLang="en-US" sz="2200" dirty="0">
                <a:solidFill>
                  <a:srgbClr val="FF0000"/>
                </a:solidFill>
              </a:rPr>
              <a:t>异常</a:t>
            </a:r>
            <a:r>
              <a:rPr lang="zh-CN" altLang="en-US" sz="2200" dirty="0">
                <a:solidFill>
                  <a:schemeClr val="tx1">
                    <a:lumMod val="65000"/>
                    <a:lumOff val="35000"/>
                  </a:schemeClr>
                </a:solidFill>
              </a:rPr>
              <a:t>的模拟</a:t>
            </a:r>
          </a:p>
          <a:p>
            <a:pPr marL="800100" lvl="2" indent="-342900">
              <a:lnSpc>
                <a:spcPct val="132000"/>
              </a:lnSpc>
              <a:spcBef>
                <a:spcPts val="370"/>
              </a:spcBef>
              <a:buClr>
                <a:srgbClr val="E71101"/>
              </a:buClr>
              <a:buSzPct val="60000"/>
              <a:buFont typeface="Wingdings" panose="05000000000000000000" pitchFamily="2" charset="2"/>
              <a:buChar char="p"/>
              <a:defRPr/>
            </a:pPr>
            <a:r>
              <a:rPr lang="zh-CN" altLang="en-US" sz="2000" dirty="0">
                <a:solidFill>
                  <a:schemeClr val="tx1">
                    <a:lumMod val="65000"/>
                    <a:lumOff val="35000"/>
                  </a:schemeClr>
                </a:solidFill>
              </a:rPr>
              <a:t>由虚拟机运行在低特权级却运行了特权指令而造成的异常，这种异常将陷入</a:t>
            </a:r>
            <a:r>
              <a:rPr lang="en-US" altLang="zh-CN" sz="2000" dirty="0">
                <a:solidFill>
                  <a:schemeClr val="tx1">
                    <a:lumMod val="65000"/>
                    <a:lumOff val="35000"/>
                  </a:schemeClr>
                </a:solidFill>
              </a:rPr>
              <a:t>VMM</a:t>
            </a:r>
            <a:r>
              <a:rPr lang="zh-CN" altLang="en-US" sz="2000" dirty="0">
                <a:solidFill>
                  <a:schemeClr val="tx1">
                    <a:lumMod val="65000"/>
                    <a:lumOff val="35000"/>
                  </a:schemeClr>
                </a:solidFill>
              </a:rPr>
              <a:t>处理并返回虚拟机期望的正确结果</a:t>
            </a:r>
          </a:p>
          <a:p>
            <a:pPr marL="800100" lvl="2" indent="-342900">
              <a:lnSpc>
                <a:spcPct val="132000"/>
              </a:lnSpc>
              <a:spcBef>
                <a:spcPts val="370"/>
              </a:spcBef>
              <a:buClr>
                <a:srgbClr val="E71101"/>
              </a:buClr>
              <a:buSzPct val="60000"/>
              <a:buFont typeface="Wingdings" panose="05000000000000000000" pitchFamily="2" charset="2"/>
              <a:buChar char="p"/>
              <a:defRPr/>
            </a:pPr>
            <a:r>
              <a:rPr lang="zh-CN" altLang="en-US" sz="2000" dirty="0">
                <a:solidFill>
                  <a:schemeClr val="tx1">
                    <a:lumMod val="65000"/>
                    <a:lumOff val="35000"/>
                  </a:schemeClr>
                </a:solidFill>
              </a:rPr>
              <a:t>由虚拟机自身程序存在问题导致执行的指令出错而引发的异常，</a:t>
            </a:r>
            <a:r>
              <a:rPr lang="en-US" altLang="zh-CN" sz="2000" dirty="0">
                <a:solidFill>
                  <a:schemeClr val="tx1">
                    <a:lumMod val="65000"/>
                    <a:lumOff val="35000"/>
                  </a:schemeClr>
                </a:solidFill>
              </a:rPr>
              <a:t>VMM</a:t>
            </a:r>
            <a:r>
              <a:rPr lang="zh-CN" altLang="en-US" sz="2000" dirty="0">
                <a:solidFill>
                  <a:schemeClr val="tx1">
                    <a:lumMod val="65000"/>
                    <a:lumOff val="35000"/>
                  </a:schemeClr>
                </a:solidFill>
              </a:rPr>
              <a:t>需要严格按照</a:t>
            </a:r>
            <a:r>
              <a:rPr lang="en-US" altLang="zh-CN" sz="2000" dirty="0">
                <a:solidFill>
                  <a:schemeClr val="tx1">
                    <a:lumMod val="65000"/>
                    <a:lumOff val="35000"/>
                  </a:schemeClr>
                </a:solidFill>
              </a:rPr>
              <a:t>CPU</a:t>
            </a:r>
            <a:r>
              <a:rPr lang="zh-CN" altLang="en-US" sz="2000" dirty="0">
                <a:solidFill>
                  <a:schemeClr val="tx1">
                    <a:lumMod val="65000"/>
                    <a:lumOff val="35000"/>
                  </a:schemeClr>
                </a:solidFill>
              </a:rPr>
              <a:t>数据手册所定义的异常产生条件和处理规则给予虚拟机响应</a:t>
            </a:r>
          </a:p>
        </p:txBody>
      </p:sp>
      <p:sp>
        <p:nvSpPr>
          <p:cNvPr id="8" name="内容占位符 2"/>
          <p:cNvSpPr txBox="1"/>
          <p:nvPr/>
        </p:nvSpPr>
        <p:spPr>
          <a:xfrm>
            <a:off x="6670620" y="1197944"/>
            <a:ext cx="4851455" cy="4758133"/>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2000"/>
              </a:lnSpc>
              <a:spcBef>
                <a:spcPts val="580"/>
              </a:spcBef>
              <a:buNone/>
              <a:defRPr/>
            </a:pPr>
            <a:r>
              <a:rPr lang="en-US" altLang="zh-CN" sz="2400" dirty="0">
                <a:solidFill>
                  <a:srgbClr val="0000FF"/>
                </a:solidFill>
              </a:rPr>
              <a:t>2.</a:t>
            </a:r>
            <a:r>
              <a:rPr lang="zh-CN" altLang="en-US" sz="2400" dirty="0">
                <a:solidFill>
                  <a:srgbClr val="0000FF"/>
                </a:solidFill>
              </a:rPr>
              <a:t>上下文切换</a:t>
            </a:r>
            <a:r>
              <a:rPr lang="zh-CN" altLang="en-US" sz="2400" dirty="0"/>
              <a:t>：指切换虚拟机运行时</a:t>
            </a:r>
            <a:r>
              <a:rPr lang="en-US" altLang="zh-CN" sz="2400" dirty="0"/>
              <a:t>CPU</a:t>
            </a:r>
            <a:r>
              <a:rPr lang="zh-CN" altLang="en-US" sz="2400" dirty="0"/>
              <a:t>各寄存器的状态</a:t>
            </a:r>
          </a:p>
          <a:p>
            <a:pPr marL="0" lvl="1" indent="-342900">
              <a:lnSpc>
                <a:spcPct val="132000"/>
              </a:lnSpc>
              <a:spcBef>
                <a:spcPts val="370"/>
              </a:spcBef>
              <a:buClr>
                <a:srgbClr val="E71101"/>
              </a:buClr>
              <a:buSzPct val="60000"/>
              <a:buFont typeface="Wingdings" panose="05000000000000000000" pitchFamily="2" charset="2"/>
              <a:buChar char="Ø"/>
              <a:defRPr/>
            </a:pPr>
            <a:r>
              <a:rPr lang="zh-CN" altLang="en-US" sz="2200" dirty="0">
                <a:solidFill>
                  <a:schemeClr val="tx1">
                    <a:lumMod val="65000"/>
                    <a:lumOff val="35000"/>
                  </a:schemeClr>
                </a:solidFill>
              </a:rPr>
              <a:t>软件切换：</a:t>
            </a:r>
            <a:r>
              <a:rPr lang="en-US" altLang="zh-CN" sz="2200" dirty="0">
                <a:solidFill>
                  <a:schemeClr val="tx1">
                    <a:lumMod val="65000"/>
                    <a:lumOff val="35000"/>
                  </a:schemeClr>
                </a:solidFill>
              </a:rPr>
              <a:t>VMM</a:t>
            </a:r>
            <a:r>
              <a:rPr lang="zh-CN" altLang="en-US" sz="2200" dirty="0">
                <a:solidFill>
                  <a:schemeClr val="tx1">
                    <a:lumMod val="65000"/>
                    <a:lumOff val="35000"/>
                  </a:schemeClr>
                </a:solidFill>
              </a:rPr>
              <a:t>会维护一块内存，用于保存各虚拟机的上下文</a:t>
            </a:r>
          </a:p>
          <a:p>
            <a:pPr marL="457200" lvl="2" indent="-342900">
              <a:lnSpc>
                <a:spcPct val="132000"/>
              </a:lnSpc>
              <a:spcBef>
                <a:spcPts val="370"/>
              </a:spcBef>
              <a:buClr>
                <a:srgbClr val="E71101"/>
              </a:buClr>
              <a:buSzPct val="60000"/>
              <a:buFont typeface="Wingdings" panose="05000000000000000000" pitchFamily="2" charset="2"/>
              <a:buChar char="p"/>
              <a:defRPr/>
            </a:pPr>
            <a:r>
              <a:rPr lang="zh-CN" altLang="en-US" sz="2000" dirty="0">
                <a:solidFill>
                  <a:schemeClr val="tx1">
                    <a:lumMod val="65000"/>
                    <a:lumOff val="35000"/>
                  </a:schemeClr>
                </a:solidFill>
              </a:rPr>
              <a:t>先将当前</a:t>
            </a:r>
            <a:r>
              <a:rPr lang="en-US" altLang="zh-CN" sz="2000" dirty="0">
                <a:solidFill>
                  <a:schemeClr val="tx1">
                    <a:lumMod val="65000"/>
                    <a:lumOff val="35000"/>
                  </a:schemeClr>
                </a:solidFill>
              </a:rPr>
              <a:t>CPU</a:t>
            </a:r>
            <a:r>
              <a:rPr lang="zh-CN" altLang="en-US" sz="2000" dirty="0">
                <a:solidFill>
                  <a:schemeClr val="tx1">
                    <a:lumMod val="65000"/>
                    <a:lumOff val="35000"/>
                  </a:schemeClr>
                </a:solidFill>
              </a:rPr>
              <a:t>所有寄存器的值存入内存空间，再从内存中读取即将运行的虚拟机在挂起前所保存的</a:t>
            </a:r>
            <a:r>
              <a:rPr lang="en-US" altLang="zh-CN" sz="2000" dirty="0">
                <a:solidFill>
                  <a:schemeClr val="tx1">
                    <a:lumMod val="65000"/>
                    <a:lumOff val="35000"/>
                  </a:schemeClr>
                </a:solidFill>
              </a:rPr>
              <a:t>CPU</a:t>
            </a:r>
            <a:r>
              <a:rPr lang="zh-CN" altLang="en-US" sz="2000" dirty="0">
                <a:solidFill>
                  <a:schemeClr val="tx1">
                    <a:lumMod val="65000"/>
                    <a:lumOff val="35000"/>
                  </a:schemeClr>
                </a:solidFill>
              </a:rPr>
              <a:t>寄存器的值，并将其加装到对应的寄存器中</a:t>
            </a:r>
          </a:p>
          <a:p>
            <a:pPr marL="0" lvl="1" indent="-342900">
              <a:lnSpc>
                <a:spcPct val="132000"/>
              </a:lnSpc>
              <a:spcBef>
                <a:spcPts val="370"/>
              </a:spcBef>
              <a:buClr>
                <a:srgbClr val="E71101"/>
              </a:buClr>
              <a:buSzPct val="60000"/>
              <a:buFont typeface="Wingdings" panose="05000000000000000000" pitchFamily="2" charset="2"/>
              <a:buChar char="Ø"/>
              <a:defRPr/>
            </a:pPr>
            <a:r>
              <a:rPr lang="zh-CN" altLang="en-US" sz="2200" dirty="0">
                <a:solidFill>
                  <a:schemeClr val="tx1">
                    <a:lumMod val="65000"/>
                    <a:lumOff val="35000"/>
                  </a:schemeClr>
                </a:solidFill>
              </a:rPr>
              <a:t>硬件切换：硬件提供了便于虚拟机上下文切换的专用数据结构和指令</a:t>
            </a:r>
          </a:p>
        </p:txBody>
      </p:sp>
      <p:cxnSp>
        <p:nvCxnSpPr>
          <p:cNvPr id="9" name="直接连接符 8"/>
          <p:cNvCxnSpPr/>
          <p:nvPr/>
        </p:nvCxnSpPr>
        <p:spPr>
          <a:xfrm>
            <a:off x="6436311" y="1367161"/>
            <a:ext cx="0" cy="46962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a:off x="6436311" y="6072326"/>
            <a:ext cx="5130153" cy="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cs typeface="+mn-ea"/>
                <a:sym typeface="+mn-lt"/>
              </a:rPr>
              <a:t>内存虚拟化</a:t>
            </a:r>
          </a:p>
        </p:txBody>
      </p:sp>
      <p:pic>
        <p:nvPicPr>
          <p:cNvPr id="4" name="图片 3"/>
          <p:cNvPicPr>
            <a:picLocks noChangeAspect="1"/>
          </p:cNvPicPr>
          <p:nvPr/>
        </p:nvPicPr>
        <p:blipFill>
          <a:blip r:embed="rId2"/>
          <a:stretch>
            <a:fillRect/>
          </a:stretch>
        </p:blipFill>
        <p:spPr>
          <a:xfrm>
            <a:off x="1995448" y="3870368"/>
            <a:ext cx="8715375" cy="2200910"/>
          </a:xfrm>
          <a:prstGeom prst="rect">
            <a:avLst/>
          </a:prstGeom>
        </p:spPr>
      </p:pic>
      <p:sp>
        <p:nvSpPr>
          <p:cNvPr id="5" name="内容占位符 2"/>
          <p:cNvSpPr txBox="1"/>
          <p:nvPr/>
        </p:nvSpPr>
        <p:spPr>
          <a:xfrm>
            <a:off x="932155" y="1133937"/>
            <a:ext cx="10653203" cy="3473574"/>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lvl="1" indent="-342900">
              <a:lnSpc>
                <a:spcPct val="132000"/>
              </a:lnSpc>
              <a:spcBef>
                <a:spcPts val="370"/>
              </a:spcBef>
              <a:buClr>
                <a:srgbClr val="E71101"/>
              </a:buClr>
              <a:buSzPct val="60000"/>
              <a:buFont typeface="Wingdings" panose="05000000000000000000" pitchFamily="2" charset="2"/>
              <a:buChar char="Ø"/>
              <a:defRPr/>
            </a:pPr>
            <a:r>
              <a:rPr lang="zh-CN" altLang="en-US" sz="2200" dirty="0">
                <a:solidFill>
                  <a:srgbClr val="FF0000"/>
                </a:solidFill>
              </a:rPr>
              <a:t>内存虚拟化</a:t>
            </a:r>
            <a:r>
              <a:rPr lang="zh-CN" altLang="en-US" sz="2200" dirty="0"/>
              <a:t>类似于现代</a:t>
            </a:r>
            <a:r>
              <a:rPr lang="en-US" altLang="zh-CN" sz="2200" dirty="0"/>
              <a:t>OS</a:t>
            </a:r>
            <a:r>
              <a:rPr lang="zh-CN" altLang="en-US" sz="2200" dirty="0"/>
              <a:t>所提供的虚拟存储器</a:t>
            </a:r>
          </a:p>
          <a:p>
            <a:pPr marL="342900" lvl="1" indent="-342900">
              <a:lnSpc>
                <a:spcPct val="132000"/>
              </a:lnSpc>
              <a:spcBef>
                <a:spcPts val="370"/>
              </a:spcBef>
              <a:buClr>
                <a:srgbClr val="E71101"/>
              </a:buClr>
              <a:buSzPct val="60000"/>
              <a:buFont typeface="Wingdings" panose="05000000000000000000" pitchFamily="2" charset="2"/>
              <a:buChar char="Ø"/>
              <a:defRPr/>
            </a:pPr>
            <a:r>
              <a:rPr lang="zh-CN" altLang="en-US" sz="2200" dirty="0"/>
              <a:t>需要维护两级内存映射</a:t>
            </a:r>
          </a:p>
          <a:p>
            <a:pPr marL="800100" lvl="2" indent="-342900">
              <a:lnSpc>
                <a:spcPct val="132000"/>
              </a:lnSpc>
              <a:spcBef>
                <a:spcPts val="370"/>
              </a:spcBef>
              <a:buClr>
                <a:srgbClr val="E71101"/>
              </a:buClr>
              <a:buSzPct val="60000"/>
              <a:buFont typeface="Wingdings" panose="05000000000000000000" pitchFamily="2" charset="2"/>
              <a:buChar char="p"/>
              <a:defRPr/>
            </a:pPr>
            <a:r>
              <a:rPr lang="zh-CN" altLang="en-US" sz="2000" dirty="0"/>
              <a:t>客户机</a:t>
            </a:r>
            <a:r>
              <a:rPr lang="en-US" altLang="zh-CN" sz="2000" dirty="0"/>
              <a:t>OS</a:t>
            </a:r>
            <a:r>
              <a:rPr lang="zh-CN" altLang="en-US" sz="2000" dirty="0"/>
              <a:t>负责从虚拟地址到虚拟机的物理内存地址的映射，但是它不能直接访问实际机器内存</a:t>
            </a:r>
          </a:p>
          <a:p>
            <a:pPr marL="800100" lvl="2" indent="-342900">
              <a:lnSpc>
                <a:spcPct val="132000"/>
              </a:lnSpc>
              <a:spcBef>
                <a:spcPts val="370"/>
              </a:spcBef>
              <a:buClr>
                <a:srgbClr val="E71101"/>
              </a:buClr>
              <a:buSzPct val="60000"/>
              <a:buFont typeface="Wingdings" panose="05000000000000000000" pitchFamily="2" charset="2"/>
              <a:buChar char="p"/>
              <a:defRPr/>
            </a:pPr>
            <a:r>
              <a:rPr lang="en-US" altLang="zh-CN" sz="2000" dirty="0"/>
              <a:t>VMM</a:t>
            </a:r>
            <a:r>
              <a:rPr lang="zh-CN" altLang="en-US" sz="2000" dirty="0"/>
              <a:t>负责将客户物理内存映射到实际的机器内存上</a:t>
            </a:r>
          </a:p>
          <a:p>
            <a:pPr marL="1257300" lvl="3" indent="-342900">
              <a:lnSpc>
                <a:spcPct val="132000"/>
              </a:lnSpc>
              <a:spcBef>
                <a:spcPts val="370"/>
              </a:spcBef>
              <a:buClr>
                <a:srgbClr val="E71101"/>
              </a:buClr>
              <a:buSzPct val="60000"/>
              <a:buFont typeface="Wingdings" panose="05000000000000000000" pitchFamily="2" charset="2"/>
              <a:buChar char="Ø"/>
              <a:defRPr/>
            </a:pPr>
            <a:r>
              <a:rPr lang="zh-CN" altLang="en-US" sz="2000" dirty="0"/>
              <a:t>扩展页表</a:t>
            </a:r>
          </a:p>
          <a:p>
            <a:pPr marL="1257300" lvl="3" indent="-342900">
              <a:lnSpc>
                <a:spcPct val="132000"/>
              </a:lnSpc>
              <a:spcBef>
                <a:spcPts val="370"/>
              </a:spcBef>
              <a:buClr>
                <a:srgbClr val="E71101"/>
              </a:buClr>
              <a:buSzPct val="60000"/>
              <a:buFont typeface="Wingdings" panose="05000000000000000000" pitchFamily="2" charset="2"/>
              <a:buChar char="Ø"/>
              <a:defRPr/>
            </a:pPr>
            <a:r>
              <a:rPr lang="zh-CN" altLang="en-US" sz="2000" dirty="0"/>
              <a:t>影子页表</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cs typeface="+mn-ea"/>
                <a:sym typeface="+mn-lt"/>
              </a:rPr>
              <a:t>I/O</a:t>
            </a:r>
            <a:r>
              <a:rPr lang="zh-CN" altLang="en-US" sz="2800" b="1" dirty="0">
                <a:solidFill>
                  <a:schemeClr val="bg1"/>
                </a:solidFill>
                <a:cs typeface="+mn-ea"/>
                <a:sym typeface="+mn-lt"/>
              </a:rPr>
              <a:t>虚拟化</a:t>
            </a:r>
          </a:p>
        </p:txBody>
      </p:sp>
      <p:pic>
        <p:nvPicPr>
          <p:cNvPr id="4" name="图片 3"/>
          <p:cNvPicPr>
            <a:picLocks noChangeAspect="1"/>
          </p:cNvPicPr>
          <p:nvPr/>
        </p:nvPicPr>
        <p:blipFill>
          <a:blip r:embed="rId2"/>
          <a:stretch>
            <a:fillRect/>
          </a:stretch>
        </p:blipFill>
        <p:spPr>
          <a:xfrm>
            <a:off x="8704576" y="1405554"/>
            <a:ext cx="2921635" cy="4781550"/>
          </a:xfrm>
          <a:prstGeom prst="rect">
            <a:avLst/>
          </a:prstGeom>
        </p:spPr>
      </p:pic>
      <p:sp>
        <p:nvSpPr>
          <p:cNvPr id="12" name="îSļiḓè"/>
          <p:cNvSpPr/>
          <p:nvPr/>
        </p:nvSpPr>
        <p:spPr>
          <a:xfrm>
            <a:off x="669925" y="1240087"/>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p>
        </p:txBody>
      </p:sp>
      <p:sp>
        <p:nvSpPr>
          <p:cNvPr id="13" name="íṥḻîḓe"/>
          <p:cNvSpPr/>
          <p:nvPr/>
        </p:nvSpPr>
        <p:spPr>
          <a:xfrm>
            <a:off x="669925" y="3610445"/>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p>
        </p:txBody>
      </p:sp>
      <p:sp>
        <p:nvSpPr>
          <p:cNvPr id="14" name="îşļiḓè"/>
          <p:cNvSpPr/>
          <p:nvPr/>
        </p:nvSpPr>
        <p:spPr>
          <a:xfrm>
            <a:off x="669925" y="2425266"/>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p>
        </p:txBody>
      </p:sp>
      <p:sp>
        <p:nvSpPr>
          <p:cNvPr id="15" name="îṡḷíďe"/>
          <p:cNvSpPr/>
          <p:nvPr/>
        </p:nvSpPr>
        <p:spPr>
          <a:xfrm>
            <a:off x="860180" y="1436225"/>
            <a:ext cx="261147" cy="247870"/>
          </a:xfrm>
          <a:custGeom>
            <a:avLst/>
            <a:gdLst/>
            <a:ahLst/>
            <a:cxnLst/>
            <a:rect l="0" t="0" r="0" b="0"/>
            <a:pathLst>
              <a:path w="120000" h="120000" extrusionOk="0">
                <a:moveTo>
                  <a:pt x="119800" y="63664"/>
                </a:moveTo>
                <a:lnTo>
                  <a:pt x="119800" y="63664"/>
                </a:lnTo>
                <a:cubicBezTo>
                  <a:pt x="119800" y="66596"/>
                  <a:pt x="118405" y="69528"/>
                  <a:pt x="114219" y="69528"/>
                </a:cubicBezTo>
                <a:cubicBezTo>
                  <a:pt x="112823" y="69528"/>
                  <a:pt x="111428" y="68062"/>
                  <a:pt x="111428" y="68062"/>
                </a:cubicBezTo>
                <a:lnTo>
                  <a:pt x="111428" y="68062"/>
                </a:lnTo>
                <a:cubicBezTo>
                  <a:pt x="60598" y="14869"/>
                  <a:pt x="60598" y="14869"/>
                  <a:pt x="60598" y="14869"/>
                </a:cubicBezTo>
                <a:lnTo>
                  <a:pt x="60598" y="14869"/>
                </a:lnTo>
                <a:lnTo>
                  <a:pt x="60598" y="14869"/>
                </a:lnTo>
                <a:lnTo>
                  <a:pt x="60598" y="14869"/>
                </a:lnTo>
                <a:cubicBezTo>
                  <a:pt x="9966" y="68062"/>
                  <a:pt x="9966" y="68062"/>
                  <a:pt x="9966" y="68062"/>
                </a:cubicBezTo>
                <a:lnTo>
                  <a:pt x="9966" y="68062"/>
                </a:lnTo>
                <a:cubicBezTo>
                  <a:pt x="8571" y="68062"/>
                  <a:pt x="7176" y="69528"/>
                  <a:pt x="5780" y="69528"/>
                </a:cubicBezTo>
                <a:cubicBezTo>
                  <a:pt x="2990" y="69528"/>
                  <a:pt x="0" y="66596"/>
                  <a:pt x="0" y="63664"/>
                </a:cubicBezTo>
                <a:cubicBezTo>
                  <a:pt x="0" y="62198"/>
                  <a:pt x="0" y="60523"/>
                  <a:pt x="1395" y="59057"/>
                </a:cubicBezTo>
                <a:cubicBezTo>
                  <a:pt x="56411" y="1465"/>
                  <a:pt x="56411" y="1465"/>
                  <a:pt x="56411" y="1465"/>
                </a:cubicBezTo>
                <a:cubicBezTo>
                  <a:pt x="57807" y="0"/>
                  <a:pt x="59202" y="0"/>
                  <a:pt x="60598" y="0"/>
                </a:cubicBezTo>
                <a:lnTo>
                  <a:pt x="60598" y="0"/>
                </a:lnTo>
                <a:lnTo>
                  <a:pt x="60598" y="0"/>
                </a:lnTo>
                <a:lnTo>
                  <a:pt x="60598" y="0"/>
                </a:lnTo>
                <a:lnTo>
                  <a:pt x="60598" y="0"/>
                </a:lnTo>
                <a:lnTo>
                  <a:pt x="60598" y="0"/>
                </a:lnTo>
                <a:lnTo>
                  <a:pt x="60598" y="0"/>
                </a:lnTo>
                <a:lnTo>
                  <a:pt x="60598" y="0"/>
                </a:lnTo>
                <a:cubicBezTo>
                  <a:pt x="61993" y="0"/>
                  <a:pt x="63388" y="1465"/>
                  <a:pt x="64784" y="1465"/>
                </a:cubicBezTo>
                <a:lnTo>
                  <a:pt x="64784" y="1465"/>
                </a:lnTo>
                <a:cubicBezTo>
                  <a:pt x="85913" y="25130"/>
                  <a:pt x="85913" y="25130"/>
                  <a:pt x="85913" y="25130"/>
                </a:cubicBezTo>
                <a:cubicBezTo>
                  <a:pt x="85913" y="19267"/>
                  <a:pt x="85913" y="19267"/>
                  <a:pt x="85913" y="19267"/>
                </a:cubicBezTo>
                <a:cubicBezTo>
                  <a:pt x="85913" y="16335"/>
                  <a:pt x="88903" y="13193"/>
                  <a:pt x="91694" y="13193"/>
                </a:cubicBezTo>
                <a:cubicBezTo>
                  <a:pt x="95880" y="13193"/>
                  <a:pt x="97275" y="16335"/>
                  <a:pt x="97275" y="19267"/>
                </a:cubicBezTo>
                <a:cubicBezTo>
                  <a:pt x="97275" y="36858"/>
                  <a:pt x="97275" y="36858"/>
                  <a:pt x="97275" y="36858"/>
                </a:cubicBezTo>
                <a:cubicBezTo>
                  <a:pt x="118405" y="59057"/>
                  <a:pt x="118405" y="59057"/>
                  <a:pt x="118405" y="59057"/>
                </a:cubicBezTo>
                <a:lnTo>
                  <a:pt x="118405" y="59057"/>
                </a:lnTo>
                <a:cubicBezTo>
                  <a:pt x="119800" y="60523"/>
                  <a:pt x="119800" y="62198"/>
                  <a:pt x="119800" y="63664"/>
                </a:cubicBezTo>
                <a:close/>
                <a:moveTo>
                  <a:pt x="108438" y="72460"/>
                </a:moveTo>
                <a:lnTo>
                  <a:pt x="108438" y="72460"/>
                </a:lnTo>
                <a:cubicBezTo>
                  <a:pt x="108438" y="90261"/>
                  <a:pt x="108438" y="90261"/>
                  <a:pt x="108438" y="90261"/>
                </a:cubicBezTo>
                <a:cubicBezTo>
                  <a:pt x="108438" y="99057"/>
                  <a:pt x="108438" y="99057"/>
                  <a:pt x="108438" y="99057"/>
                </a:cubicBezTo>
                <a:cubicBezTo>
                  <a:pt x="108438" y="113926"/>
                  <a:pt x="108438" y="113926"/>
                  <a:pt x="108438" y="113926"/>
                </a:cubicBezTo>
                <a:cubicBezTo>
                  <a:pt x="108438" y="118324"/>
                  <a:pt x="107043" y="119790"/>
                  <a:pt x="102857" y="119790"/>
                </a:cubicBezTo>
                <a:cubicBezTo>
                  <a:pt x="91694" y="119790"/>
                  <a:pt x="91694" y="119790"/>
                  <a:pt x="91694" y="119790"/>
                </a:cubicBezTo>
                <a:cubicBezTo>
                  <a:pt x="91694" y="72460"/>
                  <a:pt x="91694" y="72460"/>
                  <a:pt x="91694" y="72460"/>
                </a:cubicBezTo>
                <a:cubicBezTo>
                  <a:pt x="69169" y="72460"/>
                  <a:pt x="69169" y="72460"/>
                  <a:pt x="69169" y="72460"/>
                </a:cubicBezTo>
                <a:cubicBezTo>
                  <a:pt x="69169" y="119790"/>
                  <a:pt x="69169" y="119790"/>
                  <a:pt x="69169" y="119790"/>
                </a:cubicBezTo>
                <a:cubicBezTo>
                  <a:pt x="16943" y="119790"/>
                  <a:pt x="16943" y="119790"/>
                  <a:pt x="16943" y="119790"/>
                </a:cubicBezTo>
                <a:cubicBezTo>
                  <a:pt x="14152" y="119790"/>
                  <a:pt x="11362" y="118324"/>
                  <a:pt x="11362" y="113926"/>
                </a:cubicBezTo>
                <a:cubicBezTo>
                  <a:pt x="11362" y="99057"/>
                  <a:pt x="11362" y="99057"/>
                  <a:pt x="11362" y="99057"/>
                </a:cubicBezTo>
                <a:cubicBezTo>
                  <a:pt x="11362" y="90261"/>
                  <a:pt x="11362" y="90261"/>
                  <a:pt x="11362" y="90261"/>
                </a:cubicBezTo>
                <a:cubicBezTo>
                  <a:pt x="11362" y="72460"/>
                  <a:pt x="11362" y="72460"/>
                  <a:pt x="11362" y="72460"/>
                </a:cubicBezTo>
                <a:cubicBezTo>
                  <a:pt x="60598" y="22198"/>
                  <a:pt x="60598" y="22198"/>
                  <a:pt x="60598" y="22198"/>
                </a:cubicBezTo>
                <a:lnTo>
                  <a:pt x="108438" y="72460"/>
                </a:lnTo>
                <a:close/>
                <a:moveTo>
                  <a:pt x="50830" y="72460"/>
                </a:moveTo>
                <a:lnTo>
                  <a:pt x="50830" y="72460"/>
                </a:lnTo>
                <a:cubicBezTo>
                  <a:pt x="28305" y="72460"/>
                  <a:pt x="28305" y="72460"/>
                  <a:pt x="28305" y="72460"/>
                </a:cubicBezTo>
                <a:cubicBezTo>
                  <a:pt x="28305" y="96125"/>
                  <a:pt x="28305" y="96125"/>
                  <a:pt x="28305" y="96125"/>
                </a:cubicBezTo>
                <a:cubicBezTo>
                  <a:pt x="50830" y="96125"/>
                  <a:pt x="50830" y="96125"/>
                  <a:pt x="50830" y="96125"/>
                </a:cubicBezTo>
                <a:lnTo>
                  <a:pt x="50830" y="72460"/>
                </a:lnTo>
                <a:close/>
              </a:path>
            </a:pathLst>
          </a:custGeom>
          <a:solidFill>
            <a:schemeClr val="bg1"/>
          </a:solidFill>
          <a:ln>
            <a:noFill/>
          </a:ln>
          <a:effectLst/>
        </p:spPr>
        <p:txBody>
          <a:bodyPr wrap="square" lIns="91440" tIns="45720" rIns="91440" bIns="45720" anchor="ctr">
            <a:normAutofit fontScale="25000" lnSpcReduction="20000"/>
          </a:bodyPr>
          <a:lstStyle/>
          <a:p>
            <a:pPr algn="ctr"/>
            <a:endParaRPr/>
          </a:p>
        </p:txBody>
      </p:sp>
      <p:sp>
        <p:nvSpPr>
          <p:cNvPr id="16" name="íSlíḋe"/>
          <p:cNvSpPr/>
          <p:nvPr/>
        </p:nvSpPr>
        <p:spPr>
          <a:xfrm>
            <a:off x="860179" y="2647283"/>
            <a:ext cx="261148" cy="228804"/>
          </a:xfrm>
          <a:custGeom>
            <a:avLst/>
            <a:gdLst/>
            <a:ahLst/>
            <a:cxnLst/>
            <a:rect l="0" t="0" r="0" b="0"/>
            <a:pathLst>
              <a:path w="120000" h="120000" extrusionOk="0">
                <a:moveTo>
                  <a:pt x="117009" y="65310"/>
                </a:moveTo>
                <a:lnTo>
                  <a:pt x="117009" y="65310"/>
                </a:lnTo>
                <a:lnTo>
                  <a:pt x="117009" y="65310"/>
                </a:lnTo>
                <a:cubicBezTo>
                  <a:pt x="61993" y="91073"/>
                  <a:pt x="61993" y="91073"/>
                  <a:pt x="61993" y="91073"/>
                </a:cubicBezTo>
                <a:lnTo>
                  <a:pt x="61993" y="91073"/>
                </a:lnTo>
                <a:lnTo>
                  <a:pt x="61993" y="91073"/>
                </a:lnTo>
                <a:lnTo>
                  <a:pt x="61993" y="91073"/>
                </a:lnTo>
                <a:cubicBezTo>
                  <a:pt x="61993" y="92655"/>
                  <a:pt x="60598" y="92655"/>
                  <a:pt x="60598" y="92655"/>
                </a:cubicBezTo>
                <a:cubicBezTo>
                  <a:pt x="59202" y="92655"/>
                  <a:pt x="59202" y="92655"/>
                  <a:pt x="57807" y="91073"/>
                </a:cubicBezTo>
                <a:lnTo>
                  <a:pt x="57807" y="91073"/>
                </a:lnTo>
                <a:lnTo>
                  <a:pt x="57807" y="91073"/>
                </a:lnTo>
                <a:lnTo>
                  <a:pt x="57807" y="91073"/>
                </a:lnTo>
                <a:cubicBezTo>
                  <a:pt x="2990" y="65310"/>
                  <a:pt x="2990" y="65310"/>
                  <a:pt x="2990" y="65310"/>
                </a:cubicBezTo>
                <a:lnTo>
                  <a:pt x="2990" y="65310"/>
                </a:lnTo>
                <a:cubicBezTo>
                  <a:pt x="1395" y="65310"/>
                  <a:pt x="0" y="62146"/>
                  <a:pt x="0" y="60564"/>
                </a:cubicBezTo>
                <a:cubicBezTo>
                  <a:pt x="0" y="55819"/>
                  <a:pt x="2990" y="54237"/>
                  <a:pt x="5780" y="54237"/>
                </a:cubicBezTo>
                <a:cubicBezTo>
                  <a:pt x="7176" y="54237"/>
                  <a:pt x="7176" y="54237"/>
                  <a:pt x="8571" y="54237"/>
                </a:cubicBezTo>
                <a:lnTo>
                  <a:pt x="8571" y="54237"/>
                </a:lnTo>
                <a:lnTo>
                  <a:pt x="8571" y="54237"/>
                </a:lnTo>
                <a:lnTo>
                  <a:pt x="8571" y="54237"/>
                </a:lnTo>
                <a:cubicBezTo>
                  <a:pt x="60598" y="78192"/>
                  <a:pt x="60598" y="78192"/>
                  <a:pt x="60598" y="78192"/>
                </a:cubicBezTo>
                <a:cubicBezTo>
                  <a:pt x="112823" y="54237"/>
                  <a:pt x="112823" y="54237"/>
                  <a:pt x="112823" y="54237"/>
                </a:cubicBezTo>
                <a:lnTo>
                  <a:pt x="112823" y="54237"/>
                </a:lnTo>
                <a:lnTo>
                  <a:pt x="112823" y="54237"/>
                </a:lnTo>
                <a:lnTo>
                  <a:pt x="112823" y="54237"/>
                </a:lnTo>
                <a:lnTo>
                  <a:pt x="114219" y="54237"/>
                </a:lnTo>
                <a:cubicBezTo>
                  <a:pt x="118405" y="54237"/>
                  <a:pt x="119800" y="55819"/>
                  <a:pt x="119800" y="60564"/>
                </a:cubicBezTo>
                <a:cubicBezTo>
                  <a:pt x="119800" y="62146"/>
                  <a:pt x="118405" y="65310"/>
                  <a:pt x="117009" y="65310"/>
                </a:cubicBezTo>
                <a:close/>
                <a:moveTo>
                  <a:pt x="117009" y="38192"/>
                </a:moveTo>
                <a:lnTo>
                  <a:pt x="117009" y="38192"/>
                </a:lnTo>
                <a:lnTo>
                  <a:pt x="117009" y="38192"/>
                </a:lnTo>
                <a:cubicBezTo>
                  <a:pt x="61993" y="63728"/>
                  <a:pt x="61993" y="63728"/>
                  <a:pt x="61993" y="63728"/>
                </a:cubicBezTo>
                <a:lnTo>
                  <a:pt x="61993" y="63728"/>
                </a:lnTo>
                <a:lnTo>
                  <a:pt x="61993" y="63728"/>
                </a:lnTo>
                <a:lnTo>
                  <a:pt x="61993" y="63728"/>
                </a:lnTo>
                <a:lnTo>
                  <a:pt x="60598" y="63728"/>
                </a:lnTo>
                <a:cubicBezTo>
                  <a:pt x="59202" y="63728"/>
                  <a:pt x="59202" y="63728"/>
                  <a:pt x="57807" y="63728"/>
                </a:cubicBezTo>
                <a:lnTo>
                  <a:pt x="57807" y="63728"/>
                </a:lnTo>
                <a:lnTo>
                  <a:pt x="57807" y="63728"/>
                </a:lnTo>
                <a:lnTo>
                  <a:pt x="57807" y="63728"/>
                </a:lnTo>
                <a:cubicBezTo>
                  <a:pt x="2990" y="38192"/>
                  <a:pt x="2990" y="38192"/>
                  <a:pt x="2990" y="38192"/>
                </a:cubicBezTo>
                <a:lnTo>
                  <a:pt x="2990" y="38192"/>
                </a:lnTo>
                <a:cubicBezTo>
                  <a:pt x="1395" y="36610"/>
                  <a:pt x="0" y="35028"/>
                  <a:pt x="0" y="31864"/>
                </a:cubicBezTo>
                <a:cubicBezTo>
                  <a:pt x="0" y="30282"/>
                  <a:pt x="1395" y="27118"/>
                  <a:pt x="2990" y="27118"/>
                </a:cubicBezTo>
                <a:lnTo>
                  <a:pt x="2990" y="27118"/>
                </a:lnTo>
                <a:cubicBezTo>
                  <a:pt x="57807" y="1581"/>
                  <a:pt x="57807" y="1581"/>
                  <a:pt x="57807" y="1581"/>
                </a:cubicBezTo>
                <a:lnTo>
                  <a:pt x="57807" y="1581"/>
                </a:lnTo>
                <a:lnTo>
                  <a:pt x="57807" y="1581"/>
                </a:lnTo>
                <a:lnTo>
                  <a:pt x="57807" y="1581"/>
                </a:lnTo>
                <a:cubicBezTo>
                  <a:pt x="59202" y="0"/>
                  <a:pt x="59202" y="0"/>
                  <a:pt x="60598" y="0"/>
                </a:cubicBezTo>
                <a:cubicBezTo>
                  <a:pt x="60598" y="0"/>
                  <a:pt x="61993" y="0"/>
                  <a:pt x="61993" y="1581"/>
                </a:cubicBezTo>
                <a:lnTo>
                  <a:pt x="61993" y="1581"/>
                </a:lnTo>
                <a:lnTo>
                  <a:pt x="61993" y="1581"/>
                </a:lnTo>
                <a:lnTo>
                  <a:pt x="61993" y="1581"/>
                </a:lnTo>
                <a:cubicBezTo>
                  <a:pt x="117009" y="27118"/>
                  <a:pt x="117009" y="27118"/>
                  <a:pt x="117009" y="27118"/>
                </a:cubicBezTo>
                <a:lnTo>
                  <a:pt x="117009" y="27118"/>
                </a:lnTo>
                <a:cubicBezTo>
                  <a:pt x="118405" y="27118"/>
                  <a:pt x="119800" y="30282"/>
                  <a:pt x="119800" y="31864"/>
                </a:cubicBezTo>
                <a:cubicBezTo>
                  <a:pt x="119800" y="35028"/>
                  <a:pt x="118405" y="36610"/>
                  <a:pt x="117009" y="38192"/>
                </a:cubicBezTo>
                <a:close/>
                <a:moveTo>
                  <a:pt x="5780" y="81355"/>
                </a:moveTo>
                <a:lnTo>
                  <a:pt x="5780" y="81355"/>
                </a:lnTo>
                <a:cubicBezTo>
                  <a:pt x="7176" y="81355"/>
                  <a:pt x="7176" y="81355"/>
                  <a:pt x="8571" y="81355"/>
                </a:cubicBezTo>
                <a:lnTo>
                  <a:pt x="8571" y="81355"/>
                </a:lnTo>
                <a:lnTo>
                  <a:pt x="8571" y="81355"/>
                </a:lnTo>
                <a:lnTo>
                  <a:pt x="8571" y="81355"/>
                </a:lnTo>
                <a:cubicBezTo>
                  <a:pt x="60598" y="106892"/>
                  <a:pt x="60598" y="106892"/>
                  <a:pt x="60598" y="106892"/>
                </a:cubicBezTo>
                <a:cubicBezTo>
                  <a:pt x="112823" y="81355"/>
                  <a:pt x="112823" y="81355"/>
                  <a:pt x="112823" y="81355"/>
                </a:cubicBezTo>
                <a:lnTo>
                  <a:pt x="112823" y="81355"/>
                </a:lnTo>
                <a:lnTo>
                  <a:pt x="112823" y="81355"/>
                </a:lnTo>
                <a:lnTo>
                  <a:pt x="112823" y="81355"/>
                </a:lnTo>
                <a:lnTo>
                  <a:pt x="114219" y="81355"/>
                </a:lnTo>
                <a:cubicBezTo>
                  <a:pt x="118405" y="81355"/>
                  <a:pt x="119800" y="84519"/>
                  <a:pt x="119800" y="87683"/>
                </a:cubicBezTo>
                <a:cubicBezTo>
                  <a:pt x="119800" y="91073"/>
                  <a:pt x="118405" y="92655"/>
                  <a:pt x="117009" y="94237"/>
                </a:cubicBezTo>
                <a:lnTo>
                  <a:pt x="117009" y="94237"/>
                </a:lnTo>
                <a:cubicBezTo>
                  <a:pt x="61993" y="119774"/>
                  <a:pt x="61993" y="119774"/>
                  <a:pt x="61993" y="119774"/>
                </a:cubicBezTo>
                <a:lnTo>
                  <a:pt x="61993" y="119774"/>
                </a:lnTo>
                <a:lnTo>
                  <a:pt x="61993" y="119774"/>
                </a:lnTo>
                <a:lnTo>
                  <a:pt x="61993" y="119774"/>
                </a:lnTo>
                <a:lnTo>
                  <a:pt x="60598" y="119774"/>
                </a:lnTo>
                <a:cubicBezTo>
                  <a:pt x="59202" y="119774"/>
                  <a:pt x="59202" y="119774"/>
                  <a:pt x="57807" y="119774"/>
                </a:cubicBezTo>
                <a:lnTo>
                  <a:pt x="57807" y="119774"/>
                </a:lnTo>
                <a:lnTo>
                  <a:pt x="57807" y="119774"/>
                </a:lnTo>
                <a:lnTo>
                  <a:pt x="57807" y="119774"/>
                </a:lnTo>
                <a:cubicBezTo>
                  <a:pt x="2990" y="94237"/>
                  <a:pt x="2990" y="94237"/>
                  <a:pt x="2990" y="94237"/>
                </a:cubicBezTo>
                <a:lnTo>
                  <a:pt x="2990" y="94237"/>
                </a:lnTo>
                <a:cubicBezTo>
                  <a:pt x="1395" y="92655"/>
                  <a:pt x="0" y="91073"/>
                  <a:pt x="0" y="87683"/>
                </a:cubicBezTo>
                <a:cubicBezTo>
                  <a:pt x="0" y="84519"/>
                  <a:pt x="2990" y="81355"/>
                  <a:pt x="5780" y="81355"/>
                </a:cubicBezTo>
                <a:close/>
              </a:path>
            </a:pathLst>
          </a:custGeom>
          <a:solidFill>
            <a:schemeClr val="bg1"/>
          </a:solidFill>
          <a:ln>
            <a:noFill/>
          </a:ln>
          <a:effectLst/>
        </p:spPr>
        <p:txBody>
          <a:bodyPr wrap="square" lIns="91440" tIns="45720" rIns="91440" bIns="45720" anchor="ctr">
            <a:normAutofit fontScale="25000" lnSpcReduction="20000"/>
          </a:bodyPr>
          <a:lstStyle/>
          <a:p>
            <a:pPr algn="ctr"/>
            <a:endParaRPr/>
          </a:p>
        </p:txBody>
      </p:sp>
      <p:sp>
        <p:nvSpPr>
          <p:cNvPr id="17" name="ïśḷïḓe"/>
          <p:cNvSpPr/>
          <p:nvPr/>
        </p:nvSpPr>
        <p:spPr>
          <a:xfrm>
            <a:off x="889118" y="3799905"/>
            <a:ext cx="211585" cy="259306"/>
          </a:xfrm>
          <a:custGeom>
            <a:avLst/>
            <a:gdLst/>
            <a:ahLst/>
            <a:cxnLst/>
            <a:rect l="0" t="0" r="0" b="0"/>
            <a:pathLst>
              <a:path w="120000" h="120000" extrusionOk="0">
                <a:moveTo>
                  <a:pt x="112868" y="119800"/>
                </a:moveTo>
                <a:lnTo>
                  <a:pt x="112868" y="119800"/>
                </a:lnTo>
                <a:cubicBezTo>
                  <a:pt x="6885" y="119800"/>
                  <a:pt x="6885" y="119800"/>
                  <a:pt x="6885" y="119800"/>
                </a:cubicBezTo>
                <a:cubicBezTo>
                  <a:pt x="1721" y="119800"/>
                  <a:pt x="0" y="117004"/>
                  <a:pt x="0" y="114209"/>
                </a:cubicBezTo>
                <a:cubicBezTo>
                  <a:pt x="0" y="64891"/>
                  <a:pt x="0" y="64891"/>
                  <a:pt x="0" y="64891"/>
                </a:cubicBezTo>
                <a:cubicBezTo>
                  <a:pt x="0" y="62096"/>
                  <a:pt x="1721" y="59101"/>
                  <a:pt x="6885" y="59101"/>
                </a:cubicBezTo>
                <a:cubicBezTo>
                  <a:pt x="17213" y="59101"/>
                  <a:pt x="17213" y="59101"/>
                  <a:pt x="17213" y="59101"/>
                </a:cubicBezTo>
                <a:cubicBezTo>
                  <a:pt x="17213" y="33743"/>
                  <a:pt x="17213" y="33743"/>
                  <a:pt x="17213" y="33743"/>
                </a:cubicBezTo>
                <a:cubicBezTo>
                  <a:pt x="17213" y="13976"/>
                  <a:pt x="36393" y="0"/>
                  <a:pt x="59016" y="0"/>
                </a:cubicBezTo>
                <a:cubicBezTo>
                  <a:pt x="83360" y="0"/>
                  <a:pt x="100573" y="13976"/>
                  <a:pt x="100573" y="33743"/>
                </a:cubicBezTo>
                <a:cubicBezTo>
                  <a:pt x="100573" y="36539"/>
                  <a:pt x="98852" y="39534"/>
                  <a:pt x="93688" y="39534"/>
                </a:cubicBezTo>
                <a:cubicBezTo>
                  <a:pt x="90245" y="39534"/>
                  <a:pt x="86803" y="36539"/>
                  <a:pt x="86803" y="33743"/>
                </a:cubicBezTo>
                <a:cubicBezTo>
                  <a:pt x="86803" y="21164"/>
                  <a:pt x="74754" y="11181"/>
                  <a:pt x="59016" y="11181"/>
                </a:cubicBezTo>
                <a:cubicBezTo>
                  <a:pt x="43278" y="11181"/>
                  <a:pt x="31229" y="21164"/>
                  <a:pt x="31229" y="33743"/>
                </a:cubicBezTo>
                <a:cubicBezTo>
                  <a:pt x="31229" y="59101"/>
                  <a:pt x="31229" y="59101"/>
                  <a:pt x="31229" y="59101"/>
                </a:cubicBezTo>
                <a:cubicBezTo>
                  <a:pt x="86803" y="59101"/>
                  <a:pt x="86803" y="59101"/>
                  <a:pt x="86803" y="59101"/>
                </a:cubicBezTo>
                <a:cubicBezTo>
                  <a:pt x="100573" y="59101"/>
                  <a:pt x="100573" y="59101"/>
                  <a:pt x="100573" y="59101"/>
                </a:cubicBezTo>
                <a:cubicBezTo>
                  <a:pt x="112868" y="59101"/>
                  <a:pt x="112868" y="59101"/>
                  <a:pt x="112868" y="59101"/>
                </a:cubicBezTo>
                <a:cubicBezTo>
                  <a:pt x="116311" y="59101"/>
                  <a:pt x="119754" y="62096"/>
                  <a:pt x="119754" y="64891"/>
                </a:cubicBezTo>
                <a:cubicBezTo>
                  <a:pt x="119754" y="114209"/>
                  <a:pt x="119754" y="114209"/>
                  <a:pt x="119754" y="114209"/>
                </a:cubicBezTo>
                <a:cubicBezTo>
                  <a:pt x="119754" y="117004"/>
                  <a:pt x="116311" y="119800"/>
                  <a:pt x="112868" y="119800"/>
                </a:cubicBezTo>
                <a:close/>
                <a:moveTo>
                  <a:pt x="59016" y="70482"/>
                </a:moveTo>
                <a:lnTo>
                  <a:pt x="59016" y="70482"/>
                </a:lnTo>
                <a:cubicBezTo>
                  <a:pt x="52131" y="70482"/>
                  <a:pt x="45000" y="76073"/>
                  <a:pt x="45000" y="81863"/>
                </a:cubicBezTo>
                <a:cubicBezTo>
                  <a:pt x="45000" y="86056"/>
                  <a:pt x="48688" y="90249"/>
                  <a:pt x="52131" y="91647"/>
                </a:cubicBezTo>
                <a:cubicBezTo>
                  <a:pt x="52131" y="103028"/>
                  <a:pt x="52131" y="103028"/>
                  <a:pt x="52131" y="103028"/>
                </a:cubicBezTo>
                <a:cubicBezTo>
                  <a:pt x="52131" y="105823"/>
                  <a:pt x="55573" y="108618"/>
                  <a:pt x="59016" y="108618"/>
                </a:cubicBezTo>
                <a:cubicBezTo>
                  <a:pt x="64180" y="108618"/>
                  <a:pt x="65901" y="105823"/>
                  <a:pt x="65901" y="103028"/>
                </a:cubicBezTo>
                <a:cubicBezTo>
                  <a:pt x="65901" y="91647"/>
                  <a:pt x="65901" y="91647"/>
                  <a:pt x="65901" y="91647"/>
                </a:cubicBezTo>
                <a:cubicBezTo>
                  <a:pt x="71065" y="90249"/>
                  <a:pt x="72786" y="86056"/>
                  <a:pt x="72786" y="81863"/>
                </a:cubicBezTo>
                <a:cubicBezTo>
                  <a:pt x="72786" y="76073"/>
                  <a:pt x="67622" y="70482"/>
                  <a:pt x="59016" y="70482"/>
                </a:cubicBezTo>
                <a:close/>
              </a:path>
            </a:pathLst>
          </a:custGeom>
          <a:solidFill>
            <a:schemeClr val="bg1"/>
          </a:solidFill>
          <a:ln>
            <a:noFill/>
          </a:ln>
          <a:effectLst/>
        </p:spPr>
        <p:txBody>
          <a:bodyPr wrap="square" lIns="91440" tIns="45720" rIns="91440" bIns="45720" anchor="ctr">
            <a:normAutofit fontScale="25000" lnSpcReduction="20000"/>
          </a:bodyPr>
          <a:lstStyle/>
          <a:p>
            <a:pPr algn="ctr"/>
            <a:endParaRPr/>
          </a:p>
        </p:txBody>
      </p:sp>
      <p:sp>
        <p:nvSpPr>
          <p:cNvPr id="18" name="îSļiḓè"/>
          <p:cNvSpPr/>
          <p:nvPr/>
        </p:nvSpPr>
        <p:spPr>
          <a:xfrm>
            <a:off x="669925" y="5303979"/>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p>
        </p:txBody>
      </p:sp>
      <p:sp>
        <p:nvSpPr>
          <p:cNvPr id="19" name="îṡḷíďe"/>
          <p:cNvSpPr/>
          <p:nvPr/>
        </p:nvSpPr>
        <p:spPr>
          <a:xfrm>
            <a:off x="860180" y="5500117"/>
            <a:ext cx="261147" cy="247870"/>
          </a:xfrm>
          <a:custGeom>
            <a:avLst/>
            <a:gdLst/>
            <a:ahLst/>
            <a:cxnLst/>
            <a:rect l="0" t="0" r="0" b="0"/>
            <a:pathLst>
              <a:path w="120000" h="120000" extrusionOk="0">
                <a:moveTo>
                  <a:pt x="119800" y="63664"/>
                </a:moveTo>
                <a:lnTo>
                  <a:pt x="119800" y="63664"/>
                </a:lnTo>
                <a:cubicBezTo>
                  <a:pt x="119800" y="66596"/>
                  <a:pt x="118405" y="69528"/>
                  <a:pt x="114219" y="69528"/>
                </a:cubicBezTo>
                <a:cubicBezTo>
                  <a:pt x="112823" y="69528"/>
                  <a:pt x="111428" y="68062"/>
                  <a:pt x="111428" y="68062"/>
                </a:cubicBezTo>
                <a:lnTo>
                  <a:pt x="111428" y="68062"/>
                </a:lnTo>
                <a:cubicBezTo>
                  <a:pt x="60598" y="14869"/>
                  <a:pt x="60598" y="14869"/>
                  <a:pt x="60598" y="14869"/>
                </a:cubicBezTo>
                <a:lnTo>
                  <a:pt x="60598" y="14869"/>
                </a:lnTo>
                <a:lnTo>
                  <a:pt x="60598" y="14869"/>
                </a:lnTo>
                <a:lnTo>
                  <a:pt x="60598" y="14869"/>
                </a:lnTo>
                <a:cubicBezTo>
                  <a:pt x="9966" y="68062"/>
                  <a:pt x="9966" y="68062"/>
                  <a:pt x="9966" y="68062"/>
                </a:cubicBezTo>
                <a:lnTo>
                  <a:pt x="9966" y="68062"/>
                </a:lnTo>
                <a:cubicBezTo>
                  <a:pt x="8571" y="68062"/>
                  <a:pt x="7176" y="69528"/>
                  <a:pt x="5780" y="69528"/>
                </a:cubicBezTo>
                <a:cubicBezTo>
                  <a:pt x="2990" y="69528"/>
                  <a:pt x="0" y="66596"/>
                  <a:pt x="0" y="63664"/>
                </a:cubicBezTo>
                <a:cubicBezTo>
                  <a:pt x="0" y="62198"/>
                  <a:pt x="0" y="60523"/>
                  <a:pt x="1395" y="59057"/>
                </a:cubicBezTo>
                <a:cubicBezTo>
                  <a:pt x="56411" y="1465"/>
                  <a:pt x="56411" y="1465"/>
                  <a:pt x="56411" y="1465"/>
                </a:cubicBezTo>
                <a:cubicBezTo>
                  <a:pt x="57807" y="0"/>
                  <a:pt x="59202" y="0"/>
                  <a:pt x="60598" y="0"/>
                </a:cubicBezTo>
                <a:lnTo>
                  <a:pt x="60598" y="0"/>
                </a:lnTo>
                <a:lnTo>
                  <a:pt x="60598" y="0"/>
                </a:lnTo>
                <a:lnTo>
                  <a:pt x="60598" y="0"/>
                </a:lnTo>
                <a:lnTo>
                  <a:pt x="60598" y="0"/>
                </a:lnTo>
                <a:lnTo>
                  <a:pt x="60598" y="0"/>
                </a:lnTo>
                <a:lnTo>
                  <a:pt x="60598" y="0"/>
                </a:lnTo>
                <a:lnTo>
                  <a:pt x="60598" y="0"/>
                </a:lnTo>
                <a:cubicBezTo>
                  <a:pt x="61993" y="0"/>
                  <a:pt x="63388" y="1465"/>
                  <a:pt x="64784" y="1465"/>
                </a:cubicBezTo>
                <a:lnTo>
                  <a:pt x="64784" y="1465"/>
                </a:lnTo>
                <a:cubicBezTo>
                  <a:pt x="85913" y="25130"/>
                  <a:pt x="85913" y="25130"/>
                  <a:pt x="85913" y="25130"/>
                </a:cubicBezTo>
                <a:cubicBezTo>
                  <a:pt x="85913" y="19267"/>
                  <a:pt x="85913" y="19267"/>
                  <a:pt x="85913" y="19267"/>
                </a:cubicBezTo>
                <a:cubicBezTo>
                  <a:pt x="85913" y="16335"/>
                  <a:pt x="88903" y="13193"/>
                  <a:pt x="91694" y="13193"/>
                </a:cubicBezTo>
                <a:cubicBezTo>
                  <a:pt x="95880" y="13193"/>
                  <a:pt x="97275" y="16335"/>
                  <a:pt x="97275" y="19267"/>
                </a:cubicBezTo>
                <a:cubicBezTo>
                  <a:pt x="97275" y="36858"/>
                  <a:pt x="97275" y="36858"/>
                  <a:pt x="97275" y="36858"/>
                </a:cubicBezTo>
                <a:cubicBezTo>
                  <a:pt x="118405" y="59057"/>
                  <a:pt x="118405" y="59057"/>
                  <a:pt x="118405" y="59057"/>
                </a:cubicBezTo>
                <a:lnTo>
                  <a:pt x="118405" y="59057"/>
                </a:lnTo>
                <a:cubicBezTo>
                  <a:pt x="119800" y="60523"/>
                  <a:pt x="119800" y="62198"/>
                  <a:pt x="119800" y="63664"/>
                </a:cubicBezTo>
                <a:close/>
                <a:moveTo>
                  <a:pt x="108438" y="72460"/>
                </a:moveTo>
                <a:lnTo>
                  <a:pt x="108438" y="72460"/>
                </a:lnTo>
                <a:cubicBezTo>
                  <a:pt x="108438" y="90261"/>
                  <a:pt x="108438" y="90261"/>
                  <a:pt x="108438" y="90261"/>
                </a:cubicBezTo>
                <a:cubicBezTo>
                  <a:pt x="108438" y="99057"/>
                  <a:pt x="108438" y="99057"/>
                  <a:pt x="108438" y="99057"/>
                </a:cubicBezTo>
                <a:cubicBezTo>
                  <a:pt x="108438" y="113926"/>
                  <a:pt x="108438" y="113926"/>
                  <a:pt x="108438" y="113926"/>
                </a:cubicBezTo>
                <a:cubicBezTo>
                  <a:pt x="108438" y="118324"/>
                  <a:pt x="107043" y="119790"/>
                  <a:pt x="102857" y="119790"/>
                </a:cubicBezTo>
                <a:cubicBezTo>
                  <a:pt x="91694" y="119790"/>
                  <a:pt x="91694" y="119790"/>
                  <a:pt x="91694" y="119790"/>
                </a:cubicBezTo>
                <a:cubicBezTo>
                  <a:pt x="91694" y="72460"/>
                  <a:pt x="91694" y="72460"/>
                  <a:pt x="91694" y="72460"/>
                </a:cubicBezTo>
                <a:cubicBezTo>
                  <a:pt x="69169" y="72460"/>
                  <a:pt x="69169" y="72460"/>
                  <a:pt x="69169" y="72460"/>
                </a:cubicBezTo>
                <a:cubicBezTo>
                  <a:pt x="69169" y="119790"/>
                  <a:pt x="69169" y="119790"/>
                  <a:pt x="69169" y="119790"/>
                </a:cubicBezTo>
                <a:cubicBezTo>
                  <a:pt x="16943" y="119790"/>
                  <a:pt x="16943" y="119790"/>
                  <a:pt x="16943" y="119790"/>
                </a:cubicBezTo>
                <a:cubicBezTo>
                  <a:pt x="14152" y="119790"/>
                  <a:pt x="11362" y="118324"/>
                  <a:pt x="11362" y="113926"/>
                </a:cubicBezTo>
                <a:cubicBezTo>
                  <a:pt x="11362" y="99057"/>
                  <a:pt x="11362" y="99057"/>
                  <a:pt x="11362" y="99057"/>
                </a:cubicBezTo>
                <a:cubicBezTo>
                  <a:pt x="11362" y="90261"/>
                  <a:pt x="11362" y="90261"/>
                  <a:pt x="11362" y="90261"/>
                </a:cubicBezTo>
                <a:cubicBezTo>
                  <a:pt x="11362" y="72460"/>
                  <a:pt x="11362" y="72460"/>
                  <a:pt x="11362" y="72460"/>
                </a:cubicBezTo>
                <a:cubicBezTo>
                  <a:pt x="60598" y="22198"/>
                  <a:pt x="60598" y="22198"/>
                  <a:pt x="60598" y="22198"/>
                </a:cubicBezTo>
                <a:lnTo>
                  <a:pt x="108438" y="72460"/>
                </a:lnTo>
                <a:close/>
                <a:moveTo>
                  <a:pt x="50830" y="72460"/>
                </a:moveTo>
                <a:lnTo>
                  <a:pt x="50830" y="72460"/>
                </a:lnTo>
                <a:cubicBezTo>
                  <a:pt x="28305" y="72460"/>
                  <a:pt x="28305" y="72460"/>
                  <a:pt x="28305" y="72460"/>
                </a:cubicBezTo>
                <a:cubicBezTo>
                  <a:pt x="28305" y="96125"/>
                  <a:pt x="28305" y="96125"/>
                  <a:pt x="28305" y="96125"/>
                </a:cubicBezTo>
                <a:cubicBezTo>
                  <a:pt x="50830" y="96125"/>
                  <a:pt x="50830" y="96125"/>
                  <a:pt x="50830" y="96125"/>
                </a:cubicBezTo>
                <a:lnTo>
                  <a:pt x="50830" y="72460"/>
                </a:lnTo>
                <a:close/>
              </a:path>
            </a:pathLst>
          </a:custGeom>
          <a:solidFill>
            <a:schemeClr val="bg1"/>
          </a:solidFill>
          <a:ln>
            <a:noFill/>
          </a:ln>
          <a:effectLst/>
        </p:spPr>
        <p:txBody>
          <a:bodyPr wrap="square" lIns="91440" tIns="45720" rIns="91440" bIns="45720" anchor="ctr">
            <a:normAutofit fontScale="25000" lnSpcReduction="20000"/>
          </a:bodyPr>
          <a:lstStyle/>
          <a:p>
            <a:pPr algn="ctr"/>
            <a:endParaRPr/>
          </a:p>
        </p:txBody>
      </p:sp>
      <p:sp>
        <p:nvSpPr>
          <p:cNvPr id="23" name="内容占位符 2"/>
          <p:cNvSpPr txBox="1"/>
          <p:nvPr/>
        </p:nvSpPr>
        <p:spPr>
          <a:xfrm>
            <a:off x="1488046" y="1140210"/>
            <a:ext cx="6812575" cy="5717789"/>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1" indent="0">
              <a:lnSpc>
                <a:spcPct val="132000"/>
              </a:lnSpc>
              <a:spcBef>
                <a:spcPts val="370"/>
              </a:spcBef>
              <a:buClr>
                <a:srgbClr val="E71101"/>
              </a:buClr>
              <a:buSzPct val="60000"/>
              <a:buNone/>
              <a:defRPr/>
            </a:pPr>
            <a:r>
              <a:rPr lang="en-US" altLang="zh-CN" sz="2000" dirty="0">
                <a:solidFill>
                  <a:srgbClr val="FF0000"/>
                </a:solidFill>
              </a:rPr>
              <a:t>I/O</a:t>
            </a:r>
            <a:r>
              <a:rPr lang="zh-CN" altLang="en-US" sz="2000" dirty="0">
                <a:solidFill>
                  <a:srgbClr val="FF0000"/>
                </a:solidFill>
              </a:rPr>
              <a:t>虚拟化</a:t>
            </a:r>
            <a:r>
              <a:rPr lang="zh-CN" altLang="en-US" sz="2000" dirty="0"/>
              <a:t>是指管理虚拟设备与共享物理硬件之间的</a:t>
            </a:r>
            <a:r>
              <a:rPr lang="en-US" altLang="zh-CN" sz="2000" dirty="0"/>
              <a:t>I/O</a:t>
            </a:r>
            <a:r>
              <a:rPr lang="zh-CN" altLang="en-US" sz="2000" dirty="0"/>
              <a:t>请求的路由选择：</a:t>
            </a:r>
          </a:p>
          <a:p>
            <a:pPr marL="342900" lvl="1" indent="-342900">
              <a:lnSpc>
                <a:spcPct val="132000"/>
              </a:lnSpc>
              <a:spcBef>
                <a:spcPts val="370"/>
              </a:spcBef>
              <a:buClr>
                <a:srgbClr val="E71101"/>
              </a:buClr>
              <a:buSzPct val="60000"/>
              <a:buFont typeface="Wingdings" panose="05000000000000000000" pitchFamily="2" charset="2"/>
              <a:buChar char="Ø"/>
              <a:defRPr/>
            </a:pPr>
            <a:r>
              <a:rPr lang="zh-CN" altLang="en-US" sz="1800" dirty="0"/>
              <a:t>全设备模拟，半虚拟化，直接</a:t>
            </a:r>
            <a:r>
              <a:rPr lang="en-US" altLang="zh-CN" sz="1800" dirty="0"/>
              <a:t>I/O</a:t>
            </a:r>
            <a:r>
              <a:rPr lang="zh-CN" altLang="en-US" sz="1800" dirty="0"/>
              <a:t>，以及硬件辅助</a:t>
            </a:r>
          </a:p>
          <a:p>
            <a:pPr marL="0" lvl="1" indent="0">
              <a:lnSpc>
                <a:spcPct val="132000"/>
              </a:lnSpc>
              <a:spcBef>
                <a:spcPts val="370"/>
              </a:spcBef>
              <a:buClr>
                <a:srgbClr val="E71101"/>
              </a:buClr>
              <a:buSzPct val="60000"/>
              <a:buNone/>
              <a:defRPr/>
            </a:pPr>
            <a:r>
              <a:rPr lang="zh-CN" altLang="en-US" sz="2000" dirty="0"/>
              <a:t>全设备模拟：</a:t>
            </a:r>
          </a:p>
          <a:p>
            <a:pPr marL="342900" lvl="1" indent="-342900">
              <a:lnSpc>
                <a:spcPct val="132000"/>
              </a:lnSpc>
              <a:spcBef>
                <a:spcPts val="370"/>
              </a:spcBef>
              <a:buClr>
                <a:srgbClr val="E71101"/>
              </a:buClr>
              <a:buSzPct val="60000"/>
              <a:buFont typeface="Wingdings" panose="05000000000000000000" pitchFamily="2" charset="2"/>
              <a:buChar char="Ø"/>
              <a:defRPr/>
            </a:pPr>
            <a:r>
              <a:rPr lang="zh-CN" altLang="en-US" sz="1800" dirty="0"/>
              <a:t>在软件复制一个设备的所有功能或总线结构，该软件作为虚拟设备处于</a:t>
            </a:r>
            <a:r>
              <a:rPr lang="en-US" altLang="zh-CN" sz="1800" dirty="0"/>
              <a:t>VMM</a:t>
            </a:r>
            <a:r>
              <a:rPr lang="zh-CN" altLang="en-US" sz="1800" dirty="0"/>
              <a:t>中</a:t>
            </a:r>
          </a:p>
          <a:p>
            <a:pPr marL="0" lvl="1" indent="0">
              <a:lnSpc>
                <a:spcPct val="132000"/>
              </a:lnSpc>
              <a:spcBef>
                <a:spcPts val="370"/>
              </a:spcBef>
              <a:buClr>
                <a:srgbClr val="E71101"/>
              </a:buClr>
              <a:buSzPct val="60000"/>
              <a:buNone/>
              <a:defRPr/>
            </a:pPr>
            <a:r>
              <a:rPr lang="zh-CN" altLang="en-US" sz="2000" dirty="0"/>
              <a:t>半虚拟化：</a:t>
            </a:r>
          </a:p>
          <a:p>
            <a:pPr marL="342900" lvl="1" indent="-342900">
              <a:lnSpc>
                <a:spcPct val="132000"/>
              </a:lnSpc>
              <a:spcBef>
                <a:spcPts val="370"/>
              </a:spcBef>
              <a:buClr>
                <a:srgbClr val="E71101"/>
              </a:buClr>
              <a:buSzPct val="60000"/>
              <a:buFont typeface="Wingdings" panose="05000000000000000000" pitchFamily="2" charset="2"/>
              <a:buChar char="Ø"/>
              <a:defRPr/>
            </a:pPr>
            <a:r>
              <a:rPr lang="zh-CN" altLang="en-US" sz="1800" dirty="0"/>
              <a:t>分离式驱动模型：前端驱动和后端驱动</a:t>
            </a:r>
          </a:p>
          <a:p>
            <a:pPr marL="342900" lvl="1" indent="-342900">
              <a:lnSpc>
                <a:spcPct val="132000"/>
              </a:lnSpc>
              <a:spcBef>
                <a:spcPts val="370"/>
              </a:spcBef>
              <a:buClr>
                <a:srgbClr val="E71101"/>
              </a:buClr>
              <a:buSzPct val="60000"/>
              <a:buFont typeface="Wingdings" panose="05000000000000000000" pitchFamily="2" charset="2"/>
              <a:buChar char="Ø"/>
              <a:defRPr/>
            </a:pPr>
            <a:r>
              <a:rPr lang="zh-CN" altLang="en-US" sz="1800" dirty="0"/>
              <a:t>前端驱动负责管理客户机</a:t>
            </a:r>
            <a:r>
              <a:rPr lang="en-US" altLang="zh-CN" sz="1800" dirty="0"/>
              <a:t>OS</a:t>
            </a:r>
            <a:r>
              <a:rPr lang="zh-CN" altLang="en-US" sz="1800" dirty="0"/>
              <a:t>的</a:t>
            </a:r>
            <a:r>
              <a:rPr lang="en-US" altLang="zh-CN" sz="1800" dirty="0"/>
              <a:t>I/O</a:t>
            </a:r>
            <a:r>
              <a:rPr lang="zh-CN" altLang="en-US" sz="1800" dirty="0"/>
              <a:t>请求</a:t>
            </a:r>
          </a:p>
          <a:p>
            <a:pPr marL="342900" lvl="1" indent="-342900">
              <a:lnSpc>
                <a:spcPct val="132000"/>
              </a:lnSpc>
              <a:spcBef>
                <a:spcPts val="370"/>
              </a:spcBef>
              <a:buClr>
                <a:srgbClr val="E71101"/>
              </a:buClr>
              <a:buSzPct val="60000"/>
              <a:buFont typeface="Wingdings" panose="05000000000000000000" pitchFamily="2" charset="2"/>
              <a:buChar char="Ø"/>
              <a:defRPr/>
            </a:pPr>
            <a:r>
              <a:rPr lang="zh-CN" altLang="en-US" sz="1800" dirty="0"/>
              <a:t>后端驱动负责管理真实的</a:t>
            </a:r>
            <a:r>
              <a:rPr lang="en-US" altLang="zh-CN" sz="1800" dirty="0"/>
              <a:t>I/O</a:t>
            </a:r>
            <a:r>
              <a:rPr lang="zh-CN" altLang="en-US" sz="1800" dirty="0"/>
              <a:t>设备并复用不同虚拟机的</a:t>
            </a:r>
            <a:r>
              <a:rPr lang="en-US" altLang="zh-CN" sz="1800" dirty="0"/>
              <a:t>I/O</a:t>
            </a:r>
            <a:r>
              <a:rPr lang="zh-CN" altLang="en-US" sz="1800" dirty="0"/>
              <a:t>数据</a:t>
            </a:r>
          </a:p>
          <a:p>
            <a:pPr marL="0" lvl="1" indent="0">
              <a:lnSpc>
                <a:spcPct val="132000"/>
              </a:lnSpc>
              <a:spcBef>
                <a:spcPts val="370"/>
              </a:spcBef>
              <a:buClr>
                <a:srgbClr val="E71101"/>
              </a:buClr>
              <a:buSzPct val="60000"/>
              <a:buNone/>
              <a:defRPr/>
            </a:pPr>
            <a:r>
              <a:rPr lang="zh-CN" altLang="en-US" sz="2000" dirty="0"/>
              <a:t>直接</a:t>
            </a:r>
            <a:r>
              <a:rPr lang="en-US" altLang="zh-CN" sz="2000" dirty="0"/>
              <a:t>I/O</a:t>
            </a:r>
            <a:r>
              <a:rPr lang="zh-CN" altLang="en-US" sz="2000" dirty="0"/>
              <a:t>：</a:t>
            </a:r>
          </a:p>
          <a:p>
            <a:pPr marL="342900" lvl="1" indent="-342900">
              <a:lnSpc>
                <a:spcPct val="132000"/>
              </a:lnSpc>
              <a:spcBef>
                <a:spcPts val="370"/>
              </a:spcBef>
              <a:buClr>
                <a:srgbClr val="E71101"/>
              </a:buClr>
              <a:buSzPct val="60000"/>
              <a:buFont typeface="Wingdings" panose="05000000000000000000" pitchFamily="2" charset="2"/>
              <a:buChar char="Ø"/>
              <a:defRPr/>
            </a:pPr>
            <a:r>
              <a:rPr lang="zh-CN" altLang="en-US" sz="1800" dirty="0"/>
              <a:t>使虚拟机直接访问设备硬件</a:t>
            </a:r>
          </a:p>
          <a:p>
            <a:pPr marL="342900" lvl="1" indent="-342900">
              <a:lnSpc>
                <a:spcPct val="132000"/>
              </a:lnSpc>
              <a:spcBef>
                <a:spcPts val="370"/>
              </a:spcBef>
              <a:buClr>
                <a:srgbClr val="E71101"/>
              </a:buClr>
              <a:buSzPct val="60000"/>
              <a:buFont typeface="Wingdings" panose="05000000000000000000" pitchFamily="2" charset="2"/>
              <a:buChar char="Ø"/>
              <a:defRPr/>
            </a:pPr>
            <a:r>
              <a:rPr lang="zh-CN" altLang="en-US" sz="1800" dirty="0"/>
              <a:t>主要应用于主机较多的大规模网络中</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cs typeface="+mn-ea"/>
                <a:sym typeface="+mn-lt"/>
              </a:rPr>
              <a:t>多核虚拟化</a:t>
            </a:r>
          </a:p>
        </p:txBody>
      </p:sp>
      <p:sp>
        <p:nvSpPr>
          <p:cNvPr id="4" name="内容占位符 2"/>
          <p:cNvSpPr txBox="1"/>
          <p:nvPr/>
        </p:nvSpPr>
        <p:spPr>
          <a:xfrm>
            <a:off x="1461856" y="1391389"/>
            <a:ext cx="10070237" cy="4166032"/>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1" indent="0">
              <a:lnSpc>
                <a:spcPct val="132000"/>
              </a:lnSpc>
              <a:spcBef>
                <a:spcPts val="600"/>
              </a:spcBef>
              <a:spcAft>
                <a:spcPts val="600"/>
              </a:spcAft>
              <a:buClr>
                <a:srgbClr val="E71101"/>
              </a:buClr>
              <a:buSzPct val="60000"/>
              <a:buNone/>
              <a:defRPr/>
            </a:pPr>
            <a:r>
              <a:rPr lang="zh-CN" altLang="en-US" sz="2400" dirty="0">
                <a:solidFill>
                  <a:srgbClr val="FF0000"/>
                </a:solidFill>
              </a:rPr>
              <a:t>虚拟机</a:t>
            </a:r>
            <a:r>
              <a:rPr lang="zh-CN" altLang="en-US" sz="2400" dirty="0"/>
              <a:t>与</a:t>
            </a:r>
            <a:r>
              <a:rPr lang="zh-CN" altLang="en-US" sz="2400" dirty="0">
                <a:solidFill>
                  <a:srgbClr val="FF0000"/>
                </a:solidFill>
              </a:rPr>
              <a:t>多核技术</a:t>
            </a:r>
            <a:r>
              <a:rPr lang="zh-CN" altLang="en-US" sz="2400" dirty="0"/>
              <a:t>的</a:t>
            </a:r>
            <a:r>
              <a:rPr lang="zh-CN" altLang="en-US" sz="2400" dirty="0">
                <a:solidFill>
                  <a:srgbClr val="0000FF"/>
                </a:solidFill>
              </a:rPr>
              <a:t>结合</a:t>
            </a:r>
            <a:r>
              <a:rPr lang="zh-CN" altLang="en-US" sz="2400" dirty="0"/>
              <a:t>，可以使用户在软件中指定可用的处理机数量。</a:t>
            </a:r>
          </a:p>
          <a:p>
            <a:pPr marL="0" lvl="1" indent="0">
              <a:lnSpc>
                <a:spcPct val="132000"/>
              </a:lnSpc>
              <a:spcBef>
                <a:spcPts val="600"/>
              </a:spcBef>
              <a:spcAft>
                <a:spcPts val="600"/>
              </a:spcAft>
              <a:buClr>
                <a:srgbClr val="E71101"/>
              </a:buClr>
              <a:buSzPct val="60000"/>
              <a:buNone/>
              <a:defRPr/>
            </a:pPr>
            <a:r>
              <a:rPr lang="zh-CN" altLang="en-US" sz="2400" dirty="0"/>
              <a:t>与虚拟化单核处理器相比，虚拟化多核处理器更加复杂。</a:t>
            </a:r>
          </a:p>
          <a:p>
            <a:pPr marL="0" lvl="1" indent="0">
              <a:lnSpc>
                <a:spcPct val="132000"/>
              </a:lnSpc>
              <a:spcBef>
                <a:spcPts val="600"/>
              </a:spcBef>
              <a:spcAft>
                <a:spcPts val="600"/>
              </a:spcAft>
              <a:buClr>
                <a:srgbClr val="E71101"/>
              </a:buClr>
              <a:buSzPct val="60000"/>
              <a:buNone/>
              <a:defRPr/>
            </a:pPr>
            <a:r>
              <a:rPr lang="zh-CN" altLang="en-US" sz="2400" dirty="0">
                <a:solidFill>
                  <a:srgbClr val="0000FF"/>
                </a:solidFill>
              </a:rPr>
              <a:t>多核虚拟化技术</a:t>
            </a:r>
            <a:r>
              <a:rPr lang="zh-CN" altLang="en-US" sz="2400" dirty="0"/>
              <a:t>目前正处在发展阶段：</a:t>
            </a:r>
          </a:p>
          <a:p>
            <a:pPr marL="457200" lvl="3" indent="-342900">
              <a:lnSpc>
                <a:spcPct val="132000"/>
              </a:lnSpc>
              <a:spcBef>
                <a:spcPts val="370"/>
              </a:spcBef>
              <a:buClr>
                <a:srgbClr val="E71101"/>
              </a:buClr>
              <a:buSzPct val="60000"/>
              <a:buFont typeface="Wingdings" panose="05000000000000000000" pitchFamily="2" charset="2"/>
              <a:buChar char="Ø"/>
              <a:defRPr/>
            </a:pPr>
            <a:r>
              <a:rPr lang="zh-CN" altLang="en-US" sz="2200" dirty="0"/>
              <a:t>允许硬件设计者获得处理器核底层细节的抽象，它位于</a:t>
            </a:r>
            <a:r>
              <a:rPr lang="en-US" altLang="zh-CN" sz="2200" dirty="0"/>
              <a:t>ISA</a:t>
            </a:r>
            <a:r>
              <a:rPr lang="zh-CN" altLang="en-US" sz="2200" dirty="0"/>
              <a:t>之下并且不需要</a:t>
            </a:r>
            <a:r>
              <a:rPr lang="en-US" altLang="zh-CN" sz="2200" dirty="0"/>
              <a:t>OS</a:t>
            </a:r>
            <a:r>
              <a:rPr lang="zh-CN" altLang="en-US" sz="2200" dirty="0"/>
              <a:t>或</a:t>
            </a:r>
            <a:r>
              <a:rPr lang="en-US" altLang="zh-CN" sz="2200" dirty="0"/>
              <a:t>VMM</a:t>
            </a:r>
            <a:r>
              <a:rPr lang="zh-CN" altLang="en-US" sz="2200" dirty="0"/>
              <a:t>的修改（</a:t>
            </a:r>
            <a:r>
              <a:rPr lang="en-US" altLang="zh-CN" sz="2200" dirty="0"/>
              <a:t>Wells</a:t>
            </a:r>
            <a:r>
              <a:rPr lang="zh-CN" altLang="en-US" sz="2200" dirty="0"/>
              <a:t>等人提出）；</a:t>
            </a:r>
          </a:p>
          <a:p>
            <a:pPr marL="457200" lvl="3" indent="-342900">
              <a:lnSpc>
                <a:spcPct val="132000"/>
              </a:lnSpc>
              <a:spcBef>
                <a:spcPts val="370"/>
              </a:spcBef>
              <a:buClr>
                <a:srgbClr val="E71101"/>
              </a:buClr>
              <a:buSzPct val="60000"/>
              <a:buFont typeface="Wingdings" panose="05000000000000000000" pitchFamily="2" charset="2"/>
              <a:buChar char="Ø"/>
              <a:defRPr/>
            </a:pPr>
            <a:r>
              <a:rPr lang="zh-CN" altLang="en-US" sz="2200" dirty="0"/>
              <a:t>除了在一个或多个处理器核上支持分时共享作业外，还可以使用多余的处理器核进行空间共享，其中单线程或多线程作业被同时长时间地分配给独立的核组（基于片上多核处理器）。</a:t>
            </a:r>
          </a:p>
        </p:txBody>
      </p:sp>
      <p:pic>
        <p:nvPicPr>
          <p:cNvPr id="5" name="图片 4"/>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825544" y="1411364"/>
            <a:ext cx="527050" cy="527050"/>
          </a:xfrm>
          <a:prstGeom prst="rect">
            <a:avLst/>
          </a:prstGeom>
          <a:ln>
            <a:noFill/>
          </a:ln>
          <a:effectLst>
            <a:softEdge rad="0"/>
          </a:effectLst>
        </p:spPr>
      </p:pic>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825544" y="1996504"/>
            <a:ext cx="527050" cy="527050"/>
          </a:xfrm>
          <a:prstGeom prst="rect">
            <a:avLst/>
          </a:prstGeom>
          <a:ln>
            <a:noFill/>
          </a:ln>
          <a:effectLst>
            <a:softEdge rad="0"/>
          </a:effectLst>
        </p:spPr>
      </p:pic>
      <p:pic>
        <p:nvPicPr>
          <p:cNvPr id="7" name="图片 6"/>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825544" y="2651973"/>
            <a:ext cx="527050" cy="527050"/>
          </a:xfrm>
          <a:prstGeom prst="rect">
            <a:avLst/>
          </a:prstGeom>
          <a:ln>
            <a:noFill/>
          </a:ln>
          <a:effectLst>
            <a:softEdge rad="0"/>
          </a:effec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cs typeface="+mn-ea"/>
                <a:sym typeface="+mn-lt"/>
              </a:rPr>
              <a:t>云计算的引入</a:t>
            </a:r>
          </a:p>
        </p:txBody>
      </p:sp>
      <p:sp>
        <p:nvSpPr>
          <p:cNvPr id="4" name="内容占位符 2"/>
          <p:cNvSpPr txBox="1"/>
          <p:nvPr/>
        </p:nvSpPr>
        <p:spPr>
          <a:xfrm>
            <a:off x="489049" y="1068952"/>
            <a:ext cx="11213899" cy="112383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lnSpc>
                <a:spcPct val="132000"/>
              </a:lnSpc>
              <a:buNone/>
            </a:pPr>
            <a:r>
              <a:rPr lang="zh-CN" altLang="en-US" sz="2300" dirty="0">
                <a:solidFill>
                  <a:srgbClr val="0000FF"/>
                </a:solidFill>
                <a:latin typeface="+mn-ea"/>
              </a:rPr>
              <a:t>云计算</a:t>
            </a:r>
            <a:r>
              <a:rPr lang="zh-CN" altLang="en-US" sz="2300" dirty="0">
                <a:latin typeface="+mn-ea"/>
              </a:rPr>
              <a:t>本身无论是商业模式还是技术，都已经发展了很长时间，并在实践过程中逐步演进。</a:t>
            </a:r>
            <a:endParaRPr lang="en-US" altLang="zh-CN" sz="2300" dirty="0">
              <a:latin typeface="+mn-ea"/>
            </a:endParaRPr>
          </a:p>
        </p:txBody>
      </p:sp>
      <p:grpSp>
        <p:nvGrpSpPr>
          <p:cNvPr id="5" name="217641"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355107" y="2104008"/>
            <a:ext cx="11205141" cy="4155247"/>
            <a:chOff x="539158" y="1929384"/>
            <a:chExt cx="11205141" cy="4155247"/>
          </a:xfrm>
        </p:grpSpPr>
        <p:sp>
          <p:nvSpPr>
            <p:cNvPr id="6" name="ïsḷîḋê"/>
            <p:cNvSpPr/>
            <p:nvPr/>
          </p:nvSpPr>
          <p:spPr>
            <a:xfrm>
              <a:off x="673100" y="1929384"/>
              <a:ext cx="10845800" cy="2125980"/>
            </a:xfrm>
            <a:prstGeom prst="rightArrow">
              <a:avLst>
                <a:gd name="adj1" fmla="val 50000"/>
                <a:gd name="adj2" fmla="val 42258"/>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7" name="ïṩḻíḑe"/>
            <p:cNvSpPr/>
            <p:nvPr/>
          </p:nvSpPr>
          <p:spPr>
            <a:xfrm rot="2700000">
              <a:off x="1148317" y="2189617"/>
              <a:ext cx="1605516" cy="1605516"/>
            </a:xfrm>
            <a:custGeom>
              <a:avLst/>
              <a:gdLst>
                <a:gd name="connsiteX0" fmla="*/ 135628 w 1605516"/>
                <a:gd name="connsiteY0" fmla="*/ 135628 h 1605516"/>
                <a:gd name="connsiteX1" fmla="*/ 463063 w 1605516"/>
                <a:gd name="connsiteY1" fmla="*/ 0 h 1605516"/>
                <a:gd name="connsiteX2" fmla="*/ 1142453 w 1605516"/>
                <a:gd name="connsiteY2" fmla="*/ 0 h 1605516"/>
                <a:gd name="connsiteX3" fmla="*/ 1605516 w 1605516"/>
                <a:gd name="connsiteY3" fmla="*/ 463063 h 1605516"/>
                <a:gd name="connsiteX4" fmla="*/ 1605516 w 1605516"/>
                <a:gd name="connsiteY4" fmla="*/ 1142453 h 1605516"/>
                <a:gd name="connsiteX5" fmla="*/ 1142453 w 1605516"/>
                <a:gd name="connsiteY5" fmla="*/ 1605516 h 1605516"/>
                <a:gd name="connsiteX6" fmla="*/ 463063 w 1605516"/>
                <a:gd name="connsiteY6" fmla="*/ 1605516 h 1605516"/>
                <a:gd name="connsiteX7" fmla="*/ 282818 w 1605516"/>
                <a:gd name="connsiteY7" fmla="*/ 1569126 h 1605516"/>
                <a:gd name="connsiteX8" fmla="*/ 247355 w 1605516"/>
                <a:gd name="connsiteY8" fmla="*/ 1549878 h 1605516"/>
                <a:gd name="connsiteX9" fmla="*/ 706898 w 1605516"/>
                <a:gd name="connsiteY9" fmla="*/ 1090334 h 1605516"/>
                <a:gd name="connsiteX10" fmla="*/ 802757 w 1605516"/>
                <a:gd name="connsiteY10" fmla="*/ 1186193 h 1605516"/>
                <a:gd name="connsiteX11" fmla="*/ 802757 w 1605516"/>
                <a:gd name="connsiteY11" fmla="*/ 802757 h 1605516"/>
                <a:gd name="connsiteX12" fmla="*/ 419322 w 1605516"/>
                <a:gd name="connsiteY12" fmla="*/ 802757 h 1605516"/>
                <a:gd name="connsiteX13" fmla="*/ 515181 w 1605516"/>
                <a:gd name="connsiteY13" fmla="*/ 898616 h 1605516"/>
                <a:gd name="connsiteX14" fmla="*/ 55637 w 1605516"/>
                <a:gd name="connsiteY14" fmla="*/ 1358159 h 1605516"/>
                <a:gd name="connsiteX15" fmla="*/ 36390 w 1605516"/>
                <a:gd name="connsiteY15" fmla="*/ 1322698 h 1605516"/>
                <a:gd name="connsiteX16" fmla="*/ 0 w 1605516"/>
                <a:gd name="connsiteY16" fmla="*/ 1142453 h 1605516"/>
                <a:gd name="connsiteX17" fmla="*/ 0 w 1605516"/>
                <a:gd name="connsiteY17" fmla="*/ 463063 h 1605516"/>
                <a:gd name="connsiteX18" fmla="*/ 135628 w 1605516"/>
                <a:gd name="connsiteY18" fmla="*/ 135628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628" y="135628"/>
                  </a:moveTo>
                  <a:cubicBezTo>
                    <a:pt x="219426" y="51830"/>
                    <a:pt x="335192" y="0"/>
                    <a:pt x="463063" y="0"/>
                  </a:cubicBezTo>
                  <a:lnTo>
                    <a:pt x="1142453" y="0"/>
                  </a:lnTo>
                  <a:cubicBezTo>
                    <a:pt x="1398196" y="0"/>
                    <a:pt x="1605516" y="207320"/>
                    <a:pt x="1605516" y="463063"/>
                  </a:cubicBezTo>
                  <a:lnTo>
                    <a:pt x="1605516" y="1142453"/>
                  </a:lnTo>
                  <a:cubicBezTo>
                    <a:pt x="1605516" y="1398196"/>
                    <a:pt x="1398196" y="1605516"/>
                    <a:pt x="1142453" y="1605516"/>
                  </a:cubicBezTo>
                  <a:lnTo>
                    <a:pt x="463063" y="1605516"/>
                  </a:lnTo>
                  <a:cubicBezTo>
                    <a:pt x="399127" y="1605516"/>
                    <a:pt x="338218" y="1592559"/>
                    <a:pt x="282818" y="1569126"/>
                  </a:cubicBezTo>
                  <a:lnTo>
                    <a:pt x="247355" y="1549878"/>
                  </a:lnTo>
                  <a:lnTo>
                    <a:pt x="706898" y="1090334"/>
                  </a:lnTo>
                  <a:lnTo>
                    <a:pt x="802757" y="1186193"/>
                  </a:lnTo>
                  <a:lnTo>
                    <a:pt x="802757" y="802757"/>
                  </a:lnTo>
                  <a:lnTo>
                    <a:pt x="419322" y="802757"/>
                  </a:lnTo>
                  <a:lnTo>
                    <a:pt x="515181" y="898616"/>
                  </a:lnTo>
                  <a:lnTo>
                    <a:pt x="55637" y="1358159"/>
                  </a:lnTo>
                  <a:lnTo>
                    <a:pt x="36390" y="1322698"/>
                  </a:lnTo>
                  <a:cubicBezTo>
                    <a:pt x="12957" y="1267298"/>
                    <a:pt x="0" y="1206389"/>
                    <a:pt x="0" y="1142453"/>
                  </a:cubicBezTo>
                  <a:lnTo>
                    <a:pt x="0" y="463063"/>
                  </a:lnTo>
                  <a:cubicBezTo>
                    <a:pt x="0" y="335192"/>
                    <a:pt x="51830" y="219426"/>
                    <a:pt x="135628" y="135628"/>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dirty="0"/>
            </a:p>
          </p:txBody>
        </p:sp>
        <p:sp>
          <p:nvSpPr>
            <p:cNvPr id="8" name="is1íḑe"/>
            <p:cNvSpPr/>
            <p:nvPr/>
          </p:nvSpPr>
          <p:spPr>
            <a:xfrm rot="2700000">
              <a:off x="3911600" y="2189617"/>
              <a:ext cx="1605516" cy="1605516"/>
            </a:xfrm>
            <a:custGeom>
              <a:avLst/>
              <a:gdLst>
                <a:gd name="connsiteX0" fmla="*/ 135459 w 1605516"/>
                <a:gd name="connsiteY0" fmla="*/ 135459 h 1605516"/>
                <a:gd name="connsiteX1" fmla="*/ 462485 w 1605516"/>
                <a:gd name="connsiteY1" fmla="*/ 0 h 1605516"/>
                <a:gd name="connsiteX2" fmla="*/ 1143031 w 1605516"/>
                <a:gd name="connsiteY2" fmla="*/ 0 h 1605516"/>
                <a:gd name="connsiteX3" fmla="*/ 1605516 w 1605516"/>
                <a:gd name="connsiteY3" fmla="*/ 462485 h 1605516"/>
                <a:gd name="connsiteX4" fmla="*/ 1605516 w 1605516"/>
                <a:gd name="connsiteY4" fmla="*/ 1143031 h 1605516"/>
                <a:gd name="connsiteX5" fmla="*/ 1143031 w 1605516"/>
                <a:gd name="connsiteY5" fmla="*/ 1605516 h 1605516"/>
                <a:gd name="connsiteX6" fmla="*/ 462485 w 1605516"/>
                <a:gd name="connsiteY6" fmla="*/ 1605516 h 1605516"/>
                <a:gd name="connsiteX7" fmla="*/ 282465 w 1605516"/>
                <a:gd name="connsiteY7" fmla="*/ 1569172 h 1605516"/>
                <a:gd name="connsiteX8" fmla="*/ 247202 w 1605516"/>
                <a:gd name="connsiteY8" fmla="*/ 1550031 h 1605516"/>
                <a:gd name="connsiteX9" fmla="*/ 706898 w 1605516"/>
                <a:gd name="connsiteY9" fmla="*/ 1090334 h 1605516"/>
                <a:gd name="connsiteX10" fmla="*/ 802757 w 1605516"/>
                <a:gd name="connsiteY10" fmla="*/ 1186193 h 1605516"/>
                <a:gd name="connsiteX11" fmla="*/ 802757 w 1605516"/>
                <a:gd name="connsiteY11" fmla="*/ 802757 h 1605516"/>
                <a:gd name="connsiteX12" fmla="*/ 419322 w 1605516"/>
                <a:gd name="connsiteY12" fmla="*/ 802757 h 1605516"/>
                <a:gd name="connsiteX13" fmla="*/ 515181 w 1605516"/>
                <a:gd name="connsiteY13" fmla="*/ 898616 h 1605516"/>
                <a:gd name="connsiteX14" fmla="*/ 55484 w 1605516"/>
                <a:gd name="connsiteY14" fmla="*/ 1358313 h 1605516"/>
                <a:gd name="connsiteX15" fmla="*/ 36345 w 1605516"/>
                <a:gd name="connsiteY15" fmla="*/ 1323051 h 1605516"/>
                <a:gd name="connsiteX16" fmla="*/ 0 w 1605516"/>
                <a:gd name="connsiteY16" fmla="*/ 1143031 h 1605516"/>
                <a:gd name="connsiteX17" fmla="*/ 0 w 1605516"/>
                <a:gd name="connsiteY17" fmla="*/ 462485 h 1605516"/>
                <a:gd name="connsiteX18" fmla="*/ 135459 w 1605516"/>
                <a:gd name="connsiteY18" fmla="*/ 135459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459" y="135459"/>
                  </a:moveTo>
                  <a:cubicBezTo>
                    <a:pt x="219152" y="51765"/>
                    <a:pt x="334773" y="0"/>
                    <a:pt x="462485" y="0"/>
                  </a:cubicBezTo>
                  <a:lnTo>
                    <a:pt x="1143031" y="0"/>
                  </a:lnTo>
                  <a:cubicBezTo>
                    <a:pt x="1398454" y="0"/>
                    <a:pt x="1605516" y="207062"/>
                    <a:pt x="1605516" y="462485"/>
                  </a:cubicBezTo>
                  <a:lnTo>
                    <a:pt x="1605516" y="1143031"/>
                  </a:lnTo>
                  <a:cubicBezTo>
                    <a:pt x="1605516" y="1398454"/>
                    <a:pt x="1398454" y="1605516"/>
                    <a:pt x="1143031" y="1605516"/>
                  </a:cubicBezTo>
                  <a:lnTo>
                    <a:pt x="462485" y="1605516"/>
                  </a:lnTo>
                  <a:cubicBezTo>
                    <a:pt x="398629" y="1605516"/>
                    <a:pt x="337796" y="1592575"/>
                    <a:pt x="282465" y="1569172"/>
                  </a:cubicBezTo>
                  <a:lnTo>
                    <a:pt x="247202" y="1550031"/>
                  </a:lnTo>
                  <a:lnTo>
                    <a:pt x="706898" y="1090334"/>
                  </a:lnTo>
                  <a:lnTo>
                    <a:pt x="802757" y="1186193"/>
                  </a:lnTo>
                  <a:lnTo>
                    <a:pt x="802757" y="802757"/>
                  </a:lnTo>
                  <a:lnTo>
                    <a:pt x="419322" y="802757"/>
                  </a:lnTo>
                  <a:lnTo>
                    <a:pt x="515181" y="898616"/>
                  </a:lnTo>
                  <a:lnTo>
                    <a:pt x="55484" y="1358313"/>
                  </a:lnTo>
                  <a:lnTo>
                    <a:pt x="36345" y="1323051"/>
                  </a:lnTo>
                  <a:cubicBezTo>
                    <a:pt x="12941" y="1267720"/>
                    <a:pt x="0" y="1206887"/>
                    <a:pt x="0" y="1143031"/>
                  </a:cubicBezTo>
                  <a:lnTo>
                    <a:pt x="0" y="462485"/>
                  </a:lnTo>
                  <a:cubicBezTo>
                    <a:pt x="0" y="334773"/>
                    <a:pt x="51765" y="219152"/>
                    <a:pt x="135459" y="135459"/>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9" name="íṡ1ïḋé"/>
            <p:cNvSpPr/>
            <p:nvPr/>
          </p:nvSpPr>
          <p:spPr>
            <a:xfrm rot="2700000">
              <a:off x="6674883" y="2189617"/>
              <a:ext cx="1605516" cy="1605516"/>
            </a:xfrm>
            <a:custGeom>
              <a:avLst/>
              <a:gdLst>
                <a:gd name="connsiteX0" fmla="*/ 135431 w 1605516"/>
                <a:gd name="connsiteY0" fmla="*/ 135431 h 1605516"/>
                <a:gd name="connsiteX1" fmla="*/ 462389 w 1605516"/>
                <a:gd name="connsiteY1" fmla="*/ 0 h 1605516"/>
                <a:gd name="connsiteX2" fmla="*/ 1143127 w 1605516"/>
                <a:gd name="connsiteY2" fmla="*/ 0 h 1605516"/>
                <a:gd name="connsiteX3" fmla="*/ 1605516 w 1605516"/>
                <a:gd name="connsiteY3" fmla="*/ 462389 h 1605516"/>
                <a:gd name="connsiteX4" fmla="*/ 1605516 w 1605516"/>
                <a:gd name="connsiteY4" fmla="*/ 1143127 h 1605516"/>
                <a:gd name="connsiteX5" fmla="*/ 1143127 w 1605516"/>
                <a:gd name="connsiteY5" fmla="*/ 1605516 h 1605516"/>
                <a:gd name="connsiteX6" fmla="*/ 462389 w 1605516"/>
                <a:gd name="connsiteY6" fmla="*/ 1605516 h 1605516"/>
                <a:gd name="connsiteX7" fmla="*/ 282407 w 1605516"/>
                <a:gd name="connsiteY7" fmla="*/ 1569179 h 1605516"/>
                <a:gd name="connsiteX8" fmla="*/ 247177 w 1605516"/>
                <a:gd name="connsiteY8" fmla="*/ 1550057 h 1605516"/>
                <a:gd name="connsiteX9" fmla="*/ 706899 w 1605516"/>
                <a:gd name="connsiteY9" fmla="*/ 1090335 h 1605516"/>
                <a:gd name="connsiteX10" fmla="*/ 802758 w 1605516"/>
                <a:gd name="connsiteY10" fmla="*/ 1186194 h 1605516"/>
                <a:gd name="connsiteX11" fmla="*/ 802758 w 1605516"/>
                <a:gd name="connsiteY11" fmla="*/ 802758 h 1605516"/>
                <a:gd name="connsiteX12" fmla="*/ 419322 w 1605516"/>
                <a:gd name="connsiteY12" fmla="*/ 802758 h 1605516"/>
                <a:gd name="connsiteX13" fmla="*/ 515181 w 1605516"/>
                <a:gd name="connsiteY13" fmla="*/ 898617 h 1605516"/>
                <a:gd name="connsiteX14" fmla="*/ 55459 w 1605516"/>
                <a:gd name="connsiteY14" fmla="*/ 1358339 h 1605516"/>
                <a:gd name="connsiteX15" fmla="*/ 36337 w 1605516"/>
                <a:gd name="connsiteY15" fmla="*/ 1323109 h 1605516"/>
                <a:gd name="connsiteX16" fmla="*/ 0 w 1605516"/>
                <a:gd name="connsiteY16" fmla="*/ 1143127 h 1605516"/>
                <a:gd name="connsiteX17" fmla="*/ 0 w 1605516"/>
                <a:gd name="connsiteY17" fmla="*/ 462389 h 1605516"/>
                <a:gd name="connsiteX18" fmla="*/ 135431 w 1605516"/>
                <a:gd name="connsiteY18" fmla="*/ 135431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431" y="135431"/>
                  </a:moveTo>
                  <a:cubicBezTo>
                    <a:pt x="219107" y="51755"/>
                    <a:pt x="334704" y="0"/>
                    <a:pt x="462389" y="0"/>
                  </a:cubicBezTo>
                  <a:lnTo>
                    <a:pt x="1143127" y="0"/>
                  </a:lnTo>
                  <a:cubicBezTo>
                    <a:pt x="1398497" y="0"/>
                    <a:pt x="1605516" y="207019"/>
                    <a:pt x="1605516" y="462389"/>
                  </a:cubicBezTo>
                  <a:lnTo>
                    <a:pt x="1605516" y="1143127"/>
                  </a:lnTo>
                  <a:cubicBezTo>
                    <a:pt x="1605516" y="1398497"/>
                    <a:pt x="1398497" y="1605516"/>
                    <a:pt x="1143127" y="1605516"/>
                  </a:cubicBezTo>
                  <a:lnTo>
                    <a:pt x="462389" y="1605516"/>
                  </a:lnTo>
                  <a:cubicBezTo>
                    <a:pt x="398546" y="1605516"/>
                    <a:pt x="337726" y="1592577"/>
                    <a:pt x="282407" y="1569179"/>
                  </a:cubicBezTo>
                  <a:lnTo>
                    <a:pt x="247177" y="1550057"/>
                  </a:lnTo>
                  <a:lnTo>
                    <a:pt x="706899" y="1090335"/>
                  </a:lnTo>
                  <a:lnTo>
                    <a:pt x="802758" y="1186194"/>
                  </a:lnTo>
                  <a:lnTo>
                    <a:pt x="802758" y="802758"/>
                  </a:lnTo>
                  <a:lnTo>
                    <a:pt x="419322" y="802758"/>
                  </a:lnTo>
                  <a:lnTo>
                    <a:pt x="515181" y="898617"/>
                  </a:lnTo>
                  <a:lnTo>
                    <a:pt x="55459" y="1358339"/>
                  </a:lnTo>
                  <a:lnTo>
                    <a:pt x="36337" y="1323109"/>
                  </a:lnTo>
                  <a:cubicBezTo>
                    <a:pt x="12939" y="1267790"/>
                    <a:pt x="0" y="1206970"/>
                    <a:pt x="0" y="1143127"/>
                  </a:cubicBezTo>
                  <a:lnTo>
                    <a:pt x="0" y="462389"/>
                  </a:lnTo>
                  <a:cubicBezTo>
                    <a:pt x="0" y="334704"/>
                    <a:pt x="51755" y="219107"/>
                    <a:pt x="135431" y="135431"/>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dirty="0"/>
            </a:p>
          </p:txBody>
        </p:sp>
        <p:sp>
          <p:nvSpPr>
            <p:cNvPr id="10" name="îṡlíḓè"/>
            <p:cNvSpPr/>
            <p:nvPr/>
          </p:nvSpPr>
          <p:spPr>
            <a:xfrm rot="2700000">
              <a:off x="9438167" y="2189617"/>
              <a:ext cx="1605516" cy="1605516"/>
            </a:xfrm>
            <a:custGeom>
              <a:avLst/>
              <a:gdLst>
                <a:gd name="connsiteX0" fmla="*/ 135431 w 1605516"/>
                <a:gd name="connsiteY0" fmla="*/ 135431 h 1605516"/>
                <a:gd name="connsiteX1" fmla="*/ 462389 w 1605516"/>
                <a:gd name="connsiteY1" fmla="*/ 0 h 1605516"/>
                <a:gd name="connsiteX2" fmla="*/ 1143127 w 1605516"/>
                <a:gd name="connsiteY2" fmla="*/ 0 h 1605516"/>
                <a:gd name="connsiteX3" fmla="*/ 1605516 w 1605516"/>
                <a:gd name="connsiteY3" fmla="*/ 462389 h 1605516"/>
                <a:gd name="connsiteX4" fmla="*/ 1605516 w 1605516"/>
                <a:gd name="connsiteY4" fmla="*/ 1143127 h 1605516"/>
                <a:gd name="connsiteX5" fmla="*/ 1143127 w 1605516"/>
                <a:gd name="connsiteY5" fmla="*/ 1605516 h 1605516"/>
                <a:gd name="connsiteX6" fmla="*/ 462389 w 1605516"/>
                <a:gd name="connsiteY6" fmla="*/ 1605516 h 1605516"/>
                <a:gd name="connsiteX7" fmla="*/ 282406 w 1605516"/>
                <a:gd name="connsiteY7" fmla="*/ 1569179 h 1605516"/>
                <a:gd name="connsiteX8" fmla="*/ 247176 w 1605516"/>
                <a:gd name="connsiteY8" fmla="*/ 1550057 h 1605516"/>
                <a:gd name="connsiteX9" fmla="*/ 706898 w 1605516"/>
                <a:gd name="connsiteY9" fmla="*/ 1090334 h 1605516"/>
                <a:gd name="connsiteX10" fmla="*/ 802757 w 1605516"/>
                <a:gd name="connsiteY10" fmla="*/ 1186193 h 1605516"/>
                <a:gd name="connsiteX11" fmla="*/ 802757 w 1605516"/>
                <a:gd name="connsiteY11" fmla="*/ 802757 h 1605516"/>
                <a:gd name="connsiteX12" fmla="*/ 419322 w 1605516"/>
                <a:gd name="connsiteY12" fmla="*/ 802757 h 1605516"/>
                <a:gd name="connsiteX13" fmla="*/ 515181 w 1605516"/>
                <a:gd name="connsiteY13" fmla="*/ 898616 h 1605516"/>
                <a:gd name="connsiteX14" fmla="*/ 55459 w 1605516"/>
                <a:gd name="connsiteY14" fmla="*/ 1358338 h 1605516"/>
                <a:gd name="connsiteX15" fmla="*/ 36337 w 1605516"/>
                <a:gd name="connsiteY15" fmla="*/ 1323110 h 1605516"/>
                <a:gd name="connsiteX16" fmla="*/ 0 w 1605516"/>
                <a:gd name="connsiteY16" fmla="*/ 1143127 h 1605516"/>
                <a:gd name="connsiteX17" fmla="*/ 0 w 1605516"/>
                <a:gd name="connsiteY17" fmla="*/ 462389 h 1605516"/>
                <a:gd name="connsiteX18" fmla="*/ 135431 w 1605516"/>
                <a:gd name="connsiteY18" fmla="*/ 135431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431" y="135431"/>
                  </a:moveTo>
                  <a:cubicBezTo>
                    <a:pt x="219107" y="51755"/>
                    <a:pt x="334704" y="0"/>
                    <a:pt x="462389" y="0"/>
                  </a:cubicBezTo>
                  <a:lnTo>
                    <a:pt x="1143127" y="0"/>
                  </a:lnTo>
                  <a:cubicBezTo>
                    <a:pt x="1398497" y="0"/>
                    <a:pt x="1605516" y="207019"/>
                    <a:pt x="1605516" y="462389"/>
                  </a:cubicBezTo>
                  <a:lnTo>
                    <a:pt x="1605516" y="1143127"/>
                  </a:lnTo>
                  <a:cubicBezTo>
                    <a:pt x="1605516" y="1398497"/>
                    <a:pt x="1398497" y="1605516"/>
                    <a:pt x="1143127" y="1605516"/>
                  </a:cubicBezTo>
                  <a:lnTo>
                    <a:pt x="462389" y="1605516"/>
                  </a:lnTo>
                  <a:cubicBezTo>
                    <a:pt x="398547" y="1605516"/>
                    <a:pt x="337726" y="1592577"/>
                    <a:pt x="282406" y="1569179"/>
                  </a:cubicBezTo>
                  <a:lnTo>
                    <a:pt x="247176" y="1550057"/>
                  </a:lnTo>
                  <a:lnTo>
                    <a:pt x="706898" y="1090334"/>
                  </a:lnTo>
                  <a:lnTo>
                    <a:pt x="802757" y="1186193"/>
                  </a:lnTo>
                  <a:lnTo>
                    <a:pt x="802757" y="802757"/>
                  </a:lnTo>
                  <a:lnTo>
                    <a:pt x="419322" y="802757"/>
                  </a:lnTo>
                  <a:lnTo>
                    <a:pt x="515181" y="898616"/>
                  </a:lnTo>
                  <a:lnTo>
                    <a:pt x="55459" y="1358338"/>
                  </a:lnTo>
                  <a:lnTo>
                    <a:pt x="36337" y="1323110"/>
                  </a:lnTo>
                  <a:cubicBezTo>
                    <a:pt x="12939" y="1267790"/>
                    <a:pt x="0" y="1206969"/>
                    <a:pt x="0" y="1143127"/>
                  </a:cubicBezTo>
                  <a:lnTo>
                    <a:pt x="0" y="462389"/>
                  </a:lnTo>
                  <a:cubicBezTo>
                    <a:pt x="0" y="334704"/>
                    <a:pt x="51755" y="219107"/>
                    <a:pt x="135431" y="135431"/>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dirty="0"/>
            </a:p>
          </p:txBody>
        </p:sp>
        <p:sp>
          <p:nvSpPr>
            <p:cNvPr id="12" name="isľîdê"/>
            <p:cNvSpPr txBox="1"/>
            <p:nvPr/>
          </p:nvSpPr>
          <p:spPr>
            <a:xfrm>
              <a:off x="539158" y="4127645"/>
              <a:ext cx="2586039" cy="1461716"/>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zh-CN" altLang="en-US" sz="2000" dirty="0"/>
                <a:t>云计算最初源于互联网公司的成本控制，这些公司会尽可能合理地利用每一个硬件，最大程度地发挥机器性能</a:t>
              </a:r>
            </a:p>
          </p:txBody>
        </p:sp>
        <p:sp>
          <p:nvSpPr>
            <p:cNvPr id="16" name="îṣḻidé"/>
            <p:cNvSpPr txBox="1"/>
            <p:nvPr/>
          </p:nvSpPr>
          <p:spPr>
            <a:xfrm>
              <a:off x="1960664" y="2605404"/>
              <a:ext cx="708108" cy="678249"/>
            </a:xfrm>
            <a:prstGeom prst="rect">
              <a:avLst/>
            </a:prstGeom>
            <a:noFill/>
          </p:spPr>
          <p:txBody>
            <a:bodyPr wrap="square" lIns="91440" tIns="45720" rIns="91440" bIns="45720" rtlCol="0" anchor="ctr">
              <a:normAutofit/>
            </a:bodyPr>
            <a:lstStyle/>
            <a:p>
              <a:pPr algn="ctr"/>
              <a:r>
                <a:rPr lang="en-US" altLang="zh-CN" sz="3200" b="1" i="1" dirty="0">
                  <a:solidFill>
                    <a:schemeClr val="bg1"/>
                  </a:solidFill>
                </a:rPr>
                <a:t>00</a:t>
              </a:r>
              <a:endParaRPr lang="zh-CN" altLang="en-US" sz="3200" b="1" i="1" dirty="0">
                <a:solidFill>
                  <a:schemeClr val="bg1"/>
                </a:solidFill>
              </a:endParaRPr>
            </a:p>
          </p:txBody>
        </p:sp>
        <p:sp>
          <p:nvSpPr>
            <p:cNvPr id="17" name="ïŝ1ïḋè"/>
            <p:cNvSpPr txBox="1"/>
            <p:nvPr/>
          </p:nvSpPr>
          <p:spPr>
            <a:xfrm>
              <a:off x="4741597" y="2605404"/>
              <a:ext cx="708108" cy="678249"/>
            </a:xfrm>
            <a:prstGeom prst="rect">
              <a:avLst/>
            </a:prstGeom>
            <a:noFill/>
          </p:spPr>
          <p:txBody>
            <a:bodyPr wrap="square" lIns="91440" tIns="45720" rIns="91440" bIns="45720" rtlCol="0" anchor="ctr">
              <a:normAutofit/>
            </a:bodyPr>
            <a:lstStyle/>
            <a:p>
              <a:pPr algn="ctr"/>
              <a:r>
                <a:rPr lang="en-US" altLang="zh-CN" sz="3200" b="1" i="1" dirty="0">
                  <a:solidFill>
                    <a:schemeClr val="bg1"/>
                  </a:solidFill>
                </a:rPr>
                <a:t>00</a:t>
              </a:r>
              <a:endParaRPr lang="zh-CN" altLang="en-US" sz="3200" b="1" i="1" dirty="0">
                <a:solidFill>
                  <a:schemeClr val="bg1"/>
                </a:solidFill>
              </a:endParaRPr>
            </a:p>
          </p:txBody>
        </p:sp>
        <p:sp>
          <p:nvSpPr>
            <p:cNvPr id="18" name="í$lîdé"/>
            <p:cNvSpPr txBox="1"/>
            <p:nvPr/>
          </p:nvSpPr>
          <p:spPr>
            <a:xfrm>
              <a:off x="7522530" y="2605404"/>
              <a:ext cx="708108" cy="678249"/>
            </a:xfrm>
            <a:prstGeom prst="rect">
              <a:avLst/>
            </a:prstGeom>
            <a:noFill/>
          </p:spPr>
          <p:txBody>
            <a:bodyPr wrap="square" lIns="91440" tIns="45720" rIns="91440" bIns="45720" rtlCol="0" anchor="ctr">
              <a:normAutofit/>
            </a:bodyPr>
            <a:lstStyle/>
            <a:p>
              <a:pPr algn="ctr"/>
              <a:r>
                <a:rPr lang="en-US" altLang="zh-CN" sz="3200" b="1" i="1" dirty="0">
                  <a:solidFill>
                    <a:schemeClr val="bg1"/>
                  </a:solidFill>
                </a:rPr>
                <a:t>00</a:t>
              </a:r>
              <a:endParaRPr lang="zh-CN" altLang="en-US" sz="3200" b="1" i="1" dirty="0">
                <a:solidFill>
                  <a:schemeClr val="bg1"/>
                </a:solidFill>
              </a:endParaRPr>
            </a:p>
          </p:txBody>
        </p:sp>
        <p:sp>
          <p:nvSpPr>
            <p:cNvPr id="19" name="išḻïďè"/>
            <p:cNvSpPr txBox="1"/>
            <p:nvPr/>
          </p:nvSpPr>
          <p:spPr>
            <a:xfrm>
              <a:off x="10303464" y="2605404"/>
              <a:ext cx="708108" cy="678249"/>
            </a:xfrm>
            <a:prstGeom prst="rect">
              <a:avLst/>
            </a:prstGeom>
            <a:noFill/>
          </p:spPr>
          <p:txBody>
            <a:bodyPr wrap="square" lIns="91440" tIns="45720" rIns="91440" bIns="45720" rtlCol="0" anchor="ctr">
              <a:normAutofit/>
            </a:bodyPr>
            <a:lstStyle/>
            <a:p>
              <a:pPr algn="ctr"/>
              <a:r>
                <a:rPr lang="en-US" altLang="zh-CN" sz="3200" b="1" i="1" dirty="0">
                  <a:solidFill>
                    <a:schemeClr val="bg1"/>
                  </a:solidFill>
                </a:rPr>
                <a:t>00</a:t>
              </a:r>
              <a:endParaRPr lang="zh-CN" altLang="en-US" sz="3200" b="1" i="1" dirty="0">
                <a:solidFill>
                  <a:schemeClr val="bg1"/>
                </a:solidFill>
              </a:endParaRPr>
            </a:p>
          </p:txBody>
        </p:sp>
        <p:sp>
          <p:nvSpPr>
            <p:cNvPr id="21" name="isľîdê"/>
            <p:cNvSpPr txBox="1"/>
            <p:nvPr/>
          </p:nvSpPr>
          <p:spPr>
            <a:xfrm>
              <a:off x="3277234" y="4127645"/>
              <a:ext cx="2940500" cy="1956986"/>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zh-CN" altLang="en-US" sz="2000" dirty="0"/>
                <a:t>随着公司业务需求的不断增长，如何管理和维护成千上万台服务器，成为了大型互联网公司所面临的挑战</a:t>
              </a:r>
            </a:p>
          </p:txBody>
        </p:sp>
        <p:sp>
          <p:nvSpPr>
            <p:cNvPr id="22" name="isľîdê"/>
            <p:cNvSpPr txBox="1"/>
            <p:nvPr/>
          </p:nvSpPr>
          <p:spPr>
            <a:xfrm>
              <a:off x="6469394" y="4151139"/>
              <a:ext cx="2450284" cy="1790951"/>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zh-CN" altLang="en-US" sz="2000" dirty="0"/>
                <a:t>海量数据的存储问题同样是互联网公司所面临的棘手问题</a:t>
              </a:r>
            </a:p>
          </p:txBody>
        </p:sp>
        <p:sp>
          <p:nvSpPr>
            <p:cNvPr id="23" name="isľîdê"/>
            <p:cNvSpPr txBox="1"/>
            <p:nvPr/>
          </p:nvSpPr>
          <p:spPr>
            <a:xfrm>
              <a:off x="9112965" y="4127645"/>
              <a:ext cx="2631334" cy="835247"/>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zh-CN" altLang="en-US" sz="2000" dirty="0"/>
                <a:t>由此引出了“</a:t>
              </a:r>
              <a:r>
                <a:rPr lang="zh-CN" altLang="en-US" sz="2000" dirty="0">
                  <a:solidFill>
                    <a:srgbClr val="FF0000"/>
                  </a:solidFill>
                </a:rPr>
                <a:t>云</a:t>
              </a:r>
              <a:r>
                <a:rPr lang="zh-CN" altLang="en-US" sz="2000" dirty="0"/>
                <a:t>”和云计算</a:t>
              </a:r>
            </a:p>
          </p:txBody>
        </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cs typeface="+mn-ea"/>
                <a:sym typeface="+mn-lt"/>
              </a:rPr>
              <a:t>云计算的发展阶段</a:t>
            </a:r>
          </a:p>
        </p:txBody>
      </p:sp>
      <p:sp>
        <p:nvSpPr>
          <p:cNvPr id="4" name="内容占位符 2"/>
          <p:cNvSpPr txBox="1"/>
          <p:nvPr/>
        </p:nvSpPr>
        <p:spPr>
          <a:xfrm>
            <a:off x="1488046" y="1140211"/>
            <a:ext cx="10168335" cy="5358244"/>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1" indent="0">
              <a:lnSpc>
                <a:spcPct val="132000"/>
              </a:lnSpc>
              <a:spcBef>
                <a:spcPts val="370"/>
              </a:spcBef>
              <a:buClr>
                <a:srgbClr val="E71101"/>
              </a:buClr>
              <a:buSzPct val="60000"/>
              <a:buNone/>
              <a:defRPr/>
            </a:pPr>
            <a:r>
              <a:rPr lang="zh-CN" altLang="en-US" sz="2400" dirty="0">
                <a:solidFill>
                  <a:srgbClr val="FF0000"/>
                </a:solidFill>
              </a:rPr>
              <a:t>第一阶段</a:t>
            </a:r>
            <a:r>
              <a:rPr lang="zh-CN" altLang="en-US" sz="2400" dirty="0"/>
              <a:t>，</a:t>
            </a:r>
            <a:r>
              <a:rPr lang="en-US" altLang="zh-CN" sz="2400" dirty="0"/>
              <a:t>2006</a:t>
            </a:r>
            <a:r>
              <a:rPr lang="zh-CN" altLang="en-US" sz="2400" dirty="0"/>
              <a:t>年之前</a:t>
            </a:r>
          </a:p>
          <a:p>
            <a:pPr marL="342900" lvl="1" indent="-342900">
              <a:lnSpc>
                <a:spcPct val="132000"/>
              </a:lnSpc>
              <a:spcBef>
                <a:spcPts val="370"/>
              </a:spcBef>
              <a:buClr>
                <a:srgbClr val="E71101"/>
              </a:buClr>
              <a:buSzPct val="60000"/>
              <a:buFont typeface="Wingdings" panose="05000000000000000000" pitchFamily="2" charset="2"/>
              <a:buChar char="Ø"/>
              <a:defRPr/>
            </a:pPr>
            <a:r>
              <a:rPr lang="zh-CN" altLang="en-US" sz="2400" dirty="0"/>
              <a:t>属于云计算发展前期，虚拟化技术、并行计算、网格计算等与云计算密切相关的技术各自发展</a:t>
            </a:r>
          </a:p>
          <a:p>
            <a:pPr marL="0" lvl="1" indent="0">
              <a:lnSpc>
                <a:spcPct val="132000"/>
              </a:lnSpc>
              <a:spcBef>
                <a:spcPts val="370"/>
              </a:spcBef>
              <a:buClr>
                <a:srgbClr val="E71101"/>
              </a:buClr>
              <a:buSzPct val="60000"/>
              <a:buNone/>
              <a:defRPr/>
            </a:pPr>
            <a:r>
              <a:rPr lang="zh-CN" altLang="en-US" sz="2400" dirty="0">
                <a:solidFill>
                  <a:srgbClr val="FF0000"/>
                </a:solidFill>
              </a:rPr>
              <a:t>第二阶段</a:t>
            </a:r>
            <a:r>
              <a:rPr lang="zh-CN" altLang="en-US" sz="2400" dirty="0"/>
              <a:t>，</a:t>
            </a:r>
            <a:r>
              <a:rPr lang="en-US" altLang="zh-CN" sz="2400" dirty="0"/>
              <a:t>2006~2009</a:t>
            </a:r>
            <a:r>
              <a:rPr lang="zh-CN" altLang="en-US" sz="2400" dirty="0"/>
              <a:t>年</a:t>
            </a:r>
          </a:p>
          <a:p>
            <a:pPr marL="342900" lvl="1" indent="-342900">
              <a:lnSpc>
                <a:spcPct val="132000"/>
              </a:lnSpc>
              <a:spcBef>
                <a:spcPts val="370"/>
              </a:spcBef>
              <a:buClr>
                <a:srgbClr val="E71101"/>
              </a:buClr>
              <a:buSzPct val="60000"/>
              <a:buFont typeface="Wingdings" panose="05000000000000000000" pitchFamily="2" charset="2"/>
              <a:buChar char="Ø"/>
              <a:defRPr/>
            </a:pPr>
            <a:r>
              <a:rPr lang="zh-CN" altLang="en-US" sz="2400" dirty="0"/>
              <a:t>属于云计算技术发展阶段，云计算、云模式、云服务的概念开始受到各个厂家和标准组织的关注，并结合传统的虚拟化技术、并行计算以及网格计算等，使云计算的技术体系日趋完善</a:t>
            </a:r>
          </a:p>
          <a:p>
            <a:pPr marL="0" lvl="1" indent="0">
              <a:lnSpc>
                <a:spcPct val="132000"/>
              </a:lnSpc>
              <a:spcBef>
                <a:spcPts val="370"/>
              </a:spcBef>
              <a:buClr>
                <a:srgbClr val="E71101"/>
              </a:buClr>
              <a:buSzPct val="60000"/>
              <a:buNone/>
              <a:defRPr/>
            </a:pPr>
            <a:r>
              <a:rPr lang="zh-CN" altLang="en-US" sz="2400" dirty="0">
                <a:solidFill>
                  <a:srgbClr val="FF0000"/>
                </a:solidFill>
              </a:rPr>
              <a:t>第三阶段</a:t>
            </a:r>
            <a:r>
              <a:rPr lang="zh-CN" altLang="en-US" sz="2400" dirty="0"/>
              <a:t>，</a:t>
            </a:r>
            <a:r>
              <a:rPr lang="en-US" altLang="zh-CN" sz="2400" dirty="0"/>
              <a:t>2010</a:t>
            </a:r>
            <a:r>
              <a:rPr lang="zh-CN" altLang="en-US" sz="2400" dirty="0"/>
              <a:t>年至今</a:t>
            </a:r>
          </a:p>
          <a:p>
            <a:pPr marL="342900" lvl="1" indent="-342900">
              <a:lnSpc>
                <a:spcPct val="132000"/>
              </a:lnSpc>
              <a:spcBef>
                <a:spcPts val="370"/>
              </a:spcBef>
              <a:buClr>
                <a:srgbClr val="E71101"/>
              </a:buClr>
              <a:buSzPct val="60000"/>
              <a:buFont typeface="Wingdings" panose="05000000000000000000" pitchFamily="2" charset="2"/>
              <a:buChar char="Ø"/>
              <a:defRPr/>
            </a:pPr>
            <a:r>
              <a:rPr lang="zh-CN" altLang="en-US" sz="2400" dirty="0"/>
              <a:t>属于云计算技术与应用得到高度重视和飞速发展的阶段，云计算得到了政府和企业的高度重视与逐步认同，云计算技术与应用得到了飞速发展</a:t>
            </a:r>
          </a:p>
        </p:txBody>
      </p:sp>
      <p:sp>
        <p:nvSpPr>
          <p:cNvPr id="6" name="îSļiḓè"/>
          <p:cNvSpPr/>
          <p:nvPr/>
        </p:nvSpPr>
        <p:spPr>
          <a:xfrm>
            <a:off x="763620" y="1140211"/>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p>
        </p:txBody>
      </p:sp>
      <p:sp>
        <p:nvSpPr>
          <p:cNvPr id="7" name="íṥḻîḓe"/>
          <p:cNvSpPr/>
          <p:nvPr/>
        </p:nvSpPr>
        <p:spPr>
          <a:xfrm>
            <a:off x="763620" y="4731599"/>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p>
        </p:txBody>
      </p:sp>
      <p:sp>
        <p:nvSpPr>
          <p:cNvPr id="8" name="îşļiḓè"/>
          <p:cNvSpPr/>
          <p:nvPr/>
        </p:nvSpPr>
        <p:spPr>
          <a:xfrm>
            <a:off x="763620" y="2673558"/>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p>
        </p:txBody>
      </p:sp>
      <p:sp>
        <p:nvSpPr>
          <p:cNvPr id="9" name="îṡḷíďe"/>
          <p:cNvSpPr/>
          <p:nvPr/>
        </p:nvSpPr>
        <p:spPr>
          <a:xfrm>
            <a:off x="953875" y="1336349"/>
            <a:ext cx="261147" cy="247870"/>
          </a:xfrm>
          <a:custGeom>
            <a:avLst/>
            <a:gdLst/>
            <a:ahLst/>
            <a:cxnLst/>
            <a:rect l="0" t="0" r="0" b="0"/>
            <a:pathLst>
              <a:path w="120000" h="120000" extrusionOk="0">
                <a:moveTo>
                  <a:pt x="119800" y="63664"/>
                </a:moveTo>
                <a:lnTo>
                  <a:pt x="119800" y="63664"/>
                </a:lnTo>
                <a:cubicBezTo>
                  <a:pt x="119800" y="66596"/>
                  <a:pt x="118405" y="69528"/>
                  <a:pt x="114219" y="69528"/>
                </a:cubicBezTo>
                <a:cubicBezTo>
                  <a:pt x="112823" y="69528"/>
                  <a:pt x="111428" y="68062"/>
                  <a:pt x="111428" y="68062"/>
                </a:cubicBezTo>
                <a:lnTo>
                  <a:pt x="111428" y="68062"/>
                </a:lnTo>
                <a:cubicBezTo>
                  <a:pt x="60598" y="14869"/>
                  <a:pt x="60598" y="14869"/>
                  <a:pt x="60598" y="14869"/>
                </a:cubicBezTo>
                <a:lnTo>
                  <a:pt x="60598" y="14869"/>
                </a:lnTo>
                <a:lnTo>
                  <a:pt x="60598" y="14869"/>
                </a:lnTo>
                <a:lnTo>
                  <a:pt x="60598" y="14869"/>
                </a:lnTo>
                <a:cubicBezTo>
                  <a:pt x="9966" y="68062"/>
                  <a:pt x="9966" y="68062"/>
                  <a:pt x="9966" y="68062"/>
                </a:cubicBezTo>
                <a:lnTo>
                  <a:pt x="9966" y="68062"/>
                </a:lnTo>
                <a:cubicBezTo>
                  <a:pt x="8571" y="68062"/>
                  <a:pt x="7176" y="69528"/>
                  <a:pt x="5780" y="69528"/>
                </a:cubicBezTo>
                <a:cubicBezTo>
                  <a:pt x="2990" y="69528"/>
                  <a:pt x="0" y="66596"/>
                  <a:pt x="0" y="63664"/>
                </a:cubicBezTo>
                <a:cubicBezTo>
                  <a:pt x="0" y="62198"/>
                  <a:pt x="0" y="60523"/>
                  <a:pt x="1395" y="59057"/>
                </a:cubicBezTo>
                <a:cubicBezTo>
                  <a:pt x="56411" y="1465"/>
                  <a:pt x="56411" y="1465"/>
                  <a:pt x="56411" y="1465"/>
                </a:cubicBezTo>
                <a:cubicBezTo>
                  <a:pt x="57807" y="0"/>
                  <a:pt x="59202" y="0"/>
                  <a:pt x="60598" y="0"/>
                </a:cubicBezTo>
                <a:lnTo>
                  <a:pt x="60598" y="0"/>
                </a:lnTo>
                <a:lnTo>
                  <a:pt x="60598" y="0"/>
                </a:lnTo>
                <a:lnTo>
                  <a:pt x="60598" y="0"/>
                </a:lnTo>
                <a:lnTo>
                  <a:pt x="60598" y="0"/>
                </a:lnTo>
                <a:lnTo>
                  <a:pt x="60598" y="0"/>
                </a:lnTo>
                <a:lnTo>
                  <a:pt x="60598" y="0"/>
                </a:lnTo>
                <a:lnTo>
                  <a:pt x="60598" y="0"/>
                </a:lnTo>
                <a:cubicBezTo>
                  <a:pt x="61993" y="0"/>
                  <a:pt x="63388" y="1465"/>
                  <a:pt x="64784" y="1465"/>
                </a:cubicBezTo>
                <a:lnTo>
                  <a:pt x="64784" y="1465"/>
                </a:lnTo>
                <a:cubicBezTo>
                  <a:pt x="85913" y="25130"/>
                  <a:pt x="85913" y="25130"/>
                  <a:pt x="85913" y="25130"/>
                </a:cubicBezTo>
                <a:cubicBezTo>
                  <a:pt x="85913" y="19267"/>
                  <a:pt x="85913" y="19267"/>
                  <a:pt x="85913" y="19267"/>
                </a:cubicBezTo>
                <a:cubicBezTo>
                  <a:pt x="85913" y="16335"/>
                  <a:pt x="88903" y="13193"/>
                  <a:pt x="91694" y="13193"/>
                </a:cubicBezTo>
                <a:cubicBezTo>
                  <a:pt x="95880" y="13193"/>
                  <a:pt x="97275" y="16335"/>
                  <a:pt x="97275" y="19267"/>
                </a:cubicBezTo>
                <a:cubicBezTo>
                  <a:pt x="97275" y="36858"/>
                  <a:pt x="97275" y="36858"/>
                  <a:pt x="97275" y="36858"/>
                </a:cubicBezTo>
                <a:cubicBezTo>
                  <a:pt x="118405" y="59057"/>
                  <a:pt x="118405" y="59057"/>
                  <a:pt x="118405" y="59057"/>
                </a:cubicBezTo>
                <a:lnTo>
                  <a:pt x="118405" y="59057"/>
                </a:lnTo>
                <a:cubicBezTo>
                  <a:pt x="119800" y="60523"/>
                  <a:pt x="119800" y="62198"/>
                  <a:pt x="119800" y="63664"/>
                </a:cubicBezTo>
                <a:close/>
                <a:moveTo>
                  <a:pt x="108438" y="72460"/>
                </a:moveTo>
                <a:lnTo>
                  <a:pt x="108438" y="72460"/>
                </a:lnTo>
                <a:cubicBezTo>
                  <a:pt x="108438" y="90261"/>
                  <a:pt x="108438" y="90261"/>
                  <a:pt x="108438" y="90261"/>
                </a:cubicBezTo>
                <a:cubicBezTo>
                  <a:pt x="108438" y="99057"/>
                  <a:pt x="108438" y="99057"/>
                  <a:pt x="108438" y="99057"/>
                </a:cubicBezTo>
                <a:cubicBezTo>
                  <a:pt x="108438" y="113926"/>
                  <a:pt x="108438" y="113926"/>
                  <a:pt x="108438" y="113926"/>
                </a:cubicBezTo>
                <a:cubicBezTo>
                  <a:pt x="108438" y="118324"/>
                  <a:pt x="107043" y="119790"/>
                  <a:pt x="102857" y="119790"/>
                </a:cubicBezTo>
                <a:cubicBezTo>
                  <a:pt x="91694" y="119790"/>
                  <a:pt x="91694" y="119790"/>
                  <a:pt x="91694" y="119790"/>
                </a:cubicBezTo>
                <a:cubicBezTo>
                  <a:pt x="91694" y="72460"/>
                  <a:pt x="91694" y="72460"/>
                  <a:pt x="91694" y="72460"/>
                </a:cubicBezTo>
                <a:cubicBezTo>
                  <a:pt x="69169" y="72460"/>
                  <a:pt x="69169" y="72460"/>
                  <a:pt x="69169" y="72460"/>
                </a:cubicBezTo>
                <a:cubicBezTo>
                  <a:pt x="69169" y="119790"/>
                  <a:pt x="69169" y="119790"/>
                  <a:pt x="69169" y="119790"/>
                </a:cubicBezTo>
                <a:cubicBezTo>
                  <a:pt x="16943" y="119790"/>
                  <a:pt x="16943" y="119790"/>
                  <a:pt x="16943" y="119790"/>
                </a:cubicBezTo>
                <a:cubicBezTo>
                  <a:pt x="14152" y="119790"/>
                  <a:pt x="11362" y="118324"/>
                  <a:pt x="11362" y="113926"/>
                </a:cubicBezTo>
                <a:cubicBezTo>
                  <a:pt x="11362" y="99057"/>
                  <a:pt x="11362" y="99057"/>
                  <a:pt x="11362" y="99057"/>
                </a:cubicBezTo>
                <a:cubicBezTo>
                  <a:pt x="11362" y="90261"/>
                  <a:pt x="11362" y="90261"/>
                  <a:pt x="11362" y="90261"/>
                </a:cubicBezTo>
                <a:cubicBezTo>
                  <a:pt x="11362" y="72460"/>
                  <a:pt x="11362" y="72460"/>
                  <a:pt x="11362" y="72460"/>
                </a:cubicBezTo>
                <a:cubicBezTo>
                  <a:pt x="60598" y="22198"/>
                  <a:pt x="60598" y="22198"/>
                  <a:pt x="60598" y="22198"/>
                </a:cubicBezTo>
                <a:lnTo>
                  <a:pt x="108438" y="72460"/>
                </a:lnTo>
                <a:close/>
                <a:moveTo>
                  <a:pt x="50830" y="72460"/>
                </a:moveTo>
                <a:lnTo>
                  <a:pt x="50830" y="72460"/>
                </a:lnTo>
                <a:cubicBezTo>
                  <a:pt x="28305" y="72460"/>
                  <a:pt x="28305" y="72460"/>
                  <a:pt x="28305" y="72460"/>
                </a:cubicBezTo>
                <a:cubicBezTo>
                  <a:pt x="28305" y="96125"/>
                  <a:pt x="28305" y="96125"/>
                  <a:pt x="28305" y="96125"/>
                </a:cubicBezTo>
                <a:cubicBezTo>
                  <a:pt x="50830" y="96125"/>
                  <a:pt x="50830" y="96125"/>
                  <a:pt x="50830" y="96125"/>
                </a:cubicBezTo>
                <a:lnTo>
                  <a:pt x="50830" y="72460"/>
                </a:lnTo>
                <a:close/>
              </a:path>
            </a:pathLst>
          </a:custGeom>
          <a:solidFill>
            <a:schemeClr val="bg1"/>
          </a:solidFill>
          <a:ln>
            <a:noFill/>
          </a:ln>
          <a:effectLst/>
        </p:spPr>
        <p:txBody>
          <a:bodyPr wrap="square" lIns="91440" tIns="45720" rIns="91440" bIns="45720" anchor="ctr">
            <a:normAutofit fontScale="25000" lnSpcReduction="20000"/>
          </a:bodyPr>
          <a:lstStyle/>
          <a:p>
            <a:pPr algn="ctr"/>
            <a:endParaRPr/>
          </a:p>
        </p:txBody>
      </p:sp>
      <p:sp>
        <p:nvSpPr>
          <p:cNvPr id="10" name="íSlíḋe"/>
          <p:cNvSpPr/>
          <p:nvPr/>
        </p:nvSpPr>
        <p:spPr>
          <a:xfrm>
            <a:off x="953874" y="2895575"/>
            <a:ext cx="261148" cy="228804"/>
          </a:xfrm>
          <a:custGeom>
            <a:avLst/>
            <a:gdLst/>
            <a:ahLst/>
            <a:cxnLst/>
            <a:rect l="0" t="0" r="0" b="0"/>
            <a:pathLst>
              <a:path w="120000" h="120000" extrusionOk="0">
                <a:moveTo>
                  <a:pt x="117009" y="65310"/>
                </a:moveTo>
                <a:lnTo>
                  <a:pt x="117009" y="65310"/>
                </a:lnTo>
                <a:lnTo>
                  <a:pt x="117009" y="65310"/>
                </a:lnTo>
                <a:cubicBezTo>
                  <a:pt x="61993" y="91073"/>
                  <a:pt x="61993" y="91073"/>
                  <a:pt x="61993" y="91073"/>
                </a:cubicBezTo>
                <a:lnTo>
                  <a:pt x="61993" y="91073"/>
                </a:lnTo>
                <a:lnTo>
                  <a:pt x="61993" y="91073"/>
                </a:lnTo>
                <a:lnTo>
                  <a:pt x="61993" y="91073"/>
                </a:lnTo>
                <a:cubicBezTo>
                  <a:pt x="61993" y="92655"/>
                  <a:pt x="60598" y="92655"/>
                  <a:pt x="60598" y="92655"/>
                </a:cubicBezTo>
                <a:cubicBezTo>
                  <a:pt x="59202" y="92655"/>
                  <a:pt x="59202" y="92655"/>
                  <a:pt x="57807" y="91073"/>
                </a:cubicBezTo>
                <a:lnTo>
                  <a:pt x="57807" y="91073"/>
                </a:lnTo>
                <a:lnTo>
                  <a:pt x="57807" y="91073"/>
                </a:lnTo>
                <a:lnTo>
                  <a:pt x="57807" y="91073"/>
                </a:lnTo>
                <a:cubicBezTo>
                  <a:pt x="2990" y="65310"/>
                  <a:pt x="2990" y="65310"/>
                  <a:pt x="2990" y="65310"/>
                </a:cubicBezTo>
                <a:lnTo>
                  <a:pt x="2990" y="65310"/>
                </a:lnTo>
                <a:cubicBezTo>
                  <a:pt x="1395" y="65310"/>
                  <a:pt x="0" y="62146"/>
                  <a:pt x="0" y="60564"/>
                </a:cubicBezTo>
                <a:cubicBezTo>
                  <a:pt x="0" y="55819"/>
                  <a:pt x="2990" y="54237"/>
                  <a:pt x="5780" y="54237"/>
                </a:cubicBezTo>
                <a:cubicBezTo>
                  <a:pt x="7176" y="54237"/>
                  <a:pt x="7176" y="54237"/>
                  <a:pt x="8571" y="54237"/>
                </a:cubicBezTo>
                <a:lnTo>
                  <a:pt x="8571" y="54237"/>
                </a:lnTo>
                <a:lnTo>
                  <a:pt x="8571" y="54237"/>
                </a:lnTo>
                <a:lnTo>
                  <a:pt x="8571" y="54237"/>
                </a:lnTo>
                <a:cubicBezTo>
                  <a:pt x="60598" y="78192"/>
                  <a:pt x="60598" y="78192"/>
                  <a:pt x="60598" y="78192"/>
                </a:cubicBezTo>
                <a:cubicBezTo>
                  <a:pt x="112823" y="54237"/>
                  <a:pt x="112823" y="54237"/>
                  <a:pt x="112823" y="54237"/>
                </a:cubicBezTo>
                <a:lnTo>
                  <a:pt x="112823" y="54237"/>
                </a:lnTo>
                <a:lnTo>
                  <a:pt x="112823" y="54237"/>
                </a:lnTo>
                <a:lnTo>
                  <a:pt x="112823" y="54237"/>
                </a:lnTo>
                <a:lnTo>
                  <a:pt x="114219" y="54237"/>
                </a:lnTo>
                <a:cubicBezTo>
                  <a:pt x="118405" y="54237"/>
                  <a:pt x="119800" y="55819"/>
                  <a:pt x="119800" y="60564"/>
                </a:cubicBezTo>
                <a:cubicBezTo>
                  <a:pt x="119800" y="62146"/>
                  <a:pt x="118405" y="65310"/>
                  <a:pt x="117009" y="65310"/>
                </a:cubicBezTo>
                <a:close/>
                <a:moveTo>
                  <a:pt x="117009" y="38192"/>
                </a:moveTo>
                <a:lnTo>
                  <a:pt x="117009" y="38192"/>
                </a:lnTo>
                <a:lnTo>
                  <a:pt x="117009" y="38192"/>
                </a:lnTo>
                <a:cubicBezTo>
                  <a:pt x="61993" y="63728"/>
                  <a:pt x="61993" y="63728"/>
                  <a:pt x="61993" y="63728"/>
                </a:cubicBezTo>
                <a:lnTo>
                  <a:pt x="61993" y="63728"/>
                </a:lnTo>
                <a:lnTo>
                  <a:pt x="61993" y="63728"/>
                </a:lnTo>
                <a:lnTo>
                  <a:pt x="61993" y="63728"/>
                </a:lnTo>
                <a:lnTo>
                  <a:pt x="60598" y="63728"/>
                </a:lnTo>
                <a:cubicBezTo>
                  <a:pt x="59202" y="63728"/>
                  <a:pt x="59202" y="63728"/>
                  <a:pt x="57807" y="63728"/>
                </a:cubicBezTo>
                <a:lnTo>
                  <a:pt x="57807" y="63728"/>
                </a:lnTo>
                <a:lnTo>
                  <a:pt x="57807" y="63728"/>
                </a:lnTo>
                <a:lnTo>
                  <a:pt x="57807" y="63728"/>
                </a:lnTo>
                <a:cubicBezTo>
                  <a:pt x="2990" y="38192"/>
                  <a:pt x="2990" y="38192"/>
                  <a:pt x="2990" y="38192"/>
                </a:cubicBezTo>
                <a:lnTo>
                  <a:pt x="2990" y="38192"/>
                </a:lnTo>
                <a:cubicBezTo>
                  <a:pt x="1395" y="36610"/>
                  <a:pt x="0" y="35028"/>
                  <a:pt x="0" y="31864"/>
                </a:cubicBezTo>
                <a:cubicBezTo>
                  <a:pt x="0" y="30282"/>
                  <a:pt x="1395" y="27118"/>
                  <a:pt x="2990" y="27118"/>
                </a:cubicBezTo>
                <a:lnTo>
                  <a:pt x="2990" y="27118"/>
                </a:lnTo>
                <a:cubicBezTo>
                  <a:pt x="57807" y="1581"/>
                  <a:pt x="57807" y="1581"/>
                  <a:pt x="57807" y="1581"/>
                </a:cubicBezTo>
                <a:lnTo>
                  <a:pt x="57807" y="1581"/>
                </a:lnTo>
                <a:lnTo>
                  <a:pt x="57807" y="1581"/>
                </a:lnTo>
                <a:lnTo>
                  <a:pt x="57807" y="1581"/>
                </a:lnTo>
                <a:cubicBezTo>
                  <a:pt x="59202" y="0"/>
                  <a:pt x="59202" y="0"/>
                  <a:pt x="60598" y="0"/>
                </a:cubicBezTo>
                <a:cubicBezTo>
                  <a:pt x="60598" y="0"/>
                  <a:pt x="61993" y="0"/>
                  <a:pt x="61993" y="1581"/>
                </a:cubicBezTo>
                <a:lnTo>
                  <a:pt x="61993" y="1581"/>
                </a:lnTo>
                <a:lnTo>
                  <a:pt x="61993" y="1581"/>
                </a:lnTo>
                <a:lnTo>
                  <a:pt x="61993" y="1581"/>
                </a:lnTo>
                <a:cubicBezTo>
                  <a:pt x="117009" y="27118"/>
                  <a:pt x="117009" y="27118"/>
                  <a:pt x="117009" y="27118"/>
                </a:cubicBezTo>
                <a:lnTo>
                  <a:pt x="117009" y="27118"/>
                </a:lnTo>
                <a:cubicBezTo>
                  <a:pt x="118405" y="27118"/>
                  <a:pt x="119800" y="30282"/>
                  <a:pt x="119800" y="31864"/>
                </a:cubicBezTo>
                <a:cubicBezTo>
                  <a:pt x="119800" y="35028"/>
                  <a:pt x="118405" y="36610"/>
                  <a:pt x="117009" y="38192"/>
                </a:cubicBezTo>
                <a:close/>
                <a:moveTo>
                  <a:pt x="5780" y="81355"/>
                </a:moveTo>
                <a:lnTo>
                  <a:pt x="5780" y="81355"/>
                </a:lnTo>
                <a:cubicBezTo>
                  <a:pt x="7176" y="81355"/>
                  <a:pt x="7176" y="81355"/>
                  <a:pt x="8571" y="81355"/>
                </a:cubicBezTo>
                <a:lnTo>
                  <a:pt x="8571" y="81355"/>
                </a:lnTo>
                <a:lnTo>
                  <a:pt x="8571" y="81355"/>
                </a:lnTo>
                <a:lnTo>
                  <a:pt x="8571" y="81355"/>
                </a:lnTo>
                <a:cubicBezTo>
                  <a:pt x="60598" y="106892"/>
                  <a:pt x="60598" y="106892"/>
                  <a:pt x="60598" y="106892"/>
                </a:cubicBezTo>
                <a:cubicBezTo>
                  <a:pt x="112823" y="81355"/>
                  <a:pt x="112823" y="81355"/>
                  <a:pt x="112823" y="81355"/>
                </a:cubicBezTo>
                <a:lnTo>
                  <a:pt x="112823" y="81355"/>
                </a:lnTo>
                <a:lnTo>
                  <a:pt x="112823" y="81355"/>
                </a:lnTo>
                <a:lnTo>
                  <a:pt x="112823" y="81355"/>
                </a:lnTo>
                <a:lnTo>
                  <a:pt x="114219" y="81355"/>
                </a:lnTo>
                <a:cubicBezTo>
                  <a:pt x="118405" y="81355"/>
                  <a:pt x="119800" y="84519"/>
                  <a:pt x="119800" y="87683"/>
                </a:cubicBezTo>
                <a:cubicBezTo>
                  <a:pt x="119800" y="91073"/>
                  <a:pt x="118405" y="92655"/>
                  <a:pt x="117009" y="94237"/>
                </a:cubicBezTo>
                <a:lnTo>
                  <a:pt x="117009" y="94237"/>
                </a:lnTo>
                <a:cubicBezTo>
                  <a:pt x="61993" y="119774"/>
                  <a:pt x="61993" y="119774"/>
                  <a:pt x="61993" y="119774"/>
                </a:cubicBezTo>
                <a:lnTo>
                  <a:pt x="61993" y="119774"/>
                </a:lnTo>
                <a:lnTo>
                  <a:pt x="61993" y="119774"/>
                </a:lnTo>
                <a:lnTo>
                  <a:pt x="61993" y="119774"/>
                </a:lnTo>
                <a:lnTo>
                  <a:pt x="60598" y="119774"/>
                </a:lnTo>
                <a:cubicBezTo>
                  <a:pt x="59202" y="119774"/>
                  <a:pt x="59202" y="119774"/>
                  <a:pt x="57807" y="119774"/>
                </a:cubicBezTo>
                <a:lnTo>
                  <a:pt x="57807" y="119774"/>
                </a:lnTo>
                <a:lnTo>
                  <a:pt x="57807" y="119774"/>
                </a:lnTo>
                <a:lnTo>
                  <a:pt x="57807" y="119774"/>
                </a:lnTo>
                <a:cubicBezTo>
                  <a:pt x="2990" y="94237"/>
                  <a:pt x="2990" y="94237"/>
                  <a:pt x="2990" y="94237"/>
                </a:cubicBezTo>
                <a:lnTo>
                  <a:pt x="2990" y="94237"/>
                </a:lnTo>
                <a:cubicBezTo>
                  <a:pt x="1395" y="92655"/>
                  <a:pt x="0" y="91073"/>
                  <a:pt x="0" y="87683"/>
                </a:cubicBezTo>
                <a:cubicBezTo>
                  <a:pt x="0" y="84519"/>
                  <a:pt x="2990" y="81355"/>
                  <a:pt x="5780" y="81355"/>
                </a:cubicBezTo>
                <a:close/>
              </a:path>
            </a:pathLst>
          </a:custGeom>
          <a:solidFill>
            <a:schemeClr val="bg1"/>
          </a:solidFill>
          <a:ln>
            <a:noFill/>
          </a:ln>
          <a:effectLst/>
        </p:spPr>
        <p:txBody>
          <a:bodyPr wrap="square" lIns="91440" tIns="45720" rIns="91440" bIns="45720" anchor="ctr">
            <a:normAutofit fontScale="25000" lnSpcReduction="20000"/>
          </a:bodyPr>
          <a:lstStyle/>
          <a:p>
            <a:pPr algn="ctr"/>
            <a:endParaRPr/>
          </a:p>
        </p:txBody>
      </p:sp>
      <p:sp>
        <p:nvSpPr>
          <p:cNvPr id="11" name="ïśḷïḓe"/>
          <p:cNvSpPr/>
          <p:nvPr/>
        </p:nvSpPr>
        <p:spPr>
          <a:xfrm>
            <a:off x="982813" y="4921059"/>
            <a:ext cx="211585" cy="259306"/>
          </a:xfrm>
          <a:custGeom>
            <a:avLst/>
            <a:gdLst/>
            <a:ahLst/>
            <a:cxnLst/>
            <a:rect l="0" t="0" r="0" b="0"/>
            <a:pathLst>
              <a:path w="120000" h="120000" extrusionOk="0">
                <a:moveTo>
                  <a:pt x="112868" y="119800"/>
                </a:moveTo>
                <a:lnTo>
                  <a:pt x="112868" y="119800"/>
                </a:lnTo>
                <a:cubicBezTo>
                  <a:pt x="6885" y="119800"/>
                  <a:pt x="6885" y="119800"/>
                  <a:pt x="6885" y="119800"/>
                </a:cubicBezTo>
                <a:cubicBezTo>
                  <a:pt x="1721" y="119800"/>
                  <a:pt x="0" y="117004"/>
                  <a:pt x="0" y="114209"/>
                </a:cubicBezTo>
                <a:cubicBezTo>
                  <a:pt x="0" y="64891"/>
                  <a:pt x="0" y="64891"/>
                  <a:pt x="0" y="64891"/>
                </a:cubicBezTo>
                <a:cubicBezTo>
                  <a:pt x="0" y="62096"/>
                  <a:pt x="1721" y="59101"/>
                  <a:pt x="6885" y="59101"/>
                </a:cubicBezTo>
                <a:cubicBezTo>
                  <a:pt x="17213" y="59101"/>
                  <a:pt x="17213" y="59101"/>
                  <a:pt x="17213" y="59101"/>
                </a:cubicBezTo>
                <a:cubicBezTo>
                  <a:pt x="17213" y="33743"/>
                  <a:pt x="17213" y="33743"/>
                  <a:pt x="17213" y="33743"/>
                </a:cubicBezTo>
                <a:cubicBezTo>
                  <a:pt x="17213" y="13976"/>
                  <a:pt x="36393" y="0"/>
                  <a:pt x="59016" y="0"/>
                </a:cubicBezTo>
                <a:cubicBezTo>
                  <a:pt x="83360" y="0"/>
                  <a:pt x="100573" y="13976"/>
                  <a:pt x="100573" y="33743"/>
                </a:cubicBezTo>
                <a:cubicBezTo>
                  <a:pt x="100573" y="36539"/>
                  <a:pt x="98852" y="39534"/>
                  <a:pt x="93688" y="39534"/>
                </a:cubicBezTo>
                <a:cubicBezTo>
                  <a:pt x="90245" y="39534"/>
                  <a:pt x="86803" y="36539"/>
                  <a:pt x="86803" y="33743"/>
                </a:cubicBezTo>
                <a:cubicBezTo>
                  <a:pt x="86803" y="21164"/>
                  <a:pt x="74754" y="11181"/>
                  <a:pt x="59016" y="11181"/>
                </a:cubicBezTo>
                <a:cubicBezTo>
                  <a:pt x="43278" y="11181"/>
                  <a:pt x="31229" y="21164"/>
                  <a:pt x="31229" y="33743"/>
                </a:cubicBezTo>
                <a:cubicBezTo>
                  <a:pt x="31229" y="59101"/>
                  <a:pt x="31229" y="59101"/>
                  <a:pt x="31229" y="59101"/>
                </a:cubicBezTo>
                <a:cubicBezTo>
                  <a:pt x="86803" y="59101"/>
                  <a:pt x="86803" y="59101"/>
                  <a:pt x="86803" y="59101"/>
                </a:cubicBezTo>
                <a:cubicBezTo>
                  <a:pt x="100573" y="59101"/>
                  <a:pt x="100573" y="59101"/>
                  <a:pt x="100573" y="59101"/>
                </a:cubicBezTo>
                <a:cubicBezTo>
                  <a:pt x="112868" y="59101"/>
                  <a:pt x="112868" y="59101"/>
                  <a:pt x="112868" y="59101"/>
                </a:cubicBezTo>
                <a:cubicBezTo>
                  <a:pt x="116311" y="59101"/>
                  <a:pt x="119754" y="62096"/>
                  <a:pt x="119754" y="64891"/>
                </a:cubicBezTo>
                <a:cubicBezTo>
                  <a:pt x="119754" y="114209"/>
                  <a:pt x="119754" y="114209"/>
                  <a:pt x="119754" y="114209"/>
                </a:cubicBezTo>
                <a:cubicBezTo>
                  <a:pt x="119754" y="117004"/>
                  <a:pt x="116311" y="119800"/>
                  <a:pt x="112868" y="119800"/>
                </a:cubicBezTo>
                <a:close/>
                <a:moveTo>
                  <a:pt x="59016" y="70482"/>
                </a:moveTo>
                <a:lnTo>
                  <a:pt x="59016" y="70482"/>
                </a:lnTo>
                <a:cubicBezTo>
                  <a:pt x="52131" y="70482"/>
                  <a:pt x="45000" y="76073"/>
                  <a:pt x="45000" y="81863"/>
                </a:cubicBezTo>
                <a:cubicBezTo>
                  <a:pt x="45000" y="86056"/>
                  <a:pt x="48688" y="90249"/>
                  <a:pt x="52131" y="91647"/>
                </a:cubicBezTo>
                <a:cubicBezTo>
                  <a:pt x="52131" y="103028"/>
                  <a:pt x="52131" y="103028"/>
                  <a:pt x="52131" y="103028"/>
                </a:cubicBezTo>
                <a:cubicBezTo>
                  <a:pt x="52131" y="105823"/>
                  <a:pt x="55573" y="108618"/>
                  <a:pt x="59016" y="108618"/>
                </a:cubicBezTo>
                <a:cubicBezTo>
                  <a:pt x="64180" y="108618"/>
                  <a:pt x="65901" y="105823"/>
                  <a:pt x="65901" y="103028"/>
                </a:cubicBezTo>
                <a:cubicBezTo>
                  <a:pt x="65901" y="91647"/>
                  <a:pt x="65901" y="91647"/>
                  <a:pt x="65901" y="91647"/>
                </a:cubicBezTo>
                <a:cubicBezTo>
                  <a:pt x="71065" y="90249"/>
                  <a:pt x="72786" y="86056"/>
                  <a:pt x="72786" y="81863"/>
                </a:cubicBezTo>
                <a:cubicBezTo>
                  <a:pt x="72786" y="76073"/>
                  <a:pt x="67622" y="70482"/>
                  <a:pt x="59016" y="70482"/>
                </a:cubicBezTo>
                <a:close/>
              </a:path>
            </a:pathLst>
          </a:custGeom>
          <a:solidFill>
            <a:schemeClr val="bg1"/>
          </a:solidFill>
          <a:ln>
            <a:noFill/>
          </a:ln>
          <a:effectLst/>
        </p:spPr>
        <p:txBody>
          <a:bodyPr wrap="square" lIns="91440" tIns="45720" rIns="91440" bIns="45720" anchor="ctr">
            <a:normAutofit fontScale="25000" lnSpcReduction="20000"/>
          </a:bodyPr>
          <a:lstStyle/>
          <a:p>
            <a:pPr algn="ct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cs typeface="+mn-ea"/>
                <a:sym typeface="+mn-lt"/>
              </a:rPr>
              <a:t>云计算的定义和基本特征</a:t>
            </a:r>
          </a:p>
        </p:txBody>
      </p:sp>
      <p:sp>
        <p:nvSpPr>
          <p:cNvPr id="4" name="ïşľîďè"/>
          <p:cNvSpPr/>
          <p:nvPr/>
        </p:nvSpPr>
        <p:spPr>
          <a:xfrm>
            <a:off x="-788524" y="1134122"/>
            <a:ext cx="4669654" cy="5003800"/>
          </a:xfrm>
          <a:prstGeom prst="rect">
            <a:avLst/>
          </a:prstGeom>
          <a:blipFill>
            <a:blip r:embed="rId2"/>
            <a:stretch>
              <a:fillRect l="-30450" r="-30284"/>
            </a:stretch>
          </a:blip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endParaRPr lang="zh-CN" altLang="en-US" sz="2000" b="1" dirty="0">
              <a:solidFill>
                <a:schemeClr val="bg1"/>
              </a:solidFill>
            </a:endParaRPr>
          </a:p>
        </p:txBody>
      </p:sp>
      <p:sp>
        <p:nvSpPr>
          <p:cNvPr id="5" name="îŝļiḋe"/>
          <p:cNvSpPr/>
          <p:nvPr/>
        </p:nvSpPr>
        <p:spPr>
          <a:xfrm>
            <a:off x="3224183" y="1134122"/>
            <a:ext cx="656948" cy="5003800"/>
          </a:xfrm>
          <a:prstGeom prst="rect">
            <a:avLst/>
          </a:prstGeom>
          <a:solidFill>
            <a:schemeClr val="accent1">
              <a:alpha val="70000"/>
            </a:schemeClr>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endParaRPr lang="zh-CN" altLang="en-US" sz="2000" b="1" dirty="0">
              <a:solidFill>
                <a:schemeClr val="bg1"/>
              </a:solidFill>
            </a:endParaRPr>
          </a:p>
        </p:txBody>
      </p:sp>
      <p:grpSp>
        <p:nvGrpSpPr>
          <p:cNvPr id="6" name="í$1iďè"/>
          <p:cNvGrpSpPr/>
          <p:nvPr/>
        </p:nvGrpSpPr>
        <p:grpSpPr>
          <a:xfrm>
            <a:off x="3348471" y="1174124"/>
            <a:ext cx="8281277" cy="2254876"/>
            <a:chOff x="4136995" y="1170302"/>
            <a:chExt cx="8281277" cy="2254876"/>
          </a:xfrm>
        </p:grpSpPr>
        <p:sp>
          <p:nvSpPr>
            <p:cNvPr id="7" name="îslîďê"/>
            <p:cNvSpPr/>
            <p:nvPr/>
          </p:nvSpPr>
          <p:spPr>
            <a:xfrm>
              <a:off x="4136995" y="1712614"/>
              <a:ext cx="408372" cy="363926"/>
            </a:xfrm>
            <a:custGeom>
              <a:avLst/>
              <a:gdLst>
                <a:gd name="connsiteX0" fmla="*/ 514822 w 607336"/>
                <a:gd name="connsiteY0" fmla="*/ 287718 h 541236"/>
                <a:gd name="connsiteX1" fmla="*/ 501327 w 607336"/>
                <a:gd name="connsiteY1" fmla="*/ 301190 h 541236"/>
                <a:gd name="connsiteX2" fmla="*/ 501327 w 607336"/>
                <a:gd name="connsiteY2" fmla="*/ 357185 h 541236"/>
                <a:gd name="connsiteX3" fmla="*/ 514822 w 607336"/>
                <a:gd name="connsiteY3" fmla="*/ 370656 h 541236"/>
                <a:gd name="connsiteX4" fmla="*/ 528317 w 607336"/>
                <a:gd name="connsiteY4" fmla="*/ 357185 h 541236"/>
                <a:gd name="connsiteX5" fmla="*/ 528317 w 607336"/>
                <a:gd name="connsiteY5" fmla="*/ 301190 h 541236"/>
                <a:gd name="connsiteX6" fmla="*/ 514822 w 607336"/>
                <a:gd name="connsiteY6" fmla="*/ 287718 h 541236"/>
                <a:gd name="connsiteX7" fmla="*/ 513884 w 607336"/>
                <a:gd name="connsiteY7" fmla="*/ 257846 h 541236"/>
                <a:gd name="connsiteX8" fmla="*/ 524093 w 607336"/>
                <a:gd name="connsiteY8" fmla="*/ 258315 h 541236"/>
                <a:gd name="connsiteX9" fmla="*/ 591098 w 607336"/>
                <a:gd name="connsiteY9" fmla="*/ 286664 h 541236"/>
                <a:gd name="connsiteX10" fmla="*/ 596496 w 607336"/>
                <a:gd name="connsiteY10" fmla="*/ 294630 h 541236"/>
                <a:gd name="connsiteX11" fmla="*/ 605297 w 607336"/>
                <a:gd name="connsiteY11" fmla="*/ 403457 h 541236"/>
                <a:gd name="connsiteX12" fmla="*/ 581123 w 607336"/>
                <a:gd name="connsiteY12" fmla="*/ 508770 h 541236"/>
                <a:gd name="connsiteX13" fmla="*/ 575725 w 607336"/>
                <a:gd name="connsiteY13" fmla="*/ 516736 h 541236"/>
                <a:gd name="connsiteX14" fmla="*/ 514822 w 607336"/>
                <a:gd name="connsiteY14" fmla="*/ 536650 h 541236"/>
                <a:gd name="connsiteX15" fmla="*/ 453919 w 607336"/>
                <a:gd name="connsiteY15" fmla="*/ 516736 h 541236"/>
                <a:gd name="connsiteX16" fmla="*/ 448521 w 607336"/>
                <a:gd name="connsiteY16" fmla="*/ 508770 h 541236"/>
                <a:gd name="connsiteX17" fmla="*/ 424348 w 607336"/>
                <a:gd name="connsiteY17" fmla="*/ 403457 h 541236"/>
                <a:gd name="connsiteX18" fmla="*/ 433149 w 607336"/>
                <a:gd name="connsiteY18" fmla="*/ 294630 h 541236"/>
                <a:gd name="connsiteX19" fmla="*/ 438547 w 607336"/>
                <a:gd name="connsiteY19" fmla="*/ 286664 h 541236"/>
                <a:gd name="connsiteX20" fmla="*/ 502970 w 607336"/>
                <a:gd name="connsiteY20" fmla="*/ 258315 h 541236"/>
                <a:gd name="connsiteX21" fmla="*/ 513884 w 607336"/>
                <a:gd name="connsiteY21" fmla="*/ 257846 h 541236"/>
                <a:gd name="connsiteX22" fmla="*/ 23466 w 607336"/>
                <a:gd name="connsiteY22" fmla="*/ 0 h 541236"/>
                <a:gd name="connsiteX23" fmla="*/ 555312 w 607336"/>
                <a:gd name="connsiteY23" fmla="*/ 0 h 541236"/>
                <a:gd name="connsiteX24" fmla="*/ 578778 w 607336"/>
                <a:gd name="connsiteY24" fmla="*/ 23430 h 541236"/>
                <a:gd name="connsiteX25" fmla="*/ 578778 w 607336"/>
                <a:gd name="connsiteY25" fmla="*/ 253163 h 541236"/>
                <a:gd name="connsiteX26" fmla="*/ 531847 w 607336"/>
                <a:gd name="connsiteY26" fmla="*/ 239339 h 541236"/>
                <a:gd name="connsiteX27" fmla="*/ 531847 w 607336"/>
                <a:gd name="connsiteY27" fmla="*/ 46861 h 541236"/>
                <a:gd name="connsiteX28" fmla="*/ 46931 w 607336"/>
                <a:gd name="connsiteY28" fmla="*/ 46861 h 541236"/>
                <a:gd name="connsiteX29" fmla="*/ 46931 w 607336"/>
                <a:gd name="connsiteY29" fmla="*/ 346766 h 541236"/>
                <a:gd name="connsiteX30" fmla="*/ 404898 w 607336"/>
                <a:gd name="connsiteY30" fmla="*/ 346766 h 541236"/>
                <a:gd name="connsiteX31" fmla="*/ 405837 w 607336"/>
                <a:gd name="connsiteY31" fmla="*/ 410730 h 541236"/>
                <a:gd name="connsiteX32" fmla="*/ 409005 w 607336"/>
                <a:gd name="connsiteY32" fmla="*/ 432638 h 541236"/>
                <a:gd name="connsiteX33" fmla="*/ 368175 w 607336"/>
                <a:gd name="connsiteY33" fmla="*/ 432638 h 541236"/>
                <a:gd name="connsiteX34" fmla="*/ 388120 w 607336"/>
                <a:gd name="connsiteY34" fmla="*/ 500585 h 541236"/>
                <a:gd name="connsiteX35" fmla="*/ 412407 w 607336"/>
                <a:gd name="connsiteY35" fmla="*/ 500585 h 541236"/>
                <a:gd name="connsiteX36" fmla="*/ 423553 w 607336"/>
                <a:gd name="connsiteY36" fmla="*/ 511714 h 541236"/>
                <a:gd name="connsiteX37" fmla="*/ 423553 w 607336"/>
                <a:gd name="connsiteY37" fmla="*/ 530107 h 541236"/>
                <a:gd name="connsiteX38" fmla="*/ 412407 w 607336"/>
                <a:gd name="connsiteY38" fmla="*/ 541236 h 541236"/>
                <a:gd name="connsiteX39" fmla="*/ 166371 w 607336"/>
                <a:gd name="connsiteY39" fmla="*/ 541236 h 541236"/>
                <a:gd name="connsiteX40" fmla="*/ 155225 w 607336"/>
                <a:gd name="connsiteY40" fmla="*/ 530107 h 541236"/>
                <a:gd name="connsiteX41" fmla="*/ 155225 w 607336"/>
                <a:gd name="connsiteY41" fmla="*/ 511714 h 541236"/>
                <a:gd name="connsiteX42" fmla="*/ 166371 w 607336"/>
                <a:gd name="connsiteY42" fmla="*/ 500585 h 541236"/>
                <a:gd name="connsiteX43" fmla="*/ 190658 w 607336"/>
                <a:gd name="connsiteY43" fmla="*/ 500585 h 541236"/>
                <a:gd name="connsiteX44" fmla="*/ 210721 w 607336"/>
                <a:gd name="connsiteY44" fmla="*/ 432638 h 541236"/>
                <a:gd name="connsiteX45" fmla="*/ 23466 w 607336"/>
                <a:gd name="connsiteY45" fmla="*/ 432638 h 541236"/>
                <a:gd name="connsiteX46" fmla="*/ 0 w 607336"/>
                <a:gd name="connsiteY46" fmla="*/ 409207 h 541236"/>
                <a:gd name="connsiteX47" fmla="*/ 0 w 607336"/>
                <a:gd name="connsiteY47" fmla="*/ 23430 h 541236"/>
                <a:gd name="connsiteX48" fmla="*/ 23466 w 607336"/>
                <a:gd name="connsiteY48" fmla="*/ 0 h 54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607336" h="541236">
                  <a:moveTo>
                    <a:pt x="514822" y="287718"/>
                  </a:moveTo>
                  <a:cubicBezTo>
                    <a:pt x="507429" y="287718"/>
                    <a:pt x="501327" y="293810"/>
                    <a:pt x="501327" y="301190"/>
                  </a:cubicBezTo>
                  <a:lnTo>
                    <a:pt x="501327" y="357185"/>
                  </a:lnTo>
                  <a:cubicBezTo>
                    <a:pt x="501327" y="364682"/>
                    <a:pt x="507429" y="370656"/>
                    <a:pt x="514822" y="370656"/>
                  </a:cubicBezTo>
                  <a:cubicBezTo>
                    <a:pt x="522215" y="370656"/>
                    <a:pt x="528317" y="364682"/>
                    <a:pt x="528317" y="357185"/>
                  </a:cubicBezTo>
                  <a:lnTo>
                    <a:pt x="528317" y="301190"/>
                  </a:lnTo>
                  <a:cubicBezTo>
                    <a:pt x="528317" y="293810"/>
                    <a:pt x="522215" y="287718"/>
                    <a:pt x="514822" y="287718"/>
                  </a:cubicBezTo>
                  <a:close/>
                  <a:moveTo>
                    <a:pt x="513884" y="257846"/>
                  </a:moveTo>
                  <a:cubicBezTo>
                    <a:pt x="521042" y="257846"/>
                    <a:pt x="524093" y="258315"/>
                    <a:pt x="524093" y="258315"/>
                  </a:cubicBezTo>
                  <a:cubicBezTo>
                    <a:pt x="546506" y="260423"/>
                    <a:pt x="569037" y="269795"/>
                    <a:pt x="591098" y="286664"/>
                  </a:cubicBezTo>
                  <a:cubicBezTo>
                    <a:pt x="593679" y="288655"/>
                    <a:pt x="595557" y="291467"/>
                    <a:pt x="596496" y="294630"/>
                  </a:cubicBezTo>
                  <a:cubicBezTo>
                    <a:pt x="606940" y="330710"/>
                    <a:pt x="609756" y="365268"/>
                    <a:pt x="605297" y="403457"/>
                  </a:cubicBezTo>
                  <a:cubicBezTo>
                    <a:pt x="601307" y="437312"/>
                    <a:pt x="592037" y="471166"/>
                    <a:pt x="581123" y="508770"/>
                  </a:cubicBezTo>
                  <a:cubicBezTo>
                    <a:pt x="580185" y="511933"/>
                    <a:pt x="578307" y="514744"/>
                    <a:pt x="575725" y="516736"/>
                  </a:cubicBezTo>
                  <a:cubicBezTo>
                    <a:pt x="559062" y="529622"/>
                    <a:pt x="537470" y="536650"/>
                    <a:pt x="514822" y="536650"/>
                  </a:cubicBezTo>
                  <a:cubicBezTo>
                    <a:pt x="492174" y="536650"/>
                    <a:pt x="470583" y="529622"/>
                    <a:pt x="453919" y="516736"/>
                  </a:cubicBezTo>
                  <a:cubicBezTo>
                    <a:pt x="451338" y="514744"/>
                    <a:pt x="449460" y="511933"/>
                    <a:pt x="448521" y="508770"/>
                  </a:cubicBezTo>
                  <a:cubicBezTo>
                    <a:pt x="437608" y="471166"/>
                    <a:pt x="428338" y="437312"/>
                    <a:pt x="424348" y="403457"/>
                  </a:cubicBezTo>
                  <a:cubicBezTo>
                    <a:pt x="420006" y="365268"/>
                    <a:pt x="422705" y="330710"/>
                    <a:pt x="433149" y="294630"/>
                  </a:cubicBezTo>
                  <a:cubicBezTo>
                    <a:pt x="434088" y="291467"/>
                    <a:pt x="435965" y="288655"/>
                    <a:pt x="438547" y="286664"/>
                  </a:cubicBezTo>
                  <a:cubicBezTo>
                    <a:pt x="459787" y="270381"/>
                    <a:pt x="481378" y="260892"/>
                    <a:pt x="502970" y="258315"/>
                  </a:cubicBezTo>
                  <a:cubicBezTo>
                    <a:pt x="502970" y="258315"/>
                    <a:pt x="506725" y="257846"/>
                    <a:pt x="513884" y="257846"/>
                  </a:cubicBezTo>
                  <a:close/>
                  <a:moveTo>
                    <a:pt x="23466" y="0"/>
                  </a:moveTo>
                  <a:lnTo>
                    <a:pt x="555312" y="0"/>
                  </a:lnTo>
                  <a:cubicBezTo>
                    <a:pt x="568336" y="0"/>
                    <a:pt x="578778" y="10544"/>
                    <a:pt x="578778" y="23430"/>
                  </a:cubicBezTo>
                  <a:lnTo>
                    <a:pt x="578778" y="253163"/>
                  </a:lnTo>
                  <a:cubicBezTo>
                    <a:pt x="563408" y="245548"/>
                    <a:pt x="547686" y="240979"/>
                    <a:pt x="531847" y="239339"/>
                  </a:cubicBezTo>
                  <a:lnTo>
                    <a:pt x="531847" y="46861"/>
                  </a:lnTo>
                  <a:lnTo>
                    <a:pt x="46931" y="46861"/>
                  </a:lnTo>
                  <a:lnTo>
                    <a:pt x="46931" y="346766"/>
                  </a:lnTo>
                  <a:lnTo>
                    <a:pt x="404898" y="346766"/>
                  </a:lnTo>
                  <a:cubicBezTo>
                    <a:pt x="402904" y="367502"/>
                    <a:pt x="403256" y="388589"/>
                    <a:pt x="405837" y="410730"/>
                  </a:cubicBezTo>
                  <a:cubicBezTo>
                    <a:pt x="406658" y="418111"/>
                    <a:pt x="407714" y="425374"/>
                    <a:pt x="409005" y="432638"/>
                  </a:cubicBezTo>
                  <a:lnTo>
                    <a:pt x="368175" y="432638"/>
                  </a:lnTo>
                  <a:lnTo>
                    <a:pt x="388120" y="500585"/>
                  </a:lnTo>
                  <a:lnTo>
                    <a:pt x="412407" y="500585"/>
                  </a:lnTo>
                  <a:cubicBezTo>
                    <a:pt x="418626" y="500585"/>
                    <a:pt x="423553" y="505622"/>
                    <a:pt x="423553" y="511714"/>
                  </a:cubicBezTo>
                  <a:lnTo>
                    <a:pt x="423553" y="530107"/>
                  </a:lnTo>
                  <a:cubicBezTo>
                    <a:pt x="423553" y="536199"/>
                    <a:pt x="418626" y="541236"/>
                    <a:pt x="412407" y="541236"/>
                  </a:cubicBezTo>
                  <a:lnTo>
                    <a:pt x="166371" y="541236"/>
                  </a:lnTo>
                  <a:cubicBezTo>
                    <a:pt x="160270" y="541236"/>
                    <a:pt x="155225" y="536199"/>
                    <a:pt x="155225" y="530107"/>
                  </a:cubicBezTo>
                  <a:lnTo>
                    <a:pt x="155225" y="511714"/>
                  </a:lnTo>
                  <a:cubicBezTo>
                    <a:pt x="155225" y="505622"/>
                    <a:pt x="160270" y="500585"/>
                    <a:pt x="166371" y="500585"/>
                  </a:cubicBezTo>
                  <a:lnTo>
                    <a:pt x="190658" y="500585"/>
                  </a:lnTo>
                  <a:lnTo>
                    <a:pt x="210721" y="432638"/>
                  </a:lnTo>
                  <a:lnTo>
                    <a:pt x="23466" y="432638"/>
                  </a:lnTo>
                  <a:cubicBezTo>
                    <a:pt x="10560" y="432638"/>
                    <a:pt x="0" y="422211"/>
                    <a:pt x="0" y="409207"/>
                  </a:cubicBezTo>
                  <a:lnTo>
                    <a:pt x="0" y="23430"/>
                  </a:lnTo>
                  <a:cubicBezTo>
                    <a:pt x="0" y="10544"/>
                    <a:pt x="10560" y="0"/>
                    <a:pt x="23466"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400" b="1" dirty="0">
                <a:solidFill>
                  <a:schemeClr val="bg1"/>
                </a:solidFill>
              </a:endParaRPr>
            </a:p>
          </p:txBody>
        </p:sp>
        <p:sp>
          <p:nvSpPr>
            <p:cNvPr id="8" name="ïSḻiḍé"/>
            <p:cNvSpPr txBox="1"/>
            <p:nvPr/>
          </p:nvSpPr>
          <p:spPr>
            <a:xfrm>
              <a:off x="4882718" y="1170302"/>
              <a:ext cx="7535554" cy="2254876"/>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just">
                <a:lnSpc>
                  <a:spcPct val="130000"/>
                </a:lnSpc>
              </a:pPr>
              <a:r>
                <a:rPr lang="zh-CN" altLang="en-US" sz="2200" dirty="0">
                  <a:latin typeface="+mj-ea"/>
                  <a:ea typeface="+mj-ea"/>
                </a:rPr>
                <a:t>云计算的</a:t>
              </a:r>
              <a:r>
                <a:rPr lang="zh-CN" altLang="en-US" sz="2200" dirty="0">
                  <a:solidFill>
                    <a:srgbClr val="FF0000"/>
                  </a:solidFill>
                  <a:latin typeface="+mj-ea"/>
                  <a:ea typeface="+mj-ea"/>
                </a:rPr>
                <a:t>定义</a:t>
              </a:r>
              <a:r>
                <a:rPr lang="zh-CN" altLang="en-US" sz="2200" dirty="0">
                  <a:latin typeface="+mj-ea"/>
                  <a:ea typeface="+mj-ea"/>
                </a:rPr>
                <a:t>（</a:t>
              </a:r>
              <a:r>
                <a:rPr lang="en-US" altLang="zh-CN" sz="2200" dirty="0">
                  <a:latin typeface="+mj-ea"/>
                  <a:ea typeface="+mj-ea"/>
                </a:rPr>
                <a:t>NIST</a:t>
              </a:r>
              <a:r>
                <a:rPr lang="zh-CN" altLang="en-US" sz="2200" dirty="0">
                  <a:latin typeface="+mj-ea"/>
                  <a:ea typeface="+mj-ea"/>
                </a:rPr>
                <a:t>的定义）</a:t>
              </a:r>
            </a:p>
            <a:p>
              <a:pPr marL="342900" indent="-342900" algn="just">
                <a:lnSpc>
                  <a:spcPct val="130000"/>
                </a:lnSpc>
                <a:buClr>
                  <a:srgbClr val="FF0000"/>
                </a:buClr>
                <a:buFont typeface="Wingdings" panose="05000000000000000000" pitchFamily="2" charset="2"/>
                <a:buChar char="Ø"/>
              </a:pPr>
              <a:r>
                <a:rPr lang="zh-CN" altLang="en-US" sz="2000" dirty="0">
                  <a:solidFill>
                    <a:srgbClr val="FF0000"/>
                  </a:solidFill>
                  <a:latin typeface="+mj-ea"/>
                  <a:ea typeface="+mj-ea"/>
                </a:rPr>
                <a:t>云计算</a:t>
              </a:r>
              <a:r>
                <a:rPr lang="zh-CN" altLang="en-US" sz="2000" dirty="0">
                  <a:latin typeface="+mj-ea"/>
                  <a:ea typeface="+mj-ea"/>
                </a:rPr>
                <a:t>是一种采用按计算资源使用量进行付费的模式来提供可用、便捷、按需的网络访问服务的技术，用户进入可配置的计算资源共享池（其中包含网络、服务器、存储设备、应用软件以及服务等）后，只须投入很少的管理工作或与服务供应商进行很少的交互，即可快速获得这些资源</a:t>
              </a:r>
            </a:p>
          </p:txBody>
        </p:sp>
      </p:grpSp>
      <p:grpSp>
        <p:nvGrpSpPr>
          <p:cNvPr id="9" name="išḷîḓé"/>
          <p:cNvGrpSpPr/>
          <p:nvPr/>
        </p:nvGrpSpPr>
        <p:grpSpPr>
          <a:xfrm>
            <a:off x="3348471" y="3598227"/>
            <a:ext cx="8378932" cy="1179412"/>
            <a:chOff x="4136995" y="3233565"/>
            <a:chExt cx="8378932" cy="1179412"/>
          </a:xfrm>
        </p:grpSpPr>
        <p:sp>
          <p:nvSpPr>
            <p:cNvPr id="10" name="íśľïḋé"/>
            <p:cNvSpPr/>
            <p:nvPr/>
          </p:nvSpPr>
          <p:spPr>
            <a:xfrm>
              <a:off x="4136995" y="3450237"/>
              <a:ext cx="408372" cy="363926"/>
            </a:xfrm>
            <a:custGeom>
              <a:avLst/>
              <a:gdLst>
                <a:gd name="connsiteX0" fmla="*/ 514822 w 607336"/>
                <a:gd name="connsiteY0" fmla="*/ 287718 h 541236"/>
                <a:gd name="connsiteX1" fmla="*/ 501327 w 607336"/>
                <a:gd name="connsiteY1" fmla="*/ 301190 h 541236"/>
                <a:gd name="connsiteX2" fmla="*/ 501327 w 607336"/>
                <a:gd name="connsiteY2" fmla="*/ 357185 h 541236"/>
                <a:gd name="connsiteX3" fmla="*/ 514822 w 607336"/>
                <a:gd name="connsiteY3" fmla="*/ 370656 h 541236"/>
                <a:gd name="connsiteX4" fmla="*/ 528317 w 607336"/>
                <a:gd name="connsiteY4" fmla="*/ 357185 h 541236"/>
                <a:gd name="connsiteX5" fmla="*/ 528317 w 607336"/>
                <a:gd name="connsiteY5" fmla="*/ 301190 h 541236"/>
                <a:gd name="connsiteX6" fmla="*/ 514822 w 607336"/>
                <a:gd name="connsiteY6" fmla="*/ 287718 h 541236"/>
                <a:gd name="connsiteX7" fmla="*/ 513884 w 607336"/>
                <a:gd name="connsiteY7" fmla="*/ 257846 h 541236"/>
                <a:gd name="connsiteX8" fmla="*/ 524093 w 607336"/>
                <a:gd name="connsiteY8" fmla="*/ 258315 h 541236"/>
                <a:gd name="connsiteX9" fmla="*/ 591098 w 607336"/>
                <a:gd name="connsiteY9" fmla="*/ 286664 h 541236"/>
                <a:gd name="connsiteX10" fmla="*/ 596496 w 607336"/>
                <a:gd name="connsiteY10" fmla="*/ 294630 h 541236"/>
                <a:gd name="connsiteX11" fmla="*/ 605297 w 607336"/>
                <a:gd name="connsiteY11" fmla="*/ 403457 h 541236"/>
                <a:gd name="connsiteX12" fmla="*/ 581123 w 607336"/>
                <a:gd name="connsiteY12" fmla="*/ 508770 h 541236"/>
                <a:gd name="connsiteX13" fmla="*/ 575725 w 607336"/>
                <a:gd name="connsiteY13" fmla="*/ 516736 h 541236"/>
                <a:gd name="connsiteX14" fmla="*/ 514822 w 607336"/>
                <a:gd name="connsiteY14" fmla="*/ 536650 h 541236"/>
                <a:gd name="connsiteX15" fmla="*/ 453919 w 607336"/>
                <a:gd name="connsiteY15" fmla="*/ 516736 h 541236"/>
                <a:gd name="connsiteX16" fmla="*/ 448521 w 607336"/>
                <a:gd name="connsiteY16" fmla="*/ 508770 h 541236"/>
                <a:gd name="connsiteX17" fmla="*/ 424348 w 607336"/>
                <a:gd name="connsiteY17" fmla="*/ 403457 h 541236"/>
                <a:gd name="connsiteX18" fmla="*/ 433149 w 607336"/>
                <a:gd name="connsiteY18" fmla="*/ 294630 h 541236"/>
                <a:gd name="connsiteX19" fmla="*/ 438547 w 607336"/>
                <a:gd name="connsiteY19" fmla="*/ 286664 h 541236"/>
                <a:gd name="connsiteX20" fmla="*/ 502970 w 607336"/>
                <a:gd name="connsiteY20" fmla="*/ 258315 h 541236"/>
                <a:gd name="connsiteX21" fmla="*/ 513884 w 607336"/>
                <a:gd name="connsiteY21" fmla="*/ 257846 h 541236"/>
                <a:gd name="connsiteX22" fmla="*/ 23466 w 607336"/>
                <a:gd name="connsiteY22" fmla="*/ 0 h 541236"/>
                <a:gd name="connsiteX23" fmla="*/ 555312 w 607336"/>
                <a:gd name="connsiteY23" fmla="*/ 0 h 541236"/>
                <a:gd name="connsiteX24" fmla="*/ 578778 w 607336"/>
                <a:gd name="connsiteY24" fmla="*/ 23430 h 541236"/>
                <a:gd name="connsiteX25" fmla="*/ 578778 w 607336"/>
                <a:gd name="connsiteY25" fmla="*/ 253163 h 541236"/>
                <a:gd name="connsiteX26" fmla="*/ 531847 w 607336"/>
                <a:gd name="connsiteY26" fmla="*/ 239339 h 541236"/>
                <a:gd name="connsiteX27" fmla="*/ 531847 w 607336"/>
                <a:gd name="connsiteY27" fmla="*/ 46861 h 541236"/>
                <a:gd name="connsiteX28" fmla="*/ 46931 w 607336"/>
                <a:gd name="connsiteY28" fmla="*/ 46861 h 541236"/>
                <a:gd name="connsiteX29" fmla="*/ 46931 w 607336"/>
                <a:gd name="connsiteY29" fmla="*/ 346766 h 541236"/>
                <a:gd name="connsiteX30" fmla="*/ 404898 w 607336"/>
                <a:gd name="connsiteY30" fmla="*/ 346766 h 541236"/>
                <a:gd name="connsiteX31" fmla="*/ 405837 w 607336"/>
                <a:gd name="connsiteY31" fmla="*/ 410730 h 541236"/>
                <a:gd name="connsiteX32" fmla="*/ 409005 w 607336"/>
                <a:gd name="connsiteY32" fmla="*/ 432638 h 541236"/>
                <a:gd name="connsiteX33" fmla="*/ 368175 w 607336"/>
                <a:gd name="connsiteY33" fmla="*/ 432638 h 541236"/>
                <a:gd name="connsiteX34" fmla="*/ 388120 w 607336"/>
                <a:gd name="connsiteY34" fmla="*/ 500585 h 541236"/>
                <a:gd name="connsiteX35" fmla="*/ 412407 w 607336"/>
                <a:gd name="connsiteY35" fmla="*/ 500585 h 541236"/>
                <a:gd name="connsiteX36" fmla="*/ 423553 w 607336"/>
                <a:gd name="connsiteY36" fmla="*/ 511714 h 541236"/>
                <a:gd name="connsiteX37" fmla="*/ 423553 w 607336"/>
                <a:gd name="connsiteY37" fmla="*/ 530107 h 541236"/>
                <a:gd name="connsiteX38" fmla="*/ 412407 w 607336"/>
                <a:gd name="connsiteY38" fmla="*/ 541236 h 541236"/>
                <a:gd name="connsiteX39" fmla="*/ 166371 w 607336"/>
                <a:gd name="connsiteY39" fmla="*/ 541236 h 541236"/>
                <a:gd name="connsiteX40" fmla="*/ 155225 w 607336"/>
                <a:gd name="connsiteY40" fmla="*/ 530107 h 541236"/>
                <a:gd name="connsiteX41" fmla="*/ 155225 w 607336"/>
                <a:gd name="connsiteY41" fmla="*/ 511714 h 541236"/>
                <a:gd name="connsiteX42" fmla="*/ 166371 w 607336"/>
                <a:gd name="connsiteY42" fmla="*/ 500585 h 541236"/>
                <a:gd name="connsiteX43" fmla="*/ 190658 w 607336"/>
                <a:gd name="connsiteY43" fmla="*/ 500585 h 541236"/>
                <a:gd name="connsiteX44" fmla="*/ 210721 w 607336"/>
                <a:gd name="connsiteY44" fmla="*/ 432638 h 541236"/>
                <a:gd name="connsiteX45" fmla="*/ 23466 w 607336"/>
                <a:gd name="connsiteY45" fmla="*/ 432638 h 541236"/>
                <a:gd name="connsiteX46" fmla="*/ 0 w 607336"/>
                <a:gd name="connsiteY46" fmla="*/ 409207 h 541236"/>
                <a:gd name="connsiteX47" fmla="*/ 0 w 607336"/>
                <a:gd name="connsiteY47" fmla="*/ 23430 h 541236"/>
                <a:gd name="connsiteX48" fmla="*/ 23466 w 607336"/>
                <a:gd name="connsiteY48" fmla="*/ 0 h 54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607336" h="541236">
                  <a:moveTo>
                    <a:pt x="514822" y="287718"/>
                  </a:moveTo>
                  <a:cubicBezTo>
                    <a:pt x="507429" y="287718"/>
                    <a:pt x="501327" y="293810"/>
                    <a:pt x="501327" y="301190"/>
                  </a:cubicBezTo>
                  <a:lnTo>
                    <a:pt x="501327" y="357185"/>
                  </a:lnTo>
                  <a:cubicBezTo>
                    <a:pt x="501327" y="364682"/>
                    <a:pt x="507429" y="370656"/>
                    <a:pt x="514822" y="370656"/>
                  </a:cubicBezTo>
                  <a:cubicBezTo>
                    <a:pt x="522215" y="370656"/>
                    <a:pt x="528317" y="364682"/>
                    <a:pt x="528317" y="357185"/>
                  </a:cubicBezTo>
                  <a:lnTo>
                    <a:pt x="528317" y="301190"/>
                  </a:lnTo>
                  <a:cubicBezTo>
                    <a:pt x="528317" y="293810"/>
                    <a:pt x="522215" y="287718"/>
                    <a:pt x="514822" y="287718"/>
                  </a:cubicBezTo>
                  <a:close/>
                  <a:moveTo>
                    <a:pt x="513884" y="257846"/>
                  </a:moveTo>
                  <a:cubicBezTo>
                    <a:pt x="521042" y="257846"/>
                    <a:pt x="524093" y="258315"/>
                    <a:pt x="524093" y="258315"/>
                  </a:cubicBezTo>
                  <a:cubicBezTo>
                    <a:pt x="546506" y="260423"/>
                    <a:pt x="569037" y="269795"/>
                    <a:pt x="591098" y="286664"/>
                  </a:cubicBezTo>
                  <a:cubicBezTo>
                    <a:pt x="593679" y="288655"/>
                    <a:pt x="595557" y="291467"/>
                    <a:pt x="596496" y="294630"/>
                  </a:cubicBezTo>
                  <a:cubicBezTo>
                    <a:pt x="606940" y="330710"/>
                    <a:pt x="609756" y="365268"/>
                    <a:pt x="605297" y="403457"/>
                  </a:cubicBezTo>
                  <a:cubicBezTo>
                    <a:pt x="601307" y="437312"/>
                    <a:pt x="592037" y="471166"/>
                    <a:pt x="581123" y="508770"/>
                  </a:cubicBezTo>
                  <a:cubicBezTo>
                    <a:pt x="580185" y="511933"/>
                    <a:pt x="578307" y="514744"/>
                    <a:pt x="575725" y="516736"/>
                  </a:cubicBezTo>
                  <a:cubicBezTo>
                    <a:pt x="559062" y="529622"/>
                    <a:pt x="537470" y="536650"/>
                    <a:pt x="514822" y="536650"/>
                  </a:cubicBezTo>
                  <a:cubicBezTo>
                    <a:pt x="492174" y="536650"/>
                    <a:pt x="470583" y="529622"/>
                    <a:pt x="453919" y="516736"/>
                  </a:cubicBezTo>
                  <a:cubicBezTo>
                    <a:pt x="451338" y="514744"/>
                    <a:pt x="449460" y="511933"/>
                    <a:pt x="448521" y="508770"/>
                  </a:cubicBezTo>
                  <a:cubicBezTo>
                    <a:pt x="437608" y="471166"/>
                    <a:pt x="428338" y="437312"/>
                    <a:pt x="424348" y="403457"/>
                  </a:cubicBezTo>
                  <a:cubicBezTo>
                    <a:pt x="420006" y="365268"/>
                    <a:pt x="422705" y="330710"/>
                    <a:pt x="433149" y="294630"/>
                  </a:cubicBezTo>
                  <a:cubicBezTo>
                    <a:pt x="434088" y="291467"/>
                    <a:pt x="435965" y="288655"/>
                    <a:pt x="438547" y="286664"/>
                  </a:cubicBezTo>
                  <a:cubicBezTo>
                    <a:pt x="459787" y="270381"/>
                    <a:pt x="481378" y="260892"/>
                    <a:pt x="502970" y="258315"/>
                  </a:cubicBezTo>
                  <a:cubicBezTo>
                    <a:pt x="502970" y="258315"/>
                    <a:pt x="506725" y="257846"/>
                    <a:pt x="513884" y="257846"/>
                  </a:cubicBezTo>
                  <a:close/>
                  <a:moveTo>
                    <a:pt x="23466" y="0"/>
                  </a:moveTo>
                  <a:lnTo>
                    <a:pt x="555312" y="0"/>
                  </a:lnTo>
                  <a:cubicBezTo>
                    <a:pt x="568336" y="0"/>
                    <a:pt x="578778" y="10544"/>
                    <a:pt x="578778" y="23430"/>
                  </a:cubicBezTo>
                  <a:lnTo>
                    <a:pt x="578778" y="253163"/>
                  </a:lnTo>
                  <a:cubicBezTo>
                    <a:pt x="563408" y="245548"/>
                    <a:pt x="547686" y="240979"/>
                    <a:pt x="531847" y="239339"/>
                  </a:cubicBezTo>
                  <a:lnTo>
                    <a:pt x="531847" y="46861"/>
                  </a:lnTo>
                  <a:lnTo>
                    <a:pt x="46931" y="46861"/>
                  </a:lnTo>
                  <a:lnTo>
                    <a:pt x="46931" y="346766"/>
                  </a:lnTo>
                  <a:lnTo>
                    <a:pt x="404898" y="346766"/>
                  </a:lnTo>
                  <a:cubicBezTo>
                    <a:pt x="402904" y="367502"/>
                    <a:pt x="403256" y="388589"/>
                    <a:pt x="405837" y="410730"/>
                  </a:cubicBezTo>
                  <a:cubicBezTo>
                    <a:pt x="406658" y="418111"/>
                    <a:pt x="407714" y="425374"/>
                    <a:pt x="409005" y="432638"/>
                  </a:cubicBezTo>
                  <a:lnTo>
                    <a:pt x="368175" y="432638"/>
                  </a:lnTo>
                  <a:lnTo>
                    <a:pt x="388120" y="500585"/>
                  </a:lnTo>
                  <a:lnTo>
                    <a:pt x="412407" y="500585"/>
                  </a:lnTo>
                  <a:cubicBezTo>
                    <a:pt x="418626" y="500585"/>
                    <a:pt x="423553" y="505622"/>
                    <a:pt x="423553" y="511714"/>
                  </a:cubicBezTo>
                  <a:lnTo>
                    <a:pt x="423553" y="530107"/>
                  </a:lnTo>
                  <a:cubicBezTo>
                    <a:pt x="423553" y="536199"/>
                    <a:pt x="418626" y="541236"/>
                    <a:pt x="412407" y="541236"/>
                  </a:cubicBezTo>
                  <a:lnTo>
                    <a:pt x="166371" y="541236"/>
                  </a:lnTo>
                  <a:cubicBezTo>
                    <a:pt x="160270" y="541236"/>
                    <a:pt x="155225" y="536199"/>
                    <a:pt x="155225" y="530107"/>
                  </a:cubicBezTo>
                  <a:lnTo>
                    <a:pt x="155225" y="511714"/>
                  </a:lnTo>
                  <a:cubicBezTo>
                    <a:pt x="155225" y="505622"/>
                    <a:pt x="160270" y="500585"/>
                    <a:pt x="166371" y="500585"/>
                  </a:cubicBezTo>
                  <a:lnTo>
                    <a:pt x="190658" y="500585"/>
                  </a:lnTo>
                  <a:lnTo>
                    <a:pt x="210721" y="432638"/>
                  </a:lnTo>
                  <a:lnTo>
                    <a:pt x="23466" y="432638"/>
                  </a:lnTo>
                  <a:cubicBezTo>
                    <a:pt x="10560" y="432638"/>
                    <a:pt x="0" y="422211"/>
                    <a:pt x="0" y="409207"/>
                  </a:cubicBezTo>
                  <a:lnTo>
                    <a:pt x="0" y="23430"/>
                  </a:lnTo>
                  <a:cubicBezTo>
                    <a:pt x="0" y="10544"/>
                    <a:pt x="10560" y="0"/>
                    <a:pt x="23466"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400" b="1" dirty="0">
                <a:solidFill>
                  <a:schemeClr val="bg1"/>
                </a:solidFill>
              </a:endParaRPr>
            </a:p>
          </p:txBody>
        </p:sp>
        <p:sp>
          <p:nvSpPr>
            <p:cNvPr id="11" name="îŝľîḓè"/>
            <p:cNvSpPr txBox="1"/>
            <p:nvPr/>
          </p:nvSpPr>
          <p:spPr>
            <a:xfrm>
              <a:off x="4882718" y="3233565"/>
              <a:ext cx="7633209" cy="1179412"/>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30000"/>
                </a:lnSpc>
              </a:pPr>
              <a:r>
                <a:rPr lang="zh-CN" altLang="en-US" sz="2200" dirty="0">
                  <a:solidFill>
                    <a:srgbClr val="0000FF"/>
                  </a:solidFill>
                </a:rPr>
                <a:t>狭义</a:t>
              </a:r>
              <a:r>
                <a:rPr lang="zh-CN" altLang="en-US" sz="2200" dirty="0"/>
                <a:t>的云计算</a:t>
              </a:r>
            </a:p>
            <a:p>
              <a:pPr marL="342900" indent="-342900">
                <a:lnSpc>
                  <a:spcPct val="130000"/>
                </a:lnSpc>
                <a:buClr>
                  <a:srgbClr val="FF0000"/>
                </a:buClr>
                <a:buFont typeface="Wingdings" panose="05000000000000000000" pitchFamily="2" charset="2"/>
                <a:buChar char="Ø"/>
              </a:pPr>
              <a:r>
                <a:rPr lang="zh-CN" altLang="en-US" sz="2000" dirty="0"/>
                <a:t>指</a:t>
              </a:r>
              <a:r>
                <a:rPr lang="en-US" altLang="zh-CN" sz="2000" dirty="0"/>
                <a:t>IT</a:t>
              </a:r>
              <a:r>
                <a:rPr lang="zh-CN" altLang="en-US" sz="2000" dirty="0"/>
                <a:t>基础设施的交付和使用模式，即通过网络以按需、易扩展的方式获得所需的资源</a:t>
              </a:r>
            </a:p>
          </p:txBody>
        </p:sp>
      </p:grpSp>
      <p:grpSp>
        <p:nvGrpSpPr>
          <p:cNvPr id="12" name="ïSlíḍê"/>
          <p:cNvGrpSpPr/>
          <p:nvPr/>
        </p:nvGrpSpPr>
        <p:grpSpPr>
          <a:xfrm>
            <a:off x="3348472" y="4822528"/>
            <a:ext cx="8378931" cy="1311067"/>
            <a:chOff x="4136995" y="4714289"/>
            <a:chExt cx="8378931" cy="1311067"/>
          </a:xfrm>
        </p:grpSpPr>
        <p:sp>
          <p:nvSpPr>
            <p:cNvPr id="13" name="ïsľíḓê"/>
            <p:cNvSpPr/>
            <p:nvPr/>
          </p:nvSpPr>
          <p:spPr>
            <a:xfrm>
              <a:off x="4136995" y="5187860"/>
              <a:ext cx="408372" cy="363926"/>
            </a:xfrm>
            <a:custGeom>
              <a:avLst/>
              <a:gdLst>
                <a:gd name="connsiteX0" fmla="*/ 514822 w 607336"/>
                <a:gd name="connsiteY0" fmla="*/ 287718 h 541236"/>
                <a:gd name="connsiteX1" fmla="*/ 501327 w 607336"/>
                <a:gd name="connsiteY1" fmla="*/ 301190 h 541236"/>
                <a:gd name="connsiteX2" fmla="*/ 501327 w 607336"/>
                <a:gd name="connsiteY2" fmla="*/ 357185 h 541236"/>
                <a:gd name="connsiteX3" fmla="*/ 514822 w 607336"/>
                <a:gd name="connsiteY3" fmla="*/ 370656 h 541236"/>
                <a:gd name="connsiteX4" fmla="*/ 528317 w 607336"/>
                <a:gd name="connsiteY4" fmla="*/ 357185 h 541236"/>
                <a:gd name="connsiteX5" fmla="*/ 528317 w 607336"/>
                <a:gd name="connsiteY5" fmla="*/ 301190 h 541236"/>
                <a:gd name="connsiteX6" fmla="*/ 514822 w 607336"/>
                <a:gd name="connsiteY6" fmla="*/ 287718 h 541236"/>
                <a:gd name="connsiteX7" fmla="*/ 513884 w 607336"/>
                <a:gd name="connsiteY7" fmla="*/ 257846 h 541236"/>
                <a:gd name="connsiteX8" fmla="*/ 524093 w 607336"/>
                <a:gd name="connsiteY8" fmla="*/ 258315 h 541236"/>
                <a:gd name="connsiteX9" fmla="*/ 591098 w 607336"/>
                <a:gd name="connsiteY9" fmla="*/ 286664 h 541236"/>
                <a:gd name="connsiteX10" fmla="*/ 596496 w 607336"/>
                <a:gd name="connsiteY10" fmla="*/ 294630 h 541236"/>
                <a:gd name="connsiteX11" fmla="*/ 605297 w 607336"/>
                <a:gd name="connsiteY11" fmla="*/ 403457 h 541236"/>
                <a:gd name="connsiteX12" fmla="*/ 581123 w 607336"/>
                <a:gd name="connsiteY12" fmla="*/ 508770 h 541236"/>
                <a:gd name="connsiteX13" fmla="*/ 575725 w 607336"/>
                <a:gd name="connsiteY13" fmla="*/ 516736 h 541236"/>
                <a:gd name="connsiteX14" fmla="*/ 514822 w 607336"/>
                <a:gd name="connsiteY14" fmla="*/ 536650 h 541236"/>
                <a:gd name="connsiteX15" fmla="*/ 453919 w 607336"/>
                <a:gd name="connsiteY15" fmla="*/ 516736 h 541236"/>
                <a:gd name="connsiteX16" fmla="*/ 448521 w 607336"/>
                <a:gd name="connsiteY16" fmla="*/ 508770 h 541236"/>
                <a:gd name="connsiteX17" fmla="*/ 424348 w 607336"/>
                <a:gd name="connsiteY17" fmla="*/ 403457 h 541236"/>
                <a:gd name="connsiteX18" fmla="*/ 433149 w 607336"/>
                <a:gd name="connsiteY18" fmla="*/ 294630 h 541236"/>
                <a:gd name="connsiteX19" fmla="*/ 438547 w 607336"/>
                <a:gd name="connsiteY19" fmla="*/ 286664 h 541236"/>
                <a:gd name="connsiteX20" fmla="*/ 502970 w 607336"/>
                <a:gd name="connsiteY20" fmla="*/ 258315 h 541236"/>
                <a:gd name="connsiteX21" fmla="*/ 513884 w 607336"/>
                <a:gd name="connsiteY21" fmla="*/ 257846 h 541236"/>
                <a:gd name="connsiteX22" fmla="*/ 23466 w 607336"/>
                <a:gd name="connsiteY22" fmla="*/ 0 h 541236"/>
                <a:gd name="connsiteX23" fmla="*/ 555312 w 607336"/>
                <a:gd name="connsiteY23" fmla="*/ 0 h 541236"/>
                <a:gd name="connsiteX24" fmla="*/ 578778 w 607336"/>
                <a:gd name="connsiteY24" fmla="*/ 23430 h 541236"/>
                <a:gd name="connsiteX25" fmla="*/ 578778 w 607336"/>
                <a:gd name="connsiteY25" fmla="*/ 253163 h 541236"/>
                <a:gd name="connsiteX26" fmla="*/ 531847 w 607336"/>
                <a:gd name="connsiteY26" fmla="*/ 239339 h 541236"/>
                <a:gd name="connsiteX27" fmla="*/ 531847 w 607336"/>
                <a:gd name="connsiteY27" fmla="*/ 46861 h 541236"/>
                <a:gd name="connsiteX28" fmla="*/ 46931 w 607336"/>
                <a:gd name="connsiteY28" fmla="*/ 46861 h 541236"/>
                <a:gd name="connsiteX29" fmla="*/ 46931 w 607336"/>
                <a:gd name="connsiteY29" fmla="*/ 346766 h 541236"/>
                <a:gd name="connsiteX30" fmla="*/ 404898 w 607336"/>
                <a:gd name="connsiteY30" fmla="*/ 346766 h 541236"/>
                <a:gd name="connsiteX31" fmla="*/ 405837 w 607336"/>
                <a:gd name="connsiteY31" fmla="*/ 410730 h 541236"/>
                <a:gd name="connsiteX32" fmla="*/ 409005 w 607336"/>
                <a:gd name="connsiteY32" fmla="*/ 432638 h 541236"/>
                <a:gd name="connsiteX33" fmla="*/ 368175 w 607336"/>
                <a:gd name="connsiteY33" fmla="*/ 432638 h 541236"/>
                <a:gd name="connsiteX34" fmla="*/ 388120 w 607336"/>
                <a:gd name="connsiteY34" fmla="*/ 500585 h 541236"/>
                <a:gd name="connsiteX35" fmla="*/ 412407 w 607336"/>
                <a:gd name="connsiteY35" fmla="*/ 500585 h 541236"/>
                <a:gd name="connsiteX36" fmla="*/ 423553 w 607336"/>
                <a:gd name="connsiteY36" fmla="*/ 511714 h 541236"/>
                <a:gd name="connsiteX37" fmla="*/ 423553 w 607336"/>
                <a:gd name="connsiteY37" fmla="*/ 530107 h 541236"/>
                <a:gd name="connsiteX38" fmla="*/ 412407 w 607336"/>
                <a:gd name="connsiteY38" fmla="*/ 541236 h 541236"/>
                <a:gd name="connsiteX39" fmla="*/ 166371 w 607336"/>
                <a:gd name="connsiteY39" fmla="*/ 541236 h 541236"/>
                <a:gd name="connsiteX40" fmla="*/ 155225 w 607336"/>
                <a:gd name="connsiteY40" fmla="*/ 530107 h 541236"/>
                <a:gd name="connsiteX41" fmla="*/ 155225 w 607336"/>
                <a:gd name="connsiteY41" fmla="*/ 511714 h 541236"/>
                <a:gd name="connsiteX42" fmla="*/ 166371 w 607336"/>
                <a:gd name="connsiteY42" fmla="*/ 500585 h 541236"/>
                <a:gd name="connsiteX43" fmla="*/ 190658 w 607336"/>
                <a:gd name="connsiteY43" fmla="*/ 500585 h 541236"/>
                <a:gd name="connsiteX44" fmla="*/ 210721 w 607336"/>
                <a:gd name="connsiteY44" fmla="*/ 432638 h 541236"/>
                <a:gd name="connsiteX45" fmla="*/ 23466 w 607336"/>
                <a:gd name="connsiteY45" fmla="*/ 432638 h 541236"/>
                <a:gd name="connsiteX46" fmla="*/ 0 w 607336"/>
                <a:gd name="connsiteY46" fmla="*/ 409207 h 541236"/>
                <a:gd name="connsiteX47" fmla="*/ 0 w 607336"/>
                <a:gd name="connsiteY47" fmla="*/ 23430 h 541236"/>
                <a:gd name="connsiteX48" fmla="*/ 23466 w 607336"/>
                <a:gd name="connsiteY48" fmla="*/ 0 h 54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607336" h="541236">
                  <a:moveTo>
                    <a:pt x="514822" y="287718"/>
                  </a:moveTo>
                  <a:cubicBezTo>
                    <a:pt x="507429" y="287718"/>
                    <a:pt x="501327" y="293810"/>
                    <a:pt x="501327" y="301190"/>
                  </a:cubicBezTo>
                  <a:lnTo>
                    <a:pt x="501327" y="357185"/>
                  </a:lnTo>
                  <a:cubicBezTo>
                    <a:pt x="501327" y="364682"/>
                    <a:pt x="507429" y="370656"/>
                    <a:pt x="514822" y="370656"/>
                  </a:cubicBezTo>
                  <a:cubicBezTo>
                    <a:pt x="522215" y="370656"/>
                    <a:pt x="528317" y="364682"/>
                    <a:pt x="528317" y="357185"/>
                  </a:cubicBezTo>
                  <a:lnTo>
                    <a:pt x="528317" y="301190"/>
                  </a:lnTo>
                  <a:cubicBezTo>
                    <a:pt x="528317" y="293810"/>
                    <a:pt x="522215" y="287718"/>
                    <a:pt x="514822" y="287718"/>
                  </a:cubicBezTo>
                  <a:close/>
                  <a:moveTo>
                    <a:pt x="513884" y="257846"/>
                  </a:moveTo>
                  <a:cubicBezTo>
                    <a:pt x="521042" y="257846"/>
                    <a:pt x="524093" y="258315"/>
                    <a:pt x="524093" y="258315"/>
                  </a:cubicBezTo>
                  <a:cubicBezTo>
                    <a:pt x="546506" y="260423"/>
                    <a:pt x="569037" y="269795"/>
                    <a:pt x="591098" y="286664"/>
                  </a:cubicBezTo>
                  <a:cubicBezTo>
                    <a:pt x="593679" y="288655"/>
                    <a:pt x="595557" y="291467"/>
                    <a:pt x="596496" y="294630"/>
                  </a:cubicBezTo>
                  <a:cubicBezTo>
                    <a:pt x="606940" y="330710"/>
                    <a:pt x="609756" y="365268"/>
                    <a:pt x="605297" y="403457"/>
                  </a:cubicBezTo>
                  <a:cubicBezTo>
                    <a:pt x="601307" y="437312"/>
                    <a:pt x="592037" y="471166"/>
                    <a:pt x="581123" y="508770"/>
                  </a:cubicBezTo>
                  <a:cubicBezTo>
                    <a:pt x="580185" y="511933"/>
                    <a:pt x="578307" y="514744"/>
                    <a:pt x="575725" y="516736"/>
                  </a:cubicBezTo>
                  <a:cubicBezTo>
                    <a:pt x="559062" y="529622"/>
                    <a:pt x="537470" y="536650"/>
                    <a:pt x="514822" y="536650"/>
                  </a:cubicBezTo>
                  <a:cubicBezTo>
                    <a:pt x="492174" y="536650"/>
                    <a:pt x="470583" y="529622"/>
                    <a:pt x="453919" y="516736"/>
                  </a:cubicBezTo>
                  <a:cubicBezTo>
                    <a:pt x="451338" y="514744"/>
                    <a:pt x="449460" y="511933"/>
                    <a:pt x="448521" y="508770"/>
                  </a:cubicBezTo>
                  <a:cubicBezTo>
                    <a:pt x="437608" y="471166"/>
                    <a:pt x="428338" y="437312"/>
                    <a:pt x="424348" y="403457"/>
                  </a:cubicBezTo>
                  <a:cubicBezTo>
                    <a:pt x="420006" y="365268"/>
                    <a:pt x="422705" y="330710"/>
                    <a:pt x="433149" y="294630"/>
                  </a:cubicBezTo>
                  <a:cubicBezTo>
                    <a:pt x="434088" y="291467"/>
                    <a:pt x="435965" y="288655"/>
                    <a:pt x="438547" y="286664"/>
                  </a:cubicBezTo>
                  <a:cubicBezTo>
                    <a:pt x="459787" y="270381"/>
                    <a:pt x="481378" y="260892"/>
                    <a:pt x="502970" y="258315"/>
                  </a:cubicBezTo>
                  <a:cubicBezTo>
                    <a:pt x="502970" y="258315"/>
                    <a:pt x="506725" y="257846"/>
                    <a:pt x="513884" y="257846"/>
                  </a:cubicBezTo>
                  <a:close/>
                  <a:moveTo>
                    <a:pt x="23466" y="0"/>
                  </a:moveTo>
                  <a:lnTo>
                    <a:pt x="555312" y="0"/>
                  </a:lnTo>
                  <a:cubicBezTo>
                    <a:pt x="568336" y="0"/>
                    <a:pt x="578778" y="10544"/>
                    <a:pt x="578778" y="23430"/>
                  </a:cubicBezTo>
                  <a:lnTo>
                    <a:pt x="578778" y="253163"/>
                  </a:lnTo>
                  <a:cubicBezTo>
                    <a:pt x="563408" y="245548"/>
                    <a:pt x="547686" y="240979"/>
                    <a:pt x="531847" y="239339"/>
                  </a:cubicBezTo>
                  <a:lnTo>
                    <a:pt x="531847" y="46861"/>
                  </a:lnTo>
                  <a:lnTo>
                    <a:pt x="46931" y="46861"/>
                  </a:lnTo>
                  <a:lnTo>
                    <a:pt x="46931" y="346766"/>
                  </a:lnTo>
                  <a:lnTo>
                    <a:pt x="404898" y="346766"/>
                  </a:lnTo>
                  <a:cubicBezTo>
                    <a:pt x="402904" y="367502"/>
                    <a:pt x="403256" y="388589"/>
                    <a:pt x="405837" y="410730"/>
                  </a:cubicBezTo>
                  <a:cubicBezTo>
                    <a:pt x="406658" y="418111"/>
                    <a:pt x="407714" y="425374"/>
                    <a:pt x="409005" y="432638"/>
                  </a:cubicBezTo>
                  <a:lnTo>
                    <a:pt x="368175" y="432638"/>
                  </a:lnTo>
                  <a:lnTo>
                    <a:pt x="388120" y="500585"/>
                  </a:lnTo>
                  <a:lnTo>
                    <a:pt x="412407" y="500585"/>
                  </a:lnTo>
                  <a:cubicBezTo>
                    <a:pt x="418626" y="500585"/>
                    <a:pt x="423553" y="505622"/>
                    <a:pt x="423553" y="511714"/>
                  </a:cubicBezTo>
                  <a:lnTo>
                    <a:pt x="423553" y="530107"/>
                  </a:lnTo>
                  <a:cubicBezTo>
                    <a:pt x="423553" y="536199"/>
                    <a:pt x="418626" y="541236"/>
                    <a:pt x="412407" y="541236"/>
                  </a:cubicBezTo>
                  <a:lnTo>
                    <a:pt x="166371" y="541236"/>
                  </a:lnTo>
                  <a:cubicBezTo>
                    <a:pt x="160270" y="541236"/>
                    <a:pt x="155225" y="536199"/>
                    <a:pt x="155225" y="530107"/>
                  </a:cubicBezTo>
                  <a:lnTo>
                    <a:pt x="155225" y="511714"/>
                  </a:lnTo>
                  <a:cubicBezTo>
                    <a:pt x="155225" y="505622"/>
                    <a:pt x="160270" y="500585"/>
                    <a:pt x="166371" y="500585"/>
                  </a:cubicBezTo>
                  <a:lnTo>
                    <a:pt x="190658" y="500585"/>
                  </a:lnTo>
                  <a:lnTo>
                    <a:pt x="210721" y="432638"/>
                  </a:lnTo>
                  <a:lnTo>
                    <a:pt x="23466" y="432638"/>
                  </a:lnTo>
                  <a:cubicBezTo>
                    <a:pt x="10560" y="432638"/>
                    <a:pt x="0" y="422211"/>
                    <a:pt x="0" y="409207"/>
                  </a:cubicBezTo>
                  <a:lnTo>
                    <a:pt x="0" y="23430"/>
                  </a:lnTo>
                  <a:cubicBezTo>
                    <a:pt x="0" y="10544"/>
                    <a:pt x="10560" y="0"/>
                    <a:pt x="23466"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400" b="1" dirty="0">
                <a:solidFill>
                  <a:schemeClr val="bg1"/>
                </a:solidFill>
              </a:endParaRPr>
            </a:p>
          </p:txBody>
        </p:sp>
        <p:sp>
          <p:nvSpPr>
            <p:cNvPr id="14" name="íṧļîḋê"/>
            <p:cNvSpPr txBox="1"/>
            <p:nvPr/>
          </p:nvSpPr>
          <p:spPr>
            <a:xfrm>
              <a:off x="4882717" y="4714289"/>
              <a:ext cx="7633209" cy="1311067"/>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30000"/>
                </a:lnSpc>
              </a:pPr>
              <a:r>
                <a:rPr lang="zh-CN" altLang="en-US" sz="2200" dirty="0">
                  <a:solidFill>
                    <a:srgbClr val="0000FF"/>
                  </a:solidFill>
                </a:rPr>
                <a:t>广义</a:t>
              </a:r>
              <a:r>
                <a:rPr lang="zh-CN" altLang="en-US" sz="2200" dirty="0"/>
                <a:t>的云计算</a:t>
              </a:r>
            </a:p>
            <a:p>
              <a:pPr marL="342900" indent="-342900">
                <a:lnSpc>
                  <a:spcPct val="130000"/>
                </a:lnSpc>
                <a:buClr>
                  <a:srgbClr val="FF0000"/>
                </a:buClr>
                <a:buFont typeface="Wingdings" panose="05000000000000000000" pitchFamily="2" charset="2"/>
                <a:buChar char="Ø"/>
              </a:pPr>
              <a:r>
                <a:rPr lang="zh-CN" altLang="en-US" sz="2000" dirty="0"/>
                <a:t>指服务的交付和使用模式，即通过网络以按需、易扩展的方式获得所需的服务</a:t>
              </a:r>
            </a:p>
          </p:txBody>
        </p:sp>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cs typeface="+mn-ea"/>
                <a:sym typeface="+mn-lt"/>
              </a:rPr>
              <a:t>云计算的基本特征</a:t>
            </a:r>
          </a:p>
        </p:txBody>
      </p:sp>
      <p:sp>
        <p:nvSpPr>
          <p:cNvPr id="4" name="内容占位符 2"/>
          <p:cNvSpPr txBox="1"/>
          <p:nvPr/>
        </p:nvSpPr>
        <p:spPr>
          <a:xfrm>
            <a:off x="516384" y="1042557"/>
            <a:ext cx="11159231" cy="5358244"/>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1" indent="0">
              <a:lnSpc>
                <a:spcPct val="132000"/>
              </a:lnSpc>
              <a:spcBef>
                <a:spcPts val="370"/>
              </a:spcBef>
              <a:buClr>
                <a:srgbClr val="E71101"/>
              </a:buClr>
              <a:buSzPct val="60000"/>
              <a:buNone/>
              <a:defRPr/>
            </a:pPr>
            <a:r>
              <a:rPr lang="zh-CN" altLang="en-US" sz="2200" dirty="0"/>
              <a:t>（</a:t>
            </a:r>
            <a:r>
              <a:rPr lang="en-US" altLang="zh-CN" sz="2200" dirty="0"/>
              <a:t>1</a:t>
            </a:r>
            <a:r>
              <a:rPr lang="zh-CN" altLang="en-US" sz="2200" dirty="0"/>
              <a:t>）按需自助服务</a:t>
            </a:r>
          </a:p>
          <a:p>
            <a:pPr marL="800100" lvl="2" indent="-342900">
              <a:lnSpc>
                <a:spcPct val="132000"/>
              </a:lnSpc>
              <a:spcBef>
                <a:spcPts val="370"/>
              </a:spcBef>
              <a:buClr>
                <a:srgbClr val="E71101"/>
              </a:buClr>
              <a:buSzPct val="60000"/>
              <a:buFont typeface="Wingdings" panose="05000000000000000000" pitchFamily="2" charset="2"/>
              <a:buChar char="Ø"/>
              <a:defRPr/>
            </a:pPr>
            <a:r>
              <a:rPr lang="zh-CN" altLang="en-US" sz="2000" dirty="0"/>
              <a:t>消费者无须同服务供应商交互就可以在需要时得到自助的计算资源（资源的自助服务）</a:t>
            </a:r>
          </a:p>
          <a:p>
            <a:pPr marL="0" lvl="1" indent="0">
              <a:lnSpc>
                <a:spcPct val="132000"/>
              </a:lnSpc>
              <a:spcBef>
                <a:spcPts val="370"/>
              </a:spcBef>
              <a:buClr>
                <a:srgbClr val="E71101"/>
              </a:buClr>
              <a:buSzPct val="60000"/>
              <a:buNone/>
              <a:defRPr/>
            </a:pPr>
            <a:r>
              <a:rPr lang="zh-CN" altLang="en-US" sz="2200" dirty="0"/>
              <a:t>（</a:t>
            </a:r>
            <a:r>
              <a:rPr lang="en-US" altLang="zh-CN" sz="2200" dirty="0"/>
              <a:t>2</a:t>
            </a:r>
            <a:r>
              <a:rPr lang="zh-CN" altLang="en-US" sz="2200" dirty="0"/>
              <a:t>）无处不在的网络访问</a:t>
            </a:r>
          </a:p>
          <a:p>
            <a:pPr marL="800100" lvl="2" indent="-342900">
              <a:lnSpc>
                <a:spcPct val="132000"/>
              </a:lnSpc>
              <a:spcBef>
                <a:spcPts val="370"/>
              </a:spcBef>
              <a:buClr>
                <a:srgbClr val="E71101"/>
              </a:buClr>
              <a:buSzPct val="60000"/>
              <a:buFont typeface="Wingdings" panose="05000000000000000000" pitchFamily="2" charset="2"/>
              <a:buChar char="Ø"/>
              <a:defRPr/>
            </a:pPr>
            <a:r>
              <a:rPr lang="zh-CN" altLang="en-US" sz="2000" dirty="0"/>
              <a:t>用户可借助不同的客户端，通过标准的应用进行网络访问以获取可用服务</a:t>
            </a:r>
          </a:p>
          <a:p>
            <a:pPr marL="0" lvl="1" indent="0">
              <a:lnSpc>
                <a:spcPct val="132000"/>
              </a:lnSpc>
              <a:spcBef>
                <a:spcPts val="370"/>
              </a:spcBef>
              <a:buClr>
                <a:srgbClr val="E71101"/>
              </a:buClr>
              <a:buSzPct val="60000"/>
              <a:buNone/>
              <a:defRPr/>
            </a:pPr>
            <a:r>
              <a:rPr lang="zh-CN" altLang="en-US" sz="2200" dirty="0"/>
              <a:t>（</a:t>
            </a:r>
            <a:r>
              <a:rPr lang="en-US" altLang="zh-CN" sz="2200" dirty="0"/>
              <a:t>3</a:t>
            </a:r>
            <a:r>
              <a:rPr lang="zh-CN" altLang="en-US" sz="2200" dirty="0"/>
              <a:t>）共享资源池</a:t>
            </a:r>
          </a:p>
          <a:p>
            <a:pPr marL="800100" lvl="2" indent="-342900">
              <a:lnSpc>
                <a:spcPct val="132000"/>
              </a:lnSpc>
              <a:spcBef>
                <a:spcPts val="370"/>
              </a:spcBef>
              <a:buClr>
                <a:srgbClr val="E71101"/>
              </a:buClr>
              <a:buSzPct val="60000"/>
              <a:buFont typeface="Wingdings" panose="05000000000000000000" pitchFamily="2" charset="2"/>
              <a:buChar char="Ø"/>
              <a:defRPr/>
            </a:pPr>
            <a:r>
              <a:rPr lang="zh-CN" altLang="en-US" sz="2000" dirty="0"/>
              <a:t>根据消费者的需求来动态划分或释放不同的物理资源和虚拟资源，这些资源的供应商以计算资源池多租户的模式来提供服务</a:t>
            </a:r>
          </a:p>
          <a:p>
            <a:pPr marL="0" lvl="1" indent="0">
              <a:lnSpc>
                <a:spcPct val="132000"/>
              </a:lnSpc>
              <a:spcBef>
                <a:spcPts val="370"/>
              </a:spcBef>
              <a:buClr>
                <a:srgbClr val="E71101"/>
              </a:buClr>
              <a:buSzPct val="60000"/>
              <a:buNone/>
              <a:defRPr/>
            </a:pPr>
            <a:r>
              <a:rPr lang="zh-CN" altLang="en-US" sz="2200" dirty="0"/>
              <a:t>（</a:t>
            </a:r>
            <a:r>
              <a:rPr lang="en-US" altLang="zh-CN" sz="2200" dirty="0"/>
              <a:t>4</a:t>
            </a:r>
            <a:r>
              <a:rPr lang="zh-CN" altLang="en-US" sz="2200" dirty="0"/>
              <a:t>）快速弹性</a:t>
            </a:r>
          </a:p>
          <a:p>
            <a:pPr marL="800100" lvl="2" indent="-342900">
              <a:lnSpc>
                <a:spcPct val="132000"/>
              </a:lnSpc>
              <a:spcBef>
                <a:spcPts val="370"/>
              </a:spcBef>
              <a:buClr>
                <a:srgbClr val="E71101"/>
              </a:buClr>
              <a:buSzPct val="60000"/>
              <a:buFont typeface="Wingdings" panose="05000000000000000000" pitchFamily="2" charset="2"/>
              <a:buChar char="Ø"/>
              <a:defRPr/>
            </a:pPr>
            <a:r>
              <a:rPr lang="zh-CN" altLang="en-US" sz="2000" dirty="0"/>
              <a:t>一种能快速、弹性地提供资源和释放资源的能力</a:t>
            </a:r>
          </a:p>
          <a:p>
            <a:pPr marL="0" lvl="1" indent="0">
              <a:lnSpc>
                <a:spcPct val="132000"/>
              </a:lnSpc>
              <a:spcBef>
                <a:spcPts val="370"/>
              </a:spcBef>
              <a:buClr>
                <a:srgbClr val="E71101"/>
              </a:buClr>
              <a:buSzPct val="60000"/>
              <a:buNone/>
              <a:defRPr/>
            </a:pPr>
            <a:r>
              <a:rPr lang="zh-CN" altLang="en-US" sz="2200" dirty="0"/>
              <a:t>（</a:t>
            </a:r>
            <a:r>
              <a:rPr lang="en-US" altLang="zh-CN" sz="2200" dirty="0"/>
              <a:t>5</a:t>
            </a:r>
            <a:r>
              <a:rPr lang="zh-CN" altLang="en-US" sz="2200" dirty="0"/>
              <a:t>）服务可计量</a:t>
            </a:r>
          </a:p>
          <a:p>
            <a:pPr marL="800100" lvl="2" indent="-342900">
              <a:lnSpc>
                <a:spcPct val="132000"/>
              </a:lnSpc>
              <a:spcBef>
                <a:spcPts val="370"/>
              </a:spcBef>
              <a:buClr>
                <a:srgbClr val="E71101"/>
              </a:buClr>
              <a:buSzPct val="60000"/>
              <a:buFont typeface="Wingdings" panose="05000000000000000000" pitchFamily="2" charset="2"/>
              <a:buChar char="Ø"/>
              <a:defRPr/>
            </a:pPr>
            <a:r>
              <a:rPr lang="zh-CN" altLang="en-US" sz="2000" dirty="0"/>
              <a:t>云系统通过计量的方法对服务类型进行自动控制、对资源（如网络、服务器、存储设备等）进行优化使用</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cs typeface="+mn-ea"/>
                <a:sym typeface="+mn-lt"/>
              </a:rPr>
              <a:t>虚拟机迁移（</a:t>
            </a:r>
            <a:r>
              <a:rPr lang="en-US" altLang="zh-CN" sz="2800" b="1" dirty="0">
                <a:solidFill>
                  <a:schemeClr val="bg1"/>
                </a:solidFill>
                <a:cs typeface="+mn-ea"/>
                <a:sym typeface="+mn-lt"/>
              </a:rPr>
              <a:t>1</a:t>
            </a:r>
            <a:r>
              <a:rPr lang="zh-CN" altLang="en-US" sz="2800" b="1" dirty="0">
                <a:solidFill>
                  <a:schemeClr val="bg1"/>
                </a:solidFill>
                <a:cs typeface="+mn-ea"/>
                <a:sym typeface="+mn-lt"/>
              </a:rPr>
              <a:t>）</a:t>
            </a:r>
          </a:p>
        </p:txBody>
      </p:sp>
      <p:sp>
        <p:nvSpPr>
          <p:cNvPr id="4" name="内容占位符 2"/>
          <p:cNvSpPr txBox="1"/>
          <p:nvPr/>
        </p:nvSpPr>
        <p:spPr>
          <a:xfrm>
            <a:off x="511267" y="1197944"/>
            <a:ext cx="4850845" cy="4687951"/>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lnSpc>
                <a:spcPct val="132000"/>
              </a:lnSpc>
              <a:spcBef>
                <a:spcPts val="580"/>
              </a:spcBef>
              <a:buNone/>
              <a:defRPr/>
            </a:pPr>
            <a:r>
              <a:rPr lang="zh-CN" altLang="en-US" sz="2400" dirty="0">
                <a:solidFill>
                  <a:srgbClr val="FF0000"/>
                </a:solidFill>
              </a:rPr>
              <a:t>虚拟机迁移</a:t>
            </a:r>
            <a:r>
              <a:rPr lang="zh-CN" altLang="en-US" sz="2400" dirty="0"/>
              <a:t>是指系统可以在不间断服务的情况下，将虚拟机从主机</a:t>
            </a:r>
            <a:r>
              <a:rPr lang="en-US" altLang="zh-CN" sz="2400" dirty="0"/>
              <a:t>A</a:t>
            </a:r>
            <a:r>
              <a:rPr lang="zh-CN" altLang="en-US" sz="2400" dirty="0"/>
              <a:t>迁移到主机</a:t>
            </a:r>
            <a:r>
              <a:rPr lang="en-US" altLang="zh-CN" sz="2400" dirty="0"/>
              <a:t>B</a:t>
            </a:r>
            <a:endParaRPr lang="zh-CN" altLang="en-US" sz="2400" dirty="0"/>
          </a:p>
          <a:p>
            <a:pPr marL="342900" lvl="1" indent="-342900">
              <a:lnSpc>
                <a:spcPct val="132000"/>
              </a:lnSpc>
              <a:spcBef>
                <a:spcPts val="370"/>
              </a:spcBef>
              <a:buClr>
                <a:srgbClr val="E71101"/>
              </a:buClr>
              <a:buSzPct val="60000"/>
              <a:buFont typeface="Wingdings" panose="05000000000000000000" pitchFamily="2" charset="2"/>
              <a:buChar char="Ø"/>
              <a:defRPr/>
            </a:pPr>
            <a:r>
              <a:rPr lang="zh-CN" altLang="en-US" sz="2200" dirty="0">
                <a:solidFill>
                  <a:schemeClr val="tx1">
                    <a:lumMod val="65000"/>
                    <a:lumOff val="35000"/>
                  </a:schemeClr>
                </a:solidFill>
              </a:rPr>
              <a:t>（</a:t>
            </a:r>
            <a:r>
              <a:rPr lang="en-US" altLang="zh-CN" sz="2200" dirty="0">
                <a:solidFill>
                  <a:schemeClr val="tx1">
                    <a:lumMod val="65000"/>
                    <a:lumOff val="35000"/>
                  </a:schemeClr>
                </a:solidFill>
              </a:rPr>
              <a:t>1</a:t>
            </a:r>
            <a:r>
              <a:rPr lang="zh-CN" altLang="en-US" sz="2200" dirty="0">
                <a:solidFill>
                  <a:schemeClr val="tx1">
                    <a:lumMod val="65000"/>
                    <a:lumOff val="35000"/>
                  </a:schemeClr>
                </a:solidFill>
              </a:rPr>
              <a:t>）</a:t>
            </a:r>
            <a:r>
              <a:rPr lang="en-US" altLang="zh-CN" sz="2200" dirty="0">
                <a:solidFill>
                  <a:schemeClr val="tx1">
                    <a:lumMod val="65000"/>
                    <a:lumOff val="35000"/>
                  </a:schemeClr>
                </a:solidFill>
              </a:rPr>
              <a:t>P2V</a:t>
            </a:r>
            <a:r>
              <a:rPr lang="zh-CN" altLang="en-US" sz="2200" dirty="0">
                <a:solidFill>
                  <a:schemeClr val="tx1">
                    <a:lumMod val="65000"/>
                    <a:lumOff val="35000"/>
                  </a:schemeClr>
                </a:solidFill>
              </a:rPr>
              <a:t>：物理机到虚拟机的迁移。</a:t>
            </a:r>
          </a:p>
          <a:p>
            <a:pPr marL="342900" lvl="1" indent="-342900">
              <a:lnSpc>
                <a:spcPct val="132000"/>
              </a:lnSpc>
              <a:spcBef>
                <a:spcPts val="370"/>
              </a:spcBef>
              <a:buClr>
                <a:srgbClr val="E71101"/>
              </a:buClr>
              <a:buSzPct val="60000"/>
              <a:buFont typeface="Wingdings" panose="05000000000000000000" pitchFamily="2" charset="2"/>
              <a:buChar char="Ø"/>
              <a:defRPr/>
            </a:pPr>
            <a:r>
              <a:rPr lang="zh-CN" altLang="en-US" sz="2200" dirty="0">
                <a:solidFill>
                  <a:schemeClr val="tx1">
                    <a:lumMod val="65000"/>
                    <a:lumOff val="35000"/>
                  </a:schemeClr>
                </a:solidFill>
              </a:rPr>
              <a:t>（</a:t>
            </a:r>
            <a:r>
              <a:rPr lang="en-US" altLang="zh-CN" sz="2200" dirty="0">
                <a:solidFill>
                  <a:srgbClr val="0000FF"/>
                </a:solidFill>
              </a:rPr>
              <a:t>2</a:t>
            </a:r>
            <a:r>
              <a:rPr lang="zh-CN" altLang="en-US" sz="2200" dirty="0">
                <a:solidFill>
                  <a:srgbClr val="0000FF"/>
                </a:solidFill>
              </a:rPr>
              <a:t>）</a:t>
            </a:r>
            <a:r>
              <a:rPr lang="en-US" altLang="zh-CN" sz="2200" dirty="0">
                <a:solidFill>
                  <a:srgbClr val="0000FF"/>
                </a:solidFill>
              </a:rPr>
              <a:t>V2V</a:t>
            </a:r>
            <a:r>
              <a:rPr lang="zh-CN" altLang="en-US" sz="2200" dirty="0">
                <a:solidFill>
                  <a:srgbClr val="0000FF"/>
                </a:solidFill>
              </a:rPr>
              <a:t>：虚拟机到虚拟机的迁移。</a:t>
            </a:r>
          </a:p>
          <a:p>
            <a:pPr marL="342900" lvl="1" indent="-342900">
              <a:lnSpc>
                <a:spcPct val="132000"/>
              </a:lnSpc>
              <a:spcBef>
                <a:spcPts val="370"/>
              </a:spcBef>
              <a:buClr>
                <a:srgbClr val="E71101"/>
              </a:buClr>
              <a:buSzPct val="60000"/>
              <a:buFont typeface="Wingdings" panose="05000000000000000000" pitchFamily="2" charset="2"/>
              <a:buChar char="Ø"/>
              <a:defRPr/>
            </a:pPr>
            <a:r>
              <a:rPr lang="zh-CN" altLang="en-US" sz="2200" dirty="0">
                <a:solidFill>
                  <a:schemeClr val="tx1">
                    <a:lumMod val="65000"/>
                    <a:lumOff val="35000"/>
                  </a:schemeClr>
                </a:solidFill>
              </a:rPr>
              <a:t>（</a:t>
            </a:r>
            <a:r>
              <a:rPr lang="en-US" altLang="zh-CN" sz="2200" dirty="0">
                <a:solidFill>
                  <a:schemeClr val="tx1">
                    <a:lumMod val="65000"/>
                    <a:lumOff val="35000"/>
                  </a:schemeClr>
                </a:solidFill>
              </a:rPr>
              <a:t>3</a:t>
            </a:r>
            <a:r>
              <a:rPr lang="zh-CN" altLang="en-US" sz="2200" dirty="0">
                <a:solidFill>
                  <a:schemeClr val="tx1">
                    <a:lumMod val="65000"/>
                    <a:lumOff val="35000"/>
                  </a:schemeClr>
                </a:solidFill>
              </a:rPr>
              <a:t>）</a:t>
            </a:r>
            <a:r>
              <a:rPr lang="en-US" altLang="zh-CN" sz="2200" dirty="0">
                <a:solidFill>
                  <a:schemeClr val="tx1">
                    <a:lumMod val="65000"/>
                    <a:lumOff val="35000"/>
                  </a:schemeClr>
                </a:solidFill>
              </a:rPr>
              <a:t>V2P</a:t>
            </a:r>
            <a:r>
              <a:rPr lang="zh-CN" altLang="en-US" sz="2200" dirty="0">
                <a:solidFill>
                  <a:schemeClr val="tx1">
                    <a:lumMod val="65000"/>
                    <a:lumOff val="35000"/>
                  </a:schemeClr>
                </a:solidFill>
              </a:rPr>
              <a:t>：虚拟机到物理机的迁移。</a:t>
            </a:r>
          </a:p>
        </p:txBody>
      </p:sp>
      <p:sp>
        <p:nvSpPr>
          <p:cNvPr id="5" name="内容占位符 2"/>
          <p:cNvSpPr txBox="1"/>
          <p:nvPr/>
        </p:nvSpPr>
        <p:spPr>
          <a:xfrm>
            <a:off x="6010183" y="1197944"/>
            <a:ext cx="5795978" cy="4758133"/>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lnSpc>
                <a:spcPct val="132000"/>
              </a:lnSpc>
              <a:spcBef>
                <a:spcPts val="580"/>
              </a:spcBef>
              <a:buNone/>
              <a:defRPr/>
            </a:pPr>
            <a:r>
              <a:rPr lang="en-US" altLang="zh-CN" sz="2400" dirty="0"/>
              <a:t>V2V</a:t>
            </a:r>
            <a:r>
              <a:rPr lang="zh-CN" altLang="en-US" sz="2400" dirty="0"/>
              <a:t>迁移方式又分为静态迁移和动态迁移</a:t>
            </a:r>
          </a:p>
          <a:p>
            <a:pPr marL="0" lvl="1" indent="-342900">
              <a:lnSpc>
                <a:spcPct val="132000"/>
              </a:lnSpc>
              <a:spcBef>
                <a:spcPts val="370"/>
              </a:spcBef>
              <a:buClr>
                <a:srgbClr val="E71101"/>
              </a:buClr>
              <a:buSzPct val="60000"/>
              <a:buFont typeface="Wingdings" panose="05000000000000000000" pitchFamily="2" charset="2"/>
              <a:buChar char="Ø"/>
              <a:defRPr/>
            </a:pPr>
            <a:r>
              <a:rPr lang="zh-CN" altLang="en-US" sz="2200" dirty="0">
                <a:solidFill>
                  <a:srgbClr val="FF0000"/>
                </a:solidFill>
              </a:rPr>
              <a:t>静态迁移</a:t>
            </a:r>
            <a:r>
              <a:rPr lang="zh-CN" altLang="en-US" sz="2200" dirty="0">
                <a:solidFill>
                  <a:schemeClr val="tx1">
                    <a:lumMod val="65000"/>
                    <a:lumOff val="35000"/>
                  </a:schemeClr>
                </a:solidFill>
              </a:rPr>
              <a:t>，也叫作常规迁移、离线迁移</a:t>
            </a:r>
          </a:p>
          <a:p>
            <a:pPr marL="914400" lvl="3" indent="-342900">
              <a:lnSpc>
                <a:spcPct val="132000"/>
              </a:lnSpc>
              <a:spcBef>
                <a:spcPts val="370"/>
              </a:spcBef>
              <a:buClr>
                <a:srgbClr val="E71101"/>
              </a:buClr>
              <a:buSzPct val="60000"/>
              <a:buFont typeface="Wingdings" panose="05000000000000000000" pitchFamily="2" charset="2"/>
              <a:buChar char="p"/>
              <a:defRPr/>
            </a:pPr>
            <a:r>
              <a:rPr lang="zh-CN" altLang="en-US" sz="2000" dirty="0">
                <a:solidFill>
                  <a:schemeClr val="tx1">
                    <a:lumMod val="65000"/>
                    <a:lumOff val="35000"/>
                  </a:schemeClr>
                </a:solidFill>
              </a:rPr>
              <a:t>在虚拟机关机或暂停的情况下，从一台物理机迁移到另一台物理机</a:t>
            </a:r>
          </a:p>
          <a:p>
            <a:pPr marL="914400" lvl="3" indent="-342900">
              <a:lnSpc>
                <a:spcPct val="132000"/>
              </a:lnSpc>
              <a:spcBef>
                <a:spcPts val="370"/>
              </a:spcBef>
              <a:buClr>
                <a:srgbClr val="E71101"/>
              </a:buClr>
              <a:buSzPct val="60000"/>
              <a:buFont typeface="Wingdings" panose="05000000000000000000" pitchFamily="2" charset="2"/>
              <a:buChar char="p"/>
              <a:defRPr/>
            </a:pPr>
            <a:r>
              <a:rPr lang="zh-CN" altLang="en-US" sz="2000" dirty="0">
                <a:solidFill>
                  <a:schemeClr val="tx1">
                    <a:lumMod val="65000"/>
                    <a:lumOff val="35000"/>
                  </a:schemeClr>
                </a:solidFill>
              </a:rPr>
              <a:t>步骤：</a:t>
            </a:r>
          </a:p>
          <a:p>
            <a:pPr marL="571500" lvl="3" indent="0">
              <a:lnSpc>
                <a:spcPct val="132000"/>
              </a:lnSpc>
              <a:spcBef>
                <a:spcPts val="370"/>
              </a:spcBef>
              <a:buClr>
                <a:srgbClr val="E71101"/>
              </a:buClr>
              <a:buSzPct val="60000"/>
              <a:buNone/>
              <a:defRPr/>
            </a:pPr>
            <a:r>
              <a:rPr lang="zh-CN" altLang="en-US" sz="2000" dirty="0">
                <a:solidFill>
                  <a:schemeClr val="tx1">
                    <a:lumMod val="65000"/>
                    <a:lumOff val="35000"/>
                  </a:schemeClr>
                </a:solidFill>
              </a:rPr>
              <a:t>（</a:t>
            </a:r>
            <a:r>
              <a:rPr lang="en-US" altLang="zh-CN" sz="2000" dirty="0">
                <a:solidFill>
                  <a:schemeClr val="tx1">
                    <a:lumMod val="65000"/>
                    <a:lumOff val="35000"/>
                  </a:schemeClr>
                </a:solidFill>
              </a:rPr>
              <a:t>1</a:t>
            </a:r>
            <a:r>
              <a:rPr lang="zh-CN" altLang="en-US" sz="2000" dirty="0">
                <a:solidFill>
                  <a:schemeClr val="tx1">
                    <a:lumMod val="65000"/>
                    <a:lumOff val="35000"/>
                  </a:schemeClr>
                </a:solidFill>
              </a:rPr>
              <a:t>）复制虚拟机的镜像文件和配置文件；</a:t>
            </a:r>
          </a:p>
          <a:p>
            <a:pPr marL="571500" lvl="3" indent="0">
              <a:lnSpc>
                <a:spcPct val="132000"/>
              </a:lnSpc>
              <a:spcBef>
                <a:spcPts val="370"/>
              </a:spcBef>
              <a:buClr>
                <a:srgbClr val="E71101"/>
              </a:buClr>
              <a:buSzPct val="60000"/>
              <a:buNone/>
              <a:defRPr/>
            </a:pPr>
            <a:r>
              <a:rPr lang="zh-CN" altLang="en-US" sz="2000" dirty="0">
                <a:solidFill>
                  <a:schemeClr val="tx1">
                    <a:lumMod val="65000"/>
                    <a:lumOff val="35000"/>
                  </a:schemeClr>
                </a:solidFill>
              </a:rPr>
              <a:t>（</a:t>
            </a:r>
            <a:r>
              <a:rPr lang="en-US" altLang="zh-CN" sz="2000" dirty="0">
                <a:solidFill>
                  <a:schemeClr val="tx1">
                    <a:lumMod val="65000"/>
                    <a:lumOff val="35000"/>
                  </a:schemeClr>
                </a:solidFill>
              </a:rPr>
              <a:t>2</a:t>
            </a:r>
            <a:r>
              <a:rPr lang="zh-CN" altLang="en-US" sz="2000" dirty="0">
                <a:solidFill>
                  <a:schemeClr val="tx1">
                    <a:lumMod val="65000"/>
                    <a:lumOff val="35000"/>
                  </a:schemeClr>
                </a:solidFill>
              </a:rPr>
              <a:t>）将镜像文件和配置文件复制到目标虚拟机相应的目录中；</a:t>
            </a:r>
          </a:p>
          <a:p>
            <a:pPr marL="571500" lvl="3" indent="0">
              <a:lnSpc>
                <a:spcPct val="132000"/>
              </a:lnSpc>
              <a:spcBef>
                <a:spcPts val="370"/>
              </a:spcBef>
              <a:buClr>
                <a:srgbClr val="E71101"/>
              </a:buClr>
              <a:buSzPct val="60000"/>
              <a:buNone/>
              <a:defRPr/>
            </a:pPr>
            <a:r>
              <a:rPr lang="zh-CN" altLang="en-US" sz="2000" dirty="0">
                <a:solidFill>
                  <a:schemeClr val="tx1">
                    <a:lumMod val="65000"/>
                    <a:lumOff val="35000"/>
                  </a:schemeClr>
                </a:solidFill>
              </a:rPr>
              <a:t>（</a:t>
            </a:r>
            <a:r>
              <a:rPr lang="en-US" altLang="zh-CN" sz="2000" dirty="0">
                <a:solidFill>
                  <a:schemeClr val="tx1">
                    <a:lumMod val="65000"/>
                    <a:lumOff val="35000"/>
                  </a:schemeClr>
                </a:solidFill>
              </a:rPr>
              <a:t>3</a:t>
            </a:r>
            <a:r>
              <a:rPr lang="zh-CN" altLang="en-US" sz="2000" dirty="0">
                <a:solidFill>
                  <a:schemeClr val="tx1">
                    <a:lumMod val="65000"/>
                    <a:lumOff val="35000"/>
                  </a:schemeClr>
                </a:solidFill>
              </a:rPr>
              <a:t>）激活虚拟机配置文件；</a:t>
            </a:r>
          </a:p>
          <a:p>
            <a:pPr marL="571500" lvl="3" indent="0">
              <a:lnSpc>
                <a:spcPct val="132000"/>
              </a:lnSpc>
              <a:spcBef>
                <a:spcPts val="370"/>
              </a:spcBef>
              <a:buClr>
                <a:srgbClr val="E71101"/>
              </a:buClr>
              <a:buSzPct val="60000"/>
              <a:buNone/>
              <a:defRPr/>
            </a:pPr>
            <a:r>
              <a:rPr lang="zh-CN" altLang="en-US" sz="2000" dirty="0">
                <a:solidFill>
                  <a:schemeClr val="tx1">
                    <a:lumMod val="65000"/>
                    <a:lumOff val="35000"/>
                  </a:schemeClr>
                </a:solidFill>
              </a:rPr>
              <a:t>（</a:t>
            </a:r>
            <a:r>
              <a:rPr lang="en-US" altLang="zh-CN" sz="2000" dirty="0">
                <a:solidFill>
                  <a:schemeClr val="tx1">
                    <a:lumMod val="65000"/>
                    <a:lumOff val="35000"/>
                  </a:schemeClr>
                </a:solidFill>
              </a:rPr>
              <a:t>4</a:t>
            </a:r>
            <a:r>
              <a:rPr lang="zh-CN" altLang="en-US" sz="2000" dirty="0">
                <a:solidFill>
                  <a:schemeClr val="tx1">
                    <a:lumMod val="65000"/>
                    <a:lumOff val="35000"/>
                  </a:schemeClr>
                </a:solidFill>
              </a:rPr>
              <a:t>）开启虚拟机电源，启动迁移后的虚拟机。</a:t>
            </a:r>
          </a:p>
        </p:txBody>
      </p:sp>
      <p:cxnSp>
        <p:nvCxnSpPr>
          <p:cNvPr id="10" name="直接连接符 9"/>
          <p:cNvCxnSpPr/>
          <p:nvPr/>
        </p:nvCxnSpPr>
        <p:spPr>
          <a:xfrm>
            <a:off x="594804" y="4358936"/>
            <a:ext cx="467853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585927" y="4669655"/>
            <a:ext cx="468740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a:off x="520144" y="5015884"/>
            <a:ext cx="467853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511267" y="5326603"/>
            <a:ext cx="468740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a:off x="520144" y="5645358"/>
            <a:ext cx="467853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a:off x="511267" y="5956077"/>
            <a:ext cx="468740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a:off x="5788241" y="1491449"/>
            <a:ext cx="0" cy="4394446"/>
          </a:xfrm>
          <a:prstGeom prst="line">
            <a:avLst/>
          </a:prstGeom>
          <a:ln w="19050">
            <a:solidFill>
              <a:schemeClr val="bg2">
                <a:lumMod val="90000"/>
              </a:schemeClr>
            </a:solidFill>
            <a:prstDash val="dash"/>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cs typeface="+mn-ea"/>
                <a:sym typeface="+mn-lt"/>
              </a:rPr>
              <a:t>虚拟机迁移（</a:t>
            </a:r>
            <a:r>
              <a:rPr lang="en-US" altLang="zh-CN" sz="2800" b="1" dirty="0">
                <a:solidFill>
                  <a:schemeClr val="bg1"/>
                </a:solidFill>
                <a:cs typeface="+mn-ea"/>
                <a:sym typeface="+mn-lt"/>
              </a:rPr>
              <a:t>2</a:t>
            </a:r>
            <a:r>
              <a:rPr lang="zh-CN" altLang="en-US" sz="2800" b="1" dirty="0">
                <a:solidFill>
                  <a:schemeClr val="bg1"/>
                </a:solidFill>
                <a:cs typeface="+mn-ea"/>
                <a:sym typeface="+mn-lt"/>
              </a:rPr>
              <a:t>）</a:t>
            </a:r>
          </a:p>
        </p:txBody>
      </p:sp>
      <p:pic>
        <p:nvPicPr>
          <p:cNvPr id="4" name="图片 3"/>
          <p:cNvPicPr>
            <a:picLocks noChangeAspect="1"/>
          </p:cNvPicPr>
          <p:nvPr/>
        </p:nvPicPr>
        <p:blipFill>
          <a:blip r:embed="rId2">
            <a:clrChange>
              <a:clrFrom>
                <a:srgbClr val="FFFFFF"/>
              </a:clrFrom>
              <a:clrTo>
                <a:srgbClr val="FFFFFF">
                  <a:alpha val="0"/>
                </a:srgbClr>
              </a:clrTo>
            </a:clrChange>
          </a:blip>
          <a:stretch>
            <a:fillRect/>
          </a:stretch>
        </p:blipFill>
        <p:spPr>
          <a:xfrm>
            <a:off x="6995525" y="918092"/>
            <a:ext cx="5039360" cy="5332730"/>
          </a:xfrm>
          <a:prstGeom prst="rect">
            <a:avLst/>
          </a:prstGeom>
        </p:spPr>
      </p:pic>
      <p:sp>
        <p:nvSpPr>
          <p:cNvPr id="5" name="内容占位符 2"/>
          <p:cNvSpPr txBox="1"/>
          <p:nvPr/>
        </p:nvSpPr>
        <p:spPr>
          <a:xfrm>
            <a:off x="511267" y="1197944"/>
            <a:ext cx="6191374" cy="405763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lnSpc>
                <a:spcPct val="132000"/>
              </a:lnSpc>
              <a:spcBef>
                <a:spcPts val="580"/>
              </a:spcBef>
              <a:buNone/>
              <a:defRPr/>
            </a:pPr>
            <a:r>
              <a:rPr lang="zh-CN" altLang="en-US" sz="2400" dirty="0">
                <a:solidFill>
                  <a:srgbClr val="FF0000"/>
                </a:solidFill>
              </a:rPr>
              <a:t>动态迁移，</a:t>
            </a:r>
            <a:r>
              <a:rPr lang="zh-CN" altLang="en-US" sz="2400" dirty="0"/>
              <a:t>也叫作在线迁移，分为手动和自动两种</a:t>
            </a:r>
          </a:p>
          <a:p>
            <a:pPr marL="342900" lvl="1" indent="-342900">
              <a:lnSpc>
                <a:spcPct val="132000"/>
              </a:lnSpc>
              <a:spcBef>
                <a:spcPts val="370"/>
              </a:spcBef>
              <a:buClr>
                <a:srgbClr val="E71101"/>
              </a:buClr>
              <a:buSzPct val="60000"/>
              <a:buFont typeface="Wingdings" panose="05000000000000000000" pitchFamily="2" charset="2"/>
              <a:buChar char="Ø"/>
              <a:defRPr/>
            </a:pPr>
            <a:r>
              <a:rPr lang="zh-CN" altLang="en-US" sz="2200" dirty="0">
                <a:solidFill>
                  <a:schemeClr val="tx1">
                    <a:lumMod val="65000"/>
                    <a:lumOff val="35000"/>
                  </a:schemeClr>
                </a:solidFill>
              </a:rPr>
              <a:t>在线迁移方案的设计目标是最小化</a:t>
            </a:r>
            <a:r>
              <a:rPr lang="en-US" altLang="zh-CN" sz="2200" dirty="0">
                <a:solidFill>
                  <a:schemeClr val="tx1">
                    <a:lumMod val="65000"/>
                    <a:lumOff val="35000"/>
                  </a:schemeClr>
                </a:solidFill>
              </a:rPr>
              <a:t>3</a:t>
            </a:r>
            <a:r>
              <a:rPr lang="zh-CN" altLang="en-US" sz="2200" dirty="0">
                <a:solidFill>
                  <a:schemeClr val="tx1">
                    <a:lumMod val="65000"/>
                    <a:lumOff val="35000"/>
                  </a:schemeClr>
                </a:solidFill>
              </a:rPr>
              <a:t>个指标：微小的停机时间、最低的网络带宽消耗以及合理的总迁移时间</a:t>
            </a:r>
          </a:p>
          <a:p>
            <a:pPr marL="342900" lvl="1" indent="-342900">
              <a:lnSpc>
                <a:spcPct val="132000"/>
              </a:lnSpc>
              <a:spcBef>
                <a:spcPts val="370"/>
              </a:spcBef>
              <a:buClr>
                <a:srgbClr val="E71101"/>
              </a:buClr>
              <a:buSzPct val="60000"/>
              <a:buFont typeface="Wingdings" panose="05000000000000000000" pitchFamily="2" charset="2"/>
              <a:buChar char="Ø"/>
              <a:defRPr/>
            </a:pPr>
            <a:r>
              <a:rPr lang="zh-CN" altLang="en-US" sz="2200" dirty="0">
                <a:solidFill>
                  <a:schemeClr val="tx1">
                    <a:lumMod val="65000"/>
                    <a:lumOff val="35000"/>
                  </a:schemeClr>
                </a:solidFill>
              </a:rPr>
              <a:t>在迁移过程中，还需要确保不会因资源竞争而中断运行在同一物理机上的其他活跃服务</a:t>
            </a:r>
          </a:p>
          <a:p>
            <a:pPr marL="342900" lvl="1" indent="-342900">
              <a:lnSpc>
                <a:spcPct val="132000"/>
              </a:lnSpc>
              <a:spcBef>
                <a:spcPts val="370"/>
              </a:spcBef>
              <a:buClr>
                <a:srgbClr val="E71101"/>
              </a:buClr>
              <a:buSzPct val="60000"/>
              <a:buFont typeface="Wingdings" panose="05000000000000000000" pitchFamily="2" charset="2"/>
              <a:buChar char="Ø"/>
              <a:defRPr/>
            </a:pPr>
            <a:r>
              <a:rPr lang="zh-CN" altLang="en-US" sz="2200" dirty="0">
                <a:solidFill>
                  <a:schemeClr val="tx1">
                    <a:lumMod val="65000"/>
                    <a:lumOff val="35000"/>
                  </a:schemeClr>
                </a:solidFill>
              </a:rPr>
              <a:t>步骤：</a:t>
            </a:r>
          </a:p>
        </p:txBody>
      </p:sp>
      <p:sp>
        <p:nvSpPr>
          <p:cNvPr id="6" name="内容占位符 2"/>
          <p:cNvSpPr txBox="1"/>
          <p:nvPr/>
        </p:nvSpPr>
        <p:spPr>
          <a:xfrm>
            <a:off x="1914224" y="4589756"/>
            <a:ext cx="5418732" cy="1908699"/>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457200">
              <a:lnSpc>
                <a:spcPct val="132000"/>
              </a:lnSpc>
              <a:spcBef>
                <a:spcPts val="370"/>
              </a:spcBef>
              <a:buClr>
                <a:srgbClr val="E71101"/>
              </a:buClr>
              <a:buSzPct val="100000"/>
              <a:buFont typeface="+mj-ea"/>
              <a:buAutoNum type="circleNumDbPlain"/>
              <a:defRPr/>
            </a:pPr>
            <a:r>
              <a:rPr lang="zh-CN" altLang="en-US" sz="2000" dirty="0">
                <a:solidFill>
                  <a:schemeClr val="tx1">
                    <a:lumMod val="65000"/>
                    <a:lumOff val="35000"/>
                  </a:schemeClr>
                </a:solidFill>
              </a:rPr>
              <a:t>开始迁移</a:t>
            </a:r>
          </a:p>
          <a:p>
            <a:pPr marL="457200" lvl="1" indent="-457200">
              <a:lnSpc>
                <a:spcPct val="132000"/>
              </a:lnSpc>
              <a:spcBef>
                <a:spcPts val="370"/>
              </a:spcBef>
              <a:buClr>
                <a:srgbClr val="E71101"/>
              </a:buClr>
              <a:buSzPct val="100000"/>
              <a:buFont typeface="+mj-ea"/>
              <a:buAutoNum type="circleNumDbPlain"/>
              <a:defRPr/>
            </a:pPr>
            <a:r>
              <a:rPr lang="zh-CN" altLang="en-US" sz="2000" dirty="0">
                <a:solidFill>
                  <a:schemeClr val="tx1">
                    <a:lumMod val="65000"/>
                    <a:lumOff val="35000"/>
                  </a:schemeClr>
                </a:solidFill>
              </a:rPr>
              <a:t>传输内存</a:t>
            </a:r>
          </a:p>
          <a:p>
            <a:pPr marL="457200" lvl="1" indent="-457200">
              <a:lnSpc>
                <a:spcPct val="132000"/>
              </a:lnSpc>
              <a:spcBef>
                <a:spcPts val="370"/>
              </a:spcBef>
              <a:buClr>
                <a:srgbClr val="E71101"/>
              </a:buClr>
              <a:buSzPct val="100000"/>
              <a:buFont typeface="+mj-ea"/>
              <a:buAutoNum type="circleNumDbPlain"/>
              <a:defRPr/>
            </a:pPr>
            <a:r>
              <a:rPr lang="zh-CN" altLang="en-US" sz="2000" dirty="0">
                <a:solidFill>
                  <a:schemeClr val="tx1">
                    <a:lumMod val="65000"/>
                    <a:lumOff val="35000"/>
                  </a:schemeClr>
                </a:solidFill>
              </a:rPr>
              <a:t>挂起虚拟机并复制最后的内存数据</a:t>
            </a:r>
          </a:p>
          <a:p>
            <a:pPr marL="457200" lvl="1" indent="-457200">
              <a:lnSpc>
                <a:spcPct val="132000"/>
              </a:lnSpc>
              <a:spcBef>
                <a:spcPts val="370"/>
              </a:spcBef>
              <a:buClr>
                <a:srgbClr val="E71101"/>
              </a:buClr>
              <a:buSzPct val="100000"/>
              <a:buFont typeface="+mj-ea"/>
              <a:buAutoNum type="circleNumDbPlain"/>
              <a:defRPr/>
            </a:pPr>
            <a:r>
              <a:rPr lang="zh-CN" altLang="en-US" sz="2000" dirty="0">
                <a:solidFill>
                  <a:schemeClr val="tx1">
                    <a:lumMod val="65000"/>
                    <a:lumOff val="35000"/>
                  </a:schemeClr>
                </a:solidFill>
              </a:rPr>
              <a:t>提交并激活新主机</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cs typeface="+mn-ea"/>
                <a:sym typeface="+mn-lt"/>
              </a:rPr>
              <a:t>授权和检查</a:t>
            </a:r>
          </a:p>
        </p:txBody>
      </p:sp>
      <p:sp>
        <p:nvSpPr>
          <p:cNvPr id="4" name="内容占位符 2"/>
          <p:cNvSpPr txBox="1"/>
          <p:nvPr/>
        </p:nvSpPr>
        <p:spPr>
          <a:xfrm>
            <a:off x="1597981" y="1118045"/>
            <a:ext cx="9907478" cy="5185100"/>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1" indent="0">
              <a:lnSpc>
                <a:spcPct val="132000"/>
              </a:lnSpc>
              <a:spcBef>
                <a:spcPts val="600"/>
              </a:spcBef>
              <a:spcAft>
                <a:spcPts val="600"/>
              </a:spcAft>
              <a:buClr>
                <a:srgbClr val="E71101"/>
              </a:buClr>
              <a:buSzPct val="60000"/>
              <a:buNone/>
              <a:defRPr/>
            </a:pPr>
            <a:r>
              <a:rPr lang="zh-CN" altLang="en-US" sz="2200" dirty="0">
                <a:solidFill>
                  <a:schemeClr val="tx1">
                    <a:lumMod val="65000"/>
                    <a:lumOff val="35000"/>
                  </a:schemeClr>
                </a:solidFill>
              </a:rPr>
              <a:t>软件</a:t>
            </a:r>
            <a:r>
              <a:rPr lang="zh-CN" altLang="en-US" sz="2200" dirty="0">
                <a:solidFill>
                  <a:srgbClr val="FF0000"/>
                </a:solidFill>
              </a:rPr>
              <a:t>授权的目的</a:t>
            </a:r>
            <a:r>
              <a:rPr lang="zh-CN" altLang="en-US" sz="2200" dirty="0">
                <a:solidFill>
                  <a:schemeClr val="tx1">
                    <a:lumMod val="65000"/>
                    <a:lumOff val="35000"/>
                  </a:schemeClr>
                </a:solidFill>
              </a:rPr>
              <a:t>是：在保护软件不被盗版的同时，为开发商创造更方便、更灵活的销售模式。</a:t>
            </a:r>
          </a:p>
          <a:p>
            <a:pPr marL="0" lvl="1" indent="0">
              <a:lnSpc>
                <a:spcPct val="132000"/>
              </a:lnSpc>
              <a:spcBef>
                <a:spcPts val="600"/>
              </a:spcBef>
              <a:spcAft>
                <a:spcPts val="600"/>
              </a:spcAft>
              <a:buClr>
                <a:srgbClr val="E71101"/>
              </a:buClr>
              <a:buSzPct val="60000"/>
              <a:buNone/>
              <a:defRPr/>
            </a:pPr>
            <a:r>
              <a:rPr lang="zh-CN" altLang="en-US" sz="2200" dirty="0">
                <a:solidFill>
                  <a:schemeClr val="tx1">
                    <a:lumMod val="65000"/>
                    <a:lumOff val="35000"/>
                  </a:schemeClr>
                </a:solidFill>
              </a:rPr>
              <a:t>大部分软件是基于每个处理器进行授权的，是否允许用户在同一台物理机上的多个虚拟机中运行该软件？</a:t>
            </a:r>
          </a:p>
          <a:p>
            <a:pPr marL="0" lvl="1" indent="0">
              <a:lnSpc>
                <a:spcPct val="132000"/>
              </a:lnSpc>
              <a:spcBef>
                <a:spcPts val="600"/>
              </a:spcBef>
              <a:spcAft>
                <a:spcPts val="600"/>
              </a:spcAft>
              <a:buClr>
                <a:srgbClr val="E71101"/>
              </a:buClr>
              <a:buSzPct val="60000"/>
              <a:buNone/>
              <a:defRPr/>
            </a:pPr>
            <a:r>
              <a:rPr lang="zh-CN" altLang="en-US" sz="2200" dirty="0">
                <a:solidFill>
                  <a:schemeClr val="tx1">
                    <a:lumMod val="65000"/>
                    <a:lumOff val="35000"/>
                  </a:schemeClr>
                </a:solidFill>
              </a:rPr>
              <a:t>虚拟机不会直接授权。</a:t>
            </a:r>
          </a:p>
          <a:p>
            <a:pPr marL="0" lvl="1" indent="0">
              <a:lnSpc>
                <a:spcPct val="132000"/>
              </a:lnSpc>
              <a:spcBef>
                <a:spcPts val="600"/>
              </a:spcBef>
              <a:spcAft>
                <a:spcPts val="600"/>
              </a:spcAft>
              <a:buClr>
                <a:srgbClr val="E71101"/>
              </a:buClr>
              <a:buSzPct val="60000"/>
              <a:buNone/>
              <a:defRPr/>
            </a:pPr>
            <a:r>
              <a:rPr lang="zh-CN" altLang="en-US" sz="2200" dirty="0">
                <a:solidFill>
                  <a:schemeClr val="tx1">
                    <a:lumMod val="65000"/>
                    <a:lumOff val="35000"/>
                  </a:schemeClr>
                </a:solidFill>
              </a:rPr>
              <a:t>以</a:t>
            </a:r>
            <a:r>
              <a:rPr lang="en-US" altLang="zh-CN" sz="2200" dirty="0">
                <a:solidFill>
                  <a:schemeClr val="tx1">
                    <a:lumMod val="65000"/>
                    <a:lumOff val="35000"/>
                  </a:schemeClr>
                </a:solidFill>
              </a:rPr>
              <a:t>Windows Server 2012 R2</a:t>
            </a:r>
            <a:r>
              <a:rPr lang="zh-CN" altLang="en-US" sz="2200" dirty="0">
                <a:solidFill>
                  <a:schemeClr val="tx1">
                    <a:lumMod val="65000"/>
                    <a:lumOff val="35000"/>
                  </a:schemeClr>
                </a:solidFill>
              </a:rPr>
              <a:t>为例，它有两种版本：标准版和数据中心。</a:t>
            </a:r>
          </a:p>
          <a:p>
            <a:pPr marL="342900" lvl="1" indent="-342900">
              <a:lnSpc>
                <a:spcPct val="132000"/>
              </a:lnSpc>
              <a:spcBef>
                <a:spcPts val="370"/>
              </a:spcBef>
              <a:buClr>
                <a:srgbClr val="E71101"/>
              </a:buClr>
              <a:buSzPct val="60000"/>
              <a:buFont typeface="Wingdings" panose="05000000000000000000" pitchFamily="2" charset="2"/>
              <a:buChar char="Ø"/>
              <a:defRPr/>
            </a:pPr>
            <a:r>
              <a:rPr lang="zh-CN" altLang="en-US" sz="2200" dirty="0">
                <a:solidFill>
                  <a:srgbClr val="0000FF"/>
                </a:solidFill>
              </a:rPr>
              <a:t>标准版：</a:t>
            </a:r>
            <a:r>
              <a:rPr lang="zh-CN" altLang="en-US" sz="2200" dirty="0">
                <a:solidFill>
                  <a:schemeClr val="tx1">
                    <a:lumMod val="65000"/>
                    <a:lumOff val="35000"/>
                  </a:schemeClr>
                </a:solidFill>
              </a:rPr>
              <a:t>的许可证只允许物理机运行两个虚拟机。</a:t>
            </a:r>
          </a:p>
          <a:p>
            <a:pPr marL="342900" lvl="1" indent="-342900">
              <a:lnSpc>
                <a:spcPct val="132000"/>
              </a:lnSpc>
              <a:spcBef>
                <a:spcPts val="370"/>
              </a:spcBef>
              <a:buClr>
                <a:srgbClr val="E71101"/>
              </a:buClr>
              <a:buSzPct val="60000"/>
              <a:buFont typeface="Wingdings" panose="05000000000000000000" pitchFamily="2" charset="2"/>
              <a:buChar char="Ø"/>
              <a:defRPr/>
            </a:pPr>
            <a:r>
              <a:rPr lang="zh-CN" altLang="en-US" sz="2200" dirty="0">
                <a:solidFill>
                  <a:srgbClr val="0000FF"/>
                </a:solidFill>
              </a:rPr>
              <a:t>数据中心：</a:t>
            </a:r>
            <a:r>
              <a:rPr lang="zh-CN" altLang="en-US" sz="2200" dirty="0">
                <a:solidFill>
                  <a:schemeClr val="tx1">
                    <a:lumMod val="65000"/>
                    <a:lumOff val="35000"/>
                  </a:schemeClr>
                </a:solidFill>
              </a:rPr>
              <a:t>与许可证在同一台物理机上，此时物理机可以运行虚拟机的数量不受限制。</a:t>
            </a:r>
          </a:p>
          <a:p>
            <a:pPr marL="0" lvl="1" indent="0">
              <a:lnSpc>
                <a:spcPct val="132000"/>
              </a:lnSpc>
              <a:spcBef>
                <a:spcPts val="600"/>
              </a:spcBef>
              <a:spcAft>
                <a:spcPts val="600"/>
              </a:spcAft>
              <a:buClr>
                <a:srgbClr val="E71101"/>
              </a:buClr>
              <a:buSzPct val="60000"/>
              <a:buNone/>
              <a:defRPr/>
            </a:pPr>
            <a:r>
              <a:rPr lang="zh-CN" altLang="en-US" sz="2200" dirty="0">
                <a:solidFill>
                  <a:schemeClr val="tx1">
                    <a:lumMod val="65000"/>
                    <a:lumOff val="35000"/>
                  </a:schemeClr>
                </a:solidFill>
              </a:rPr>
              <a:t>在云计算中，授权主要用于身份认证与访问管理。</a:t>
            </a:r>
          </a:p>
        </p:txBody>
      </p:sp>
      <p:sp>
        <p:nvSpPr>
          <p:cNvPr id="5" name="îşļïďè"/>
          <p:cNvSpPr/>
          <p:nvPr/>
        </p:nvSpPr>
        <p:spPr>
          <a:xfrm>
            <a:off x="808758" y="5727872"/>
            <a:ext cx="624349" cy="624349"/>
          </a:xfrm>
          <a:prstGeom prst="diamond">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Autofit/>
          </a:bodyPr>
          <a:lstStyle/>
          <a:p>
            <a:pPr algn="ctr"/>
            <a:r>
              <a:rPr lang="en-US" altLang="zh-CN" sz="2400" dirty="0">
                <a:solidFill>
                  <a:schemeClr val="bg1"/>
                </a:solidFill>
                <a:latin typeface="Impact" panose="020B0806030902050204" pitchFamily="34" charset="0"/>
              </a:rPr>
              <a:t>5</a:t>
            </a:r>
          </a:p>
        </p:txBody>
      </p:sp>
      <p:sp>
        <p:nvSpPr>
          <p:cNvPr id="6" name="işlíḋé"/>
          <p:cNvSpPr/>
          <p:nvPr/>
        </p:nvSpPr>
        <p:spPr>
          <a:xfrm>
            <a:off x="808758" y="3851772"/>
            <a:ext cx="624349" cy="624349"/>
          </a:xfrm>
          <a:prstGeom prst="diamond">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Autofit/>
          </a:bodyPr>
          <a:lstStyle/>
          <a:p>
            <a:pPr algn="ctr"/>
            <a:r>
              <a:rPr lang="en-US" altLang="zh-CN" sz="2400" dirty="0">
                <a:solidFill>
                  <a:schemeClr val="bg1"/>
                </a:solidFill>
                <a:latin typeface="Impact" panose="020B0806030902050204" pitchFamily="34" charset="0"/>
              </a:rPr>
              <a:t>4</a:t>
            </a:r>
          </a:p>
        </p:txBody>
      </p:sp>
      <p:sp>
        <p:nvSpPr>
          <p:cNvPr id="7" name="i$1îḑe"/>
          <p:cNvSpPr/>
          <p:nvPr/>
        </p:nvSpPr>
        <p:spPr>
          <a:xfrm>
            <a:off x="814197" y="3147521"/>
            <a:ext cx="624349" cy="624349"/>
          </a:xfrm>
          <a:prstGeom prst="diamond">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Autofit/>
          </a:bodyPr>
          <a:lstStyle/>
          <a:p>
            <a:pPr algn="ctr"/>
            <a:r>
              <a:rPr lang="en-US" altLang="zh-CN" sz="2400" dirty="0">
                <a:solidFill>
                  <a:schemeClr val="bg1"/>
                </a:solidFill>
                <a:latin typeface="Impact" panose="020B0806030902050204" pitchFamily="34" charset="0"/>
              </a:rPr>
              <a:t>3</a:t>
            </a:r>
          </a:p>
        </p:txBody>
      </p:sp>
      <p:sp>
        <p:nvSpPr>
          <p:cNvPr id="8" name="ïSļïḓè"/>
          <p:cNvSpPr/>
          <p:nvPr/>
        </p:nvSpPr>
        <p:spPr>
          <a:xfrm>
            <a:off x="814197" y="2348847"/>
            <a:ext cx="624349" cy="624349"/>
          </a:xfrm>
          <a:prstGeom prst="diamond">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Autofit/>
          </a:bodyPr>
          <a:lstStyle/>
          <a:p>
            <a:pPr algn="ctr"/>
            <a:r>
              <a:rPr lang="en-US" altLang="zh-CN" sz="2400" dirty="0">
                <a:solidFill>
                  <a:schemeClr val="bg1"/>
                </a:solidFill>
                <a:latin typeface="Impact" panose="020B0806030902050204" pitchFamily="34" charset="0"/>
              </a:rPr>
              <a:t>2</a:t>
            </a:r>
          </a:p>
        </p:txBody>
      </p:sp>
      <p:sp>
        <p:nvSpPr>
          <p:cNvPr id="9" name="ïśľiďe"/>
          <p:cNvSpPr/>
          <p:nvPr/>
        </p:nvSpPr>
        <p:spPr>
          <a:xfrm>
            <a:off x="808758" y="1249076"/>
            <a:ext cx="624349" cy="624349"/>
          </a:xfrm>
          <a:prstGeom prst="diamond">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Autofit/>
          </a:bodyPr>
          <a:lstStyle/>
          <a:p>
            <a:pPr algn="ctr"/>
            <a:r>
              <a:rPr lang="en-US" altLang="zh-CN" sz="2400" dirty="0">
                <a:solidFill>
                  <a:schemeClr val="bg1"/>
                </a:solidFill>
                <a:latin typeface="Impact" panose="020B0806030902050204" pitchFamily="34" charset="0"/>
              </a:rPr>
              <a:t>1</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cs typeface="+mn-ea"/>
                <a:sym typeface="+mn-lt"/>
              </a:rPr>
              <a:t>实例：虚拟机软件</a:t>
            </a:r>
          </a:p>
        </p:txBody>
      </p:sp>
      <p:sp>
        <p:nvSpPr>
          <p:cNvPr id="4" name="内容占位符 2"/>
          <p:cNvSpPr txBox="1"/>
          <p:nvPr/>
        </p:nvSpPr>
        <p:spPr>
          <a:xfrm>
            <a:off x="1557292" y="1118045"/>
            <a:ext cx="9845335" cy="5185100"/>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1" indent="0">
              <a:lnSpc>
                <a:spcPct val="132000"/>
              </a:lnSpc>
              <a:spcBef>
                <a:spcPts val="370"/>
              </a:spcBef>
              <a:buClr>
                <a:srgbClr val="E71101"/>
              </a:buClr>
              <a:buSzPct val="60000"/>
              <a:buNone/>
              <a:defRPr/>
            </a:pPr>
            <a:r>
              <a:rPr lang="en-US" altLang="zh-CN" sz="2200" b="1" dirty="0">
                <a:solidFill>
                  <a:srgbClr val="0000FF"/>
                </a:solidFill>
              </a:rPr>
              <a:t>VMware </a:t>
            </a:r>
            <a:r>
              <a:rPr lang="zh-CN" altLang="en-US" sz="2200" b="1" dirty="0">
                <a:solidFill>
                  <a:srgbClr val="0000FF"/>
                </a:solidFill>
              </a:rPr>
              <a:t>工作站：</a:t>
            </a:r>
          </a:p>
          <a:p>
            <a:pPr marL="342900" lvl="1" indent="-342900">
              <a:lnSpc>
                <a:spcPct val="132000"/>
              </a:lnSpc>
              <a:spcBef>
                <a:spcPts val="370"/>
              </a:spcBef>
              <a:buClr>
                <a:srgbClr val="E71101"/>
              </a:buClr>
              <a:buSzPct val="60000"/>
              <a:buFont typeface="Wingdings" panose="05000000000000000000" pitchFamily="2" charset="2"/>
              <a:buChar char="Ø"/>
              <a:defRPr/>
            </a:pPr>
            <a:r>
              <a:rPr lang="zh-CN" altLang="en-US" sz="2000" dirty="0">
                <a:solidFill>
                  <a:schemeClr val="tx1">
                    <a:lumMod val="65000"/>
                    <a:lumOff val="35000"/>
                  </a:schemeClr>
                </a:solidFill>
              </a:rPr>
              <a:t>包含一个用于兼容</a:t>
            </a:r>
            <a:r>
              <a:rPr lang="en-US" altLang="zh-CN" sz="2000" dirty="0">
                <a:solidFill>
                  <a:schemeClr val="tx1">
                    <a:lumMod val="65000"/>
                    <a:lumOff val="35000"/>
                  </a:schemeClr>
                </a:solidFill>
              </a:rPr>
              <a:t>Intel x86</a:t>
            </a:r>
            <a:r>
              <a:rPr lang="zh-CN" altLang="en-US" sz="2000" dirty="0">
                <a:solidFill>
                  <a:schemeClr val="tx1">
                    <a:lumMod val="65000"/>
                    <a:lumOff val="35000"/>
                  </a:schemeClr>
                </a:solidFill>
              </a:rPr>
              <a:t>体系结构计算机的虚拟机套装，允许用户同时创建和运行多个具有</a:t>
            </a:r>
            <a:r>
              <a:rPr lang="en-US" altLang="zh-CN" sz="2000" dirty="0">
                <a:solidFill>
                  <a:schemeClr val="tx1">
                    <a:lumMod val="65000"/>
                    <a:lumOff val="35000"/>
                  </a:schemeClr>
                </a:solidFill>
              </a:rPr>
              <a:t>Intel x86</a:t>
            </a:r>
            <a:r>
              <a:rPr lang="zh-CN" altLang="en-US" sz="2000" dirty="0">
                <a:solidFill>
                  <a:schemeClr val="tx1">
                    <a:lumMod val="65000"/>
                    <a:lumOff val="35000"/>
                  </a:schemeClr>
                </a:solidFill>
              </a:rPr>
              <a:t>体系结构的虚拟机；</a:t>
            </a:r>
          </a:p>
          <a:p>
            <a:pPr marL="342900" lvl="1" indent="-342900">
              <a:lnSpc>
                <a:spcPct val="132000"/>
              </a:lnSpc>
              <a:spcBef>
                <a:spcPts val="370"/>
              </a:spcBef>
              <a:buClr>
                <a:srgbClr val="E71101"/>
              </a:buClr>
              <a:buSzPct val="60000"/>
              <a:buFont typeface="Wingdings" panose="05000000000000000000" pitchFamily="2" charset="2"/>
              <a:buChar char="Ø"/>
              <a:defRPr/>
            </a:pPr>
            <a:r>
              <a:rPr lang="zh-CN" altLang="en-US" sz="2000" dirty="0">
                <a:solidFill>
                  <a:schemeClr val="tx1">
                    <a:lumMod val="65000"/>
                    <a:lumOff val="35000"/>
                  </a:schemeClr>
                </a:solidFill>
              </a:rPr>
              <a:t>每个虚拟机可以运行其安装的</a:t>
            </a:r>
            <a:r>
              <a:rPr lang="en-US" altLang="zh-CN" sz="2000" dirty="0">
                <a:solidFill>
                  <a:schemeClr val="tx1">
                    <a:lumMod val="65000"/>
                    <a:lumOff val="35000"/>
                  </a:schemeClr>
                </a:solidFill>
              </a:rPr>
              <a:t>OS</a:t>
            </a:r>
            <a:r>
              <a:rPr lang="zh-CN" altLang="en-US" sz="2000" dirty="0">
                <a:solidFill>
                  <a:schemeClr val="tx1">
                    <a:lumMod val="65000"/>
                    <a:lumOff val="35000"/>
                  </a:schemeClr>
                </a:solidFill>
              </a:rPr>
              <a:t>，如（但不限于）</a:t>
            </a:r>
            <a:r>
              <a:rPr lang="en-US" altLang="zh-CN" sz="2000" dirty="0">
                <a:solidFill>
                  <a:schemeClr val="tx1">
                    <a:lumMod val="65000"/>
                    <a:lumOff val="35000"/>
                  </a:schemeClr>
                </a:solidFill>
              </a:rPr>
              <a:t>Windows</a:t>
            </a:r>
            <a:r>
              <a:rPr lang="zh-CN" altLang="en-US" sz="2000" dirty="0">
                <a:solidFill>
                  <a:schemeClr val="tx1">
                    <a:lumMod val="65000"/>
                    <a:lumOff val="35000"/>
                  </a:schemeClr>
                </a:solidFill>
              </a:rPr>
              <a:t>、</a:t>
            </a:r>
            <a:r>
              <a:rPr lang="en-US" altLang="zh-CN" sz="2000" dirty="0">
                <a:solidFill>
                  <a:schemeClr val="tx1">
                    <a:lumMod val="65000"/>
                    <a:lumOff val="35000"/>
                  </a:schemeClr>
                </a:solidFill>
              </a:rPr>
              <a:t>Linux</a:t>
            </a:r>
            <a:r>
              <a:rPr lang="zh-CN" altLang="en-US" sz="2000" dirty="0">
                <a:solidFill>
                  <a:schemeClr val="tx1">
                    <a:lumMod val="65000"/>
                    <a:lumOff val="35000"/>
                  </a:schemeClr>
                </a:solidFill>
              </a:rPr>
              <a:t>、</a:t>
            </a:r>
            <a:r>
              <a:rPr lang="en-US" altLang="zh-CN" sz="2000" dirty="0">
                <a:solidFill>
                  <a:schemeClr val="tx1">
                    <a:lumMod val="65000"/>
                    <a:lumOff val="35000"/>
                  </a:schemeClr>
                </a:solidFill>
              </a:rPr>
              <a:t>BSD</a:t>
            </a:r>
            <a:r>
              <a:rPr lang="zh-CN" altLang="en-US" sz="2000" dirty="0">
                <a:solidFill>
                  <a:schemeClr val="tx1">
                    <a:lumMod val="65000"/>
                    <a:lumOff val="35000"/>
                  </a:schemeClr>
                </a:solidFill>
              </a:rPr>
              <a:t>等系统。</a:t>
            </a:r>
          </a:p>
          <a:p>
            <a:pPr marL="0" lvl="1" indent="0">
              <a:lnSpc>
                <a:spcPct val="132000"/>
              </a:lnSpc>
              <a:spcBef>
                <a:spcPts val="370"/>
              </a:spcBef>
              <a:buClr>
                <a:srgbClr val="E71101"/>
              </a:buClr>
              <a:buSzPct val="60000"/>
              <a:buNone/>
              <a:defRPr/>
            </a:pPr>
            <a:r>
              <a:rPr lang="en-US" altLang="zh-CN" sz="2200" b="1" dirty="0">
                <a:solidFill>
                  <a:srgbClr val="FF0000"/>
                </a:solidFill>
              </a:rPr>
              <a:t>KVM</a:t>
            </a:r>
            <a:r>
              <a:rPr lang="en-US" altLang="zh-CN" sz="2200" b="1" dirty="0">
                <a:solidFill>
                  <a:schemeClr val="tx1">
                    <a:lumMod val="65000"/>
                    <a:lumOff val="35000"/>
                  </a:schemeClr>
                </a:solidFill>
              </a:rPr>
              <a:t>(kernel-based virtual machine</a:t>
            </a:r>
            <a:r>
              <a:rPr lang="zh-CN" altLang="en-US" sz="2200" b="1" dirty="0">
                <a:solidFill>
                  <a:schemeClr val="tx1">
                    <a:lumMod val="65000"/>
                    <a:lumOff val="35000"/>
                  </a:schemeClr>
                </a:solidFill>
              </a:rPr>
              <a:t>，</a:t>
            </a:r>
            <a:r>
              <a:rPr lang="zh-CN" altLang="en-US" sz="2200" b="1" dirty="0">
                <a:solidFill>
                  <a:srgbClr val="FF0000"/>
                </a:solidFill>
              </a:rPr>
              <a:t>内核虚拟机</a:t>
            </a:r>
            <a:r>
              <a:rPr lang="en-US" altLang="zh-CN" sz="2200" b="1" dirty="0">
                <a:solidFill>
                  <a:schemeClr val="tx1">
                    <a:lumMod val="65000"/>
                    <a:lumOff val="35000"/>
                  </a:schemeClr>
                </a:solidFill>
              </a:rPr>
              <a:t>)</a:t>
            </a:r>
            <a:r>
              <a:rPr lang="zh-CN" altLang="en-US" sz="2200" b="1" dirty="0">
                <a:solidFill>
                  <a:schemeClr val="tx1">
                    <a:lumMod val="65000"/>
                    <a:lumOff val="35000"/>
                  </a:schemeClr>
                </a:solidFill>
              </a:rPr>
              <a:t>：</a:t>
            </a:r>
          </a:p>
          <a:p>
            <a:pPr marL="342900" lvl="1" indent="-342900">
              <a:lnSpc>
                <a:spcPct val="132000"/>
              </a:lnSpc>
              <a:spcBef>
                <a:spcPts val="370"/>
              </a:spcBef>
              <a:buClr>
                <a:srgbClr val="E71101"/>
              </a:buClr>
              <a:buSzPct val="60000"/>
              <a:buFont typeface="Wingdings" panose="05000000000000000000" pitchFamily="2" charset="2"/>
              <a:buChar char="Ø"/>
              <a:defRPr/>
            </a:pPr>
            <a:r>
              <a:rPr lang="zh-CN" altLang="en-US" sz="2000" dirty="0">
                <a:solidFill>
                  <a:schemeClr val="tx1">
                    <a:lumMod val="65000"/>
                    <a:lumOff val="35000"/>
                  </a:schemeClr>
                </a:solidFill>
              </a:rPr>
              <a:t>基于</a:t>
            </a:r>
            <a:r>
              <a:rPr lang="en-US" altLang="zh-CN" sz="2000" dirty="0">
                <a:solidFill>
                  <a:schemeClr val="tx1">
                    <a:lumMod val="65000"/>
                    <a:lumOff val="35000"/>
                  </a:schemeClr>
                </a:solidFill>
              </a:rPr>
              <a:t>Linux</a:t>
            </a:r>
            <a:r>
              <a:rPr lang="zh-CN" altLang="en-US" sz="2000" dirty="0">
                <a:solidFill>
                  <a:schemeClr val="tx1">
                    <a:lumMod val="65000"/>
                    <a:lumOff val="35000"/>
                  </a:schemeClr>
                </a:solidFill>
              </a:rPr>
              <a:t>内核，通过加载新的模块使</a:t>
            </a:r>
            <a:r>
              <a:rPr lang="en-US" altLang="zh-CN" sz="2000" dirty="0">
                <a:solidFill>
                  <a:schemeClr val="tx1">
                    <a:lumMod val="65000"/>
                    <a:lumOff val="35000"/>
                  </a:schemeClr>
                </a:solidFill>
              </a:rPr>
              <a:t>Linux</a:t>
            </a:r>
            <a:r>
              <a:rPr lang="zh-CN" altLang="en-US" sz="2000" dirty="0">
                <a:solidFill>
                  <a:schemeClr val="tx1">
                    <a:lumMod val="65000"/>
                    <a:lumOff val="35000"/>
                  </a:schemeClr>
                </a:solidFill>
              </a:rPr>
              <a:t>内核变成一个虚拟机管理层；</a:t>
            </a:r>
          </a:p>
          <a:p>
            <a:pPr marL="342900" lvl="1" indent="-342900">
              <a:lnSpc>
                <a:spcPct val="132000"/>
              </a:lnSpc>
              <a:spcBef>
                <a:spcPts val="370"/>
              </a:spcBef>
              <a:buClr>
                <a:srgbClr val="E71101"/>
              </a:buClr>
              <a:buSzPct val="60000"/>
              <a:buFont typeface="Wingdings" panose="05000000000000000000" pitchFamily="2" charset="2"/>
              <a:buChar char="Ø"/>
              <a:defRPr/>
            </a:pPr>
            <a:r>
              <a:rPr lang="zh-CN" altLang="en-US" sz="2000" dirty="0">
                <a:solidFill>
                  <a:schemeClr val="tx1">
                    <a:lumMod val="65000"/>
                    <a:lumOff val="35000"/>
                  </a:schemeClr>
                </a:solidFill>
              </a:rPr>
              <a:t>允许需要主机具有</a:t>
            </a:r>
            <a:r>
              <a:rPr lang="en-US" altLang="zh-CN" sz="2000" dirty="0">
                <a:solidFill>
                  <a:schemeClr val="tx1">
                    <a:lumMod val="65000"/>
                    <a:lumOff val="35000"/>
                  </a:schemeClr>
                </a:solidFill>
              </a:rPr>
              <a:t>Intel x86</a:t>
            </a:r>
            <a:r>
              <a:rPr lang="zh-CN" altLang="en-US" sz="2000" dirty="0">
                <a:solidFill>
                  <a:schemeClr val="tx1">
                    <a:lumMod val="65000"/>
                    <a:lumOff val="35000"/>
                  </a:schemeClr>
                </a:solidFill>
              </a:rPr>
              <a:t>体系结构且硬件支持虚拟化技术（如</a:t>
            </a:r>
            <a:r>
              <a:rPr lang="en-US" altLang="zh-CN" sz="2000" dirty="0">
                <a:solidFill>
                  <a:schemeClr val="tx1">
                    <a:lumMod val="65000"/>
                    <a:lumOff val="35000"/>
                  </a:schemeClr>
                </a:solidFill>
              </a:rPr>
              <a:t>Intel VT</a:t>
            </a:r>
            <a:r>
              <a:rPr lang="zh-CN" altLang="en-US" sz="2000" dirty="0">
                <a:solidFill>
                  <a:schemeClr val="tx1">
                    <a:lumMod val="65000"/>
                    <a:lumOff val="35000"/>
                  </a:schemeClr>
                </a:solidFill>
              </a:rPr>
              <a:t>或</a:t>
            </a:r>
            <a:r>
              <a:rPr lang="en-US" altLang="zh-CN" sz="2000" dirty="0">
                <a:solidFill>
                  <a:schemeClr val="tx1">
                    <a:lumMod val="65000"/>
                    <a:lumOff val="35000"/>
                  </a:schemeClr>
                </a:solidFill>
              </a:rPr>
              <a:t>AMD-V</a:t>
            </a:r>
            <a:r>
              <a:rPr lang="zh-CN" altLang="en-US" sz="2000" dirty="0">
                <a:solidFill>
                  <a:schemeClr val="tx1">
                    <a:lumMod val="65000"/>
                    <a:lumOff val="35000"/>
                  </a:schemeClr>
                </a:solidFill>
              </a:rPr>
              <a:t>），还需要将一个经过修改的</a:t>
            </a:r>
            <a:r>
              <a:rPr lang="en-US" altLang="zh-CN" sz="2000" dirty="0">
                <a:solidFill>
                  <a:schemeClr val="tx1">
                    <a:lumMod val="65000"/>
                    <a:lumOff val="35000"/>
                  </a:schemeClr>
                </a:solidFill>
              </a:rPr>
              <a:t>QEMU</a:t>
            </a:r>
            <a:r>
              <a:rPr lang="zh-CN" altLang="en-US" sz="2000" dirty="0">
                <a:solidFill>
                  <a:schemeClr val="tx1">
                    <a:lumMod val="65000"/>
                    <a:lumOff val="35000"/>
                  </a:schemeClr>
                </a:solidFill>
              </a:rPr>
              <a:t>软件作为虚拟机的上层控制软件并使用其界面；</a:t>
            </a:r>
          </a:p>
          <a:p>
            <a:pPr marL="342900" lvl="1" indent="-342900">
              <a:lnSpc>
                <a:spcPct val="132000"/>
              </a:lnSpc>
              <a:spcBef>
                <a:spcPts val="370"/>
              </a:spcBef>
              <a:buClr>
                <a:srgbClr val="E71101"/>
              </a:buClr>
              <a:buSzPct val="60000"/>
              <a:buFont typeface="Wingdings" panose="05000000000000000000" pitchFamily="2" charset="2"/>
              <a:buChar char="Ø"/>
              <a:defRPr/>
            </a:pPr>
            <a:r>
              <a:rPr lang="en-US" altLang="zh-CN" sz="2000" dirty="0">
                <a:solidFill>
                  <a:schemeClr val="tx1">
                    <a:lumMod val="65000"/>
                    <a:lumOff val="35000"/>
                  </a:schemeClr>
                </a:solidFill>
              </a:rPr>
              <a:t>KVM</a:t>
            </a:r>
            <a:r>
              <a:rPr lang="zh-CN" altLang="en-US" sz="2000" dirty="0">
                <a:solidFill>
                  <a:schemeClr val="tx1">
                    <a:lumMod val="65000"/>
                    <a:lumOff val="35000"/>
                  </a:schemeClr>
                </a:solidFill>
              </a:rPr>
              <a:t>能在不改变</a:t>
            </a:r>
            <a:r>
              <a:rPr lang="en-US" altLang="zh-CN" sz="2000" dirty="0">
                <a:solidFill>
                  <a:schemeClr val="tx1">
                    <a:lumMod val="65000"/>
                    <a:lumOff val="35000"/>
                  </a:schemeClr>
                </a:solidFill>
              </a:rPr>
              <a:t>Linux</a:t>
            </a:r>
            <a:r>
              <a:rPr lang="zh-CN" altLang="en-US" sz="2000" dirty="0">
                <a:solidFill>
                  <a:schemeClr val="tx1">
                    <a:lumMod val="65000"/>
                    <a:lumOff val="35000"/>
                  </a:schemeClr>
                </a:solidFill>
              </a:rPr>
              <a:t>或</a:t>
            </a:r>
            <a:r>
              <a:rPr lang="en-US" altLang="zh-CN" sz="2000" dirty="0">
                <a:solidFill>
                  <a:schemeClr val="tx1">
                    <a:lumMod val="65000"/>
                    <a:lumOff val="35000"/>
                  </a:schemeClr>
                </a:solidFill>
              </a:rPr>
              <a:t>Windows</a:t>
            </a:r>
            <a:r>
              <a:rPr lang="zh-CN" altLang="en-US" sz="2000" dirty="0">
                <a:solidFill>
                  <a:schemeClr val="tx1">
                    <a:lumMod val="65000"/>
                    <a:lumOff val="35000"/>
                  </a:schemeClr>
                </a:solidFill>
              </a:rPr>
              <a:t>镜像的情况下同时运行多个虚拟机，并为每个虚拟机配置个性化硬件环境；</a:t>
            </a:r>
          </a:p>
          <a:p>
            <a:pPr marL="342900" lvl="1" indent="-342900">
              <a:lnSpc>
                <a:spcPct val="132000"/>
              </a:lnSpc>
              <a:spcBef>
                <a:spcPts val="370"/>
              </a:spcBef>
              <a:buClr>
                <a:srgbClr val="E71101"/>
              </a:buClr>
              <a:buSzPct val="60000"/>
              <a:buFont typeface="Wingdings" panose="05000000000000000000" pitchFamily="2" charset="2"/>
              <a:buChar char="Ø"/>
              <a:defRPr/>
            </a:pPr>
            <a:r>
              <a:rPr lang="zh-CN" altLang="en-US" sz="2000" dirty="0">
                <a:solidFill>
                  <a:schemeClr val="tx1">
                    <a:lumMod val="65000"/>
                    <a:lumOff val="35000"/>
                  </a:schemeClr>
                </a:solidFill>
              </a:rPr>
              <a:t>各种版本的</a:t>
            </a:r>
            <a:r>
              <a:rPr lang="en-US" altLang="zh-CN" sz="2000" dirty="0">
                <a:solidFill>
                  <a:schemeClr val="tx1">
                    <a:lumMod val="65000"/>
                    <a:lumOff val="35000"/>
                  </a:schemeClr>
                </a:solidFill>
              </a:rPr>
              <a:t>Linux</a:t>
            </a:r>
            <a:r>
              <a:rPr lang="zh-CN" altLang="en-US" sz="2000" dirty="0">
                <a:solidFill>
                  <a:schemeClr val="tx1">
                    <a:lumMod val="65000"/>
                    <a:lumOff val="35000"/>
                  </a:schemeClr>
                </a:solidFill>
              </a:rPr>
              <a:t>、</a:t>
            </a:r>
            <a:r>
              <a:rPr lang="en-US" altLang="zh-CN" sz="2000" dirty="0">
                <a:solidFill>
                  <a:schemeClr val="tx1">
                    <a:lumMod val="65000"/>
                    <a:lumOff val="35000"/>
                  </a:schemeClr>
                </a:solidFill>
              </a:rPr>
              <a:t>FreeBSD</a:t>
            </a:r>
            <a:r>
              <a:rPr lang="zh-CN" altLang="en-US" sz="2000" dirty="0">
                <a:solidFill>
                  <a:schemeClr val="tx1">
                    <a:lumMod val="65000"/>
                    <a:lumOff val="35000"/>
                  </a:schemeClr>
                </a:solidFill>
              </a:rPr>
              <a:t>、</a:t>
            </a:r>
            <a:r>
              <a:rPr lang="en-US" altLang="zh-CN" sz="2000" dirty="0">
                <a:solidFill>
                  <a:schemeClr val="tx1">
                    <a:lumMod val="65000"/>
                    <a:lumOff val="35000"/>
                  </a:schemeClr>
                </a:solidFill>
              </a:rPr>
              <a:t>Solaris</a:t>
            </a:r>
            <a:r>
              <a:rPr lang="zh-CN" altLang="en-US" sz="2000" dirty="0">
                <a:solidFill>
                  <a:schemeClr val="tx1">
                    <a:lumMod val="65000"/>
                    <a:lumOff val="35000"/>
                  </a:schemeClr>
                </a:solidFill>
              </a:rPr>
              <a:t>、</a:t>
            </a:r>
            <a:r>
              <a:rPr lang="en-US" altLang="zh-CN" sz="2000" dirty="0">
                <a:solidFill>
                  <a:schemeClr val="tx1">
                    <a:lumMod val="65000"/>
                    <a:lumOff val="35000"/>
                  </a:schemeClr>
                </a:solidFill>
              </a:rPr>
              <a:t>Windows</a:t>
            </a:r>
            <a:r>
              <a:rPr lang="zh-CN" altLang="en-US" sz="2000" dirty="0">
                <a:solidFill>
                  <a:schemeClr val="tx1">
                    <a:lumMod val="65000"/>
                    <a:lumOff val="35000"/>
                  </a:schemeClr>
                </a:solidFill>
              </a:rPr>
              <a:t>、</a:t>
            </a:r>
            <a:r>
              <a:rPr lang="en-US" altLang="zh-CN" sz="2000" dirty="0">
                <a:solidFill>
                  <a:schemeClr val="tx1">
                    <a:lumMod val="65000"/>
                    <a:lumOff val="35000"/>
                  </a:schemeClr>
                </a:solidFill>
              </a:rPr>
              <a:t>Mac OS</a:t>
            </a:r>
            <a:r>
              <a:rPr lang="zh-CN" altLang="en-US" sz="2000" dirty="0">
                <a:solidFill>
                  <a:schemeClr val="tx1">
                    <a:lumMod val="65000"/>
                    <a:lumOff val="35000"/>
                  </a:schemeClr>
                </a:solidFill>
              </a:rPr>
              <a:t>、</a:t>
            </a:r>
            <a:r>
              <a:rPr lang="en-US" altLang="zh-CN" sz="2000" dirty="0">
                <a:solidFill>
                  <a:schemeClr val="tx1">
                    <a:lumMod val="65000"/>
                    <a:lumOff val="35000"/>
                  </a:schemeClr>
                </a:solidFill>
              </a:rPr>
              <a:t>Haiku</a:t>
            </a:r>
            <a:r>
              <a:rPr lang="zh-CN" altLang="en-US" sz="2000" dirty="0">
                <a:solidFill>
                  <a:schemeClr val="tx1">
                    <a:lumMod val="65000"/>
                    <a:lumOff val="35000"/>
                  </a:schemeClr>
                </a:solidFill>
              </a:rPr>
              <a:t>、</a:t>
            </a:r>
            <a:r>
              <a:rPr lang="en-US" altLang="zh-CN" sz="2000" dirty="0" err="1">
                <a:solidFill>
                  <a:schemeClr val="tx1">
                    <a:lumMod val="65000"/>
                    <a:lumOff val="35000"/>
                  </a:schemeClr>
                </a:solidFill>
              </a:rPr>
              <a:t>ReactOS</a:t>
            </a:r>
            <a:r>
              <a:rPr lang="zh-CN" altLang="en-US" sz="2000" dirty="0">
                <a:solidFill>
                  <a:schemeClr val="tx1">
                    <a:lumMod val="65000"/>
                    <a:lumOff val="35000"/>
                  </a:schemeClr>
                </a:solidFill>
              </a:rPr>
              <a:t>、</a:t>
            </a:r>
            <a:r>
              <a:rPr lang="en-US" altLang="zh-CN" sz="2000" dirty="0">
                <a:solidFill>
                  <a:schemeClr val="tx1">
                    <a:lumMod val="65000"/>
                    <a:lumOff val="35000"/>
                  </a:schemeClr>
                </a:solidFill>
              </a:rPr>
              <a:t>Plan 9</a:t>
            </a:r>
            <a:r>
              <a:rPr lang="zh-CN" altLang="en-US" sz="2000" dirty="0">
                <a:solidFill>
                  <a:schemeClr val="tx1">
                    <a:lumMod val="65000"/>
                    <a:lumOff val="35000"/>
                  </a:schemeClr>
                </a:solidFill>
              </a:rPr>
              <a:t>、</a:t>
            </a:r>
            <a:r>
              <a:rPr lang="en-US" altLang="zh-CN" sz="2000" dirty="0">
                <a:solidFill>
                  <a:schemeClr val="tx1">
                    <a:lumMod val="65000"/>
                    <a:lumOff val="35000"/>
                  </a:schemeClr>
                </a:solidFill>
              </a:rPr>
              <a:t>AROS Research OS</a:t>
            </a:r>
            <a:r>
              <a:rPr lang="zh-CN" altLang="en-US" sz="2000" dirty="0">
                <a:solidFill>
                  <a:schemeClr val="tx1">
                    <a:lumMod val="65000"/>
                    <a:lumOff val="35000"/>
                  </a:schemeClr>
                </a:solidFill>
              </a:rPr>
              <a:t>等。</a:t>
            </a:r>
          </a:p>
          <a:p>
            <a:pPr marL="342900" lvl="1" indent="-342900">
              <a:lnSpc>
                <a:spcPct val="132000"/>
              </a:lnSpc>
              <a:spcBef>
                <a:spcPts val="370"/>
              </a:spcBef>
              <a:buClr>
                <a:srgbClr val="E71101"/>
              </a:buClr>
              <a:buSzPct val="60000"/>
              <a:buFont typeface="Wingdings" panose="05000000000000000000" pitchFamily="2" charset="2"/>
              <a:buChar char="Ø"/>
              <a:defRPr/>
            </a:pPr>
            <a:endParaRPr lang="zh-CN" altLang="en-US" sz="2200" dirty="0">
              <a:solidFill>
                <a:schemeClr val="tx1">
                  <a:lumMod val="65000"/>
                  <a:lumOff val="35000"/>
                </a:schemeClr>
              </a:solidFill>
            </a:endParaRPr>
          </a:p>
        </p:txBody>
      </p:sp>
      <p:sp>
        <p:nvSpPr>
          <p:cNvPr id="5" name="islîḋe"/>
          <p:cNvSpPr/>
          <p:nvPr/>
        </p:nvSpPr>
        <p:spPr>
          <a:xfrm>
            <a:off x="652170" y="1118045"/>
            <a:ext cx="733394" cy="733394"/>
          </a:xfrm>
          <a:prstGeom prst="ellipse">
            <a:avLst/>
          </a:prstGeom>
          <a:solidFill>
            <a:schemeClr val="accent1"/>
          </a:solidFill>
          <a:ln w="19050">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1600" dirty="0">
              <a:solidFill>
                <a:schemeClr val="bg1"/>
              </a:solidFill>
            </a:endParaRPr>
          </a:p>
        </p:txBody>
      </p:sp>
      <p:sp>
        <p:nvSpPr>
          <p:cNvPr id="6" name="îŝlîďe"/>
          <p:cNvSpPr/>
          <p:nvPr/>
        </p:nvSpPr>
        <p:spPr>
          <a:xfrm>
            <a:off x="789373" y="1302916"/>
            <a:ext cx="381389" cy="346064"/>
          </a:xfrm>
          <a:custGeom>
            <a:avLst/>
            <a:gdLst>
              <a:gd name="connsiteX0" fmla="*/ 116112 w 607919"/>
              <a:gd name="connsiteY0" fmla="*/ 473652 h 551610"/>
              <a:gd name="connsiteX1" fmla="*/ 118901 w 607919"/>
              <a:gd name="connsiteY1" fmla="*/ 480423 h 551610"/>
              <a:gd name="connsiteX2" fmla="*/ 118901 w 607919"/>
              <a:gd name="connsiteY2" fmla="*/ 551610 h 551610"/>
              <a:gd name="connsiteX3" fmla="*/ 55604 w 607919"/>
              <a:gd name="connsiteY3" fmla="*/ 551610 h 551610"/>
              <a:gd name="connsiteX4" fmla="*/ 55604 w 607919"/>
              <a:gd name="connsiteY4" fmla="*/ 540851 h 551610"/>
              <a:gd name="connsiteX5" fmla="*/ 65255 w 607919"/>
              <a:gd name="connsiteY5" fmla="*/ 520583 h 551610"/>
              <a:gd name="connsiteX6" fmla="*/ 83555 w 607919"/>
              <a:gd name="connsiteY6" fmla="*/ 502317 h 551610"/>
              <a:gd name="connsiteX7" fmla="*/ 109375 w 607919"/>
              <a:gd name="connsiteY7" fmla="*/ 476545 h 551610"/>
              <a:gd name="connsiteX8" fmla="*/ 116112 w 607919"/>
              <a:gd name="connsiteY8" fmla="*/ 473652 h 551610"/>
              <a:gd name="connsiteX9" fmla="*/ 199155 w 607919"/>
              <a:gd name="connsiteY9" fmla="*/ 390799 h 551610"/>
              <a:gd name="connsiteX10" fmla="*/ 201956 w 607919"/>
              <a:gd name="connsiteY10" fmla="*/ 397632 h 551610"/>
              <a:gd name="connsiteX11" fmla="*/ 201956 w 607919"/>
              <a:gd name="connsiteY11" fmla="*/ 551610 h 551610"/>
              <a:gd name="connsiteX12" fmla="*/ 145363 w 607919"/>
              <a:gd name="connsiteY12" fmla="*/ 551610 h 551610"/>
              <a:gd name="connsiteX13" fmla="*/ 145363 w 607919"/>
              <a:gd name="connsiteY13" fmla="*/ 454170 h 551610"/>
              <a:gd name="connsiteX14" fmla="*/ 154879 w 607919"/>
              <a:gd name="connsiteY14" fmla="*/ 431030 h 551610"/>
              <a:gd name="connsiteX15" fmla="*/ 192315 w 607919"/>
              <a:gd name="connsiteY15" fmla="*/ 393630 h 551610"/>
              <a:gd name="connsiteX16" fmla="*/ 199155 w 607919"/>
              <a:gd name="connsiteY16" fmla="*/ 390799 h 551610"/>
              <a:gd name="connsiteX17" fmla="*/ 231082 w 607919"/>
              <a:gd name="connsiteY17" fmla="*/ 388245 h 551610"/>
              <a:gd name="connsiteX18" fmla="*/ 237930 w 607919"/>
              <a:gd name="connsiteY18" fmla="*/ 391091 h 551610"/>
              <a:gd name="connsiteX19" fmla="*/ 266763 w 607919"/>
              <a:gd name="connsiteY19" fmla="*/ 419867 h 551610"/>
              <a:gd name="connsiteX20" fmla="*/ 275915 w 607919"/>
              <a:gd name="connsiteY20" fmla="*/ 428875 h 551610"/>
              <a:gd name="connsiteX21" fmla="*/ 284941 w 607919"/>
              <a:gd name="connsiteY21" fmla="*/ 451520 h 551610"/>
              <a:gd name="connsiteX22" fmla="*/ 284941 w 607919"/>
              <a:gd name="connsiteY22" fmla="*/ 551610 h 551610"/>
              <a:gd name="connsiteX23" fmla="*/ 228277 w 607919"/>
              <a:gd name="connsiteY23" fmla="*/ 551610 h 551610"/>
              <a:gd name="connsiteX24" fmla="*/ 228277 w 607919"/>
              <a:gd name="connsiteY24" fmla="*/ 394969 h 551610"/>
              <a:gd name="connsiteX25" fmla="*/ 231082 w 607919"/>
              <a:gd name="connsiteY25" fmla="*/ 388245 h 551610"/>
              <a:gd name="connsiteX26" fmla="*/ 365148 w 607919"/>
              <a:gd name="connsiteY26" fmla="*/ 381336 h 551610"/>
              <a:gd name="connsiteX27" fmla="*/ 367997 w 607919"/>
              <a:gd name="connsiteY27" fmla="*/ 388122 h 551610"/>
              <a:gd name="connsiteX28" fmla="*/ 367997 w 607919"/>
              <a:gd name="connsiteY28" fmla="*/ 551610 h 551610"/>
              <a:gd name="connsiteX29" fmla="*/ 311262 w 607919"/>
              <a:gd name="connsiteY29" fmla="*/ 551610 h 551610"/>
              <a:gd name="connsiteX30" fmla="*/ 311262 w 607919"/>
              <a:gd name="connsiteY30" fmla="*/ 444661 h 551610"/>
              <a:gd name="connsiteX31" fmla="*/ 316898 w 607919"/>
              <a:gd name="connsiteY31" fmla="*/ 425523 h 551610"/>
              <a:gd name="connsiteX32" fmla="*/ 322534 w 607919"/>
              <a:gd name="connsiteY32" fmla="*/ 419894 h 551610"/>
              <a:gd name="connsiteX33" fmla="*/ 358353 w 607919"/>
              <a:gd name="connsiteY33" fmla="*/ 384120 h 551610"/>
              <a:gd name="connsiteX34" fmla="*/ 365148 w 607919"/>
              <a:gd name="connsiteY34" fmla="*/ 381336 h 551610"/>
              <a:gd name="connsiteX35" fmla="*/ 448177 w 607919"/>
              <a:gd name="connsiteY35" fmla="*/ 298352 h 551610"/>
              <a:gd name="connsiteX36" fmla="*/ 450982 w 607919"/>
              <a:gd name="connsiteY36" fmla="*/ 305139 h 551610"/>
              <a:gd name="connsiteX37" fmla="*/ 450982 w 607919"/>
              <a:gd name="connsiteY37" fmla="*/ 551610 h 551610"/>
              <a:gd name="connsiteX38" fmla="*/ 394318 w 607919"/>
              <a:gd name="connsiteY38" fmla="*/ 551610 h 551610"/>
              <a:gd name="connsiteX39" fmla="*/ 394318 w 607919"/>
              <a:gd name="connsiteY39" fmla="*/ 361815 h 551610"/>
              <a:gd name="connsiteX40" fmla="*/ 403846 w 607919"/>
              <a:gd name="connsiteY40" fmla="*/ 338669 h 551610"/>
              <a:gd name="connsiteX41" fmla="*/ 441329 w 607919"/>
              <a:gd name="connsiteY41" fmla="*/ 301136 h 551610"/>
              <a:gd name="connsiteX42" fmla="*/ 448177 w 607919"/>
              <a:gd name="connsiteY42" fmla="*/ 298352 h 551610"/>
              <a:gd name="connsiteX43" fmla="*/ 527085 w 607919"/>
              <a:gd name="connsiteY43" fmla="*/ 219452 h 551610"/>
              <a:gd name="connsiteX44" fmla="*/ 529874 w 607919"/>
              <a:gd name="connsiteY44" fmla="*/ 226177 h 551610"/>
              <a:gd name="connsiteX45" fmla="*/ 529874 w 607919"/>
              <a:gd name="connsiteY45" fmla="*/ 551610 h 551610"/>
              <a:gd name="connsiteX46" fmla="*/ 477232 w 607919"/>
              <a:gd name="connsiteY46" fmla="*/ 551610 h 551610"/>
              <a:gd name="connsiteX47" fmla="*/ 477232 w 607919"/>
              <a:gd name="connsiteY47" fmla="*/ 278727 h 551610"/>
              <a:gd name="connsiteX48" fmla="*/ 486883 w 607919"/>
              <a:gd name="connsiteY48" fmla="*/ 255580 h 551610"/>
              <a:gd name="connsiteX49" fmla="*/ 520348 w 607919"/>
              <a:gd name="connsiteY49" fmla="*/ 222298 h 551610"/>
              <a:gd name="connsiteX50" fmla="*/ 527085 w 607919"/>
              <a:gd name="connsiteY50" fmla="*/ 219452 h 551610"/>
              <a:gd name="connsiteX51" fmla="*/ 387769 w 607919"/>
              <a:gd name="connsiteY51" fmla="*/ 0 h 551610"/>
              <a:gd name="connsiteX52" fmla="*/ 580729 w 607919"/>
              <a:gd name="connsiteY52" fmla="*/ 0 h 551610"/>
              <a:gd name="connsiteX53" fmla="*/ 607919 w 607919"/>
              <a:gd name="connsiteY53" fmla="*/ 26022 h 551610"/>
              <a:gd name="connsiteX54" fmla="*/ 607919 w 607919"/>
              <a:gd name="connsiteY54" fmla="*/ 219812 h 551610"/>
              <a:gd name="connsiteX55" fmla="*/ 598271 w 607919"/>
              <a:gd name="connsiteY55" fmla="*/ 223815 h 551610"/>
              <a:gd name="connsiteX56" fmla="*/ 530610 w 607919"/>
              <a:gd name="connsiteY56" fmla="*/ 156258 h 551610"/>
              <a:gd name="connsiteX57" fmla="*/ 304320 w 607919"/>
              <a:gd name="connsiteY57" fmla="*/ 382325 h 551610"/>
              <a:gd name="connsiteX58" fmla="*/ 285024 w 607919"/>
              <a:gd name="connsiteY58" fmla="*/ 382325 h 551610"/>
              <a:gd name="connsiteX59" fmla="*/ 216360 w 607919"/>
              <a:gd name="connsiteY59" fmla="*/ 313767 h 551610"/>
              <a:gd name="connsiteX60" fmla="*/ 94068 w 607919"/>
              <a:gd name="connsiteY60" fmla="*/ 435996 h 551610"/>
              <a:gd name="connsiteX61" fmla="*/ 17260 w 607919"/>
              <a:gd name="connsiteY61" fmla="*/ 435996 h 551610"/>
              <a:gd name="connsiteX62" fmla="*/ 15882 w 607919"/>
              <a:gd name="connsiteY62" fmla="*/ 434745 h 551610"/>
              <a:gd name="connsiteX63" fmla="*/ 15882 w 607919"/>
              <a:gd name="connsiteY63" fmla="*/ 358055 h 551610"/>
              <a:gd name="connsiteX64" fmla="*/ 206837 w 607919"/>
              <a:gd name="connsiteY64" fmla="*/ 167267 h 551610"/>
              <a:gd name="connsiteX65" fmla="*/ 226008 w 607919"/>
              <a:gd name="connsiteY65" fmla="*/ 167267 h 551610"/>
              <a:gd name="connsiteX66" fmla="*/ 294672 w 607919"/>
              <a:gd name="connsiteY66" fmla="*/ 235701 h 551610"/>
              <a:gd name="connsiteX67" fmla="*/ 424481 w 607919"/>
              <a:gd name="connsiteY67" fmla="*/ 105965 h 551610"/>
              <a:gd name="connsiteX68" fmla="*/ 452423 w 607919"/>
              <a:gd name="connsiteY68" fmla="*/ 78192 h 551610"/>
              <a:gd name="connsiteX69" fmla="*/ 383885 w 607919"/>
              <a:gd name="connsiteY69" fmla="*/ 9633 h 551610"/>
              <a:gd name="connsiteX70" fmla="*/ 387769 w 607919"/>
              <a:gd name="connsiteY70" fmla="*/ 0 h 551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607919" h="551610">
                <a:moveTo>
                  <a:pt x="116112" y="473652"/>
                </a:moveTo>
                <a:cubicBezTo>
                  <a:pt x="117836" y="474356"/>
                  <a:pt x="118901" y="476670"/>
                  <a:pt x="118901" y="480423"/>
                </a:cubicBezTo>
                <a:lnTo>
                  <a:pt x="118901" y="551610"/>
                </a:lnTo>
                <a:lnTo>
                  <a:pt x="55604" y="551610"/>
                </a:lnTo>
                <a:lnTo>
                  <a:pt x="55604" y="540851"/>
                </a:lnTo>
                <a:cubicBezTo>
                  <a:pt x="55604" y="534971"/>
                  <a:pt x="59991" y="525838"/>
                  <a:pt x="65255" y="520583"/>
                </a:cubicBezTo>
                <a:lnTo>
                  <a:pt x="83555" y="502317"/>
                </a:lnTo>
                <a:lnTo>
                  <a:pt x="109375" y="476545"/>
                </a:lnTo>
                <a:cubicBezTo>
                  <a:pt x="112007" y="473855"/>
                  <a:pt x="114389" y="472948"/>
                  <a:pt x="116112" y="473652"/>
                </a:cubicBezTo>
                <a:close/>
                <a:moveTo>
                  <a:pt x="199155" y="390799"/>
                </a:moveTo>
                <a:cubicBezTo>
                  <a:pt x="200892" y="391534"/>
                  <a:pt x="201956" y="393880"/>
                  <a:pt x="201956" y="397632"/>
                </a:cubicBezTo>
                <a:lnTo>
                  <a:pt x="201956" y="551610"/>
                </a:lnTo>
                <a:lnTo>
                  <a:pt x="145363" y="551610"/>
                </a:lnTo>
                <a:lnTo>
                  <a:pt x="145363" y="454170"/>
                </a:lnTo>
                <a:cubicBezTo>
                  <a:pt x="145363" y="446665"/>
                  <a:pt x="149620" y="436283"/>
                  <a:pt x="154879" y="431030"/>
                </a:cubicBezTo>
                <a:lnTo>
                  <a:pt x="192315" y="393630"/>
                </a:lnTo>
                <a:cubicBezTo>
                  <a:pt x="195007" y="390941"/>
                  <a:pt x="197417" y="390065"/>
                  <a:pt x="199155" y="390799"/>
                </a:cubicBezTo>
                <a:close/>
                <a:moveTo>
                  <a:pt x="231082" y="388245"/>
                </a:moveTo>
                <a:cubicBezTo>
                  <a:pt x="232822" y="387525"/>
                  <a:pt x="235235" y="388401"/>
                  <a:pt x="237930" y="391091"/>
                </a:cubicBezTo>
                <a:lnTo>
                  <a:pt x="266763" y="419867"/>
                </a:lnTo>
                <a:lnTo>
                  <a:pt x="275915" y="428875"/>
                </a:lnTo>
                <a:cubicBezTo>
                  <a:pt x="280929" y="433879"/>
                  <a:pt x="284941" y="444013"/>
                  <a:pt x="284941" y="451520"/>
                </a:cubicBezTo>
                <a:lnTo>
                  <a:pt x="284941" y="551610"/>
                </a:lnTo>
                <a:lnTo>
                  <a:pt x="228277" y="551610"/>
                </a:lnTo>
                <a:lnTo>
                  <a:pt x="228277" y="394969"/>
                </a:lnTo>
                <a:cubicBezTo>
                  <a:pt x="228277" y="391278"/>
                  <a:pt x="229343" y="388964"/>
                  <a:pt x="231082" y="388245"/>
                </a:cubicBezTo>
                <a:close/>
                <a:moveTo>
                  <a:pt x="365148" y="381336"/>
                </a:moveTo>
                <a:cubicBezTo>
                  <a:pt x="366901" y="382055"/>
                  <a:pt x="367997" y="384370"/>
                  <a:pt x="367997" y="388122"/>
                </a:cubicBezTo>
                <a:lnTo>
                  <a:pt x="367997" y="551610"/>
                </a:lnTo>
                <a:lnTo>
                  <a:pt x="311262" y="551610"/>
                </a:lnTo>
                <a:lnTo>
                  <a:pt x="311262" y="444661"/>
                </a:lnTo>
                <a:cubicBezTo>
                  <a:pt x="311262" y="437156"/>
                  <a:pt x="313767" y="428650"/>
                  <a:pt x="316898" y="425523"/>
                </a:cubicBezTo>
                <a:cubicBezTo>
                  <a:pt x="320029" y="422396"/>
                  <a:pt x="322534" y="419894"/>
                  <a:pt x="322534" y="419894"/>
                </a:cubicBezTo>
                <a:lnTo>
                  <a:pt x="358353" y="384120"/>
                </a:lnTo>
                <a:cubicBezTo>
                  <a:pt x="360983" y="381493"/>
                  <a:pt x="363394" y="380617"/>
                  <a:pt x="365148" y="381336"/>
                </a:cubicBezTo>
                <a:close/>
                <a:moveTo>
                  <a:pt x="448177" y="298352"/>
                </a:moveTo>
                <a:cubicBezTo>
                  <a:pt x="449916" y="299071"/>
                  <a:pt x="450982" y="301386"/>
                  <a:pt x="450982" y="305139"/>
                </a:cubicBezTo>
                <a:lnTo>
                  <a:pt x="450982" y="551610"/>
                </a:lnTo>
                <a:lnTo>
                  <a:pt x="394318" y="551610"/>
                </a:lnTo>
                <a:lnTo>
                  <a:pt x="394318" y="361815"/>
                </a:lnTo>
                <a:cubicBezTo>
                  <a:pt x="394318" y="354308"/>
                  <a:pt x="398580" y="343924"/>
                  <a:pt x="403846" y="338669"/>
                </a:cubicBezTo>
                <a:lnTo>
                  <a:pt x="441329" y="301136"/>
                </a:lnTo>
                <a:cubicBezTo>
                  <a:pt x="444024" y="298508"/>
                  <a:pt x="446438" y="297633"/>
                  <a:pt x="448177" y="298352"/>
                </a:cubicBezTo>
                <a:close/>
                <a:moveTo>
                  <a:pt x="527085" y="219452"/>
                </a:moveTo>
                <a:cubicBezTo>
                  <a:pt x="528809" y="220171"/>
                  <a:pt x="529874" y="222486"/>
                  <a:pt x="529874" y="226177"/>
                </a:cubicBezTo>
                <a:lnTo>
                  <a:pt x="529874" y="551610"/>
                </a:lnTo>
                <a:lnTo>
                  <a:pt x="477232" y="551610"/>
                </a:lnTo>
                <a:lnTo>
                  <a:pt x="477232" y="278727"/>
                </a:lnTo>
                <a:cubicBezTo>
                  <a:pt x="477232" y="271345"/>
                  <a:pt x="481494" y="260960"/>
                  <a:pt x="486883" y="255580"/>
                </a:cubicBezTo>
                <a:lnTo>
                  <a:pt x="520348" y="222298"/>
                </a:lnTo>
                <a:cubicBezTo>
                  <a:pt x="522980" y="219608"/>
                  <a:pt x="525362" y="218732"/>
                  <a:pt x="527085" y="219452"/>
                </a:cubicBezTo>
                <a:close/>
                <a:moveTo>
                  <a:pt x="387769" y="0"/>
                </a:moveTo>
                <a:lnTo>
                  <a:pt x="580729" y="0"/>
                </a:lnTo>
                <a:cubicBezTo>
                  <a:pt x="594512" y="0"/>
                  <a:pt x="607919" y="12135"/>
                  <a:pt x="607919" y="26022"/>
                </a:cubicBezTo>
                <a:lnTo>
                  <a:pt x="607919" y="219812"/>
                </a:lnTo>
                <a:cubicBezTo>
                  <a:pt x="607919" y="227318"/>
                  <a:pt x="603534" y="229070"/>
                  <a:pt x="598271" y="223815"/>
                </a:cubicBezTo>
                <a:lnTo>
                  <a:pt x="530610" y="156258"/>
                </a:lnTo>
                <a:lnTo>
                  <a:pt x="304320" y="382325"/>
                </a:lnTo>
                <a:cubicBezTo>
                  <a:pt x="298932" y="387580"/>
                  <a:pt x="290412" y="387580"/>
                  <a:pt x="285024" y="382325"/>
                </a:cubicBezTo>
                <a:lnTo>
                  <a:pt x="216360" y="313767"/>
                </a:lnTo>
                <a:lnTo>
                  <a:pt x="94068" y="435996"/>
                </a:lnTo>
                <a:cubicBezTo>
                  <a:pt x="72767" y="457264"/>
                  <a:pt x="38435" y="457264"/>
                  <a:pt x="17260" y="435996"/>
                </a:cubicBezTo>
                <a:lnTo>
                  <a:pt x="15882" y="434745"/>
                </a:lnTo>
                <a:cubicBezTo>
                  <a:pt x="-5294" y="413477"/>
                  <a:pt x="-5294" y="379198"/>
                  <a:pt x="15882" y="358055"/>
                </a:cubicBezTo>
                <a:lnTo>
                  <a:pt x="206837" y="167267"/>
                </a:lnTo>
                <a:cubicBezTo>
                  <a:pt x="212100" y="161888"/>
                  <a:pt x="220745" y="161888"/>
                  <a:pt x="226008" y="167267"/>
                </a:cubicBezTo>
                <a:lnTo>
                  <a:pt x="294672" y="235701"/>
                </a:lnTo>
                <a:lnTo>
                  <a:pt x="424481" y="105965"/>
                </a:lnTo>
                <a:lnTo>
                  <a:pt x="452423" y="78192"/>
                </a:lnTo>
                <a:lnTo>
                  <a:pt x="383885" y="9633"/>
                </a:lnTo>
                <a:cubicBezTo>
                  <a:pt x="378497" y="4379"/>
                  <a:pt x="380376" y="0"/>
                  <a:pt x="387769"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925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sp>
        <p:nvSpPr>
          <p:cNvPr id="7" name="ïṡľïde"/>
          <p:cNvSpPr/>
          <p:nvPr/>
        </p:nvSpPr>
        <p:spPr>
          <a:xfrm>
            <a:off x="669925" y="2870197"/>
            <a:ext cx="733394" cy="733394"/>
          </a:xfrm>
          <a:prstGeom prst="ellipse">
            <a:avLst/>
          </a:prstGeom>
          <a:solidFill>
            <a:schemeClr val="tx1">
              <a:lumMod val="50000"/>
              <a:lumOff val="50000"/>
            </a:schemeClr>
          </a:solidFill>
          <a:ln w="19050">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1600" dirty="0">
              <a:solidFill>
                <a:schemeClr val="bg1"/>
              </a:solidFill>
            </a:endParaRPr>
          </a:p>
        </p:txBody>
      </p:sp>
      <p:sp>
        <p:nvSpPr>
          <p:cNvPr id="8" name="ïšliḍe"/>
          <p:cNvSpPr/>
          <p:nvPr/>
        </p:nvSpPr>
        <p:spPr>
          <a:xfrm>
            <a:off x="816006" y="3081702"/>
            <a:ext cx="381389" cy="346064"/>
          </a:xfrm>
          <a:custGeom>
            <a:avLst/>
            <a:gdLst>
              <a:gd name="connsiteX0" fmla="*/ 116112 w 607919"/>
              <a:gd name="connsiteY0" fmla="*/ 473652 h 551610"/>
              <a:gd name="connsiteX1" fmla="*/ 118901 w 607919"/>
              <a:gd name="connsiteY1" fmla="*/ 480423 h 551610"/>
              <a:gd name="connsiteX2" fmla="*/ 118901 w 607919"/>
              <a:gd name="connsiteY2" fmla="*/ 551610 h 551610"/>
              <a:gd name="connsiteX3" fmla="*/ 55604 w 607919"/>
              <a:gd name="connsiteY3" fmla="*/ 551610 h 551610"/>
              <a:gd name="connsiteX4" fmla="*/ 55604 w 607919"/>
              <a:gd name="connsiteY4" fmla="*/ 540851 h 551610"/>
              <a:gd name="connsiteX5" fmla="*/ 65255 w 607919"/>
              <a:gd name="connsiteY5" fmla="*/ 520583 h 551610"/>
              <a:gd name="connsiteX6" fmla="*/ 83555 w 607919"/>
              <a:gd name="connsiteY6" fmla="*/ 502317 h 551610"/>
              <a:gd name="connsiteX7" fmla="*/ 109375 w 607919"/>
              <a:gd name="connsiteY7" fmla="*/ 476545 h 551610"/>
              <a:gd name="connsiteX8" fmla="*/ 116112 w 607919"/>
              <a:gd name="connsiteY8" fmla="*/ 473652 h 551610"/>
              <a:gd name="connsiteX9" fmla="*/ 199155 w 607919"/>
              <a:gd name="connsiteY9" fmla="*/ 390799 h 551610"/>
              <a:gd name="connsiteX10" fmla="*/ 201956 w 607919"/>
              <a:gd name="connsiteY10" fmla="*/ 397632 h 551610"/>
              <a:gd name="connsiteX11" fmla="*/ 201956 w 607919"/>
              <a:gd name="connsiteY11" fmla="*/ 551610 h 551610"/>
              <a:gd name="connsiteX12" fmla="*/ 145363 w 607919"/>
              <a:gd name="connsiteY12" fmla="*/ 551610 h 551610"/>
              <a:gd name="connsiteX13" fmla="*/ 145363 w 607919"/>
              <a:gd name="connsiteY13" fmla="*/ 454170 h 551610"/>
              <a:gd name="connsiteX14" fmla="*/ 154879 w 607919"/>
              <a:gd name="connsiteY14" fmla="*/ 431030 h 551610"/>
              <a:gd name="connsiteX15" fmla="*/ 192315 w 607919"/>
              <a:gd name="connsiteY15" fmla="*/ 393630 h 551610"/>
              <a:gd name="connsiteX16" fmla="*/ 199155 w 607919"/>
              <a:gd name="connsiteY16" fmla="*/ 390799 h 551610"/>
              <a:gd name="connsiteX17" fmla="*/ 231082 w 607919"/>
              <a:gd name="connsiteY17" fmla="*/ 388245 h 551610"/>
              <a:gd name="connsiteX18" fmla="*/ 237930 w 607919"/>
              <a:gd name="connsiteY18" fmla="*/ 391091 h 551610"/>
              <a:gd name="connsiteX19" fmla="*/ 266763 w 607919"/>
              <a:gd name="connsiteY19" fmla="*/ 419867 h 551610"/>
              <a:gd name="connsiteX20" fmla="*/ 275915 w 607919"/>
              <a:gd name="connsiteY20" fmla="*/ 428875 h 551610"/>
              <a:gd name="connsiteX21" fmla="*/ 284941 w 607919"/>
              <a:gd name="connsiteY21" fmla="*/ 451520 h 551610"/>
              <a:gd name="connsiteX22" fmla="*/ 284941 w 607919"/>
              <a:gd name="connsiteY22" fmla="*/ 551610 h 551610"/>
              <a:gd name="connsiteX23" fmla="*/ 228277 w 607919"/>
              <a:gd name="connsiteY23" fmla="*/ 551610 h 551610"/>
              <a:gd name="connsiteX24" fmla="*/ 228277 w 607919"/>
              <a:gd name="connsiteY24" fmla="*/ 394969 h 551610"/>
              <a:gd name="connsiteX25" fmla="*/ 231082 w 607919"/>
              <a:gd name="connsiteY25" fmla="*/ 388245 h 551610"/>
              <a:gd name="connsiteX26" fmla="*/ 365148 w 607919"/>
              <a:gd name="connsiteY26" fmla="*/ 381336 h 551610"/>
              <a:gd name="connsiteX27" fmla="*/ 367997 w 607919"/>
              <a:gd name="connsiteY27" fmla="*/ 388122 h 551610"/>
              <a:gd name="connsiteX28" fmla="*/ 367997 w 607919"/>
              <a:gd name="connsiteY28" fmla="*/ 551610 h 551610"/>
              <a:gd name="connsiteX29" fmla="*/ 311262 w 607919"/>
              <a:gd name="connsiteY29" fmla="*/ 551610 h 551610"/>
              <a:gd name="connsiteX30" fmla="*/ 311262 w 607919"/>
              <a:gd name="connsiteY30" fmla="*/ 444661 h 551610"/>
              <a:gd name="connsiteX31" fmla="*/ 316898 w 607919"/>
              <a:gd name="connsiteY31" fmla="*/ 425523 h 551610"/>
              <a:gd name="connsiteX32" fmla="*/ 322534 w 607919"/>
              <a:gd name="connsiteY32" fmla="*/ 419894 h 551610"/>
              <a:gd name="connsiteX33" fmla="*/ 358353 w 607919"/>
              <a:gd name="connsiteY33" fmla="*/ 384120 h 551610"/>
              <a:gd name="connsiteX34" fmla="*/ 365148 w 607919"/>
              <a:gd name="connsiteY34" fmla="*/ 381336 h 551610"/>
              <a:gd name="connsiteX35" fmla="*/ 448177 w 607919"/>
              <a:gd name="connsiteY35" fmla="*/ 298352 h 551610"/>
              <a:gd name="connsiteX36" fmla="*/ 450982 w 607919"/>
              <a:gd name="connsiteY36" fmla="*/ 305139 h 551610"/>
              <a:gd name="connsiteX37" fmla="*/ 450982 w 607919"/>
              <a:gd name="connsiteY37" fmla="*/ 551610 h 551610"/>
              <a:gd name="connsiteX38" fmla="*/ 394318 w 607919"/>
              <a:gd name="connsiteY38" fmla="*/ 551610 h 551610"/>
              <a:gd name="connsiteX39" fmla="*/ 394318 w 607919"/>
              <a:gd name="connsiteY39" fmla="*/ 361815 h 551610"/>
              <a:gd name="connsiteX40" fmla="*/ 403846 w 607919"/>
              <a:gd name="connsiteY40" fmla="*/ 338669 h 551610"/>
              <a:gd name="connsiteX41" fmla="*/ 441329 w 607919"/>
              <a:gd name="connsiteY41" fmla="*/ 301136 h 551610"/>
              <a:gd name="connsiteX42" fmla="*/ 448177 w 607919"/>
              <a:gd name="connsiteY42" fmla="*/ 298352 h 551610"/>
              <a:gd name="connsiteX43" fmla="*/ 527085 w 607919"/>
              <a:gd name="connsiteY43" fmla="*/ 219452 h 551610"/>
              <a:gd name="connsiteX44" fmla="*/ 529874 w 607919"/>
              <a:gd name="connsiteY44" fmla="*/ 226177 h 551610"/>
              <a:gd name="connsiteX45" fmla="*/ 529874 w 607919"/>
              <a:gd name="connsiteY45" fmla="*/ 551610 h 551610"/>
              <a:gd name="connsiteX46" fmla="*/ 477232 w 607919"/>
              <a:gd name="connsiteY46" fmla="*/ 551610 h 551610"/>
              <a:gd name="connsiteX47" fmla="*/ 477232 w 607919"/>
              <a:gd name="connsiteY47" fmla="*/ 278727 h 551610"/>
              <a:gd name="connsiteX48" fmla="*/ 486883 w 607919"/>
              <a:gd name="connsiteY48" fmla="*/ 255580 h 551610"/>
              <a:gd name="connsiteX49" fmla="*/ 520348 w 607919"/>
              <a:gd name="connsiteY49" fmla="*/ 222298 h 551610"/>
              <a:gd name="connsiteX50" fmla="*/ 527085 w 607919"/>
              <a:gd name="connsiteY50" fmla="*/ 219452 h 551610"/>
              <a:gd name="connsiteX51" fmla="*/ 387769 w 607919"/>
              <a:gd name="connsiteY51" fmla="*/ 0 h 551610"/>
              <a:gd name="connsiteX52" fmla="*/ 580729 w 607919"/>
              <a:gd name="connsiteY52" fmla="*/ 0 h 551610"/>
              <a:gd name="connsiteX53" fmla="*/ 607919 w 607919"/>
              <a:gd name="connsiteY53" fmla="*/ 26022 h 551610"/>
              <a:gd name="connsiteX54" fmla="*/ 607919 w 607919"/>
              <a:gd name="connsiteY54" fmla="*/ 219812 h 551610"/>
              <a:gd name="connsiteX55" fmla="*/ 598271 w 607919"/>
              <a:gd name="connsiteY55" fmla="*/ 223815 h 551610"/>
              <a:gd name="connsiteX56" fmla="*/ 530610 w 607919"/>
              <a:gd name="connsiteY56" fmla="*/ 156258 h 551610"/>
              <a:gd name="connsiteX57" fmla="*/ 304320 w 607919"/>
              <a:gd name="connsiteY57" fmla="*/ 382325 h 551610"/>
              <a:gd name="connsiteX58" fmla="*/ 285024 w 607919"/>
              <a:gd name="connsiteY58" fmla="*/ 382325 h 551610"/>
              <a:gd name="connsiteX59" fmla="*/ 216360 w 607919"/>
              <a:gd name="connsiteY59" fmla="*/ 313767 h 551610"/>
              <a:gd name="connsiteX60" fmla="*/ 94068 w 607919"/>
              <a:gd name="connsiteY60" fmla="*/ 435996 h 551610"/>
              <a:gd name="connsiteX61" fmla="*/ 17260 w 607919"/>
              <a:gd name="connsiteY61" fmla="*/ 435996 h 551610"/>
              <a:gd name="connsiteX62" fmla="*/ 15882 w 607919"/>
              <a:gd name="connsiteY62" fmla="*/ 434745 h 551610"/>
              <a:gd name="connsiteX63" fmla="*/ 15882 w 607919"/>
              <a:gd name="connsiteY63" fmla="*/ 358055 h 551610"/>
              <a:gd name="connsiteX64" fmla="*/ 206837 w 607919"/>
              <a:gd name="connsiteY64" fmla="*/ 167267 h 551610"/>
              <a:gd name="connsiteX65" fmla="*/ 226008 w 607919"/>
              <a:gd name="connsiteY65" fmla="*/ 167267 h 551610"/>
              <a:gd name="connsiteX66" fmla="*/ 294672 w 607919"/>
              <a:gd name="connsiteY66" fmla="*/ 235701 h 551610"/>
              <a:gd name="connsiteX67" fmla="*/ 424481 w 607919"/>
              <a:gd name="connsiteY67" fmla="*/ 105965 h 551610"/>
              <a:gd name="connsiteX68" fmla="*/ 452423 w 607919"/>
              <a:gd name="connsiteY68" fmla="*/ 78192 h 551610"/>
              <a:gd name="connsiteX69" fmla="*/ 383885 w 607919"/>
              <a:gd name="connsiteY69" fmla="*/ 9633 h 551610"/>
              <a:gd name="connsiteX70" fmla="*/ 387769 w 607919"/>
              <a:gd name="connsiteY70" fmla="*/ 0 h 551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607919" h="551610">
                <a:moveTo>
                  <a:pt x="116112" y="473652"/>
                </a:moveTo>
                <a:cubicBezTo>
                  <a:pt x="117836" y="474356"/>
                  <a:pt x="118901" y="476670"/>
                  <a:pt x="118901" y="480423"/>
                </a:cubicBezTo>
                <a:lnTo>
                  <a:pt x="118901" y="551610"/>
                </a:lnTo>
                <a:lnTo>
                  <a:pt x="55604" y="551610"/>
                </a:lnTo>
                <a:lnTo>
                  <a:pt x="55604" y="540851"/>
                </a:lnTo>
                <a:cubicBezTo>
                  <a:pt x="55604" y="534971"/>
                  <a:pt x="59991" y="525838"/>
                  <a:pt x="65255" y="520583"/>
                </a:cubicBezTo>
                <a:lnTo>
                  <a:pt x="83555" y="502317"/>
                </a:lnTo>
                <a:lnTo>
                  <a:pt x="109375" y="476545"/>
                </a:lnTo>
                <a:cubicBezTo>
                  <a:pt x="112007" y="473855"/>
                  <a:pt x="114389" y="472948"/>
                  <a:pt x="116112" y="473652"/>
                </a:cubicBezTo>
                <a:close/>
                <a:moveTo>
                  <a:pt x="199155" y="390799"/>
                </a:moveTo>
                <a:cubicBezTo>
                  <a:pt x="200892" y="391534"/>
                  <a:pt x="201956" y="393880"/>
                  <a:pt x="201956" y="397632"/>
                </a:cubicBezTo>
                <a:lnTo>
                  <a:pt x="201956" y="551610"/>
                </a:lnTo>
                <a:lnTo>
                  <a:pt x="145363" y="551610"/>
                </a:lnTo>
                <a:lnTo>
                  <a:pt x="145363" y="454170"/>
                </a:lnTo>
                <a:cubicBezTo>
                  <a:pt x="145363" y="446665"/>
                  <a:pt x="149620" y="436283"/>
                  <a:pt x="154879" y="431030"/>
                </a:cubicBezTo>
                <a:lnTo>
                  <a:pt x="192315" y="393630"/>
                </a:lnTo>
                <a:cubicBezTo>
                  <a:pt x="195007" y="390941"/>
                  <a:pt x="197417" y="390065"/>
                  <a:pt x="199155" y="390799"/>
                </a:cubicBezTo>
                <a:close/>
                <a:moveTo>
                  <a:pt x="231082" y="388245"/>
                </a:moveTo>
                <a:cubicBezTo>
                  <a:pt x="232822" y="387525"/>
                  <a:pt x="235235" y="388401"/>
                  <a:pt x="237930" y="391091"/>
                </a:cubicBezTo>
                <a:lnTo>
                  <a:pt x="266763" y="419867"/>
                </a:lnTo>
                <a:lnTo>
                  <a:pt x="275915" y="428875"/>
                </a:lnTo>
                <a:cubicBezTo>
                  <a:pt x="280929" y="433879"/>
                  <a:pt x="284941" y="444013"/>
                  <a:pt x="284941" y="451520"/>
                </a:cubicBezTo>
                <a:lnTo>
                  <a:pt x="284941" y="551610"/>
                </a:lnTo>
                <a:lnTo>
                  <a:pt x="228277" y="551610"/>
                </a:lnTo>
                <a:lnTo>
                  <a:pt x="228277" y="394969"/>
                </a:lnTo>
                <a:cubicBezTo>
                  <a:pt x="228277" y="391278"/>
                  <a:pt x="229343" y="388964"/>
                  <a:pt x="231082" y="388245"/>
                </a:cubicBezTo>
                <a:close/>
                <a:moveTo>
                  <a:pt x="365148" y="381336"/>
                </a:moveTo>
                <a:cubicBezTo>
                  <a:pt x="366901" y="382055"/>
                  <a:pt x="367997" y="384370"/>
                  <a:pt x="367997" y="388122"/>
                </a:cubicBezTo>
                <a:lnTo>
                  <a:pt x="367997" y="551610"/>
                </a:lnTo>
                <a:lnTo>
                  <a:pt x="311262" y="551610"/>
                </a:lnTo>
                <a:lnTo>
                  <a:pt x="311262" y="444661"/>
                </a:lnTo>
                <a:cubicBezTo>
                  <a:pt x="311262" y="437156"/>
                  <a:pt x="313767" y="428650"/>
                  <a:pt x="316898" y="425523"/>
                </a:cubicBezTo>
                <a:cubicBezTo>
                  <a:pt x="320029" y="422396"/>
                  <a:pt x="322534" y="419894"/>
                  <a:pt x="322534" y="419894"/>
                </a:cubicBezTo>
                <a:lnTo>
                  <a:pt x="358353" y="384120"/>
                </a:lnTo>
                <a:cubicBezTo>
                  <a:pt x="360983" y="381493"/>
                  <a:pt x="363394" y="380617"/>
                  <a:pt x="365148" y="381336"/>
                </a:cubicBezTo>
                <a:close/>
                <a:moveTo>
                  <a:pt x="448177" y="298352"/>
                </a:moveTo>
                <a:cubicBezTo>
                  <a:pt x="449916" y="299071"/>
                  <a:pt x="450982" y="301386"/>
                  <a:pt x="450982" y="305139"/>
                </a:cubicBezTo>
                <a:lnTo>
                  <a:pt x="450982" y="551610"/>
                </a:lnTo>
                <a:lnTo>
                  <a:pt x="394318" y="551610"/>
                </a:lnTo>
                <a:lnTo>
                  <a:pt x="394318" y="361815"/>
                </a:lnTo>
                <a:cubicBezTo>
                  <a:pt x="394318" y="354308"/>
                  <a:pt x="398580" y="343924"/>
                  <a:pt x="403846" y="338669"/>
                </a:cubicBezTo>
                <a:lnTo>
                  <a:pt x="441329" y="301136"/>
                </a:lnTo>
                <a:cubicBezTo>
                  <a:pt x="444024" y="298508"/>
                  <a:pt x="446438" y="297633"/>
                  <a:pt x="448177" y="298352"/>
                </a:cubicBezTo>
                <a:close/>
                <a:moveTo>
                  <a:pt x="527085" y="219452"/>
                </a:moveTo>
                <a:cubicBezTo>
                  <a:pt x="528809" y="220171"/>
                  <a:pt x="529874" y="222486"/>
                  <a:pt x="529874" y="226177"/>
                </a:cubicBezTo>
                <a:lnTo>
                  <a:pt x="529874" y="551610"/>
                </a:lnTo>
                <a:lnTo>
                  <a:pt x="477232" y="551610"/>
                </a:lnTo>
                <a:lnTo>
                  <a:pt x="477232" y="278727"/>
                </a:lnTo>
                <a:cubicBezTo>
                  <a:pt x="477232" y="271345"/>
                  <a:pt x="481494" y="260960"/>
                  <a:pt x="486883" y="255580"/>
                </a:cubicBezTo>
                <a:lnTo>
                  <a:pt x="520348" y="222298"/>
                </a:lnTo>
                <a:cubicBezTo>
                  <a:pt x="522980" y="219608"/>
                  <a:pt x="525362" y="218732"/>
                  <a:pt x="527085" y="219452"/>
                </a:cubicBezTo>
                <a:close/>
                <a:moveTo>
                  <a:pt x="387769" y="0"/>
                </a:moveTo>
                <a:lnTo>
                  <a:pt x="580729" y="0"/>
                </a:lnTo>
                <a:cubicBezTo>
                  <a:pt x="594512" y="0"/>
                  <a:pt x="607919" y="12135"/>
                  <a:pt x="607919" y="26022"/>
                </a:cubicBezTo>
                <a:lnTo>
                  <a:pt x="607919" y="219812"/>
                </a:lnTo>
                <a:cubicBezTo>
                  <a:pt x="607919" y="227318"/>
                  <a:pt x="603534" y="229070"/>
                  <a:pt x="598271" y="223815"/>
                </a:cubicBezTo>
                <a:lnTo>
                  <a:pt x="530610" y="156258"/>
                </a:lnTo>
                <a:lnTo>
                  <a:pt x="304320" y="382325"/>
                </a:lnTo>
                <a:cubicBezTo>
                  <a:pt x="298932" y="387580"/>
                  <a:pt x="290412" y="387580"/>
                  <a:pt x="285024" y="382325"/>
                </a:cubicBezTo>
                <a:lnTo>
                  <a:pt x="216360" y="313767"/>
                </a:lnTo>
                <a:lnTo>
                  <a:pt x="94068" y="435996"/>
                </a:lnTo>
                <a:cubicBezTo>
                  <a:pt x="72767" y="457264"/>
                  <a:pt x="38435" y="457264"/>
                  <a:pt x="17260" y="435996"/>
                </a:cubicBezTo>
                <a:lnTo>
                  <a:pt x="15882" y="434745"/>
                </a:lnTo>
                <a:cubicBezTo>
                  <a:pt x="-5294" y="413477"/>
                  <a:pt x="-5294" y="379198"/>
                  <a:pt x="15882" y="358055"/>
                </a:cubicBezTo>
                <a:lnTo>
                  <a:pt x="206837" y="167267"/>
                </a:lnTo>
                <a:cubicBezTo>
                  <a:pt x="212100" y="161888"/>
                  <a:pt x="220745" y="161888"/>
                  <a:pt x="226008" y="167267"/>
                </a:cubicBezTo>
                <a:lnTo>
                  <a:pt x="294672" y="235701"/>
                </a:lnTo>
                <a:lnTo>
                  <a:pt x="424481" y="105965"/>
                </a:lnTo>
                <a:lnTo>
                  <a:pt x="452423" y="78192"/>
                </a:lnTo>
                <a:lnTo>
                  <a:pt x="383885" y="9633"/>
                </a:lnTo>
                <a:cubicBezTo>
                  <a:pt x="378497" y="4379"/>
                  <a:pt x="380376" y="0"/>
                  <a:pt x="387769"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925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LIDE TOOLS.GUIDESSETTING" val="{&quot;Id&quot;:&quot;2d4375ee-8516-45e0-8956-45702a61a9b6&quot;,&quot;Name&quot;:&quot;iSlide&quot;,&quot;HeaderHeight&quot;:15.0,&quot;FooterHeight&quot;:9.0000000000000036,&quot;SideMargin&quot;:5.4999999999999982,&quot;TopMargin&quot;:0.0,&quot;BottomMargin&quot;:0.0,&quot;IntervalMargin&quot;:1.3999999999999997}"/>
  <p:tag name="ISLIDE.GUIDESSETTING" val="{&quot;Id&quot;:&quot;GuidesStyle_Normal&quot;,&quot;Name&quot;:&quot;正常&quot;,&quot;HeaderHeight&quot;:15.0,&quot;FooterHeight&quot;:9.0,&quot;SideMargin&quot;:5.5,&quot;TopMargin&quot;:0.0,&quot;BottomMargin&quot;:0.0,&quot;IntervalMargin&quot;:1.5}"/>
  <p:tag name="THINKCELLUNDODONOTDELETE" val="0"/>
  <p:tag name="ISLIDE.THEME" val="074baa65-1bcf-453b-aed6-4412331b316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A6S0wzOvQ8a50SA42PUNRg"/>
</p:tagLst>
</file>

<file path=ppt/tags/tag4.xml><?xml version="1.0" encoding="utf-8"?>
<p:tagLst xmlns:a="http://schemas.openxmlformats.org/drawingml/2006/main" xmlns:r="http://schemas.openxmlformats.org/officeDocument/2006/relationships" xmlns:p="http://schemas.openxmlformats.org/presentationml/2006/main">
  <p:tag name="ISLIDE.DIAGRAM" val="217641"/>
</p:tagLst>
</file>

<file path=ppt/tags/tag5.xml><?xml version="1.0" encoding="utf-8"?>
<p:tagLst xmlns:a="http://schemas.openxmlformats.org/drawingml/2006/main" xmlns:r="http://schemas.openxmlformats.org/officeDocument/2006/relationships" xmlns:p="http://schemas.openxmlformats.org/presentationml/2006/main">
  <p:tag name="ISLIDE.DIAGRAM" val="272399"/>
</p:tagLst>
</file>

<file path=ppt/tags/tag6.xml><?xml version="1.0" encoding="utf-8"?>
<p:tagLst xmlns:a="http://schemas.openxmlformats.org/drawingml/2006/main" xmlns:r="http://schemas.openxmlformats.org/officeDocument/2006/relationships" xmlns:p="http://schemas.openxmlformats.org/presentationml/2006/main">
  <p:tag name="ISLIDE.DIAGRAM" val="217641"/>
</p:tagLst>
</file>

<file path=ppt/theme/theme1.xml><?xml version="1.0" encoding="utf-8"?>
<a:theme xmlns:a="http://schemas.openxmlformats.org/drawingml/2006/main" name="主题5">
  <a:themeElements>
    <a:clrScheme name="自定义 15">
      <a:dk1>
        <a:srgbClr val="000000"/>
      </a:dk1>
      <a:lt1>
        <a:srgbClr val="FFFFFF"/>
      </a:lt1>
      <a:dk2>
        <a:srgbClr val="768394"/>
      </a:dk2>
      <a:lt2>
        <a:srgbClr val="F0F0F0"/>
      </a:lt2>
      <a:accent1>
        <a:srgbClr val="07416B"/>
      </a:accent1>
      <a:accent2>
        <a:srgbClr val="FFC000"/>
      </a:accent2>
      <a:accent3>
        <a:srgbClr val="00002E"/>
      </a:accent3>
      <a:accent4>
        <a:srgbClr val="031684"/>
      </a:accent4>
      <a:accent5>
        <a:srgbClr val="969696"/>
      </a:accent5>
      <a:accent6>
        <a:srgbClr val="B2B2B2"/>
      </a:accent6>
      <a:hlink>
        <a:srgbClr val="4472C4"/>
      </a:hlink>
      <a:folHlink>
        <a:srgbClr val="BFBFBF"/>
      </a:folHlink>
    </a:clrScheme>
    <a:fontScheme name="3at4k55a">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iSlide</Template>
  <TotalTime>3</TotalTime>
  <Words>3336</Words>
  <Application>Microsoft Office PowerPoint</Application>
  <PresentationFormat>宽屏</PresentationFormat>
  <Paragraphs>235</Paragraphs>
  <Slides>29</Slides>
  <Notes>0</Notes>
  <HiddenSlides>0</HiddenSlides>
  <MMClips>0</MMClips>
  <ScaleCrop>false</ScaleCrop>
  <HeadingPairs>
    <vt:vector size="8" baseType="variant">
      <vt:variant>
        <vt:lpstr>已用的字体</vt:lpstr>
      </vt:variant>
      <vt:variant>
        <vt:i4>5</vt:i4>
      </vt:variant>
      <vt:variant>
        <vt:lpstr>主题</vt:lpstr>
      </vt:variant>
      <vt:variant>
        <vt:i4>1</vt:i4>
      </vt:variant>
      <vt:variant>
        <vt:lpstr>嵌入 OLE 服务器</vt:lpstr>
      </vt:variant>
      <vt:variant>
        <vt:i4>1</vt:i4>
      </vt:variant>
      <vt:variant>
        <vt:lpstr>幻灯片标题</vt:lpstr>
      </vt:variant>
      <vt:variant>
        <vt:i4>29</vt:i4>
      </vt:variant>
    </vt:vector>
  </HeadingPairs>
  <TitlesOfParts>
    <vt:vector size="36" baseType="lpstr">
      <vt:lpstr>Arial</vt:lpstr>
      <vt:lpstr>Calibri</vt:lpstr>
      <vt:lpstr>Impact</vt:lpstr>
      <vt:lpstr>Times New Roman</vt:lpstr>
      <vt:lpstr>Wingdings</vt:lpstr>
      <vt:lpstr>主题5</vt:lpstr>
      <vt:lpstr>think-cell Slide</vt:lpstr>
      <vt:lpstr>第11章 虚拟化和云计算</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iSlide</Manager>
  <Company>iSlide</Company>
  <LinksUpToDate>false</LinksUpToDate>
  <SharedDoc>false</SharedDoc>
  <HyperlinkBase>https://www.islide.cc</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iSlide</dc:creator>
  <cp:lastModifiedBy>先亮 江</cp:lastModifiedBy>
  <cp:revision>148</cp:revision>
  <cp:lastPrinted>2019-04-18T16:00:00Z</cp:lastPrinted>
  <dcterms:created xsi:type="dcterms:W3CDTF">2019-04-18T16:00:00Z</dcterms:created>
  <dcterms:modified xsi:type="dcterms:W3CDTF">2024-12-01T14:10:59Z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Slide.Theme">
    <vt:lpwstr>48706f29-9ca0-418e-876d-de7b156ca083</vt:lpwstr>
  </property>
  <property fmtid="{D5CDD505-2E9C-101B-9397-08002B2CF9AE}" pid="3" name="ICV">
    <vt:lpwstr>F4CDD377802A40B9B087EE5ED411A593</vt:lpwstr>
  </property>
  <property fmtid="{D5CDD505-2E9C-101B-9397-08002B2CF9AE}" pid="4" name="KSOProductBuildVer">
    <vt:lpwstr>2052-11.1.0.10356</vt:lpwstr>
  </property>
</Properties>
</file>