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CEEBD2-00DF-7F31-F4DB-892852631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30390D-97B4-514B-4020-858205C05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93A371-0957-9060-E770-4CCA4BBC1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DC46-4114-41DF-B0DF-7EDB1B4190A4}" type="datetimeFigureOut">
              <a:rPr lang="zh-CN" altLang="en-US" smtClean="0"/>
              <a:t>2024-06-29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23F9AB-EF55-22DC-4718-47E7DB247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FAF245-53CC-11B9-145B-642FF7FF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A9729-6D4C-4CCF-850A-73E8797D2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440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32DC4-B450-266F-9B1A-536FB837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B530FA-2079-8B7E-C1DB-F26335CC1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9AB9F5-2BA4-93D7-B7E8-489608C5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DC46-4114-41DF-B0DF-7EDB1B4190A4}" type="datetimeFigureOut">
              <a:rPr lang="zh-CN" altLang="en-US" smtClean="0"/>
              <a:t>2024-06-29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0F2DE-C303-2AC9-F9C7-20D8E2B88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0F4ECF-C2E8-6854-7F44-7E5BB4D3A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A9729-6D4C-4CCF-850A-73E8797D2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25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6CA0F7-9604-CCE9-7767-664929E7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80F154-62E2-9E1D-5876-8DF7B76BF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05792B-D2B6-8C68-58B3-5E5C47087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DC46-4114-41DF-B0DF-7EDB1B4190A4}" type="datetimeFigureOut">
              <a:rPr lang="zh-CN" altLang="en-US" smtClean="0"/>
              <a:t>2024-06-29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0783DC-EB34-AEC0-49DA-B7CB68F3B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AB587B-4E02-683F-B410-4C445833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A9729-6D4C-4CCF-850A-73E8797D2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35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48A52-02D0-45B2-95E1-745811F58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5DD7DA-0279-08D0-A1B8-599BC22CF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63BA8A-6187-6F50-F15A-CBCEBE919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9BC50C-0364-735D-F0F6-E1B68E34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DC46-4114-41DF-B0DF-7EDB1B4190A4}" type="datetimeFigureOut">
              <a:rPr lang="zh-CN" altLang="en-US" smtClean="0"/>
              <a:t>2024-06-29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A6ED81-C52D-E0A7-511E-C547D17A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D92215-FEC8-397A-760A-AEA66931A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A9729-6D4C-4CCF-850A-73E8797D2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238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6A552-C82D-D619-2594-E90A3B7F6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5AA4A5-13E5-A279-2621-6F7BDCA88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3C494F-61C6-C341-AA7A-ED7CF236D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F4D0A8-E458-798D-53E8-B6C4098B0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4238EE5-F74D-72A3-2BF5-DA640E62C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D880B1-C2FA-6DC6-0BBC-1CBDD1F3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DC46-4114-41DF-B0DF-7EDB1B4190A4}" type="datetimeFigureOut">
              <a:rPr lang="zh-CN" altLang="en-US" smtClean="0"/>
              <a:t>2024-06-29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8E0D13-CE93-BB47-FAAB-2870D88A5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5C089E-988B-809E-E46F-BA38EDFB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A9729-6D4C-4CCF-850A-73E8797D2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838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B02DB3-926D-CC68-04D1-D9CDC0C1F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EFD5D9-12A2-E800-DBCF-99B3584F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DC46-4114-41DF-B0DF-7EDB1B4190A4}" type="datetimeFigureOut">
              <a:rPr lang="zh-CN" altLang="en-US" smtClean="0"/>
              <a:t>2024-06-29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454AD5-EE92-85A1-14A9-8BEE7FF8E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1FEC02-84C4-F368-6681-6B90537B9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A9729-6D4C-4CCF-850A-73E8797D2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88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7B829B-9D5D-A882-47D3-8591C022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DC46-4114-41DF-B0DF-7EDB1B4190A4}" type="datetimeFigureOut">
              <a:rPr lang="zh-CN" altLang="en-US" smtClean="0"/>
              <a:t>2024-06-29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7CD5CF-EF66-86CF-5326-91A865B3E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C6ED51-B6B4-68AC-2856-35FA6F3BC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A9729-6D4C-4CCF-850A-73E8797D2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939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3B4B9-5E52-531B-63C1-612F2F4B1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B11712-DD6A-951C-DFD8-C805C800C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008158-861C-2F89-8FB7-4960ED58F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18DE66-8AEA-F2E1-7A48-FEB0A22BB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DC46-4114-41DF-B0DF-7EDB1B4190A4}" type="datetimeFigureOut">
              <a:rPr lang="zh-CN" altLang="en-US" smtClean="0"/>
              <a:t>2024-06-29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846F8A-40DC-C591-BA69-72B75FF9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B948ED-1C4F-3D3D-1C17-9C9FB1F0C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A9729-6D4C-4CCF-850A-73E8797D2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035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64413-AC6B-44B4-B4B4-775927F92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0C7B23-45E8-B96B-9F99-12A459C92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AD21DF-744B-F65A-510C-35B91721F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903439-EB6C-3D9E-3198-69AB0E2BC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DC46-4114-41DF-B0DF-7EDB1B4190A4}" type="datetimeFigureOut">
              <a:rPr lang="zh-CN" altLang="en-US" smtClean="0"/>
              <a:t>2024-06-29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6178BF-C1BD-0388-62A8-54696A43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DD3668-C12D-945C-BF48-7CC5D6D7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A9729-6D4C-4CCF-850A-73E8797D2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26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39C5D-340A-0526-2168-1085F9B01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AC2808-E4A4-D0D7-6DDA-1A7778B4C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321ED6-A27A-B085-8F52-C79584855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DC46-4114-41DF-B0DF-7EDB1B4190A4}" type="datetimeFigureOut">
              <a:rPr lang="zh-CN" altLang="en-US" smtClean="0"/>
              <a:t>2024-06-29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45E778-412B-0612-941F-F9908BF74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937E21-A274-BD2B-4727-7D5438CEC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A9729-6D4C-4CCF-850A-73E8797D2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675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38426B-7FF7-3EFA-8945-94C7FFF9B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8DD3D1-ED8A-3E3B-B43D-660E45816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81C5BD-6066-0B2D-D92B-A99DF4637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DC46-4114-41DF-B0DF-7EDB1B4190A4}" type="datetimeFigureOut">
              <a:rPr lang="zh-CN" altLang="en-US" smtClean="0"/>
              <a:t>2024-06-29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59F938-314E-78C4-19C4-AD7E93BFB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C8A7B8-5799-1050-9140-8F3D2833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A9729-6D4C-4CCF-850A-73E8797D2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322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FDC81A-76FB-837C-398D-733605C5E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78D5E0-F0A6-EC24-327E-E59E84F26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8833B7-EA28-BCA1-59E8-30BBC6D3B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7DC46-4114-41DF-B0DF-7EDB1B4190A4}" type="datetimeFigureOut">
              <a:rPr lang="zh-CN" altLang="en-US" smtClean="0"/>
              <a:t>2024-06-29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458D72-15D9-A885-E395-3E823C300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3429A3-E0BF-416C-95F0-3A754FD43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A9729-6D4C-4CCF-850A-73E8797D2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94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B9BB530-7ADF-A7F6-25FF-D01A385F0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466" y="424211"/>
            <a:ext cx="8220075" cy="601027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B4E0D4B-C9C2-34B6-44C0-6F61DBE1ABF4}"/>
              </a:ext>
            </a:extLst>
          </p:cNvPr>
          <p:cNvSpPr/>
          <p:nvPr/>
        </p:nvSpPr>
        <p:spPr>
          <a:xfrm>
            <a:off x="3367189" y="423514"/>
            <a:ext cx="1260909" cy="149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DF6CE63-278A-BA95-0B47-87DC1816F361}"/>
              </a:ext>
            </a:extLst>
          </p:cNvPr>
          <p:cNvCxnSpPr>
            <a:cxnSpLocks/>
          </p:cNvCxnSpPr>
          <p:nvPr/>
        </p:nvCxnSpPr>
        <p:spPr>
          <a:xfrm>
            <a:off x="4812632" y="539015"/>
            <a:ext cx="475488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181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_Coinisi_ 坩埚花菜</dc:creator>
  <cp:lastModifiedBy>_Coinisi_ 坩埚花菜</cp:lastModifiedBy>
  <cp:revision>1</cp:revision>
  <dcterms:created xsi:type="dcterms:W3CDTF">2024-06-29T12:32:49Z</dcterms:created>
  <dcterms:modified xsi:type="dcterms:W3CDTF">2024-06-29T14:06:21Z</dcterms:modified>
</cp:coreProperties>
</file>