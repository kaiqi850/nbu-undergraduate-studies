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066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55593-DBF5-6104-CBB3-9556C6BDD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CB09CE-4D0C-0978-A00D-D883DE398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D11DC-F4D2-7055-0F8B-EC5B4C78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D811E1-FD9B-47F8-1533-1EDB961B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89B1B-A97B-7B55-A50A-ABC5FE2A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7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C8CF5-A735-BF29-9EF8-B22B0521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4FA29-5651-37B5-5945-0103CDA2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594A90-D426-EC7E-D72F-CED3330D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29ABA7-CEE4-EA88-E925-09012C14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6E377-97D1-0111-2F03-448E3709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91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06260-AE09-32C0-3FD9-FD999DDEF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219FB2-A090-7B18-1E9F-E568078A0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4C475-6FE1-C60D-F70D-CB660158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9F4B2-7AA1-A056-5A11-B173DB9B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E42DB-9CCB-72F4-C1FC-3BA5A01C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51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180D4-9ECD-6CDC-ACEE-912905D2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985C69-1B00-C0ED-2CF8-BE6DEFD5A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E5EA4B-A671-760D-AC32-25C434DF5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5DC4A7-4F84-2E94-5E48-A9F58A3C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8661A7-153B-F267-0ADC-2DA1326D8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03D98E-656A-A838-5341-74AE5164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11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0ED89-B4B4-21BB-DEDF-027A34B3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9A85EC-8199-76D7-05F8-0183205EC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35F09E-9207-80E3-AC8A-AA493CA1B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A7517B-31AA-16BD-3599-72FCB20BD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34110C-6392-7E13-D0E9-DEF3F7C20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FB5A7-BB58-0C5A-1625-BE2FC257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F4D3D1-CF18-9869-92A1-9A10B804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F514EB-7EFB-7A46-B284-789472C1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51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527F7-C508-C960-5DBE-CFDBB9EC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65EB4D-32ED-0613-0E82-B0D4C1F2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55A7A1-A7CA-F405-0499-4041E734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8F2399-D47F-258C-BC16-5328EB34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45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4EE497-FEBD-D432-DF9F-ACD32D14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D36F7F-C6DA-3C2B-86FF-6AA7863F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1A90E1-1980-533F-C19A-EE6ADF2E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82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83926-9D59-CA22-C365-604C91D33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FDEF36-09D8-C71E-F7BA-7DCB1160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317730-10BF-98CE-AA82-1C2DEE5AC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B2348E-FD90-C99F-42C2-136D5967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01819E-6CC9-986A-3FE0-9AC1DF08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9EC8CE-1DAF-2327-6F49-5B48E6AA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95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A931D-1CBD-6477-A481-BD988036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34FF63-7B78-24DB-1BF6-9F0C58D24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4C58DA-B3C7-3019-0BD5-BC259AB23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9AF19C-6909-4D9F-6255-0758A969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B8BE86-6CE0-AB3D-DAAE-7DEAED3A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77ECEA-5951-536C-6D62-DC4F6163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15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1452A-F313-731A-1302-59441686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6FD543-8E4C-DE3B-ABA0-1B60F174C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E5350A-37F8-2E78-1DD8-DB18A91D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A9CB1-7355-C2BA-BDDE-3FF4F1A0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7A781-12FD-EE49-302D-E3387B4C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71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EBC159-7724-5741-AFE0-9DB209B97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38B69E-2EAD-650E-11E6-C15C639ED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26E68-CEEF-4593-438A-C6C585B1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BCD0EE-5C2D-23F1-24D5-989C21AE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92A92E-F224-2821-261E-C83B9145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2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0B3D2C-8B68-62AE-90A8-2207F16C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ADEC9F-088F-6BEE-B5F2-451A25835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656FD8-7705-5700-1277-15E27FAF8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5FD76-7737-400B-B20F-013C620384C9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11E9C-54D9-DCD8-9F33-30EF9586A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92F95-2D25-5B64-7828-FF338D9CA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33F8B-8585-492C-9598-99D439C34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72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BAD3AD-0DCE-DD4F-91ED-8E62861D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99784" y="1338268"/>
            <a:ext cx="6350297" cy="41814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9573330-8493-3470-FD57-22BA11E12462}"/>
              </a:ext>
            </a:extLst>
          </p:cNvPr>
          <p:cNvSpPr/>
          <p:nvPr/>
        </p:nvSpPr>
        <p:spPr>
          <a:xfrm>
            <a:off x="5232400" y="309563"/>
            <a:ext cx="1473200" cy="782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BF34126-D02E-30D1-C681-F54D5E2E9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824" y="265271"/>
            <a:ext cx="803392" cy="82661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650A08-4B57-6657-5EFA-0FB76FD0758B}"/>
              </a:ext>
            </a:extLst>
          </p:cNvPr>
          <p:cNvSpPr txBox="1"/>
          <p:nvPr/>
        </p:nvSpPr>
        <p:spPr>
          <a:xfrm>
            <a:off x="4196392" y="493911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</a:t>
            </a:r>
            <a:r>
              <a:rPr lang="zh-CN" altLang="en-US" dirty="0"/>
              <a:t>服务器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B907CB-53DC-5509-E404-3EC2E5657720}"/>
              </a:ext>
            </a:extLst>
          </p:cNvPr>
          <p:cNvSpPr/>
          <p:nvPr/>
        </p:nvSpPr>
        <p:spPr>
          <a:xfrm>
            <a:off x="5536823" y="5765202"/>
            <a:ext cx="2220503" cy="782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B127207-F94C-5D27-317C-94BC07DB5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460" y="5742553"/>
            <a:ext cx="660120" cy="6188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D166639-F305-BF54-8856-C89583CC5BC5}"/>
              </a:ext>
            </a:extLst>
          </p:cNvPr>
          <p:cNvSpPr txBox="1"/>
          <p:nvPr/>
        </p:nvSpPr>
        <p:spPr>
          <a:xfrm>
            <a:off x="6321064" y="5867318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PC1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3641A4-FC3D-7780-F694-D1655F84AFC0}"/>
              </a:ext>
            </a:extLst>
          </p:cNvPr>
          <p:cNvSpPr/>
          <p:nvPr/>
        </p:nvSpPr>
        <p:spPr>
          <a:xfrm>
            <a:off x="1975889" y="3539530"/>
            <a:ext cx="2220503" cy="1283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CA0F065-DBC0-13D8-5509-E03508AB6163}"/>
              </a:ext>
            </a:extLst>
          </p:cNvPr>
          <p:cNvGrpSpPr/>
          <p:nvPr/>
        </p:nvGrpSpPr>
        <p:grpSpPr>
          <a:xfrm>
            <a:off x="2970537" y="4028028"/>
            <a:ext cx="1225855" cy="618862"/>
            <a:chOff x="2970537" y="4028028"/>
            <a:chExt cx="1225855" cy="618862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C4FA791-3BB2-A71A-2C68-67EFB8694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6272" y="4028028"/>
              <a:ext cx="660120" cy="618862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2BFE520-0A73-7325-4B88-0D062C8864A0}"/>
                </a:ext>
              </a:extLst>
            </p:cNvPr>
            <p:cNvSpPr txBox="1"/>
            <p:nvPr/>
          </p:nvSpPr>
          <p:spPr>
            <a:xfrm>
              <a:off x="2970537" y="4137553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PC2</a:t>
              </a:r>
              <a:endParaRPr lang="zh-CN" altLang="en-US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A860A2E-0366-3D9C-8BD9-36D96CD65A41}"/>
              </a:ext>
            </a:extLst>
          </p:cNvPr>
          <p:cNvGrpSpPr/>
          <p:nvPr/>
        </p:nvGrpSpPr>
        <p:grpSpPr>
          <a:xfrm>
            <a:off x="7711953" y="4028028"/>
            <a:ext cx="1292503" cy="618862"/>
            <a:chOff x="3536272" y="4028028"/>
            <a:chExt cx="1292503" cy="618862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88285C2-8A72-F050-F845-8A36C82FC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6272" y="4028028"/>
              <a:ext cx="660120" cy="618862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2C6CB94-0131-CD6F-F2B8-8BA2E7837F89}"/>
                </a:ext>
              </a:extLst>
            </p:cNvPr>
            <p:cNvSpPr txBox="1"/>
            <p:nvPr/>
          </p:nvSpPr>
          <p:spPr>
            <a:xfrm>
              <a:off x="4252976" y="4152793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PC3</a:t>
              </a:r>
              <a:endParaRPr lang="zh-CN" altLang="en-US" dirty="0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9FD16C95-7BDB-6914-FD4C-7865E463ABE9}"/>
              </a:ext>
            </a:extLst>
          </p:cNvPr>
          <p:cNvSpPr/>
          <p:nvPr/>
        </p:nvSpPr>
        <p:spPr>
          <a:xfrm>
            <a:off x="6388674" y="3931059"/>
            <a:ext cx="1016377" cy="782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CA3DA41-8DFB-4DD0-1999-96168B5CFCDC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4196392" y="4337459"/>
            <a:ext cx="140831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5230AB5-1521-A0E3-E2EE-417ECF6916DE}"/>
              </a:ext>
            </a:extLst>
          </p:cNvPr>
          <p:cNvCxnSpPr>
            <a:cxnSpLocks/>
          </p:cNvCxnSpPr>
          <p:nvPr/>
        </p:nvCxnSpPr>
        <p:spPr>
          <a:xfrm flipH="1">
            <a:off x="6305824" y="4337459"/>
            <a:ext cx="140831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200D503-784E-44B3-B95D-0BB482F52A3C}"/>
              </a:ext>
            </a:extLst>
          </p:cNvPr>
          <p:cNvCxnSpPr>
            <a:cxnSpLocks/>
          </p:cNvCxnSpPr>
          <p:nvPr/>
        </p:nvCxnSpPr>
        <p:spPr>
          <a:xfrm flipV="1">
            <a:off x="5956300" y="4690519"/>
            <a:ext cx="0" cy="10520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D8ED313-BAF9-9BAB-F14C-AC7C713C41F2}"/>
              </a:ext>
            </a:extLst>
          </p:cNvPr>
          <p:cNvCxnSpPr>
            <a:cxnSpLocks/>
          </p:cNvCxnSpPr>
          <p:nvPr/>
        </p:nvCxnSpPr>
        <p:spPr>
          <a:xfrm flipV="1">
            <a:off x="5941060" y="2879025"/>
            <a:ext cx="0" cy="10520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972F130-96D2-7747-A6C5-D389C2AE274C}"/>
              </a:ext>
            </a:extLst>
          </p:cNvPr>
          <p:cNvCxnSpPr>
            <a:cxnSpLocks/>
          </p:cNvCxnSpPr>
          <p:nvPr/>
        </p:nvCxnSpPr>
        <p:spPr>
          <a:xfrm flipV="1">
            <a:off x="5938520" y="1091883"/>
            <a:ext cx="0" cy="10520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926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_Coinisi_ 坩埚花菜</dc:creator>
  <cp:lastModifiedBy>_Coinisi_ 坩埚花菜</cp:lastModifiedBy>
  <cp:revision>2</cp:revision>
  <dcterms:created xsi:type="dcterms:W3CDTF">2024-06-03T06:57:29Z</dcterms:created>
  <dcterms:modified xsi:type="dcterms:W3CDTF">2024-06-03T07:06:36Z</dcterms:modified>
</cp:coreProperties>
</file>