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2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1052" r:id="rId3"/>
    <p:sldId id="3305" r:id="rId4"/>
    <p:sldId id="3306" r:id="rId5"/>
  </p:sldIdLst>
  <p:sldSz cx="9144000" cy="5143500" type="screen16x9"/>
  <p:notesSz cx="6858000" cy="9144000"/>
  <p:custDataLst>
    <p:tags r:id="rId7"/>
  </p:custDataLst>
  <p:defaultTextStyle>
    <a:defPPr>
      <a:defRPr lang="zh-CN"/>
    </a:defPPr>
    <a:lvl1pPr marL="0" algn="l" defTabSz="9142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0" algn="l" defTabSz="9142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82" algn="l" defTabSz="9142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22" algn="l" defTabSz="9142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63" algn="l" defTabSz="9142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04" algn="l" defTabSz="9142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45" algn="l" defTabSz="9142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985" algn="l" defTabSz="9142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26" algn="l" defTabSz="91428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5BF"/>
    <a:srgbClr val="034EA2"/>
    <a:srgbClr val="0087CD"/>
    <a:srgbClr val="C68F06"/>
    <a:srgbClr val="DB2C03"/>
    <a:srgbClr val="EBAC07"/>
    <a:srgbClr val="008487"/>
    <a:srgbClr val="163C46"/>
    <a:srgbClr val="008F92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294" autoAdjust="0"/>
  </p:normalViewPr>
  <p:slideViewPr>
    <p:cSldViewPr>
      <p:cViewPr varScale="1">
        <p:scale>
          <a:sx n="119" d="100"/>
          <a:sy n="119" d="100"/>
        </p:scale>
        <p:origin x="87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-3360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2A5992-9D73-4015-9385-ABE035416B29}" type="datetimeFigureOut">
              <a:rPr lang="zh-CN" altLang="en-US" smtClean="0"/>
              <a:pPr/>
              <a:t>2024/11/4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95A699-AB68-4A20-99FB-6F69DC266D4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234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8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0" algn="l" defTabSz="91428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82" algn="l" defTabSz="91428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22" algn="l" defTabSz="91428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63" algn="l" defTabSz="91428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04" algn="l" defTabSz="91428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45" algn="l" defTabSz="91428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85" algn="l" defTabSz="91428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26" algn="l" defTabSz="91428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D4BE56-0D4C-487B-A77A-5602763B13E3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682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  <a:pPr/>
              <a:t>2024/11/4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3288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7794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1" y="205979"/>
            <a:ext cx="8229600" cy="857250"/>
          </a:xfrm>
          <a:prstGeom prst="rect">
            <a:avLst/>
          </a:prstGeom>
        </p:spPr>
        <p:txBody>
          <a:bodyPr vert="horz" lIns="91428" tIns="45714" rIns="91428" bIns="45714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1" y="1200151"/>
            <a:ext cx="8229600" cy="3394472"/>
          </a:xfrm>
          <a:prstGeom prst="rect">
            <a:avLst/>
          </a:prstGeom>
        </p:spPr>
        <p:txBody>
          <a:bodyPr vert="horz" lIns="91428" tIns="45714" rIns="91428" bIns="45714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4767264"/>
            <a:ext cx="2133600" cy="273844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54A03-91AF-448A-9954-517C0577E5F0}" type="datetimeFigureOut">
              <a:rPr lang="zh-CN" altLang="en-US" smtClean="0"/>
              <a:pPr/>
              <a:t>2024/11/4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4"/>
            <a:ext cx="2895600" cy="273844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1" y="4767264"/>
            <a:ext cx="2133600" cy="273844"/>
          </a:xfrm>
          <a:prstGeom prst="rect">
            <a:avLst/>
          </a:prstGeom>
        </p:spPr>
        <p:txBody>
          <a:bodyPr vert="horz" lIns="91428" tIns="45714" rIns="91428" bIns="45714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FC946-6D13-4F8C-9740-992A906A613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5072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</p:sldLayoutIdLst>
  <p:transition/>
  <p:txStyles>
    <p:titleStyle>
      <a:lvl1pPr algn="ctr" defTabSz="914282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55" indent="-342855" algn="l" defTabSz="914282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54" indent="-285713" algn="l" defTabSz="914282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52" indent="-228570" algn="l" defTabSz="914282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993" indent="-228570" algn="l" defTabSz="914282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33" indent="-228570" algn="l" defTabSz="914282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75" indent="-228570" algn="l" defTabSz="91428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15" indent="-228570" algn="l" defTabSz="91428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56" indent="-228570" algn="l" defTabSz="91428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697" indent="-228570" algn="l" defTabSz="91428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2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0" algn="l" defTabSz="9142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82" algn="l" defTabSz="9142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22" algn="l" defTabSz="9142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63" algn="l" defTabSz="9142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04" algn="l" defTabSz="9142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45" algn="l" defTabSz="9142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85" algn="l" defTabSz="9142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26" algn="l" defTabSz="9142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notesSlide" Target="../notesSlides/notesSlide2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27.xml"/><Relationship Id="rId18" Type="http://schemas.openxmlformats.org/officeDocument/2006/relationships/tags" Target="../tags/tag32.xml"/><Relationship Id="rId26" Type="http://schemas.openxmlformats.org/officeDocument/2006/relationships/tags" Target="../tags/tag40.xml"/><Relationship Id="rId21" Type="http://schemas.openxmlformats.org/officeDocument/2006/relationships/tags" Target="../tags/tag35.xml"/><Relationship Id="rId34" Type="http://schemas.openxmlformats.org/officeDocument/2006/relationships/tags" Target="../tags/tag48.xml"/><Relationship Id="rId7" Type="http://schemas.openxmlformats.org/officeDocument/2006/relationships/tags" Target="../tags/tag21.xml"/><Relationship Id="rId12" Type="http://schemas.openxmlformats.org/officeDocument/2006/relationships/tags" Target="../tags/tag26.xml"/><Relationship Id="rId17" Type="http://schemas.openxmlformats.org/officeDocument/2006/relationships/tags" Target="../tags/tag31.xml"/><Relationship Id="rId25" Type="http://schemas.openxmlformats.org/officeDocument/2006/relationships/tags" Target="../tags/tag39.xml"/><Relationship Id="rId33" Type="http://schemas.openxmlformats.org/officeDocument/2006/relationships/tags" Target="../tags/tag47.xml"/><Relationship Id="rId2" Type="http://schemas.openxmlformats.org/officeDocument/2006/relationships/tags" Target="../tags/tag16.xml"/><Relationship Id="rId16" Type="http://schemas.openxmlformats.org/officeDocument/2006/relationships/tags" Target="../tags/tag30.xml"/><Relationship Id="rId20" Type="http://schemas.openxmlformats.org/officeDocument/2006/relationships/tags" Target="../tags/tag34.xml"/><Relationship Id="rId29" Type="http://schemas.openxmlformats.org/officeDocument/2006/relationships/tags" Target="../tags/tag43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tags" Target="../tags/tag25.xml"/><Relationship Id="rId24" Type="http://schemas.openxmlformats.org/officeDocument/2006/relationships/tags" Target="../tags/tag38.xml"/><Relationship Id="rId32" Type="http://schemas.openxmlformats.org/officeDocument/2006/relationships/tags" Target="../tags/tag46.xml"/><Relationship Id="rId37" Type="http://schemas.openxmlformats.org/officeDocument/2006/relationships/notesSlide" Target="../notesSlides/notesSlide3.xml"/><Relationship Id="rId5" Type="http://schemas.openxmlformats.org/officeDocument/2006/relationships/tags" Target="../tags/tag19.xml"/><Relationship Id="rId15" Type="http://schemas.openxmlformats.org/officeDocument/2006/relationships/tags" Target="../tags/tag29.xml"/><Relationship Id="rId23" Type="http://schemas.openxmlformats.org/officeDocument/2006/relationships/tags" Target="../tags/tag37.xml"/><Relationship Id="rId28" Type="http://schemas.openxmlformats.org/officeDocument/2006/relationships/tags" Target="../tags/tag42.xml"/><Relationship Id="rId36" Type="http://schemas.openxmlformats.org/officeDocument/2006/relationships/slideLayout" Target="../slideLayouts/slideLayout1.xml"/><Relationship Id="rId10" Type="http://schemas.openxmlformats.org/officeDocument/2006/relationships/tags" Target="../tags/tag24.xml"/><Relationship Id="rId19" Type="http://schemas.openxmlformats.org/officeDocument/2006/relationships/tags" Target="../tags/tag33.xml"/><Relationship Id="rId31" Type="http://schemas.openxmlformats.org/officeDocument/2006/relationships/tags" Target="../tags/tag45.xml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tags" Target="../tags/tag28.xml"/><Relationship Id="rId22" Type="http://schemas.openxmlformats.org/officeDocument/2006/relationships/tags" Target="../tags/tag36.xml"/><Relationship Id="rId27" Type="http://schemas.openxmlformats.org/officeDocument/2006/relationships/tags" Target="../tags/tag41.xml"/><Relationship Id="rId30" Type="http://schemas.openxmlformats.org/officeDocument/2006/relationships/tags" Target="../tags/tag44.xml"/><Relationship Id="rId35" Type="http://schemas.openxmlformats.org/officeDocument/2006/relationships/tags" Target="../tags/tag49.xml"/><Relationship Id="rId8" Type="http://schemas.openxmlformats.org/officeDocument/2006/relationships/tags" Target="../tags/tag22.xml"/><Relationship Id="rId3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示&#10;&#10;描述已自动生成">
            <a:extLst>
              <a:ext uri="{FF2B5EF4-FFF2-40B4-BE49-F238E27FC236}">
                <a16:creationId xmlns:a16="http://schemas.microsoft.com/office/drawing/2014/main" id="{52D5672A-1189-4CAA-ADC0-182899BC28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2425"/>
            <a:ext cx="9144000" cy="3218651"/>
          </a:xfrm>
          <a:prstGeom prst="rect">
            <a:avLst/>
          </a:prstGeom>
        </p:spPr>
      </p:pic>
      <p:sp>
        <p:nvSpPr>
          <p:cNvPr id="6" name="TextBox 11">
            <a:extLst>
              <a:ext uri="{FF2B5EF4-FFF2-40B4-BE49-F238E27FC236}">
                <a16:creationId xmlns:a16="http://schemas.microsoft.com/office/drawing/2014/main" id="{24DD356C-02E9-4EAD-9B1D-6DA992D3753F}"/>
              </a:ext>
            </a:extLst>
          </p:cNvPr>
          <p:cNvSpPr txBox="1"/>
          <p:nvPr/>
        </p:nvSpPr>
        <p:spPr>
          <a:xfrm>
            <a:off x="222464" y="183622"/>
            <a:ext cx="1483481" cy="626323"/>
          </a:xfrm>
          <a:prstGeom prst="rect">
            <a:avLst/>
          </a:prstGeom>
          <a:noFill/>
        </p:spPr>
        <p:txBody>
          <a:bodyPr wrap="none" lIns="48767" tIns="24383" rIns="48767" bIns="24383" rtlCol="0">
            <a:spAutoFit/>
          </a:bodyPr>
          <a:lstStyle/>
          <a:p>
            <a:pPr marL="0" lvl="1"/>
            <a:r>
              <a:rPr lang="zh-CN" altLang="en-US" sz="105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15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algn="ctr"/>
            <a:r>
              <a:rPr lang="zh-CN" altLang="en-US" sz="2700" dirty="0">
                <a:solidFill>
                  <a:srgbClr val="F0D0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需求分析</a:t>
            </a:r>
            <a:endParaRPr lang="en-US" altLang="zh-CN" sz="2700" dirty="0">
              <a:solidFill>
                <a:srgbClr val="53535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36264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多边形 20"/>
          <p:cNvSpPr/>
          <p:nvPr/>
        </p:nvSpPr>
        <p:spPr>
          <a:xfrm>
            <a:off x="1129" y="2571751"/>
            <a:ext cx="9141743" cy="2570939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chemeClr val="accent1">
              <a:alpha val="8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023" tIns="32511" rIns="65023" bIns="32511"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/>
        </p:nvSpPr>
        <p:spPr>
          <a:xfrm flipH="1">
            <a:off x="3496947" y="4154206"/>
            <a:ext cx="5645926" cy="988659"/>
          </a:xfrm>
          <a:custGeom>
            <a:avLst/>
            <a:gdLst>
              <a:gd name="connsiteX0" fmla="*/ 0 w 6907593"/>
              <a:gd name="connsiteY0" fmla="*/ 0 h 1776503"/>
              <a:gd name="connsiteX1" fmla="*/ 6907593 w 6907593"/>
              <a:gd name="connsiteY1" fmla="*/ 1776503 h 1776503"/>
              <a:gd name="connsiteX2" fmla="*/ 0 w 6907593"/>
              <a:gd name="connsiteY2" fmla="*/ 1776503 h 17765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7593" h="1776503">
                <a:moveTo>
                  <a:pt x="0" y="0"/>
                </a:moveTo>
                <a:lnTo>
                  <a:pt x="6907593" y="1776503"/>
                </a:lnTo>
                <a:lnTo>
                  <a:pt x="0" y="1776503"/>
                </a:ln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5023" tIns="32511" rIns="65023" bIns="32511"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11"/>
          <p:cNvSpPr txBox="1"/>
          <p:nvPr/>
        </p:nvSpPr>
        <p:spPr>
          <a:xfrm>
            <a:off x="4499992" y="1804850"/>
            <a:ext cx="1901801" cy="927431"/>
          </a:xfrm>
          <a:prstGeom prst="rect">
            <a:avLst/>
          </a:prstGeom>
          <a:noFill/>
        </p:spPr>
        <p:txBody>
          <a:bodyPr wrap="none" lIns="65023" tIns="32511" rIns="65023" bIns="32511" rtlCol="0">
            <a:spAutoFit/>
          </a:bodyPr>
          <a:lstStyle/>
          <a:p>
            <a:pPr marL="0" lvl="1"/>
            <a:r>
              <a:rPr lang="zh-CN" altLang="en-US" sz="1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第四部分</a:t>
            </a:r>
            <a:endParaRPr lang="en-US" altLang="zh-CN" sz="20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algn="ctr"/>
            <a:r>
              <a:rPr lang="zh-CN" altLang="en-US" sz="3600" dirty="0">
                <a:solidFill>
                  <a:srgbClr val="F0D04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300" dirty="0">
                <a:solidFill>
                  <a:srgbClr val="53535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小组分工</a:t>
            </a:r>
            <a:endParaRPr lang="en-US" altLang="zh-CN" sz="3600" dirty="0">
              <a:solidFill>
                <a:srgbClr val="53535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 flipV="1">
            <a:off x="4283131" y="1808090"/>
            <a:ext cx="0" cy="1420419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13"/>
          <p:cNvSpPr txBox="1"/>
          <p:nvPr/>
        </p:nvSpPr>
        <p:spPr>
          <a:xfrm>
            <a:off x="3029347" y="2982336"/>
            <a:ext cx="902574" cy="2461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PART 04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grpSp>
        <p:nvGrpSpPr>
          <p:cNvPr id="2" name="组合 25"/>
          <p:cNvGrpSpPr/>
          <p:nvPr/>
        </p:nvGrpSpPr>
        <p:grpSpPr>
          <a:xfrm>
            <a:off x="2881862" y="1781931"/>
            <a:ext cx="1050058" cy="1050116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7" name="同心圆 2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+mj-ea"/>
                <a:ea typeface="+mj-ea"/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80808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1" name="TextBox 13"/>
          <p:cNvSpPr txBox="1"/>
          <p:nvPr/>
        </p:nvSpPr>
        <p:spPr>
          <a:xfrm>
            <a:off x="3011114" y="1946841"/>
            <a:ext cx="902574" cy="7692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5000" b="1" dirty="0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04</a:t>
            </a:r>
            <a:endParaRPr lang="zh-CN" altLang="en-US" sz="5000" b="1" dirty="0">
              <a:solidFill>
                <a:schemeClr val="accent1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0244020"/>
      </p:ext>
    </p:extLst>
  </p:cSld>
  <p:clrMapOvr>
    <a:masterClrMapping/>
  </p:clrMapOvr>
  <p:transition spd="med" advClick="0" advTm="0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/>
      <p:bldP spid="25" grpId="0"/>
      <p:bldP spid="3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3491838" y="2081613"/>
            <a:ext cx="1741224" cy="1743371"/>
            <a:chOff x="4358795" y="2418700"/>
            <a:chExt cx="3474410" cy="3478696"/>
          </a:xfrm>
        </p:grpSpPr>
        <p:sp>
          <p:nvSpPr>
            <p:cNvPr id="34" name="橢圓 55"/>
            <p:cNvSpPr/>
            <p:nvPr>
              <p:custDataLst>
                <p:tags r:id="rId6"/>
              </p:custDataLst>
            </p:nvPr>
          </p:nvSpPr>
          <p:spPr>
            <a:xfrm>
              <a:off x="6160555" y="2418700"/>
              <a:ext cx="1670588" cy="1989240"/>
            </a:xfrm>
            <a:custGeom>
              <a:avLst/>
              <a:gdLst/>
              <a:ahLst/>
              <a:cxnLst/>
              <a:rect l="l" t="t" r="r" b="b"/>
              <a:pathLst>
                <a:path w="1965410" h="2340300">
                  <a:moveTo>
                    <a:pt x="795261" y="0"/>
                  </a:moveTo>
                  <a:cubicBezTo>
                    <a:pt x="1441517" y="0"/>
                    <a:pt x="1965411" y="523894"/>
                    <a:pt x="1965411" y="1170150"/>
                  </a:cubicBezTo>
                  <a:cubicBezTo>
                    <a:pt x="1965411" y="1816406"/>
                    <a:pt x="1441517" y="2340300"/>
                    <a:pt x="795261" y="2340300"/>
                  </a:cubicBezTo>
                  <a:cubicBezTo>
                    <a:pt x="487766" y="2340300"/>
                    <a:pt x="207973" y="2221693"/>
                    <a:pt x="0" y="2026800"/>
                  </a:cubicBezTo>
                  <a:cubicBezTo>
                    <a:pt x="215871" y="1805818"/>
                    <a:pt x="348501" y="1503473"/>
                    <a:pt x="348501" y="1170150"/>
                  </a:cubicBezTo>
                  <a:cubicBezTo>
                    <a:pt x="348501" y="836827"/>
                    <a:pt x="215871" y="534482"/>
                    <a:pt x="0" y="313500"/>
                  </a:cubicBezTo>
                  <a:cubicBezTo>
                    <a:pt x="207973" y="118607"/>
                    <a:pt x="487766" y="0"/>
                    <a:pt x="795261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橢圓 55"/>
            <p:cNvSpPr/>
            <p:nvPr>
              <p:custDataLst>
                <p:tags r:id="rId7"/>
              </p:custDataLst>
            </p:nvPr>
          </p:nvSpPr>
          <p:spPr>
            <a:xfrm rot="5400000">
              <a:off x="6003291" y="4053942"/>
              <a:ext cx="1670587" cy="1989241"/>
            </a:xfrm>
            <a:custGeom>
              <a:avLst/>
              <a:gdLst/>
              <a:ahLst/>
              <a:cxnLst/>
              <a:rect l="l" t="t" r="r" b="b"/>
              <a:pathLst>
                <a:path w="1965410" h="2340300">
                  <a:moveTo>
                    <a:pt x="795261" y="0"/>
                  </a:moveTo>
                  <a:cubicBezTo>
                    <a:pt x="1441517" y="0"/>
                    <a:pt x="1965411" y="523894"/>
                    <a:pt x="1965411" y="1170150"/>
                  </a:cubicBezTo>
                  <a:cubicBezTo>
                    <a:pt x="1965411" y="1816406"/>
                    <a:pt x="1441517" y="2340300"/>
                    <a:pt x="795261" y="2340300"/>
                  </a:cubicBezTo>
                  <a:cubicBezTo>
                    <a:pt x="487766" y="2340300"/>
                    <a:pt x="207973" y="2221693"/>
                    <a:pt x="0" y="2026800"/>
                  </a:cubicBezTo>
                  <a:cubicBezTo>
                    <a:pt x="215871" y="1805818"/>
                    <a:pt x="348501" y="1503473"/>
                    <a:pt x="348501" y="1170150"/>
                  </a:cubicBezTo>
                  <a:cubicBezTo>
                    <a:pt x="348501" y="836827"/>
                    <a:pt x="215871" y="534482"/>
                    <a:pt x="0" y="313500"/>
                  </a:cubicBezTo>
                  <a:cubicBezTo>
                    <a:pt x="207973" y="118607"/>
                    <a:pt x="487766" y="0"/>
                    <a:pt x="7952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橢圓 55"/>
            <p:cNvSpPr/>
            <p:nvPr>
              <p:custDataLst>
                <p:tags r:id="rId8"/>
              </p:custDataLst>
            </p:nvPr>
          </p:nvSpPr>
          <p:spPr>
            <a:xfrm rot="10800000">
              <a:off x="4366378" y="3908156"/>
              <a:ext cx="1670588" cy="1989240"/>
            </a:xfrm>
            <a:custGeom>
              <a:avLst/>
              <a:gdLst/>
              <a:ahLst/>
              <a:cxnLst/>
              <a:rect l="l" t="t" r="r" b="b"/>
              <a:pathLst>
                <a:path w="1965410" h="2340300">
                  <a:moveTo>
                    <a:pt x="795261" y="0"/>
                  </a:moveTo>
                  <a:cubicBezTo>
                    <a:pt x="1441517" y="0"/>
                    <a:pt x="1965411" y="523894"/>
                    <a:pt x="1965411" y="1170150"/>
                  </a:cubicBezTo>
                  <a:cubicBezTo>
                    <a:pt x="1965411" y="1816406"/>
                    <a:pt x="1441517" y="2340300"/>
                    <a:pt x="795261" y="2340300"/>
                  </a:cubicBezTo>
                  <a:cubicBezTo>
                    <a:pt x="487766" y="2340300"/>
                    <a:pt x="207973" y="2221693"/>
                    <a:pt x="0" y="2026800"/>
                  </a:cubicBezTo>
                  <a:cubicBezTo>
                    <a:pt x="215871" y="1805818"/>
                    <a:pt x="348501" y="1503473"/>
                    <a:pt x="348501" y="1170150"/>
                  </a:cubicBezTo>
                  <a:cubicBezTo>
                    <a:pt x="348501" y="836827"/>
                    <a:pt x="215871" y="534482"/>
                    <a:pt x="0" y="313500"/>
                  </a:cubicBezTo>
                  <a:cubicBezTo>
                    <a:pt x="207973" y="118607"/>
                    <a:pt x="487766" y="0"/>
                    <a:pt x="795261" y="0"/>
                  </a:cubicBez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橢圓 55"/>
            <p:cNvSpPr/>
            <p:nvPr>
              <p:custDataLst>
                <p:tags r:id="rId9"/>
              </p:custDataLst>
            </p:nvPr>
          </p:nvSpPr>
          <p:spPr>
            <a:xfrm rot="16200000">
              <a:off x="4518122" y="2271243"/>
              <a:ext cx="1670587" cy="1989241"/>
            </a:xfrm>
            <a:custGeom>
              <a:avLst/>
              <a:gdLst/>
              <a:ahLst/>
              <a:cxnLst/>
              <a:rect l="l" t="t" r="r" b="b"/>
              <a:pathLst>
                <a:path w="1965410" h="2340300">
                  <a:moveTo>
                    <a:pt x="795261" y="0"/>
                  </a:moveTo>
                  <a:cubicBezTo>
                    <a:pt x="1441517" y="0"/>
                    <a:pt x="1965411" y="523894"/>
                    <a:pt x="1965411" y="1170150"/>
                  </a:cubicBezTo>
                  <a:cubicBezTo>
                    <a:pt x="1965411" y="1816406"/>
                    <a:pt x="1441517" y="2340300"/>
                    <a:pt x="795261" y="2340300"/>
                  </a:cubicBezTo>
                  <a:cubicBezTo>
                    <a:pt x="487766" y="2340300"/>
                    <a:pt x="207973" y="2221693"/>
                    <a:pt x="0" y="2026800"/>
                  </a:cubicBezTo>
                  <a:cubicBezTo>
                    <a:pt x="215871" y="1805818"/>
                    <a:pt x="348501" y="1503473"/>
                    <a:pt x="348501" y="1170150"/>
                  </a:cubicBezTo>
                  <a:cubicBezTo>
                    <a:pt x="348501" y="836827"/>
                    <a:pt x="215871" y="534482"/>
                    <a:pt x="0" y="313500"/>
                  </a:cubicBezTo>
                  <a:cubicBezTo>
                    <a:pt x="207973" y="118607"/>
                    <a:pt x="487766" y="0"/>
                    <a:pt x="7952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Freeform 24"/>
            <p:cNvSpPr>
              <a:spLocks noEditPoints="1"/>
            </p:cNvSpPr>
            <p:nvPr>
              <p:custDataLst>
                <p:tags r:id="rId10"/>
              </p:custDataLst>
            </p:nvPr>
          </p:nvSpPr>
          <p:spPr bwMode="auto">
            <a:xfrm flipH="1">
              <a:off x="4876386" y="4575991"/>
              <a:ext cx="650570" cy="653569"/>
            </a:xfrm>
            <a:custGeom>
              <a:avLst/>
              <a:gdLst>
                <a:gd name="T0" fmla="*/ 149 w 264"/>
                <a:gd name="T1" fmla="*/ 58 h 265"/>
                <a:gd name="T2" fmla="*/ 116 w 264"/>
                <a:gd name="T3" fmla="*/ 58 h 265"/>
                <a:gd name="T4" fmla="*/ 116 w 264"/>
                <a:gd name="T5" fmla="*/ 116 h 265"/>
                <a:gd name="T6" fmla="*/ 60 w 264"/>
                <a:gd name="T7" fmla="*/ 116 h 265"/>
                <a:gd name="T8" fmla="*/ 60 w 264"/>
                <a:gd name="T9" fmla="*/ 148 h 265"/>
                <a:gd name="T10" fmla="*/ 116 w 264"/>
                <a:gd name="T11" fmla="*/ 148 h 265"/>
                <a:gd name="T12" fmla="*/ 116 w 264"/>
                <a:gd name="T13" fmla="*/ 207 h 265"/>
                <a:gd name="T14" fmla="*/ 149 w 264"/>
                <a:gd name="T15" fmla="*/ 207 h 265"/>
                <a:gd name="T16" fmla="*/ 149 w 264"/>
                <a:gd name="T17" fmla="*/ 148 h 265"/>
                <a:gd name="T18" fmla="*/ 205 w 264"/>
                <a:gd name="T19" fmla="*/ 148 h 265"/>
                <a:gd name="T20" fmla="*/ 205 w 264"/>
                <a:gd name="T21" fmla="*/ 116 h 265"/>
                <a:gd name="T22" fmla="*/ 149 w 264"/>
                <a:gd name="T23" fmla="*/ 116 h 265"/>
                <a:gd name="T24" fmla="*/ 149 w 264"/>
                <a:gd name="T25" fmla="*/ 58 h 265"/>
                <a:gd name="T26" fmla="*/ 132 w 264"/>
                <a:gd name="T27" fmla="*/ 235 h 265"/>
                <a:gd name="T28" fmla="*/ 30 w 264"/>
                <a:gd name="T29" fmla="*/ 133 h 265"/>
                <a:gd name="T30" fmla="*/ 132 w 264"/>
                <a:gd name="T31" fmla="*/ 30 h 265"/>
                <a:gd name="T32" fmla="*/ 235 w 264"/>
                <a:gd name="T33" fmla="*/ 133 h 265"/>
                <a:gd name="T34" fmla="*/ 132 w 264"/>
                <a:gd name="T35" fmla="*/ 235 h 265"/>
                <a:gd name="T36" fmla="*/ 132 w 264"/>
                <a:gd name="T37" fmla="*/ 0 h 265"/>
                <a:gd name="T38" fmla="*/ 0 w 264"/>
                <a:gd name="T39" fmla="*/ 133 h 265"/>
                <a:gd name="T40" fmla="*/ 132 w 264"/>
                <a:gd name="T41" fmla="*/ 265 h 265"/>
                <a:gd name="T42" fmla="*/ 264 w 264"/>
                <a:gd name="T43" fmla="*/ 133 h 265"/>
                <a:gd name="T44" fmla="*/ 132 w 264"/>
                <a:gd name="T45" fmla="*/ 0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64" h="265">
                  <a:moveTo>
                    <a:pt x="149" y="58"/>
                  </a:moveTo>
                  <a:cubicBezTo>
                    <a:pt x="116" y="58"/>
                    <a:pt x="116" y="58"/>
                    <a:pt x="116" y="58"/>
                  </a:cubicBezTo>
                  <a:cubicBezTo>
                    <a:pt x="116" y="116"/>
                    <a:pt x="116" y="116"/>
                    <a:pt x="116" y="116"/>
                  </a:cubicBezTo>
                  <a:cubicBezTo>
                    <a:pt x="60" y="116"/>
                    <a:pt x="60" y="116"/>
                    <a:pt x="60" y="116"/>
                  </a:cubicBezTo>
                  <a:cubicBezTo>
                    <a:pt x="60" y="148"/>
                    <a:pt x="60" y="148"/>
                    <a:pt x="60" y="148"/>
                  </a:cubicBezTo>
                  <a:cubicBezTo>
                    <a:pt x="116" y="148"/>
                    <a:pt x="116" y="148"/>
                    <a:pt x="116" y="148"/>
                  </a:cubicBezTo>
                  <a:cubicBezTo>
                    <a:pt x="116" y="207"/>
                    <a:pt x="116" y="207"/>
                    <a:pt x="116" y="207"/>
                  </a:cubicBezTo>
                  <a:cubicBezTo>
                    <a:pt x="149" y="207"/>
                    <a:pt x="149" y="207"/>
                    <a:pt x="149" y="207"/>
                  </a:cubicBezTo>
                  <a:cubicBezTo>
                    <a:pt x="149" y="148"/>
                    <a:pt x="149" y="148"/>
                    <a:pt x="149" y="148"/>
                  </a:cubicBezTo>
                  <a:cubicBezTo>
                    <a:pt x="205" y="148"/>
                    <a:pt x="205" y="148"/>
                    <a:pt x="205" y="148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149" y="116"/>
                    <a:pt x="149" y="116"/>
                    <a:pt x="149" y="116"/>
                  </a:cubicBezTo>
                  <a:cubicBezTo>
                    <a:pt x="149" y="58"/>
                    <a:pt x="149" y="58"/>
                    <a:pt x="149" y="58"/>
                  </a:cubicBezTo>
                  <a:moveTo>
                    <a:pt x="132" y="235"/>
                  </a:moveTo>
                  <a:cubicBezTo>
                    <a:pt x="76" y="235"/>
                    <a:pt x="30" y="189"/>
                    <a:pt x="30" y="133"/>
                  </a:cubicBezTo>
                  <a:cubicBezTo>
                    <a:pt x="30" y="76"/>
                    <a:pt x="76" y="30"/>
                    <a:pt x="132" y="30"/>
                  </a:cubicBezTo>
                  <a:cubicBezTo>
                    <a:pt x="189" y="30"/>
                    <a:pt x="235" y="76"/>
                    <a:pt x="235" y="133"/>
                  </a:cubicBezTo>
                  <a:cubicBezTo>
                    <a:pt x="235" y="189"/>
                    <a:pt x="189" y="235"/>
                    <a:pt x="132" y="235"/>
                  </a:cubicBezTo>
                  <a:moveTo>
                    <a:pt x="132" y="0"/>
                  </a:moveTo>
                  <a:cubicBezTo>
                    <a:pt x="59" y="0"/>
                    <a:pt x="0" y="60"/>
                    <a:pt x="0" y="133"/>
                  </a:cubicBezTo>
                  <a:cubicBezTo>
                    <a:pt x="0" y="206"/>
                    <a:pt x="59" y="265"/>
                    <a:pt x="132" y="265"/>
                  </a:cubicBezTo>
                  <a:cubicBezTo>
                    <a:pt x="205" y="265"/>
                    <a:pt x="264" y="206"/>
                    <a:pt x="264" y="133"/>
                  </a:cubicBezTo>
                  <a:cubicBezTo>
                    <a:pt x="264" y="60"/>
                    <a:pt x="205" y="0"/>
                    <a:pt x="132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Freeform 21"/>
            <p:cNvSpPr>
              <a:spLocks noEditPoints="1"/>
            </p:cNvSpPr>
            <p:nvPr>
              <p:custDataLst>
                <p:tags r:id="rId11"/>
              </p:custDataLst>
            </p:nvPr>
          </p:nvSpPr>
          <p:spPr bwMode="auto">
            <a:xfrm flipH="1">
              <a:off x="5081344" y="2806428"/>
              <a:ext cx="544141" cy="897907"/>
            </a:xfrm>
            <a:custGeom>
              <a:avLst/>
              <a:gdLst>
                <a:gd name="T0" fmla="*/ 76 w 221"/>
                <a:gd name="T1" fmla="*/ 315 h 365"/>
                <a:gd name="T2" fmla="*/ 110 w 221"/>
                <a:gd name="T3" fmla="*/ 186 h 365"/>
                <a:gd name="T4" fmla="*/ 171 w 221"/>
                <a:gd name="T5" fmla="*/ 289 h 365"/>
                <a:gd name="T6" fmla="*/ 97 w 221"/>
                <a:gd name="T7" fmla="*/ 145 h 365"/>
                <a:gd name="T8" fmla="*/ 70 w 221"/>
                <a:gd name="T9" fmla="*/ 174 h 365"/>
                <a:gd name="T10" fmla="*/ 23 w 221"/>
                <a:gd name="T11" fmla="*/ 186 h 365"/>
                <a:gd name="T12" fmla="*/ 24 w 221"/>
                <a:gd name="T13" fmla="*/ 226 h 365"/>
                <a:gd name="T14" fmla="*/ 0 w 221"/>
                <a:gd name="T15" fmla="*/ 268 h 365"/>
                <a:gd name="T16" fmla="*/ 29 w 221"/>
                <a:gd name="T17" fmla="*/ 296 h 365"/>
                <a:gd name="T18" fmla="*/ 42 w 221"/>
                <a:gd name="T19" fmla="*/ 342 h 365"/>
                <a:gd name="T20" fmla="*/ 82 w 221"/>
                <a:gd name="T21" fmla="*/ 341 h 365"/>
                <a:gd name="T22" fmla="*/ 118 w 221"/>
                <a:gd name="T23" fmla="*/ 346 h 365"/>
                <a:gd name="T24" fmla="*/ 156 w 221"/>
                <a:gd name="T25" fmla="*/ 356 h 365"/>
                <a:gd name="T26" fmla="*/ 180 w 221"/>
                <a:gd name="T27" fmla="*/ 314 h 365"/>
                <a:gd name="T28" fmla="*/ 214 w 221"/>
                <a:gd name="T29" fmla="*/ 294 h 365"/>
                <a:gd name="T30" fmla="*/ 201 w 221"/>
                <a:gd name="T31" fmla="*/ 247 h 365"/>
                <a:gd name="T32" fmla="*/ 211 w 221"/>
                <a:gd name="T33" fmla="*/ 209 h 365"/>
                <a:gd name="T34" fmla="*/ 169 w 221"/>
                <a:gd name="T35" fmla="*/ 186 h 365"/>
                <a:gd name="T36" fmla="*/ 149 w 221"/>
                <a:gd name="T37" fmla="*/ 151 h 365"/>
                <a:gd name="T38" fmla="*/ 110 w 221"/>
                <a:gd name="T39" fmla="*/ 164 h 365"/>
                <a:gd name="T40" fmla="*/ 97 w 221"/>
                <a:gd name="T41" fmla="*/ 145 h 365"/>
                <a:gd name="T42" fmla="*/ 74 w 221"/>
                <a:gd name="T43" fmla="*/ 116 h 365"/>
                <a:gd name="T44" fmla="*/ 97 w 221"/>
                <a:gd name="T45" fmla="*/ 27 h 365"/>
                <a:gd name="T46" fmla="*/ 138 w 221"/>
                <a:gd name="T47" fmla="*/ 98 h 365"/>
                <a:gd name="T48" fmla="*/ 88 w 221"/>
                <a:gd name="T49" fmla="*/ 0 h 365"/>
                <a:gd name="T50" fmla="*/ 70 w 221"/>
                <a:gd name="T51" fmla="*/ 19 h 365"/>
                <a:gd name="T52" fmla="*/ 38 w 221"/>
                <a:gd name="T53" fmla="*/ 28 h 365"/>
                <a:gd name="T54" fmla="*/ 39 w 221"/>
                <a:gd name="T55" fmla="*/ 55 h 365"/>
                <a:gd name="T56" fmla="*/ 22 w 221"/>
                <a:gd name="T57" fmla="*/ 83 h 365"/>
                <a:gd name="T58" fmla="*/ 42 w 221"/>
                <a:gd name="T59" fmla="*/ 102 h 365"/>
                <a:gd name="T60" fmla="*/ 50 w 221"/>
                <a:gd name="T61" fmla="*/ 134 h 365"/>
                <a:gd name="T62" fmla="*/ 78 w 221"/>
                <a:gd name="T63" fmla="*/ 133 h 365"/>
                <a:gd name="T64" fmla="*/ 102 w 221"/>
                <a:gd name="T65" fmla="*/ 136 h 365"/>
                <a:gd name="T66" fmla="*/ 128 w 221"/>
                <a:gd name="T67" fmla="*/ 143 h 365"/>
                <a:gd name="T68" fmla="*/ 144 w 221"/>
                <a:gd name="T69" fmla="*/ 114 h 365"/>
                <a:gd name="T70" fmla="*/ 168 w 221"/>
                <a:gd name="T71" fmla="*/ 101 h 365"/>
                <a:gd name="T72" fmla="*/ 159 w 221"/>
                <a:gd name="T73" fmla="*/ 69 h 365"/>
                <a:gd name="T74" fmla="*/ 166 w 221"/>
                <a:gd name="T75" fmla="*/ 43 h 365"/>
                <a:gd name="T76" fmla="*/ 137 w 221"/>
                <a:gd name="T77" fmla="*/ 27 h 365"/>
                <a:gd name="T78" fmla="*/ 123 w 221"/>
                <a:gd name="T79" fmla="*/ 4 h 365"/>
                <a:gd name="T80" fmla="*/ 97 w 221"/>
                <a:gd name="T81" fmla="*/ 13 h 365"/>
                <a:gd name="T82" fmla="*/ 88 w 221"/>
                <a:gd name="T83" fmla="*/ 0 h 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21" h="365">
                  <a:moveTo>
                    <a:pt x="110" y="324"/>
                  </a:moveTo>
                  <a:cubicBezTo>
                    <a:pt x="99" y="324"/>
                    <a:pt x="87" y="321"/>
                    <a:pt x="76" y="315"/>
                  </a:cubicBezTo>
                  <a:cubicBezTo>
                    <a:pt x="43" y="297"/>
                    <a:pt x="31" y="254"/>
                    <a:pt x="50" y="221"/>
                  </a:cubicBezTo>
                  <a:cubicBezTo>
                    <a:pt x="63" y="198"/>
                    <a:pt x="86" y="186"/>
                    <a:pt x="110" y="186"/>
                  </a:cubicBezTo>
                  <a:cubicBezTo>
                    <a:pt x="122" y="186"/>
                    <a:pt x="134" y="188"/>
                    <a:pt x="144" y="194"/>
                  </a:cubicBezTo>
                  <a:cubicBezTo>
                    <a:pt x="178" y="213"/>
                    <a:pt x="190" y="256"/>
                    <a:pt x="171" y="289"/>
                  </a:cubicBezTo>
                  <a:cubicBezTo>
                    <a:pt x="158" y="312"/>
                    <a:pt x="135" y="324"/>
                    <a:pt x="110" y="324"/>
                  </a:cubicBezTo>
                  <a:moveTo>
                    <a:pt x="97" y="145"/>
                  </a:moveTo>
                  <a:cubicBezTo>
                    <a:pt x="64" y="154"/>
                    <a:pt x="64" y="154"/>
                    <a:pt x="64" y="154"/>
                  </a:cubicBezTo>
                  <a:cubicBezTo>
                    <a:pt x="70" y="174"/>
                    <a:pt x="70" y="174"/>
                    <a:pt x="70" y="174"/>
                  </a:cubicBezTo>
                  <a:cubicBezTo>
                    <a:pt x="59" y="179"/>
                    <a:pt x="49" y="187"/>
                    <a:pt x="41" y="196"/>
                  </a:cubicBezTo>
                  <a:cubicBezTo>
                    <a:pt x="23" y="186"/>
                    <a:pt x="23" y="186"/>
                    <a:pt x="23" y="186"/>
                  </a:cubicBezTo>
                  <a:cubicBezTo>
                    <a:pt x="6" y="216"/>
                    <a:pt x="6" y="216"/>
                    <a:pt x="6" y="216"/>
                  </a:cubicBezTo>
                  <a:cubicBezTo>
                    <a:pt x="24" y="226"/>
                    <a:pt x="24" y="226"/>
                    <a:pt x="24" y="226"/>
                  </a:cubicBezTo>
                  <a:cubicBezTo>
                    <a:pt x="20" y="238"/>
                    <a:pt x="19" y="250"/>
                    <a:pt x="20" y="263"/>
                  </a:cubicBezTo>
                  <a:cubicBezTo>
                    <a:pt x="0" y="268"/>
                    <a:pt x="0" y="268"/>
                    <a:pt x="0" y="268"/>
                  </a:cubicBezTo>
                  <a:cubicBezTo>
                    <a:pt x="9" y="301"/>
                    <a:pt x="9" y="301"/>
                    <a:pt x="9" y="301"/>
                  </a:cubicBezTo>
                  <a:cubicBezTo>
                    <a:pt x="29" y="296"/>
                    <a:pt x="29" y="296"/>
                    <a:pt x="29" y="296"/>
                  </a:cubicBezTo>
                  <a:cubicBezTo>
                    <a:pt x="34" y="306"/>
                    <a:pt x="42" y="316"/>
                    <a:pt x="52" y="324"/>
                  </a:cubicBezTo>
                  <a:cubicBezTo>
                    <a:pt x="42" y="342"/>
                    <a:pt x="42" y="342"/>
                    <a:pt x="42" y="342"/>
                  </a:cubicBezTo>
                  <a:cubicBezTo>
                    <a:pt x="72" y="359"/>
                    <a:pt x="72" y="359"/>
                    <a:pt x="72" y="359"/>
                  </a:cubicBezTo>
                  <a:cubicBezTo>
                    <a:pt x="82" y="341"/>
                    <a:pt x="82" y="341"/>
                    <a:pt x="82" y="341"/>
                  </a:cubicBezTo>
                  <a:cubicBezTo>
                    <a:pt x="91" y="344"/>
                    <a:pt x="101" y="346"/>
                    <a:pt x="110" y="346"/>
                  </a:cubicBezTo>
                  <a:cubicBezTo>
                    <a:pt x="113" y="346"/>
                    <a:pt x="115" y="346"/>
                    <a:pt x="118" y="346"/>
                  </a:cubicBezTo>
                  <a:cubicBezTo>
                    <a:pt x="123" y="365"/>
                    <a:pt x="123" y="365"/>
                    <a:pt x="123" y="365"/>
                  </a:cubicBezTo>
                  <a:cubicBezTo>
                    <a:pt x="156" y="356"/>
                    <a:pt x="156" y="356"/>
                    <a:pt x="156" y="356"/>
                  </a:cubicBezTo>
                  <a:cubicBezTo>
                    <a:pt x="151" y="336"/>
                    <a:pt x="151" y="336"/>
                    <a:pt x="151" y="336"/>
                  </a:cubicBezTo>
                  <a:cubicBezTo>
                    <a:pt x="162" y="331"/>
                    <a:pt x="172" y="323"/>
                    <a:pt x="180" y="314"/>
                  </a:cubicBezTo>
                  <a:cubicBezTo>
                    <a:pt x="198" y="324"/>
                    <a:pt x="198" y="324"/>
                    <a:pt x="198" y="324"/>
                  </a:cubicBezTo>
                  <a:cubicBezTo>
                    <a:pt x="214" y="294"/>
                    <a:pt x="214" y="294"/>
                    <a:pt x="214" y="294"/>
                  </a:cubicBezTo>
                  <a:cubicBezTo>
                    <a:pt x="197" y="284"/>
                    <a:pt x="197" y="284"/>
                    <a:pt x="197" y="284"/>
                  </a:cubicBezTo>
                  <a:cubicBezTo>
                    <a:pt x="201" y="272"/>
                    <a:pt x="202" y="259"/>
                    <a:pt x="201" y="247"/>
                  </a:cubicBezTo>
                  <a:cubicBezTo>
                    <a:pt x="221" y="242"/>
                    <a:pt x="221" y="242"/>
                    <a:pt x="221" y="242"/>
                  </a:cubicBezTo>
                  <a:cubicBezTo>
                    <a:pt x="211" y="209"/>
                    <a:pt x="211" y="209"/>
                    <a:pt x="211" y="209"/>
                  </a:cubicBezTo>
                  <a:cubicBezTo>
                    <a:pt x="192" y="214"/>
                    <a:pt x="192" y="214"/>
                    <a:pt x="192" y="214"/>
                  </a:cubicBezTo>
                  <a:cubicBezTo>
                    <a:pt x="186" y="203"/>
                    <a:pt x="179" y="194"/>
                    <a:pt x="169" y="186"/>
                  </a:cubicBezTo>
                  <a:cubicBezTo>
                    <a:pt x="179" y="168"/>
                    <a:pt x="179" y="168"/>
                    <a:pt x="179" y="168"/>
                  </a:cubicBezTo>
                  <a:cubicBezTo>
                    <a:pt x="149" y="151"/>
                    <a:pt x="149" y="151"/>
                    <a:pt x="149" y="151"/>
                  </a:cubicBezTo>
                  <a:cubicBezTo>
                    <a:pt x="139" y="169"/>
                    <a:pt x="139" y="169"/>
                    <a:pt x="139" y="169"/>
                  </a:cubicBezTo>
                  <a:cubicBezTo>
                    <a:pt x="130" y="166"/>
                    <a:pt x="120" y="164"/>
                    <a:pt x="110" y="164"/>
                  </a:cubicBezTo>
                  <a:cubicBezTo>
                    <a:pt x="108" y="164"/>
                    <a:pt x="105" y="164"/>
                    <a:pt x="103" y="164"/>
                  </a:cubicBezTo>
                  <a:cubicBezTo>
                    <a:pt x="97" y="145"/>
                    <a:pt x="97" y="145"/>
                    <a:pt x="97" y="145"/>
                  </a:cubicBezTo>
                  <a:moveTo>
                    <a:pt x="97" y="122"/>
                  </a:moveTo>
                  <a:cubicBezTo>
                    <a:pt x="89" y="122"/>
                    <a:pt x="81" y="120"/>
                    <a:pt x="74" y="116"/>
                  </a:cubicBezTo>
                  <a:cubicBezTo>
                    <a:pt x="51" y="103"/>
                    <a:pt x="43" y="74"/>
                    <a:pt x="56" y="51"/>
                  </a:cubicBezTo>
                  <a:cubicBezTo>
                    <a:pt x="65" y="36"/>
                    <a:pt x="81" y="27"/>
                    <a:pt x="97" y="27"/>
                  </a:cubicBezTo>
                  <a:cubicBezTo>
                    <a:pt x="105" y="27"/>
                    <a:pt x="113" y="29"/>
                    <a:pt x="120" y="34"/>
                  </a:cubicBezTo>
                  <a:cubicBezTo>
                    <a:pt x="143" y="46"/>
                    <a:pt x="151" y="75"/>
                    <a:pt x="138" y="98"/>
                  </a:cubicBezTo>
                  <a:cubicBezTo>
                    <a:pt x="130" y="113"/>
                    <a:pt x="114" y="122"/>
                    <a:pt x="97" y="122"/>
                  </a:cubicBezTo>
                  <a:moveTo>
                    <a:pt x="88" y="0"/>
                  </a:moveTo>
                  <a:cubicBezTo>
                    <a:pt x="66" y="6"/>
                    <a:pt x="66" y="6"/>
                    <a:pt x="66" y="6"/>
                  </a:cubicBezTo>
                  <a:cubicBezTo>
                    <a:pt x="70" y="19"/>
                    <a:pt x="70" y="19"/>
                    <a:pt x="70" y="19"/>
                  </a:cubicBezTo>
                  <a:cubicBezTo>
                    <a:pt x="62" y="23"/>
                    <a:pt x="55" y="28"/>
                    <a:pt x="50" y="35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26" y="48"/>
                    <a:pt x="26" y="48"/>
                    <a:pt x="26" y="48"/>
                  </a:cubicBezTo>
                  <a:cubicBezTo>
                    <a:pt x="39" y="55"/>
                    <a:pt x="39" y="55"/>
                    <a:pt x="39" y="55"/>
                  </a:cubicBezTo>
                  <a:cubicBezTo>
                    <a:pt x="36" y="63"/>
                    <a:pt x="35" y="72"/>
                    <a:pt x="36" y="80"/>
                  </a:cubicBezTo>
                  <a:cubicBezTo>
                    <a:pt x="22" y="83"/>
                    <a:pt x="22" y="83"/>
                    <a:pt x="22" y="83"/>
                  </a:cubicBezTo>
                  <a:cubicBezTo>
                    <a:pt x="29" y="106"/>
                    <a:pt x="29" y="106"/>
                    <a:pt x="29" y="106"/>
                  </a:cubicBezTo>
                  <a:cubicBezTo>
                    <a:pt x="42" y="102"/>
                    <a:pt x="42" y="102"/>
                    <a:pt x="42" y="102"/>
                  </a:cubicBezTo>
                  <a:cubicBezTo>
                    <a:pt x="45" y="110"/>
                    <a:pt x="51" y="116"/>
                    <a:pt x="57" y="122"/>
                  </a:cubicBezTo>
                  <a:cubicBezTo>
                    <a:pt x="50" y="134"/>
                    <a:pt x="50" y="134"/>
                    <a:pt x="50" y="134"/>
                  </a:cubicBezTo>
                  <a:cubicBezTo>
                    <a:pt x="71" y="145"/>
                    <a:pt x="71" y="145"/>
                    <a:pt x="71" y="145"/>
                  </a:cubicBezTo>
                  <a:cubicBezTo>
                    <a:pt x="78" y="133"/>
                    <a:pt x="78" y="133"/>
                    <a:pt x="78" y="133"/>
                  </a:cubicBezTo>
                  <a:cubicBezTo>
                    <a:pt x="84" y="135"/>
                    <a:pt x="91" y="136"/>
                    <a:pt x="97" y="136"/>
                  </a:cubicBezTo>
                  <a:cubicBezTo>
                    <a:pt x="99" y="136"/>
                    <a:pt x="101" y="136"/>
                    <a:pt x="102" y="136"/>
                  </a:cubicBezTo>
                  <a:cubicBezTo>
                    <a:pt x="106" y="149"/>
                    <a:pt x="106" y="149"/>
                    <a:pt x="106" y="149"/>
                  </a:cubicBezTo>
                  <a:cubicBezTo>
                    <a:pt x="128" y="143"/>
                    <a:pt x="128" y="143"/>
                    <a:pt x="128" y="143"/>
                  </a:cubicBezTo>
                  <a:cubicBezTo>
                    <a:pt x="125" y="130"/>
                    <a:pt x="125" y="130"/>
                    <a:pt x="125" y="130"/>
                  </a:cubicBezTo>
                  <a:cubicBezTo>
                    <a:pt x="132" y="126"/>
                    <a:pt x="139" y="121"/>
                    <a:pt x="144" y="114"/>
                  </a:cubicBezTo>
                  <a:cubicBezTo>
                    <a:pt x="156" y="121"/>
                    <a:pt x="156" y="121"/>
                    <a:pt x="156" y="121"/>
                  </a:cubicBezTo>
                  <a:cubicBezTo>
                    <a:pt x="168" y="101"/>
                    <a:pt x="168" y="101"/>
                    <a:pt x="168" y="101"/>
                  </a:cubicBezTo>
                  <a:cubicBezTo>
                    <a:pt x="156" y="94"/>
                    <a:pt x="156" y="94"/>
                    <a:pt x="156" y="94"/>
                  </a:cubicBezTo>
                  <a:cubicBezTo>
                    <a:pt x="158" y="86"/>
                    <a:pt x="159" y="78"/>
                    <a:pt x="159" y="69"/>
                  </a:cubicBezTo>
                  <a:cubicBezTo>
                    <a:pt x="172" y="66"/>
                    <a:pt x="172" y="66"/>
                    <a:pt x="172" y="66"/>
                  </a:cubicBezTo>
                  <a:cubicBezTo>
                    <a:pt x="166" y="43"/>
                    <a:pt x="166" y="43"/>
                    <a:pt x="166" y="43"/>
                  </a:cubicBezTo>
                  <a:cubicBezTo>
                    <a:pt x="152" y="47"/>
                    <a:pt x="152" y="47"/>
                    <a:pt x="152" y="47"/>
                  </a:cubicBezTo>
                  <a:cubicBezTo>
                    <a:pt x="149" y="40"/>
                    <a:pt x="144" y="33"/>
                    <a:pt x="137" y="27"/>
                  </a:cubicBezTo>
                  <a:cubicBezTo>
                    <a:pt x="144" y="15"/>
                    <a:pt x="144" y="15"/>
                    <a:pt x="144" y="15"/>
                  </a:cubicBezTo>
                  <a:cubicBezTo>
                    <a:pt x="123" y="4"/>
                    <a:pt x="123" y="4"/>
                    <a:pt x="123" y="4"/>
                  </a:cubicBezTo>
                  <a:cubicBezTo>
                    <a:pt x="117" y="16"/>
                    <a:pt x="117" y="16"/>
                    <a:pt x="117" y="16"/>
                  </a:cubicBezTo>
                  <a:cubicBezTo>
                    <a:pt x="110" y="14"/>
                    <a:pt x="104" y="13"/>
                    <a:pt x="97" y="13"/>
                  </a:cubicBezTo>
                  <a:cubicBezTo>
                    <a:pt x="95" y="13"/>
                    <a:pt x="94" y="13"/>
                    <a:pt x="92" y="13"/>
                  </a:cubicBezTo>
                  <a:cubicBezTo>
                    <a:pt x="88" y="0"/>
                    <a:pt x="88" y="0"/>
                    <a:pt x="88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Freeform 22"/>
            <p:cNvSpPr>
              <a:spLocks noEditPoints="1"/>
            </p:cNvSpPr>
            <p:nvPr>
              <p:custDataLst>
                <p:tags r:id="rId12"/>
              </p:custDataLst>
            </p:nvPr>
          </p:nvSpPr>
          <p:spPr bwMode="auto">
            <a:xfrm flipH="1">
              <a:off x="6821866" y="3077928"/>
              <a:ext cx="575620" cy="598106"/>
            </a:xfrm>
            <a:custGeom>
              <a:avLst/>
              <a:gdLst>
                <a:gd name="T0" fmla="*/ 117 w 234"/>
                <a:gd name="T1" fmla="*/ 89 h 243"/>
                <a:gd name="T2" fmla="*/ 85 w 234"/>
                <a:gd name="T3" fmla="*/ 121 h 243"/>
                <a:gd name="T4" fmla="*/ 117 w 234"/>
                <a:gd name="T5" fmla="*/ 153 h 243"/>
                <a:gd name="T6" fmla="*/ 149 w 234"/>
                <a:gd name="T7" fmla="*/ 121 h 243"/>
                <a:gd name="T8" fmla="*/ 117 w 234"/>
                <a:gd name="T9" fmla="*/ 89 h 243"/>
                <a:gd name="T10" fmla="*/ 90 w 234"/>
                <a:gd name="T11" fmla="*/ 7 h 243"/>
                <a:gd name="T12" fmla="*/ 0 w 234"/>
                <a:gd name="T13" fmla="*/ 121 h 243"/>
                <a:gd name="T14" fmla="*/ 34 w 234"/>
                <a:gd name="T15" fmla="*/ 204 h 243"/>
                <a:gd name="T16" fmla="*/ 44 w 234"/>
                <a:gd name="T17" fmla="*/ 213 h 243"/>
                <a:gd name="T18" fmla="*/ 33 w 234"/>
                <a:gd name="T19" fmla="*/ 243 h 243"/>
                <a:gd name="T20" fmla="*/ 117 w 234"/>
                <a:gd name="T21" fmla="*/ 232 h 243"/>
                <a:gd name="T22" fmla="*/ 60 w 234"/>
                <a:gd name="T23" fmla="*/ 169 h 243"/>
                <a:gd name="T24" fmla="*/ 49 w 234"/>
                <a:gd name="T25" fmla="*/ 200 h 243"/>
                <a:gd name="T26" fmla="*/ 44 w 234"/>
                <a:gd name="T27" fmla="*/ 194 h 243"/>
                <a:gd name="T28" fmla="*/ 13 w 234"/>
                <a:gd name="T29" fmla="*/ 121 h 243"/>
                <a:gd name="T30" fmla="*/ 94 w 234"/>
                <a:gd name="T31" fmla="*/ 21 h 243"/>
                <a:gd name="T32" fmla="*/ 90 w 234"/>
                <a:gd name="T33" fmla="*/ 7 h 243"/>
                <a:gd name="T34" fmla="*/ 200 w 234"/>
                <a:gd name="T35" fmla="*/ 0 h 243"/>
                <a:gd name="T36" fmla="*/ 117 w 234"/>
                <a:gd name="T37" fmla="*/ 11 h 243"/>
                <a:gd name="T38" fmla="*/ 173 w 234"/>
                <a:gd name="T39" fmla="*/ 73 h 243"/>
                <a:gd name="T40" fmla="*/ 184 w 234"/>
                <a:gd name="T41" fmla="*/ 43 h 243"/>
                <a:gd name="T42" fmla="*/ 220 w 234"/>
                <a:gd name="T43" fmla="*/ 121 h 243"/>
                <a:gd name="T44" fmla="*/ 190 w 234"/>
                <a:gd name="T45" fmla="*/ 194 h 243"/>
                <a:gd name="T46" fmla="*/ 140 w 234"/>
                <a:gd name="T47" fmla="*/ 222 h 243"/>
                <a:gd name="T48" fmla="*/ 143 w 234"/>
                <a:gd name="T49" fmla="*/ 235 h 243"/>
                <a:gd name="T50" fmla="*/ 200 w 234"/>
                <a:gd name="T51" fmla="*/ 204 h 243"/>
                <a:gd name="T52" fmla="*/ 234 w 234"/>
                <a:gd name="T53" fmla="*/ 121 h 243"/>
                <a:gd name="T54" fmla="*/ 189 w 234"/>
                <a:gd name="T55" fmla="*/ 29 h 243"/>
                <a:gd name="T56" fmla="*/ 200 w 234"/>
                <a:gd name="T57" fmla="*/ 0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34" h="243">
                  <a:moveTo>
                    <a:pt x="117" y="89"/>
                  </a:moveTo>
                  <a:cubicBezTo>
                    <a:pt x="99" y="89"/>
                    <a:pt x="85" y="104"/>
                    <a:pt x="85" y="121"/>
                  </a:cubicBezTo>
                  <a:cubicBezTo>
                    <a:pt x="85" y="139"/>
                    <a:pt x="99" y="153"/>
                    <a:pt x="117" y="153"/>
                  </a:cubicBezTo>
                  <a:cubicBezTo>
                    <a:pt x="135" y="153"/>
                    <a:pt x="149" y="139"/>
                    <a:pt x="149" y="121"/>
                  </a:cubicBezTo>
                  <a:cubicBezTo>
                    <a:pt x="149" y="104"/>
                    <a:pt x="135" y="89"/>
                    <a:pt x="117" y="89"/>
                  </a:cubicBezTo>
                  <a:moveTo>
                    <a:pt x="90" y="7"/>
                  </a:moveTo>
                  <a:cubicBezTo>
                    <a:pt x="38" y="19"/>
                    <a:pt x="0" y="66"/>
                    <a:pt x="0" y="121"/>
                  </a:cubicBezTo>
                  <a:cubicBezTo>
                    <a:pt x="0" y="153"/>
                    <a:pt x="12" y="182"/>
                    <a:pt x="34" y="204"/>
                  </a:cubicBezTo>
                  <a:cubicBezTo>
                    <a:pt x="37" y="207"/>
                    <a:pt x="41" y="210"/>
                    <a:pt x="44" y="213"/>
                  </a:cubicBezTo>
                  <a:cubicBezTo>
                    <a:pt x="33" y="243"/>
                    <a:pt x="33" y="243"/>
                    <a:pt x="33" y="243"/>
                  </a:cubicBezTo>
                  <a:cubicBezTo>
                    <a:pt x="117" y="232"/>
                    <a:pt x="117" y="232"/>
                    <a:pt x="117" y="232"/>
                  </a:cubicBezTo>
                  <a:cubicBezTo>
                    <a:pt x="60" y="169"/>
                    <a:pt x="60" y="169"/>
                    <a:pt x="60" y="169"/>
                  </a:cubicBezTo>
                  <a:cubicBezTo>
                    <a:pt x="49" y="200"/>
                    <a:pt x="49" y="200"/>
                    <a:pt x="49" y="200"/>
                  </a:cubicBezTo>
                  <a:cubicBezTo>
                    <a:pt x="47" y="198"/>
                    <a:pt x="46" y="196"/>
                    <a:pt x="44" y="194"/>
                  </a:cubicBezTo>
                  <a:cubicBezTo>
                    <a:pt x="24" y="175"/>
                    <a:pt x="13" y="149"/>
                    <a:pt x="13" y="121"/>
                  </a:cubicBezTo>
                  <a:cubicBezTo>
                    <a:pt x="13" y="72"/>
                    <a:pt x="48" y="31"/>
                    <a:pt x="94" y="21"/>
                  </a:cubicBezTo>
                  <a:cubicBezTo>
                    <a:pt x="90" y="7"/>
                    <a:pt x="90" y="7"/>
                    <a:pt x="90" y="7"/>
                  </a:cubicBezTo>
                  <a:moveTo>
                    <a:pt x="200" y="0"/>
                  </a:moveTo>
                  <a:cubicBezTo>
                    <a:pt x="117" y="11"/>
                    <a:pt x="117" y="11"/>
                    <a:pt x="117" y="11"/>
                  </a:cubicBezTo>
                  <a:cubicBezTo>
                    <a:pt x="173" y="73"/>
                    <a:pt x="173" y="73"/>
                    <a:pt x="173" y="73"/>
                  </a:cubicBezTo>
                  <a:cubicBezTo>
                    <a:pt x="184" y="43"/>
                    <a:pt x="184" y="43"/>
                    <a:pt x="184" y="43"/>
                  </a:cubicBezTo>
                  <a:cubicBezTo>
                    <a:pt x="206" y="62"/>
                    <a:pt x="220" y="90"/>
                    <a:pt x="220" y="121"/>
                  </a:cubicBezTo>
                  <a:cubicBezTo>
                    <a:pt x="220" y="149"/>
                    <a:pt x="209" y="175"/>
                    <a:pt x="190" y="194"/>
                  </a:cubicBezTo>
                  <a:cubicBezTo>
                    <a:pt x="176" y="208"/>
                    <a:pt x="159" y="218"/>
                    <a:pt x="140" y="222"/>
                  </a:cubicBezTo>
                  <a:cubicBezTo>
                    <a:pt x="143" y="235"/>
                    <a:pt x="143" y="235"/>
                    <a:pt x="143" y="235"/>
                  </a:cubicBezTo>
                  <a:cubicBezTo>
                    <a:pt x="164" y="231"/>
                    <a:pt x="184" y="220"/>
                    <a:pt x="200" y="204"/>
                  </a:cubicBezTo>
                  <a:cubicBezTo>
                    <a:pt x="222" y="182"/>
                    <a:pt x="234" y="153"/>
                    <a:pt x="234" y="121"/>
                  </a:cubicBezTo>
                  <a:cubicBezTo>
                    <a:pt x="234" y="84"/>
                    <a:pt x="216" y="51"/>
                    <a:pt x="189" y="29"/>
                  </a:cubicBezTo>
                  <a:cubicBezTo>
                    <a:pt x="200" y="0"/>
                    <a:pt x="200" y="0"/>
                    <a:pt x="200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Freeform 23"/>
            <p:cNvSpPr>
              <a:spLocks noEditPoints="1"/>
            </p:cNvSpPr>
            <p:nvPr>
              <p:custDataLst>
                <p:tags r:id="rId13"/>
              </p:custDataLst>
            </p:nvPr>
          </p:nvSpPr>
          <p:spPr bwMode="auto">
            <a:xfrm flipH="1">
              <a:off x="6561256" y="4575991"/>
              <a:ext cx="586113" cy="665560"/>
            </a:xfrm>
            <a:custGeom>
              <a:avLst/>
              <a:gdLst>
                <a:gd name="T0" fmla="*/ 122 w 238"/>
                <a:gd name="T1" fmla="*/ 76 h 270"/>
                <a:gd name="T2" fmla="*/ 116 w 238"/>
                <a:gd name="T3" fmla="*/ 76 h 270"/>
                <a:gd name="T4" fmla="*/ 116 w 238"/>
                <a:gd name="T5" fmla="*/ 150 h 270"/>
                <a:gd name="T6" fmla="*/ 110 w 238"/>
                <a:gd name="T7" fmla="*/ 156 h 270"/>
                <a:gd name="T8" fmla="*/ 114 w 238"/>
                <a:gd name="T9" fmla="*/ 160 h 270"/>
                <a:gd name="T10" fmla="*/ 116 w 238"/>
                <a:gd name="T11" fmla="*/ 158 h 270"/>
                <a:gd name="T12" fmla="*/ 116 w 238"/>
                <a:gd name="T13" fmla="*/ 166 h 270"/>
                <a:gd name="T14" fmla="*/ 122 w 238"/>
                <a:gd name="T15" fmla="*/ 166 h 270"/>
                <a:gd name="T16" fmla="*/ 122 w 238"/>
                <a:gd name="T17" fmla="*/ 152 h 270"/>
                <a:gd name="T18" fmla="*/ 163 w 238"/>
                <a:gd name="T19" fmla="*/ 111 h 270"/>
                <a:gd name="T20" fmla="*/ 160 w 238"/>
                <a:gd name="T21" fmla="*/ 107 h 270"/>
                <a:gd name="T22" fmla="*/ 122 w 238"/>
                <a:gd name="T23" fmla="*/ 144 h 270"/>
                <a:gd name="T24" fmla="*/ 122 w 238"/>
                <a:gd name="T25" fmla="*/ 76 h 270"/>
                <a:gd name="T26" fmla="*/ 116 w 238"/>
                <a:gd name="T27" fmla="*/ 70 h 270"/>
                <a:gd name="T28" fmla="*/ 122 w 238"/>
                <a:gd name="T29" fmla="*/ 70 h 270"/>
                <a:gd name="T30" fmla="*/ 122 w 238"/>
                <a:gd name="T31" fmla="*/ 48 h 270"/>
                <a:gd name="T32" fmla="*/ 189 w 238"/>
                <a:gd name="T33" fmla="*/ 76 h 270"/>
                <a:gd name="T34" fmla="*/ 174 w 238"/>
                <a:gd name="T35" fmla="*/ 92 h 270"/>
                <a:gd name="T36" fmla="*/ 179 w 238"/>
                <a:gd name="T37" fmla="*/ 96 h 270"/>
                <a:gd name="T38" fmla="*/ 194 w 238"/>
                <a:gd name="T39" fmla="*/ 81 h 270"/>
                <a:gd name="T40" fmla="*/ 222 w 238"/>
                <a:gd name="T41" fmla="*/ 148 h 270"/>
                <a:gd name="T42" fmla="*/ 200 w 238"/>
                <a:gd name="T43" fmla="*/ 148 h 270"/>
                <a:gd name="T44" fmla="*/ 200 w 238"/>
                <a:gd name="T45" fmla="*/ 154 h 270"/>
                <a:gd name="T46" fmla="*/ 222 w 238"/>
                <a:gd name="T47" fmla="*/ 154 h 270"/>
                <a:gd name="T48" fmla="*/ 194 w 238"/>
                <a:gd name="T49" fmla="*/ 221 h 270"/>
                <a:gd name="T50" fmla="*/ 179 w 238"/>
                <a:gd name="T51" fmla="*/ 206 h 270"/>
                <a:gd name="T52" fmla="*/ 174 w 238"/>
                <a:gd name="T53" fmla="*/ 210 h 270"/>
                <a:gd name="T54" fmla="*/ 189 w 238"/>
                <a:gd name="T55" fmla="*/ 226 h 270"/>
                <a:gd name="T56" fmla="*/ 122 w 238"/>
                <a:gd name="T57" fmla="*/ 254 h 270"/>
                <a:gd name="T58" fmla="*/ 122 w 238"/>
                <a:gd name="T59" fmla="*/ 232 h 270"/>
                <a:gd name="T60" fmla="*/ 116 w 238"/>
                <a:gd name="T61" fmla="*/ 232 h 270"/>
                <a:gd name="T62" fmla="*/ 116 w 238"/>
                <a:gd name="T63" fmla="*/ 254 h 270"/>
                <a:gd name="T64" fmla="*/ 49 w 238"/>
                <a:gd name="T65" fmla="*/ 226 h 270"/>
                <a:gd name="T66" fmla="*/ 64 w 238"/>
                <a:gd name="T67" fmla="*/ 210 h 270"/>
                <a:gd name="T68" fmla="*/ 60 w 238"/>
                <a:gd name="T69" fmla="*/ 206 h 270"/>
                <a:gd name="T70" fmla="*/ 44 w 238"/>
                <a:gd name="T71" fmla="*/ 221 h 270"/>
                <a:gd name="T72" fmla="*/ 17 w 238"/>
                <a:gd name="T73" fmla="*/ 154 h 270"/>
                <a:gd name="T74" fmla="*/ 38 w 238"/>
                <a:gd name="T75" fmla="*/ 154 h 270"/>
                <a:gd name="T76" fmla="*/ 38 w 238"/>
                <a:gd name="T77" fmla="*/ 148 h 270"/>
                <a:gd name="T78" fmla="*/ 17 w 238"/>
                <a:gd name="T79" fmla="*/ 148 h 270"/>
                <a:gd name="T80" fmla="*/ 44 w 238"/>
                <a:gd name="T81" fmla="*/ 81 h 270"/>
                <a:gd name="T82" fmla="*/ 60 w 238"/>
                <a:gd name="T83" fmla="*/ 96 h 270"/>
                <a:gd name="T84" fmla="*/ 64 w 238"/>
                <a:gd name="T85" fmla="*/ 92 h 270"/>
                <a:gd name="T86" fmla="*/ 49 w 238"/>
                <a:gd name="T87" fmla="*/ 76 h 270"/>
                <a:gd name="T88" fmla="*/ 116 w 238"/>
                <a:gd name="T89" fmla="*/ 48 h 270"/>
                <a:gd name="T90" fmla="*/ 116 w 238"/>
                <a:gd name="T91" fmla="*/ 70 h 270"/>
                <a:gd name="T92" fmla="*/ 147 w 238"/>
                <a:gd name="T93" fmla="*/ 0 h 270"/>
                <a:gd name="T94" fmla="*/ 91 w 238"/>
                <a:gd name="T95" fmla="*/ 0 h 270"/>
                <a:gd name="T96" fmla="*/ 91 w 238"/>
                <a:gd name="T97" fmla="*/ 23 h 270"/>
                <a:gd name="T98" fmla="*/ 112 w 238"/>
                <a:gd name="T99" fmla="*/ 23 h 270"/>
                <a:gd name="T100" fmla="*/ 112 w 238"/>
                <a:gd name="T101" fmla="*/ 32 h 270"/>
                <a:gd name="T102" fmla="*/ 0 w 238"/>
                <a:gd name="T103" fmla="*/ 151 h 270"/>
                <a:gd name="T104" fmla="*/ 119 w 238"/>
                <a:gd name="T105" fmla="*/ 270 h 270"/>
                <a:gd name="T106" fmla="*/ 238 w 238"/>
                <a:gd name="T107" fmla="*/ 151 h 270"/>
                <a:gd name="T108" fmla="*/ 126 w 238"/>
                <a:gd name="T109" fmla="*/ 32 h 270"/>
                <a:gd name="T110" fmla="*/ 126 w 238"/>
                <a:gd name="T111" fmla="*/ 23 h 270"/>
                <a:gd name="T112" fmla="*/ 147 w 238"/>
                <a:gd name="T113" fmla="*/ 23 h 270"/>
                <a:gd name="T114" fmla="*/ 147 w 238"/>
                <a:gd name="T115" fmla="*/ 0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38" h="270">
                  <a:moveTo>
                    <a:pt x="122" y="76"/>
                  </a:moveTo>
                  <a:cubicBezTo>
                    <a:pt x="116" y="76"/>
                    <a:pt x="116" y="76"/>
                    <a:pt x="116" y="76"/>
                  </a:cubicBezTo>
                  <a:cubicBezTo>
                    <a:pt x="116" y="150"/>
                    <a:pt x="116" y="150"/>
                    <a:pt x="116" y="150"/>
                  </a:cubicBezTo>
                  <a:cubicBezTo>
                    <a:pt x="110" y="156"/>
                    <a:pt x="110" y="156"/>
                    <a:pt x="110" y="156"/>
                  </a:cubicBezTo>
                  <a:cubicBezTo>
                    <a:pt x="114" y="160"/>
                    <a:pt x="114" y="160"/>
                    <a:pt x="114" y="160"/>
                  </a:cubicBezTo>
                  <a:cubicBezTo>
                    <a:pt x="116" y="158"/>
                    <a:pt x="116" y="158"/>
                    <a:pt x="116" y="158"/>
                  </a:cubicBezTo>
                  <a:cubicBezTo>
                    <a:pt x="116" y="166"/>
                    <a:pt x="116" y="166"/>
                    <a:pt x="116" y="166"/>
                  </a:cubicBezTo>
                  <a:cubicBezTo>
                    <a:pt x="122" y="166"/>
                    <a:pt x="122" y="166"/>
                    <a:pt x="122" y="166"/>
                  </a:cubicBezTo>
                  <a:cubicBezTo>
                    <a:pt x="122" y="152"/>
                    <a:pt x="122" y="152"/>
                    <a:pt x="122" y="152"/>
                  </a:cubicBezTo>
                  <a:cubicBezTo>
                    <a:pt x="163" y="111"/>
                    <a:pt x="163" y="111"/>
                    <a:pt x="163" y="111"/>
                  </a:cubicBezTo>
                  <a:cubicBezTo>
                    <a:pt x="160" y="107"/>
                    <a:pt x="160" y="107"/>
                    <a:pt x="160" y="107"/>
                  </a:cubicBezTo>
                  <a:cubicBezTo>
                    <a:pt x="122" y="144"/>
                    <a:pt x="122" y="144"/>
                    <a:pt x="122" y="144"/>
                  </a:cubicBezTo>
                  <a:cubicBezTo>
                    <a:pt x="122" y="76"/>
                    <a:pt x="122" y="76"/>
                    <a:pt x="122" y="76"/>
                  </a:cubicBezTo>
                  <a:moveTo>
                    <a:pt x="116" y="70"/>
                  </a:moveTo>
                  <a:cubicBezTo>
                    <a:pt x="122" y="70"/>
                    <a:pt x="122" y="70"/>
                    <a:pt x="122" y="70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48" y="49"/>
                    <a:pt x="172" y="60"/>
                    <a:pt x="189" y="76"/>
                  </a:cubicBezTo>
                  <a:cubicBezTo>
                    <a:pt x="174" y="92"/>
                    <a:pt x="174" y="92"/>
                    <a:pt x="174" y="92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94" y="81"/>
                    <a:pt x="194" y="81"/>
                    <a:pt x="194" y="81"/>
                  </a:cubicBezTo>
                  <a:cubicBezTo>
                    <a:pt x="210" y="98"/>
                    <a:pt x="221" y="122"/>
                    <a:pt x="222" y="148"/>
                  </a:cubicBezTo>
                  <a:cubicBezTo>
                    <a:pt x="200" y="148"/>
                    <a:pt x="200" y="148"/>
                    <a:pt x="200" y="148"/>
                  </a:cubicBezTo>
                  <a:cubicBezTo>
                    <a:pt x="200" y="154"/>
                    <a:pt x="200" y="154"/>
                    <a:pt x="200" y="154"/>
                  </a:cubicBezTo>
                  <a:cubicBezTo>
                    <a:pt x="222" y="154"/>
                    <a:pt x="222" y="154"/>
                    <a:pt x="222" y="154"/>
                  </a:cubicBezTo>
                  <a:cubicBezTo>
                    <a:pt x="221" y="180"/>
                    <a:pt x="210" y="204"/>
                    <a:pt x="194" y="221"/>
                  </a:cubicBezTo>
                  <a:cubicBezTo>
                    <a:pt x="179" y="206"/>
                    <a:pt x="179" y="206"/>
                    <a:pt x="179" y="206"/>
                  </a:cubicBezTo>
                  <a:cubicBezTo>
                    <a:pt x="174" y="210"/>
                    <a:pt x="174" y="210"/>
                    <a:pt x="174" y="210"/>
                  </a:cubicBezTo>
                  <a:cubicBezTo>
                    <a:pt x="189" y="226"/>
                    <a:pt x="189" y="226"/>
                    <a:pt x="189" y="226"/>
                  </a:cubicBezTo>
                  <a:cubicBezTo>
                    <a:pt x="172" y="242"/>
                    <a:pt x="148" y="253"/>
                    <a:pt x="122" y="254"/>
                  </a:cubicBezTo>
                  <a:cubicBezTo>
                    <a:pt x="122" y="232"/>
                    <a:pt x="122" y="232"/>
                    <a:pt x="122" y="232"/>
                  </a:cubicBezTo>
                  <a:cubicBezTo>
                    <a:pt x="116" y="232"/>
                    <a:pt x="116" y="232"/>
                    <a:pt x="116" y="232"/>
                  </a:cubicBezTo>
                  <a:cubicBezTo>
                    <a:pt x="116" y="254"/>
                    <a:pt x="116" y="254"/>
                    <a:pt x="116" y="254"/>
                  </a:cubicBezTo>
                  <a:cubicBezTo>
                    <a:pt x="90" y="253"/>
                    <a:pt x="67" y="242"/>
                    <a:pt x="49" y="226"/>
                  </a:cubicBezTo>
                  <a:cubicBezTo>
                    <a:pt x="64" y="210"/>
                    <a:pt x="64" y="210"/>
                    <a:pt x="64" y="210"/>
                  </a:cubicBezTo>
                  <a:cubicBezTo>
                    <a:pt x="60" y="206"/>
                    <a:pt x="60" y="206"/>
                    <a:pt x="60" y="206"/>
                  </a:cubicBezTo>
                  <a:cubicBezTo>
                    <a:pt x="44" y="221"/>
                    <a:pt x="44" y="221"/>
                    <a:pt x="44" y="221"/>
                  </a:cubicBezTo>
                  <a:cubicBezTo>
                    <a:pt x="28" y="204"/>
                    <a:pt x="17" y="180"/>
                    <a:pt x="17" y="154"/>
                  </a:cubicBezTo>
                  <a:cubicBezTo>
                    <a:pt x="38" y="154"/>
                    <a:pt x="38" y="154"/>
                    <a:pt x="38" y="154"/>
                  </a:cubicBezTo>
                  <a:cubicBezTo>
                    <a:pt x="38" y="148"/>
                    <a:pt x="38" y="148"/>
                    <a:pt x="38" y="148"/>
                  </a:cubicBezTo>
                  <a:cubicBezTo>
                    <a:pt x="17" y="148"/>
                    <a:pt x="17" y="148"/>
                    <a:pt x="17" y="148"/>
                  </a:cubicBezTo>
                  <a:cubicBezTo>
                    <a:pt x="17" y="122"/>
                    <a:pt x="28" y="98"/>
                    <a:pt x="44" y="81"/>
                  </a:cubicBezTo>
                  <a:cubicBezTo>
                    <a:pt x="60" y="96"/>
                    <a:pt x="60" y="96"/>
                    <a:pt x="60" y="96"/>
                  </a:cubicBezTo>
                  <a:cubicBezTo>
                    <a:pt x="64" y="92"/>
                    <a:pt x="64" y="92"/>
                    <a:pt x="64" y="92"/>
                  </a:cubicBezTo>
                  <a:cubicBezTo>
                    <a:pt x="49" y="76"/>
                    <a:pt x="49" y="76"/>
                    <a:pt x="49" y="76"/>
                  </a:cubicBezTo>
                  <a:cubicBezTo>
                    <a:pt x="67" y="60"/>
                    <a:pt x="90" y="49"/>
                    <a:pt x="116" y="48"/>
                  </a:cubicBezTo>
                  <a:cubicBezTo>
                    <a:pt x="116" y="70"/>
                    <a:pt x="116" y="70"/>
                    <a:pt x="116" y="70"/>
                  </a:cubicBezTo>
                  <a:moveTo>
                    <a:pt x="147" y="0"/>
                  </a:moveTo>
                  <a:cubicBezTo>
                    <a:pt x="91" y="0"/>
                    <a:pt x="91" y="0"/>
                    <a:pt x="91" y="0"/>
                  </a:cubicBezTo>
                  <a:cubicBezTo>
                    <a:pt x="91" y="23"/>
                    <a:pt x="91" y="23"/>
                    <a:pt x="91" y="23"/>
                  </a:cubicBezTo>
                  <a:cubicBezTo>
                    <a:pt x="112" y="23"/>
                    <a:pt x="112" y="23"/>
                    <a:pt x="112" y="23"/>
                  </a:cubicBezTo>
                  <a:cubicBezTo>
                    <a:pt x="112" y="32"/>
                    <a:pt x="112" y="32"/>
                    <a:pt x="112" y="32"/>
                  </a:cubicBezTo>
                  <a:cubicBezTo>
                    <a:pt x="50" y="36"/>
                    <a:pt x="0" y="88"/>
                    <a:pt x="0" y="151"/>
                  </a:cubicBezTo>
                  <a:cubicBezTo>
                    <a:pt x="0" y="217"/>
                    <a:pt x="54" y="270"/>
                    <a:pt x="119" y="270"/>
                  </a:cubicBezTo>
                  <a:cubicBezTo>
                    <a:pt x="185" y="270"/>
                    <a:pt x="238" y="217"/>
                    <a:pt x="238" y="151"/>
                  </a:cubicBezTo>
                  <a:cubicBezTo>
                    <a:pt x="238" y="88"/>
                    <a:pt x="189" y="36"/>
                    <a:pt x="126" y="32"/>
                  </a:cubicBezTo>
                  <a:cubicBezTo>
                    <a:pt x="126" y="23"/>
                    <a:pt x="126" y="23"/>
                    <a:pt x="126" y="23"/>
                  </a:cubicBezTo>
                  <a:cubicBezTo>
                    <a:pt x="147" y="23"/>
                    <a:pt x="147" y="23"/>
                    <a:pt x="147" y="23"/>
                  </a:cubicBezTo>
                  <a:cubicBezTo>
                    <a:pt x="147" y="0"/>
                    <a:pt x="147" y="0"/>
                    <a:pt x="147" y="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5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7" name="TextBox 8"/>
          <p:cNvSpPr txBox="1"/>
          <p:nvPr>
            <p:custDataLst>
              <p:tags r:id="rId2"/>
            </p:custDataLst>
          </p:nvPr>
        </p:nvSpPr>
        <p:spPr>
          <a:xfrm>
            <a:off x="883831" y="1731316"/>
            <a:ext cx="167142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考察调研：</a:t>
            </a:r>
          </a:p>
        </p:txBody>
      </p:sp>
      <p:sp>
        <p:nvSpPr>
          <p:cNvPr id="18" name="TextBox 9"/>
          <p:cNvSpPr txBox="1"/>
          <p:nvPr>
            <p:custDataLst>
              <p:tags r:id="rId3"/>
            </p:custDataLst>
          </p:nvPr>
        </p:nvSpPr>
        <p:spPr>
          <a:xfrm>
            <a:off x="852862" y="2081613"/>
            <a:ext cx="2097413" cy="1436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小组成员考察</a:t>
            </a:r>
            <a:r>
              <a:rPr lang="en-US" altLang="zh-CN" sz="15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《</a:t>
            </a:r>
            <a:r>
              <a:rPr lang="zh-CN" altLang="en-US" sz="15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搭把手回收</a:t>
            </a:r>
            <a:r>
              <a:rPr lang="en-US" altLang="zh-CN" sz="15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》</a:t>
            </a:r>
            <a:r>
              <a:rPr lang="zh-CN" altLang="en-US" sz="15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、</a:t>
            </a:r>
            <a:r>
              <a:rPr lang="en-US" altLang="zh-CN" sz="15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《</a:t>
            </a:r>
            <a:r>
              <a:rPr lang="zh-CN" altLang="en-US" sz="15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本地收废品</a:t>
            </a:r>
            <a:r>
              <a:rPr lang="en-US" altLang="zh-CN" sz="15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》</a:t>
            </a:r>
            <a:r>
              <a:rPr lang="zh-CN" altLang="en-US" sz="15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、</a:t>
            </a:r>
            <a:r>
              <a:rPr lang="en-US" altLang="zh-CN" sz="15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《</a:t>
            </a:r>
            <a:r>
              <a:rPr lang="zh-CN" altLang="en-US" sz="15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爱回收</a:t>
            </a:r>
            <a:r>
              <a:rPr lang="en-US" altLang="zh-CN" sz="15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》</a:t>
            </a:r>
            <a:r>
              <a:rPr lang="zh-CN" altLang="en-US" sz="15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等多个回收类微信小程序</a:t>
            </a:r>
          </a:p>
        </p:txBody>
      </p:sp>
      <p:sp>
        <p:nvSpPr>
          <p:cNvPr id="21" name="TextBox 8"/>
          <p:cNvSpPr txBox="1"/>
          <p:nvPr>
            <p:custDataLst>
              <p:tags r:id="rId4"/>
            </p:custDataLst>
          </p:nvPr>
        </p:nvSpPr>
        <p:spPr>
          <a:xfrm>
            <a:off x="856811" y="3607944"/>
            <a:ext cx="167142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资料搜集：</a:t>
            </a:r>
          </a:p>
        </p:txBody>
      </p:sp>
      <p:sp>
        <p:nvSpPr>
          <p:cNvPr id="22" name="TextBox 9"/>
          <p:cNvSpPr txBox="1"/>
          <p:nvPr>
            <p:custDataLst>
              <p:tags r:id="rId5"/>
            </p:custDataLst>
          </p:nvPr>
        </p:nvSpPr>
        <p:spPr>
          <a:xfrm>
            <a:off x="883831" y="3907028"/>
            <a:ext cx="2097413" cy="744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整合各类参考资料现场考察结果</a:t>
            </a:r>
          </a:p>
        </p:txBody>
      </p:sp>
      <p:sp>
        <p:nvSpPr>
          <p:cNvPr id="27" name="文本框 26"/>
          <p:cNvSpPr txBox="1"/>
          <p:nvPr/>
        </p:nvSpPr>
        <p:spPr>
          <a:xfrm flipH="1">
            <a:off x="533519" y="295055"/>
            <a:ext cx="3388641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0">
                <a:ln w="15875">
                  <a:noFill/>
                </a:ln>
                <a:solidFill>
                  <a:schemeClr val="accent1"/>
                </a:solidFill>
                <a:effectLst/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</a:lstStyle>
          <a:p>
            <a:r>
              <a:rPr lang="zh-CN" altLang="en-US" sz="2100" dirty="0">
                <a:sym typeface="Yu Gothic Medium" panose="020B0500000000000000" charset="-128"/>
              </a:rPr>
              <a:t>物质与时间资源管理</a:t>
            </a:r>
          </a:p>
        </p:txBody>
      </p:sp>
      <p:sp>
        <p:nvSpPr>
          <p:cNvPr id="28" name="TextBox 7"/>
          <p:cNvSpPr>
            <a:spLocks noChangeArrowheads="1"/>
          </p:cNvSpPr>
          <p:nvPr/>
        </p:nvSpPr>
        <p:spPr bwMode="auto">
          <a:xfrm>
            <a:off x="628769" y="712260"/>
            <a:ext cx="2378777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dist"/>
            <a:r>
              <a:rPr lang="en-US" altLang="zh-CN" sz="6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Material and Time Resource Management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183957" y="1223486"/>
            <a:ext cx="188118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00">
                <a:solidFill>
                  <a:schemeClr val="accent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物质资源管理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469731" y="1939766"/>
            <a:ext cx="3347085" cy="224504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500" dirty="0">
                <a:solidFill>
                  <a:srgbClr val="4472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10.25日：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考察完毕，讨论确定核心</a:t>
            </a:r>
          </a:p>
          <a:p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500" dirty="0">
                <a:solidFill>
                  <a:srgbClr val="4472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10.2</a:t>
            </a:r>
            <a:r>
              <a:rPr lang="en-US" altLang="zh-CN" sz="1500" dirty="0">
                <a:solidFill>
                  <a:srgbClr val="4472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</a:t>
            </a:r>
            <a:r>
              <a:rPr lang="zh-CN" altLang="en-US" sz="1500" dirty="0">
                <a:solidFill>
                  <a:srgbClr val="4472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日：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完成大部分文档编写</a:t>
            </a:r>
          </a:p>
          <a:p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500" dirty="0">
                <a:solidFill>
                  <a:srgbClr val="4472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10.28日：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总结建议，修改文档</a:t>
            </a:r>
          </a:p>
          <a:p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500" dirty="0">
                <a:solidFill>
                  <a:srgbClr val="4472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10.29日：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完成文档，最终检查</a:t>
            </a:r>
          </a:p>
          <a:p>
            <a:endParaRPr lang="zh-CN" altLang="en-US" sz="15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1500" dirty="0">
                <a:solidFill>
                  <a:srgbClr val="4472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11.3</a:t>
            </a:r>
            <a:r>
              <a:rPr lang="zh-CN" altLang="en-US" sz="1500" dirty="0">
                <a:solidFill>
                  <a:srgbClr val="4472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日：</a:t>
            </a:r>
            <a:r>
              <a:rPr lang="en-US" altLang="zh-CN" sz="1500" dirty="0">
                <a:solidFill>
                  <a:srgbClr val="4472C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完成</a:t>
            </a: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PPT</a:t>
            </a:r>
            <a:r>
              <a:rPr lang="zh-CN" altLang="en-US" sz="15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报告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032182" y="1223486"/>
            <a:ext cx="188118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100">
                <a:solidFill>
                  <a:schemeClr val="accent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时间资源管理</a:t>
            </a:r>
          </a:p>
        </p:txBody>
      </p:sp>
    </p:spTree>
  </p:cSld>
  <p:clrMapOvr>
    <a:masterClrMapping/>
  </p:clrMapOvr>
  <p:transition spd="med" advTm="300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1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/>
          <p:cNvSpPr txBox="1"/>
          <p:nvPr/>
        </p:nvSpPr>
        <p:spPr>
          <a:xfrm flipH="1">
            <a:off x="533876" y="295275"/>
            <a:ext cx="1957388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0">
                <a:ln w="15875">
                  <a:noFill/>
                </a:ln>
                <a:solidFill>
                  <a:schemeClr val="accent1"/>
                </a:solidFill>
                <a:effectLst/>
                <a:latin typeface="方正正大黑简体" panose="02000000000000000000" pitchFamily="2" charset="-122"/>
                <a:ea typeface="方正正大黑简体" panose="02000000000000000000" pitchFamily="2" charset="-122"/>
              </a:defRPr>
            </a:lvl1pPr>
          </a:lstStyle>
          <a:p>
            <a:r>
              <a:rPr lang="zh-CN" altLang="en-US" sz="2100" dirty="0">
                <a:sym typeface="Yu Gothic Medium" panose="020B0500000000000000" charset="-128"/>
              </a:rPr>
              <a:t>报告形成过程</a:t>
            </a:r>
          </a:p>
        </p:txBody>
      </p:sp>
      <p:sp>
        <p:nvSpPr>
          <p:cNvPr id="28" name="TextBox 7"/>
          <p:cNvSpPr>
            <a:spLocks noChangeArrowheads="1"/>
          </p:cNvSpPr>
          <p:nvPr/>
        </p:nvSpPr>
        <p:spPr bwMode="auto">
          <a:xfrm>
            <a:off x="628650" y="686753"/>
            <a:ext cx="1571625" cy="117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lstStyle/>
          <a:p>
            <a:pPr algn="dist"/>
            <a:r>
              <a:rPr lang="en-US" altLang="zh-CN" sz="60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Report Formation Process</a:t>
            </a:r>
          </a:p>
        </p:txBody>
      </p:sp>
      <p:grpSp>
        <p:nvGrpSpPr>
          <p:cNvPr id="37" name="组合 36"/>
          <p:cNvGrpSpPr/>
          <p:nvPr>
            <p:custDataLst>
              <p:tags r:id="rId1"/>
            </p:custDataLst>
          </p:nvPr>
        </p:nvGrpSpPr>
        <p:grpSpPr>
          <a:xfrm>
            <a:off x="377926" y="954531"/>
            <a:ext cx="8324850" cy="3989234"/>
            <a:chOff x="840576" y="1228145"/>
            <a:chExt cx="12499124" cy="5989528"/>
          </a:xfrm>
          <a:effectLst/>
        </p:grpSpPr>
        <p:grpSp>
          <p:nvGrpSpPr>
            <p:cNvPr id="38" name="组合 37"/>
            <p:cNvGrpSpPr/>
            <p:nvPr/>
          </p:nvGrpSpPr>
          <p:grpSpPr>
            <a:xfrm>
              <a:off x="1592561" y="2664850"/>
              <a:ext cx="9278476" cy="2399155"/>
              <a:chOff x="1260022" y="2163164"/>
              <a:chExt cx="6960165" cy="1748634"/>
            </a:xfrm>
            <a:noFill/>
            <a:effectLst>
              <a:outerShdw blurRad="76200" dist="38100" dir="5400000" algn="t" rotWithShape="0">
                <a:prstClr val="black">
                  <a:alpha val="28000"/>
                </a:prstClr>
              </a:outerShdw>
            </a:effectLst>
          </p:grpSpPr>
          <p:sp>
            <p:nvSpPr>
              <p:cNvPr id="99" name="Arc 54"/>
              <p:cNvSpPr/>
              <p:nvPr>
                <p:custDataLst>
                  <p:tags r:id="rId32"/>
                </p:custDataLst>
              </p:nvPr>
            </p:nvSpPr>
            <p:spPr bwMode="auto">
              <a:xfrm>
                <a:off x="4740104" y="2171757"/>
                <a:ext cx="1740042" cy="1740041"/>
              </a:xfrm>
              <a:prstGeom prst="arc">
                <a:avLst>
                  <a:gd name="adj1" fmla="val 21449734"/>
                  <a:gd name="adj2" fmla="val 10900343"/>
                </a:avLst>
              </a:prstGeom>
              <a:grpFill/>
              <a:ln w="127000" cap="rnd" cmpd="sng" algn="ctr">
                <a:solidFill>
                  <a:sysClr val="window" lastClr="FFFFFF">
                    <a:lumMod val="95000"/>
                  </a:sysClr>
                </a:solidFill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hangingPunct="0">
                  <a:defRPr/>
                </a:pPr>
                <a:endParaRPr lang="en-US" sz="1500" kern="0">
                  <a:solidFill>
                    <a:srgbClr val="00B485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0" name="Arc 42"/>
              <p:cNvSpPr/>
              <p:nvPr>
                <p:custDataLst>
                  <p:tags r:id="rId33"/>
                </p:custDataLst>
              </p:nvPr>
            </p:nvSpPr>
            <p:spPr bwMode="auto">
              <a:xfrm>
                <a:off x="1260022" y="2171757"/>
                <a:ext cx="1740042" cy="1740041"/>
              </a:xfrm>
              <a:prstGeom prst="arc">
                <a:avLst>
                  <a:gd name="adj1" fmla="val 21449734"/>
                  <a:gd name="adj2" fmla="val 10900343"/>
                </a:avLst>
              </a:prstGeom>
              <a:grpFill/>
              <a:ln w="127000" cap="rnd" cmpd="sng" algn="ctr">
                <a:solidFill>
                  <a:sysClr val="window" lastClr="FFFFFF">
                    <a:lumMod val="95000"/>
                  </a:sysClr>
                </a:solidFill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hangingPunct="0">
                  <a:defRPr/>
                </a:pPr>
                <a:endParaRPr lang="en-US" sz="1500" kern="0">
                  <a:solidFill>
                    <a:srgbClr val="00B485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1" name="Arc 40"/>
              <p:cNvSpPr/>
              <p:nvPr>
                <p:custDataLst>
                  <p:tags r:id="rId34"/>
                </p:custDataLst>
              </p:nvPr>
            </p:nvSpPr>
            <p:spPr bwMode="auto">
              <a:xfrm rot="10800000">
                <a:off x="3000064" y="2163164"/>
                <a:ext cx="1740041" cy="1740041"/>
              </a:xfrm>
              <a:prstGeom prst="arc">
                <a:avLst>
                  <a:gd name="adj1" fmla="val 21449734"/>
                  <a:gd name="adj2" fmla="val 10900343"/>
                </a:avLst>
              </a:prstGeom>
              <a:grpFill/>
              <a:ln w="127000" cap="rnd" cmpd="sng" algn="ctr">
                <a:solidFill>
                  <a:sysClr val="window" lastClr="FFFFFF">
                    <a:lumMod val="95000"/>
                  </a:sysClr>
                </a:solidFill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hangingPunct="0">
                  <a:defRPr/>
                </a:pPr>
                <a:endParaRPr lang="en-US" sz="1500" kern="0">
                  <a:solidFill>
                    <a:srgbClr val="00B485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2" name="Arc 52"/>
              <p:cNvSpPr/>
              <p:nvPr>
                <p:custDataLst>
                  <p:tags r:id="rId35"/>
                </p:custDataLst>
              </p:nvPr>
            </p:nvSpPr>
            <p:spPr bwMode="auto">
              <a:xfrm rot="10800000">
                <a:off x="6480146" y="2163164"/>
                <a:ext cx="1740041" cy="1740041"/>
              </a:xfrm>
              <a:prstGeom prst="arc">
                <a:avLst>
                  <a:gd name="adj1" fmla="val 21449734"/>
                  <a:gd name="adj2" fmla="val 10900343"/>
                </a:avLst>
              </a:prstGeom>
              <a:grpFill/>
              <a:ln w="127000" cap="rnd" cmpd="sng" algn="ctr">
                <a:solidFill>
                  <a:sysClr val="window" lastClr="FFFFFF">
                    <a:lumMod val="95000"/>
                  </a:sysClr>
                </a:solidFill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hangingPunct="0">
                  <a:defRPr/>
                </a:pPr>
                <a:endParaRPr lang="en-US" sz="1500" kern="0">
                  <a:solidFill>
                    <a:srgbClr val="00B485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39" name="组合 38"/>
            <p:cNvGrpSpPr/>
            <p:nvPr/>
          </p:nvGrpSpPr>
          <p:grpSpPr>
            <a:xfrm>
              <a:off x="1989593" y="3065918"/>
              <a:ext cx="1608492" cy="1608818"/>
              <a:chOff x="2201071" y="3406041"/>
              <a:chExt cx="1805286" cy="1805938"/>
            </a:xfrm>
          </p:grpSpPr>
          <p:grpSp>
            <p:nvGrpSpPr>
              <p:cNvPr id="93" name="组合 92"/>
              <p:cNvGrpSpPr/>
              <p:nvPr/>
            </p:nvGrpSpPr>
            <p:grpSpPr>
              <a:xfrm>
                <a:off x="2201071" y="3406041"/>
                <a:ext cx="1805286" cy="1805938"/>
                <a:chOff x="4345444" y="2542859"/>
                <a:chExt cx="1810550" cy="1811205"/>
              </a:xfrm>
            </p:grpSpPr>
            <p:grpSp>
              <p:nvGrpSpPr>
                <p:cNvPr id="95" name="组合 94"/>
                <p:cNvGrpSpPr/>
                <p:nvPr/>
              </p:nvGrpSpPr>
              <p:grpSpPr>
                <a:xfrm>
                  <a:off x="4345444" y="2542859"/>
                  <a:ext cx="1810550" cy="1811205"/>
                  <a:chOff x="1463339" y="1072758"/>
                  <a:chExt cx="1546058" cy="1546058"/>
                </a:xfrm>
                <a:effectLst>
                  <a:outerShdw blurRad="330200" dist="215900" dir="6900000" sx="91000" sy="91000" algn="t" rotWithShape="0">
                    <a:prstClr val="black">
                      <a:alpha val="49000"/>
                    </a:prstClr>
                  </a:outerShdw>
                </a:effectLst>
              </p:grpSpPr>
              <p:sp>
                <p:nvSpPr>
                  <p:cNvPr id="97" name="同心圆 78"/>
                  <p:cNvSpPr/>
                  <p:nvPr>
                    <p:custDataLst>
                      <p:tags r:id="rId30"/>
                    </p:custDataLst>
                  </p:nvPr>
                </p:nvSpPr>
                <p:spPr>
                  <a:xfrm>
                    <a:off x="1463339" y="1072758"/>
                    <a:ext cx="1546058" cy="1546058"/>
                  </a:xfrm>
                  <a:prstGeom prst="donut">
                    <a:avLst>
                      <a:gd name="adj" fmla="val 4879"/>
                    </a:avLst>
                  </a:prstGeom>
                  <a:gradFill>
                    <a:gsLst>
                      <a:gs pos="0">
                        <a:sysClr val="window" lastClr="FFFFFF">
                          <a:lumMod val="95000"/>
                        </a:sysClr>
                      </a:gs>
                      <a:gs pos="55000">
                        <a:sysClr val="window" lastClr="FFFFFF">
                          <a:lumMod val="95000"/>
                        </a:sysClr>
                      </a:gs>
                      <a:gs pos="100000">
                        <a:sysClr val="window" lastClr="FFFFFF">
                          <a:lumMod val="85000"/>
                        </a:sysClr>
                      </a:gs>
                    </a:gsLst>
                    <a:lin ang="8100000" scaled="0"/>
                  </a:gra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zh-CN" altLang="en-US" sz="1500" b="1" kern="0">
                      <a:solidFill>
                        <a:sysClr val="windowText" lastClr="000000"/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8" name="椭圆 97"/>
                  <p:cNvSpPr/>
                  <p:nvPr>
                    <p:custDataLst>
                      <p:tags r:id="rId31"/>
                    </p:custDataLst>
                  </p:nvPr>
                </p:nvSpPr>
                <p:spPr>
                  <a:xfrm>
                    <a:off x="1484232" y="1093651"/>
                    <a:ext cx="1504274" cy="1504273"/>
                  </a:xfrm>
                  <a:prstGeom prst="ellipse">
                    <a:avLst/>
                  </a:prstGeom>
                  <a:gradFill>
                    <a:gsLst>
                      <a:gs pos="0">
                        <a:sysClr val="window" lastClr="FFFFFF"/>
                      </a:gs>
                      <a:gs pos="51000">
                        <a:sysClr val="window" lastClr="FFFFFF">
                          <a:lumMod val="95000"/>
                        </a:sysClr>
                      </a:gs>
                      <a:gs pos="100000">
                        <a:sysClr val="window" lastClr="FFFFFF">
                          <a:lumMod val="85000"/>
                        </a:sysClr>
                      </a:gs>
                    </a:gsLst>
                    <a:lin ang="18900000" scaled="0"/>
                  </a:gra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zh-CN" altLang="en-US" sz="1500" b="1" kern="0">
                      <a:solidFill>
                        <a:sysClr val="window" lastClr="FFFFFF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96" name="椭圆 95"/>
                <p:cNvSpPr/>
                <p:nvPr>
                  <p:custDataLst>
                    <p:tags r:id="rId29"/>
                  </p:custDataLst>
                </p:nvPr>
              </p:nvSpPr>
              <p:spPr>
                <a:xfrm>
                  <a:off x="4565570" y="2763062"/>
                  <a:ext cx="1370298" cy="1370793"/>
                </a:xfrm>
                <a:prstGeom prst="ellipse">
                  <a:avLst/>
                </a:prstGeom>
                <a:solidFill>
                  <a:schemeClr val="accent1">
                    <a:lumMod val="10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zh-CN" altLang="en-US" sz="1500" b="1" kern="0">
                    <a:solidFill>
                      <a:sysClr val="window" lastClr="FFFFFF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94" name="TextBox 56"/>
              <p:cNvSpPr txBox="1"/>
              <p:nvPr>
                <p:custDataLst>
                  <p:tags r:id="rId28"/>
                </p:custDataLst>
              </p:nvPr>
            </p:nvSpPr>
            <p:spPr>
              <a:xfrm>
                <a:off x="2590128" y="3876615"/>
                <a:ext cx="1023613" cy="8558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en-US" altLang="zh-CN" sz="2700" b="1" kern="0">
                    <a:solidFill>
                      <a:sysClr val="window" lastClr="FFFFFF"/>
                    </a:solidFill>
                    <a:cs typeface="+mn-ea"/>
                    <a:sym typeface="+mn-lt"/>
                  </a:rPr>
                  <a:t>01</a:t>
                </a:r>
                <a:endParaRPr lang="zh-CN" altLang="en-US" sz="2700" b="1" kern="0">
                  <a:solidFill>
                    <a:sysClr val="window" lastClr="FFFFFF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6605982" y="3065918"/>
              <a:ext cx="1608492" cy="1608818"/>
              <a:chOff x="7382260" y="3406041"/>
              <a:chExt cx="1805286" cy="1805938"/>
            </a:xfrm>
          </p:grpSpPr>
          <p:grpSp>
            <p:nvGrpSpPr>
              <p:cNvPr id="87" name="组合 86"/>
              <p:cNvGrpSpPr/>
              <p:nvPr/>
            </p:nvGrpSpPr>
            <p:grpSpPr>
              <a:xfrm>
                <a:off x="7382260" y="3406041"/>
                <a:ext cx="1805286" cy="1805938"/>
                <a:chOff x="4345444" y="2542859"/>
                <a:chExt cx="1810550" cy="1811205"/>
              </a:xfrm>
            </p:grpSpPr>
            <p:grpSp>
              <p:nvGrpSpPr>
                <p:cNvPr id="89" name="组合 88"/>
                <p:cNvGrpSpPr/>
                <p:nvPr/>
              </p:nvGrpSpPr>
              <p:grpSpPr>
                <a:xfrm>
                  <a:off x="4345444" y="2542859"/>
                  <a:ext cx="1810550" cy="1811205"/>
                  <a:chOff x="1463339" y="1072758"/>
                  <a:chExt cx="1546058" cy="1546058"/>
                </a:xfrm>
                <a:effectLst>
                  <a:outerShdw blurRad="330200" dist="215900" dir="6900000" sx="91000" sy="91000" algn="t" rotWithShape="0">
                    <a:prstClr val="black">
                      <a:alpha val="49000"/>
                    </a:prstClr>
                  </a:outerShdw>
                </a:effectLst>
              </p:grpSpPr>
              <p:sp>
                <p:nvSpPr>
                  <p:cNvPr id="91" name="同心圆 85"/>
                  <p:cNvSpPr/>
                  <p:nvPr>
                    <p:custDataLst>
                      <p:tags r:id="rId26"/>
                    </p:custDataLst>
                  </p:nvPr>
                </p:nvSpPr>
                <p:spPr>
                  <a:xfrm>
                    <a:off x="1463339" y="1072758"/>
                    <a:ext cx="1546058" cy="1546058"/>
                  </a:xfrm>
                  <a:prstGeom prst="donut">
                    <a:avLst>
                      <a:gd name="adj" fmla="val 4879"/>
                    </a:avLst>
                  </a:prstGeom>
                  <a:gradFill>
                    <a:gsLst>
                      <a:gs pos="0">
                        <a:sysClr val="window" lastClr="FFFFFF">
                          <a:lumMod val="95000"/>
                        </a:sysClr>
                      </a:gs>
                      <a:gs pos="55000">
                        <a:sysClr val="window" lastClr="FFFFFF">
                          <a:lumMod val="95000"/>
                        </a:sysClr>
                      </a:gs>
                      <a:gs pos="100000">
                        <a:sysClr val="window" lastClr="FFFFFF">
                          <a:lumMod val="85000"/>
                        </a:sysClr>
                      </a:gs>
                    </a:gsLst>
                    <a:lin ang="8100000" scaled="0"/>
                  </a:gra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zh-CN" altLang="en-US" sz="1500" b="1" kern="0">
                      <a:solidFill>
                        <a:sysClr val="windowText" lastClr="000000"/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2" name="椭圆 91"/>
                  <p:cNvSpPr/>
                  <p:nvPr>
                    <p:custDataLst>
                      <p:tags r:id="rId27"/>
                    </p:custDataLst>
                  </p:nvPr>
                </p:nvSpPr>
                <p:spPr>
                  <a:xfrm>
                    <a:off x="1484232" y="1093651"/>
                    <a:ext cx="1504274" cy="1504273"/>
                  </a:xfrm>
                  <a:prstGeom prst="ellipse">
                    <a:avLst/>
                  </a:prstGeom>
                  <a:gradFill>
                    <a:gsLst>
                      <a:gs pos="0">
                        <a:sysClr val="window" lastClr="FFFFFF"/>
                      </a:gs>
                      <a:gs pos="51000">
                        <a:sysClr val="window" lastClr="FFFFFF">
                          <a:lumMod val="95000"/>
                        </a:sysClr>
                      </a:gs>
                      <a:gs pos="100000">
                        <a:sysClr val="window" lastClr="FFFFFF">
                          <a:lumMod val="85000"/>
                        </a:sysClr>
                      </a:gs>
                    </a:gsLst>
                    <a:lin ang="18900000" scaled="0"/>
                  </a:gra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zh-CN" altLang="en-US" sz="1500" b="1" kern="0">
                      <a:solidFill>
                        <a:sysClr val="window" lastClr="FFFFFF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90" name="椭圆 89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4565570" y="2763062"/>
                  <a:ext cx="1370298" cy="1370794"/>
                </a:xfrm>
                <a:prstGeom prst="ellipse">
                  <a:avLst/>
                </a:prstGeom>
                <a:solidFill>
                  <a:schemeClr val="accent1">
                    <a:lumMod val="10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zh-CN" altLang="en-US" sz="1500" b="1" kern="0">
                    <a:solidFill>
                      <a:sysClr val="window" lastClr="FFFFFF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88" name="TextBox 63"/>
              <p:cNvSpPr txBox="1"/>
              <p:nvPr>
                <p:custDataLst>
                  <p:tags r:id="rId24"/>
                </p:custDataLst>
              </p:nvPr>
            </p:nvSpPr>
            <p:spPr>
              <a:xfrm>
                <a:off x="7765935" y="3876615"/>
                <a:ext cx="1023613" cy="8558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en-US" altLang="zh-CN" sz="2700" b="1" kern="0">
                    <a:solidFill>
                      <a:sysClr val="window" lastClr="FFFFFF"/>
                    </a:solidFill>
                    <a:cs typeface="+mn-ea"/>
                    <a:sym typeface="+mn-lt"/>
                  </a:rPr>
                  <a:t>03</a:t>
                </a:r>
                <a:endParaRPr lang="zh-CN" altLang="en-US" sz="2700" b="1" kern="0">
                  <a:solidFill>
                    <a:sysClr val="window" lastClr="FFFFFF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2" name="组合 51"/>
            <p:cNvGrpSpPr/>
            <p:nvPr/>
          </p:nvGrpSpPr>
          <p:grpSpPr>
            <a:xfrm>
              <a:off x="4315094" y="3065918"/>
              <a:ext cx="1608492" cy="1608818"/>
              <a:chOff x="4811090" y="3406041"/>
              <a:chExt cx="1805286" cy="1805938"/>
            </a:xfrm>
          </p:grpSpPr>
          <p:grpSp>
            <p:nvGrpSpPr>
              <p:cNvPr id="81" name="组合 80"/>
              <p:cNvGrpSpPr/>
              <p:nvPr/>
            </p:nvGrpSpPr>
            <p:grpSpPr>
              <a:xfrm>
                <a:off x="4811090" y="3406041"/>
                <a:ext cx="1805286" cy="1805938"/>
                <a:chOff x="4345444" y="2542859"/>
                <a:chExt cx="1810550" cy="1811205"/>
              </a:xfrm>
            </p:grpSpPr>
            <p:grpSp>
              <p:nvGrpSpPr>
                <p:cNvPr id="83" name="组合 82"/>
                <p:cNvGrpSpPr/>
                <p:nvPr/>
              </p:nvGrpSpPr>
              <p:grpSpPr>
                <a:xfrm>
                  <a:off x="4345444" y="2542859"/>
                  <a:ext cx="1810550" cy="1811205"/>
                  <a:chOff x="1463339" y="1072758"/>
                  <a:chExt cx="1546058" cy="1546058"/>
                </a:xfrm>
                <a:effectLst>
                  <a:outerShdw blurRad="330200" dist="215900" dir="6900000" sx="91000" sy="91000" algn="t" rotWithShape="0">
                    <a:prstClr val="black">
                      <a:alpha val="49000"/>
                    </a:prstClr>
                  </a:outerShdw>
                </a:effectLst>
              </p:grpSpPr>
              <p:sp>
                <p:nvSpPr>
                  <p:cNvPr id="85" name="同心圆 92"/>
                  <p:cNvSpPr/>
                  <p:nvPr>
                    <p:custDataLst>
                      <p:tags r:id="rId22"/>
                    </p:custDataLst>
                  </p:nvPr>
                </p:nvSpPr>
                <p:spPr>
                  <a:xfrm>
                    <a:off x="1463339" y="1072758"/>
                    <a:ext cx="1546058" cy="1546058"/>
                  </a:xfrm>
                  <a:prstGeom prst="donut">
                    <a:avLst>
                      <a:gd name="adj" fmla="val 4879"/>
                    </a:avLst>
                  </a:prstGeom>
                  <a:gradFill>
                    <a:gsLst>
                      <a:gs pos="0">
                        <a:sysClr val="window" lastClr="FFFFFF">
                          <a:lumMod val="95000"/>
                        </a:sysClr>
                      </a:gs>
                      <a:gs pos="55000">
                        <a:sysClr val="window" lastClr="FFFFFF">
                          <a:lumMod val="95000"/>
                        </a:sysClr>
                      </a:gs>
                      <a:gs pos="100000">
                        <a:sysClr val="window" lastClr="FFFFFF">
                          <a:lumMod val="85000"/>
                        </a:sysClr>
                      </a:gs>
                    </a:gsLst>
                    <a:lin ang="8100000" scaled="0"/>
                  </a:gra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zh-CN" altLang="en-US" sz="1500" b="1" kern="0">
                      <a:solidFill>
                        <a:sysClr val="windowText" lastClr="000000"/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6" name="椭圆 85"/>
                  <p:cNvSpPr/>
                  <p:nvPr>
                    <p:custDataLst>
                      <p:tags r:id="rId23"/>
                    </p:custDataLst>
                  </p:nvPr>
                </p:nvSpPr>
                <p:spPr>
                  <a:xfrm>
                    <a:off x="1484232" y="1093651"/>
                    <a:ext cx="1504274" cy="1504273"/>
                  </a:xfrm>
                  <a:prstGeom prst="ellipse">
                    <a:avLst/>
                  </a:prstGeom>
                  <a:gradFill>
                    <a:gsLst>
                      <a:gs pos="0">
                        <a:sysClr val="window" lastClr="FFFFFF"/>
                      </a:gs>
                      <a:gs pos="51000">
                        <a:sysClr val="window" lastClr="FFFFFF">
                          <a:lumMod val="95000"/>
                        </a:sysClr>
                      </a:gs>
                      <a:gs pos="100000">
                        <a:sysClr val="window" lastClr="FFFFFF">
                          <a:lumMod val="85000"/>
                        </a:sysClr>
                      </a:gs>
                    </a:gsLst>
                    <a:lin ang="18900000" scaled="0"/>
                  </a:gra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zh-CN" altLang="en-US" sz="1500" b="1" kern="0">
                      <a:solidFill>
                        <a:sysClr val="window" lastClr="FFFFFF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84" name="椭圆 83"/>
                <p:cNvSpPr/>
                <p:nvPr>
                  <p:custDataLst>
                    <p:tags r:id="rId21"/>
                  </p:custDataLst>
                </p:nvPr>
              </p:nvSpPr>
              <p:spPr>
                <a:xfrm>
                  <a:off x="4565570" y="2763062"/>
                  <a:ext cx="1370298" cy="1370793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zh-CN" altLang="en-US" sz="1500" b="1" kern="0">
                    <a:solidFill>
                      <a:sysClr val="window" lastClr="FFFFFF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82" name="TextBox 70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5178030" y="3876615"/>
                <a:ext cx="1023613" cy="8558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en-US" altLang="zh-CN" sz="2700" b="1" kern="0">
                    <a:solidFill>
                      <a:schemeClr val="accent1"/>
                    </a:solidFill>
                    <a:cs typeface="+mn-ea"/>
                    <a:sym typeface="+mn-lt"/>
                  </a:rPr>
                  <a:t>02</a:t>
                </a:r>
                <a:endParaRPr lang="zh-CN" altLang="en-US" sz="2700" b="1" kern="0">
                  <a:solidFill>
                    <a:schemeClr val="accent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8906981" y="3065918"/>
              <a:ext cx="1608492" cy="1608818"/>
              <a:chOff x="9964778" y="3406041"/>
              <a:chExt cx="1805286" cy="1805938"/>
            </a:xfrm>
          </p:grpSpPr>
          <p:grpSp>
            <p:nvGrpSpPr>
              <p:cNvPr id="75" name="组合 74"/>
              <p:cNvGrpSpPr/>
              <p:nvPr/>
            </p:nvGrpSpPr>
            <p:grpSpPr>
              <a:xfrm>
                <a:off x="9964778" y="3406041"/>
                <a:ext cx="1805286" cy="1805938"/>
                <a:chOff x="4345444" y="2542859"/>
                <a:chExt cx="1810550" cy="1811205"/>
              </a:xfrm>
            </p:grpSpPr>
            <p:grpSp>
              <p:nvGrpSpPr>
                <p:cNvPr id="77" name="组合 76"/>
                <p:cNvGrpSpPr/>
                <p:nvPr/>
              </p:nvGrpSpPr>
              <p:grpSpPr>
                <a:xfrm>
                  <a:off x="4345444" y="2542859"/>
                  <a:ext cx="1810550" cy="1811205"/>
                  <a:chOff x="1463339" y="1072758"/>
                  <a:chExt cx="1546058" cy="1546058"/>
                </a:xfrm>
                <a:effectLst>
                  <a:outerShdw blurRad="330200" dist="215900" dir="6900000" sx="91000" sy="91000" algn="t" rotWithShape="0">
                    <a:prstClr val="black">
                      <a:alpha val="49000"/>
                    </a:prstClr>
                  </a:outerShdw>
                </a:effectLst>
              </p:grpSpPr>
              <p:sp>
                <p:nvSpPr>
                  <p:cNvPr id="79" name="同心圆 99"/>
                  <p:cNvSpPr/>
                  <p:nvPr>
                    <p:custDataLst>
                      <p:tags r:id="rId18"/>
                    </p:custDataLst>
                  </p:nvPr>
                </p:nvSpPr>
                <p:spPr>
                  <a:xfrm>
                    <a:off x="1463339" y="1072758"/>
                    <a:ext cx="1546058" cy="1546058"/>
                  </a:xfrm>
                  <a:prstGeom prst="donut">
                    <a:avLst>
                      <a:gd name="adj" fmla="val 4879"/>
                    </a:avLst>
                  </a:prstGeom>
                  <a:gradFill>
                    <a:gsLst>
                      <a:gs pos="0">
                        <a:sysClr val="window" lastClr="FFFFFF">
                          <a:lumMod val="95000"/>
                        </a:sysClr>
                      </a:gs>
                      <a:gs pos="55000">
                        <a:sysClr val="window" lastClr="FFFFFF">
                          <a:lumMod val="95000"/>
                        </a:sysClr>
                      </a:gs>
                      <a:gs pos="100000">
                        <a:sysClr val="window" lastClr="FFFFFF">
                          <a:lumMod val="85000"/>
                        </a:sysClr>
                      </a:gs>
                    </a:gsLst>
                    <a:lin ang="8100000" scaled="0"/>
                  </a:gra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zh-CN" altLang="en-US" sz="1500" b="1" kern="0">
                      <a:solidFill>
                        <a:sysClr val="windowText" lastClr="000000"/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80" name="椭圆 79"/>
                  <p:cNvSpPr/>
                  <p:nvPr>
                    <p:custDataLst>
                      <p:tags r:id="rId19"/>
                    </p:custDataLst>
                  </p:nvPr>
                </p:nvSpPr>
                <p:spPr>
                  <a:xfrm>
                    <a:off x="1484234" y="1093650"/>
                    <a:ext cx="1504274" cy="1504273"/>
                  </a:xfrm>
                  <a:prstGeom prst="ellipse">
                    <a:avLst/>
                  </a:prstGeom>
                  <a:gradFill>
                    <a:gsLst>
                      <a:gs pos="0">
                        <a:sysClr val="window" lastClr="FFFFFF"/>
                      </a:gs>
                      <a:gs pos="51000">
                        <a:sysClr val="window" lastClr="FFFFFF">
                          <a:lumMod val="95000"/>
                        </a:sysClr>
                      </a:gs>
                      <a:gs pos="100000">
                        <a:sysClr val="window" lastClr="FFFFFF">
                          <a:lumMod val="85000"/>
                        </a:sysClr>
                      </a:gs>
                    </a:gsLst>
                    <a:lin ang="18900000" scaled="0"/>
                  </a:gra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zh-CN" altLang="en-US" sz="1500" b="1" kern="0">
                      <a:solidFill>
                        <a:sysClr val="window" lastClr="FFFFFF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78" name="椭圆 77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4565570" y="2763062"/>
                  <a:ext cx="1370298" cy="1370793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>
                    <a:defRPr/>
                  </a:pPr>
                  <a:endParaRPr lang="zh-CN" altLang="en-US" sz="1500" b="1" kern="0">
                    <a:solidFill>
                      <a:sysClr val="window" lastClr="FFFFFF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76" name="TextBox 77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10353835" y="3876615"/>
                <a:ext cx="1023613" cy="8558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en-US" altLang="zh-CN" sz="2700" b="1" kern="0">
                    <a:solidFill>
                      <a:schemeClr val="accent1"/>
                    </a:solidFill>
                    <a:cs typeface="+mn-ea"/>
                    <a:sym typeface="+mn-lt"/>
                  </a:rPr>
                  <a:t>04</a:t>
                </a:r>
                <a:endParaRPr lang="zh-CN" altLang="en-US" sz="2700" b="1" kern="0">
                  <a:solidFill>
                    <a:schemeClr val="accent1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54" name="TextBox 28"/>
            <p:cNvSpPr txBox="1"/>
            <p:nvPr>
              <p:custDataLst>
                <p:tags r:id="rId8"/>
              </p:custDataLst>
            </p:nvPr>
          </p:nvSpPr>
          <p:spPr>
            <a:xfrm>
              <a:off x="933412" y="1241544"/>
              <a:ext cx="2599330" cy="3465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r">
                <a:defRPr sz="2400" b="1">
                  <a:solidFill>
                    <a:schemeClr val="accent1">
                      <a:lumMod val="100000"/>
                    </a:schemeClr>
                  </a:solidFill>
                  <a:cs typeface="+mn-ea"/>
                </a:defRPr>
              </a:lvl1pPr>
              <a:lvl2pPr marL="742950" indent="-285750"/>
              <a:lvl3pPr marL="1143000" indent="-228600"/>
              <a:lvl4pPr marL="1600200" indent="-228600"/>
              <a:lvl5pPr marL="2057400" indent="-228600"/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</a:lvl9pPr>
            </a:lstStyle>
            <a:p>
              <a:pPr algn="r"/>
              <a:r>
                <a:rPr lang="zh-CN" altLang="en-US" sz="1500">
                  <a:sym typeface="+mn-lt"/>
                </a:rPr>
                <a:t>市场调研与需求分析</a:t>
              </a:r>
            </a:p>
          </p:txBody>
        </p:sp>
        <p:sp>
          <p:nvSpPr>
            <p:cNvPr id="68" name="Rectangle 29"/>
            <p:cNvSpPr/>
            <p:nvPr>
              <p:custDataLst>
                <p:tags r:id="rId9"/>
              </p:custDataLst>
            </p:nvPr>
          </p:nvSpPr>
          <p:spPr>
            <a:xfrm>
              <a:off x="840576" y="1542572"/>
              <a:ext cx="3310695" cy="22804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50" dirty="0">
                  <a:cs typeface="+mn-ea"/>
                  <a:sym typeface="+mn-lt"/>
                </a:rPr>
                <a:t>小组成员考察</a:t>
              </a:r>
              <a:r>
                <a:rPr lang="en-US" altLang="zh-CN" sz="1050" dirty="0">
                  <a:cs typeface="+mn-ea"/>
                  <a:sym typeface="+mn-lt"/>
                </a:rPr>
                <a:t>《</a:t>
              </a:r>
              <a:r>
                <a:rPr lang="zh-CN" altLang="en-US" sz="1050" dirty="0">
                  <a:cs typeface="+mn-ea"/>
                  <a:sym typeface="+mn-lt"/>
                </a:rPr>
                <a:t>搭把手回收</a:t>
              </a:r>
              <a:r>
                <a:rPr lang="en-US" altLang="zh-CN" sz="1050" dirty="0">
                  <a:cs typeface="+mn-ea"/>
                  <a:sym typeface="+mn-lt"/>
                </a:rPr>
                <a:t>》</a:t>
              </a:r>
              <a:r>
                <a:rPr lang="zh-CN" altLang="en-US" sz="1050" dirty="0">
                  <a:cs typeface="+mn-ea"/>
                  <a:sym typeface="+mn-lt"/>
                </a:rPr>
                <a:t>、</a:t>
              </a:r>
              <a:r>
                <a:rPr lang="en-US" altLang="zh-CN" sz="1050" dirty="0">
                  <a:cs typeface="+mn-ea"/>
                  <a:sym typeface="+mn-lt"/>
                </a:rPr>
                <a:t>《</a:t>
              </a:r>
              <a:r>
                <a:rPr lang="zh-CN" altLang="en-US" sz="1050" dirty="0">
                  <a:cs typeface="+mn-ea"/>
                  <a:sym typeface="+mn-lt"/>
                </a:rPr>
                <a:t>本地收废品</a:t>
              </a:r>
              <a:r>
                <a:rPr lang="en-US" altLang="zh-CN" sz="1050" dirty="0">
                  <a:cs typeface="+mn-ea"/>
                  <a:sym typeface="+mn-lt"/>
                </a:rPr>
                <a:t>》</a:t>
              </a:r>
              <a:r>
                <a:rPr lang="zh-CN" altLang="en-US" sz="1050" dirty="0">
                  <a:cs typeface="+mn-ea"/>
                  <a:sym typeface="+mn-lt"/>
                </a:rPr>
                <a:t>、</a:t>
              </a:r>
              <a:r>
                <a:rPr lang="en-US" altLang="zh-CN" sz="1050" dirty="0">
                  <a:cs typeface="+mn-ea"/>
                  <a:sym typeface="+mn-lt"/>
                </a:rPr>
                <a:t>《</a:t>
              </a:r>
              <a:r>
                <a:rPr lang="zh-CN" altLang="en-US" sz="1050" dirty="0">
                  <a:cs typeface="+mn-ea"/>
                  <a:sym typeface="+mn-lt"/>
                </a:rPr>
                <a:t>爱回收</a:t>
              </a:r>
              <a:r>
                <a:rPr lang="en-US" altLang="zh-CN" sz="1050" dirty="0">
                  <a:cs typeface="+mn-ea"/>
                  <a:sym typeface="+mn-lt"/>
                </a:rPr>
                <a:t>》</a:t>
              </a:r>
              <a:r>
                <a:rPr lang="zh-CN" altLang="en-US" sz="1050" dirty="0">
                  <a:cs typeface="+mn-ea"/>
                  <a:sym typeface="+mn-lt"/>
                </a:rPr>
                <a:t>等多个回收类微信小程序</a:t>
              </a:r>
              <a:r>
                <a:rPr lang="en-US" altLang="zh-CN" sz="1050" dirty="0">
                  <a:cs typeface="+mn-ea"/>
                  <a:sym typeface="+mn-lt"/>
                </a:rPr>
                <a:t>,</a:t>
              </a:r>
              <a:r>
                <a:rPr lang="zh-CN" altLang="en-US" sz="1050" dirty="0">
                  <a:cs typeface="+mn-ea"/>
                  <a:sym typeface="+mn-lt"/>
                </a:rPr>
                <a:t>了解了当前主流程序为用户提供的相应功能和需求，形成需求分析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050" dirty="0">
                  <a:cs typeface="+mn-ea"/>
                  <a:sym typeface="+mn-lt"/>
                </a:rPr>
                <a:t>。</a:t>
              </a:r>
            </a:p>
          </p:txBody>
        </p:sp>
        <p:sp>
          <p:nvSpPr>
            <p:cNvPr id="69" name="TextBox 28"/>
            <p:cNvSpPr txBox="1"/>
            <p:nvPr>
              <p:custDataLst>
                <p:tags r:id="rId10"/>
              </p:custDataLst>
            </p:nvPr>
          </p:nvSpPr>
          <p:spPr>
            <a:xfrm>
              <a:off x="5974166" y="1228145"/>
              <a:ext cx="1444072" cy="3465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r">
                <a:defRPr sz="2400" b="1">
                  <a:solidFill>
                    <a:schemeClr val="accent1">
                      <a:lumMod val="100000"/>
                    </a:schemeClr>
                  </a:solidFill>
                  <a:cs typeface="+mn-ea"/>
                </a:defRPr>
              </a:lvl1pPr>
              <a:lvl2pPr marL="742950" indent="-285750"/>
              <a:lvl3pPr marL="1143000" indent="-228600"/>
              <a:lvl4pPr marL="1600200" indent="-228600"/>
              <a:lvl5pPr marL="2057400" indent="-228600"/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</a:lvl9pPr>
            </a:lstStyle>
            <a:p>
              <a:pPr algn="r"/>
              <a:r>
                <a:rPr lang="zh-CN" altLang="en-US" sz="1500">
                  <a:sym typeface="+mn-lt"/>
                </a:rPr>
                <a:t>用例图绘制</a:t>
              </a:r>
            </a:p>
          </p:txBody>
        </p:sp>
        <p:sp>
          <p:nvSpPr>
            <p:cNvPr id="70" name="Rectangle 29"/>
            <p:cNvSpPr/>
            <p:nvPr>
              <p:custDataLst>
                <p:tags r:id="rId11"/>
              </p:custDataLst>
            </p:nvPr>
          </p:nvSpPr>
          <p:spPr>
            <a:xfrm>
              <a:off x="5864579" y="1524175"/>
              <a:ext cx="3789780" cy="1552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50">
                  <a:cs typeface="+mn-ea"/>
                  <a:sym typeface="+mn-lt"/>
                </a:rPr>
                <a:t>完成需求分析和场景描述后，团队着手绘制用例图，描绘用户与系统的交互，同时细化各个用例、明确功能与参与角色之间的关系。</a:t>
              </a:r>
            </a:p>
          </p:txBody>
        </p:sp>
        <p:sp>
          <p:nvSpPr>
            <p:cNvPr id="71" name="TextBox 28"/>
            <p:cNvSpPr txBox="1"/>
            <p:nvPr>
              <p:custDataLst>
                <p:tags r:id="rId12"/>
              </p:custDataLst>
            </p:nvPr>
          </p:nvSpPr>
          <p:spPr>
            <a:xfrm>
              <a:off x="3923522" y="4955013"/>
              <a:ext cx="2310516" cy="3465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r">
                <a:defRPr sz="2400" b="1">
                  <a:solidFill>
                    <a:schemeClr val="accent1">
                      <a:lumMod val="100000"/>
                    </a:schemeClr>
                  </a:solidFill>
                  <a:cs typeface="+mn-ea"/>
                </a:defRPr>
              </a:lvl1pPr>
              <a:lvl2pPr marL="742950" indent="-285750"/>
              <a:lvl3pPr marL="1143000" indent="-228600"/>
              <a:lvl4pPr marL="1600200" indent="-228600"/>
              <a:lvl5pPr marL="2057400" indent="-228600"/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</a:lvl9pPr>
            </a:lstStyle>
            <a:p>
              <a:pPr algn="r"/>
              <a:r>
                <a:rPr lang="zh-CN" altLang="en-US" sz="1500">
                  <a:sym typeface="+mn-lt"/>
                </a:rPr>
                <a:t>功能图与场景描述</a:t>
              </a:r>
            </a:p>
          </p:txBody>
        </p:sp>
        <p:sp>
          <p:nvSpPr>
            <p:cNvPr id="72" name="Rectangle 29"/>
            <p:cNvSpPr/>
            <p:nvPr>
              <p:custDataLst>
                <p:tags r:id="rId13"/>
              </p:custDataLst>
            </p:nvPr>
          </p:nvSpPr>
          <p:spPr>
            <a:xfrm>
              <a:off x="3441962" y="5369011"/>
              <a:ext cx="3618884" cy="1552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50">
                  <a:cs typeface="+mn-ea"/>
                  <a:sym typeface="+mn-lt"/>
                </a:rPr>
                <a:t>基于系统需求分析，团队撰写了系统的场景描述，并规划了异常处理流程。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050">
                  <a:cs typeface="+mn-ea"/>
                  <a:sym typeface="+mn-lt"/>
                </a:rPr>
                <a:t>同时，明确了系统的核心功能，为后续的用例图和类图绘制奠定了基础。</a:t>
              </a:r>
            </a:p>
          </p:txBody>
        </p:sp>
        <p:sp>
          <p:nvSpPr>
            <p:cNvPr id="73" name="TextBox 28"/>
            <p:cNvSpPr txBox="1"/>
            <p:nvPr>
              <p:custDataLst>
                <p:tags r:id="rId14"/>
              </p:custDataLst>
            </p:nvPr>
          </p:nvSpPr>
          <p:spPr>
            <a:xfrm>
              <a:off x="8734192" y="4951461"/>
              <a:ext cx="2310516" cy="3465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>
              <a:spAutoFit/>
            </a:bodyPr>
            <a:lstStyle>
              <a:defPPr>
                <a:defRPr lang="zh-CN"/>
              </a:defPPr>
              <a:lvl1pPr algn="r">
                <a:defRPr sz="2400" b="1">
                  <a:solidFill>
                    <a:schemeClr val="accent1">
                      <a:lumMod val="100000"/>
                    </a:schemeClr>
                  </a:solidFill>
                  <a:cs typeface="+mn-ea"/>
                </a:defRPr>
              </a:lvl1pPr>
              <a:lvl2pPr marL="742950" indent="-285750"/>
              <a:lvl3pPr marL="1143000" indent="-228600"/>
              <a:lvl4pPr marL="1600200" indent="-228600"/>
              <a:lvl5pPr marL="2057400" indent="-228600"/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</a:lvl9pPr>
            </a:lstStyle>
            <a:p>
              <a:pPr algn="r"/>
              <a:r>
                <a:rPr lang="zh-CN" altLang="en-US" sz="1500">
                  <a:sym typeface="+mn-lt"/>
                </a:rPr>
                <a:t>类图与行为图设计</a:t>
              </a:r>
            </a:p>
          </p:txBody>
        </p:sp>
        <p:sp>
          <p:nvSpPr>
            <p:cNvPr id="74" name="Rectangle 29"/>
            <p:cNvSpPr/>
            <p:nvPr>
              <p:custDataLst>
                <p:tags r:id="rId15"/>
              </p:custDataLst>
            </p:nvPr>
          </p:nvSpPr>
          <p:spPr>
            <a:xfrm>
              <a:off x="8192750" y="5301102"/>
              <a:ext cx="5146950" cy="191657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050">
                  <a:cs typeface="+mn-ea"/>
                  <a:sym typeface="+mn-lt"/>
                </a:rPr>
                <a:t>在用例分析完成后，团队确定了系统所需的各类、每个类的属性和方法；设计了类结构，包括抽象类和内部类，以优化类之间的关联和模块的灵活性。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050">
                  <a:cs typeface="+mn-ea"/>
                  <a:sym typeface="+mn-lt"/>
                </a:rPr>
                <a:t>同时，绘制顺序图，以展现系统各个对象在操作过程中的相互协作与调用，描述了对象间的信息交换流程。</a:t>
              </a:r>
            </a:p>
          </p:txBody>
        </p:sp>
      </p:grpSp>
      <p:sp>
        <p:nvSpPr>
          <p:cNvPr id="2" name="椭圆 1"/>
          <p:cNvSpPr/>
          <p:nvPr>
            <p:custDataLst>
              <p:tags r:id="rId2"/>
            </p:custDataLst>
          </p:nvPr>
        </p:nvSpPr>
        <p:spPr>
          <a:xfrm>
            <a:off x="7351802" y="2178268"/>
            <a:ext cx="1042358" cy="1042568"/>
          </a:xfrm>
          <a:prstGeom prst="ellipse">
            <a:avLst/>
          </a:prstGeom>
          <a:gradFill>
            <a:gsLst>
              <a:gs pos="0">
                <a:sysClr val="window" lastClr="FFFFFF"/>
              </a:gs>
              <a:gs pos="51000">
                <a:sysClr val="window" lastClr="FFFFFF">
                  <a:lumMod val="95000"/>
                </a:sysClr>
              </a:gs>
              <a:gs pos="100000">
                <a:sysClr val="window" lastClr="FFFFFF">
                  <a:lumMod val="85000"/>
                </a:sysClr>
              </a:gs>
            </a:gsLst>
            <a:lin ang="18900000" scaled="0"/>
          </a:gradFill>
          <a:ln w="12700" cap="flat" cmpd="sng" algn="ctr">
            <a:noFill/>
            <a:prstDash val="solid"/>
            <a:miter lim="800000"/>
          </a:ln>
          <a:effectLst>
            <a:outerShdw blurRad="330200" dist="152400" dir="8340000" sx="90000" sy="90000" algn="ctr" rotWithShape="0">
              <a:srgbClr val="000000">
                <a:alpha val="53000"/>
              </a:srgbClr>
            </a:outerShdw>
            <a:reflection endPos="0" dist="50800" dir="5400000" sy="-100000" algn="bl" rotWithShape="0"/>
          </a:effectLst>
        </p:spPr>
        <p:txBody>
          <a:bodyPr rtlCol="0" anchor="ctr"/>
          <a:lstStyle/>
          <a:p>
            <a:pPr algn="ctr">
              <a:defRPr/>
            </a:pPr>
            <a:endParaRPr lang="zh-CN" altLang="en-US" sz="1500" b="1" kern="0">
              <a:solidFill>
                <a:sysClr val="window" lastClr="FFFFFF"/>
              </a:solidFill>
              <a:cs typeface="+mn-ea"/>
              <a:sym typeface="+mn-lt"/>
            </a:endParaRPr>
          </a:p>
        </p:txBody>
      </p:sp>
      <p:sp>
        <p:nvSpPr>
          <p:cNvPr id="3" name="TextBox 63"/>
          <p:cNvSpPr txBox="1"/>
          <p:nvPr>
            <p:custDataLst>
              <p:tags r:id="rId3"/>
            </p:custDataLst>
          </p:nvPr>
        </p:nvSpPr>
        <p:spPr>
          <a:xfrm>
            <a:off x="7571199" y="2472524"/>
            <a:ext cx="60744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zh-CN" sz="2700" b="1" kern="0">
                <a:solidFill>
                  <a:sysClr val="window" lastClr="FFFFFF"/>
                </a:solidFill>
                <a:cs typeface="+mn-ea"/>
                <a:sym typeface="+mn-lt"/>
              </a:rPr>
              <a:t>03</a:t>
            </a:r>
            <a:endParaRPr lang="zh-CN" altLang="en-US" sz="2700" b="1" kern="0">
              <a:solidFill>
                <a:sysClr val="window" lastClr="FFFFFF"/>
              </a:solidFill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7474267" y="2308860"/>
            <a:ext cx="801053" cy="801053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350"/>
          </a:p>
        </p:txBody>
      </p:sp>
      <p:sp>
        <p:nvSpPr>
          <p:cNvPr id="6" name="TextBox 63"/>
          <p:cNvSpPr txBox="1"/>
          <p:nvPr>
            <p:custDataLst>
              <p:tags r:id="rId4"/>
            </p:custDataLst>
          </p:nvPr>
        </p:nvSpPr>
        <p:spPr>
          <a:xfrm>
            <a:off x="7571199" y="2457760"/>
            <a:ext cx="60744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altLang="zh-CN" sz="2700" b="1" kern="0">
                <a:solidFill>
                  <a:sysClr val="window" lastClr="FFFFFF"/>
                </a:solidFill>
                <a:cs typeface="+mn-ea"/>
                <a:sym typeface="+mn-lt"/>
              </a:rPr>
              <a:t>05</a:t>
            </a:r>
            <a:endParaRPr lang="zh-CN" altLang="en-US" sz="2700" b="1" kern="0">
              <a:solidFill>
                <a:sysClr val="window" lastClr="FFFFFF"/>
              </a:solidFill>
              <a:cs typeface="+mn-ea"/>
              <a:sym typeface="+mn-lt"/>
            </a:endParaRPr>
          </a:p>
        </p:txBody>
      </p:sp>
      <p:sp>
        <p:nvSpPr>
          <p:cNvPr id="7" name="Arc 54"/>
          <p:cNvSpPr/>
          <p:nvPr>
            <p:custDataLst>
              <p:tags r:id="rId5"/>
            </p:custDataLst>
          </p:nvPr>
        </p:nvSpPr>
        <p:spPr bwMode="auto">
          <a:xfrm>
            <a:off x="7064292" y="1951187"/>
            <a:ext cx="1544948" cy="1590068"/>
          </a:xfrm>
          <a:prstGeom prst="arc">
            <a:avLst>
              <a:gd name="adj1" fmla="val 21449734"/>
              <a:gd name="adj2" fmla="val 10900343"/>
            </a:avLst>
          </a:prstGeom>
          <a:noFill/>
          <a:ln w="127000" cap="rnd" cmpd="sng" algn="ctr">
            <a:solidFill>
              <a:sysClr val="window" lastClr="FFFFFF">
                <a:lumMod val="95000"/>
              </a:sysClr>
            </a:solidFill>
            <a:prstDash val="solid"/>
            <a:miter lim="800000"/>
          </a:ln>
          <a:effectLst>
            <a:glow rad="12700">
              <a:schemeClr val="bg1">
                <a:alpha val="48000"/>
              </a:schemeClr>
            </a:glow>
            <a:outerShdw blurRad="152400" dist="50800" dir="6540000" sx="96000" sy="96000" algn="ctr" rotWithShape="0">
              <a:srgbClr val="000000">
                <a:alpha val="43000"/>
              </a:srgbClr>
            </a:outerShdw>
          </a:effectLst>
        </p:spPr>
        <p:txBody>
          <a:bodyPr anchor="ctr"/>
          <a:lstStyle/>
          <a:p>
            <a:pPr algn="ctr" hangingPunct="0">
              <a:defRPr/>
            </a:pPr>
            <a:endParaRPr lang="en-US" sz="1500" kern="0">
              <a:solidFill>
                <a:srgbClr val="00B485"/>
              </a:solidFill>
              <a:cs typeface="+mn-ea"/>
              <a:sym typeface="+mn-lt"/>
            </a:endParaRPr>
          </a:p>
        </p:txBody>
      </p:sp>
      <p:sp>
        <p:nvSpPr>
          <p:cNvPr id="9" name="TextBox 28"/>
          <p:cNvSpPr txBox="1"/>
          <p:nvPr>
            <p:custDataLst>
              <p:tags r:id="rId6"/>
            </p:custDataLst>
          </p:nvPr>
        </p:nvSpPr>
        <p:spPr>
          <a:xfrm>
            <a:off x="6948536" y="973591"/>
            <a:ext cx="1538884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defPPr>
              <a:defRPr lang="zh-CN"/>
            </a:defPPr>
            <a:lvl1pPr algn="r">
              <a:defRPr sz="2400" b="1">
                <a:solidFill>
                  <a:schemeClr val="accent1">
                    <a:lumMod val="100000"/>
                  </a:schemeClr>
                </a:solidFill>
                <a:cs typeface="+mn-ea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defTabSz="685800" fontAlgn="base">
              <a:spcBef>
                <a:spcPct val="0"/>
              </a:spcBef>
              <a:spcAft>
                <a:spcPct val="0"/>
              </a:spcAft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</a:lvl9pPr>
          </a:lstStyle>
          <a:p>
            <a:pPr algn="r"/>
            <a:r>
              <a:rPr lang="zh-CN" altLang="en-US" sz="1500">
                <a:sym typeface="+mn-ea"/>
              </a:rPr>
              <a:t>模型覆盖状况分析</a:t>
            </a:r>
            <a:endParaRPr lang="zh-CN" altLang="en-US" sz="1500">
              <a:sym typeface="+mn-lt"/>
            </a:endParaRPr>
          </a:p>
        </p:txBody>
      </p:sp>
      <p:sp>
        <p:nvSpPr>
          <p:cNvPr id="10" name="Rectangle 29"/>
          <p:cNvSpPr/>
          <p:nvPr>
            <p:custDataLst>
              <p:tags r:id="rId7"/>
            </p:custDataLst>
          </p:nvPr>
        </p:nvSpPr>
        <p:spPr>
          <a:xfrm>
            <a:off x="6889433" y="1176814"/>
            <a:ext cx="2202656" cy="10341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50">
                <a:cs typeface="+mn-ea"/>
                <a:sym typeface="+mn-lt"/>
              </a:rPr>
              <a:t>在完成类图与行为图设计后，团队分析了类图和行为模型对用例的覆盖情况，确保用例图中的功能得到类图和行为模型的支持。</a:t>
            </a:r>
          </a:p>
        </p:txBody>
      </p:sp>
    </p:spTree>
  </p:cSld>
  <p:clrMapOvr>
    <a:masterClrMapping/>
  </p:clrMapOvr>
  <p:transition spd="slow" advTm="3000">
    <p:pull dir="l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5385039370079,&quot;left&quot;:98.15653543307084,&quot;top&quot;:158.22905511811024,&quot;width&quot;:744.000787401574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5385039370079,&quot;left&quot;:98.15653543307084,&quot;top&quot;:158.22905511811024,&quot;width&quot;:744.000787401574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5385039370079,&quot;left&quot;:98.15653543307084,&quot;top&quot;:158.22905511811024,&quot;width&quot;:744.000787401574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5385039370079,&quot;left&quot;:98.15653543307084,&quot;top&quot;:158.22905511811024,&quot;width&quot;:744.000787401574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5385039370079,&quot;left&quot;:98.15653543307084,&quot;top&quot;:158.22905511811024,&quot;width&quot;:744.000787401574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5385039370079,&quot;left&quot;:98.15653543307084,&quot;top&quot;:158.22905511811024,&quot;width&quot;:744.000787401574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5385039370079,&quot;left&quot;:98.15653543307084,&quot;top&quot;:158.22905511811024,&quot;width&quot;:744.000787401574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5385039370079,&quot;left&quot;:98.15653543307084,&quot;top&quot;:158.22905511811024,&quot;width&quot;:744.0007874015748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5385039370079,&quot;left&quot;:98.15653543307084,&quot;top&quot;:158.22905511811024,&quot;width&quot;:744.000787401574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5385039370079,&quot;left&quot;:98.15653543307084,&quot;top&quot;:158.22905511811024,&quot;width&quot;:744.000787401574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5385039370079,&quot;left&quot;:98.15653543307084,&quot;top&quot;:158.22905511811024,&quot;width&quot;:744.0007874015748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5385039370079,&quot;left&quot;:98.15653543307084,&quot;top&quot;:158.22905511811024,&quot;width&quot;:744.0007874015748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4.5385039370079,&quot;left&quot;:98.15653543307084,&quot;top&quot;:158.22905511811024,&quot;width&quot;:744.0007874015748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2.4047736526261,&quot;left&quot;:7.627291461262848,&quot;top&quot;:123.00053667337788,&quot;width&quot;:930.9499851530636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2.4047736526261,&quot;left&quot;:7.627291461262848,&quot;top&quot;:123.00053667337788,&quot;width&quot;:930.9499851530636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2.4047736526261,&quot;left&quot;:7.627291461262848,&quot;top&quot;:123.00053667337788,&quot;width&quot;:930.9499851530636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2.4047736526261,&quot;left&quot;:7.627291461262848,&quot;top&quot;:123.00053667337788,&quot;width&quot;:930.9499851530636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2.4047736526261,&quot;left&quot;:7.627291461262848,&quot;top&quot;:123.00053667337788,&quot;width&quot;:930.9499851530636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2.4047736526261,&quot;left&quot;:7.627291461262848,&quot;top&quot;:123.00053667337788,&quot;width&quot;:930.9499851530636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2.4047736526261,&quot;left&quot;:7.627291461262848,&quot;top&quot;:123.00053667337788,&quot;width&quot;:930.9499851530636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2.4047736526261,&quot;left&quot;:7.627291461262848,&quot;top&quot;:123.00053667337788,&quot;width&quot;:930.9499851530636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2.4047736526261,&quot;left&quot;:7.627291461262848,&quot;top&quot;:123.00053667337788,&quot;width&quot;:930.949985153063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2.4047736526261,&quot;left&quot;:7.627291461262848,&quot;top&quot;:123.00053667337788,&quot;width&quot;:930.9499851530636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2.4047736526261,&quot;left&quot;:7.627291461262848,&quot;top&quot;:123.00053667337788,&quot;width&quot;:930.9499851530636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2.4047736526261,&quot;left&quot;:7.627291461262848,&quot;top&quot;:123.00053667337788,&quot;width&quot;:930.949985153063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2.4047736526261,&quot;left&quot;:7.627291461262848,&quot;top&quot;:123.00053667337788,&quot;width&quot;:930.9499851530636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2.4047736526261,&quot;left&quot;:7.627291461262848,&quot;top&quot;:123.00053667337788,&quot;width&quot;:930.9499851530636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2.4047736526261,&quot;left&quot;:7.627291461262848,&quot;top&quot;:123.00053667337788,&quot;width&quot;:930.9499851530636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2.4047736526261,&quot;left&quot;:7.627291461262848,&quot;top&quot;:123.00053667337788,&quot;width&quot;:930.9499851530636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2.4047736526261,&quot;left&quot;:7.627291461262848,&quot;top&quot;:123.00053667337788,&quot;width&quot;:930.9499851530636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2.4047736526261,&quot;left&quot;:7.627291461262848,&quot;top&quot;:123.00053667337788,&quot;width&quot;:930.949985153063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2.4047736526261,&quot;left&quot;:7.627291461262848,&quot;top&quot;:123.00053667337788,&quot;width&quot;:930.9499851530636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2.4047736526261,&quot;left&quot;:7.627291461262848,&quot;top&quot;:123.00053667337788,&quot;width&quot;:930.9499851530636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2.4047736526261,&quot;left&quot;:7.627291461262848,&quot;top&quot;:123.00053667337788,&quot;width&quot;:930.9499851530636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2.4047736526261,&quot;left&quot;:7.627291461262848,&quot;top&quot;:123.00053667337788,&quot;width&quot;:930.9499851530636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2.4047736526261,&quot;left&quot;:7.627291461262848,&quot;top&quot;:123.00053667337788,&quot;width&quot;:930.949985153063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2.4047736526261,&quot;left&quot;:7.627291461262848,&quot;top&quot;:123.00053667337788,&quot;width&quot;:930.9499851530636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2.4047736526261,&quot;left&quot;:7.627291461262848,&quot;top&quot;:123.00053667337788,&quot;width&quot;:930.9499851530636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2.4047736526261,&quot;left&quot;:7.627291461262848,&quot;top&quot;:123.00053667337788,&quot;width&quot;:930.9499851530636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2.4047736526261,&quot;left&quot;:7.627291461262848,&quot;top&quot;:123.00053667337788,&quot;width&quot;:930.9499851530636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2.4047736526261,&quot;left&quot;:7.627291461262848,&quot;top&quot;:123.00053667337788,&quot;width&quot;:930.9499851530636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2.4047736526261,&quot;left&quot;:7.627291461262848,&quot;top&quot;:123.00053667337788,&quot;width&quot;:930.949985153063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2.4047736526261,&quot;left&quot;:7.627291461262848,&quot;top&quot;:123.00053667337788,&quot;width&quot;:930.9499851530636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2.4047736526261,&quot;left&quot;:7.627291461262848,&quot;top&quot;:123.00053667337788,&quot;width&quot;:930.9499851530636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2.4047736526261,&quot;left&quot;:7.627291461262848,&quot;top&quot;:123.00053667337788,&quot;width&quot;:930.9499851530636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2.4047736526261,&quot;left&quot;:7.627291461262848,&quot;top&quot;:123.00053667337788,&quot;width&quot;:930.9499851530636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2.4047736526261,&quot;left&quot;:7.627291461262848,&quot;top&quot;:123.00053667337788,&quot;width&quot;:930.9499851530636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22.4047736526261,&quot;left&quot;:7.627291461262848,&quot;top&quot;:123.00053667337788,&quot;width&quot;:930.9499851530636}"/>
</p:tagLst>
</file>

<file path=ppt/theme/theme1.xml><?xml version="1.0" encoding="utf-8"?>
<a:theme xmlns:a="http://schemas.openxmlformats.org/drawingml/2006/main" name="Office 主题​​">
  <a:themeElements>
    <a:clrScheme name="自定义 963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1EA4AD"/>
      </a:accent1>
      <a:accent2>
        <a:srgbClr val="F2BA25"/>
      </a:accent2>
      <a:accent3>
        <a:srgbClr val="1EA4AD"/>
      </a:accent3>
      <a:accent4>
        <a:srgbClr val="F2BA25"/>
      </a:accent4>
      <a:accent5>
        <a:srgbClr val="1EA4AD"/>
      </a:accent5>
      <a:accent6>
        <a:srgbClr val="F2BA25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3878</TotalTime>
  <Words>372</Words>
  <Application>Microsoft Office PowerPoint</Application>
  <PresentationFormat>全屏显示(16:9)</PresentationFormat>
  <Paragraphs>45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方正正大黑简体</vt:lpstr>
      <vt:lpstr>黑体</vt:lpstr>
      <vt:lpstr>宋体</vt:lpstr>
      <vt:lpstr>微软雅黑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锐旗设计；https://9ppt.taobao.com</dc:title>
  <dc:creator>锐旗设计；https://9ppt.taobao.com</dc:creator>
  <dc:description>锐旗设计；https://9ppt.taobao.com_x000d_
</dc:description>
  <cp:lastModifiedBy>gkq2414774255@163.com</cp:lastModifiedBy>
  <cp:revision>411</cp:revision>
  <dcterms:created xsi:type="dcterms:W3CDTF">2014-11-09T01:07:25Z</dcterms:created>
  <dcterms:modified xsi:type="dcterms:W3CDTF">2024-11-04T14:12:41Z</dcterms:modified>
</cp:coreProperties>
</file>