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DAC0"/>
    <a:srgbClr val="E7F5EE"/>
    <a:srgbClr val="FBECEB"/>
    <a:srgbClr val="D5B24F"/>
    <a:srgbClr val="F8F4E6"/>
    <a:srgbClr val="8EB6F8"/>
    <a:srgbClr val="EA968F"/>
    <a:srgbClr val="C4D9FC"/>
    <a:srgbClr val="ECF3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0" y="2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289EA-453D-8826-0F5B-6229C7332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16D2EF-C81B-A819-D9B8-493056B4B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B9C261-8206-2E10-F859-B467CAF0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C9620-940E-9EBA-B681-E6B6C223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E48258-EA90-B52E-EDD1-C52776E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67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658D-EC36-5C1F-47D2-B0D0CBC62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07380C-C659-223E-2ED6-F6B26F301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A5CB5-5053-A180-14F7-1C070603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F72DC2-0441-B1F3-B7F1-45327FC17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D3A646-7350-2743-6630-8BC4FBE4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887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E76CA-367A-84DC-CDE2-5FE3079FE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481186-DB91-01FB-E90C-75350F1BD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12CEF1-9D95-3466-C206-54E5E63E4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E27051-4BF3-0787-22AD-5E61A382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82D223-C0BA-B803-6471-F32D79BF8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55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CB7B7-5C11-69A7-C031-A8EE71F9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F9918-AF5A-77A0-723B-8F08B65CF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71DA2A-7F6D-F0A4-8C7A-8519C3315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B13AE8-9B83-9385-2CA3-DBD4FBA5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7F9FE0-F521-304C-F8AA-58687BE72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81C146-14CE-51AA-9B51-1BF5955DE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5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25EEF-C103-AD69-68E0-A823133C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98228E-344C-3732-8970-1134781B7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BD4B70-99F2-FBBE-C28A-AA4658527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E0EE76-1E4B-EEB3-5499-1B16C1B82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9E18D9-BF6D-044C-D165-303212C048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BC52E4-9EFB-6CD4-A90E-74C4B6F3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2CD6F3-491F-F95E-01B3-4D64BE271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FA8F3B-8691-909B-7B0C-0E39DBE5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38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9B6D5-A1DD-7DEF-7855-B69326984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E0DA4F-CF10-871D-0992-C9B574BF9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444F4D-465D-88A1-DB03-DBBEF20D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2F12CC-B4EE-281D-7A79-DC7F84C8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469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B53A0D-F4AE-1BA2-961E-26F740062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23C1F9-16DA-EEF9-6BF8-87AAFB95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856E57-A91F-9146-F15E-96D1857F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88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DEF35E-CF0C-E0B5-50DE-E19176D1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945ABA-EEAA-13EE-47C8-E1466309F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8C6CDD-B95D-5C58-85B6-7D4ADDBC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67F5BD-7C13-6731-ABE2-4E84E552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D6694A-3DA3-0725-70EF-4DE92A88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55672A-61C6-8A08-6D53-3D446EA1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435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812FB3-B6E8-4744-6901-094BFEE0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B90099-886D-6133-9F7D-78C0C7358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81CCF5-088E-4605-8FA6-651AEAFEF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8505B3-14F6-03DF-5543-C2E611E0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D4A826-1857-F746-2003-6DFBD76D9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D77D7A-DCDA-8C34-A84F-112DC761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27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63127-C4EB-4510-3497-DF32AC547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732809-51B7-1A8C-7F82-11FB0FCB5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41ED36-C7C3-8407-3F1B-5E00E028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7CD367-4863-EB44-5764-38A8D72B6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D9A867-DCA0-5CA9-0D0D-F638B291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5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FE741F-640E-CBA2-AC8A-5F7FBE069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1234EE-BE91-91C5-AAB7-2C6DBBF82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722858-63EB-5884-9798-3FDB4358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BCFB1-FC15-FC09-9197-C3636FC0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DD0631-1B79-608F-5EE9-63DED7A5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30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C7D0C6-66E6-3F7D-90D2-97AEEEC4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CA1393-88C8-684D-361B-78955A3EE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17621B-7809-285C-5EDB-4260ECAF6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6032-641F-49E8-91F4-57A3A9B9C57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903FB2-3E58-7D07-D2B8-8F0071609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E7737-46DD-A79D-9B09-A27C82575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CB832-683D-46C2-9AFA-3A3657D362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9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.svg"/><Relationship Id="rId5" Type="http://schemas.openxmlformats.org/officeDocument/2006/relationships/image" Target="../media/image4.wmf"/><Relationship Id="rId10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B4353823-0EC8-264E-144E-A48CA98090B0}"/>
              </a:ext>
            </a:extLst>
          </p:cNvPr>
          <p:cNvGrpSpPr/>
          <p:nvPr/>
        </p:nvGrpSpPr>
        <p:grpSpPr>
          <a:xfrm>
            <a:off x="2965835" y="131006"/>
            <a:ext cx="5496845" cy="6455349"/>
            <a:chOff x="2965835" y="131006"/>
            <a:chExt cx="5496845" cy="645534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A21BD98-E3D1-A45B-0FE0-72F9E27A3208}"/>
                </a:ext>
              </a:extLst>
            </p:cNvPr>
            <p:cNvSpPr/>
            <p:nvPr/>
          </p:nvSpPr>
          <p:spPr>
            <a:xfrm>
              <a:off x="2965835" y="2347558"/>
              <a:ext cx="2059940" cy="84836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Text-to-Image</a:t>
              </a:r>
            </a:p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321B1C6-ABA9-EFC5-E3E2-0523C1C3FDF8}"/>
                </a:ext>
              </a:extLst>
            </p:cNvPr>
            <p:cNvSpPr/>
            <p:nvPr/>
          </p:nvSpPr>
          <p:spPr>
            <a:xfrm>
              <a:off x="2965835" y="1104900"/>
              <a:ext cx="2059940" cy="848360"/>
            </a:xfrm>
            <a:prstGeom prst="rect">
              <a:avLst/>
            </a:prstGeom>
            <a:solidFill>
              <a:srgbClr val="ECF3FD"/>
            </a:solidFill>
            <a:ln w="28575">
              <a:solidFill>
                <a:srgbClr val="8EB6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8EB6F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Frozen Text Encoder</a:t>
              </a:r>
              <a:endParaRPr lang="zh-CN" altLang="en-US" sz="1600" b="1" dirty="0">
                <a:solidFill>
                  <a:srgbClr val="8EB6F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077744E-D495-D3BF-0927-CC34B17C20ED}"/>
                </a:ext>
              </a:extLst>
            </p:cNvPr>
            <p:cNvSpPr/>
            <p:nvPr/>
          </p:nvSpPr>
          <p:spPr>
            <a:xfrm>
              <a:off x="2965835" y="3817421"/>
              <a:ext cx="2059940" cy="848360"/>
            </a:xfrm>
            <a:prstGeom prst="rect">
              <a:avLst/>
            </a:prstGeom>
            <a:solidFill>
              <a:srgbClr val="F8F4E6"/>
            </a:solidFill>
            <a:ln w="28575">
              <a:solidFill>
                <a:srgbClr val="D5B2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D5B2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Super-Resolution</a:t>
              </a:r>
            </a:p>
            <a:p>
              <a:pPr algn="ctr"/>
              <a:r>
                <a:rPr lang="en-US" altLang="zh-CN" sz="1600" b="1" dirty="0">
                  <a:solidFill>
                    <a:srgbClr val="D5B2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  <a:endParaRPr lang="zh-CN" altLang="en-US" sz="1600" b="1" dirty="0">
                <a:solidFill>
                  <a:srgbClr val="D5B24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D03D8BB-FC2D-CE83-DBC5-378BE5C961F0}"/>
                </a:ext>
              </a:extLst>
            </p:cNvPr>
            <p:cNvSpPr/>
            <p:nvPr/>
          </p:nvSpPr>
          <p:spPr>
            <a:xfrm>
              <a:off x="2965835" y="4904740"/>
              <a:ext cx="2059940" cy="848360"/>
            </a:xfrm>
            <a:prstGeom prst="rect">
              <a:avLst/>
            </a:prstGeom>
            <a:solidFill>
              <a:srgbClr val="E7F5EE"/>
            </a:solidFill>
            <a:ln w="28575">
              <a:solidFill>
                <a:srgbClr val="A4DA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A4DA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Super-Resolution</a:t>
              </a:r>
            </a:p>
            <a:p>
              <a:pPr algn="ctr"/>
              <a:r>
                <a:rPr lang="en-US" altLang="zh-CN" sz="1600" b="1" dirty="0">
                  <a:solidFill>
                    <a:srgbClr val="A4DA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  <a:endParaRPr lang="zh-CN" altLang="en-US" sz="1600" b="1" dirty="0">
                <a:solidFill>
                  <a:srgbClr val="A4DA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5191B2A-5412-6590-82FF-0D246FF678B5}"/>
                </a:ext>
              </a:extLst>
            </p:cNvPr>
            <p:cNvSpPr txBox="1"/>
            <p:nvPr/>
          </p:nvSpPr>
          <p:spPr>
            <a:xfrm>
              <a:off x="3422064" y="271645"/>
              <a:ext cx="1147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Text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C20378A6-55D3-94B0-AA85-0CF578112F8D}"/>
                </a:ext>
              </a:extLst>
            </p:cNvPr>
            <p:cNvCxnSpPr>
              <a:cxnSpLocks/>
              <a:stCxn id="10" idx="2"/>
              <a:endCxn id="7" idx="0"/>
            </p:cNvCxnSpPr>
            <p:nvPr/>
          </p:nvCxnSpPr>
          <p:spPr>
            <a:xfrm>
              <a:off x="3995805" y="640977"/>
              <a:ext cx="0" cy="46392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F86B16C-53CA-220A-88F5-9850EB31D5B3}"/>
                </a:ext>
              </a:extLst>
            </p:cNvPr>
            <p:cNvCxnSpPr>
              <a:cxnSpLocks/>
              <a:stCxn id="7" idx="2"/>
              <a:endCxn id="4" idx="0"/>
            </p:cNvCxnSpPr>
            <p:nvPr/>
          </p:nvCxnSpPr>
          <p:spPr>
            <a:xfrm>
              <a:off x="3995805" y="1953260"/>
              <a:ext cx="0" cy="39429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E928D03-7AB0-079D-4FF1-D6D5054A1E6B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3995805" y="3195918"/>
              <a:ext cx="0" cy="17441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2473A5D5-A8E0-1A94-9369-8E7817E0B7C8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3995805" y="4665781"/>
              <a:ext cx="0" cy="23895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连接符: 肘形 25">
              <a:extLst>
                <a:ext uri="{FF2B5EF4-FFF2-40B4-BE49-F238E27FC236}">
                  <a16:creationId xmlns:a16="http://schemas.microsoft.com/office/drawing/2014/main" id="{31C856DF-8F60-FC2B-DFF7-722BE919711C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rot="5400000">
              <a:off x="2548827" y="2794622"/>
              <a:ext cx="1863988" cy="1029971"/>
            </a:xfrm>
            <a:prstGeom prst="bentConnector4">
              <a:avLst>
                <a:gd name="adj1" fmla="val -14282"/>
                <a:gd name="adj2" fmla="val 122195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连接符: 肘形 30">
              <a:extLst>
                <a:ext uri="{FF2B5EF4-FFF2-40B4-BE49-F238E27FC236}">
                  <a16:creationId xmlns:a16="http://schemas.microsoft.com/office/drawing/2014/main" id="{6313348C-BB13-16CA-8E2F-4B6F4F8BCC06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 rot="5400000">
              <a:off x="1891564" y="3224679"/>
              <a:ext cx="3178512" cy="1029970"/>
            </a:xfrm>
            <a:prstGeom prst="bentConnector4">
              <a:avLst>
                <a:gd name="adj1" fmla="val -1235"/>
                <a:gd name="adj2" fmla="val 122195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5E3B9D6F-FDE7-FCEC-E061-AC16A36CF74C}"/>
                </a:ext>
              </a:extLst>
            </p:cNvPr>
            <p:cNvCxnSpPr>
              <a:cxnSpLocks/>
            </p:cNvCxnSpPr>
            <p:nvPr/>
          </p:nvCxnSpPr>
          <p:spPr>
            <a:xfrm>
              <a:off x="3957492" y="5753100"/>
              <a:ext cx="0" cy="46392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75E1269-3548-92FE-A2AE-D244BCF6FC4B}"/>
                </a:ext>
              </a:extLst>
            </p:cNvPr>
            <p:cNvSpPr txBox="1"/>
            <p:nvPr/>
          </p:nvSpPr>
          <p:spPr>
            <a:xfrm>
              <a:off x="3383751" y="6217023"/>
              <a:ext cx="1147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8" name="图形 57" descr="锁定">
              <a:extLst>
                <a:ext uri="{FF2B5EF4-FFF2-40B4-BE49-F238E27FC236}">
                  <a16:creationId xmlns:a16="http://schemas.microsoft.com/office/drawing/2014/main" id="{8475E034-ACB3-9782-A32C-794653224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98041" y="2301814"/>
              <a:ext cx="341694" cy="341694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1425D397-EA13-5346-2182-F8B523BB2C6A}"/>
                </a:ext>
              </a:extLst>
            </p:cNvPr>
            <p:cNvSpPr/>
            <p:nvPr/>
          </p:nvSpPr>
          <p:spPr>
            <a:xfrm>
              <a:off x="6151841" y="2622473"/>
              <a:ext cx="2059940" cy="848360"/>
            </a:xfrm>
            <a:prstGeom prst="rect">
              <a:avLst/>
            </a:prstGeom>
            <a:solidFill>
              <a:srgbClr val="FBECEB"/>
            </a:solidFill>
            <a:ln w="28575">
              <a:solidFill>
                <a:srgbClr val="EA96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EA968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Text-to-Image</a:t>
              </a:r>
            </a:p>
            <a:p>
              <a:pPr algn="ctr"/>
              <a:r>
                <a:rPr lang="en-US" altLang="zh-CN" sz="1600" b="1" dirty="0">
                  <a:solidFill>
                    <a:srgbClr val="EA968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  <a:endParaRPr lang="zh-CN" altLang="en-US" sz="1600" b="1" dirty="0">
                <a:solidFill>
                  <a:srgbClr val="EA968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60E26B97-CC17-5D0D-9EE0-1398D485B83D}"/>
                </a:ext>
              </a:extLst>
            </p:cNvPr>
            <p:cNvSpPr/>
            <p:nvPr/>
          </p:nvSpPr>
          <p:spPr>
            <a:xfrm>
              <a:off x="6411847" y="1391787"/>
              <a:ext cx="1508760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零卷积层</a:t>
              </a: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25E7EE4D-D1F9-23CE-FC46-93B5C753E4BE}"/>
                </a:ext>
              </a:extLst>
            </p:cNvPr>
            <p:cNvSpPr/>
            <p:nvPr/>
          </p:nvSpPr>
          <p:spPr>
            <a:xfrm>
              <a:off x="6613476" y="790232"/>
              <a:ext cx="1105502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NN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C69CB782-5A9D-F80C-98F4-CF6B67567D21}"/>
                </a:ext>
              </a:extLst>
            </p:cNvPr>
            <p:cNvGrpSpPr/>
            <p:nvPr/>
          </p:nvGrpSpPr>
          <p:grpSpPr>
            <a:xfrm>
              <a:off x="7003717" y="1932482"/>
              <a:ext cx="356188" cy="369332"/>
              <a:chOff x="9048071" y="1659784"/>
              <a:chExt cx="356188" cy="369332"/>
            </a:xfrm>
          </p:grpSpPr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683231A8-4AE1-800A-40DA-CAA033838158}"/>
                  </a:ext>
                </a:extLst>
              </p:cNvPr>
              <p:cNvSpPr txBox="1"/>
              <p:nvPr/>
            </p:nvSpPr>
            <p:spPr>
              <a:xfrm>
                <a:off x="9048071" y="1659784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3FCB816C-23EB-E62D-BF0F-0D171052B7BD}"/>
                  </a:ext>
                </a:extLst>
              </p:cNvPr>
              <p:cNvSpPr/>
              <p:nvPr/>
            </p:nvSpPr>
            <p:spPr>
              <a:xfrm>
                <a:off x="9088052" y="1721906"/>
                <a:ext cx="257175" cy="257175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DEE2C9F0-07DD-4F17-FB95-D3CBCC7DD933}"/>
                </a:ext>
              </a:extLst>
            </p:cNvPr>
            <p:cNvCxnSpPr>
              <a:cxnSpLocks/>
              <a:endCxn id="64" idx="2"/>
            </p:cNvCxnSpPr>
            <p:nvPr/>
          </p:nvCxnSpPr>
          <p:spPr>
            <a:xfrm>
              <a:off x="4006815" y="2108183"/>
              <a:ext cx="3036883" cy="150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286F355A-AFBD-0965-2F9D-E33925186272}"/>
                </a:ext>
              </a:extLst>
            </p:cNvPr>
            <p:cNvCxnSpPr>
              <a:cxnSpLocks/>
              <a:stCxn id="64" idx="4"/>
              <a:endCxn id="59" idx="0"/>
            </p:cNvCxnSpPr>
            <p:nvPr/>
          </p:nvCxnSpPr>
          <p:spPr>
            <a:xfrm>
              <a:off x="7172286" y="2251779"/>
              <a:ext cx="9525" cy="3706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AA0FA7C4-0111-DBB6-AF01-7AF906774C81}"/>
                </a:ext>
              </a:extLst>
            </p:cNvPr>
            <p:cNvCxnSpPr>
              <a:cxnSpLocks/>
            </p:cNvCxnSpPr>
            <p:nvPr/>
          </p:nvCxnSpPr>
          <p:spPr>
            <a:xfrm>
              <a:off x="7181810" y="1695229"/>
              <a:ext cx="6059" cy="29937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CAC4624B-2BA3-5F90-ECCB-B9C59EA12751}"/>
                </a:ext>
              </a:extLst>
            </p:cNvPr>
            <p:cNvCxnSpPr>
              <a:cxnSpLocks/>
              <a:stCxn id="61" idx="2"/>
              <a:endCxn id="60" idx="0"/>
            </p:cNvCxnSpPr>
            <p:nvPr/>
          </p:nvCxnSpPr>
          <p:spPr>
            <a:xfrm>
              <a:off x="7166227" y="1093674"/>
              <a:ext cx="0" cy="2981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A6CC62A9-D1A4-FCF6-33F3-7CB8B2EEE847}"/>
                </a:ext>
              </a:extLst>
            </p:cNvPr>
            <p:cNvCxnSpPr>
              <a:cxnSpLocks/>
            </p:cNvCxnSpPr>
            <p:nvPr/>
          </p:nvCxnSpPr>
          <p:spPr>
            <a:xfrm>
              <a:off x="7166227" y="491920"/>
              <a:ext cx="0" cy="2981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FD3C6B9E-0784-1294-3C5F-0836B1F2F46F}"/>
                </a:ext>
              </a:extLst>
            </p:cNvPr>
            <p:cNvSpPr txBox="1"/>
            <p:nvPr/>
          </p:nvSpPr>
          <p:spPr>
            <a:xfrm>
              <a:off x="6377035" y="131006"/>
              <a:ext cx="15905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条件控制信息</a:t>
              </a:r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BD3DDF6B-3C75-1DBB-C185-71C49B53B31A}"/>
                </a:ext>
              </a:extLst>
            </p:cNvPr>
            <p:cNvCxnSpPr>
              <a:cxnSpLocks/>
            </p:cNvCxnSpPr>
            <p:nvPr/>
          </p:nvCxnSpPr>
          <p:spPr>
            <a:xfrm>
              <a:off x="7172285" y="3479204"/>
              <a:ext cx="9525" cy="3706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0CD7D8F0-33DD-20A9-15E0-D0E40342E7CC}"/>
                </a:ext>
              </a:extLst>
            </p:cNvPr>
            <p:cNvSpPr/>
            <p:nvPr/>
          </p:nvSpPr>
          <p:spPr>
            <a:xfrm>
              <a:off x="6410508" y="3849898"/>
              <a:ext cx="1508760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零卷积层</a:t>
              </a:r>
            </a:p>
          </p:txBody>
        </p:sp>
        <p:cxnSp>
          <p:nvCxnSpPr>
            <p:cNvPr id="94" name="连接符: 肘形 93">
              <a:extLst>
                <a:ext uri="{FF2B5EF4-FFF2-40B4-BE49-F238E27FC236}">
                  <a16:creationId xmlns:a16="http://schemas.microsoft.com/office/drawing/2014/main" id="{1C7A95A6-03B5-9D8C-092E-A25301B93A83}"/>
                </a:ext>
              </a:extLst>
            </p:cNvPr>
            <p:cNvCxnSpPr>
              <a:cxnSpLocks/>
              <a:stCxn id="90" idx="1"/>
              <a:endCxn id="100" idx="6"/>
            </p:cNvCxnSpPr>
            <p:nvPr/>
          </p:nvCxnSpPr>
          <p:spPr>
            <a:xfrm rot="10800000">
              <a:off x="4132554" y="3519321"/>
              <a:ext cx="2277954" cy="482299"/>
            </a:xfrm>
            <a:prstGeom prst="bentConnector3">
              <a:avLst>
                <a:gd name="adj1" fmla="val 42523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C423D08C-DB48-9C8B-BDC0-94E852481EBC}"/>
                </a:ext>
              </a:extLst>
            </p:cNvPr>
            <p:cNvGrpSpPr/>
            <p:nvPr/>
          </p:nvGrpSpPr>
          <p:grpSpPr>
            <a:xfrm>
              <a:off x="3835398" y="3328610"/>
              <a:ext cx="356188" cy="369332"/>
              <a:chOff x="9048071" y="1659784"/>
              <a:chExt cx="356188" cy="369332"/>
            </a:xfrm>
          </p:grpSpPr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751CC997-6C29-3121-A672-135955369DD7}"/>
                  </a:ext>
                </a:extLst>
              </p:cNvPr>
              <p:cNvSpPr txBox="1"/>
              <p:nvPr/>
            </p:nvSpPr>
            <p:spPr>
              <a:xfrm>
                <a:off x="9048071" y="1659784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1D3B38DA-CC13-5942-304B-629DE3D3D1D2}"/>
                  </a:ext>
                </a:extLst>
              </p:cNvPr>
              <p:cNvSpPr/>
              <p:nvPr/>
            </p:nvSpPr>
            <p:spPr>
              <a:xfrm>
                <a:off x="9088052" y="1721906"/>
                <a:ext cx="257175" cy="257175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BCF6574A-000E-953F-293F-600DC878EC79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51" y="3652457"/>
              <a:ext cx="0" cy="17441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9E1712CD-0A16-C1EE-21EF-14E4E990A6AE}"/>
                </a:ext>
              </a:extLst>
            </p:cNvPr>
            <p:cNvSpPr/>
            <p:nvPr/>
          </p:nvSpPr>
          <p:spPr>
            <a:xfrm>
              <a:off x="5896427" y="1243802"/>
              <a:ext cx="2566253" cy="3118480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AFED017A-0AEA-6DBB-E48C-75B480A5E940}"/>
                </a:ext>
              </a:extLst>
            </p:cNvPr>
            <p:cNvSpPr txBox="1"/>
            <p:nvPr/>
          </p:nvSpPr>
          <p:spPr>
            <a:xfrm>
              <a:off x="5815556" y="4325030"/>
              <a:ext cx="1837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ControlNet Part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2103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85F19990-E667-5177-ABB0-995CBBD24933}"/>
              </a:ext>
            </a:extLst>
          </p:cNvPr>
          <p:cNvGrpSpPr/>
          <p:nvPr/>
        </p:nvGrpSpPr>
        <p:grpSpPr>
          <a:xfrm>
            <a:off x="1161311" y="484330"/>
            <a:ext cx="8115398" cy="6024795"/>
            <a:chOff x="103476" y="27130"/>
            <a:chExt cx="8115398" cy="6024795"/>
          </a:xfrm>
        </p:grpSpPr>
        <p:cxnSp>
          <p:nvCxnSpPr>
            <p:cNvPr id="192" name="连接符: 肘形 191">
              <a:extLst>
                <a:ext uri="{FF2B5EF4-FFF2-40B4-BE49-F238E27FC236}">
                  <a16:creationId xmlns:a16="http://schemas.microsoft.com/office/drawing/2014/main" id="{7B50DB49-7827-0706-56AA-9235F163E2B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286540" y="2215014"/>
              <a:ext cx="3466543" cy="2573474"/>
            </a:xfrm>
            <a:prstGeom prst="bentConnector3">
              <a:avLst>
                <a:gd name="adj1" fmla="val 5520"/>
              </a:avLst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连接符: 肘形 195">
              <a:extLst>
                <a:ext uri="{FF2B5EF4-FFF2-40B4-BE49-F238E27FC236}">
                  <a16:creationId xmlns:a16="http://schemas.microsoft.com/office/drawing/2014/main" id="{50543EA7-68EB-7BBD-0BA9-75D3CEBB376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298928" y="2889644"/>
              <a:ext cx="3616766" cy="2039585"/>
            </a:xfrm>
            <a:prstGeom prst="bentConnector3">
              <a:avLst>
                <a:gd name="adj1" fmla="val 2658"/>
              </a:avLst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连接符: 肘形 196">
              <a:extLst>
                <a:ext uri="{FF2B5EF4-FFF2-40B4-BE49-F238E27FC236}">
                  <a16:creationId xmlns:a16="http://schemas.microsoft.com/office/drawing/2014/main" id="{3859908A-01AC-B7C9-5BBC-3D570872587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307177" y="3580721"/>
              <a:ext cx="3962509" cy="1496486"/>
            </a:xfrm>
            <a:prstGeom prst="bentConnector3">
              <a:avLst>
                <a:gd name="adj1" fmla="val -451"/>
              </a:avLst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E5BA5A5D-C4CB-8064-F464-20B88F1C2436}"/>
                </a:ext>
              </a:extLst>
            </p:cNvPr>
            <p:cNvCxnSpPr>
              <a:cxnSpLocks/>
              <a:stCxn id="144" idx="4"/>
              <a:endCxn id="115" idx="2"/>
            </p:cNvCxnSpPr>
            <p:nvPr/>
          </p:nvCxnSpPr>
          <p:spPr>
            <a:xfrm>
              <a:off x="5097006" y="1517960"/>
              <a:ext cx="8965" cy="288773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86FAECF1-1F68-F1FE-5F43-2CA3598BBCFC}"/>
                </a:ext>
              </a:extLst>
            </p:cNvPr>
            <p:cNvCxnSpPr>
              <a:cxnSpLocks/>
            </p:cNvCxnSpPr>
            <p:nvPr/>
          </p:nvCxnSpPr>
          <p:spPr>
            <a:xfrm>
              <a:off x="2298713" y="1539027"/>
              <a:ext cx="0" cy="402357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6FB9ED5-4C1C-00FC-BE31-69FA38B7735A}"/>
                </a:ext>
              </a:extLst>
            </p:cNvPr>
            <p:cNvSpPr/>
            <p:nvPr/>
          </p:nvSpPr>
          <p:spPr>
            <a:xfrm>
              <a:off x="296759" y="500626"/>
              <a:ext cx="992005" cy="54124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Text</a:t>
              </a:r>
            </a:p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Encoder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FB5CD6A-5F1A-586B-F7E3-E9FE2B2F7E93}"/>
                </a:ext>
              </a:extLst>
            </p:cNvPr>
            <p:cNvSpPr/>
            <p:nvPr/>
          </p:nvSpPr>
          <p:spPr>
            <a:xfrm>
              <a:off x="1561541" y="497403"/>
              <a:ext cx="992005" cy="54124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Time</a:t>
              </a:r>
            </a:p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Encoder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CFB8A79-14DA-7AFD-0B8F-3EFB85290995}"/>
                </a:ext>
              </a:extLst>
            </p:cNvPr>
            <p:cNvSpPr/>
            <p:nvPr/>
          </p:nvSpPr>
          <p:spPr>
            <a:xfrm>
              <a:off x="1393681" y="1769055"/>
              <a:ext cx="1810067" cy="54124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 Encoder </a:t>
              </a:r>
            </a:p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 A 64×64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D1D9982-6C7C-62EF-DA60-2A260FA6F66D}"/>
                </a:ext>
              </a:extLst>
            </p:cNvPr>
            <p:cNvSpPr/>
            <p:nvPr/>
          </p:nvSpPr>
          <p:spPr>
            <a:xfrm>
              <a:off x="1451616" y="2474664"/>
              <a:ext cx="1659283" cy="54124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 Encoder </a:t>
              </a:r>
            </a:p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 B 32×32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28F4FEE-4E8B-5A98-96BA-7AC17CD28D3F}"/>
                </a:ext>
              </a:extLst>
            </p:cNvPr>
            <p:cNvSpPr/>
            <p:nvPr/>
          </p:nvSpPr>
          <p:spPr>
            <a:xfrm>
              <a:off x="1544465" y="3180273"/>
              <a:ext cx="1508501" cy="54124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 Encoder </a:t>
              </a:r>
            </a:p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 C 16×16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2BD95A9-77C4-22F7-6517-E4565EE510AB}"/>
                </a:ext>
              </a:extLst>
            </p:cNvPr>
            <p:cNvSpPr/>
            <p:nvPr/>
          </p:nvSpPr>
          <p:spPr>
            <a:xfrm>
              <a:off x="1640061" y="3885882"/>
              <a:ext cx="1317305" cy="54124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 Encoder </a:t>
              </a:r>
            </a:p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Block D 8×8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2086D4F-6BE5-105B-836A-B3CA90681A53}"/>
                </a:ext>
              </a:extLst>
            </p:cNvPr>
            <p:cNvGrpSpPr/>
            <p:nvPr/>
          </p:nvGrpSpPr>
          <p:grpSpPr>
            <a:xfrm>
              <a:off x="103476" y="27130"/>
              <a:ext cx="1174462" cy="401495"/>
              <a:chOff x="825383" y="1104900"/>
              <a:chExt cx="1174462" cy="401495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9C75E2D-3EF0-ED63-EE7B-F256A8956EFC}"/>
                  </a:ext>
                </a:extLst>
              </p:cNvPr>
              <p:cNvSpPr txBox="1"/>
              <p:nvPr/>
            </p:nvSpPr>
            <p:spPr>
              <a:xfrm>
                <a:off x="825383" y="1104900"/>
                <a:ext cx="1147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Prompt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0" name="对象 19">
                <a:extLst>
                  <a:ext uri="{FF2B5EF4-FFF2-40B4-BE49-F238E27FC236}">
                    <a16:creationId xmlns:a16="http://schemas.microsoft.com/office/drawing/2014/main" id="{34D232C5-69EE-98EC-0088-1FA6EDD3EC9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5172687"/>
                  </p:ext>
                </p:extLst>
              </p:nvPr>
            </p:nvGraphicFramePr>
            <p:xfrm>
              <a:off x="1755370" y="1106345"/>
              <a:ext cx="244475" cy="4000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39680" imgH="228600" progId="Equation.DSMT4">
                      <p:embed/>
                    </p:oleObj>
                  </mc:Choice>
                  <mc:Fallback>
                    <p:oleObj name="Equation" r:id="rId2" imgW="13968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1755370" y="1106345"/>
                            <a:ext cx="244475" cy="4000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D9BD771-B40E-5BC0-0DCB-8E111AEE632A}"/>
                </a:ext>
              </a:extLst>
            </p:cNvPr>
            <p:cNvSpPr/>
            <p:nvPr/>
          </p:nvSpPr>
          <p:spPr>
            <a:xfrm>
              <a:off x="1342038" y="4700167"/>
              <a:ext cx="1878437" cy="541246"/>
            </a:xfrm>
            <a:prstGeom prst="rect">
              <a:avLst/>
            </a:prstGeom>
            <a:solidFill>
              <a:srgbClr val="E7F5EE"/>
            </a:solidFill>
            <a:ln w="28575">
              <a:solidFill>
                <a:srgbClr val="A4DA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A4DA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</a:t>
              </a:r>
            </a:p>
            <a:p>
              <a:pPr algn="ctr"/>
              <a:r>
                <a:rPr lang="en-US" altLang="zh-CN" sz="1600" b="1" dirty="0">
                  <a:solidFill>
                    <a:srgbClr val="A4DA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Part</a:t>
              </a:r>
              <a:endParaRPr lang="zh-CN" altLang="en-US" sz="1600" b="1" dirty="0">
                <a:solidFill>
                  <a:srgbClr val="A4DA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6278AA3-DAAD-98F8-21CD-936B65807F3C}"/>
                </a:ext>
              </a:extLst>
            </p:cNvPr>
            <p:cNvGrpSpPr/>
            <p:nvPr/>
          </p:nvGrpSpPr>
          <p:grpSpPr>
            <a:xfrm>
              <a:off x="1147192" y="5632825"/>
              <a:ext cx="2427040" cy="419100"/>
              <a:chOff x="825383" y="1095263"/>
              <a:chExt cx="2427040" cy="419100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D86C282-823B-9F44-91BF-35F476119A93}"/>
                  </a:ext>
                </a:extLst>
              </p:cNvPr>
              <p:cNvSpPr txBox="1"/>
              <p:nvPr/>
            </p:nvSpPr>
            <p:spPr>
              <a:xfrm>
                <a:off x="825383" y="1104900"/>
                <a:ext cx="1147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8" name="对象 27">
                <a:extLst>
                  <a:ext uri="{FF2B5EF4-FFF2-40B4-BE49-F238E27FC236}">
                    <a16:creationId xmlns:a16="http://schemas.microsoft.com/office/drawing/2014/main" id="{8506001D-1F45-265A-6060-C5E2709C66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20349478"/>
                  </p:ext>
                </p:extLst>
              </p:nvPr>
            </p:nvGraphicFramePr>
            <p:xfrm>
              <a:off x="1718898" y="1095263"/>
              <a:ext cx="1533525" cy="419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876240" imgH="241200" progId="Equation.DSMT4">
                      <p:embed/>
                    </p:oleObj>
                  </mc:Choice>
                  <mc:Fallback>
                    <p:oleObj name="Equation" r:id="rId4" imgW="876240" imgH="241200" progId="Equation.DSMT4">
                      <p:embed/>
                      <p:pic>
                        <p:nvPicPr>
                          <p:cNvPr id="20" name="对象 19">
                            <a:extLst>
                              <a:ext uri="{FF2B5EF4-FFF2-40B4-BE49-F238E27FC236}">
                                <a16:creationId xmlns:a16="http://schemas.microsoft.com/office/drawing/2014/main" id="{34D232C5-69EE-98EC-0088-1FA6EDD3EC9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718898" y="1095263"/>
                            <a:ext cx="1533525" cy="419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FFA88C8C-C06E-CAFF-5E63-24A2090F6CC5}"/>
                </a:ext>
              </a:extLst>
            </p:cNvPr>
            <p:cNvGrpSpPr/>
            <p:nvPr/>
          </p:nvGrpSpPr>
          <p:grpSpPr>
            <a:xfrm>
              <a:off x="1694878" y="1201596"/>
              <a:ext cx="1147482" cy="402340"/>
              <a:chOff x="825383" y="1104900"/>
              <a:chExt cx="1147482" cy="402340"/>
            </a:xfrm>
          </p:grpSpPr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9B995F4-8D6F-8D87-FCC9-DC9F7A7EB47E}"/>
                  </a:ext>
                </a:extLst>
              </p:cNvPr>
              <p:cNvSpPr txBox="1"/>
              <p:nvPr/>
            </p:nvSpPr>
            <p:spPr>
              <a:xfrm>
                <a:off x="825383" y="1104900"/>
                <a:ext cx="1147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3" name="对象 32">
                <a:extLst>
                  <a:ext uri="{FF2B5EF4-FFF2-40B4-BE49-F238E27FC236}">
                    <a16:creationId xmlns:a16="http://schemas.microsoft.com/office/drawing/2014/main" id="{12A20659-7B40-89CE-6E1E-A433747A29A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54738132"/>
                  </p:ext>
                </p:extLst>
              </p:nvPr>
            </p:nvGraphicFramePr>
            <p:xfrm>
              <a:off x="1657318" y="1107752"/>
              <a:ext cx="266325" cy="3994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52280" imgH="228600" progId="Equation.DSMT4">
                      <p:embed/>
                    </p:oleObj>
                  </mc:Choice>
                  <mc:Fallback>
                    <p:oleObj name="Equation" r:id="rId6" imgW="152280" imgH="228600" progId="Equation.DSMT4">
                      <p:embed/>
                      <p:pic>
                        <p:nvPicPr>
                          <p:cNvPr id="20" name="对象 19">
                            <a:extLst>
                              <a:ext uri="{FF2B5EF4-FFF2-40B4-BE49-F238E27FC236}">
                                <a16:creationId xmlns:a16="http://schemas.microsoft.com/office/drawing/2014/main" id="{34D232C5-69EE-98EC-0088-1FA6EDD3EC9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657318" y="1107752"/>
                            <a:ext cx="266325" cy="3994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3C90CCBC-EE47-D31B-5261-2B3A86CBD94D}"/>
                </a:ext>
              </a:extLst>
            </p:cNvPr>
            <p:cNvGrpSpPr/>
            <p:nvPr/>
          </p:nvGrpSpPr>
          <p:grpSpPr>
            <a:xfrm>
              <a:off x="1433957" y="51083"/>
              <a:ext cx="1147482" cy="369332"/>
              <a:chOff x="949550" y="1094866"/>
              <a:chExt cx="1147482" cy="369332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2E00E86-7C52-B1D3-F97E-E16BBC29CDD1}"/>
                  </a:ext>
                </a:extLst>
              </p:cNvPr>
              <p:cNvSpPr txBox="1"/>
              <p:nvPr/>
            </p:nvSpPr>
            <p:spPr>
              <a:xfrm>
                <a:off x="949550" y="1094866"/>
                <a:ext cx="1147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6" name="对象 35">
                <a:extLst>
                  <a:ext uri="{FF2B5EF4-FFF2-40B4-BE49-F238E27FC236}">
                    <a16:creationId xmlns:a16="http://schemas.microsoft.com/office/drawing/2014/main" id="{573A2E3D-B2DD-B14B-C3E8-9EF00AF6ADB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8643875"/>
                  </p:ext>
                </p:extLst>
              </p:nvPr>
            </p:nvGraphicFramePr>
            <p:xfrm>
              <a:off x="1800055" y="1172743"/>
              <a:ext cx="155575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88560" imgH="152280" progId="Equation.DSMT4">
                      <p:embed/>
                    </p:oleObj>
                  </mc:Choice>
                  <mc:Fallback>
                    <p:oleObj name="Equation" r:id="rId8" imgW="88560" imgH="152280" progId="Equation.DSMT4">
                      <p:embed/>
                      <p:pic>
                        <p:nvPicPr>
                          <p:cNvPr id="20" name="对象 19">
                            <a:extLst>
                              <a:ext uri="{FF2B5EF4-FFF2-40B4-BE49-F238E27FC236}">
                                <a16:creationId xmlns:a16="http://schemas.microsoft.com/office/drawing/2014/main" id="{34D232C5-69EE-98EC-0088-1FA6EDD3EC9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800055" y="1172743"/>
                            <a:ext cx="155575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152C98D5-2FFC-E8AA-FD3A-EFA62D630AC7}"/>
                </a:ext>
              </a:extLst>
            </p:cNvPr>
            <p:cNvCxnSpPr>
              <a:cxnSpLocks/>
              <a:stCxn id="2" idx="2"/>
              <a:endCxn id="23" idx="1"/>
            </p:cNvCxnSpPr>
            <p:nvPr/>
          </p:nvCxnSpPr>
          <p:spPr>
            <a:xfrm rot="16200000" flipH="1">
              <a:off x="-897059" y="2731693"/>
              <a:ext cx="3928918" cy="549276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54449CA3-B2B6-2ABB-8F36-B59BDBDB22E0}"/>
                </a:ext>
              </a:extLst>
            </p:cNvPr>
            <p:cNvCxnSpPr>
              <a:cxnSpLocks/>
              <a:stCxn id="3" idx="2"/>
              <a:endCxn id="23" idx="1"/>
            </p:cNvCxnSpPr>
            <p:nvPr/>
          </p:nvCxnSpPr>
          <p:spPr>
            <a:xfrm rot="5400000">
              <a:off x="-266279" y="2646966"/>
              <a:ext cx="3932141" cy="715506"/>
            </a:xfrm>
            <a:prstGeom prst="bentConnector4">
              <a:avLst>
                <a:gd name="adj1" fmla="val 3470"/>
                <a:gd name="adj2" fmla="val 131949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CDAA3E75-EB4A-440E-E21E-6F140CEC4BB6}"/>
                </a:ext>
              </a:extLst>
            </p:cNvPr>
            <p:cNvCxnSpPr>
              <a:cxnSpLocks/>
            </p:cNvCxnSpPr>
            <p:nvPr/>
          </p:nvCxnSpPr>
          <p:spPr>
            <a:xfrm>
              <a:off x="792761" y="1941612"/>
              <a:ext cx="6009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6B86F70A-A3DD-F1C6-0072-59E7803EB0E9}"/>
                </a:ext>
              </a:extLst>
            </p:cNvPr>
            <p:cNvCxnSpPr>
              <a:cxnSpLocks/>
            </p:cNvCxnSpPr>
            <p:nvPr/>
          </p:nvCxnSpPr>
          <p:spPr>
            <a:xfrm>
              <a:off x="792761" y="2655598"/>
              <a:ext cx="65885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4A2DE9F6-946C-06C2-B300-AA69C49C5079}"/>
                </a:ext>
              </a:extLst>
            </p:cNvPr>
            <p:cNvCxnSpPr>
              <a:cxnSpLocks/>
            </p:cNvCxnSpPr>
            <p:nvPr/>
          </p:nvCxnSpPr>
          <p:spPr>
            <a:xfrm>
              <a:off x="792761" y="3355369"/>
              <a:ext cx="751704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FD8AC299-F278-9D1F-F1CE-790F4B9A8414}"/>
                </a:ext>
              </a:extLst>
            </p:cNvPr>
            <p:cNvCxnSpPr>
              <a:cxnSpLocks/>
            </p:cNvCxnSpPr>
            <p:nvPr/>
          </p:nvCxnSpPr>
          <p:spPr>
            <a:xfrm>
              <a:off x="792761" y="4044525"/>
              <a:ext cx="8473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8716756B-9D6B-FFFA-45F0-F2FD8DE56A3B}"/>
                </a:ext>
              </a:extLst>
            </p:cNvPr>
            <p:cNvCxnSpPr>
              <a:cxnSpLocks/>
            </p:cNvCxnSpPr>
            <p:nvPr/>
          </p:nvCxnSpPr>
          <p:spPr>
            <a:xfrm>
              <a:off x="1122188" y="2201842"/>
              <a:ext cx="27067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684ED757-CE66-004D-25C0-6C9D00505D29}"/>
                </a:ext>
              </a:extLst>
            </p:cNvPr>
            <p:cNvCxnSpPr>
              <a:cxnSpLocks/>
            </p:cNvCxnSpPr>
            <p:nvPr/>
          </p:nvCxnSpPr>
          <p:spPr>
            <a:xfrm>
              <a:off x="1122188" y="2910748"/>
              <a:ext cx="32942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6113D36D-7EF0-11DB-E106-8DE451D8E62F}"/>
                </a:ext>
              </a:extLst>
            </p:cNvPr>
            <p:cNvCxnSpPr>
              <a:cxnSpLocks/>
            </p:cNvCxnSpPr>
            <p:nvPr/>
          </p:nvCxnSpPr>
          <p:spPr>
            <a:xfrm>
              <a:off x="1122188" y="3605957"/>
              <a:ext cx="42099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F948FBD9-E3A6-1494-4A7A-93CB6859CAAD}"/>
                </a:ext>
              </a:extLst>
            </p:cNvPr>
            <p:cNvCxnSpPr>
              <a:cxnSpLocks/>
            </p:cNvCxnSpPr>
            <p:nvPr/>
          </p:nvCxnSpPr>
          <p:spPr>
            <a:xfrm>
              <a:off x="1122188" y="4294915"/>
              <a:ext cx="51224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7" name="图形 96" descr="锁定">
              <a:extLst>
                <a:ext uri="{FF2B5EF4-FFF2-40B4-BE49-F238E27FC236}">
                  <a16:creationId xmlns:a16="http://schemas.microsoft.com/office/drawing/2014/main" id="{22D7C882-4748-D3EA-CC28-28AC0C95A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993676" y="1790945"/>
              <a:ext cx="209691" cy="209691"/>
            </a:xfrm>
            <a:prstGeom prst="rect">
              <a:avLst/>
            </a:prstGeom>
          </p:spPr>
        </p:pic>
        <p:pic>
          <p:nvPicPr>
            <p:cNvPr id="101" name="图形 100" descr="锁定">
              <a:extLst>
                <a:ext uri="{FF2B5EF4-FFF2-40B4-BE49-F238E27FC236}">
                  <a16:creationId xmlns:a16="http://schemas.microsoft.com/office/drawing/2014/main" id="{DC308B31-47EB-C39A-37DF-98174D8CF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914237" y="2489060"/>
              <a:ext cx="209691" cy="209691"/>
            </a:xfrm>
            <a:prstGeom prst="rect">
              <a:avLst/>
            </a:prstGeom>
          </p:spPr>
        </p:pic>
        <p:pic>
          <p:nvPicPr>
            <p:cNvPr id="102" name="图形 101" descr="锁定">
              <a:extLst>
                <a:ext uri="{FF2B5EF4-FFF2-40B4-BE49-F238E27FC236}">
                  <a16:creationId xmlns:a16="http://schemas.microsoft.com/office/drawing/2014/main" id="{F0194246-9CFC-B0E2-760C-D83B855F2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877824" y="3180273"/>
              <a:ext cx="209691" cy="209691"/>
            </a:xfrm>
            <a:prstGeom prst="rect">
              <a:avLst/>
            </a:prstGeom>
          </p:spPr>
        </p:pic>
        <p:pic>
          <p:nvPicPr>
            <p:cNvPr id="103" name="图形 102" descr="锁定">
              <a:extLst>
                <a:ext uri="{FF2B5EF4-FFF2-40B4-BE49-F238E27FC236}">
                  <a16:creationId xmlns:a16="http://schemas.microsoft.com/office/drawing/2014/main" id="{30F1432C-CA88-1024-EF5D-9AB2DD35F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781419" y="3885882"/>
              <a:ext cx="209691" cy="209691"/>
            </a:xfrm>
            <a:prstGeom prst="rect">
              <a:avLst/>
            </a:prstGeom>
          </p:spPr>
        </p:pic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A15EDFA6-2089-542E-192B-C2F622BBCAA8}"/>
                </a:ext>
              </a:extLst>
            </p:cNvPr>
            <p:cNvSpPr txBox="1"/>
            <p:nvPr/>
          </p:nvSpPr>
          <p:spPr>
            <a:xfrm>
              <a:off x="3137006" y="1845683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738B0897-7241-BEDC-371F-0201E2313341}"/>
                </a:ext>
              </a:extLst>
            </p:cNvPr>
            <p:cNvSpPr txBox="1"/>
            <p:nvPr/>
          </p:nvSpPr>
          <p:spPr>
            <a:xfrm>
              <a:off x="3047246" y="2553258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1C0405D6-87F3-9D00-A9B5-6AE3FAEE8992}"/>
                </a:ext>
              </a:extLst>
            </p:cNvPr>
            <p:cNvSpPr txBox="1"/>
            <p:nvPr/>
          </p:nvSpPr>
          <p:spPr>
            <a:xfrm>
              <a:off x="2986705" y="3244334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252B0A85-AEED-9772-1C3E-CEBE16ED6CAB}"/>
                </a:ext>
              </a:extLst>
            </p:cNvPr>
            <p:cNvSpPr txBox="1"/>
            <p:nvPr/>
          </p:nvSpPr>
          <p:spPr>
            <a:xfrm>
              <a:off x="2895108" y="3981131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643BA47A-CCE2-FAC4-EA13-D66A9A096298}"/>
                </a:ext>
              </a:extLst>
            </p:cNvPr>
            <p:cNvGrpSpPr/>
            <p:nvPr/>
          </p:nvGrpSpPr>
          <p:grpSpPr>
            <a:xfrm>
              <a:off x="4200939" y="1769055"/>
              <a:ext cx="1810066" cy="2636641"/>
              <a:chOff x="3898329" y="1729784"/>
              <a:chExt cx="1810066" cy="2636641"/>
            </a:xfrm>
          </p:grpSpPr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3F879CA3-B882-D5CC-6CD8-1563B73B7D0B}"/>
                  </a:ext>
                </a:extLst>
              </p:cNvPr>
              <p:cNvSpPr/>
              <p:nvPr/>
            </p:nvSpPr>
            <p:spPr>
              <a:xfrm>
                <a:off x="3898329" y="1729784"/>
                <a:ext cx="1810066" cy="541704"/>
              </a:xfrm>
              <a:prstGeom prst="rect">
                <a:avLst/>
              </a:prstGeom>
              <a:solidFill>
                <a:srgbClr val="ECF3FD"/>
              </a:solidFill>
              <a:ln w="28575">
                <a:solidFill>
                  <a:srgbClr val="8EB6F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rgbClr val="8EB6F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SD Encoder</a:t>
                </a:r>
              </a:p>
              <a:p>
                <a:pPr algn="ctr"/>
                <a:r>
                  <a:rPr lang="en-US" altLang="zh-CN" sz="1600" b="1" dirty="0">
                    <a:solidFill>
                      <a:srgbClr val="8EB6F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 A 64×64</a:t>
                </a:r>
                <a:endParaRPr lang="zh-CN" altLang="en-US" sz="1600" b="1" dirty="0">
                  <a:solidFill>
                    <a:srgbClr val="8EB6F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D94B3F2F-661F-FA21-880A-2FE187F2B38E}"/>
                  </a:ext>
                </a:extLst>
              </p:cNvPr>
              <p:cNvSpPr/>
              <p:nvPr/>
            </p:nvSpPr>
            <p:spPr>
              <a:xfrm>
                <a:off x="4144710" y="3824721"/>
                <a:ext cx="1317302" cy="541704"/>
              </a:xfrm>
              <a:prstGeom prst="rect">
                <a:avLst/>
              </a:prstGeom>
              <a:solidFill>
                <a:srgbClr val="ECF3FD"/>
              </a:solidFill>
              <a:ln w="28575">
                <a:solidFill>
                  <a:srgbClr val="8EB6F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rgbClr val="8EB6F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SD Encoder</a:t>
                </a:r>
              </a:p>
              <a:p>
                <a:pPr algn="ctr"/>
                <a:r>
                  <a:rPr lang="en-US" altLang="zh-CN" sz="1600" b="1" dirty="0">
                    <a:solidFill>
                      <a:srgbClr val="8EB6F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 D 8×8</a:t>
                </a:r>
                <a:endParaRPr lang="zh-CN" altLang="en-US" sz="1600" b="1" dirty="0">
                  <a:solidFill>
                    <a:srgbClr val="8EB6F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622E6436-DBAE-BBF8-1E83-464A92A0E24B}"/>
                  </a:ext>
                </a:extLst>
              </p:cNvPr>
              <p:cNvSpPr/>
              <p:nvPr/>
            </p:nvSpPr>
            <p:spPr>
              <a:xfrm>
                <a:off x="3973721" y="2428425"/>
                <a:ext cx="1659281" cy="541704"/>
              </a:xfrm>
              <a:prstGeom prst="rect">
                <a:avLst/>
              </a:prstGeom>
              <a:solidFill>
                <a:srgbClr val="ECF3FD"/>
              </a:solidFill>
              <a:ln w="28575">
                <a:solidFill>
                  <a:srgbClr val="8EB6F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rgbClr val="8EB6F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SD Encoder</a:t>
                </a:r>
              </a:p>
              <a:p>
                <a:pPr algn="ctr"/>
                <a:r>
                  <a:rPr lang="en-US" altLang="zh-CN" sz="1600" b="1" dirty="0">
                    <a:solidFill>
                      <a:srgbClr val="8EB6F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 B 32×32</a:t>
                </a:r>
                <a:endParaRPr lang="zh-CN" altLang="en-US" sz="1600" b="1" dirty="0">
                  <a:solidFill>
                    <a:srgbClr val="8EB6F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B5C0569A-A374-C233-2E58-8D40DFD9D84D}"/>
                  </a:ext>
                </a:extLst>
              </p:cNvPr>
              <p:cNvSpPr/>
              <p:nvPr/>
            </p:nvSpPr>
            <p:spPr>
              <a:xfrm>
                <a:off x="4049112" y="3119112"/>
                <a:ext cx="1508498" cy="541704"/>
              </a:xfrm>
              <a:prstGeom prst="rect">
                <a:avLst/>
              </a:prstGeom>
              <a:solidFill>
                <a:srgbClr val="ECF3FD"/>
              </a:solidFill>
              <a:ln w="28575">
                <a:solidFill>
                  <a:srgbClr val="8EB6F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rgbClr val="8EB6F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SD Encoder</a:t>
                </a:r>
              </a:p>
              <a:p>
                <a:pPr algn="ctr"/>
                <a:r>
                  <a:rPr lang="en-US" altLang="zh-CN" sz="1600" b="1" dirty="0">
                    <a:solidFill>
                      <a:srgbClr val="8EB6F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 C 16×16</a:t>
                </a:r>
                <a:endParaRPr lang="zh-CN" altLang="en-US" sz="1600" b="1" dirty="0">
                  <a:solidFill>
                    <a:srgbClr val="8EB6F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19" name="连接符: 肘形 118">
              <a:extLst>
                <a:ext uri="{FF2B5EF4-FFF2-40B4-BE49-F238E27FC236}">
                  <a16:creationId xmlns:a16="http://schemas.microsoft.com/office/drawing/2014/main" id="{839A50F5-AE1C-D227-E3F4-01716619306A}"/>
                </a:ext>
              </a:extLst>
            </p:cNvPr>
            <p:cNvCxnSpPr>
              <a:cxnSpLocks/>
              <a:stCxn id="3" idx="3"/>
              <a:endCxn id="115" idx="1"/>
            </p:cNvCxnSpPr>
            <p:nvPr/>
          </p:nvCxnSpPr>
          <p:spPr>
            <a:xfrm>
              <a:off x="2553546" y="768026"/>
              <a:ext cx="1893774" cy="3366818"/>
            </a:xfrm>
            <a:prstGeom prst="bentConnector3">
              <a:avLst>
                <a:gd name="adj1" fmla="val 71302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C46F612F-B1B5-591A-35E5-987080B272A3}"/>
                </a:ext>
              </a:extLst>
            </p:cNvPr>
            <p:cNvCxnSpPr>
              <a:cxnSpLocks/>
            </p:cNvCxnSpPr>
            <p:nvPr/>
          </p:nvCxnSpPr>
          <p:spPr>
            <a:xfrm>
              <a:off x="3917788" y="2119713"/>
              <a:ext cx="27067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4036D9C9-43C6-CD9F-A9CA-AE65354621AA}"/>
                </a:ext>
              </a:extLst>
            </p:cNvPr>
            <p:cNvCxnSpPr>
              <a:cxnSpLocks/>
            </p:cNvCxnSpPr>
            <p:nvPr/>
          </p:nvCxnSpPr>
          <p:spPr>
            <a:xfrm>
              <a:off x="3917788" y="2828619"/>
              <a:ext cx="32942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3F03ADAF-9EE9-023F-2B35-AD8C0A76F7D7}"/>
                </a:ext>
              </a:extLst>
            </p:cNvPr>
            <p:cNvCxnSpPr>
              <a:cxnSpLocks/>
            </p:cNvCxnSpPr>
            <p:nvPr/>
          </p:nvCxnSpPr>
          <p:spPr>
            <a:xfrm>
              <a:off x="3917788" y="3523828"/>
              <a:ext cx="42099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连接符: 肘形 125">
              <a:extLst>
                <a:ext uri="{FF2B5EF4-FFF2-40B4-BE49-F238E27FC236}">
                  <a16:creationId xmlns:a16="http://schemas.microsoft.com/office/drawing/2014/main" id="{4F127CB3-FDB4-DBDD-98DF-8E0C2AE2158E}"/>
                </a:ext>
              </a:extLst>
            </p:cNvPr>
            <p:cNvCxnSpPr>
              <a:cxnSpLocks/>
            </p:cNvCxnSpPr>
            <p:nvPr/>
          </p:nvCxnSpPr>
          <p:spPr>
            <a:xfrm>
              <a:off x="791474" y="1108873"/>
              <a:ext cx="3655020" cy="2925245"/>
            </a:xfrm>
            <a:prstGeom prst="bentConnector3">
              <a:avLst>
                <a:gd name="adj1" fmla="val 7698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7E303CDB-5E91-8EBB-1095-58A479F707CE}"/>
                </a:ext>
              </a:extLst>
            </p:cNvPr>
            <p:cNvCxnSpPr>
              <a:cxnSpLocks/>
            </p:cNvCxnSpPr>
            <p:nvPr/>
          </p:nvCxnSpPr>
          <p:spPr>
            <a:xfrm>
              <a:off x="3597002" y="1926295"/>
              <a:ext cx="60092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3A73DB16-8A90-ED2F-4C14-84F1834F6173}"/>
                </a:ext>
              </a:extLst>
            </p:cNvPr>
            <p:cNvCxnSpPr>
              <a:cxnSpLocks/>
            </p:cNvCxnSpPr>
            <p:nvPr/>
          </p:nvCxnSpPr>
          <p:spPr>
            <a:xfrm>
              <a:off x="3597002" y="2640281"/>
              <a:ext cx="65885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2285478A-7751-DF0B-9CD6-6F1F861EB80E}"/>
                </a:ext>
              </a:extLst>
            </p:cNvPr>
            <p:cNvCxnSpPr>
              <a:cxnSpLocks/>
            </p:cNvCxnSpPr>
            <p:nvPr/>
          </p:nvCxnSpPr>
          <p:spPr>
            <a:xfrm>
              <a:off x="3597002" y="3340052"/>
              <a:ext cx="751704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26BB17E0-46E9-B88A-1DA1-C84F0D9318EA}"/>
                </a:ext>
              </a:extLst>
            </p:cNvPr>
            <p:cNvGrpSpPr/>
            <p:nvPr/>
          </p:nvGrpSpPr>
          <p:grpSpPr>
            <a:xfrm>
              <a:off x="4927877" y="1201596"/>
              <a:ext cx="356188" cy="369332"/>
              <a:chOff x="7012682" y="1941447"/>
              <a:chExt cx="356188" cy="369332"/>
            </a:xfrm>
          </p:grpSpPr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7C6CE844-E009-290E-1F2B-836DB8457732}"/>
                  </a:ext>
                </a:extLst>
              </p:cNvPr>
              <p:cNvSpPr txBox="1"/>
              <p:nvPr/>
            </p:nvSpPr>
            <p:spPr>
              <a:xfrm>
                <a:off x="7012682" y="1941447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6AFDE801-ED61-B8BD-9FE7-D5456360916A}"/>
                  </a:ext>
                </a:extLst>
              </p:cNvPr>
              <p:cNvSpPr/>
              <p:nvPr/>
            </p:nvSpPr>
            <p:spPr>
              <a:xfrm>
                <a:off x="7053223" y="2000636"/>
                <a:ext cx="257175" cy="257175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2C062101-4CFC-4E2B-2F5B-D00CA15BB5E3}"/>
                </a:ext>
              </a:extLst>
            </p:cNvPr>
            <p:cNvCxnSpPr>
              <a:cxnSpLocks/>
              <a:stCxn id="32" idx="3"/>
              <a:endCxn id="143" idx="1"/>
            </p:cNvCxnSpPr>
            <p:nvPr/>
          </p:nvCxnSpPr>
          <p:spPr>
            <a:xfrm>
              <a:off x="2842360" y="1386262"/>
              <a:ext cx="2085517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2B28F3C8-17FE-33CE-2FF3-5E9864308B19}"/>
                </a:ext>
              </a:extLst>
            </p:cNvPr>
            <p:cNvSpPr/>
            <p:nvPr/>
          </p:nvSpPr>
          <p:spPr>
            <a:xfrm>
              <a:off x="4342625" y="720353"/>
              <a:ext cx="1508760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零卷积层</a:t>
              </a:r>
            </a:p>
          </p:txBody>
        </p: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99240840-07A5-16C6-023D-06DAF49B8849}"/>
                </a:ext>
              </a:extLst>
            </p:cNvPr>
            <p:cNvCxnSpPr>
              <a:cxnSpLocks/>
              <a:stCxn id="154" idx="2"/>
              <a:endCxn id="144" idx="0"/>
            </p:cNvCxnSpPr>
            <p:nvPr/>
          </p:nvCxnSpPr>
          <p:spPr>
            <a:xfrm>
              <a:off x="5097005" y="1023795"/>
              <a:ext cx="1" cy="23699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319E689E-D851-34F1-CC3F-E29D01B1450F}"/>
                </a:ext>
              </a:extLst>
            </p:cNvPr>
            <p:cNvGrpSpPr/>
            <p:nvPr/>
          </p:nvGrpSpPr>
          <p:grpSpPr>
            <a:xfrm>
              <a:off x="4417040" y="104533"/>
              <a:ext cx="1347582" cy="422275"/>
              <a:chOff x="825383" y="1074277"/>
              <a:chExt cx="1347582" cy="422275"/>
            </a:xfrm>
          </p:grpSpPr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33800785-3D3C-AEF1-64F5-62145BBF398F}"/>
                  </a:ext>
                </a:extLst>
              </p:cNvPr>
              <p:cNvSpPr txBox="1"/>
              <p:nvPr/>
            </p:nvSpPr>
            <p:spPr>
              <a:xfrm>
                <a:off x="825383" y="1104900"/>
                <a:ext cx="1147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条件控制</a:t>
                </a:r>
              </a:p>
            </p:txBody>
          </p:sp>
          <p:graphicFrame>
            <p:nvGraphicFramePr>
              <p:cNvPr id="163" name="对象 162">
                <a:extLst>
                  <a:ext uri="{FF2B5EF4-FFF2-40B4-BE49-F238E27FC236}">
                    <a16:creationId xmlns:a16="http://schemas.microsoft.com/office/drawing/2014/main" id="{6A8E8691-5D7E-8ABF-C9F8-66723E7B39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87727235"/>
                  </p:ext>
                </p:extLst>
              </p:nvPr>
            </p:nvGraphicFramePr>
            <p:xfrm>
              <a:off x="1861815" y="1074277"/>
              <a:ext cx="311150" cy="422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77480" imgH="241200" progId="Equation.DSMT4">
                      <p:embed/>
                    </p:oleObj>
                  </mc:Choice>
                  <mc:Fallback>
                    <p:oleObj name="Equation" r:id="rId12" imgW="177480" imgH="241200" progId="Equation.DSMT4">
                      <p:embed/>
                      <p:pic>
                        <p:nvPicPr>
                          <p:cNvPr id="160" name="对象 159">
                            <a:extLst>
                              <a:ext uri="{FF2B5EF4-FFF2-40B4-BE49-F238E27FC236}">
                                <a16:creationId xmlns:a16="http://schemas.microsoft.com/office/drawing/2014/main" id="{6A8E8691-5D7E-8ABF-C9F8-66723E7B396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1861815" y="1074277"/>
                            <a:ext cx="311150" cy="4222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E8EC426F-6B5E-A925-FA06-75C7DE59BCD1}"/>
                </a:ext>
              </a:extLst>
            </p:cNvPr>
            <p:cNvCxnSpPr>
              <a:cxnSpLocks/>
            </p:cNvCxnSpPr>
            <p:nvPr/>
          </p:nvCxnSpPr>
          <p:spPr>
            <a:xfrm>
              <a:off x="5097005" y="477385"/>
              <a:ext cx="1" cy="23699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E1D1C0AB-E04D-FB87-30EA-794E70164D16}"/>
                </a:ext>
              </a:extLst>
            </p:cNvPr>
            <p:cNvSpPr/>
            <p:nvPr/>
          </p:nvSpPr>
          <p:spPr>
            <a:xfrm>
              <a:off x="6328107" y="1911573"/>
              <a:ext cx="1508760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零卷积层</a:t>
              </a: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7AEF2CA4-B0E1-447B-2C7D-8D1F8FDC6055}"/>
                </a:ext>
              </a:extLst>
            </p:cNvPr>
            <p:cNvSpPr/>
            <p:nvPr/>
          </p:nvSpPr>
          <p:spPr>
            <a:xfrm>
              <a:off x="6313077" y="2589425"/>
              <a:ext cx="1508760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零卷积层</a:t>
              </a: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80170B79-D027-348D-7903-8AA68C192000}"/>
                </a:ext>
              </a:extLst>
            </p:cNvPr>
            <p:cNvSpPr/>
            <p:nvPr/>
          </p:nvSpPr>
          <p:spPr>
            <a:xfrm>
              <a:off x="6328107" y="3277279"/>
              <a:ext cx="1508760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零卷积层</a:t>
              </a:r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782BC1D3-D593-63EB-17BA-15B0484DA938}"/>
                </a:ext>
              </a:extLst>
            </p:cNvPr>
            <p:cNvSpPr/>
            <p:nvPr/>
          </p:nvSpPr>
          <p:spPr>
            <a:xfrm>
              <a:off x="6313077" y="3981131"/>
              <a:ext cx="1508760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零卷积层</a:t>
              </a:r>
            </a:p>
          </p:txBody>
        </p:sp>
        <p:cxnSp>
          <p:nvCxnSpPr>
            <p:cNvPr id="169" name="直接箭头连接符 168">
              <a:extLst>
                <a:ext uri="{FF2B5EF4-FFF2-40B4-BE49-F238E27FC236}">
                  <a16:creationId xmlns:a16="http://schemas.microsoft.com/office/drawing/2014/main" id="{714FC034-3E39-2DB8-C9FE-D665034994DD}"/>
                </a:ext>
              </a:extLst>
            </p:cNvPr>
            <p:cNvCxnSpPr>
              <a:cxnSpLocks/>
              <a:endCxn id="165" idx="1"/>
            </p:cNvCxnSpPr>
            <p:nvPr/>
          </p:nvCxnSpPr>
          <p:spPr>
            <a:xfrm>
              <a:off x="6011005" y="2063294"/>
              <a:ext cx="317102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F0C7D663-C339-B678-2588-349E8935A554}"/>
                </a:ext>
              </a:extLst>
            </p:cNvPr>
            <p:cNvCxnSpPr>
              <a:cxnSpLocks/>
              <a:stCxn id="116" idx="3"/>
              <a:endCxn id="166" idx="1"/>
            </p:cNvCxnSpPr>
            <p:nvPr/>
          </p:nvCxnSpPr>
          <p:spPr>
            <a:xfrm>
              <a:off x="5935612" y="2738548"/>
              <a:ext cx="377465" cy="2598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E6068530-E33D-6EC8-1C67-739ECD2B91CE}"/>
                </a:ext>
              </a:extLst>
            </p:cNvPr>
            <p:cNvCxnSpPr>
              <a:cxnSpLocks/>
              <a:stCxn id="117" idx="3"/>
              <a:endCxn id="167" idx="1"/>
            </p:cNvCxnSpPr>
            <p:nvPr/>
          </p:nvCxnSpPr>
          <p:spPr>
            <a:xfrm flipV="1">
              <a:off x="5860220" y="3429000"/>
              <a:ext cx="467887" cy="235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10432E8C-0046-3D75-B3E8-A6D8A08CE296}"/>
                </a:ext>
              </a:extLst>
            </p:cNvPr>
            <p:cNvCxnSpPr>
              <a:cxnSpLocks/>
              <a:stCxn id="115" idx="3"/>
              <a:endCxn id="168" idx="1"/>
            </p:cNvCxnSpPr>
            <p:nvPr/>
          </p:nvCxnSpPr>
          <p:spPr>
            <a:xfrm flipV="1">
              <a:off x="5764622" y="4132852"/>
              <a:ext cx="548455" cy="1992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E871BBF2-A386-3D86-6F84-74A3A26FAA3B}"/>
                </a:ext>
              </a:extLst>
            </p:cNvPr>
            <p:cNvSpPr txBox="1"/>
            <p:nvPr/>
          </p:nvSpPr>
          <p:spPr>
            <a:xfrm>
              <a:off x="5924168" y="1726907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1BA9A2F2-8F42-5F9D-2255-F60537645345}"/>
                </a:ext>
              </a:extLst>
            </p:cNvPr>
            <p:cNvSpPr txBox="1"/>
            <p:nvPr/>
          </p:nvSpPr>
          <p:spPr>
            <a:xfrm>
              <a:off x="5834408" y="2434482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F5428023-88B7-8A04-7E12-8AF9C7AC2E4C}"/>
                </a:ext>
              </a:extLst>
            </p:cNvPr>
            <p:cNvSpPr txBox="1"/>
            <p:nvPr/>
          </p:nvSpPr>
          <p:spPr>
            <a:xfrm>
              <a:off x="5773867" y="3125558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3F934D6D-2FC0-C580-87F5-6B815DE09E8C}"/>
                </a:ext>
              </a:extLst>
            </p:cNvPr>
            <p:cNvSpPr txBox="1"/>
            <p:nvPr/>
          </p:nvSpPr>
          <p:spPr>
            <a:xfrm>
              <a:off x="5682270" y="3862355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文本框 185">
              <a:extLst>
                <a:ext uri="{FF2B5EF4-FFF2-40B4-BE49-F238E27FC236}">
                  <a16:creationId xmlns:a16="http://schemas.microsoft.com/office/drawing/2014/main" id="{78C19B68-0F36-787B-3806-26134784DA6B}"/>
                </a:ext>
              </a:extLst>
            </p:cNvPr>
            <p:cNvSpPr txBox="1"/>
            <p:nvPr/>
          </p:nvSpPr>
          <p:spPr>
            <a:xfrm>
              <a:off x="7751335" y="1845683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134A876B-D57B-8169-B165-541B37F8BA99}"/>
                </a:ext>
              </a:extLst>
            </p:cNvPr>
            <p:cNvSpPr txBox="1"/>
            <p:nvPr/>
          </p:nvSpPr>
          <p:spPr>
            <a:xfrm>
              <a:off x="7751335" y="2553258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E8304E36-B821-0F27-4FBC-6BDB72C28FB7}"/>
                </a:ext>
              </a:extLst>
            </p:cNvPr>
            <p:cNvSpPr txBox="1"/>
            <p:nvPr/>
          </p:nvSpPr>
          <p:spPr>
            <a:xfrm>
              <a:off x="7751335" y="3244334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1FDF0D58-74B2-D723-24D9-B77476802385}"/>
                </a:ext>
              </a:extLst>
            </p:cNvPr>
            <p:cNvSpPr txBox="1"/>
            <p:nvPr/>
          </p:nvSpPr>
          <p:spPr>
            <a:xfrm>
              <a:off x="7751335" y="3981131"/>
              <a:ext cx="467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8" name="连接符: 肘形 197">
              <a:extLst>
                <a:ext uri="{FF2B5EF4-FFF2-40B4-BE49-F238E27FC236}">
                  <a16:creationId xmlns:a16="http://schemas.microsoft.com/office/drawing/2014/main" id="{48FC8AE4-E2ED-4A03-DEFE-49EC65E7380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298928" y="4294913"/>
              <a:ext cx="4247107" cy="903178"/>
            </a:xfrm>
            <a:prstGeom prst="bentConnector3">
              <a:avLst>
                <a:gd name="adj1" fmla="val 608"/>
              </a:avLst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292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8781138C-F48E-C929-6AF9-296F307C0EA4}"/>
              </a:ext>
            </a:extLst>
          </p:cNvPr>
          <p:cNvGrpSpPr/>
          <p:nvPr/>
        </p:nvGrpSpPr>
        <p:grpSpPr>
          <a:xfrm>
            <a:off x="494837" y="1661598"/>
            <a:ext cx="1733818" cy="2097619"/>
            <a:chOff x="2031883" y="689497"/>
            <a:chExt cx="1733818" cy="209761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BE47088-CBEA-477A-4DE4-6A31B8C4E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1883" y="1058829"/>
              <a:ext cx="1733818" cy="1728287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ABA9FCF-1FA5-8D28-233C-C3F10F228562}"/>
                </a:ext>
              </a:extLst>
            </p:cNvPr>
            <p:cNvSpPr txBox="1"/>
            <p:nvPr/>
          </p:nvSpPr>
          <p:spPr>
            <a:xfrm>
              <a:off x="2113962" y="689497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空间控制信息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0315584-7C5D-8AFF-44C8-CC583D1C7E47}"/>
              </a:ext>
            </a:extLst>
          </p:cNvPr>
          <p:cNvGrpSpPr/>
          <p:nvPr/>
        </p:nvGrpSpPr>
        <p:grpSpPr>
          <a:xfrm>
            <a:off x="2486760" y="2030930"/>
            <a:ext cx="9297696" cy="1731093"/>
            <a:chOff x="2506010" y="471638"/>
            <a:chExt cx="9297696" cy="1731093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2DF25C6-F793-B5A7-ABC4-AB6BA6E44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6010" y="471638"/>
              <a:ext cx="1731092" cy="1731092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0575116-22E8-9206-22F0-15AACD1A4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5544" y="471638"/>
              <a:ext cx="1731092" cy="1731092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7D70B381-FF4C-CB19-44D8-5BEB3B576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5078" y="471638"/>
              <a:ext cx="1733916" cy="1731092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03ADE9B7-ED45-61E2-0AD6-1166726D2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7436" y="471638"/>
              <a:ext cx="1733916" cy="1728287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57051848-207F-6E4C-5A64-16553A901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69794" y="471638"/>
              <a:ext cx="1733912" cy="1731093"/>
            </a:xfrm>
            <a:prstGeom prst="rect">
              <a:avLst/>
            </a:prstGeom>
          </p:spPr>
        </p:pic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DDAA4DC5-6F8D-6703-0686-6EC15452DD09}"/>
              </a:ext>
            </a:extLst>
          </p:cNvPr>
          <p:cNvSpPr txBox="1"/>
          <p:nvPr/>
        </p:nvSpPr>
        <p:spPr>
          <a:xfrm>
            <a:off x="6347955" y="153468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训练次数增加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F62C6B3-7C13-04BF-FB69-77F2C3FDD496}"/>
              </a:ext>
            </a:extLst>
          </p:cNvPr>
          <p:cNvCxnSpPr>
            <a:cxnSpLocks/>
          </p:cNvCxnSpPr>
          <p:nvPr/>
        </p:nvCxnSpPr>
        <p:spPr>
          <a:xfrm>
            <a:off x="3754318" y="1854103"/>
            <a:ext cx="67569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848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128</Words>
  <Application>Microsoft Office PowerPoint</Application>
  <PresentationFormat>宽屏</PresentationFormat>
  <Paragraphs>65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_Coinisi_ 坩埚花菜</dc:creator>
  <cp:lastModifiedBy>_Coinisi_ 坩埚花菜</cp:lastModifiedBy>
  <cp:revision>5</cp:revision>
  <dcterms:created xsi:type="dcterms:W3CDTF">2024-06-23T05:21:41Z</dcterms:created>
  <dcterms:modified xsi:type="dcterms:W3CDTF">2024-06-23T13:47:12Z</dcterms:modified>
</cp:coreProperties>
</file>