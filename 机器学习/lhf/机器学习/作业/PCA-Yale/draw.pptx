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6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5642B1-F86F-4387-F139-CA3AE8D87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5E7065-2DE4-3CF1-53FF-227B0B4E2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304039-BF28-7A97-DF5A-A2541E48A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EBD30D-D6C9-AA23-16E0-05043928F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BE4515-9336-71EC-FDC1-AEF6367F4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3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28534-AC29-3E57-C8D6-2CDDC011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FFD22-2712-03C9-3C26-468B96F34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6C6B7C-CC28-331D-5BED-1C6F5D718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AC177E-26C2-1717-D7F3-9D7EE7A4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14F117-F461-9ADC-28D9-5960782B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441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94128-4CDC-9343-E7D1-9C91A0184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EA8ABD-6F7A-7CB1-338F-23C934653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C9D6B-F899-B881-C8B8-52F075477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EFD32A-464B-8A85-EE56-E272B4E7A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E2E519-C5DE-34D4-5B62-1EB402FA4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490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5DDA8-54B5-14F8-33E3-FF5815AB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812C9-394E-D98E-FCDF-195CFEE4F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F8C952-5EB3-18FB-6DE4-018237457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6308F5-C447-E3BD-9B77-9D1DA2F3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541B0D-17B2-56F6-E609-25B0B7D00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618B9D-AADA-E02E-4F6D-636A1715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567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00701-53EC-496E-BFFE-AD25AD884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89A985-5B78-0F50-B585-2776729ED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89672B-57EB-4390-12AE-DF5E5D27B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E463CA-1F44-E9EC-592A-63E86F204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0A07BF-B25F-A495-49CA-E820BCA9B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A10442-AD1A-910C-6EEF-A9E63AAC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06C661-8C5E-7DEA-ECAA-C32CBD587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9CF1E1-FF99-E9CF-2D5B-D07014D0F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240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06A2E-0235-FDF7-3D0F-8F424AAE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5A5D94-5E97-70BD-16ED-3A3CDA3DB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507A89-F1E1-19C5-9CC6-26F7732AE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CDBAE1-2E86-9920-D6CE-40DD9966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10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1A7B18-5109-D189-7592-4CBEA335E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84000B-9C28-51CB-E954-B5204456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AFF9B-AD9D-360B-86E8-CD943EF44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72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7B706-EA00-3FC9-61B8-943879EE7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19F168-BAFB-18AB-1FD9-534107D5C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945272-E6D1-EB0C-F94B-8CF9CB73D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D492E4-8534-68FC-11AC-A51D1C93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0A44B4-CBDF-A5F6-81DD-70CFAC049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9D7C4A-76A6-F184-6CCC-78489339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27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65CDB-F5FA-028D-5D36-55723DAA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18484E-91C2-34B1-31DE-D05FB9A84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DE79B6-08BA-2BAB-C367-84C0A6DF2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05EC6C-0BE1-7FC9-4172-A7D938BE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25B851-1E36-3E56-BA29-3132D648A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AFA266-8B48-D4A5-0CFF-7D8E687E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30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91089-A1FA-5E15-1FD1-C149F02F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1B2BAB-020C-2595-5437-699EB058E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91F62F-CCE4-A52E-9445-3EC8DC66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9229BA-A7AD-C419-BBBD-4FE03529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90CA1D-A5A7-2289-9F4E-E2F08D61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63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215C62-E9BB-C82C-62D8-A6114AF63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FC9342-5E0B-6FBD-B30D-52E42E87E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5509AB-8613-D913-7383-4AF946BC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6402A4-B0D7-A944-03E6-881C473C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B2AFDA-6365-5505-32DE-B632E1BE6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9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98B9DD1-BBC2-22C6-9CCE-125EE1F3F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047C60-B3AF-8120-85C3-0EBC5AEFE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774310-A6D3-5D8F-3B7C-A4B1B4574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CFBAE-E8CD-4EA1-8ECE-4F2ABF65EE32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D8619D-448E-1D48-E18F-23496AB27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065CDF-08D4-3196-1AF5-B02918423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974C4-DFEA-467F-B789-1787FA5B7E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87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B4E0697-142A-1673-A08A-E913AD8C2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03" y="927827"/>
            <a:ext cx="10518883" cy="432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0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E81B5C5-73B7-174E-C65A-8615042B4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867" y="1097121"/>
            <a:ext cx="9325089" cy="383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426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_Coinisi_ 坩埚花菜</dc:creator>
  <cp:lastModifiedBy>_Coinisi_ 坩埚花菜</cp:lastModifiedBy>
  <cp:revision>1</cp:revision>
  <dcterms:created xsi:type="dcterms:W3CDTF">2024-06-25T07:44:52Z</dcterms:created>
  <dcterms:modified xsi:type="dcterms:W3CDTF">2024-06-25T08:00:12Z</dcterms:modified>
</cp:coreProperties>
</file>