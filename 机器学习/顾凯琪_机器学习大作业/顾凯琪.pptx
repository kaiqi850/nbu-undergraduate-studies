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15" r:id="rId2"/>
  </p:sldMasterIdLst>
  <p:notesMasterIdLst>
    <p:notesMasterId r:id="rId19"/>
  </p:notesMasterIdLst>
  <p:handoutMasterIdLst>
    <p:handoutMasterId r:id="rId20"/>
  </p:handoutMasterIdLst>
  <p:sldIdLst>
    <p:sldId id="1865" r:id="rId3"/>
    <p:sldId id="1863" r:id="rId4"/>
    <p:sldId id="1762" r:id="rId5"/>
    <p:sldId id="1777" r:id="rId6"/>
    <p:sldId id="1829" r:id="rId7"/>
    <p:sldId id="1842" r:id="rId8"/>
    <p:sldId id="1845" r:id="rId9"/>
    <p:sldId id="1861" r:id="rId10"/>
    <p:sldId id="1844" r:id="rId11"/>
    <p:sldId id="1807" r:id="rId12"/>
    <p:sldId id="1821" r:id="rId13"/>
    <p:sldId id="1843" r:id="rId14"/>
    <p:sldId id="1847" r:id="rId15"/>
    <p:sldId id="1848" r:id="rId16"/>
    <p:sldId id="1862" r:id="rId17"/>
    <p:sldId id="1866" r:id="rId18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16" userDrawn="1">
          <p15:clr>
            <a:srgbClr val="A4A3A4"/>
          </p15:clr>
        </p15:guide>
        <p15:guide id="4" pos="7256" userDrawn="1">
          <p15:clr>
            <a:srgbClr val="A4A3A4"/>
          </p15:clr>
        </p15:guide>
        <p15:guide id="5" orient="horz" pos="648" userDrawn="1">
          <p15:clr>
            <a:srgbClr val="A4A3A4"/>
          </p15:clr>
        </p15:guide>
        <p15:guide id="6" orient="horz" pos="1457" userDrawn="1">
          <p15:clr>
            <a:srgbClr val="A4A3A4"/>
          </p15:clr>
        </p15:guide>
        <p15:guide id="7" orient="horz" pos="119" userDrawn="1">
          <p15:clr>
            <a:srgbClr val="A4A3A4"/>
          </p15:clr>
        </p15:guide>
        <p15:guide id="8" orient="horz" pos="845" userDrawn="1">
          <p15:clr>
            <a:srgbClr val="A4A3A4"/>
          </p15:clr>
        </p15:guide>
        <p15:guide id="9" orient="horz" pos="41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 磊" initials="王" lastIdx="1" clrIdx="0">
    <p:extLst>
      <p:ext uri="{19B8F6BF-5375-455C-9EA6-DF929625EA0E}">
        <p15:presenceInfo xmlns:p15="http://schemas.microsoft.com/office/powerpoint/2012/main" userId="a2d1cbfd4699d2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1212"/>
    <a:srgbClr val="FFFFFF"/>
    <a:srgbClr val="F2F2F2"/>
    <a:srgbClr val="C03431"/>
    <a:srgbClr val="FAA3A3"/>
    <a:srgbClr val="9C0E0E"/>
    <a:srgbClr val="D22828"/>
    <a:srgbClr val="ED2221"/>
    <a:srgbClr val="FD6666"/>
    <a:srgbClr val="FB7B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36" autoAdjust="0"/>
    <p:restoredTop sz="72483" autoAdjust="0"/>
  </p:normalViewPr>
  <p:slideViewPr>
    <p:cSldViewPr snapToGrid="0" showGuides="1">
      <p:cViewPr>
        <p:scale>
          <a:sx n="100" d="100"/>
          <a:sy n="100" d="100"/>
        </p:scale>
        <p:origin x="476" y="-1036"/>
      </p:cViewPr>
      <p:guideLst>
        <p:guide orient="horz" pos="2273"/>
        <p:guide pos="3840"/>
        <p:guide pos="416"/>
        <p:guide pos="7256"/>
        <p:guide orient="horz" pos="648"/>
        <p:guide orient="horz" pos="1457"/>
        <p:guide orient="horz" pos="119"/>
        <p:guide orient="horz" pos="845"/>
        <p:guide orient="horz" pos="414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2" d="100"/>
        <a:sy n="82" d="100"/>
      </p:scale>
      <p:origin x="0" y="0"/>
    </p:cViewPr>
  </p:sorterViewPr>
  <p:notesViewPr>
    <p:cSldViewPr snapToGrid="0" showGuides="1">
      <p:cViewPr varScale="1">
        <p:scale>
          <a:sx n="93" d="100"/>
          <a:sy n="93" d="100"/>
        </p:scale>
        <p:origin x="362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CD73693-5AA8-43CD-B3F5-C8D94D9A84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C1EE32-815D-4160-A7DC-11FBB495E1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4BB1F-F851-4669-8EF6-6CBA888E3CF9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E65D8A-1939-439F-9889-4959FB369B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B3A711-C811-4EA1-BAA9-B1E36CC97B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6432F2-B1C0-474C-9407-C1D2A2134F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854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A134FD-1DF8-40B0-99C8-E61B3A906E5F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32E03-FC0F-4749-B43F-AEB1F72DFC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3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467ED-B1D7-7D30-244C-37C29CEE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EC290D-23A5-BEA6-8CBF-9A750C1FC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55ACEC-6629-2BD9-FB5C-D867175FD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首先是研究背景及意义，随着无服务器计算从云计算模式向边缘计算迁移。用户请求可以在更加接近设备端的边缘服务器进行计算。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任务的高效部署和快速执行，是无服务器计算中的关键的性能瓶颈。而计算密集型和时延敏感型任务，更容易受到冷启动问题。冷启动是指为首次执行功能函数而创建运行时环境的过程。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60E2F4-FA51-7036-FFF9-01F3BF59B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32E03-FC0F-4749-B43F-AEB1F72DFC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4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spc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为了缓解无服务器计算中的冷启动问题，传统的基于</a:t>
            </a:r>
            <a:r>
              <a:rPr lang="zh-CN" altLang="zh-CN" sz="1800" spc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预热和重用的方法</a:t>
            </a:r>
            <a:r>
              <a:rPr lang="zh-CN" altLang="en-US" sz="1800" spc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sz="1800" spc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基于对请求到达模式的观察</a:t>
            </a:r>
            <a:r>
              <a:rPr lang="zh-CN" altLang="en-US" sz="1800" spc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，预测需要提前加载或者重新使用的具体功能函数类型</a:t>
            </a:r>
            <a:r>
              <a:rPr lang="zh-CN" altLang="zh-CN" sz="1800" spc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1800" spc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其缓解冷启动的有效性</a:t>
            </a:r>
            <a:r>
              <a:rPr lang="zh-CN" altLang="zh-CN" sz="1800" spc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取决于预测的正确率。</a:t>
            </a:r>
            <a:endParaRPr lang="zh-CN" altLang="zh-CN" sz="1800" spc="-25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spc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特别是，为了让多种功能函数均能重用，而设计通用的运行时环境的方法，比较困难也使得运行环境不够轻量化。</a:t>
            </a:r>
            <a:endParaRPr lang="en-US" altLang="zh-CN" sz="1800" spc="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spc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通过任务卸载的方式虽然可以</a:t>
            </a:r>
            <a:r>
              <a:rPr lang="zh-CN" altLang="zh-CN" sz="1800" spc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提升系统服务质量</a:t>
            </a:r>
            <a:r>
              <a:rPr lang="zh-CN" altLang="en-US" sz="1800" spc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和系统资源消耗，但设计的固定的冷启动代价，并不适合异构型的边缘计算环境，因此在无服务器边缘计算环境中，仍然需要长期性能稳定，</a:t>
            </a:r>
            <a:r>
              <a:rPr lang="zh-CN" altLang="en-US" sz="2800" dirty="0"/>
              <a:t>降低冷启动频率，降低服务请求的资源花销，实现负载均衡的任务卸载策略</a:t>
            </a:r>
            <a:r>
              <a:rPr lang="zh-CN" altLang="en-US" sz="2800" b="1" kern="100" dirty="0">
                <a:solidFill>
                  <a:srgbClr val="FF0000"/>
                </a:solidFill>
                <a:latin typeface="+mn-ea"/>
              </a:rPr>
              <a:t>。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32E03-FC0F-4749-B43F-AEB1F72DFC1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867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三部分是我的主要研究内容，缓解无服务边缘计算的冷启动问题，在缓解冷启动的同时要兼顾系统的资源消耗和计算的成本花销，而且还要解决边缘计算中的异构分布，实现长期的性能优化，为了解决上述挑战，通过云边端的多层垂直卸载和功能函数热实例池、并将多用户的多个类型的功能函数请求联合优化卸载，提出了基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Dueling DQN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的冷启动可感知的卸载算法，具体来说是以单个无服务器功能函数请求任务作为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SEC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任务卸载的基本单元，为每个用户的每个功能函数请求执行卸载策略，从而降低系统中的冷启动频率，减低任务响应时间，高效的利用系统资源。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32E03-FC0F-4749-B43F-AEB1F72DFC1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366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我们通过模拟仿真的方式创建无服务边缘计算环境，我们将任务定义为具有数据量大小、计算周期和最大容忍时延，共十种无服务功能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，在云边端服务节点上配置实例池，以实现功能函数的复用。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如图所示，用户物联网设备产生的任务请求可以卸载到云计算中心、边缘服务器，或者本地进行执行，在服务节点上，功能函数可能会遭遇冷启动，需要向远程的镜像拉取容器镜像，并实例化运行时环境。任务在计算完成后产生时延、能耗和花销成本。这些指标作为经验数据，以便后续的模型学习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32E03-FC0F-4749-B43F-AEB1F72DFC1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79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E6A2C-81AC-C2B1-7B80-D32F7130E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5AD08C-560C-5159-5761-C50B828F4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4A5475-62CC-CABE-108B-52C29C4CE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sz="180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</a:t>
            </a:r>
            <a:r>
              <a:rPr lang="zh-CN" altLang="zh-CN" sz="180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实现冷启动可感知的卸载策略</a:t>
            </a:r>
            <a:r>
              <a:rPr lang="zh-CN" altLang="en-US" sz="180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，将多个函数的卸载问题转化为一个联合优化问题</a:t>
            </a:r>
            <a:r>
              <a:rPr lang="en-US" altLang="zh-CN" sz="180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180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主要的约束有完成时间，任务超出最大容忍时延便视为失败，卸载节点约束：保证任务只会被卸载到唯一的服务节点进行计算，电池容量约束：超过该约束的频次越多代表能耗消耗越大。在任务计算完成后，可以计算出每个任务在系统中的计算成本。高昂的系统成本，意味着任务卸载的不合理，或者受到高昂的冷启动代价，是一个负的经验样本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3B05CD-D09F-F283-73EB-E078A08E1D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32E03-FC0F-4749-B43F-AEB1F72DFC1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606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0C028-FD4D-2A68-4A3B-18963BF5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54C011-C4CA-A156-3809-49B548B07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B1FAAD-355A-F8C5-0594-E55D785B9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强化学习中之重要的是奖励函数的设置，其保证着模型的收敛方向。系统中任务执行成功的越多，收到的奖励越大，系统成本的约束，使其追求更低的执行时间、能耗或者花销等目标。执行成功的函数奖励高优先级的函数类型和低执行时间的功能函数。当任务失败时高优先级的任务其接受到的惩罚也就越多。失败的状态差异化的惩罚保证不以牺牲部分任务为代价。最终的优化目标是使得收益的最大化。    （不用读）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Fid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是任务优先级 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failed_state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是失败的累计状态，失败次数越多，惩罚越大</a:t>
            </a:r>
            <a:endParaRPr lang="zh-CN" altLang="en-US" sz="2800" dirty="0"/>
          </a:p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6227EF-6D9F-5C64-2BD5-AD895AEA08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32E03-FC0F-4749-B43F-AEB1F72DFC1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953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7A139-D03F-6F6C-69FD-42A600DF1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85E06F-5E14-6A29-D6FF-E9C4425B0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BBFC6951-387A-E44A-570D-AED2752AF14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800" i="0" dirty="0"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接下来是算法的设计，基于</a:t>
                </a:r>
                <a:r>
                  <a:rPr lang="en-US" altLang="zh-CN" sz="1800" i="0" dirty="0" err="1"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DuelingDQN</a:t>
                </a:r>
                <a:r>
                  <a:rPr lang="zh-CN" altLang="en-US" sz="1800" i="0" dirty="0"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的启发，利用状态优势函数和动作优势函数来计算目标函数的期望，同时为了提高估计的准确性和学习过程的稳定性，增加一个目标网络来减小过度估计的偏差。对每个经验进行优先级的计算，优先学习和预测有很大差异的样本。这样做的同时会对</a:t>
                </a:r>
                <a:r>
                  <a:rPr lang="zh-CN" altLang="en-US" sz="2800" dirty="0"/>
                  <a:t>高优先级的样本偏好，使得哪些优先级小但是对网络训练仍然有贡献的样本很难被采样，因此引入重要性采样的，贝塔初期较小，后期变大，以此提高后期样本对模型的矫正能力，调整每个样本对损失函数的贡献避免过拟合的风险</a:t>
                </a:r>
                <a:r>
                  <a:rPr lang="zh-CN" altLang="en-US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  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V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代表了在当前状态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s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下，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Q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值的平均期望，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A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代表了在选择动作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a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时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Q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值超出期望值的多少，就像当人看到某一游戏画面时是可以大概判断出当前局势的好坏，然后再根据每一种选择看哪一种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action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对当前局势增益最多。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V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就是当前局势，</a:t>
                </a:r>
                <a:r>
                  <a:rPr lang="en-US" altLang="zh-CN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A</a:t>
                </a:r>
                <a:r>
                  <a:rPr lang="zh-CN" altLang="en-US" sz="2800" b="0" i="0" dirty="0">
                    <a:solidFill>
                      <a:srgbClr val="4D4D4D"/>
                    </a:solidFill>
                    <a:effectLst/>
                    <a:latin typeface="-apple-system"/>
                  </a:rPr>
                  <a:t>就是对当前局势的增益。</a:t>
                </a:r>
                <a:endParaRPr lang="en-US" altLang="zh-CN" sz="1800" i="0" dirty="0">
                  <a:effectLst/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BBFC6951-387A-E44A-570D-AED2752AF14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𝜃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表示在线网络的参数；</a:t>
                </a:r>
                <a:endParaRPr lang="en-US" altLang="zh-CN" sz="18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𝜃</a:t>
                </a:r>
                <a:r>
                  <a:rPr lang="zh-CN" altLang="zh-CN" sz="2800" i="0" spc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𝑚𝑎𝑖𝑛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表示目标网络的参数</a:t>
                </a:r>
                <a:endParaRPr lang="en-US" altLang="zh-CN" sz="18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sz="1800" spc="-25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TD</a:t>
                </a:r>
                <a:r>
                  <a:rPr lang="zh-CN" altLang="zh-CN" sz="1800" spc="-25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误差越大，代表我们需要更多的来学习它</a:t>
                </a:r>
                <a:endParaRPr lang="zh-CN" altLang="en-US" sz="2800" dirty="0"/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权重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𝜔</a:t>
                </a:r>
                <a:r>
                  <a:rPr lang="zh-CN" altLang="zh-CN" sz="2800" i="0" spc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𝑡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可以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计算调整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每个样本对损失函数的贡献</a:t>
                </a:r>
                <a:endParaRPr lang="zh-CN" altLang="en-US" sz="2800" dirty="0"/>
              </a:p>
              <a:p>
                <a:pPr algn="just"/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092518-CA0D-1717-6426-13E2748E2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32E03-FC0F-4749-B43F-AEB1F72DFC1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496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DC657-036B-E12B-FBF1-D488C5593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19A6E7-B82A-ED8D-E235-B00C3102F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2D4942-5997-18A1-523A-C7E2301EA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如图所示是我们算法的学习和采样过程，当智能体受到一个功能函数请求，将环境状态和功能函数请求的轮廓信息输入网络，得到具体的卸载动作，当服务节点收到任务请求，并对任务进行计算处理，计算完成后更新环境状态，并记录请求执行前后的状态作为经验进行存储，当收集到适量的优先经验后，网络针对收集的经验进行采样学习训练，最后更新网络参数。右侧是我们时延的参数，选择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个物联网设备，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个边缘服务器，一个云计算中心进行实验。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95B98B-CA1C-48F2-E8DC-FE22D6BBB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32E03-FC0F-4749-B43F-AEB1F72DFC1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513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接下来是性能评估，不同的超参数影响着实验的方向和结果，学习率的大小决定了模型在训练过程中更新权重参数的速度与方向，折扣因子是平衡当前奖励和未来奖励的重要参数，采样的批量大小影响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训练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稳定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性和结果。通过超参数的分析，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选择学习率为</a:t>
            </a:r>
            <a:r>
              <a:rPr lang="en-US" altLang="zh-CN" sz="2800" dirty="0"/>
              <a:t>0.001</a:t>
            </a:r>
            <a:r>
              <a:rPr lang="zh-CN" altLang="en-US" sz="2800" dirty="0"/>
              <a:t>；折扣因子选择</a:t>
            </a:r>
            <a:r>
              <a:rPr lang="en-US" altLang="zh-CN" sz="2800" dirty="0"/>
              <a:t>0.8</a:t>
            </a:r>
            <a:r>
              <a:rPr lang="zh-CN" altLang="en-US" sz="2800" dirty="0"/>
              <a:t>；</a:t>
            </a:r>
            <a:r>
              <a:rPr lang="en-US" altLang="zh-CN" sz="2800" dirty="0"/>
              <a:t>Batch Size</a:t>
            </a:r>
            <a:r>
              <a:rPr lang="zh-CN" altLang="en-US" sz="2800" dirty="0"/>
              <a:t>为</a:t>
            </a:r>
            <a:r>
              <a:rPr lang="en-US" altLang="zh-CN" sz="2800" dirty="0"/>
              <a:t>128</a:t>
            </a:r>
            <a:r>
              <a:rPr lang="zh-CN" altLang="en-US" sz="2800" dirty="0"/>
              <a:t>作为我们的超参数。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32E03-FC0F-4749-B43F-AEB1F72DFC1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763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算法训练速度会影响其快速部署和卸载指令的执行，结果表明我们的算法在收敛速度和稳定性上都有最佳的表现。设备资源的有限性对训练完成的模型大小有着严格的限制，我们模型的大小在</a:t>
            </a:r>
            <a:r>
              <a:rPr lang="en-US" altLang="zh-CN" dirty="0"/>
              <a:t>0.328MB</a:t>
            </a:r>
            <a:r>
              <a:rPr lang="zh-CN" altLang="en-US" dirty="0"/>
              <a:t>左右，较轻量的</a:t>
            </a:r>
            <a:r>
              <a:rPr lang="en-US" altLang="zh-CN" dirty="0"/>
              <a:t>DQN</a:t>
            </a:r>
            <a:r>
              <a:rPr lang="zh-CN" altLang="en-US" dirty="0"/>
              <a:t>模型在</a:t>
            </a:r>
            <a:r>
              <a:rPr lang="en-US" altLang="zh-CN" dirty="0"/>
              <a:t>0.296MB</a:t>
            </a:r>
            <a:r>
              <a:rPr lang="zh-CN" altLang="en-US" dirty="0"/>
              <a:t>，模型大小有限的提升，便可获得较好的收敛速度和稳定性，仍然有利于边缘端的部署。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32E03-FC0F-4749-B43F-AEB1F72DFC1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64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A4C26-F24A-902A-6BEA-7A7548678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6A0021-B769-42D4-5D45-93E16B22B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D7516A-4AB0-44F5-5117-11013E3F0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不同的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任务到达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率，影响着同一时间系统内任务的密度，密度越高，更多的请求因无法获得计算资源而等待。实验表明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CSODQN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相对于其他基线算法来说，仍然保持着最高的平均奖励值和任务成功率，并有着较的执行时间和低冷启动频率。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2591D9-7D97-E372-0B8E-16BC7D514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32E03-FC0F-4749-B43F-AEB1F72DFC1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1685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DC62E-208C-40C8-F16E-78F99BE63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7A4AD7-FC03-C48B-ADF9-331C91ECF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7463CC-F14F-5EB0-B65E-B74FBF492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物联网设备数量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显著影响着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系统中功能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请求密度，当物联网设备的数量从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个增加到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个时，多个用户之间对边缘资源的激烈竞争会导致边缘服务器的性能下降，使得平均时延逐渐增高。但我们的方法仍然保持着最高的任务成功比例和收益，并在降低能耗上有最优的效果。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E14333-93DD-B2EB-7A60-685EF8C37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32E03-FC0F-4749-B43F-AEB1F72DFC1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8439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67567-C55C-5C65-7E65-6A4AE842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F26925-B84F-B1F0-5D67-E6B4E1BD9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9CF1A6-CB20-9610-BBAF-13A0516BC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最大容忍时延的增加，使得系统中的任务成功率大大增加，我们的算法在保证任务成功率的情况下，降低了任务的平均执行时间，减少用户的花销成本，并提高资源利用率。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F25B89-B142-00CC-08A2-07FD21E7E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32E03-FC0F-4749-B43F-AEB1F72DFC1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683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湖南大学模板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8BE91D6-0CC1-4720-9AFF-4DB531321B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D22828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-32720" y="0"/>
            <a:ext cx="12216540" cy="702578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07A3DAF-7660-4E8C-A746-013DFB58F67C}"/>
              </a:ext>
            </a:extLst>
          </p:cNvPr>
          <p:cNvSpPr/>
          <p:nvPr userDrawn="1"/>
        </p:nvSpPr>
        <p:spPr>
          <a:xfrm>
            <a:off x="-24541" y="0"/>
            <a:ext cx="12208361" cy="5896790"/>
          </a:xfrm>
          <a:prstGeom prst="rect">
            <a:avLst/>
          </a:prstGeom>
          <a:solidFill>
            <a:schemeClr val="accent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D99CAB8-391E-4BB1-9CF0-AAF2AB6F0C26}"/>
              </a:ext>
            </a:extLst>
          </p:cNvPr>
          <p:cNvGrpSpPr/>
          <p:nvPr userDrawn="1"/>
        </p:nvGrpSpPr>
        <p:grpSpPr>
          <a:xfrm>
            <a:off x="0" y="4673703"/>
            <a:ext cx="12200180" cy="750929"/>
            <a:chOff x="-14544" y="4884668"/>
            <a:chExt cx="12221088" cy="586767"/>
          </a:xfrm>
          <a:solidFill>
            <a:schemeClr val="bg1">
              <a:lumMod val="95000"/>
            </a:schemeClr>
          </a:solidFill>
        </p:grpSpPr>
        <p:sp>
          <p:nvSpPr>
            <p:cNvPr id="10" name="矩形 8">
              <a:extLst>
                <a:ext uri="{FF2B5EF4-FFF2-40B4-BE49-F238E27FC236}">
                  <a16:creationId xmlns:a16="http://schemas.microsoft.com/office/drawing/2014/main" id="{DB3E3EDC-9CCC-4352-8D87-3ACBE8C4A662}"/>
                </a:ext>
              </a:extLst>
            </p:cNvPr>
            <p:cNvSpPr/>
            <p:nvPr/>
          </p:nvSpPr>
          <p:spPr>
            <a:xfrm>
              <a:off x="-14544" y="4884668"/>
              <a:ext cx="6148644" cy="586767"/>
            </a:xfrm>
            <a:custGeom>
              <a:avLst/>
              <a:gdLst>
                <a:gd name="connsiteX0" fmla="*/ 0 w 6110544"/>
                <a:gd name="connsiteY0" fmla="*/ 0 h 112035"/>
                <a:gd name="connsiteX1" fmla="*/ 6110544 w 6110544"/>
                <a:gd name="connsiteY1" fmla="*/ 0 h 112035"/>
                <a:gd name="connsiteX2" fmla="*/ 6110544 w 6110544"/>
                <a:gd name="connsiteY2" fmla="*/ 112035 h 112035"/>
                <a:gd name="connsiteX3" fmla="*/ 0 w 6110544"/>
                <a:gd name="connsiteY3" fmla="*/ 112035 h 112035"/>
                <a:gd name="connsiteX4" fmla="*/ 0 w 6110544"/>
                <a:gd name="connsiteY4" fmla="*/ 0 h 112035"/>
                <a:gd name="connsiteX0" fmla="*/ 0 w 6123244"/>
                <a:gd name="connsiteY0" fmla="*/ 0 h 594635"/>
                <a:gd name="connsiteX1" fmla="*/ 6110544 w 6123244"/>
                <a:gd name="connsiteY1" fmla="*/ 0 h 594635"/>
                <a:gd name="connsiteX2" fmla="*/ 6123244 w 6123244"/>
                <a:gd name="connsiteY2" fmla="*/ 594635 h 594635"/>
                <a:gd name="connsiteX3" fmla="*/ 0 w 6123244"/>
                <a:gd name="connsiteY3" fmla="*/ 112035 h 594635"/>
                <a:gd name="connsiteX4" fmla="*/ 0 w 6123244"/>
                <a:gd name="connsiteY4" fmla="*/ 0 h 594635"/>
                <a:gd name="connsiteX0" fmla="*/ 0 w 6148644"/>
                <a:gd name="connsiteY0" fmla="*/ 0 h 594635"/>
                <a:gd name="connsiteX1" fmla="*/ 6148644 w 6148644"/>
                <a:gd name="connsiteY1" fmla="*/ 393700 h 594635"/>
                <a:gd name="connsiteX2" fmla="*/ 6123244 w 6148644"/>
                <a:gd name="connsiteY2" fmla="*/ 594635 h 594635"/>
                <a:gd name="connsiteX3" fmla="*/ 0 w 6148644"/>
                <a:gd name="connsiteY3" fmla="*/ 112035 h 594635"/>
                <a:gd name="connsiteX4" fmla="*/ 0 w 6148644"/>
                <a:gd name="connsiteY4" fmla="*/ 0 h 594635"/>
                <a:gd name="connsiteX0" fmla="*/ 0 w 6148644"/>
                <a:gd name="connsiteY0" fmla="*/ 0 h 594635"/>
                <a:gd name="connsiteX1" fmla="*/ 6148644 w 6148644"/>
                <a:gd name="connsiteY1" fmla="*/ 393700 h 594635"/>
                <a:gd name="connsiteX2" fmla="*/ 6123244 w 6148644"/>
                <a:gd name="connsiteY2" fmla="*/ 594635 h 594635"/>
                <a:gd name="connsiteX3" fmla="*/ 0 w 6148644"/>
                <a:gd name="connsiteY3" fmla="*/ 112035 h 594635"/>
                <a:gd name="connsiteX4" fmla="*/ 0 w 6148644"/>
                <a:gd name="connsiteY4" fmla="*/ 0 h 594635"/>
                <a:gd name="connsiteX0" fmla="*/ 0 w 6148644"/>
                <a:gd name="connsiteY0" fmla="*/ 0 h 594635"/>
                <a:gd name="connsiteX1" fmla="*/ 6148644 w 6148644"/>
                <a:gd name="connsiteY1" fmla="*/ 393700 h 594635"/>
                <a:gd name="connsiteX2" fmla="*/ 6123244 w 6148644"/>
                <a:gd name="connsiteY2" fmla="*/ 594635 h 594635"/>
                <a:gd name="connsiteX3" fmla="*/ 0 w 6148644"/>
                <a:gd name="connsiteY3" fmla="*/ 112035 h 594635"/>
                <a:gd name="connsiteX4" fmla="*/ 0 w 6148644"/>
                <a:gd name="connsiteY4" fmla="*/ 0 h 594635"/>
                <a:gd name="connsiteX0" fmla="*/ 0 w 6148644"/>
                <a:gd name="connsiteY0" fmla="*/ 42932 h 637567"/>
                <a:gd name="connsiteX1" fmla="*/ 6148644 w 6148644"/>
                <a:gd name="connsiteY1" fmla="*/ 436632 h 637567"/>
                <a:gd name="connsiteX2" fmla="*/ 6123244 w 6148644"/>
                <a:gd name="connsiteY2" fmla="*/ 637567 h 637567"/>
                <a:gd name="connsiteX3" fmla="*/ 0 w 6148644"/>
                <a:gd name="connsiteY3" fmla="*/ 154967 h 637567"/>
                <a:gd name="connsiteX4" fmla="*/ 0 w 6148644"/>
                <a:gd name="connsiteY4" fmla="*/ 42932 h 637567"/>
                <a:gd name="connsiteX0" fmla="*/ 0 w 6148644"/>
                <a:gd name="connsiteY0" fmla="*/ 42932 h 637567"/>
                <a:gd name="connsiteX1" fmla="*/ 6148644 w 6148644"/>
                <a:gd name="connsiteY1" fmla="*/ 436632 h 637567"/>
                <a:gd name="connsiteX2" fmla="*/ 6123244 w 6148644"/>
                <a:gd name="connsiteY2" fmla="*/ 637567 h 637567"/>
                <a:gd name="connsiteX3" fmla="*/ 0 w 6148644"/>
                <a:gd name="connsiteY3" fmla="*/ 154967 h 637567"/>
                <a:gd name="connsiteX4" fmla="*/ 0 w 6148644"/>
                <a:gd name="connsiteY4" fmla="*/ 42932 h 637567"/>
                <a:gd name="connsiteX0" fmla="*/ 0 w 6148644"/>
                <a:gd name="connsiteY0" fmla="*/ 42932 h 586767"/>
                <a:gd name="connsiteX1" fmla="*/ 6148644 w 6148644"/>
                <a:gd name="connsiteY1" fmla="*/ 436632 h 586767"/>
                <a:gd name="connsiteX2" fmla="*/ 6123244 w 6148644"/>
                <a:gd name="connsiteY2" fmla="*/ 586767 h 586767"/>
                <a:gd name="connsiteX3" fmla="*/ 0 w 6148644"/>
                <a:gd name="connsiteY3" fmla="*/ 154967 h 586767"/>
                <a:gd name="connsiteX4" fmla="*/ 0 w 6148644"/>
                <a:gd name="connsiteY4" fmla="*/ 42932 h 58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8644" h="586767">
                  <a:moveTo>
                    <a:pt x="0" y="42932"/>
                  </a:moveTo>
                  <a:cubicBezTo>
                    <a:pt x="2049548" y="174165"/>
                    <a:pt x="4340396" y="-329601"/>
                    <a:pt x="6148644" y="436632"/>
                  </a:cubicBezTo>
                  <a:lnTo>
                    <a:pt x="6123244" y="586767"/>
                  </a:lnTo>
                  <a:cubicBezTo>
                    <a:pt x="4399663" y="-272600"/>
                    <a:pt x="2041081" y="315834"/>
                    <a:pt x="0" y="154967"/>
                  </a:cubicBezTo>
                  <a:lnTo>
                    <a:pt x="0" y="42932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矩形 8">
              <a:extLst>
                <a:ext uri="{FF2B5EF4-FFF2-40B4-BE49-F238E27FC236}">
                  <a16:creationId xmlns:a16="http://schemas.microsoft.com/office/drawing/2014/main" id="{E630D1B6-D495-437D-AD41-3A81317CF330}"/>
                </a:ext>
              </a:extLst>
            </p:cNvPr>
            <p:cNvSpPr/>
            <p:nvPr/>
          </p:nvSpPr>
          <p:spPr>
            <a:xfrm flipH="1">
              <a:off x="6057900" y="4884668"/>
              <a:ext cx="6148644" cy="586767"/>
            </a:xfrm>
            <a:custGeom>
              <a:avLst/>
              <a:gdLst>
                <a:gd name="connsiteX0" fmla="*/ 0 w 6110544"/>
                <a:gd name="connsiteY0" fmla="*/ 0 h 112035"/>
                <a:gd name="connsiteX1" fmla="*/ 6110544 w 6110544"/>
                <a:gd name="connsiteY1" fmla="*/ 0 h 112035"/>
                <a:gd name="connsiteX2" fmla="*/ 6110544 w 6110544"/>
                <a:gd name="connsiteY2" fmla="*/ 112035 h 112035"/>
                <a:gd name="connsiteX3" fmla="*/ 0 w 6110544"/>
                <a:gd name="connsiteY3" fmla="*/ 112035 h 112035"/>
                <a:gd name="connsiteX4" fmla="*/ 0 w 6110544"/>
                <a:gd name="connsiteY4" fmla="*/ 0 h 112035"/>
                <a:gd name="connsiteX0" fmla="*/ 0 w 6123244"/>
                <a:gd name="connsiteY0" fmla="*/ 0 h 594635"/>
                <a:gd name="connsiteX1" fmla="*/ 6110544 w 6123244"/>
                <a:gd name="connsiteY1" fmla="*/ 0 h 594635"/>
                <a:gd name="connsiteX2" fmla="*/ 6123244 w 6123244"/>
                <a:gd name="connsiteY2" fmla="*/ 594635 h 594635"/>
                <a:gd name="connsiteX3" fmla="*/ 0 w 6123244"/>
                <a:gd name="connsiteY3" fmla="*/ 112035 h 594635"/>
                <a:gd name="connsiteX4" fmla="*/ 0 w 6123244"/>
                <a:gd name="connsiteY4" fmla="*/ 0 h 594635"/>
                <a:gd name="connsiteX0" fmla="*/ 0 w 6148644"/>
                <a:gd name="connsiteY0" fmla="*/ 0 h 594635"/>
                <a:gd name="connsiteX1" fmla="*/ 6148644 w 6148644"/>
                <a:gd name="connsiteY1" fmla="*/ 393700 h 594635"/>
                <a:gd name="connsiteX2" fmla="*/ 6123244 w 6148644"/>
                <a:gd name="connsiteY2" fmla="*/ 594635 h 594635"/>
                <a:gd name="connsiteX3" fmla="*/ 0 w 6148644"/>
                <a:gd name="connsiteY3" fmla="*/ 112035 h 594635"/>
                <a:gd name="connsiteX4" fmla="*/ 0 w 6148644"/>
                <a:gd name="connsiteY4" fmla="*/ 0 h 594635"/>
                <a:gd name="connsiteX0" fmla="*/ 0 w 6148644"/>
                <a:gd name="connsiteY0" fmla="*/ 0 h 594635"/>
                <a:gd name="connsiteX1" fmla="*/ 6148644 w 6148644"/>
                <a:gd name="connsiteY1" fmla="*/ 393700 h 594635"/>
                <a:gd name="connsiteX2" fmla="*/ 6123244 w 6148644"/>
                <a:gd name="connsiteY2" fmla="*/ 594635 h 594635"/>
                <a:gd name="connsiteX3" fmla="*/ 0 w 6148644"/>
                <a:gd name="connsiteY3" fmla="*/ 112035 h 594635"/>
                <a:gd name="connsiteX4" fmla="*/ 0 w 6148644"/>
                <a:gd name="connsiteY4" fmla="*/ 0 h 594635"/>
                <a:gd name="connsiteX0" fmla="*/ 0 w 6148644"/>
                <a:gd name="connsiteY0" fmla="*/ 0 h 594635"/>
                <a:gd name="connsiteX1" fmla="*/ 6148644 w 6148644"/>
                <a:gd name="connsiteY1" fmla="*/ 393700 h 594635"/>
                <a:gd name="connsiteX2" fmla="*/ 6123244 w 6148644"/>
                <a:gd name="connsiteY2" fmla="*/ 594635 h 594635"/>
                <a:gd name="connsiteX3" fmla="*/ 0 w 6148644"/>
                <a:gd name="connsiteY3" fmla="*/ 112035 h 594635"/>
                <a:gd name="connsiteX4" fmla="*/ 0 w 6148644"/>
                <a:gd name="connsiteY4" fmla="*/ 0 h 594635"/>
                <a:gd name="connsiteX0" fmla="*/ 0 w 6148644"/>
                <a:gd name="connsiteY0" fmla="*/ 42932 h 637567"/>
                <a:gd name="connsiteX1" fmla="*/ 6148644 w 6148644"/>
                <a:gd name="connsiteY1" fmla="*/ 436632 h 637567"/>
                <a:gd name="connsiteX2" fmla="*/ 6123244 w 6148644"/>
                <a:gd name="connsiteY2" fmla="*/ 637567 h 637567"/>
                <a:gd name="connsiteX3" fmla="*/ 0 w 6148644"/>
                <a:gd name="connsiteY3" fmla="*/ 154967 h 637567"/>
                <a:gd name="connsiteX4" fmla="*/ 0 w 6148644"/>
                <a:gd name="connsiteY4" fmla="*/ 42932 h 637567"/>
                <a:gd name="connsiteX0" fmla="*/ 0 w 6148644"/>
                <a:gd name="connsiteY0" fmla="*/ 42932 h 637567"/>
                <a:gd name="connsiteX1" fmla="*/ 6148644 w 6148644"/>
                <a:gd name="connsiteY1" fmla="*/ 436632 h 637567"/>
                <a:gd name="connsiteX2" fmla="*/ 6123244 w 6148644"/>
                <a:gd name="connsiteY2" fmla="*/ 637567 h 637567"/>
                <a:gd name="connsiteX3" fmla="*/ 0 w 6148644"/>
                <a:gd name="connsiteY3" fmla="*/ 154967 h 637567"/>
                <a:gd name="connsiteX4" fmla="*/ 0 w 6148644"/>
                <a:gd name="connsiteY4" fmla="*/ 42932 h 637567"/>
                <a:gd name="connsiteX0" fmla="*/ 0 w 6148644"/>
                <a:gd name="connsiteY0" fmla="*/ 42932 h 586767"/>
                <a:gd name="connsiteX1" fmla="*/ 6148644 w 6148644"/>
                <a:gd name="connsiteY1" fmla="*/ 436632 h 586767"/>
                <a:gd name="connsiteX2" fmla="*/ 6123244 w 6148644"/>
                <a:gd name="connsiteY2" fmla="*/ 586767 h 586767"/>
                <a:gd name="connsiteX3" fmla="*/ 0 w 6148644"/>
                <a:gd name="connsiteY3" fmla="*/ 154967 h 586767"/>
                <a:gd name="connsiteX4" fmla="*/ 0 w 6148644"/>
                <a:gd name="connsiteY4" fmla="*/ 42932 h 58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8644" h="586767">
                  <a:moveTo>
                    <a:pt x="0" y="42932"/>
                  </a:moveTo>
                  <a:cubicBezTo>
                    <a:pt x="2049548" y="174165"/>
                    <a:pt x="4340396" y="-329601"/>
                    <a:pt x="6148644" y="436632"/>
                  </a:cubicBezTo>
                  <a:lnTo>
                    <a:pt x="6123244" y="586767"/>
                  </a:lnTo>
                  <a:cubicBezTo>
                    <a:pt x="4399663" y="-272600"/>
                    <a:pt x="2041081" y="315834"/>
                    <a:pt x="0" y="154967"/>
                  </a:cubicBezTo>
                  <a:lnTo>
                    <a:pt x="0" y="42932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" name="五边形 5">
            <a:extLst>
              <a:ext uri="{FF2B5EF4-FFF2-40B4-BE49-F238E27FC236}">
                <a16:creationId xmlns:a16="http://schemas.microsoft.com/office/drawing/2014/main" id="{FC9FB1FC-8714-4D45-A479-C83A100DCF28}"/>
              </a:ext>
            </a:extLst>
          </p:cNvPr>
          <p:cNvSpPr/>
          <p:nvPr userDrawn="1"/>
        </p:nvSpPr>
        <p:spPr>
          <a:xfrm>
            <a:off x="-20450" y="5163260"/>
            <a:ext cx="12192000" cy="1696421"/>
          </a:xfrm>
          <a:custGeom>
            <a:avLst/>
            <a:gdLst>
              <a:gd name="connsiteX0" fmla="*/ 4 w 3514725"/>
              <a:gd name="connsiteY0" fmla="*/ 462054 h 1209675"/>
              <a:gd name="connsiteX1" fmla="*/ 1757363 w 3514725"/>
              <a:gd name="connsiteY1" fmla="*/ 0 h 1209675"/>
              <a:gd name="connsiteX2" fmla="*/ 3514721 w 3514725"/>
              <a:gd name="connsiteY2" fmla="*/ 462054 h 1209675"/>
              <a:gd name="connsiteX3" fmla="*/ 2843470 w 3514725"/>
              <a:gd name="connsiteY3" fmla="*/ 1209672 h 1209675"/>
              <a:gd name="connsiteX4" fmla="*/ 671255 w 3514725"/>
              <a:gd name="connsiteY4" fmla="*/ 1209672 h 1209675"/>
              <a:gd name="connsiteX5" fmla="*/ 4 w 3514725"/>
              <a:gd name="connsiteY5" fmla="*/ 462054 h 1209675"/>
              <a:gd name="connsiteX0" fmla="*/ 0 w 3767134"/>
              <a:gd name="connsiteY0" fmla="*/ 328704 h 1076322"/>
              <a:gd name="connsiteX1" fmla="*/ 3767134 w 3767134"/>
              <a:gd name="connsiteY1" fmla="*/ 0 h 1076322"/>
              <a:gd name="connsiteX2" fmla="*/ 3514717 w 3767134"/>
              <a:gd name="connsiteY2" fmla="*/ 328704 h 1076322"/>
              <a:gd name="connsiteX3" fmla="*/ 2843466 w 3767134"/>
              <a:gd name="connsiteY3" fmla="*/ 1076322 h 1076322"/>
              <a:gd name="connsiteX4" fmla="*/ 671251 w 3767134"/>
              <a:gd name="connsiteY4" fmla="*/ 1076322 h 1076322"/>
              <a:gd name="connsiteX5" fmla="*/ 0 w 3767134"/>
              <a:gd name="connsiteY5" fmla="*/ 328704 h 1076322"/>
              <a:gd name="connsiteX0" fmla="*/ 0 w 9368091"/>
              <a:gd name="connsiteY0" fmla="*/ 328704 h 1504947"/>
              <a:gd name="connsiteX1" fmla="*/ 3767134 w 9368091"/>
              <a:gd name="connsiteY1" fmla="*/ 0 h 1504947"/>
              <a:gd name="connsiteX2" fmla="*/ 3514717 w 9368091"/>
              <a:gd name="connsiteY2" fmla="*/ 328704 h 1504947"/>
              <a:gd name="connsiteX3" fmla="*/ 9368091 w 9368091"/>
              <a:gd name="connsiteY3" fmla="*/ 1504947 h 1504947"/>
              <a:gd name="connsiteX4" fmla="*/ 671251 w 9368091"/>
              <a:gd name="connsiteY4" fmla="*/ 1076322 h 1504947"/>
              <a:gd name="connsiteX5" fmla="*/ 0 w 9368091"/>
              <a:gd name="connsiteY5" fmla="*/ 328704 h 1504947"/>
              <a:gd name="connsiteX0" fmla="*/ 0 w 9368091"/>
              <a:gd name="connsiteY0" fmla="*/ 657225 h 1833468"/>
              <a:gd name="connsiteX1" fmla="*/ 3767134 w 9368091"/>
              <a:gd name="connsiteY1" fmla="*/ 328521 h 1833468"/>
              <a:gd name="connsiteX2" fmla="*/ 9363067 w 9368091"/>
              <a:gd name="connsiteY2" fmla="*/ 0 h 1833468"/>
              <a:gd name="connsiteX3" fmla="*/ 9368091 w 9368091"/>
              <a:gd name="connsiteY3" fmla="*/ 1833468 h 1833468"/>
              <a:gd name="connsiteX4" fmla="*/ 671251 w 9368091"/>
              <a:gd name="connsiteY4" fmla="*/ 1404843 h 1833468"/>
              <a:gd name="connsiteX5" fmla="*/ 0 w 9368091"/>
              <a:gd name="connsiteY5" fmla="*/ 657225 h 1833468"/>
              <a:gd name="connsiteX0" fmla="*/ 0 w 11349291"/>
              <a:gd name="connsiteY0" fmla="*/ 0 h 1852518"/>
              <a:gd name="connsiteX1" fmla="*/ 5748334 w 11349291"/>
              <a:gd name="connsiteY1" fmla="*/ 347571 h 1852518"/>
              <a:gd name="connsiteX2" fmla="*/ 11344267 w 11349291"/>
              <a:gd name="connsiteY2" fmla="*/ 19050 h 1852518"/>
              <a:gd name="connsiteX3" fmla="*/ 11349291 w 11349291"/>
              <a:gd name="connsiteY3" fmla="*/ 1852518 h 1852518"/>
              <a:gd name="connsiteX4" fmla="*/ 2652451 w 11349291"/>
              <a:gd name="connsiteY4" fmla="*/ 1423893 h 1852518"/>
              <a:gd name="connsiteX5" fmla="*/ 0 w 11349291"/>
              <a:gd name="connsiteY5" fmla="*/ 0 h 1852518"/>
              <a:gd name="connsiteX0" fmla="*/ 24074 w 11373365"/>
              <a:gd name="connsiteY0" fmla="*/ 0 h 1890618"/>
              <a:gd name="connsiteX1" fmla="*/ 5772408 w 11373365"/>
              <a:gd name="connsiteY1" fmla="*/ 347571 h 1890618"/>
              <a:gd name="connsiteX2" fmla="*/ 11368341 w 11373365"/>
              <a:gd name="connsiteY2" fmla="*/ 19050 h 1890618"/>
              <a:gd name="connsiteX3" fmla="*/ 11373365 w 11373365"/>
              <a:gd name="connsiteY3" fmla="*/ 1852518 h 1890618"/>
              <a:gd name="connsiteX4" fmla="*/ 0 w 11373365"/>
              <a:gd name="connsiteY4" fmla="*/ 1890618 h 1890618"/>
              <a:gd name="connsiteX5" fmla="*/ 24074 w 11373365"/>
              <a:gd name="connsiteY5" fmla="*/ 0 h 1890618"/>
              <a:gd name="connsiteX0" fmla="*/ 24074 w 11787446"/>
              <a:gd name="connsiteY0" fmla="*/ 0 h 1890618"/>
              <a:gd name="connsiteX1" fmla="*/ 5772408 w 11787446"/>
              <a:gd name="connsiteY1" fmla="*/ 347571 h 1890618"/>
              <a:gd name="connsiteX2" fmla="*/ 11787441 w 11787446"/>
              <a:gd name="connsiteY2" fmla="*/ 47625 h 1890618"/>
              <a:gd name="connsiteX3" fmla="*/ 11373365 w 11787446"/>
              <a:gd name="connsiteY3" fmla="*/ 1852518 h 1890618"/>
              <a:gd name="connsiteX4" fmla="*/ 0 w 11787446"/>
              <a:gd name="connsiteY4" fmla="*/ 1890618 h 1890618"/>
              <a:gd name="connsiteX5" fmla="*/ 24074 w 11787446"/>
              <a:gd name="connsiteY5" fmla="*/ 0 h 1890618"/>
              <a:gd name="connsiteX0" fmla="*/ 24074 w 11859140"/>
              <a:gd name="connsiteY0" fmla="*/ 0 h 1890618"/>
              <a:gd name="connsiteX1" fmla="*/ 5772408 w 11859140"/>
              <a:gd name="connsiteY1" fmla="*/ 347571 h 1890618"/>
              <a:gd name="connsiteX2" fmla="*/ 11787441 w 11859140"/>
              <a:gd name="connsiteY2" fmla="*/ 47625 h 1890618"/>
              <a:gd name="connsiteX3" fmla="*/ 11859140 w 11859140"/>
              <a:gd name="connsiteY3" fmla="*/ 1852518 h 1890618"/>
              <a:gd name="connsiteX4" fmla="*/ 0 w 11859140"/>
              <a:gd name="connsiteY4" fmla="*/ 1890618 h 1890618"/>
              <a:gd name="connsiteX5" fmla="*/ 24074 w 11859140"/>
              <a:gd name="connsiteY5" fmla="*/ 0 h 1890618"/>
              <a:gd name="connsiteX0" fmla="*/ 24074 w 11892272"/>
              <a:gd name="connsiteY0" fmla="*/ 0 h 1890618"/>
              <a:gd name="connsiteX1" fmla="*/ 5772408 w 11892272"/>
              <a:gd name="connsiteY1" fmla="*/ 347571 h 1890618"/>
              <a:gd name="connsiteX2" fmla="*/ 11892216 w 11892272"/>
              <a:gd name="connsiteY2" fmla="*/ 47625 h 1890618"/>
              <a:gd name="connsiteX3" fmla="*/ 11859140 w 11892272"/>
              <a:gd name="connsiteY3" fmla="*/ 1852518 h 1890618"/>
              <a:gd name="connsiteX4" fmla="*/ 0 w 11892272"/>
              <a:gd name="connsiteY4" fmla="*/ 1890618 h 1890618"/>
              <a:gd name="connsiteX5" fmla="*/ 24074 w 11892272"/>
              <a:gd name="connsiteY5" fmla="*/ 0 h 1890618"/>
              <a:gd name="connsiteX0" fmla="*/ 24074 w 11897240"/>
              <a:gd name="connsiteY0" fmla="*/ 0 h 1890618"/>
              <a:gd name="connsiteX1" fmla="*/ 5772408 w 11897240"/>
              <a:gd name="connsiteY1" fmla="*/ 347571 h 1890618"/>
              <a:gd name="connsiteX2" fmla="*/ 11892216 w 11897240"/>
              <a:gd name="connsiteY2" fmla="*/ 47625 h 1890618"/>
              <a:gd name="connsiteX3" fmla="*/ 11897240 w 11897240"/>
              <a:gd name="connsiteY3" fmla="*/ 1862043 h 1890618"/>
              <a:gd name="connsiteX4" fmla="*/ 0 w 11897240"/>
              <a:gd name="connsiteY4" fmla="*/ 1890618 h 1890618"/>
              <a:gd name="connsiteX5" fmla="*/ 24074 w 11897240"/>
              <a:gd name="connsiteY5" fmla="*/ 0 h 1890618"/>
              <a:gd name="connsiteX0" fmla="*/ 0 w 12187491"/>
              <a:gd name="connsiteY0" fmla="*/ 0 h 1881093"/>
              <a:gd name="connsiteX1" fmla="*/ 6062659 w 12187491"/>
              <a:gd name="connsiteY1" fmla="*/ 338046 h 1881093"/>
              <a:gd name="connsiteX2" fmla="*/ 12182467 w 12187491"/>
              <a:gd name="connsiteY2" fmla="*/ 38100 h 1881093"/>
              <a:gd name="connsiteX3" fmla="*/ 12187491 w 12187491"/>
              <a:gd name="connsiteY3" fmla="*/ 1852518 h 1881093"/>
              <a:gd name="connsiteX4" fmla="*/ 290251 w 12187491"/>
              <a:gd name="connsiteY4" fmla="*/ 1881093 h 1881093"/>
              <a:gd name="connsiteX5" fmla="*/ 0 w 12187491"/>
              <a:gd name="connsiteY5" fmla="*/ 0 h 1881093"/>
              <a:gd name="connsiteX0" fmla="*/ 24074 w 12211565"/>
              <a:gd name="connsiteY0" fmla="*/ 0 h 1900143"/>
              <a:gd name="connsiteX1" fmla="*/ 6086733 w 12211565"/>
              <a:gd name="connsiteY1" fmla="*/ 338046 h 1900143"/>
              <a:gd name="connsiteX2" fmla="*/ 12206541 w 12211565"/>
              <a:gd name="connsiteY2" fmla="*/ 38100 h 1900143"/>
              <a:gd name="connsiteX3" fmla="*/ 12211565 w 12211565"/>
              <a:gd name="connsiteY3" fmla="*/ 1852518 h 1900143"/>
              <a:gd name="connsiteX4" fmla="*/ 0 w 12211565"/>
              <a:gd name="connsiteY4" fmla="*/ 1900143 h 1900143"/>
              <a:gd name="connsiteX5" fmla="*/ 24074 w 12211565"/>
              <a:gd name="connsiteY5" fmla="*/ 0 h 1900143"/>
              <a:gd name="connsiteX0" fmla="*/ 24074 w 12211565"/>
              <a:gd name="connsiteY0" fmla="*/ 0 h 1900143"/>
              <a:gd name="connsiteX1" fmla="*/ 6181983 w 12211565"/>
              <a:gd name="connsiteY1" fmla="*/ 1166721 h 1900143"/>
              <a:gd name="connsiteX2" fmla="*/ 12206541 w 12211565"/>
              <a:gd name="connsiteY2" fmla="*/ 38100 h 1900143"/>
              <a:gd name="connsiteX3" fmla="*/ 12211565 w 12211565"/>
              <a:gd name="connsiteY3" fmla="*/ 1852518 h 1900143"/>
              <a:gd name="connsiteX4" fmla="*/ 0 w 12211565"/>
              <a:gd name="connsiteY4" fmla="*/ 1900143 h 1900143"/>
              <a:gd name="connsiteX5" fmla="*/ 24074 w 12211565"/>
              <a:gd name="connsiteY5" fmla="*/ 0 h 1900143"/>
              <a:gd name="connsiteX0" fmla="*/ 24074 w 12211565"/>
              <a:gd name="connsiteY0" fmla="*/ 0 h 1900143"/>
              <a:gd name="connsiteX1" fmla="*/ 6134358 w 12211565"/>
              <a:gd name="connsiteY1" fmla="*/ 471396 h 1900143"/>
              <a:gd name="connsiteX2" fmla="*/ 12206541 w 12211565"/>
              <a:gd name="connsiteY2" fmla="*/ 38100 h 1900143"/>
              <a:gd name="connsiteX3" fmla="*/ 12211565 w 12211565"/>
              <a:gd name="connsiteY3" fmla="*/ 1852518 h 1900143"/>
              <a:gd name="connsiteX4" fmla="*/ 0 w 12211565"/>
              <a:gd name="connsiteY4" fmla="*/ 1900143 h 1900143"/>
              <a:gd name="connsiteX5" fmla="*/ 24074 w 12211565"/>
              <a:gd name="connsiteY5" fmla="*/ 0 h 1900143"/>
              <a:gd name="connsiteX0" fmla="*/ 24074 w 12211565"/>
              <a:gd name="connsiteY0" fmla="*/ 0 h 1900143"/>
              <a:gd name="connsiteX1" fmla="*/ 6134358 w 12211565"/>
              <a:gd name="connsiteY1" fmla="*/ 471396 h 1900143"/>
              <a:gd name="connsiteX2" fmla="*/ 12206541 w 12211565"/>
              <a:gd name="connsiteY2" fmla="*/ 38100 h 1900143"/>
              <a:gd name="connsiteX3" fmla="*/ 12211565 w 12211565"/>
              <a:gd name="connsiteY3" fmla="*/ 1852518 h 1900143"/>
              <a:gd name="connsiteX4" fmla="*/ 0 w 12211565"/>
              <a:gd name="connsiteY4" fmla="*/ 1900143 h 1900143"/>
              <a:gd name="connsiteX5" fmla="*/ 24074 w 12211565"/>
              <a:gd name="connsiteY5" fmla="*/ 0 h 1900143"/>
              <a:gd name="connsiteX0" fmla="*/ 24074 w 12211565"/>
              <a:gd name="connsiteY0" fmla="*/ 0 h 1900143"/>
              <a:gd name="connsiteX1" fmla="*/ 6134358 w 12211565"/>
              <a:gd name="connsiteY1" fmla="*/ 471396 h 1900143"/>
              <a:gd name="connsiteX2" fmla="*/ 12206541 w 12211565"/>
              <a:gd name="connsiteY2" fmla="*/ 38100 h 1900143"/>
              <a:gd name="connsiteX3" fmla="*/ 12211565 w 12211565"/>
              <a:gd name="connsiteY3" fmla="*/ 1852518 h 1900143"/>
              <a:gd name="connsiteX4" fmla="*/ 0 w 12211565"/>
              <a:gd name="connsiteY4" fmla="*/ 1900143 h 1900143"/>
              <a:gd name="connsiteX5" fmla="*/ 24074 w 12211565"/>
              <a:gd name="connsiteY5" fmla="*/ 0 h 1900143"/>
              <a:gd name="connsiteX0" fmla="*/ 0 w 12212891"/>
              <a:gd name="connsiteY0" fmla="*/ 0 h 1931715"/>
              <a:gd name="connsiteX1" fmla="*/ 6135684 w 12212891"/>
              <a:gd name="connsiteY1" fmla="*/ 502968 h 1931715"/>
              <a:gd name="connsiteX2" fmla="*/ 12207867 w 12212891"/>
              <a:gd name="connsiteY2" fmla="*/ 69672 h 1931715"/>
              <a:gd name="connsiteX3" fmla="*/ 12212891 w 12212891"/>
              <a:gd name="connsiteY3" fmla="*/ 1884090 h 1931715"/>
              <a:gd name="connsiteX4" fmla="*/ 1326 w 12212891"/>
              <a:gd name="connsiteY4" fmla="*/ 1931715 h 1931715"/>
              <a:gd name="connsiteX5" fmla="*/ 0 w 12212891"/>
              <a:gd name="connsiteY5" fmla="*/ 0 h 1931715"/>
              <a:gd name="connsiteX0" fmla="*/ 0 w 12212891"/>
              <a:gd name="connsiteY0" fmla="*/ 0 h 1978807"/>
              <a:gd name="connsiteX1" fmla="*/ 6135684 w 12212891"/>
              <a:gd name="connsiteY1" fmla="*/ 502968 h 1978807"/>
              <a:gd name="connsiteX2" fmla="*/ 12207867 w 12212891"/>
              <a:gd name="connsiteY2" fmla="*/ 69672 h 1978807"/>
              <a:gd name="connsiteX3" fmla="*/ 12212891 w 12212891"/>
              <a:gd name="connsiteY3" fmla="*/ 1978807 h 1978807"/>
              <a:gd name="connsiteX4" fmla="*/ 1326 w 12212891"/>
              <a:gd name="connsiteY4" fmla="*/ 1931715 h 1978807"/>
              <a:gd name="connsiteX5" fmla="*/ 0 w 12212891"/>
              <a:gd name="connsiteY5" fmla="*/ 0 h 1978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12891" h="1978807">
                <a:moveTo>
                  <a:pt x="0" y="0"/>
                </a:moveTo>
                <a:cubicBezTo>
                  <a:pt x="2036761" y="157132"/>
                  <a:pt x="5470523" y="-216139"/>
                  <a:pt x="6135684" y="502968"/>
                </a:cubicBezTo>
                <a:cubicBezTo>
                  <a:pt x="6578595" y="-270114"/>
                  <a:pt x="10183806" y="214104"/>
                  <a:pt x="12207867" y="69672"/>
                </a:cubicBezTo>
                <a:cubicBezTo>
                  <a:pt x="12209542" y="680828"/>
                  <a:pt x="12211216" y="1367651"/>
                  <a:pt x="12212891" y="1978807"/>
                </a:cubicBezTo>
                <a:lnTo>
                  <a:pt x="1326" y="193171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标题 24">
            <a:extLst>
              <a:ext uri="{FF2B5EF4-FFF2-40B4-BE49-F238E27FC236}">
                <a16:creationId xmlns:a16="http://schemas.microsoft.com/office/drawing/2014/main" id="{F8BDA55E-891B-46B4-A5C7-EA5B5349A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923" y="1744581"/>
            <a:ext cx="10515600" cy="1325563"/>
          </a:xfrm>
        </p:spPr>
        <p:txBody>
          <a:bodyPr>
            <a:normAutofit/>
          </a:bodyPr>
          <a:lstStyle>
            <a:lvl1pPr algn="ctr">
              <a:defRPr sz="6000" b="1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7" name="文本占位符 26">
            <a:extLst>
              <a:ext uri="{FF2B5EF4-FFF2-40B4-BE49-F238E27FC236}">
                <a16:creationId xmlns:a16="http://schemas.microsoft.com/office/drawing/2014/main" id="{D4BEEEEA-6D7E-41E2-A58E-F6C7195227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25460" y="3077179"/>
            <a:ext cx="7916862" cy="268551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4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8" name="文本占位符 26">
            <a:extLst>
              <a:ext uri="{FF2B5EF4-FFF2-40B4-BE49-F238E27FC236}">
                <a16:creationId xmlns:a16="http://schemas.microsoft.com/office/drawing/2014/main" id="{E14FB2BB-61C8-4791-83BD-6EC759AB59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15077" y="4077990"/>
            <a:ext cx="2480923" cy="204264"/>
          </a:xfr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</a:lstStyle>
          <a:p>
            <a:pPr lvl="0"/>
            <a:r>
              <a:rPr lang="zh-CN" altLang="en-US" dirty="0"/>
              <a:t>单击此处编辑</a:t>
            </a:r>
          </a:p>
        </p:txBody>
      </p:sp>
      <p:sp>
        <p:nvSpPr>
          <p:cNvPr id="29" name="文本占位符 26">
            <a:extLst>
              <a:ext uri="{FF2B5EF4-FFF2-40B4-BE49-F238E27FC236}">
                <a16:creationId xmlns:a16="http://schemas.microsoft.com/office/drawing/2014/main" id="{8CC06153-B1CF-476C-AAB0-02C84AC264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38125" y="4068966"/>
            <a:ext cx="2480923" cy="204264"/>
          </a:xfr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</a:lstStyle>
          <a:p>
            <a:pPr lvl="0"/>
            <a:r>
              <a:rPr lang="zh-CN" altLang="en-US" dirty="0"/>
              <a:t>单击此处编辑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80E56A9-2C03-41D9-B1E0-304CD96B41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35925" y="5781159"/>
            <a:ext cx="3320150" cy="61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87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-湖南大学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54C7B0E7-3AD2-4A3A-9D95-5E1C5A1B9C2D}"/>
              </a:ext>
            </a:extLst>
          </p:cNvPr>
          <p:cNvSpPr/>
          <p:nvPr userDrawn="1"/>
        </p:nvSpPr>
        <p:spPr>
          <a:xfrm>
            <a:off x="-9112" y="6498728"/>
            <a:ext cx="12192000" cy="38100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4BC20E5-49B7-4147-94E9-4A262ED7B5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40374" y="89398"/>
            <a:ext cx="12223262" cy="6812076"/>
          </a:xfrm>
          <a:prstGeom prst="rect">
            <a:avLst/>
          </a:prstGeom>
          <a:noFill/>
        </p:spPr>
      </p:pic>
      <p:sp>
        <p:nvSpPr>
          <p:cNvPr id="18" name="页脚占位符 2">
            <a:extLst>
              <a:ext uri="{FF2B5EF4-FFF2-40B4-BE49-F238E27FC236}">
                <a16:creationId xmlns:a16="http://schemas.microsoft.com/office/drawing/2014/main" id="{DD5CC485-10A5-4017-B826-CD560B9AE8AF}"/>
              </a:ext>
            </a:extLst>
          </p:cNvPr>
          <p:cNvSpPr txBox="1">
            <a:spLocks/>
          </p:cNvSpPr>
          <p:nvPr userDrawn="1"/>
        </p:nvSpPr>
        <p:spPr>
          <a:xfrm>
            <a:off x="4069915" y="6522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 </a:t>
            </a:r>
            <a:r>
              <a:rPr lang="zh-CN" altLang="en-US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cs typeface="Arial" panose="020B0604020202020204" pitchFamily="34" charset="0"/>
              </a:rPr>
              <a:t>实事求是 经世致用 </a:t>
            </a:r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</a:t>
            </a:r>
            <a:endParaRPr lang="zh-CN" altLang="en-US" spc="30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7" name="灯片编号占位符 5">
            <a:extLst>
              <a:ext uri="{FF2B5EF4-FFF2-40B4-BE49-F238E27FC236}">
                <a16:creationId xmlns:a16="http://schemas.microsoft.com/office/drawing/2014/main" id="{E1CE1AD5-CD8C-4DF0-B4F6-28A0DF5FEC2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760573" y="6512341"/>
            <a:ext cx="2743200" cy="365125"/>
          </a:xfrm>
        </p:spPr>
        <p:txBody>
          <a:bodyPr/>
          <a:lstStyle/>
          <a:p>
            <a:fld id="{31B76156-88C3-4342-990D-42328ACD652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Cross 48">
            <a:extLst>
              <a:ext uri="{FF2B5EF4-FFF2-40B4-BE49-F238E27FC236}">
                <a16:creationId xmlns:a16="http://schemas.microsoft.com/office/drawing/2014/main" id="{8FEDBA8C-2D83-4477-91DF-C7159A33122A}"/>
              </a:ext>
            </a:extLst>
          </p:cNvPr>
          <p:cNvSpPr/>
          <p:nvPr userDrawn="1"/>
        </p:nvSpPr>
        <p:spPr>
          <a:xfrm>
            <a:off x="8171664" y="2742700"/>
            <a:ext cx="622168" cy="622168"/>
          </a:xfrm>
          <a:prstGeom prst="plus">
            <a:avLst>
              <a:gd name="adj" fmla="val 42526"/>
            </a:avLst>
          </a:prstGeom>
          <a:solidFill>
            <a:schemeClr val="bg1">
              <a:lumMod val="95000"/>
              <a:alpha val="1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等线" panose="020F0502020204030204"/>
              <a:ea typeface="+mn-ea"/>
              <a:cs typeface="+mn-cs"/>
              <a:sym typeface="Arial"/>
            </a:endParaRPr>
          </a:p>
        </p:txBody>
      </p:sp>
      <p:pic>
        <p:nvPicPr>
          <p:cNvPr id="22" name="Picture" descr="Picture">
            <a:extLst>
              <a:ext uri="{FF2B5EF4-FFF2-40B4-BE49-F238E27FC236}">
                <a16:creationId xmlns:a16="http://schemas.microsoft.com/office/drawing/2014/main" id="{057D2822-8BD5-417D-A6B7-A7B9A482FB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</a:blip>
          <a:stretch>
            <a:fillRect/>
          </a:stretch>
        </p:blipFill>
        <p:spPr>
          <a:xfrm>
            <a:off x="4879325" y="3876401"/>
            <a:ext cx="906156" cy="34533"/>
          </a:xfrm>
          <a:prstGeom prst="rect">
            <a:avLst/>
          </a:prstGeom>
        </p:spPr>
      </p:pic>
      <p:sp>
        <p:nvSpPr>
          <p:cNvPr id="23" name="标题 18">
            <a:extLst>
              <a:ext uri="{FF2B5EF4-FFF2-40B4-BE49-F238E27FC236}">
                <a16:creationId xmlns:a16="http://schemas.microsoft.com/office/drawing/2014/main" id="{79BE3EDA-C9AA-4418-9486-99C1DC170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9325" y="2688983"/>
            <a:ext cx="5401881" cy="1059729"/>
          </a:xfrm>
        </p:spPr>
        <p:txBody>
          <a:bodyPr anchor="t" anchorCtr="0">
            <a:noAutofit/>
          </a:bodyPr>
          <a:lstStyle>
            <a:lvl1pPr>
              <a:defRPr sz="6000" b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8A9908D-E31A-49F1-9784-E85F1530DE2B}"/>
              </a:ext>
            </a:extLst>
          </p:cNvPr>
          <p:cNvSpPr/>
          <p:nvPr userDrawn="1"/>
        </p:nvSpPr>
        <p:spPr>
          <a:xfrm>
            <a:off x="710279" y="1988442"/>
            <a:ext cx="3213879" cy="324908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占位符 25">
            <a:extLst>
              <a:ext uri="{FF2B5EF4-FFF2-40B4-BE49-F238E27FC236}">
                <a16:creationId xmlns:a16="http://schemas.microsoft.com/office/drawing/2014/main" id="{EA13BDDE-607E-4F30-866D-4AB5937B68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0" y="1783938"/>
            <a:ext cx="4503175" cy="3929548"/>
          </a:xfrm>
        </p:spPr>
        <p:txBody>
          <a:bodyPr anchor="ctr" anchorCtr="1">
            <a:noAutofit/>
          </a:bodyPr>
          <a:lstStyle>
            <a:lvl1pPr marL="0" indent="0">
              <a:buFontTx/>
              <a:buNone/>
              <a:defRPr sz="199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3" name="Right Triangle 1">
            <a:extLst>
              <a:ext uri="{FF2B5EF4-FFF2-40B4-BE49-F238E27FC236}">
                <a16:creationId xmlns:a16="http://schemas.microsoft.com/office/drawing/2014/main" id="{1AD45456-A5E1-4EE5-AB4D-2617A29CC2E2}"/>
              </a:ext>
            </a:extLst>
          </p:cNvPr>
          <p:cNvSpPr/>
          <p:nvPr/>
        </p:nvSpPr>
        <p:spPr>
          <a:xfrm flipV="1">
            <a:off x="-14131" y="-18744"/>
            <a:ext cx="11404524" cy="761997"/>
          </a:xfrm>
          <a:custGeom>
            <a:avLst/>
            <a:gdLst>
              <a:gd name="connsiteX0" fmla="*/ 0 w 11176000"/>
              <a:gd name="connsiteY0" fmla="*/ 673100 h 673100"/>
              <a:gd name="connsiteX1" fmla="*/ 0 w 11176000"/>
              <a:gd name="connsiteY1" fmla="*/ 0 h 673100"/>
              <a:gd name="connsiteX2" fmla="*/ 11176000 w 11176000"/>
              <a:gd name="connsiteY2" fmla="*/ 673100 h 673100"/>
              <a:gd name="connsiteX3" fmla="*/ 0 w 11176000"/>
              <a:gd name="connsiteY3" fmla="*/ 673100 h 673100"/>
              <a:gd name="connsiteX0" fmla="*/ 0 w 11176000"/>
              <a:gd name="connsiteY0" fmla="*/ 689203 h 689203"/>
              <a:gd name="connsiteX1" fmla="*/ 0 w 11176000"/>
              <a:gd name="connsiteY1" fmla="*/ 16103 h 689203"/>
              <a:gd name="connsiteX2" fmla="*/ 11176000 w 11176000"/>
              <a:gd name="connsiteY2" fmla="*/ 689203 h 689203"/>
              <a:gd name="connsiteX3" fmla="*/ 0 w 11176000"/>
              <a:gd name="connsiteY3" fmla="*/ 689203 h 689203"/>
              <a:gd name="connsiteX0" fmla="*/ 0 w 11176000"/>
              <a:gd name="connsiteY0" fmla="*/ 685861 h 685861"/>
              <a:gd name="connsiteX1" fmla="*/ 0 w 11176000"/>
              <a:gd name="connsiteY1" fmla="*/ 12761 h 685861"/>
              <a:gd name="connsiteX2" fmla="*/ 11176000 w 11176000"/>
              <a:gd name="connsiteY2" fmla="*/ 685861 h 685861"/>
              <a:gd name="connsiteX3" fmla="*/ 0 w 11176000"/>
              <a:gd name="connsiteY3" fmla="*/ 685861 h 685861"/>
              <a:gd name="connsiteX0" fmla="*/ 0 w 11176000"/>
              <a:gd name="connsiteY0" fmla="*/ 548751 h 548751"/>
              <a:gd name="connsiteX1" fmla="*/ 12700 w 11176000"/>
              <a:gd name="connsiteY1" fmla="*/ 15351 h 548751"/>
              <a:gd name="connsiteX2" fmla="*/ 11176000 w 11176000"/>
              <a:gd name="connsiteY2" fmla="*/ 548751 h 548751"/>
              <a:gd name="connsiteX3" fmla="*/ 0 w 11176000"/>
              <a:gd name="connsiteY3" fmla="*/ 548751 h 548751"/>
              <a:gd name="connsiteX0" fmla="*/ 6350 w 11182350"/>
              <a:gd name="connsiteY0" fmla="*/ 548751 h 548751"/>
              <a:gd name="connsiteX1" fmla="*/ 0 w 11182350"/>
              <a:gd name="connsiteY1" fmla="*/ 15351 h 548751"/>
              <a:gd name="connsiteX2" fmla="*/ 11182350 w 11182350"/>
              <a:gd name="connsiteY2" fmla="*/ 548751 h 548751"/>
              <a:gd name="connsiteX3" fmla="*/ 6350 w 11182350"/>
              <a:gd name="connsiteY3" fmla="*/ 548751 h 548751"/>
              <a:gd name="connsiteX0" fmla="*/ 6350 w 11182350"/>
              <a:gd name="connsiteY0" fmla="*/ 754940 h 754940"/>
              <a:gd name="connsiteX1" fmla="*/ 0 w 11182350"/>
              <a:gd name="connsiteY1" fmla="*/ 221540 h 754940"/>
              <a:gd name="connsiteX2" fmla="*/ 11182350 w 11182350"/>
              <a:gd name="connsiteY2" fmla="*/ 754940 h 754940"/>
              <a:gd name="connsiteX3" fmla="*/ 6350 w 11182350"/>
              <a:gd name="connsiteY3" fmla="*/ 754940 h 754940"/>
              <a:gd name="connsiteX0" fmla="*/ 6350 w 11182350"/>
              <a:gd name="connsiteY0" fmla="*/ 1026426 h 1026426"/>
              <a:gd name="connsiteX1" fmla="*/ 0 w 11182350"/>
              <a:gd name="connsiteY1" fmla="*/ 187547 h 1026426"/>
              <a:gd name="connsiteX2" fmla="*/ 11182350 w 11182350"/>
              <a:gd name="connsiteY2" fmla="*/ 1026426 h 1026426"/>
              <a:gd name="connsiteX3" fmla="*/ 6350 w 11182350"/>
              <a:gd name="connsiteY3" fmla="*/ 1026426 h 1026426"/>
              <a:gd name="connsiteX0" fmla="*/ 625 w 11182856"/>
              <a:gd name="connsiteY0" fmla="*/ 1022184 h 1026427"/>
              <a:gd name="connsiteX1" fmla="*/ 506 w 11182856"/>
              <a:gd name="connsiteY1" fmla="*/ 187548 h 1026427"/>
              <a:gd name="connsiteX2" fmla="*/ 11182856 w 11182856"/>
              <a:gd name="connsiteY2" fmla="*/ 1026427 h 1026427"/>
              <a:gd name="connsiteX3" fmla="*/ 625 w 11182856"/>
              <a:gd name="connsiteY3" fmla="*/ 1022184 h 102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2856" h="1026427">
                <a:moveTo>
                  <a:pt x="625" y="1022184"/>
                </a:moveTo>
                <a:cubicBezTo>
                  <a:pt x="-1492" y="844384"/>
                  <a:pt x="2623" y="365348"/>
                  <a:pt x="506" y="187548"/>
                </a:cubicBezTo>
                <a:cubicBezTo>
                  <a:pt x="4945039" y="-515185"/>
                  <a:pt x="6936823" y="979860"/>
                  <a:pt x="11182856" y="1026427"/>
                </a:cubicBezTo>
                <a:lnTo>
                  <a:pt x="625" y="1022184"/>
                </a:lnTo>
                <a:close/>
              </a:path>
            </a:pathLst>
          </a:custGeom>
          <a:solidFill>
            <a:srgbClr val="D01212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9" name="Right Triangle 1">
            <a:extLst>
              <a:ext uri="{FF2B5EF4-FFF2-40B4-BE49-F238E27FC236}">
                <a16:creationId xmlns:a16="http://schemas.microsoft.com/office/drawing/2014/main" id="{211EE9BA-A90E-44C1-8EF7-8AB885DFAAFB}"/>
              </a:ext>
            </a:extLst>
          </p:cNvPr>
          <p:cNvSpPr/>
          <p:nvPr userDrawn="1"/>
        </p:nvSpPr>
        <p:spPr>
          <a:xfrm flipH="1" flipV="1">
            <a:off x="4421053" y="-5350"/>
            <a:ext cx="7770947" cy="622259"/>
          </a:xfrm>
          <a:custGeom>
            <a:avLst/>
            <a:gdLst>
              <a:gd name="connsiteX0" fmla="*/ 0 w 11176000"/>
              <a:gd name="connsiteY0" fmla="*/ 673100 h 673100"/>
              <a:gd name="connsiteX1" fmla="*/ 0 w 11176000"/>
              <a:gd name="connsiteY1" fmla="*/ 0 h 673100"/>
              <a:gd name="connsiteX2" fmla="*/ 11176000 w 11176000"/>
              <a:gd name="connsiteY2" fmla="*/ 673100 h 673100"/>
              <a:gd name="connsiteX3" fmla="*/ 0 w 11176000"/>
              <a:gd name="connsiteY3" fmla="*/ 673100 h 673100"/>
              <a:gd name="connsiteX0" fmla="*/ 0 w 11176000"/>
              <a:gd name="connsiteY0" fmla="*/ 689203 h 689203"/>
              <a:gd name="connsiteX1" fmla="*/ 0 w 11176000"/>
              <a:gd name="connsiteY1" fmla="*/ 16103 h 689203"/>
              <a:gd name="connsiteX2" fmla="*/ 11176000 w 11176000"/>
              <a:gd name="connsiteY2" fmla="*/ 689203 h 689203"/>
              <a:gd name="connsiteX3" fmla="*/ 0 w 11176000"/>
              <a:gd name="connsiteY3" fmla="*/ 689203 h 689203"/>
              <a:gd name="connsiteX0" fmla="*/ 0 w 11176000"/>
              <a:gd name="connsiteY0" fmla="*/ 685861 h 685861"/>
              <a:gd name="connsiteX1" fmla="*/ 0 w 11176000"/>
              <a:gd name="connsiteY1" fmla="*/ 12761 h 685861"/>
              <a:gd name="connsiteX2" fmla="*/ 11176000 w 11176000"/>
              <a:gd name="connsiteY2" fmla="*/ 685861 h 685861"/>
              <a:gd name="connsiteX3" fmla="*/ 0 w 11176000"/>
              <a:gd name="connsiteY3" fmla="*/ 685861 h 685861"/>
              <a:gd name="connsiteX0" fmla="*/ 0 w 11176000"/>
              <a:gd name="connsiteY0" fmla="*/ 548751 h 548751"/>
              <a:gd name="connsiteX1" fmla="*/ 12700 w 11176000"/>
              <a:gd name="connsiteY1" fmla="*/ 15351 h 548751"/>
              <a:gd name="connsiteX2" fmla="*/ 11176000 w 11176000"/>
              <a:gd name="connsiteY2" fmla="*/ 548751 h 548751"/>
              <a:gd name="connsiteX3" fmla="*/ 0 w 11176000"/>
              <a:gd name="connsiteY3" fmla="*/ 548751 h 548751"/>
              <a:gd name="connsiteX0" fmla="*/ 6350 w 11182350"/>
              <a:gd name="connsiteY0" fmla="*/ 548751 h 548751"/>
              <a:gd name="connsiteX1" fmla="*/ 0 w 11182350"/>
              <a:gd name="connsiteY1" fmla="*/ 15351 h 548751"/>
              <a:gd name="connsiteX2" fmla="*/ 11182350 w 11182350"/>
              <a:gd name="connsiteY2" fmla="*/ 548751 h 548751"/>
              <a:gd name="connsiteX3" fmla="*/ 6350 w 11182350"/>
              <a:gd name="connsiteY3" fmla="*/ 548751 h 548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2350" h="548751">
                <a:moveTo>
                  <a:pt x="6350" y="548751"/>
                </a:moveTo>
                <a:cubicBezTo>
                  <a:pt x="4233" y="370951"/>
                  <a:pt x="2117" y="193151"/>
                  <a:pt x="0" y="15351"/>
                </a:cubicBezTo>
                <a:cubicBezTo>
                  <a:pt x="4969933" y="-103182"/>
                  <a:pt x="6936317" y="502184"/>
                  <a:pt x="11182350" y="548751"/>
                </a:cubicBezTo>
                <a:lnTo>
                  <a:pt x="6350" y="548751"/>
                </a:lnTo>
                <a:close/>
              </a:path>
            </a:pathLst>
          </a:custGeom>
          <a:solidFill>
            <a:srgbClr val="D012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4" name="Picture 2" descr="宁波大学">
            <a:extLst>
              <a:ext uri="{FF2B5EF4-FFF2-40B4-BE49-F238E27FC236}">
                <a16:creationId xmlns:a16="http://schemas.microsoft.com/office/drawing/2014/main" id="{740DB1CA-C2E3-4AAC-9F1C-16296FA05C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180" y="-135308"/>
            <a:ext cx="1729432" cy="74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05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湖南大学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51282CA1-9022-4F58-A670-3AD1EC613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2000"/>
          </a:blip>
          <a:srcRect l="8616" r="86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940969F8-F980-43DE-8F13-DDB1974C11EE}"/>
              </a:ext>
            </a:extLst>
          </p:cNvPr>
          <p:cNvSpPr/>
          <p:nvPr userDrawn="1"/>
        </p:nvSpPr>
        <p:spPr>
          <a:xfrm>
            <a:off x="-9112" y="6498728"/>
            <a:ext cx="12192000" cy="381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65E30ABA-630F-4B84-BB7F-171F0D7F36CF}"/>
              </a:ext>
            </a:extLst>
          </p:cNvPr>
          <p:cNvSpPr txBox="1">
            <a:spLocks/>
          </p:cNvSpPr>
          <p:nvPr userDrawn="1"/>
        </p:nvSpPr>
        <p:spPr>
          <a:xfrm>
            <a:off x="8760573" y="65123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B76156-88C3-4342-990D-42328ACD652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F3ED44D-F18D-4888-BD33-1F75265F90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236" y="22962"/>
            <a:ext cx="1654482" cy="479926"/>
          </a:xfrm>
          <a:prstGeom prst="rect">
            <a:avLst/>
          </a:prstGeom>
        </p:spPr>
      </p:pic>
      <p:sp>
        <p:nvSpPr>
          <p:cNvPr id="29" name="Right Triangle 1">
            <a:extLst>
              <a:ext uri="{FF2B5EF4-FFF2-40B4-BE49-F238E27FC236}">
                <a16:creationId xmlns:a16="http://schemas.microsoft.com/office/drawing/2014/main" id="{B791FFC2-30E9-47B4-86AA-1C79348F4193}"/>
              </a:ext>
            </a:extLst>
          </p:cNvPr>
          <p:cNvSpPr/>
          <p:nvPr userDrawn="1"/>
        </p:nvSpPr>
        <p:spPr>
          <a:xfrm flipH="1" flipV="1">
            <a:off x="4421053" y="-48206"/>
            <a:ext cx="7770947" cy="622259"/>
          </a:xfrm>
          <a:custGeom>
            <a:avLst/>
            <a:gdLst>
              <a:gd name="connsiteX0" fmla="*/ 0 w 11176000"/>
              <a:gd name="connsiteY0" fmla="*/ 673100 h 673100"/>
              <a:gd name="connsiteX1" fmla="*/ 0 w 11176000"/>
              <a:gd name="connsiteY1" fmla="*/ 0 h 673100"/>
              <a:gd name="connsiteX2" fmla="*/ 11176000 w 11176000"/>
              <a:gd name="connsiteY2" fmla="*/ 673100 h 673100"/>
              <a:gd name="connsiteX3" fmla="*/ 0 w 11176000"/>
              <a:gd name="connsiteY3" fmla="*/ 673100 h 673100"/>
              <a:gd name="connsiteX0" fmla="*/ 0 w 11176000"/>
              <a:gd name="connsiteY0" fmla="*/ 689203 h 689203"/>
              <a:gd name="connsiteX1" fmla="*/ 0 w 11176000"/>
              <a:gd name="connsiteY1" fmla="*/ 16103 h 689203"/>
              <a:gd name="connsiteX2" fmla="*/ 11176000 w 11176000"/>
              <a:gd name="connsiteY2" fmla="*/ 689203 h 689203"/>
              <a:gd name="connsiteX3" fmla="*/ 0 w 11176000"/>
              <a:gd name="connsiteY3" fmla="*/ 689203 h 689203"/>
              <a:gd name="connsiteX0" fmla="*/ 0 w 11176000"/>
              <a:gd name="connsiteY0" fmla="*/ 685861 h 685861"/>
              <a:gd name="connsiteX1" fmla="*/ 0 w 11176000"/>
              <a:gd name="connsiteY1" fmla="*/ 12761 h 685861"/>
              <a:gd name="connsiteX2" fmla="*/ 11176000 w 11176000"/>
              <a:gd name="connsiteY2" fmla="*/ 685861 h 685861"/>
              <a:gd name="connsiteX3" fmla="*/ 0 w 11176000"/>
              <a:gd name="connsiteY3" fmla="*/ 685861 h 685861"/>
              <a:gd name="connsiteX0" fmla="*/ 0 w 11176000"/>
              <a:gd name="connsiteY0" fmla="*/ 548751 h 548751"/>
              <a:gd name="connsiteX1" fmla="*/ 12700 w 11176000"/>
              <a:gd name="connsiteY1" fmla="*/ 15351 h 548751"/>
              <a:gd name="connsiteX2" fmla="*/ 11176000 w 11176000"/>
              <a:gd name="connsiteY2" fmla="*/ 548751 h 548751"/>
              <a:gd name="connsiteX3" fmla="*/ 0 w 11176000"/>
              <a:gd name="connsiteY3" fmla="*/ 548751 h 548751"/>
              <a:gd name="connsiteX0" fmla="*/ 6350 w 11182350"/>
              <a:gd name="connsiteY0" fmla="*/ 548751 h 548751"/>
              <a:gd name="connsiteX1" fmla="*/ 0 w 11182350"/>
              <a:gd name="connsiteY1" fmla="*/ 15351 h 548751"/>
              <a:gd name="connsiteX2" fmla="*/ 11182350 w 11182350"/>
              <a:gd name="connsiteY2" fmla="*/ 548751 h 548751"/>
              <a:gd name="connsiteX3" fmla="*/ 6350 w 11182350"/>
              <a:gd name="connsiteY3" fmla="*/ 548751 h 548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2350" h="548751">
                <a:moveTo>
                  <a:pt x="6350" y="548751"/>
                </a:moveTo>
                <a:cubicBezTo>
                  <a:pt x="4233" y="370951"/>
                  <a:pt x="2117" y="193151"/>
                  <a:pt x="0" y="15351"/>
                </a:cubicBezTo>
                <a:cubicBezTo>
                  <a:pt x="4969933" y="-103182"/>
                  <a:pt x="6936317" y="502184"/>
                  <a:pt x="11182350" y="548751"/>
                </a:cubicBezTo>
                <a:lnTo>
                  <a:pt x="6350" y="548751"/>
                </a:lnTo>
                <a:close/>
              </a:path>
            </a:pathLst>
          </a:custGeom>
          <a:solidFill>
            <a:srgbClr val="D012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03CC6A-EFA6-421F-9674-D932B1A4329E}"/>
              </a:ext>
            </a:extLst>
          </p:cNvPr>
          <p:cNvSpPr/>
          <p:nvPr userDrawn="1"/>
        </p:nvSpPr>
        <p:spPr>
          <a:xfrm flipH="1">
            <a:off x="668541" y="405778"/>
            <a:ext cx="63536" cy="5636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8747F864-434C-4842-AB17-52D11B03B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06" y="24833"/>
            <a:ext cx="10515600" cy="132556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33" name="Picture" descr="Picture">
            <a:extLst>
              <a:ext uri="{FF2B5EF4-FFF2-40B4-BE49-F238E27FC236}">
                <a16:creationId xmlns:a16="http://schemas.microsoft.com/office/drawing/2014/main" id="{7DEA70A1-ADCA-40D7-8AB2-4F34D58821B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alphaModFix/>
          </a:blip>
          <a:stretch>
            <a:fillRect/>
          </a:stretch>
        </p:blipFill>
        <p:spPr>
          <a:xfrm>
            <a:off x="668541" y="1398602"/>
            <a:ext cx="10858500" cy="4721224"/>
          </a:xfrm>
          <a:prstGeom prst="rect">
            <a:avLst/>
          </a:prstGeom>
          <a:effectLst>
            <a:outerShdw blurRad="152400" dist="79726" dir="2700000" algn="ctr">
              <a:srgbClr val="000000">
                <a:alpha val="30000"/>
              </a:srgbClr>
            </a:outerShdw>
          </a:effectLst>
        </p:spPr>
      </p:pic>
      <p:sp>
        <p:nvSpPr>
          <p:cNvPr id="37" name="图片占位符 36">
            <a:extLst>
              <a:ext uri="{FF2B5EF4-FFF2-40B4-BE49-F238E27FC236}">
                <a16:creationId xmlns:a16="http://schemas.microsoft.com/office/drawing/2014/main" id="{76F2F235-A002-43AF-B8DA-6C782D273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14057" y="1779549"/>
            <a:ext cx="1844193" cy="1844193"/>
          </a:xfrm>
          <a:custGeom>
            <a:avLst/>
            <a:gdLst>
              <a:gd name="connsiteX0" fmla="*/ 822960 w 1645920"/>
              <a:gd name="connsiteY0" fmla="*/ 0 h 1645920"/>
              <a:gd name="connsiteX1" fmla="*/ 1645920 w 1645920"/>
              <a:gd name="connsiteY1" fmla="*/ 822960 h 1645920"/>
              <a:gd name="connsiteX2" fmla="*/ 822960 w 1645920"/>
              <a:gd name="connsiteY2" fmla="*/ 1645920 h 1645920"/>
              <a:gd name="connsiteX3" fmla="*/ 0 w 1645920"/>
              <a:gd name="connsiteY3" fmla="*/ 822960 h 1645920"/>
              <a:gd name="connsiteX4" fmla="*/ 822960 w 1645920"/>
              <a:gd name="connsiteY4" fmla="*/ 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5920" h="1645920">
                <a:moveTo>
                  <a:pt x="822960" y="0"/>
                </a:moveTo>
                <a:cubicBezTo>
                  <a:pt x="1277468" y="0"/>
                  <a:pt x="1645920" y="368452"/>
                  <a:pt x="1645920" y="822960"/>
                </a:cubicBezTo>
                <a:cubicBezTo>
                  <a:pt x="1645920" y="1277468"/>
                  <a:pt x="1277468" y="1645920"/>
                  <a:pt x="822960" y="1645920"/>
                </a:cubicBezTo>
                <a:cubicBezTo>
                  <a:pt x="368452" y="1645920"/>
                  <a:pt x="0" y="1277468"/>
                  <a:pt x="0" y="822960"/>
                </a:cubicBezTo>
                <a:cubicBezTo>
                  <a:pt x="0" y="368452"/>
                  <a:pt x="368452" y="0"/>
                  <a:pt x="8229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8" name="图片占位符 37">
            <a:extLst>
              <a:ext uri="{FF2B5EF4-FFF2-40B4-BE49-F238E27FC236}">
                <a16:creationId xmlns:a16="http://schemas.microsoft.com/office/drawing/2014/main" id="{266E254B-46B0-4FFA-A07A-A3D3213F2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5218" y="1779549"/>
            <a:ext cx="1844193" cy="1844193"/>
          </a:xfrm>
          <a:custGeom>
            <a:avLst/>
            <a:gdLst>
              <a:gd name="connsiteX0" fmla="*/ 822960 w 1645920"/>
              <a:gd name="connsiteY0" fmla="*/ 0 h 1645920"/>
              <a:gd name="connsiteX1" fmla="*/ 1645920 w 1645920"/>
              <a:gd name="connsiteY1" fmla="*/ 822960 h 1645920"/>
              <a:gd name="connsiteX2" fmla="*/ 822960 w 1645920"/>
              <a:gd name="connsiteY2" fmla="*/ 1645920 h 1645920"/>
              <a:gd name="connsiteX3" fmla="*/ 0 w 1645920"/>
              <a:gd name="connsiteY3" fmla="*/ 822960 h 1645920"/>
              <a:gd name="connsiteX4" fmla="*/ 822960 w 1645920"/>
              <a:gd name="connsiteY4" fmla="*/ 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5920" h="1645920">
                <a:moveTo>
                  <a:pt x="822960" y="0"/>
                </a:moveTo>
                <a:cubicBezTo>
                  <a:pt x="1277468" y="0"/>
                  <a:pt x="1645920" y="368452"/>
                  <a:pt x="1645920" y="822960"/>
                </a:cubicBezTo>
                <a:cubicBezTo>
                  <a:pt x="1645920" y="1277468"/>
                  <a:pt x="1277468" y="1645920"/>
                  <a:pt x="822960" y="1645920"/>
                </a:cubicBezTo>
                <a:cubicBezTo>
                  <a:pt x="368452" y="1645920"/>
                  <a:pt x="0" y="1277468"/>
                  <a:pt x="0" y="822960"/>
                </a:cubicBezTo>
                <a:cubicBezTo>
                  <a:pt x="0" y="368452"/>
                  <a:pt x="368452" y="0"/>
                  <a:pt x="8229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9" name="图片占位符 38">
            <a:extLst>
              <a:ext uri="{FF2B5EF4-FFF2-40B4-BE49-F238E27FC236}">
                <a16:creationId xmlns:a16="http://schemas.microsoft.com/office/drawing/2014/main" id="{44546D37-7A68-4C84-8B52-9405B756F0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6379" y="1779549"/>
            <a:ext cx="1844193" cy="1844193"/>
          </a:xfrm>
          <a:custGeom>
            <a:avLst/>
            <a:gdLst>
              <a:gd name="connsiteX0" fmla="*/ 822960 w 1645920"/>
              <a:gd name="connsiteY0" fmla="*/ 0 h 1645920"/>
              <a:gd name="connsiteX1" fmla="*/ 1645920 w 1645920"/>
              <a:gd name="connsiteY1" fmla="*/ 822960 h 1645920"/>
              <a:gd name="connsiteX2" fmla="*/ 822960 w 1645920"/>
              <a:gd name="connsiteY2" fmla="*/ 1645920 h 1645920"/>
              <a:gd name="connsiteX3" fmla="*/ 0 w 1645920"/>
              <a:gd name="connsiteY3" fmla="*/ 822960 h 1645920"/>
              <a:gd name="connsiteX4" fmla="*/ 822960 w 1645920"/>
              <a:gd name="connsiteY4" fmla="*/ 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5920" h="1645920">
                <a:moveTo>
                  <a:pt x="822960" y="0"/>
                </a:moveTo>
                <a:cubicBezTo>
                  <a:pt x="1277468" y="0"/>
                  <a:pt x="1645920" y="368452"/>
                  <a:pt x="1645920" y="822960"/>
                </a:cubicBezTo>
                <a:cubicBezTo>
                  <a:pt x="1645920" y="1277468"/>
                  <a:pt x="1277468" y="1645920"/>
                  <a:pt x="822960" y="1645920"/>
                </a:cubicBezTo>
                <a:cubicBezTo>
                  <a:pt x="368452" y="1645920"/>
                  <a:pt x="0" y="1277468"/>
                  <a:pt x="0" y="822960"/>
                </a:cubicBezTo>
                <a:cubicBezTo>
                  <a:pt x="0" y="368452"/>
                  <a:pt x="368452" y="0"/>
                  <a:pt x="8229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0" name="文本占位符 5">
            <a:extLst>
              <a:ext uri="{FF2B5EF4-FFF2-40B4-BE49-F238E27FC236}">
                <a16:creationId xmlns:a16="http://schemas.microsoft.com/office/drawing/2014/main" id="{6D2E335D-462E-4D95-972F-CC7E76BC3D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4057" y="4052895"/>
            <a:ext cx="2030936" cy="115026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41" name="文本占位符 5">
            <a:extLst>
              <a:ext uri="{FF2B5EF4-FFF2-40B4-BE49-F238E27FC236}">
                <a16:creationId xmlns:a16="http://schemas.microsoft.com/office/drawing/2014/main" id="{44955D03-6591-4D32-AA2F-F73970E4DF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05218" y="4052895"/>
            <a:ext cx="2030936" cy="115026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42" name="文本占位符 5">
            <a:extLst>
              <a:ext uri="{FF2B5EF4-FFF2-40B4-BE49-F238E27FC236}">
                <a16:creationId xmlns:a16="http://schemas.microsoft.com/office/drawing/2014/main" id="{1216E3E1-4471-4D9D-A151-530F1E81F3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96379" y="4052895"/>
            <a:ext cx="2030936" cy="115026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21" name="页脚占位符 2">
            <a:extLst>
              <a:ext uri="{FF2B5EF4-FFF2-40B4-BE49-F238E27FC236}">
                <a16:creationId xmlns:a16="http://schemas.microsoft.com/office/drawing/2014/main" id="{2C4E980C-BB78-4C27-B3B3-FC64C84D09EC}"/>
              </a:ext>
            </a:extLst>
          </p:cNvPr>
          <p:cNvSpPr txBox="1">
            <a:spLocks/>
          </p:cNvSpPr>
          <p:nvPr userDrawn="1"/>
        </p:nvSpPr>
        <p:spPr>
          <a:xfrm>
            <a:off x="4069915" y="6522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 </a:t>
            </a:r>
            <a:r>
              <a:rPr lang="zh-CN" altLang="en-US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cs typeface="Arial" panose="020B0604020202020204" pitchFamily="34" charset="0"/>
              </a:rPr>
              <a:t>实事求是 经世致用 </a:t>
            </a:r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</a:t>
            </a:r>
            <a:endParaRPr lang="zh-CN" altLang="en-US" spc="30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9" name="Picture 2" descr="宁波大学">
            <a:extLst>
              <a:ext uri="{FF2B5EF4-FFF2-40B4-BE49-F238E27FC236}">
                <a16:creationId xmlns:a16="http://schemas.microsoft.com/office/drawing/2014/main" id="{2795302E-92A5-4602-8981-8CA9A7D8D0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180" y="-135308"/>
            <a:ext cx="1729432" cy="74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3-湖南大学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51282CA1-9022-4F58-A670-3AD1EC613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2000"/>
          </a:blip>
          <a:srcRect l="8616" r="86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940969F8-F980-43DE-8F13-DDB1974C11EE}"/>
              </a:ext>
            </a:extLst>
          </p:cNvPr>
          <p:cNvSpPr/>
          <p:nvPr userDrawn="1"/>
        </p:nvSpPr>
        <p:spPr>
          <a:xfrm>
            <a:off x="-9112" y="6498728"/>
            <a:ext cx="12192000" cy="381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65E30ABA-630F-4B84-BB7F-171F0D7F36CF}"/>
              </a:ext>
            </a:extLst>
          </p:cNvPr>
          <p:cNvSpPr txBox="1">
            <a:spLocks/>
          </p:cNvSpPr>
          <p:nvPr userDrawn="1"/>
        </p:nvSpPr>
        <p:spPr>
          <a:xfrm>
            <a:off x="8760573" y="65123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B76156-88C3-4342-990D-42328ACD652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F3ED44D-F18D-4888-BD33-1F75265F90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236" y="22962"/>
            <a:ext cx="1654482" cy="479926"/>
          </a:xfrm>
          <a:prstGeom prst="rect">
            <a:avLst/>
          </a:prstGeom>
        </p:spPr>
      </p:pic>
      <p:sp>
        <p:nvSpPr>
          <p:cNvPr id="29" name="Right Triangle 1">
            <a:extLst>
              <a:ext uri="{FF2B5EF4-FFF2-40B4-BE49-F238E27FC236}">
                <a16:creationId xmlns:a16="http://schemas.microsoft.com/office/drawing/2014/main" id="{B791FFC2-30E9-47B4-86AA-1C79348F4193}"/>
              </a:ext>
            </a:extLst>
          </p:cNvPr>
          <p:cNvSpPr/>
          <p:nvPr userDrawn="1"/>
        </p:nvSpPr>
        <p:spPr>
          <a:xfrm flipH="1" flipV="1">
            <a:off x="4421053" y="-48206"/>
            <a:ext cx="7770947" cy="622259"/>
          </a:xfrm>
          <a:custGeom>
            <a:avLst/>
            <a:gdLst>
              <a:gd name="connsiteX0" fmla="*/ 0 w 11176000"/>
              <a:gd name="connsiteY0" fmla="*/ 673100 h 673100"/>
              <a:gd name="connsiteX1" fmla="*/ 0 w 11176000"/>
              <a:gd name="connsiteY1" fmla="*/ 0 h 673100"/>
              <a:gd name="connsiteX2" fmla="*/ 11176000 w 11176000"/>
              <a:gd name="connsiteY2" fmla="*/ 673100 h 673100"/>
              <a:gd name="connsiteX3" fmla="*/ 0 w 11176000"/>
              <a:gd name="connsiteY3" fmla="*/ 673100 h 673100"/>
              <a:gd name="connsiteX0" fmla="*/ 0 w 11176000"/>
              <a:gd name="connsiteY0" fmla="*/ 689203 h 689203"/>
              <a:gd name="connsiteX1" fmla="*/ 0 w 11176000"/>
              <a:gd name="connsiteY1" fmla="*/ 16103 h 689203"/>
              <a:gd name="connsiteX2" fmla="*/ 11176000 w 11176000"/>
              <a:gd name="connsiteY2" fmla="*/ 689203 h 689203"/>
              <a:gd name="connsiteX3" fmla="*/ 0 w 11176000"/>
              <a:gd name="connsiteY3" fmla="*/ 689203 h 689203"/>
              <a:gd name="connsiteX0" fmla="*/ 0 w 11176000"/>
              <a:gd name="connsiteY0" fmla="*/ 685861 h 685861"/>
              <a:gd name="connsiteX1" fmla="*/ 0 w 11176000"/>
              <a:gd name="connsiteY1" fmla="*/ 12761 h 685861"/>
              <a:gd name="connsiteX2" fmla="*/ 11176000 w 11176000"/>
              <a:gd name="connsiteY2" fmla="*/ 685861 h 685861"/>
              <a:gd name="connsiteX3" fmla="*/ 0 w 11176000"/>
              <a:gd name="connsiteY3" fmla="*/ 685861 h 685861"/>
              <a:gd name="connsiteX0" fmla="*/ 0 w 11176000"/>
              <a:gd name="connsiteY0" fmla="*/ 548751 h 548751"/>
              <a:gd name="connsiteX1" fmla="*/ 12700 w 11176000"/>
              <a:gd name="connsiteY1" fmla="*/ 15351 h 548751"/>
              <a:gd name="connsiteX2" fmla="*/ 11176000 w 11176000"/>
              <a:gd name="connsiteY2" fmla="*/ 548751 h 548751"/>
              <a:gd name="connsiteX3" fmla="*/ 0 w 11176000"/>
              <a:gd name="connsiteY3" fmla="*/ 548751 h 548751"/>
              <a:gd name="connsiteX0" fmla="*/ 6350 w 11182350"/>
              <a:gd name="connsiteY0" fmla="*/ 548751 h 548751"/>
              <a:gd name="connsiteX1" fmla="*/ 0 w 11182350"/>
              <a:gd name="connsiteY1" fmla="*/ 15351 h 548751"/>
              <a:gd name="connsiteX2" fmla="*/ 11182350 w 11182350"/>
              <a:gd name="connsiteY2" fmla="*/ 548751 h 548751"/>
              <a:gd name="connsiteX3" fmla="*/ 6350 w 11182350"/>
              <a:gd name="connsiteY3" fmla="*/ 548751 h 548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2350" h="548751">
                <a:moveTo>
                  <a:pt x="6350" y="548751"/>
                </a:moveTo>
                <a:cubicBezTo>
                  <a:pt x="4233" y="370951"/>
                  <a:pt x="2117" y="193151"/>
                  <a:pt x="0" y="15351"/>
                </a:cubicBezTo>
                <a:cubicBezTo>
                  <a:pt x="4969933" y="-103182"/>
                  <a:pt x="6936317" y="502184"/>
                  <a:pt x="11182350" y="548751"/>
                </a:cubicBezTo>
                <a:lnTo>
                  <a:pt x="6350" y="548751"/>
                </a:lnTo>
                <a:close/>
              </a:path>
            </a:pathLst>
          </a:custGeom>
          <a:solidFill>
            <a:srgbClr val="D012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03CC6A-EFA6-421F-9674-D932B1A4329E}"/>
              </a:ext>
            </a:extLst>
          </p:cNvPr>
          <p:cNvSpPr/>
          <p:nvPr userDrawn="1"/>
        </p:nvSpPr>
        <p:spPr>
          <a:xfrm flipH="1">
            <a:off x="668541" y="405778"/>
            <a:ext cx="63536" cy="5636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8747F864-434C-4842-AB17-52D11B03B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06" y="24833"/>
            <a:ext cx="10515600" cy="132556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33" name="Picture" descr="Picture">
            <a:extLst>
              <a:ext uri="{FF2B5EF4-FFF2-40B4-BE49-F238E27FC236}">
                <a16:creationId xmlns:a16="http://schemas.microsoft.com/office/drawing/2014/main" id="{7DEA70A1-ADCA-40D7-8AB2-4F34D58821B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alphaModFix/>
          </a:blip>
          <a:stretch>
            <a:fillRect/>
          </a:stretch>
        </p:blipFill>
        <p:spPr>
          <a:xfrm>
            <a:off x="668541" y="1398602"/>
            <a:ext cx="10858500" cy="4721224"/>
          </a:xfrm>
          <a:prstGeom prst="rect">
            <a:avLst/>
          </a:prstGeom>
          <a:effectLst>
            <a:outerShdw blurRad="152400" dist="79726" dir="2700000" algn="ctr">
              <a:srgbClr val="000000">
                <a:alpha val="30000"/>
              </a:srgbClr>
            </a:outerShdw>
          </a:effectLst>
        </p:spPr>
      </p:pic>
      <p:sp>
        <p:nvSpPr>
          <p:cNvPr id="37" name="图片占位符 36">
            <a:extLst>
              <a:ext uri="{FF2B5EF4-FFF2-40B4-BE49-F238E27FC236}">
                <a16:creationId xmlns:a16="http://schemas.microsoft.com/office/drawing/2014/main" id="{76F2F235-A002-43AF-B8DA-6C782D273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14057" y="1779549"/>
            <a:ext cx="1844193" cy="1844193"/>
          </a:xfrm>
          <a:custGeom>
            <a:avLst/>
            <a:gdLst>
              <a:gd name="connsiteX0" fmla="*/ 822960 w 1645920"/>
              <a:gd name="connsiteY0" fmla="*/ 0 h 1645920"/>
              <a:gd name="connsiteX1" fmla="*/ 1645920 w 1645920"/>
              <a:gd name="connsiteY1" fmla="*/ 822960 h 1645920"/>
              <a:gd name="connsiteX2" fmla="*/ 822960 w 1645920"/>
              <a:gd name="connsiteY2" fmla="*/ 1645920 h 1645920"/>
              <a:gd name="connsiteX3" fmla="*/ 0 w 1645920"/>
              <a:gd name="connsiteY3" fmla="*/ 822960 h 1645920"/>
              <a:gd name="connsiteX4" fmla="*/ 822960 w 1645920"/>
              <a:gd name="connsiteY4" fmla="*/ 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5920" h="1645920">
                <a:moveTo>
                  <a:pt x="822960" y="0"/>
                </a:moveTo>
                <a:cubicBezTo>
                  <a:pt x="1277468" y="0"/>
                  <a:pt x="1645920" y="368452"/>
                  <a:pt x="1645920" y="822960"/>
                </a:cubicBezTo>
                <a:cubicBezTo>
                  <a:pt x="1645920" y="1277468"/>
                  <a:pt x="1277468" y="1645920"/>
                  <a:pt x="822960" y="1645920"/>
                </a:cubicBezTo>
                <a:cubicBezTo>
                  <a:pt x="368452" y="1645920"/>
                  <a:pt x="0" y="1277468"/>
                  <a:pt x="0" y="822960"/>
                </a:cubicBezTo>
                <a:cubicBezTo>
                  <a:pt x="0" y="368452"/>
                  <a:pt x="368452" y="0"/>
                  <a:pt x="8229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8" name="图片占位符 37">
            <a:extLst>
              <a:ext uri="{FF2B5EF4-FFF2-40B4-BE49-F238E27FC236}">
                <a16:creationId xmlns:a16="http://schemas.microsoft.com/office/drawing/2014/main" id="{266E254B-46B0-4FFA-A07A-A3D3213F2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8478" y="1724464"/>
            <a:ext cx="1844193" cy="1844193"/>
          </a:xfrm>
          <a:custGeom>
            <a:avLst/>
            <a:gdLst>
              <a:gd name="connsiteX0" fmla="*/ 822960 w 1645920"/>
              <a:gd name="connsiteY0" fmla="*/ 0 h 1645920"/>
              <a:gd name="connsiteX1" fmla="*/ 1645920 w 1645920"/>
              <a:gd name="connsiteY1" fmla="*/ 822960 h 1645920"/>
              <a:gd name="connsiteX2" fmla="*/ 822960 w 1645920"/>
              <a:gd name="connsiteY2" fmla="*/ 1645920 h 1645920"/>
              <a:gd name="connsiteX3" fmla="*/ 0 w 1645920"/>
              <a:gd name="connsiteY3" fmla="*/ 822960 h 1645920"/>
              <a:gd name="connsiteX4" fmla="*/ 822960 w 1645920"/>
              <a:gd name="connsiteY4" fmla="*/ 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5920" h="1645920">
                <a:moveTo>
                  <a:pt x="822960" y="0"/>
                </a:moveTo>
                <a:cubicBezTo>
                  <a:pt x="1277468" y="0"/>
                  <a:pt x="1645920" y="368452"/>
                  <a:pt x="1645920" y="822960"/>
                </a:cubicBezTo>
                <a:cubicBezTo>
                  <a:pt x="1645920" y="1277468"/>
                  <a:pt x="1277468" y="1645920"/>
                  <a:pt x="822960" y="1645920"/>
                </a:cubicBezTo>
                <a:cubicBezTo>
                  <a:pt x="368452" y="1645920"/>
                  <a:pt x="0" y="1277468"/>
                  <a:pt x="0" y="822960"/>
                </a:cubicBezTo>
                <a:cubicBezTo>
                  <a:pt x="0" y="368452"/>
                  <a:pt x="368452" y="0"/>
                  <a:pt x="8229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9" name="图片占位符 38">
            <a:extLst>
              <a:ext uri="{FF2B5EF4-FFF2-40B4-BE49-F238E27FC236}">
                <a16:creationId xmlns:a16="http://schemas.microsoft.com/office/drawing/2014/main" id="{44546D37-7A68-4C84-8B52-9405B756F0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6379" y="1779549"/>
            <a:ext cx="1844193" cy="1844193"/>
          </a:xfrm>
          <a:custGeom>
            <a:avLst/>
            <a:gdLst>
              <a:gd name="connsiteX0" fmla="*/ 822960 w 1645920"/>
              <a:gd name="connsiteY0" fmla="*/ 0 h 1645920"/>
              <a:gd name="connsiteX1" fmla="*/ 1645920 w 1645920"/>
              <a:gd name="connsiteY1" fmla="*/ 822960 h 1645920"/>
              <a:gd name="connsiteX2" fmla="*/ 822960 w 1645920"/>
              <a:gd name="connsiteY2" fmla="*/ 1645920 h 1645920"/>
              <a:gd name="connsiteX3" fmla="*/ 0 w 1645920"/>
              <a:gd name="connsiteY3" fmla="*/ 822960 h 1645920"/>
              <a:gd name="connsiteX4" fmla="*/ 822960 w 1645920"/>
              <a:gd name="connsiteY4" fmla="*/ 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5920" h="1645920">
                <a:moveTo>
                  <a:pt x="822960" y="0"/>
                </a:moveTo>
                <a:cubicBezTo>
                  <a:pt x="1277468" y="0"/>
                  <a:pt x="1645920" y="368452"/>
                  <a:pt x="1645920" y="822960"/>
                </a:cubicBezTo>
                <a:cubicBezTo>
                  <a:pt x="1645920" y="1277468"/>
                  <a:pt x="1277468" y="1645920"/>
                  <a:pt x="822960" y="1645920"/>
                </a:cubicBezTo>
                <a:cubicBezTo>
                  <a:pt x="368452" y="1645920"/>
                  <a:pt x="0" y="1277468"/>
                  <a:pt x="0" y="822960"/>
                </a:cubicBezTo>
                <a:cubicBezTo>
                  <a:pt x="0" y="368452"/>
                  <a:pt x="368452" y="0"/>
                  <a:pt x="8229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0" name="文本占位符 5">
            <a:extLst>
              <a:ext uri="{FF2B5EF4-FFF2-40B4-BE49-F238E27FC236}">
                <a16:creationId xmlns:a16="http://schemas.microsoft.com/office/drawing/2014/main" id="{6D2E335D-462E-4D95-972F-CC7E76BC3D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4057" y="4052895"/>
            <a:ext cx="2030936" cy="115026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41" name="文本占位符 5">
            <a:extLst>
              <a:ext uri="{FF2B5EF4-FFF2-40B4-BE49-F238E27FC236}">
                <a16:creationId xmlns:a16="http://schemas.microsoft.com/office/drawing/2014/main" id="{44955D03-6591-4D32-AA2F-F73970E4DF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18478" y="3997810"/>
            <a:ext cx="2030936" cy="115026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42" name="文本占位符 5">
            <a:extLst>
              <a:ext uri="{FF2B5EF4-FFF2-40B4-BE49-F238E27FC236}">
                <a16:creationId xmlns:a16="http://schemas.microsoft.com/office/drawing/2014/main" id="{1216E3E1-4471-4D9D-A151-530F1E81F3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96379" y="4052895"/>
            <a:ext cx="2030936" cy="115026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19" name="图片占位符 18">
            <a:extLst>
              <a:ext uri="{FF2B5EF4-FFF2-40B4-BE49-F238E27FC236}">
                <a16:creationId xmlns:a16="http://schemas.microsoft.com/office/drawing/2014/main" id="{F2A045B2-6EFD-40C8-92B5-7F73BC6B3A4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91958" y="1746681"/>
            <a:ext cx="1844193" cy="1844193"/>
          </a:xfrm>
          <a:custGeom>
            <a:avLst/>
            <a:gdLst>
              <a:gd name="connsiteX0" fmla="*/ 822960 w 1645920"/>
              <a:gd name="connsiteY0" fmla="*/ 0 h 1645920"/>
              <a:gd name="connsiteX1" fmla="*/ 1645920 w 1645920"/>
              <a:gd name="connsiteY1" fmla="*/ 822960 h 1645920"/>
              <a:gd name="connsiteX2" fmla="*/ 822960 w 1645920"/>
              <a:gd name="connsiteY2" fmla="*/ 1645920 h 1645920"/>
              <a:gd name="connsiteX3" fmla="*/ 0 w 1645920"/>
              <a:gd name="connsiteY3" fmla="*/ 822960 h 1645920"/>
              <a:gd name="connsiteX4" fmla="*/ 822960 w 1645920"/>
              <a:gd name="connsiteY4" fmla="*/ 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5920" h="1645920">
                <a:moveTo>
                  <a:pt x="822960" y="0"/>
                </a:moveTo>
                <a:cubicBezTo>
                  <a:pt x="1277468" y="0"/>
                  <a:pt x="1645920" y="368452"/>
                  <a:pt x="1645920" y="822960"/>
                </a:cubicBezTo>
                <a:cubicBezTo>
                  <a:pt x="1645920" y="1277468"/>
                  <a:pt x="1277468" y="1645920"/>
                  <a:pt x="822960" y="1645920"/>
                </a:cubicBezTo>
                <a:cubicBezTo>
                  <a:pt x="368452" y="1645920"/>
                  <a:pt x="0" y="1277468"/>
                  <a:pt x="0" y="822960"/>
                </a:cubicBezTo>
                <a:cubicBezTo>
                  <a:pt x="0" y="368452"/>
                  <a:pt x="368452" y="0"/>
                  <a:pt x="8229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文本占位符 5">
            <a:extLst>
              <a:ext uri="{FF2B5EF4-FFF2-40B4-BE49-F238E27FC236}">
                <a16:creationId xmlns:a16="http://schemas.microsoft.com/office/drawing/2014/main" id="{A0851956-5EB4-4F19-B856-6887FE5F0B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1958" y="4020027"/>
            <a:ext cx="2030936" cy="115026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22" name="页脚占位符 2">
            <a:extLst>
              <a:ext uri="{FF2B5EF4-FFF2-40B4-BE49-F238E27FC236}">
                <a16:creationId xmlns:a16="http://schemas.microsoft.com/office/drawing/2014/main" id="{23E2ED9C-3FBB-4CFC-B426-0127FB7609E4}"/>
              </a:ext>
            </a:extLst>
          </p:cNvPr>
          <p:cNvSpPr txBox="1">
            <a:spLocks/>
          </p:cNvSpPr>
          <p:nvPr userDrawn="1"/>
        </p:nvSpPr>
        <p:spPr>
          <a:xfrm>
            <a:off x="4069915" y="6522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 </a:t>
            </a:r>
            <a:r>
              <a:rPr lang="zh-CN" altLang="en-US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cs typeface="Arial" panose="020B0604020202020204" pitchFamily="34" charset="0"/>
              </a:rPr>
              <a:t>实事求是 经世致用 </a:t>
            </a:r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</a:t>
            </a:r>
            <a:endParaRPr lang="zh-CN" altLang="en-US" spc="30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3" name="Picture 2" descr="宁波大学">
            <a:extLst>
              <a:ext uri="{FF2B5EF4-FFF2-40B4-BE49-F238E27FC236}">
                <a16:creationId xmlns:a16="http://schemas.microsoft.com/office/drawing/2014/main" id="{E55BEE67-6A1F-4E69-BD6C-FD81465BD2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180" y="-135308"/>
            <a:ext cx="1729432" cy="74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464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转场-湖南大学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51282CA1-9022-4F58-A670-3AD1EC613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2000"/>
          </a:blip>
          <a:srcRect l="8616" r="8616"/>
          <a:stretch/>
        </p:blipFill>
        <p:spPr>
          <a:xfrm>
            <a:off x="-9112" y="-24833"/>
            <a:ext cx="12192000" cy="6858000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940969F8-F980-43DE-8F13-DDB1974C11EE}"/>
              </a:ext>
            </a:extLst>
          </p:cNvPr>
          <p:cNvSpPr/>
          <p:nvPr userDrawn="1"/>
        </p:nvSpPr>
        <p:spPr>
          <a:xfrm>
            <a:off x="-9112" y="6498728"/>
            <a:ext cx="12192000" cy="381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65E30ABA-630F-4B84-BB7F-171F0D7F36CF}"/>
              </a:ext>
            </a:extLst>
          </p:cNvPr>
          <p:cNvSpPr txBox="1">
            <a:spLocks/>
          </p:cNvSpPr>
          <p:nvPr userDrawn="1"/>
        </p:nvSpPr>
        <p:spPr>
          <a:xfrm>
            <a:off x="8760573" y="65123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B76156-88C3-4342-990D-42328ACD652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F3ED44D-F18D-4888-BD33-1F75265F90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236" y="22962"/>
            <a:ext cx="1654482" cy="479926"/>
          </a:xfrm>
          <a:prstGeom prst="rect">
            <a:avLst/>
          </a:prstGeom>
        </p:spPr>
      </p:pic>
      <p:sp>
        <p:nvSpPr>
          <p:cNvPr id="29" name="Right Triangle 1">
            <a:extLst>
              <a:ext uri="{FF2B5EF4-FFF2-40B4-BE49-F238E27FC236}">
                <a16:creationId xmlns:a16="http://schemas.microsoft.com/office/drawing/2014/main" id="{B791FFC2-30E9-47B4-86AA-1C79348F4193}"/>
              </a:ext>
            </a:extLst>
          </p:cNvPr>
          <p:cNvSpPr/>
          <p:nvPr userDrawn="1"/>
        </p:nvSpPr>
        <p:spPr>
          <a:xfrm flipH="1" flipV="1">
            <a:off x="4421053" y="-48206"/>
            <a:ext cx="7770947" cy="622259"/>
          </a:xfrm>
          <a:custGeom>
            <a:avLst/>
            <a:gdLst>
              <a:gd name="connsiteX0" fmla="*/ 0 w 11176000"/>
              <a:gd name="connsiteY0" fmla="*/ 673100 h 673100"/>
              <a:gd name="connsiteX1" fmla="*/ 0 w 11176000"/>
              <a:gd name="connsiteY1" fmla="*/ 0 h 673100"/>
              <a:gd name="connsiteX2" fmla="*/ 11176000 w 11176000"/>
              <a:gd name="connsiteY2" fmla="*/ 673100 h 673100"/>
              <a:gd name="connsiteX3" fmla="*/ 0 w 11176000"/>
              <a:gd name="connsiteY3" fmla="*/ 673100 h 673100"/>
              <a:gd name="connsiteX0" fmla="*/ 0 w 11176000"/>
              <a:gd name="connsiteY0" fmla="*/ 689203 h 689203"/>
              <a:gd name="connsiteX1" fmla="*/ 0 w 11176000"/>
              <a:gd name="connsiteY1" fmla="*/ 16103 h 689203"/>
              <a:gd name="connsiteX2" fmla="*/ 11176000 w 11176000"/>
              <a:gd name="connsiteY2" fmla="*/ 689203 h 689203"/>
              <a:gd name="connsiteX3" fmla="*/ 0 w 11176000"/>
              <a:gd name="connsiteY3" fmla="*/ 689203 h 689203"/>
              <a:gd name="connsiteX0" fmla="*/ 0 w 11176000"/>
              <a:gd name="connsiteY0" fmla="*/ 685861 h 685861"/>
              <a:gd name="connsiteX1" fmla="*/ 0 w 11176000"/>
              <a:gd name="connsiteY1" fmla="*/ 12761 h 685861"/>
              <a:gd name="connsiteX2" fmla="*/ 11176000 w 11176000"/>
              <a:gd name="connsiteY2" fmla="*/ 685861 h 685861"/>
              <a:gd name="connsiteX3" fmla="*/ 0 w 11176000"/>
              <a:gd name="connsiteY3" fmla="*/ 685861 h 685861"/>
              <a:gd name="connsiteX0" fmla="*/ 0 w 11176000"/>
              <a:gd name="connsiteY0" fmla="*/ 548751 h 548751"/>
              <a:gd name="connsiteX1" fmla="*/ 12700 w 11176000"/>
              <a:gd name="connsiteY1" fmla="*/ 15351 h 548751"/>
              <a:gd name="connsiteX2" fmla="*/ 11176000 w 11176000"/>
              <a:gd name="connsiteY2" fmla="*/ 548751 h 548751"/>
              <a:gd name="connsiteX3" fmla="*/ 0 w 11176000"/>
              <a:gd name="connsiteY3" fmla="*/ 548751 h 548751"/>
              <a:gd name="connsiteX0" fmla="*/ 6350 w 11182350"/>
              <a:gd name="connsiteY0" fmla="*/ 548751 h 548751"/>
              <a:gd name="connsiteX1" fmla="*/ 0 w 11182350"/>
              <a:gd name="connsiteY1" fmla="*/ 15351 h 548751"/>
              <a:gd name="connsiteX2" fmla="*/ 11182350 w 11182350"/>
              <a:gd name="connsiteY2" fmla="*/ 548751 h 548751"/>
              <a:gd name="connsiteX3" fmla="*/ 6350 w 11182350"/>
              <a:gd name="connsiteY3" fmla="*/ 548751 h 548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2350" h="548751">
                <a:moveTo>
                  <a:pt x="6350" y="548751"/>
                </a:moveTo>
                <a:cubicBezTo>
                  <a:pt x="4233" y="370951"/>
                  <a:pt x="2117" y="193151"/>
                  <a:pt x="0" y="15351"/>
                </a:cubicBezTo>
                <a:cubicBezTo>
                  <a:pt x="4969933" y="-103182"/>
                  <a:pt x="6936317" y="502184"/>
                  <a:pt x="11182350" y="548751"/>
                </a:cubicBezTo>
                <a:lnTo>
                  <a:pt x="6350" y="548751"/>
                </a:lnTo>
                <a:close/>
              </a:path>
            </a:pathLst>
          </a:custGeom>
          <a:solidFill>
            <a:srgbClr val="D012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03CC6A-EFA6-421F-9674-D932B1A4329E}"/>
              </a:ext>
            </a:extLst>
          </p:cNvPr>
          <p:cNvSpPr/>
          <p:nvPr userDrawn="1"/>
        </p:nvSpPr>
        <p:spPr>
          <a:xfrm flipH="1">
            <a:off x="668541" y="405778"/>
            <a:ext cx="63536" cy="5636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8747F864-434C-4842-AB17-52D11B03B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06" y="24833"/>
            <a:ext cx="10515600" cy="132556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33" name="Picture" descr="Picture">
            <a:extLst>
              <a:ext uri="{FF2B5EF4-FFF2-40B4-BE49-F238E27FC236}">
                <a16:creationId xmlns:a16="http://schemas.microsoft.com/office/drawing/2014/main" id="{7DEA70A1-ADCA-40D7-8AB2-4F34D58821B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alphaModFix/>
          </a:blip>
          <a:stretch>
            <a:fillRect/>
          </a:stretch>
        </p:blipFill>
        <p:spPr>
          <a:xfrm>
            <a:off x="668541" y="1398602"/>
            <a:ext cx="10858500" cy="4721224"/>
          </a:xfrm>
          <a:prstGeom prst="rect">
            <a:avLst/>
          </a:prstGeom>
          <a:effectLst>
            <a:outerShdw blurRad="152400" dist="79726" dir="2700000" algn="ctr">
              <a:srgbClr val="000000">
                <a:alpha val="30000"/>
              </a:srgbClr>
            </a:outerShdw>
          </a:effectLst>
        </p:spPr>
      </p:pic>
      <p:sp>
        <p:nvSpPr>
          <p:cNvPr id="41" name="文本占位符 5">
            <a:extLst>
              <a:ext uri="{FF2B5EF4-FFF2-40B4-BE49-F238E27FC236}">
                <a16:creationId xmlns:a16="http://schemas.microsoft.com/office/drawing/2014/main" id="{44955D03-6591-4D32-AA2F-F73970E4DF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32756" y="4653055"/>
            <a:ext cx="2030936" cy="60120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64FF1B5-1613-45A2-810D-545322E58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6930" y="1755393"/>
            <a:ext cx="2036762" cy="25971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3" name="图片占位符 2">
            <a:extLst>
              <a:ext uri="{FF2B5EF4-FFF2-40B4-BE49-F238E27FC236}">
                <a16:creationId xmlns:a16="http://schemas.microsoft.com/office/drawing/2014/main" id="{E6967981-D2B5-4740-8A59-9E814569D11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52567" y="1755393"/>
            <a:ext cx="2036762" cy="25971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4" name="图片占位符 2">
            <a:extLst>
              <a:ext uri="{FF2B5EF4-FFF2-40B4-BE49-F238E27FC236}">
                <a16:creationId xmlns:a16="http://schemas.microsoft.com/office/drawing/2014/main" id="{4DA93EA3-E3BB-4219-8DB8-0F849BF18EF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78204" y="1755393"/>
            <a:ext cx="2036762" cy="25971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2">
            <a:extLst>
              <a:ext uri="{FF2B5EF4-FFF2-40B4-BE49-F238E27FC236}">
                <a16:creationId xmlns:a16="http://schemas.microsoft.com/office/drawing/2014/main" id="{769C4E34-511A-496D-B96B-68646FAD26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703841" y="1755393"/>
            <a:ext cx="2036762" cy="25971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8" name="文本占位符 5">
            <a:extLst>
              <a:ext uri="{FF2B5EF4-FFF2-40B4-BE49-F238E27FC236}">
                <a16:creationId xmlns:a16="http://schemas.microsoft.com/office/drawing/2014/main" id="{05CDC98E-E03D-4253-8F28-D8896D5C88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58393" y="4653055"/>
            <a:ext cx="2030936" cy="60120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461D1223-EDE9-40A2-8E0C-7C5F9ABA13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84030" y="4653055"/>
            <a:ext cx="2030936" cy="60120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</a:p>
        </p:txBody>
      </p:sp>
      <p:sp>
        <p:nvSpPr>
          <p:cNvPr id="35" name="文本占位符 5">
            <a:extLst>
              <a:ext uri="{FF2B5EF4-FFF2-40B4-BE49-F238E27FC236}">
                <a16:creationId xmlns:a16="http://schemas.microsoft.com/office/drawing/2014/main" id="{4FCE4988-1104-43A3-B87A-E8F535CB4E6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28308" y="4653055"/>
            <a:ext cx="2030936" cy="60120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</a:p>
        </p:txBody>
      </p:sp>
      <p:sp>
        <p:nvSpPr>
          <p:cNvPr id="21" name="页脚占位符 2">
            <a:extLst>
              <a:ext uri="{FF2B5EF4-FFF2-40B4-BE49-F238E27FC236}">
                <a16:creationId xmlns:a16="http://schemas.microsoft.com/office/drawing/2014/main" id="{AE6FCBCF-A2EF-42D9-B967-8F169B95D865}"/>
              </a:ext>
            </a:extLst>
          </p:cNvPr>
          <p:cNvSpPr txBox="1">
            <a:spLocks/>
          </p:cNvSpPr>
          <p:nvPr userDrawn="1"/>
        </p:nvSpPr>
        <p:spPr>
          <a:xfrm>
            <a:off x="4069915" y="6522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 </a:t>
            </a:r>
            <a:r>
              <a:rPr lang="zh-CN" altLang="en-US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cs typeface="Arial" panose="020B0604020202020204" pitchFamily="34" charset="0"/>
              </a:rPr>
              <a:t>实事求是 经世致用 </a:t>
            </a:r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</a:t>
            </a:r>
            <a:endParaRPr lang="zh-CN" altLang="en-US" spc="30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2" name="Picture 2" descr="宁波大学">
            <a:extLst>
              <a:ext uri="{FF2B5EF4-FFF2-40B4-BE49-F238E27FC236}">
                <a16:creationId xmlns:a16="http://schemas.microsoft.com/office/drawing/2014/main" id="{69EBC562-7668-47E2-92CD-6CA04C6F00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180" y="-135308"/>
            <a:ext cx="1729432" cy="74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08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-湖南大学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51282CA1-9022-4F58-A670-3AD1EC613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2000"/>
          </a:blip>
          <a:srcRect l="8616" r="86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940969F8-F980-43DE-8F13-DDB1974C11EE}"/>
              </a:ext>
            </a:extLst>
          </p:cNvPr>
          <p:cNvSpPr/>
          <p:nvPr userDrawn="1"/>
        </p:nvSpPr>
        <p:spPr>
          <a:xfrm>
            <a:off x="-9112" y="6498728"/>
            <a:ext cx="12192000" cy="381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65E30ABA-630F-4B84-BB7F-171F0D7F36CF}"/>
              </a:ext>
            </a:extLst>
          </p:cNvPr>
          <p:cNvSpPr txBox="1">
            <a:spLocks/>
          </p:cNvSpPr>
          <p:nvPr userDrawn="1"/>
        </p:nvSpPr>
        <p:spPr>
          <a:xfrm>
            <a:off x="8760573" y="65123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B76156-88C3-4342-990D-42328ACD652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8910F8EB-6647-4403-BFE3-C27C78D4EE1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26506" y="24833"/>
            <a:ext cx="10515600" cy="132556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F921E-0506-454B-8E04-0DED1FCF3B0A}"/>
              </a:ext>
            </a:extLst>
          </p:cNvPr>
          <p:cNvSpPr/>
          <p:nvPr userDrawn="1"/>
        </p:nvSpPr>
        <p:spPr>
          <a:xfrm flipH="1">
            <a:off x="668541" y="405778"/>
            <a:ext cx="63536" cy="5636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ight Triangle 1">
            <a:extLst>
              <a:ext uri="{FF2B5EF4-FFF2-40B4-BE49-F238E27FC236}">
                <a16:creationId xmlns:a16="http://schemas.microsoft.com/office/drawing/2014/main" id="{9AD2ADCB-1936-428D-9AFE-6AB764026870}"/>
              </a:ext>
            </a:extLst>
          </p:cNvPr>
          <p:cNvSpPr/>
          <p:nvPr/>
        </p:nvSpPr>
        <p:spPr>
          <a:xfrm flipH="1" flipV="1">
            <a:off x="4421053" y="-48206"/>
            <a:ext cx="7770947" cy="622259"/>
          </a:xfrm>
          <a:custGeom>
            <a:avLst/>
            <a:gdLst>
              <a:gd name="connsiteX0" fmla="*/ 0 w 11176000"/>
              <a:gd name="connsiteY0" fmla="*/ 673100 h 673100"/>
              <a:gd name="connsiteX1" fmla="*/ 0 w 11176000"/>
              <a:gd name="connsiteY1" fmla="*/ 0 h 673100"/>
              <a:gd name="connsiteX2" fmla="*/ 11176000 w 11176000"/>
              <a:gd name="connsiteY2" fmla="*/ 673100 h 673100"/>
              <a:gd name="connsiteX3" fmla="*/ 0 w 11176000"/>
              <a:gd name="connsiteY3" fmla="*/ 673100 h 673100"/>
              <a:gd name="connsiteX0" fmla="*/ 0 w 11176000"/>
              <a:gd name="connsiteY0" fmla="*/ 689203 h 689203"/>
              <a:gd name="connsiteX1" fmla="*/ 0 w 11176000"/>
              <a:gd name="connsiteY1" fmla="*/ 16103 h 689203"/>
              <a:gd name="connsiteX2" fmla="*/ 11176000 w 11176000"/>
              <a:gd name="connsiteY2" fmla="*/ 689203 h 689203"/>
              <a:gd name="connsiteX3" fmla="*/ 0 w 11176000"/>
              <a:gd name="connsiteY3" fmla="*/ 689203 h 689203"/>
              <a:gd name="connsiteX0" fmla="*/ 0 w 11176000"/>
              <a:gd name="connsiteY0" fmla="*/ 685861 h 685861"/>
              <a:gd name="connsiteX1" fmla="*/ 0 w 11176000"/>
              <a:gd name="connsiteY1" fmla="*/ 12761 h 685861"/>
              <a:gd name="connsiteX2" fmla="*/ 11176000 w 11176000"/>
              <a:gd name="connsiteY2" fmla="*/ 685861 h 685861"/>
              <a:gd name="connsiteX3" fmla="*/ 0 w 11176000"/>
              <a:gd name="connsiteY3" fmla="*/ 685861 h 685861"/>
              <a:gd name="connsiteX0" fmla="*/ 0 w 11176000"/>
              <a:gd name="connsiteY0" fmla="*/ 548751 h 548751"/>
              <a:gd name="connsiteX1" fmla="*/ 12700 w 11176000"/>
              <a:gd name="connsiteY1" fmla="*/ 15351 h 548751"/>
              <a:gd name="connsiteX2" fmla="*/ 11176000 w 11176000"/>
              <a:gd name="connsiteY2" fmla="*/ 548751 h 548751"/>
              <a:gd name="connsiteX3" fmla="*/ 0 w 11176000"/>
              <a:gd name="connsiteY3" fmla="*/ 548751 h 548751"/>
              <a:gd name="connsiteX0" fmla="*/ 6350 w 11182350"/>
              <a:gd name="connsiteY0" fmla="*/ 548751 h 548751"/>
              <a:gd name="connsiteX1" fmla="*/ 0 w 11182350"/>
              <a:gd name="connsiteY1" fmla="*/ 15351 h 548751"/>
              <a:gd name="connsiteX2" fmla="*/ 11182350 w 11182350"/>
              <a:gd name="connsiteY2" fmla="*/ 548751 h 548751"/>
              <a:gd name="connsiteX3" fmla="*/ 6350 w 11182350"/>
              <a:gd name="connsiteY3" fmla="*/ 548751 h 548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2350" h="548751">
                <a:moveTo>
                  <a:pt x="6350" y="548751"/>
                </a:moveTo>
                <a:cubicBezTo>
                  <a:pt x="4233" y="370951"/>
                  <a:pt x="2117" y="193151"/>
                  <a:pt x="0" y="15351"/>
                </a:cubicBezTo>
                <a:cubicBezTo>
                  <a:pt x="4969933" y="-103182"/>
                  <a:pt x="6936317" y="502184"/>
                  <a:pt x="11182350" y="548751"/>
                </a:cubicBezTo>
                <a:lnTo>
                  <a:pt x="6350" y="548751"/>
                </a:lnTo>
                <a:close/>
              </a:path>
            </a:pathLst>
          </a:custGeom>
          <a:solidFill>
            <a:srgbClr val="D012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28" name="Picture" descr="Picture">
            <a:extLst>
              <a:ext uri="{FF2B5EF4-FFF2-40B4-BE49-F238E27FC236}">
                <a16:creationId xmlns:a16="http://schemas.microsoft.com/office/drawing/2014/main" id="{39237EF9-6262-4C53-937C-AFE133C6F5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</a:blip>
          <a:stretch>
            <a:fillRect/>
          </a:stretch>
        </p:blipFill>
        <p:spPr>
          <a:xfrm>
            <a:off x="426964" y="1374404"/>
            <a:ext cx="11319848" cy="4921816"/>
          </a:xfrm>
          <a:prstGeom prst="rect">
            <a:avLst/>
          </a:prstGeom>
          <a:effectLst>
            <a:outerShdw blurRad="152400" dist="79726" dir="2700000" algn="ctr">
              <a:srgbClr val="000000">
                <a:alpha val="30000"/>
              </a:srgbClr>
            </a:outerShdw>
          </a:effectLst>
        </p:spPr>
      </p:pic>
      <p:sp>
        <p:nvSpPr>
          <p:cNvPr id="12" name="页脚占位符 2">
            <a:extLst>
              <a:ext uri="{FF2B5EF4-FFF2-40B4-BE49-F238E27FC236}">
                <a16:creationId xmlns:a16="http://schemas.microsoft.com/office/drawing/2014/main" id="{AC97F536-9424-4CE8-BD34-52340D19B705}"/>
              </a:ext>
            </a:extLst>
          </p:cNvPr>
          <p:cNvSpPr txBox="1">
            <a:spLocks/>
          </p:cNvSpPr>
          <p:nvPr userDrawn="1"/>
        </p:nvSpPr>
        <p:spPr>
          <a:xfrm>
            <a:off x="4069915" y="6522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 </a:t>
            </a:r>
            <a:r>
              <a:rPr lang="zh-CN" altLang="en-US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cs typeface="Arial" panose="020B0604020202020204" pitchFamily="34" charset="0"/>
              </a:rPr>
              <a:t>实事求是 经世致用 </a:t>
            </a:r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</a:t>
            </a:r>
            <a:endParaRPr lang="zh-CN" altLang="en-US" spc="30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3" name="Picture 2" descr="宁波大学">
            <a:extLst>
              <a:ext uri="{FF2B5EF4-FFF2-40B4-BE49-F238E27FC236}">
                <a16:creationId xmlns:a16="http://schemas.microsoft.com/office/drawing/2014/main" id="{3CBBC93B-EDD4-4065-BEAD-691CD1E12B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180" y="-135308"/>
            <a:ext cx="1729432" cy="74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48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横长图三段式-湖南大学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51282CA1-9022-4F58-A670-3AD1EC613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2000"/>
          </a:blip>
          <a:srcRect l="8616" r="86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940969F8-F980-43DE-8F13-DDB1974C11EE}"/>
              </a:ext>
            </a:extLst>
          </p:cNvPr>
          <p:cNvSpPr/>
          <p:nvPr userDrawn="1"/>
        </p:nvSpPr>
        <p:spPr>
          <a:xfrm>
            <a:off x="-9112" y="6498728"/>
            <a:ext cx="12192000" cy="381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页脚占位符 2">
            <a:extLst>
              <a:ext uri="{FF2B5EF4-FFF2-40B4-BE49-F238E27FC236}">
                <a16:creationId xmlns:a16="http://schemas.microsoft.com/office/drawing/2014/main" id="{66B36100-037D-4A1A-BCF0-50A7E6D296FE}"/>
              </a:ext>
            </a:extLst>
          </p:cNvPr>
          <p:cNvSpPr txBox="1">
            <a:spLocks/>
          </p:cNvSpPr>
          <p:nvPr userDrawn="1"/>
        </p:nvSpPr>
        <p:spPr>
          <a:xfrm>
            <a:off x="4069915" y="6522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 </a:t>
            </a:r>
            <a:r>
              <a:rPr lang="zh-CN" altLang="en-US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cs typeface="Arial" panose="020B0604020202020204" pitchFamily="34" charset="0"/>
              </a:rPr>
              <a:t>实事求是 敢为人先 </a:t>
            </a:r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</a:t>
            </a:r>
            <a:endParaRPr lang="zh-CN" altLang="en-US" spc="30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65E30ABA-630F-4B84-BB7F-171F0D7F36CF}"/>
              </a:ext>
            </a:extLst>
          </p:cNvPr>
          <p:cNvSpPr txBox="1">
            <a:spLocks/>
          </p:cNvSpPr>
          <p:nvPr userDrawn="1"/>
        </p:nvSpPr>
        <p:spPr>
          <a:xfrm>
            <a:off x="8760573" y="65123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B76156-88C3-4342-990D-42328ACD652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4" name="Right Triangle 1">
            <a:extLst>
              <a:ext uri="{FF2B5EF4-FFF2-40B4-BE49-F238E27FC236}">
                <a16:creationId xmlns:a16="http://schemas.microsoft.com/office/drawing/2014/main" id="{9AD2ADCB-1936-428D-9AFE-6AB764026870}"/>
              </a:ext>
            </a:extLst>
          </p:cNvPr>
          <p:cNvSpPr/>
          <p:nvPr/>
        </p:nvSpPr>
        <p:spPr>
          <a:xfrm flipH="1" flipV="1">
            <a:off x="4421053" y="-48206"/>
            <a:ext cx="7770947" cy="622259"/>
          </a:xfrm>
          <a:custGeom>
            <a:avLst/>
            <a:gdLst>
              <a:gd name="connsiteX0" fmla="*/ 0 w 11176000"/>
              <a:gd name="connsiteY0" fmla="*/ 673100 h 673100"/>
              <a:gd name="connsiteX1" fmla="*/ 0 w 11176000"/>
              <a:gd name="connsiteY1" fmla="*/ 0 h 673100"/>
              <a:gd name="connsiteX2" fmla="*/ 11176000 w 11176000"/>
              <a:gd name="connsiteY2" fmla="*/ 673100 h 673100"/>
              <a:gd name="connsiteX3" fmla="*/ 0 w 11176000"/>
              <a:gd name="connsiteY3" fmla="*/ 673100 h 673100"/>
              <a:gd name="connsiteX0" fmla="*/ 0 w 11176000"/>
              <a:gd name="connsiteY0" fmla="*/ 689203 h 689203"/>
              <a:gd name="connsiteX1" fmla="*/ 0 w 11176000"/>
              <a:gd name="connsiteY1" fmla="*/ 16103 h 689203"/>
              <a:gd name="connsiteX2" fmla="*/ 11176000 w 11176000"/>
              <a:gd name="connsiteY2" fmla="*/ 689203 h 689203"/>
              <a:gd name="connsiteX3" fmla="*/ 0 w 11176000"/>
              <a:gd name="connsiteY3" fmla="*/ 689203 h 689203"/>
              <a:gd name="connsiteX0" fmla="*/ 0 w 11176000"/>
              <a:gd name="connsiteY0" fmla="*/ 685861 h 685861"/>
              <a:gd name="connsiteX1" fmla="*/ 0 w 11176000"/>
              <a:gd name="connsiteY1" fmla="*/ 12761 h 685861"/>
              <a:gd name="connsiteX2" fmla="*/ 11176000 w 11176000"/>
              <a:gd name="connsiteY2" fmla="*/ 685861 h 685861"/>
              <a:gd name="connsiteX3" fmla="*/ 0 w 11176000"/>
              <a:gd name="connsiteY3" fmla="*/ 685861 h 685861"/>
              <a:gd name="connsiteX0" fmla="*/ 0 w 11176000"/>
              <a:gd name="connsiteY0" fmla="*/ 548751 h 548751"/>
              <a:gd name="connsiteX1" fmla="*/ 12700 w 11176000"/>
              <a:gd name="connsiteY1" fmla="*/ 15351 h 548751"/>
              <a:gd name="connsiteX2" fmla="*/ 11176000 w 11176000"/>
              <a:gd name="connsiteY2" fmla="*/ 548751 h 548751"/>
              <a:gd name="connsiteX3" fmla="*/ 0 w 11176000"/>
              <a:gd name="connsiteY3" fmla="*/ 548751 h 548751"/>
              <a:gd name="connsiteX0" fmla="*/ 6350 w 11182350"/>
              <a:gd name="connsiteY0" fmla="*/ 548751 h 548751"/>
              <a:gd name="connsiteX1" fmla="*/ 0 w 11182350"/>
              <a:gd name="connsiteY1" fmla="*/ 15351 h 548751"/>
              <a:gd name="connsiteX2" fmla="*/ 11182350 w 11182350"/>
              <a:gd name="connsiteY2" fmla="*/ 548751 h 548751"/>
              <a:gd name="connsiteX3" fmla="*/ 6350 w 11182350"/>
              <a:gd name="connsiteY3" fmla="*/ 548751 h 548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2350" h="548751">
                <a:moveTo>
                  <a:pt x="6350" y="548751"/>
                </a:moveTo>
                <a:cubicBezTo>
                  <a:pt x="4233" y="370951"/>
                  <a:pt x="2117" y="193151"/>
                  <a:pt x="0" y="15351"/>
                </a:cubicBezTo>
                <a:cubicBezTo>
                  <a:pt x="4969933" y="-103182"/>
                  <a:pt x="6936317" y="502184"/>
                  <a:pt x="11182350" y="548751"/>
                </a:cubicBezTo>
                <a:lnTo>
                  <a:pt x="6350" y="548751"/>
                </a:lnTo>
                <a:close/>
              </a:path>
            </a:pathLst>
          </a:custGeom>
          <a:solidFill>
            <a:srgbClr val="D012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8910F8EB-6647-4403-BFE3-C27C78D4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06" y="24833"/>
            <a:ext cx="10515600" cy="132556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F921E-0506-454B-8E04-0DED1FCF3B0A}"/>
              </a:ext>
            </a:extLst>
          </p:cNvPr>
          <p:cNvSpPr/>
          <p:nvPr/>
        </p:nvSpPr>
        <p:spPr>
          <a:xfrm flipH="1">
            <a:off x="668541" y="405778"/>
            <a:ext cx="63536" cy="5636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Picture" descr="Picture">
            <a:extLst>
              <a:ext uri="{FF2B5EF4-FFF2-40B4-BE49-F238E27FC236}">
                <a16:creationId xmlns:a16="http://schemas.microsoft.com/office/drawing/2014/main" id="{44AFB586-859B-463F-8E90-ACBC7BE021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</a:blip>
          <a:stretch>
            <a:fillRect/>
          </a:stretch>
        </p:blipFill>
        <p:spPr>
          <a:xfrm>
            <a:off x="668541" y="1387656"/>
            <a:ext cx="10858500" cy="4721224"/>
          </a:xfrm>
          <a:prstGeom prst="rect">
            <a:avLst/>
          </a:prstGeom>
          <a:effectLst>
            <a:outerShdw blurRad="152400" dist="79726" dir="2700000" algn="ctr">
              <a:srgbClr val="000000">
                <a:alpha val="30000"/>
              </a:srgbClr>
            </a:outerShdw>
          </a:effectLst>
        </p:spPr>
      </p:pic>
      <p:sp>
        <p:nvSpPr>
          <p:cNvPr id="13" name="íṧḷiḑê">
            <a:extLst>
              <a:ext uri="{FF2B5EF4-FFF2-40B4-BE49-F238E27FC236}">
                <a16:creationId xmlns:a16="http://schemas.microsoft.com/office/drawing/2014/main" id="{E14B7AEB-B6C2-46E4-B47D-193857B16F11}"/>
              </a:ext>
            </a:extLst>
          </p:cNvPr>
          <p:cNvSpPr/>
          <p:nvPr/>
        </p:nvSpPr>
        <p:spPr>
          <a:xfrm>
            <a:off x="688308" y="3819730"/>
            <a:ext cx="10845800" cy="468411"/>
          </a:xfrm>
          <a:prstGeom prst="rect">
            <a:avLst/>
          </a:prstGeom>
          <a:solidFill>
            <a:srgbClr val="C00000">
              <a:alpha val="6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DE4A86D-6DD9-46CD-8D65-B93D5650F7D5}"/>
              </a:ext>
            </a:extLst>
          </p:cNvPr>
          <p:cNvCxnSpPr>
            <a:cxnSpLocks/>
          </p:cNvCxnSpPr>
          <p:nvPr/>
        </p:nvCxnSpPr>
        <p:spPr>
          <a:xfrm>
            <a:off x="8143817" y="3819730"/>
            <a:ext cx="0" cy="2314370"/>
          </a:xfrm>
          <a:prstGeom prst="line">
            <a:avLst/>
          </a:prstGeom>
          <a:noFill/>
          <a:ln w="3175" cap="rnd" cmpd="sng" algn="ctr">
            <a:solidFill>
              <a:schemeClr val="bg1">
                <a:lumMod val="85000"/>
              </a:schemeClr>
            </a:solidFill>
            <a:prstDash val="solid"/>
            <a:round/>
          </a:ln>
          <a:effectLst/>
        </p:spPr>
      </p:cxn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AFF23B53-DCB5-4992-AA00-2438B9883F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6314" y="1398602"/>
            <a:ext cx="10815384" cy="2387966"/>
          </a:xfrm>
        </p:spPr>
        <p:txBody>
          <a:bodyPr/>
          <a:lstStyle/>
          <a:p>
            <a:endParaRPr lang="zh-CN" altLang="en-US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7BB67CE-63A7-4964-AAA1-020921CDCC4C}"/>
              </a:ext>
            </a:extLst>
          </p:cNvPr>
          <p:cNvCxnSpPr>
            <a:cxnSpLocks/>
          </p:cNvCxnSpPr>
          <p:nvPr userDrawn="1"/>
        </p:nvCxnSpPr>
        <p:spPr>
          <a:xfrm>
            <a:off x="4069915" y="3819730"/>
            <a:ext cx="0" cy="2314370"/>
          </a:xfrm>
          <a:prstGeom prst="line">
            <a:avLst/>
          </a:prstGeom>
          <a:noFill/>
          <a:ln w="3175" cap="rnd" cmpd="sng" algn="ctr">
            <a:solidFill>
              <a:schemeClr val="bg1">
                <a:lumMod val="85000"/>
              </a:schemeClr>
            </a:solidFill>
            <a:prstDash val="solid"/>
            <a:round/>
          </a:ln>
          <a:effectLst/>
        </p:spPr>
      </p:cxnSp>
      <p:sp>
        <p:nvSpPr>
          <p:cNvPr id="44" name="文本占位符 5">
            <a:extLst>
              <a:ext uri="{FF2B5EF4-FFF2-40B4-BE49-F238E27FC236}">
                <a16:creationId xmlns:a16="http://schemas.microsoft.com/office/drawing/2014/main" id="{1A1956FF-3786-4395-B2FC-B0B2089CDB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60505" y="3846207"/>
            <a:ext cx="1443504" cy="3884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</a:p>
        </p:txBody>
      </p:sp>
      <p:sp>
        <p:nvSpPr>
          <p:cNvPr id="45" name="文本占位符 5">
            <a:extLst>
              <a:ext uri="{FF2B5EF4-FFF2-40B4-BE49-F238E27FC236}">
                <a16:creationId xmlns:a16="http://schemas.microsoft.com/office/drawing/2014/main" id="{50737E98-08C3-4788-8C00-E92A8AE350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49980" y="3869894"/>
            <a:ext cx="1443504" cy="3884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</a:p>
        </p:txBody>
      </p:sp>
      <p:sp>
        <p:nvSpPr>
          <p:cNvPr id="46" name="文本占位符 5">
            <a:extLst>
              <a:ext uri="{FF2B5EF4-FFF2-40B4-BE49-F238E27FC236}">
                <a16:creationId xmlns:a16="http://schemas.microsoft.com/office/drawing/2014/main" id="{1C5CB03F-37AD-43F8-8E73-FFC4D02FE5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94151" y="3856887"/>
            <a:ext cx="1443504" cy="3884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</a:p>
        </p:txBody>
      </p:sp>
      <p:sp>
        <p:nvSpPr>
          <p:cNvPr id="47" name="文本占位符 5">
            <a:extLst>
              <a:ext uri="{FF2B5EF4-FFF2-40B4-BE49-F238E27FC236}">
                <a16:creationId xmlns:a16="http://schemas.microsoft.com/office/drawing/2014/main" id="{F1646065-25E2-4D9D-ACAA-531D066A5B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1438" y="4572420"/>
            <a:ext cx="3057190" cy="154740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</a:p>
        </p:txBody>
      </p:sp>
      <p:sp>
        <p:nvSpPr>
          <p:cNvPr id="48" name="文本占位符 5">
            <a:extLst>
              <a:ext uri="{FF2B5EF4-FFF2-40B4-BE49-F238E27FC236}">
                <a16:creationId xmlns:a16="http://schemas.microsoft.com/office/drawing/2014/main" id="{F17F8B91-0D8F-4260-AD7F-0BFB84F639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31382" y="4586692"/>
            <a:ext cx="3057190" cy="156002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</a:p>
        </p:txBody>
      </p:sp>
      <p:sp>
        <p:nvSpPr>
          <p:cNvPr id="50" name="文本占位符 5">
            <a:extLst>
              <a:ext uri="{FF2B5EF4-FFF2-40B4-BE49-F238E27FC236}">
                <a16:creationId xmlns:a16="http://schemas.microsoft.com/office/drawing/2014/main" id="{B49AAD74-7B97-44DB-AE79-A4FA79B60E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10766" y="4572420"/>
            <a:ext cx="3104636" cy="154740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</a:p>
        </p:txBody>
      </p:sp>
      <p:pic>
        <p:nvPicPr>
          <p:cNvPr id="23" name="Picture 2" descr="宁波大学">
            <a:extLst>
              <a:ext uri="{FF2B5EF4-FFF2-40B4-BE49-F238E27FC236}">
                <a16:creationId xmlns:a16="http://schemas.microsoft.com/office/drawing/2014/main" id="{EBBB332A-1FFF-4E62-8204-100A71087B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180" y="-135308"/>
            <a:ext cx="1729432" cy="74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56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图多段式-湖南大学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51282CA1-9022-4F58-A670-3AD1EC613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2000"/>
          </a:blip>
          <a:srcRect l="8616" r="86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940969F8-F980-43DE-8F13-DDB1974C11EE}"/>
              </a:ext>
            </a:extLst>
          </p:cNvPr>
          <p:cNvSpPr/>
          <p:nvPr userDrawn="1"/>
        </p:nvSpPr>
        <p:spPr>
          <a:xfrm>
            <a:off x="-9112" y="6498728"/>
            <a:ext cx="12192000" cy="381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65E30ABA-630F-4B84-BB7F-171F0D7F36CF}"/>
              </a:ext>
            </a:extLst>
          </p:cNvPr>
          <p:cNvSpPr txBox="1">
            <a:spLocks/>
          </p:cNvSpPr>
          <p:nvPr userDrawn="1"/>
        </p:nvSpPr>
        <p:spPr>
          <a:xfrm>
            <a:off x="8760573" y="65123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B76156-88C3-4342-990D-42328ACD652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8910F8EB-6647-4403-BFE3-C27C78D4EE1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26506" y="24833"/>
            <a:ext cx="10515600" cy="132556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F921E-0506-454B-8E04-0DED1FCF3B0A}"/>
              </a:ext>
            </a:extLst>
          </p:cNvPr>
          <p:cNvSpPr/>
          <p:nvPr userDrawn="1"/>
        </p:nvSpPr>
        <p:spPr>
          <a:xfrm flipH="1">
            <a:off x="668541" y="405778"/>
            <a:ext cx="63536" cy="5636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ight Triangle 1">
            <a:extLst>
              <a:ext uri="{FF2B5EF4-FFF2-40B4-BE49-F238E27FC236}">
                <a16:creationId xmlns:a16="http://schemas.microsoft.com/office/drawing/2014/main" id="{9AD2ADCB-1936-428D-9AFE-6AB764026870}"/>
              </a:ext>
            </a:extLst>
          </p:cNvPr>
          <p:cNvSpPr/>
          <p:nvPr/>
        </p:nvSpPr>
        <p:spPr>
          <a:xfrm flipH="1" flipV="1">
            <a:off x="4421053" y="-48206"/>
            <a:ext cx="7770947" cy="622259"/>
          </a:xfrm>
          <a:custGeom>
            <a:avLst/>
            <a:gdLst>
              <a:gd name="connsiteX0" fmla="*/ 0 w 11176000"/>
              <a:gd name="connsiteY0" fmla="*/ 673100 h 673100"/>
              <a:gd name="connsiteX1" fmla="*/ 0 w 11176000"/>
              <a:gd name="connsiteY1" fmla="*/ 0 h 673100"/>
              <a:gd name="connsiteX2" fmla="*/ 11176000 w 11176000"/>
              <a:gd name="connsiteY2" fmla="*/ 673100 h 673100"/>
              <a:gd name="connsiteX3" fmla="*/ 0 w 11176000"/>
              <a:gd name="connsiteY3" fmla="*/ 673100 h 673100"/>
              <a:gd name="connsiteX0" fmla="*/ 0 w 11176000"/>
              <a:gd name="connsiteY0" fmla="*/ 689203 h 689203"/>
              <a:gd name="connsiteX1" fmla="*/ 0 w 11176000"/>
              <a:gd name="connsiteY1" fmla="*/ 16103 h 689203"/>
              <a:gd name="connsiteX2" fmla="*/ 11176000 w 11176000"/>
              <a:gd name="connsiteY2" fmla="*/ 689203 h 689203"/>
              <a:gd name="connsiteX3" fmla="*/ 0 w 11176000"/>
              <a:gd name="connsiteY3" fmla="*/ 689203 h 689203"/>
              <a:gd name="connsiteX0" fmla="*/ 0 w 11176000"/>
              <a:gd name="connsiteY0" fmla="*/ 685861 h 685861"/>
              <a:gd name="connsiteX1" fmla="*/ 0 w 11176000"/>
              <a:gd name="connsiteY1" fmla="*/ 12761 h 685861"/>
              <a:gd name="connsiteX2" fmla="*/ 11176000 w 11176000"/>
              <a:gd name="connsiteY2" fmla="*/ 685861 h 685861"/>
              <a:gd name="connsiteX3" fmla="*/ 0 w 11176000"/>
              <a:gd name="connsiteY3" fmla="*/ 685861 h 685861"/>
              <a:gd name="connsiteX0" fmla="*/ 0 w 11176000"/>
              <a:gd name="connsiteY0" fmla="*/ 548751 h 548751"/>
              <a:gd name="connsiteX1" fmla="*/ 12700 w 11176000"/>
              <a:gd name="connsiteY1" fmla="*/ 15351 h 548751"/>
              <a:gd name="connsiteX2" fmla="*/ 11176000 w 11176000"/>
              <a:gd name="connsiteY2" fmla="*/ 548751 h 548751"/>
              <a:gd name="connsiteX3" fmla="*/ 0 w 11176000"/>
              <a:gd name="connsiteY3" fmla="*/ 548751 h 548751"/>
              <a:gd name="connsiteX0" fmla="*/ 6350 w 11182350"/>
              <a:gd name="connsiteY0" fmla="*/ 548751 h 548751"/>
              <a:gd name="connsiteX1" fmla="*/ 0 w 11182350"/>
              <a:gd name="connsiteY1" fmla="*/ 15351 h 548751"/>
              <a:gd name="connsiteX2" fmla="*/ 11182350 w 11182350"/>
              <a:gd name="connsiteY2" fmla="*/ 548751 h 548751"/>
              <a:gd name="connsiteX3" fmla="*/ 6350 w 11182350"/>
              <a:gd name="connsiteY3" fmla="*/ 548751 h 548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2350" h="548751">
                <a:moveTo>
                  <a:pt x="6350" y="548751"/>
                </a:moveTo>
                <a:cubicBezTo>
                  <a:pt x="4233" y="370951"/>
                  <a:pt x="2117" y="193151"/>
                  <a:pt x="0" y="15351"/>
                </a:cubicBezTo>
                <a:cubicBezTo>
                  <a:pt x="4969933" y="-103182"/>
                  <a:pt x="6936317" y="502184"/>
                  <a:pt x="11182350" y="548751"/>
                </a:cubicBezTo>
                <a:lnTo>
                  <a:pt x="6350" y="548751"/>
                </a:lnTo>
                <a:close/>
              </a:path>
            </a:pathLst>
          </a:custGeom>
          <a:solidFill>
            <a:srgbClr val="D012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28" name="Picture" descr="Picture">
            <a:extLst>
              <a:ext uri="{FF2B5EF4-FFF2-40B4-BE49-F238E27FC236}">
                <a16:creationId xmlns:a16="http://schemas.microsoft.com/office/drawing/2014/main" id="{39237EF9-6262-4C53-937C-AFE133C6F5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</a:blip>
          <a:stretch>
            <a:fillRect/>
          </a:stretch>
        </p:blipFill>
        <p:spPr>
          <a:xfrm>
            <a:off x="660400" y="1373476"/>
            <a:ext cx="10858500" cy="4721224"/>
          </a:xfrm>
          <a:prstGeom prst="rect">
            <a:avLst/>
          </a:prstGeom>
          <a:effectLst>
            <a:outerShdw blurRad="152400" dist="79726" dir="2700000" algn="ctr">
              <a:srgbClr val="000000">
                <a:alpha val="30000"/>
              </a:srgbClr>
            </a:outerShdw>
          </a:effectLst>
        </p:spPr>
      </p:pic>
      <p:sp>
        <p:nvSpPr>
          <p:cNvPr id="4" name="图片占位符 3">
            <a:extLst>
              <a:ext uri="{FF2B5EF4-FFF2-40B4-BE49-F238E27FC236}">
                <a16:creationId xmlns:a16="http://schemas.microsoft.com/office/drawing/2014/main" id="{D19494EB-700C-41BF-852F-1B3B2C5F05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8338" y="1373188"/>
            <a:ext cx="5427662" cy="4721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文本占位符 5">
            <a:extLst>
              <a:ext uri="{FF2B5EF4-FFF2-40B4-BE49-F238E27FC236}">
                <a16:creationId xmlns:a16="http://schemas.microsoft.com/office/drawing/2014/main" id="{E47F5B0E-C1DD-4F1E-BD78-499FA7B2BE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84622" y="1731214"/>
            <a:ext cx="4457484" cy="3953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14" name="文本占位符 5">
            <a:extLst>
              <a:ext uri="{FF2B5EF4-FFF2-40B4-BE49-F238E27FC236}">
                <a16:creationId xmlns:a16="http://schemas.microsoft.com/office/drawing/2014/main" id="{4780B8C4-9A4C-4A92-935B-1CF30B3738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84622" y="2539269"/>
            <a:ext cx="4457484" cy="3953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15" name="文本占位符 5">
            <a:extLst>
              <a:ext uri="{FF2B5EF4-FFF2-40B4-BE49-F238E27FC236}">
                <a16:creationId xmlns:a16="http://schemas.microsoft.com/office/drawing/2014/main" id="{2EAC27F6-7567-4240-B2A7-F2F161C093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84622" y="3347324"/>
            <a:ext cx="4457484" cy="3953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20" name="文本占位符 5">
            <a:extLst>
              <a:ext uri="{FF2B5EF4-FFF2-40B4-BE49-F238E27FC236}">
                <a16:creationId xmlns:a16="http://schemas.microsoft.com/office/drawing/2014/main" id="{BE09D2A4-A687-47B8-82A7-C12BD17A10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84622" y="4155379"/>
            <a:ext cx="4457484" cy="3953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21" name="文本占位符 5">
            <a:extLst>
              <a:ext uri="{FF2B5EF4-FFF2-40B4-BE49-F238E27FC236}">
                <a16:creationId xmlns:a16="http://schemas.microsoft.com/office/drawing/2014/main" id="{56FBE600-9E8C-46C9-8000-6328366169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84622" y="4914459"/>
            <a:ext cx="4457484" cy="3953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23" name="页脚占位符 2">
            <a:extLst>
              <a:ext uri="{FF2B5EF4-FFF2-40B4-BE49-F238E27FC236}">
                <a16:creationId xmlns:a16="http://schemas.microsoft.com/office/drawing/2014/main" id="{DE8FE486-E14E-43D6-A037-84F2D63784BB}"/>
              </a:ext>
            </a:extLst>
          </p:cNvPr>
          <p:cNvSpPr txBox="1">
            <a:spLocks/>
          </p:cNvSpPr>
          <p:nvPr userDrawn="1"/>
        </p:nvSpPr>
        <p:spPr>
          <a:xfrm>
            <a:off x="4069915" y="6522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 </a:t>
            </a:r>
            <a:r>
              <a:rPr lang="zh-CN" altLang="en-US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cs typeface="Arial" panose="020B0604020202020204" pitchFamily="34" charset="0"/>
              </a:rPr>
              <a:t>实事求是 经世致用 </a:t>
            </a:r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</a:t>
            </a:r>
            <a:endParaRPr lang="zh-CN" altLang="en-US" spc="30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7" name="Picture 2" descr="宁波大学">
            <a:extLst>
              <a:ext uri="{FF2B5EF4-FFF2-40B4-BE49-F238E27FC236}">
                <a16:creationId xmlns:a16="http://schemas.microsoft.com/office/drawing/2014/main" id="{7C4AB571-51B1-4992-BCC7-3FBFECC8DAE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180" y="-135308"/>
            <a:ext cx="1729432" cy="74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517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横长图一段式-湖南大学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51282CA1-9022-4F58-A670-3AD1EC613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2000"/>
          </a:blip>
          <a:srcRect l="8616" r="86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940969F8-F980-43DE-8F13-DDB1974C11EE}"/>
              </a:ext>
            </a:extLst>
          </p:cNvPr>
          <p:cNvSpPr/>
          <p:nvPr userDrawn="1"/>
        </p:nvSpPr>
        <p:spPr>
          <a:xfrm>
            <a:off x="-9112" y="6498728"/>
            <a:ext cx="12192000" cy="381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65E30ABA-630F-4B84-BB7F-171F0D7F36CF}"/>
              </a:ext>
            </a:extLst>
          </p:cNvPr>
          <p:cNvSpPr txBox="1">
            <a:spLocks/>
          </p:cNvSpPr>
          <p:nvPr userDrawn="1"/>
        </p:nvSpPr>
        <p:spPr>
          <a:xfrm>
            <a:off x="8760573" y="65123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B76156-88C3-4342-990D-42328ACD652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8910F8EB-6647-4403-BFE3-C27C78D4EE1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26506" y="24833"/>
            <a:ext cx="10515600" cy="132556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F921E-0506-454B-8E04-0DED1FCF3B0A}"/>
              </a:ext>
            </a:extLst>
          </p:cNvPr>
          <p:cNvSpPr/>
          <p:nvPr userDrawn="1"/>
        </p:nvSpPr>
        <p:spPr>
          <a:xfrm flipH="1">
            <a:off x="668541" y="405778"/>
            <a:ext cx="63536" cy="5636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ight Triangle 1">
            <a:extLst>
              <a:ext uri="{FF2B5EF4-FFF2-40B4-BE49-F238E27FC236}">
                <a16:creationId xmlns:a16="http://schemas.microsoft.com/office/drawing/2014/main" id="{9AD2ADCB-1936-428D-9AFE-6AB764026870}"/>
              </a:ext>
            </a:extLst>
          </p:cNvPr>
          <p:cNvSpPr/>
          <p:nvPr/>
        </p:nvSpPr>
        <p:spPr>
          <a:xfrm flipH="1" flipV="1">
            <a:off x="4421053" y="-48206"/>
            <a:ext cx="7770947" cy="622259"/>
          </a:xfrm>
          <a:custGeom>
            <a:avLst/>
            <a:gdLst>
              <a:gd name="connsiteX0" fmla="*/ 0 w 11176000"/>
              <a:gd name="connsiteY0" fmla="*/ 673100 h 673100"/>
              <a:gd name="connsiteX1" fmla="*/ 0 w 11176000"/>
              <a:gd name="connsiteY1" fmla="*/ 0 h 673100"/>
              <a:gd name="connsiteX2" fmla="*/ 11176000 w 11176000"/>
              <a:gd name="connsiteY2" fmla="*/ 673100 h 673100"/>
              <a:gd name="connsiteX3" fmla="*/ 0 w 11176000"/>
              <a:gd name="connsiteY3" fmla="*/ 673100 h 673100"/>
              <a:gd name="connsiteX0" fmla="*/ 0 w 11176000"/>
              <a:gd name="connsiteY0" fmla="*/ 689203 h 689203"/>
              <a:gd name="connsiteX1" fmla="*/ 0 w 11176000"/>
              <a:gd name="connsiteY1" fmla="*/ 16103 h 689203"/>
              <a:gd name="connsiteX2" fmla="*/ 11176000 w 11176000"/>
              <a:gd name="connsiteY2" fmla="*/ 689203 h 689203"/>
              <a:gd name="connsiteX3" fmla="*/ 0 w 11176000"/>
              <a:gd name="connsiteY3" fmla="*/ 689203 h 689203"/>
              <a:gd name="connsiteX0" fmla="*/ 0 w 11176000"/>
              <a:gd name="connsiteY0" fmla="*/ 685861 h 685861"/>
              <a:gd name="connsiteX1" fmla="*/ 0 w 11176000"/>
              <a:gd name="connsiteY1" fmla="*/ 12761 h 685861"/>
              <a:gd name="connsiteX2" fmla="*/ 11176000 w 11176000"/>
              <a:gd name="connsiteY2" fmla="*/ 685861 h 685861"/>
              <a:gd name="connsiteX3" fmla="*/ 0 w 11176000"/>
              <a:gd name="connsiteY3" fmla="*/ 685861 h 685861"/>
              <a:gd name="connsiteX0" fmla="*/ 0 w 11176000"/>
              <a:gd name="connsiteY0" fmla="*/ 548751 h 548751"/>
              <a:gd name="connsiteX1" fmla="*/ 12700 w 11176000"/>
              <a:gd name="connsiteY1" fmla="*/ 15351 h 548751"/>
              <a:gd name="connsiteX2" fmla="*/ 11176000 w 11176000"/>
              <a:gd name="connsiteY2" fmla="*/ 548751 h 548751"/>
              <a:gd name="connsiteX3" fmla="*/ 0 w 11176000"/>
              <a:gd name="connsiteY3" fmla="*/ 548751 h 548751"/>
              <a:gd name="connsiteX0" fmla="*/ 6350 w 11182350"/>
              <a:gd name="connsiteY0" fmla="*/ 548751 h 548751"/>
              <a:gd name="connsiteX1" fmla="*/ 0 w 11182350"/>
              <a:gd name="connsiteY1" fmla="*/ 15351 h 548751"/>
              <a:gd name="connsiteX2" fmla="*/ 11182350 w 11182350"/>
              <a:gd name="connsiteY2" fmla="*/ 548751 h 548751"/>
              <a:gd name="connsiteX3" fmla="*/ 6350 w 11182350"/>
              <a:gd name="connsiteY3" fmla="*/ 548751 h 548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2350" h="548751">
                <a:moveTo>
                  <a:pt x="6350" y="548751"/>
                </a:moveTo>
                <a:cubicBezTo>
                  <a:pt x="4233" y="370951"/>
                  <a:pt x="2117" y="193151"/>
                  <a:pt x="0" y="15351"/>
                </a:cubicBezTo>
                <a:cubicBezTo>
                  <a:pt x="4969933" y="-103182"/>
                  <a:pt x="6936317" y="502184"/>
                  <a:pt x="11182350" y="548751"/>
                </a:cubicBezTo>
                <a:lnTo>
                  <a:pt x="6350" y="548751"/>
                </a:lnTo>
                <a:close/>
              </a:path>
            </a:pathLst>
          </a:custGeom>
          <a:solidFill>
            <a:srgbClr val="D012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28" name="Picture" descr="Picture">
            <a:extLst>
              <a:ext uri="{FF2B5EF4-FFF2-40B4-BE49-F238E27FC236}">
                <a16:creationId xmlns:a16="http://schemas.microsoft.com/office/drawing/2014/main" id="{39237EF9-6262-4C53-937C-AFE133C6F5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</a:blip>
          <a:stretch>
            <a:fillRect/>
          </a:stretch>
        </p:blipFill>
        <p:spPr>
          <a:xfrm>
            <a:off x="660400" y="1373476"/>
            <a:ext cx="10858500" cy="4721224"/>
          </a:xfrm>
          <a:prstGeom prst="rect">
            <a:avLst/>
          </a:prstGeom>
          <a:effectLst>
            <a:outerShdw blurRad="152400" dist="79726" dir="2700000" algn="ctr">
              <a:srgbClr val="000000">
                <a:alpha val="30000"/>
              </a:srgbClr>
            </a:outerShdw>
          </a:effectLst>
        </p:spPr>
      </p:pic>
      <p:sp>
        <p:nvSpPr>
          <p:cNvPr id="6" name="图片占位符 5">
            <a:extLst>
              <a:ext uri="{FF2B5EF4-FFF2-40B4-BE49-F238E27FC236}">
                <a16:creationId xmlns:a16="http://schemas.microsoft.com/office/drawing/2014/main" id="{30A5C62D-D46B-4CCC-8CA1-6C18A17E9B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309" y="1350394"/>
            <a:ext cx="10843373" cy="24607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0" name="文本占位符 7">
            <a:extLst>
              <a:ext uri="{FF2B5EF4-FFF2-40B4-BE49-F238E27FC236}">
                <a16:creationId xmlns:a16="http://schemas.microsoft.com/office/drawing/2014/main" id="{D323DA3A-F431-4CBA-975F-4B77981A64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26344" y="4592372"/>
            <a:ext cx="8791302" cy="5029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4" name="页脚占位符 2">
            <a:extLst>
              <a:ext uri="{FF2B5EF4-FFF2-40B4-BE49-F238E27FC236}">
                <a16:creationId xmlns:a16="http://schemas.microsoft.com/office/drawing/2014/main" id="{21C5906F-E4AE-4DC3-8CC5-1C74DF29DE80}"/>
              </a:ext>
            </a:extLst>
          </p:cNvPr>
          <p:cNvSpPr txBox="1">
            <a:spLocks/>
          </p:cNvSpPr>
          <p:nvPr userDrawn="1"/>
        </p:nvSpPr>
        <p:spPr>
          <a:xfrm>
            <a:off x="4069915" y="6522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 </a:t>
            </a:r>
            <a:r>
              <a:rPr lang="zh-CN" altLang="en-US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cs typeface="Arial" panose="020B0604020202020204" pitchFamily="34" charset="0"/>
              </a:rPr>
              <a:t>实事求是 经世致用 </a:t>
            </a:r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</a:t>
            </a:r>
            <a:endParaRPr lang="zh-CN" altLang="en-US" spc="30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5" name="Picture 2" descr="宁波大学">
            <a:extLst>
              <a:ext uri="{FF2B5EF4-FFF2-40B4-BE49-F238E27FC236}">
                <a16:creationId xmlns:a16="http://schemas.microsoft.com/office/drawing/2014/main" id="{BE7EAF42-3C5C-4587-BFDF-8E1F0064F4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180" y="-135308"/>
            <a:ext cx="1729432" cy="74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316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苹果台式电脑样机-湖南大学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51282CA1-9022-4F58-A670-3AD1EC613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2000"/>
          </a:blip>
          <a:srcRect l="8616" r="86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940969F8-F980-43DE-8F13-DDB1974C11EE}"/>
              </a:ext>
            </a:extLst>
          </p:cNvPr>
          <p:cNvSpPr/>
          <p:nvPr userDrawn="1"/>
        </p:nvSpPr>
        <p:spPr>
          <a:xfrm>
            <a:off x="-9112" y="6498728"/>
            <a:ext cx="12192000" cy="38100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65E30ABA-630F-4B84-BB7F-171F0D7F36CF}"/>
              </a:ext>
            </a:extLst>
          </p:cNvPr>
          <p:cNvSpPr txBox="1">
            <a:spLocks/>
          </p:cNvSpPr>
          <p:nvPr userDrawn="1"/>
        </p:nvSpPr>
        <p:spPr>
          <a:xfrm>
            <a:off x="8760573" y="65123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B76156-88C3-4342-990D-42328ACD652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8910F8EB-6647-4403-BFE3-C27C78D4EE1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26506" y="24833"/>
            <a:ext cx="10515600" cy="132556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F921E-0506-454B-8E04-0DED1FCF3B0A}"/>
              </a:ext>
            </a:extLst>
          </p:cNvPr>
          <p:cNvSpPr/>
          <p:nvPr userDrawn="1"/>
        </p:nvSpPr>
        <p:spPr>
          <a:xfrm flipH="1">
            <a:off x="668541" y="405778"/>
            <a:ext cx="63536" cy="5636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ight Triangle 1">
            <a:extLst>
              <a:ext uri="{FF2B5EF4-FFF2-40B4-BE49-F238E27FC236}">
                <a16:creationId xmlns:a16="http://schemas.microsoft.com/office/drawing/2014/main" id="{9AD2ADCB-1936-428D-9AFE-6AB764026870}"/>
              </a:ext>
            </a:extLst>
          </p:cNvPr>
          <p:cNvSpPr/>
          <p:nvPr/>
        </p:nvSpPr>
        <p:spPr>
          <a:xfrm flipH="1" flipV="1">
            <a:off x="4421053" y="-48206"/>
            <a:ext cx="7770947" cy="622259"/>
          </a:xfrm>
          <a:custGeom>
            <a:avLst/>
            <a:gdLst>
              <a:gd name="connsiteX0" fmla="*/ 0 w 11176000"/>
              <a:gd name="connsiteY0" fmla="*/ 673100 h 673100"/>
              <a:gd name="connsiteX1" fmla="*/ 0 w 11176000"/>
              <a:gd name="connsiteY1" fmla="*/ 0 h 673100"/>
              <a:gd name="connsiteX2" fmla="*/ 11176000 w 11176000"/>
              <a:gd name="connsiteY2" fmla="*/ 673100 h 673100"/>
              <a:gd name="connsiteX3" fmla="*/ 0 w 11176000"/>
              <a:gd name="connsiteY3" fmla="*/ 673100 h 673100"/>
              <a:gd name="connsiteX0" fmla="*/ 0 w 11176000"/>
              <a:gd name="connsiteY0" fmla="*/ 689203 h 689203"/>
              <a:gd name="connsiteX1" fmla="*/ 0 w 11176000"/>
              <a:gd name="connsiteY1" fmla="*/ 16103 h 689203"/>
              <a:gd name="connsiteX2" fmla="*/ 11176000 w 11176000"/>
              <a:gd name="connsiteY2" fmla="*/ 689203 h 689203"/>
              <a:gd name="connsiteX3" fmla="*/ 0 w 11176000"/>
              <a:gd name="connsiteY3" fmla="*/ 689203 h 689203"/>
              <a:gd name="connsiteX0" fmla="*/ 0 w 11176000"/>
              <a:gd name="connsiteY0" fmla="*/ 685861 h 685861"/>
              <a:gd name="connsiteX1" fmla="*/ 0 w 11176000"/>
              <a:gd name="connsiteY1" fmla="*/ 12761 h 685861"/>
              <a:gd name="connsiteX2" fmla="*/ 11176000 w 11176000"/>
              <a:gd name="connsiteY2" fmla="*/ 685861 h 685861"/>
              <a:gd name="connsiteX3" fmla="*/ 0 w 11176000"/>
              <a:gd name="connsiteY3" fmla="*/ 685861 h 685861"/>
              <a:gd name="connsiteX0" fmla="*/ 0 w 11176000"/>
              <a:gd name="connsiteY0" fmla="*/ 548751 h 548751"/>
              <a:gd name="connsiteX1" fmla="*/ 12700 w 11176000"/>
              <a:gd name="connsiteY1" fmla="*/ 15351 h 548751"/>
              <a:gd name="connsiteX2" fmla="*/ 11176000 w 11176000"/>
              <a:gd name="connsiteY2" fmla="*/ 548751 h 548751"/>
              <a:gd name="connsiteX3" fmla="*/ 0 w 11176000"/>
              <a:gd name="connsiteY3" fmla="*/ 548751 h 548751"/>
              <a:gd name="connsiteX0" fmla="*/ 6350 w 11182350"/>
              <a:gd name="connsiteY0" fmla="*/ 548751 h 548751"/>
              <a:gd name="connsiteX1" fmla="*/ 0 w 11182350"/>
              <a:gd name="connsiteY1" fmla="*/ 15351 h 548751"/>
              <a:gd name="connsiteX2" fmla="*/ 11182350 w 11182350"/>
              <a:gd name="connsiteY2" fmla="*/ 548751 h 548751"/>
              <a:gd name="connsiteX3" fmla="*/ 6350 w 11182350"/>
              <a:gd name="connsiteY3" fmla="*/ 548751 h 548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2350" h="548751">
                <a:moveTo>
                  <a:pt x="6350" y="548751"/>
                </a:moveTo>
                <a:cubicBezTo>
                  <a:pt x="4233" y="370951"/>
                  <a:pt x="2117" y="193151"/>
                  <a:pt x="0" y="15351"/>
                </a:cubicBezTo>
                <a:cubicBezTo>
                  <a:pt x="4969933" y="-103182"/>
                  <a:pt x="6936317" y="502184"/>
                  <a:pt x="11182350" y="548751"/>
                </a:cubicBezTo>
                <a:lnTo>
                  <a:pt x="6350" y="548751"/>
                </a:lnTo>
                <a:close/>
              </a:path>
            </a:pathLst>
          </a:custGeom>
          <a:solidFill>
            <a:srgbClr val="D012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2" name="Picture" descr="Picture">
            <a:extLst>
              <a:ext uri="{FF2B5EF4-FFF2-40B4-BE49-F238E27FC236}">
                <a16:creationId xmlns:a16="http://schemas.microsoft.com/office/drawing/2014/main" id="{20BC232B-0E4B-4F12-8D98-879C6F3452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</a:blip>
          <a:stretch>
            <a:fillRect/>
          </a:stretch>
        </p:blipFill>
        <p:spPr>
          <a:xfrm>
            <a:off x="698065" y="1382108"/>
            <a:ext cx="10858500" cy="4721224"/>
          </a:xfrm>
          <a:prstGeom prst="rect">
            <a:avLst/>
          </a:prstGeom>
          <a:effectLst>
            <a:outerShdw blurRad="152400" dist="79726" dir="2700000" algn="ctr">
              <a:srgbClr val="000000">
                <a:alpha val="30000"/>
              </a:srgbClr>
            </a:outerShdw>
          </a:effectLst>
        </p:spPr>
      </p:pic>
      <p:pic>
        <p:nvPicPr>
          <p:cNvPr id="4" name="图片 3" descr="图片包含 电子产品, 监视器, 室内, 陈列&#10;&#10;描述已自动生成">
            <a:extLst>
              <a:ext uri="{FF2B5EF4-FFF2-40B4-BE49-F238E27FC236}">
                <a16:creationId xmlns:a16="http://schemas.microsoft.com/office/drawing/2014/main" id="{363FF266-C30B-4A0B-B61C-1A4876469FB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52" y="1521442"/>
            <a:ext cx="5506942" cy="4630096"/>
          </a:xfrm>
          <a:prstGeom prst="rect">
            <a:avLst/>
          </a:prstGeom>
        </p:spPr>
      </p:pic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3056A05-E574-49FA-9944-4917C09E00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84622" y="1731214"/>
            <a:ext cx="4457484" cy="3953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15" name="文本占位符 5">
            <a:extLst>
              <a:ext uri="{FF2B5EF4-FFF2-40B4-BE49-F238E27FC236}">
                <a16:creationId xmlns:a16="http://schemas.microsoft.com/office/drawing/2014/main" id="{BFC44DF6-0928-48BD-9028-F3218CEF0E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84622" y="2539269"/>
            <a:ext cx="4457484" cy="3953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20" name="文本占位符 5">
            <a:extLst>
              <a:ext uri="{FF2B5EF4-FFF2-40B4-BE49-F238E27FC236}">
                <a16:creationId xmlns:a16="http://schemas.microsoft.com/office/drawing/2014/main" id="{02A35295-7C65-4FC6-8A3D-5192AA66CA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84622" y="3347324"/>
            <a:ext cx="4457484" cy="3953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21" name="文本占位符 5">
            <a:extLst>
              <a:ext uri="{FF2B5EF4-FFF2-40B4-BE49-F238E27FC236}">
                <a16:creationId xmlns:a16="http://schemas.microsoft.com/office/drawing/2014/main" id="{234BDE97-B0C3-4110-9B87-B7BE1C114E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84622" y="4155379"/>
            <a:ext cx="4457484" cy="3953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22" name="文本占位符 5">
            <a:extLst>
              <a:ext uri="{FF2B5EF4-FFF2-40B4-BE49-F238E27FC236}">
                <a16:creationId xmlns:a16="http://schemas.microsoft.com/office/drawing/2014/main" id="{FAEC8B37-C2D6-4A28-B25C-B596605E17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84622" y="4914459"/>
            <a:ext cx="4457484" cy="3953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77BDBD3C-78E6-473F-AC96-FC73405DB4D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39659" y="1763054"/>
            <a:ext cx="5109528" cy="292196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6" name="页脚占位符 2">
            <a:extLst>
              <a:ext uri="{FF2B5EF4-FFF2-40B4-BE49-F238E27FC236}">
                <a16:creationId xmlns:a16="http://schemas.microsoft.com/office/drawing/2014/main" id="{BB7D05B1-08A6-47DE-AF3B-92299AD92C8A}"/>
              </a:ext>
            </a:extLst>
          </p:cNvPr>
          <p:cNvSpPr txBox="1">
            <a:spLocks/>
          </p:cNvSpPr>
          <p:nvPr userDrawn="1"/>
        </p:nvSpPr>
        <p:spPr>
          <a:xfrm>
            <a:off x="4069915" y="6522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 </a:t>
            </a:r>
            <a:r>
              <a:rPr lang="zh-CN" altLang="en-US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cs typeface="Arial" panose="020B0604020202020204" pitchFamily="34" charset="0"/>
              </a:rPr>
              <a:t>实事求是 经世致用 </a:t>
            </a:r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</a:t>
            </a:r>
            <a:endParaRPr lang="zh-CN" altLang="en-US" spc="30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5" name="Picture 2" descr="宁波大学">
            <a:extLst>
              <a:ext uri="{FF2B5EF4-FFF2-40B4-BE49-F238E27FC236}">
                <a16:creationId xmlns:a16="http://schemas.microsoft.com/office/drawing/2014/main" id="{763213C4-AD01-4FAF-8A90-CD200D35B1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180" y="-135308"/>
            <a:ext cx="1729432" cy="74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693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苹果笔记本样机式-湖南大学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51282CA1-9022-4F58-A670-3AD1EC613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2000"/>
          </a:blip>
          <a:srcRect l="8616" r="86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940969F8-F980-43DE-8F13-DDB1974C11EE}"/>
              </a:ext>
            </a:extLst>
          </p:cNvPr>
          <p:cNvSpPr/>
          <p:nvPr userDrawn="1"/>
        </p:nvSpPr>
        <p:spPr>
          <a:xfrm>
            <a:off x="-9112" y="6498728"/>
            <a:ext cx="12192000" cy="38100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页脚占位符 2">
            <a:extLst>
              <a:ext uri="{FF2B5EF4-FFF2-40B4-BE49-F238E27FC236}">
                <a16:creationId xmlns:a16="http://schemas.microsoft.com/office/drawing/2014/main" id="{66B36100-037D-4A1A-BCF0-50A7E6D296FE}"/>
              </a:ext>
            </a:extLst>
          </p:cNvPr>
          <p:cNvSpPr txBox="1">
            <a:spLocks/>
          </p:cNvSpPr>
          <p:nvPr userDrawn="1"/>
        </p:nvSpPr>
        <p:spPr>
          <a:xfrm>
            <a:off x="4069915" y="6522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 </a:t>
            </a:r>
            <a:r>
              <a:rPr lang="zh-CN" altLang="en-US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cs typeface="Arial" panose="020B0604020202020204" pitchFamily="34" charset="0"/>
              </a:rPr>
              <a:t>实事求是 敢为人先 </a:t>
            </a:r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</a:t>
            </a:r>
            <a:endParaRPr lang="zh-CN" altLang="en-US" spc="30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65E30ABA-630F-4B84-BB7F-171F0D7F36CF}"/>
              </a:ext>
            </a:extLst>
          </p:cNvPr>
          <p:cNvSpPr txBox="1">
            <a:spLocks/>
          </p:cNvSpPr>
          <p:nvPr userDrawn="1"/>
        </p:nvSpPr>
        <p:spPr>
          <a:xfrm>
            <a:off x="8760573" y="65123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B76156-88C3-4342-990D-42328ACD652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8910F8EB-6647-4403-BFE3-C27C78D4EE1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26506" y="24833"/>
            <a:ext cx="10515600" cy="132556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F921E-0506-454B-8E04-0DED1FCF3B0A}"/>
              </a:ext>
            </a:extLst>
          </p:cNvPr>
          <p:cNvSpPr/>
          <p:nvPr userDrawn="1"/>
        </p:nvSpPr>
        <p:spPr>
          <a:xfrm flipH="1">
            <a:off x="668541" y="405778"/>
            <a:ext cx="63536" cy="5636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ight Triangle 1">
            <a:extLst>
              <a:ext uri="{FF2B5EF4-FFF2-40B4-BE49-F238E27FC236}">
                <a16:creationId xmlns:a16="http://schemas.microsoft.com/office/drawing/2014/main" id="{9AD2ADCB-1936-428D-9AFE-6AB764026870}"/>
              </a:ext>
            </a:extLst>
          </p:cNvPr>
          <p:cNvSpPr/>
          <p:nvPr/>
        </p:nvSpPr>
        <p:spPr>
          <a:xfrm flipH="1" flipV="1">
            <a:off x="4421053" y="-48206"/>
            <a:ext cx="7770947" cy="622259"/>
          </a:xfrm>
          <a:custGeom>
            <a:avLst/>
            <a:gdLst>
              <a:gd name="connsiteX0" fmla="*/ 0 w 11176000"/>
              <a:gd name="connsiteY0" fmla="*/ 673100 h 673100"/>
              <a:gd name="connsiteX1" fmla="*/ 0 w 11176000"/>
              <a:gd name="connsiteY1" fmla="*/ 0 h 673100"/>
              <a:gd name="connsiteX2" fmla="*/ 11176000 w 11176000"/>
              <a:gd name="connsiteY2" fmla="*/ 673100 h 673100"/>
              <a:gd name="connsiteX3" fmla="*/ 0 w 11176000"/>
              <a:gd name="connsiteY3" fmla="*/ 673100 h 673100"/>
              <a:gd name="connsiteX0" fmla="*/ 0 w 11176000"/>
              <a:gd name="connsiteY0" fmla="*/ 689203 h 689203"/>
              <a:gd name="connsiteX1" fmla="*/ 0 w 11176000"/>
              <a:gd name="connsiteY1" fmla="*/ 16103 h 689203"/>
              <a:gd name="connsiteX2" fmla="*/ 11176000 w 11176000"/>
              <a:gd name="connsiteY2" fmla="*/ 689203 h 689203"/>
              <a:gd name="connsiteX3" fmla="*/ 0 w 11176000"/>
              <a:gd name="connsiteY3" fmla="*/ 689203 h 689203"/>
              <a:gd name="connsiteX0" fmla="*/ 0 w 11176000"/>
              <a:gd name="connsiteY0" fmla="*/ 685861 h 685861"/>
              <a:gd name="connsiteX1" fmla="*/ 0 w 11176000"/>
              <a:gd name="connsiteY1" fmla="*/ 12761 h 685861"/>
              <a:gd name="connsiteX2" fmla="*/ 11176000 w 11176000"/>
              <a:gd name="connsiteY2" fmla="*/ 685861 h 685861"/>
              <a:gd name="connsiteX3" fmla="*/ 0 w 11176000"/>
              <a:gd name="connsiteY3" fmla="*/ 685861 h 685861"/>
              <a:gd name="connsiteX0" fmla="*/ 0 w 11176000"/>
              <a:gd name="connsiteY0" fmla="*/ 548751 h 548751"/>
              <a:gd name="connsiteX1" fmla="*/ 12700 w 11176000"/>
              <a:gd name="connsiteY1" fmla="*/ 15351 h 548751"/>
              <a:gd name="connsiteX2" fmla="*/ 11176000 w 11176000"/>
              <a:gd name="connsiteY2" fmla="*/ 548751 h 548751"/>
              <a:gd name="connsiteX3" fmla="*/ 0 w 11176000"/>
              <a:gd name="connsiteY3" fmla="*/ 548751 h 548751"/>
              <a:gd name="connsiteX0" fmla="*/ 6350 w 11182350"/>
              <a:gd name="connsiteY0" fmla="*/ 548751 h 548751"/>
              <a:gd name="connsiteX1" fmla="*/ 0 w 11182350"/>
              <a:gd name="connsiteY1" fmla="*/ 15351 h 548751"/>
              <a:gd name="connsiteX2" fmla="*/ 11182350 w 11182350"/>
              <a:gd name="connsiteY2" fmla="*/ 548751 h 548751"/>
              <a:gd name="connsiteX3" fmla="*/ 6350 w 11182350"/>
              <a:gd name="connsiteY3" fmla="*/ 548751 h 548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2350" h="548751">
                <a:moveTo>
                  <a:pt x="6350" y="548751"/>
                </a:moveTo>
                <a:cubicBezTo>
                  <a:pt x="4233" y="370951"/>
                  <a:pt x="2117" y="193151"/>
                  <a:pt x="0" y="15351"/>
                </a:cubicBezTo>
                <a:cubicBezTo>
                  <a:pt x="4969933" y="-103182"/>
                  <a:pt x="6936317" y="502184"/>
                  <a:pt x="11182350" y="548751"/>
                </a:cubicBezTo>
                <a:lnTo>
                  <a:pt x="6350" y="548751"/>
                </a:lnTo>
                <a:close/>
              </a:path>
            </a:pathLst>
          </a:custGeom>
          <a:solidFill>
            <a:srgbClr val="D012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2" name="Picture" descr="Picture">
            <a:extLst>
              <a:ext uri="{FF2B5EF4-FFF2-40B4-BE49-F238E27FC236}">
                <a16:creationId xmlns:a16="http://schemas.microsoft.com/office/drawing/2014/main" id="{20BC232B-0E4B-4F12-8D98-879C6F3452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</a:blip>
          <a:stretch>
            <a:fillRect/>
          </a:stretch>
        </p:blipFill>
        <p:spPr>
          <a:xfrm>
            <a:off x="698065" y="1412876"/>
            <a:ext cx="10858500" cy="4721224"/>
          </a:xfrm>
          <a:prstGeom prst="rect">
            <a:avLst/>
          </a:prstGeom>
          <a:effectLst>
            <a:outerShdw blurRad="152400" dist="79726" dir="2700000" algn="ctr">
              <a:srgbClr val="000000">
                <a:alpha val="30000"/>
              </a:srgbClr>
            </a:outerShdw>
          </a:effectLst>
        </p:spPr>
      </p:pic>
      <p:pic>
        <p:nvPicPr>
          <p:cNvPr id="5" name="图片 4" descr="图片包含 监视器, 电子产品, 电视, 屏幕&#10;&#10;描述已自动生成">
            <a:extLst>
              <a:ext uri="{FF2B5EF4-FFF2-40B4-BE49-F238E27FC236}">
                <a16:creationId xmlns:a16="http://schemas.microsoft.com/office/drawing/2014/main" id="{012FF70A-7150-4514-AD8C-D3584C22556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06" y="2016513"/>
            <a:ext cx="5789114" cy="3399026"/>
          </a:xfrm>
          <a:prstGeom prst="rect">
            <a:avLst/>
          </a:prstGeom>
        </p:spPr>
      </p:pic>
      <p:sp>
        <p:nvSpPr>
          <p:cNvPr id="31" name="图片占位符 7">
            <a:extLst>
              <a:ext uri="{FF2B5EF4-FFF2-40B4-BE49-F238E27FC236}">
                <a16:creationId xmlns:a16="http://schemas.microsoft.com/office/drawing/2014/main" id="{63157526-0E95-4ABB-854B-FAD868841DA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397286" y="2189219"/>
            <a:ext cx="4428162" cy="281429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文本占位符 5">
            <a:extLst>
              <a:ext uri="{FF2B5EF4-FFF2-40B4-BE49-F238E27FC236}">
                <a16:creationId xmlns:a16="http://schemas.microsoft.com/office/drawing/2014/main" id="{950DF30E-1AF4-414E-ACE4-819BAE4D58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84622" y="1731214"/>
            <a:ext cx="4457484" cy="395396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33" name="文本占位符 5">
            <a:extLst>
              <a:ext uri="{FF2B5EF4-FFF2-40B4-BE49-F238E27FC236}">
                <a16:creationId xmlns:a16="http://schemas.microsoft.com/office/drawing/2014/main" id="{B99785B2-AD29-4868-9FD8-920939316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84622" y="2539269"/>
            <a:ext cx="4457484" cy="395396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C7BDACE5-C092-40AB-A67F-C47CBF972C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84622" y="3347324"/>
            <a:ext cx="4457484" cy="395396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35" name="文本占位符 5">
            <a:extLst>
              <a:ext uri="{FF2B5EF4-FFF2-40B4-BE49-F238E27FC236}">
                <a16:creationId xmlns:a16="http://schemas.microsoft.com/office/drawing/2014/main" id="{3D608A91-B2A9-468B-BC6E-6A2CB540BC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84622" y="4155379"/>
            <a:ext cx="4457484" cy="395396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36" name="文本占位符 5">
            <a:extLst>
              <a:ext uri="{FF2B5EF4-FFF2-40B4-BE49-F238E27FC236}">
                <a16:creationId xmlns:a16="http://schemas.microsoft.com/office/drawing/2014/main" id="{9FA79ABD-23D5-43DE-9EEC-310F2F2009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84622" y="4914459"/>
            <a:ext cx="4457484" cy="395396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pic>
        <p:nvPicPr>
          <p:cNvPr id="20" name="Picture 2" descr="宁波大学">
            <a:extLst>
              <a:ext uri="{FF2B5EF4-FFF2-40B4-BE49-F238E27FC236}">
                <a16:creationId xmlns:a16="http://schemas.microsoft.com/office/drawing/2014/main" id="{9D04851F-D2CB-4D35-BECF-B1D387EB16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180" y="-135308"/>
            <a:ext cx="1729432" cy="74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1059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苹果手机样机式-湖南大学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51282CA1-9022-4F58-A670-3AD1EC613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2000"/>
          </a:blip>
          <a:srcRect l="8616" r="86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940969F8-F980-43DE-8F13-DDB1974C11EE}"/>
              </a:ext>
            </a:extLst>
          </p:cNvPr>
          <p:cNvSpPr/>
          <p:nvPr userDrawn="1"/>
        </p:nvSpPr>
        <p:spPr>
          <a:xfrm>
            <a:off x="-9112" y="6498728"/>
            <a:ext cx="12192000" cy="38100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页脚占位符 2">
            <a:extLst>
              <a:ext uri="{FF2B5EF4-FFF2-40B4-BE49-F238E27FC236}">
                <a16:creationId xmlns:a16="http://schemas.microsoft.com/office/drawing/2014/main" id="{66B36100-037D-4A1A-BCF0-50A7E6D296FE}"/>
              </a:ext>
            </a:extLst>
          </p:cNvPr>
          <p:cNvSpPr txBox="1">
            <a:spLocks/>
          </p:cNvSpPr>
          <p:nvPr userDrawn="1"/>
        </p:nvSpPr>
        <p:spPr>
          <a:xfrm>
            <a:off x="4069915" y="6522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 </a:t>
            </a:r>
            <a:r>
              <a:rPr lang="zh-CN" altLang="en-US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cs typeface="Arial" panose="020B0604020202020204" pitchFamily="34" charset="0"/>
              </a:rPr>
              <a:t>实事求是 敢为人先 </a:t>
            </a:r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</a:t>
            </a:r>
            <a:endParaRPr lang="zh-CN" altLang="en-US" spc="30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65E30ABA-630F-4B84-BB7F-171F0D7F36CF}"/>
              </a:ext>
            </a:extLst>
          </p:cNvPr>
          <p:cNvSpPr txBox="1">
            <a:spLocks/>
          </p:cNvSpPr>
          <p:nvPr userDrawn="1"/>
        </p:nvSpPr>
        <p:spPr>
          <a:xfrm>
            <a:off x="8760573" y="65123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B76156-88C3-4342-990D-42328ACD652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8910F8EB-6647-4403-BFE3-C27C78D4EE1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26506" y="24833"/>
            <a:ext cx="10515600" cy="132556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F921E-0506-454B-8E04-0DED1FCF3B0A}"/>
              </a:ext>
            </a:extLst>
          </p:cNvPr>
          <p:cNvSpPr/>
          <p:nvPr userDrawn="1"/>
        </p:nvSpPr>
        <p:spPr>
          <a:xfrm flipH="1">
            <a:off x="668541" y="405778"/>
            <a:ext cx="63536" cy="5636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ight Triangle 1">
            <a:extLst>
              <a:ext uri="{FF2B5EF4-FFF2-40B4-BE49-F238E27FC236}">
                <a16:creationId xmlns:a16="http://schemas.microsoft.com/office/drawing/2014/main" id="{9AD2ADCB-1936-428D-9AFE-6AB764026870}"/>
              </a:ext>
            </a:extLst>
          </p:cNvPr>
          <p:cNvSpPr/>
          <p:nvPr/>
        </p:nvSpPr>
        <p:spPr>
          <a:xfrm flipH="1" flipV="1">
            <a:off x="4421053" y="-48206"/>
            <a:ext cx="7770947" cy="622259"/>
          </a:xfrm>
          <a:custGeom>
            <a:avLst/>
            <a:gdLst>
              <a:gd name="connsiteX0" fmla="*/ 0 w 11176000"/>
              <a:gd name="connsiteY0" fmla="*/ 673100 h 673100"/>
              <a:gd name="connsiteX1" fmla="*/ 0 w 11176000"/>
              <a:gd name="connsiteY1" fmla="*/ 0 h 673100"/>
              <a:gd name="connsiteX2" fmla="*/ 11176000 w 11176000"/>
              <a:gd name="connsiteY2" fmla="*/ 673100 h 673100"/>
              <a:gd name="connsiteX3" fmla="*/ 0 w 11176000"/>
              <a:gd name="connsiteY3" fmla="*/ 673100 h 673100"/>
              <a:gd name="connsiteX0" fmla="*/ 0 w 11176000"/>
              <a:gd name="connsiteY0" fmla="*/ 689203 h 689203"/>
              <a:gd name="connsiteX1" fmla="*/ 0 w 11176000"/>
              <a:gd name="connsiteY1" fmla="*/ 16103 h 689203"/>
              <a:gd name="connsiteX2" fmla="*/ 11176000 w 11176000"/>
              <a:gd name="connsiteY2" fmla="*/ 689203 h 689203"/>
              <a:gd name="connsiteX3" fmla="*/ 0 w 11176000"/>
              <a:gd name="connsiteY3" fmla="*/ 689203 h 689203"/>
              <a:gd name="connsiteX0" fmla="*/ 0 w 11176000"/>
              <a:gd name="connsiteY0" fmla="*/ 685861 h 685861"/>
              <a:gd name="connsiteX1" fmla="*/ 0 w 11176000"/>
              <a:gd name="connsiteY1" fmla="*/ 12761 h 685861"/>
              <a:gd name="connsiteX2" fmla="*/ 11176000 w 11176000"/>
              <a:gd name="connsiteY2" fmla="*/ 685861 h 685861"/>
              <a:gd name="connsiteX3" fmla="*/ 0 w 11176000"/>
              <a:gd name="connsiteY3" fmla="*/ 685861 h 685861"/>
              <a:gd name="connsiteX0" fmla="*/ 0 w 11176000"/>
              <a:gd name="connsiteY0" fmla="*/ 548751 h 548751"/>
              <a:gd name="connsiteX1" fmla="*/ 12700 w 11176000"/>
              <a:gd name="connsiteY1" fmla="*/ 15351 h 548751"/>
              <a:gd name="connsiteX2" fmla="*/ 11176000 w 11176000"/>
              <a:gd name="connsiteY2" fmla="*/ 548751 h 548751"/>
              <a:gd name="connsiteX3" fmla="*/ 0 w 11176000"/>
              <a:gd name="connsiteY3" fmla="*/ 548751 h 548751"/>
              <a:gd name="connsiteX0" fmla="*/ 6350 w 11182350"/>
              <a:gd name="connsiteY0" fmla="*/ 548751 h 548751"/>
              <a:gd name="connsiteX1" fmla="*/ 0 w 11182350"/>
              <a:gd name="connsiteY1" fmla="*/ 15351 h 548751"/>
              <a:gd name="connsiteX2" fmla="*/ 11182350 w 11182350"/>
              <a:gd name="connsiteY2" fmla="*/ 548751 h 548751"/>
              <a:gd name="connsiteX3" fmla="*/ 6350 w 11182350"/>
              <a:gd name="connsiteY3" fmla="*/ 548751 h 548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2350" h="548751">
                <a:moveTo>
                  <a:pt x="6350" y="548751"/>
                </a:moveTo>
                <a:cubicBezTo>
                  <a:pt x="4233" y="370951"/>
                  <a:pt x="2117" y="193151"/>
                  <a:pt x="0" y="15351"/>
                </a:cubicBezTo>
                <a:cubicBezTo>
                  <a:pt x="4969933" y="-103182"/>
                  <a:pt x="6936317" y="502184"/>
                  <a:pt x="11182350" y="548751"/>
                </a:cubicBezTo>
                <a:lnTo>
                  <a:pt x="6350" y="548751"/>
                </a:lnTo>
                <a:close/>
              </a:path>
            </a:pathLst>
          </a:custGeom>
          <a:solidFill>
            <a:srgbClr val="D012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2" name="Picture" descr="Picture">
            <a:extLst>
              <a:ext uri="{FF2B5EF4-FFF2-40B4-BE49-F238E27FC236}">
                <a16:creationId xmlns:a16="http://schemas.microsoft.com/office/drawing/2014/main" id="{20BC232B-0E4B-4F12-8D98-879C6F3452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</a:blip>
          <a:stretch>
            <a:fillRect/>
          </a:stretch>
        </p:blipFill>
        <p:spPr>
          <a:xfrm>
            <a:off x="668541" y="1398602"/>
            <a:ext cx="10858500" cy="4721224"/>
          </a:xfrm>
          <a:prstGeom prst="rect">
            <a:avLst/>
          </a:prstGeom>
          <a:effectLst>
            <a:outerShdw blurRad="152400" dist="79726" dir="2700000" algn="ctr">
              <a:srgbClr val="000000">
                <a:alpha val="30000"/>
              </a:srgbClr>
            </a:outerShdw>
          </a:effectLst>
        </p:spPr>
      </p:pic>
      <p:sp>
        <p:nvSpPr>
          <p:cNvPr id="23" name="文本占位符 5">
            <a:extLst>
              <a:ext uri="{FF2B5EF4-FFF2-40B4-BE49-F238E27FC236}">
                <a16:creationId xmlns:a16="http://schemas.microsoft.com/office/drawing/2014/main" id="{197070B7-0AE8-4BE6-86B7-0925147A13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19003" y="2328279"/>
            <a:ext cx="2371230" cy="118997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26" name="文本占位符 5">
            <a:extLst>
              <a:ext uri="{FF2B5EF4-FFF2-40B4-BE49-F238E27FC236}">
                <a16:creationId xmlns:a16="http://schemas.microsoft.com/office/drawing/2014/main" id="{07C21CB2-0D92-41E5-9165-A9096ADC4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11642" y="2327150"/>
            <a:ext cx="2062918" cy="118997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pic>
        <p:nvPicPr>
          <p:cNvPr id="4" name="图片 3" descr="图片包含 监视器, 电子产品&#10;&#10;描述已自动生成">
            <a:extLst>
              <a:ext uri="{FF2B5EF4-FFF2-40B4-BE49-F238E27FC236}">
                <a16:creationId xmlns:a16="http://schemas.microsoft.com/office/drawing/2014/main" id="{72477EB0-D824-4115-AA2D-374872481F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347" y="1489839"/>
            <a:ext cx="2577214" cy="4721225"/>
          </a:xfrm>
          <a:prstGeom prst="rect">
            <a:avLst/>
          </a:prstGeom>
        </p:spPr>
      </p:pic>
      <p:sp>
        <p:nvSpPr>
          <p:cNvPr id="31" name="图片占位符 7">
            <a:extLst>
              <a:ext uri="{FF2B5EF4-FFF2-40B4-BE49-F238E27FC236}">
                <a16:creationId xmlns:a16="http://schemas.microsoft.com/office/drawing/2014/main" id="{63157526-0E95-4ABB-854B-FAD868841DA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818092" y="2102049"/>
            <a:ext cx="2014990" cy="35266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iŝḷîḋe">
            <a:extLst>
              <a:ext uri="{FF2B5EF4-FFF2-40B4-BE49-F238E27FC236}">
                <a16:creationId xmlns:a16="http://schemas.microsoft.com/office/drawing/2014/main" id="{B85C63B3-C3BE-41C3-83D1-80AB05102D6A}"/>
              </a:ext>
            </a:extLst>
          </p:cNvPr>
          <p:cNvSpPr/>
          <p:nvPr userDrawn="1"/>
        </p:nvSpPr>
        <p:spPr>
          <a:xfrm>
            <a:off x="4589526" y="4213377"/>
            <a:ext cx="6562814" cy="1411543"/>
          </a:xfrm>
          <a:prstGeom prst="wedgeRectCallout">
            <a:avLst>
              <a:gd name="adj1" fmla="val -54039"/>
              <a:gd name="adj2" fmla="val -41726"/>
            </a:avLst>
          </a:prstGeom>
          <a:solidFill>
            <a:schemeClr val="tx1">
              <a:lumMod val="65000"/>
              <a:lumOff val="3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" name="文本占位符 5">
            <a:extLst>
              <a:ext uri="{FF2B5EF4-FFF2-40B4-BE49-F238E27FC236}">
                <a16:creationId xmlns:a16="http://schemas.microsoft.com/office/drawing/2014/main" id="{E170C647-4C58-49B3-82E0-645B971A1D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69767" y="4423163"/>
            <a:ext cx="5453900" cy="97404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C5CEF3E-9FAA-4154-9906-AFDD36DD8FC7}"/>
              </a:ext>
            </a:extLst>
          </p:cNvPr>
          <p:cNvCxnSpPr/>
          <p:nvPr userDrawn="1"/>
        </p:nvCxnSpPr>
        <p:spPr>
          <a:xfrm>
            <a:off x="5200462" y="2426556"/>
            <a:ext cx="0" cy="981860"/>
          </a:xfrm>
          <a:prstGeom prst="line">
            <a:avLst/>
          </a:prstGeom>
          <a:noFill/>
          <a:ln w="3175" cap="rnd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/>
            <a:tailEnd type="none" w="med" len="med"/>
          </a:ln>
          <a:effectLst/>
        </p:spPr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DDB3C53-BEDB-460D-B64A-95F1021FD2CF}"/>
              </a:ext>
            </a:extLst>
          </p:cNvPr>
          <p:cNvCxnSpPr/>
          <p:nvPr userDrawn="1"/>
        </p:nvCxnSpPr>
        <p:spPr>
          <a:xfrm>
            <a:off x="8008774" y="2426556"/>
            <a:ext cx="0" cy="981860"/>
          </a:xfrm>
          <a:prstGeom prst="line">
            <a:avLst/>
          </a:prstGeom>
          <a:noFill/>
          <a:ln w="3175" cap="rnd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/>
            <a:tailEnd type="none" w="med" len="med"/>
          </a:ln>
          <a:effectLst/>
        </p:spPr>
      </p:cxnSp>
      <p:pic>
        <p:nvPicPr>
          <p:cNvPr id="20" name="Picture 2" descr="宁波大学">
            <a:extLst>
              <a:ext uri="{FF2B5EF4-FFF2-40B4-BE49-F238E27FC236}">
                <a16:creationId xmlns:a16="http://schemas.microsoft.com/office/drawing/2014/main" id="{B16C57DA-DEE3-4142-BF0B-4D400EB036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180" y="-135308"/>
            <a:ext cx="1729432" cy="74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807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苹果手机对比式-湖南大学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51282CA1-9022-4F58-A670-3AD1EC613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2000"/>
          </a:blip>
          <a:srcRect l="8616" r="86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940969F8-F980-43DE-8F13-DDB1974C11EE}"/>
              </a:ext>
            </a:extLst>
          </p:cNvPr>
          <p:cNvSpPr/>
          <p:nvPr userDrawn="1"/>
        </p:nvSpPr>
        <p:spPr>
          <a:xfrm>
            <a:off x="-9112" y="6498728"/>
            <a:ext cx="12192000" cy="38100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页脚占位符 2">
            <a:extLst>
              <a:ext uri="{FF2B5EF4-FFF2-40B4-BE49-F238E27FC236}">
                <a16:creationId xmlns:a16="http://schemas.microsoft.com/office/drawing/2014/main" id="{66B36100-037D-4A1A-BCF0-50A7E6D296FE}"/>
              </a:ext>
            </a:extLst>
          </p:cNvPr>
          <p:cNvSpPr txBox="1">
            <a:spLocks/>
          </p:cNvSpPr>
          <p:nvPr userDrawn="1"/>
        </p:nvSpPr>
        <p:spPr>
          <a:xfrm>
            <a:off x="4069915" y="6522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 </a:t>
            </a:r>
            <a:r>
              <a:rPr lang="zh-CN" altLang="en-US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cs typeface="Arial" panose="020B0604020202020204" pitchFamily="34" charset="0"/>
              </a:rPr>
              <a:t>实事求是 敢为人先 </a:t>
            </a:r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</a:t>
            </a:r>
            <a:endParaRPr lang="zh-CN" altLang="en-US" spc="30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65E30ABA-630F-4B84-BB7F-171F0D7F36CF}"/>
              </a:ext>
            </a:extLst>
          </p:cNvPr>
          <p:cNvSpPr txBox="1">
            <a:spLocks/>
          </p:cNvSpPr>
          <p:nvPr userDrawn="1"/>
        </p:nvSpPr>
        <p:spPr>
          <a:xfrm>
            <a:off x="8760573" y="65123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B76156-88C3-4342-990D-42328ACD652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8910F8EB-6647-4403-BFE3-C27C78D4EE1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26506" y="24833"/>
            <a:ext cx="10515600" cy="132556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F921E-0506-454B-8E04-0DED1FCF3B0A}"/>
              </a:ext>
            </a:extLst>
          </p:cNvPr>
          <p:cNvSpPr/>
          <p:nvPr userDrawn="1"/>
        </p:nvSpPr>
        <p:spPr>
          <a:xfrm flipH="1">
            <a:off x="668541" y="405778"/>
            <a:ext cx="63536" cy="5636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ight Triangle 1">
            <a:extLst>
              <a:ext uri="{FF2B5EF4-FFF2-40B4-BE49-F238E27FC236}">
                <a16:creationId xmlns:a16="http://schemas.microsoft.com/office/drawing/2014/main" id="{9AD2ADCB-1936-428D-9AFE-6AB764026870}"/>
              </a:ext>
            </a:extLst>
          </p:cNvPr>
          <p:cNvSpPr/>
          <p:nvPr/>
        </p:nvSpPr>
        <p:spPr>
          <a:xfrm flipH="1" flipV="1">
            <a:off x="4421053" y="-48206"/>
            <a:ext cx="7770947" cy="622259"/>
          </a:xfrm>
          <a:custGeom>
            <a:avLst/>
            <a:gdLst>
              <a:gd name="connsiteX0" fmla="*/ 0 w 11176000"/>
              <a:gd name="connsiteY0" fmla="*/ 673100 h 673100"/>
              <a:gd name="connsiteX1" fmla="*/ 0 w 11176000"/>
              <a:gd name="connsiteY1" fmla="*/ 0 h 673100"/>
              <a:gd name="connsiteX2" fmla="*/ 11176000 w 11176000"/>
              <a:gd name="connsiteY2" fmla="*/ 673100 h 673100"/>
              <a:gd name="connsiteX3" fmla="*/ 0 w 11176000"/>
              <a:gd name="connsiteY3" fmla="*/ 673100 h 673100"/>
              <a:gd name="connsiteX0" fmla="*/ 0 w 11176000"/>
              <a:gd name="connsiteY0" fmla="*/ 689203 h 689203"/>
              <a:gd name="connsiteX1" fmla="*/ 0 w 11176000"/>
              <a:gd name="connsiteY1" fmla="*/ 16103 h 689203"/>
              <a:gd name="connsiteX2" fmla="*/ 11176000 w 11176000"/>
              <a:gd name="connsiteY2" fmla="*/ 689203 h 689203"/>
              <a:gd name="connsiteX3" fmla="*/ 0 w 11176000"/>
              <a:gd name="connsiteY3" fmla="*/ 689203 h 689203"/>
              <a:gd name="connsiteX0" fmla="*/ 0 w 11176000"/>
              <a:gd name="connsiteY0" fmla="*/ 685861 h 685861"/>
              <a:gd name="connsiteX1" fmla="*/ 0 w 11176000"/>
              <a:gd name="connsiteY1" fmla="*/ 12761 h 685861"/>
              <a:gd name="connsiteX2" fmla="*/ 11176000 w 11176000"/>
              <a:gd name="connsiteY2" fmla="*/ 685861 h 685861"/>
              <a:gd name="connsiteX3" fmla="*/ 0 w 11176000"/>
              <a:gd name="connsiteY3" fmla="*/ 685861 h 685861"/>
              <a:gd name="connsiteX0" fmla="*/ 0 w 11176000"/>
              <a:gd name="connsiteY0" fmla="*/ 548751 h 548751"/>
              <a:gd name="connsiteX1" fmla="*/ 12700 w 11176000"/>
              <a:gd name="connsiteY1" fmla="*/ 15351 h 548751"/>
              <a:gd name="connsiteX2" fmla="*/ 11176000 w 11176000"/>
              <a:gd name="connsiteY2" fmla="*/ 548751 h 548751"/>
              <a:gd name="connsiteX3" fmla="*/ 0 w 11176000"/>
              <a:gd name="connsiteY3" fmla="*/ 548751 h 548751"/>
              <a:gd name="connsiteX0" fmla="*/ 6350 w 11182350"/>
              <a:gd name="connsiteY0" fmla="*/ 548751 h 548751"/>
              <a:gd name="connsiteX1" fmla="*/ 0 w 11182350"/>
              <a:gd name="connsiteY1" fmla="*/ 15351 h 548751"/>
              <a:gd name="connsiteX2" fmla="*/ 11182350 w 11182350"/>
              <a:gd name="connsiteY2" fmla="*/ 548751 h 548751"/>
              <a:gd name="connsiteX3" fmla="*/ 6350 w 11182350"/>
              <a:gd name="connsiteY3" fmla="*/ 548751 h 548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2350" h="548751">
                <a:moveTo>
                  <a:pt x="6350" y="548751"/>
                </a:moveTo>
                <a:cubicBezTo>
                  <a:pt x="4233" y="370951"/>
                  <a:pt x="2117" y="193151"/>
                  <a:pt x="0" y="15351"/>
                </a:cubicBezTo>
                <a:cubicBezTo>
                  <a:pt x="4969933" y="-103182"/>
                  <a:pt x="6936317" y="502184"/>
                  <a:pt x="11182350" y="548751"/>
                </a:cubicBezTo>
                <a:lnTo>
                  <a:pt x="6350" y="548751"/>
                </a:lnTo>
                <a:close/>
              </a:path>
            </a:pathLst>
          </a:custGeom>
          <a:solidFill>
            <a:srgbClr val="D012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2" name="Picture" descr="Picture">
            <a:extLst>
              <a:ext uri="{FF2B5EF4-FFF2-40B4-BE49-F238E27FC236}">
                <a16:creationId xmlns:a16="http://schemas.microsoft.com/office/drawing/2014/main" id="{20BC232B-0E4B-4F12-8D98-879C6F3452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</a:blip>
          <a:stretch>
            <a:fillRect/>
          </a:stretch>
        </p:blipFill>
        <p:spPr>
          <a:xfrm>
            <a:off x="657638" y="1396514"/>
            <a:ext cx="10858500" cy="4721224"/>
          </a:xfrm>
          <a:prstGeom prst="rect">
            <a:avLst/>
          </a:prstGeom>
          <a:effectLst>
            <a:outerShdw blurRad="152400" dist="79726" dir="2700000" algn="ctr">
              <a:srgbClr val="000000">
                <a:alpha val="30000"/>
              </a:srgbClr>
            </a:outerShdw>
          </a:effectLst>
        </p:spPr>
      </p:pic>
      <p:pic>
        <p:nvPicPr>
          <p:cNvPr id="4" name="图片 3" descr="图片包含 监视器, 电子产品&#10;&#10;描述已自动生成">
            <a:extLst>
              <a:ext uri="{FF2B5EF4-FFF2-40B4-BE49-F238E27FC236}">
                <a16:creationId xmlns:a16="http://schemas.microsoft.com/office/drawing/2014/main" id="{72477EB0-D824-4115-AA2D-374872481F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754" y="1456067"/>
            <a:ext cx="2577211" cy="4721224"/>
          </a:xfrm>
          <a:prstGeom prst="rect">
            <a:avLst/>
          </a:prstGeom>
        </p:spPr>
      </p:pic>
      <p:sp>
        <p:nvSpPr>
          <p:cNvPr id="31" name="图片占位符 7">
            <a:extLst>
              <a:ext uri="{FF2B5EF4-FFF2-40B4-BE49-F238E27FC236}">
                <a16:creationId xmlns:a16="http://schemas.microsoft.com/office/drawing/2014/main" id="{63157526-0E95-4ABB-854B-FAD868841DA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88066" y="2045759"/>
            <a:ext cx="2019480" cy="3542824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 descr="图片包含 监视器, 电子产品&#10;&#10;描述已自动生成">
            <a:extLst>
              <a:ext uri="{FF2B5EF4-FFF2-40B4-BE49-F238E27FC236}">
                <a16:creationId xmlns:a16="http://schemas.microsoft.com/office/drawing/2014/main" id="{7F3DA6FB-6056-4D95-B283-93B7EB488A8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401" y="1423793"/>
            <a:ext cx="2597351" cy="4758118"/>
          </a:xfrm>
          <a:prstGeom prst="rect">
            <a:avLst/>
          </a:prstGeom>
        </p:spPr>
      </p:pic>
      <p:sp>
        <p:nvSpPr>
          <p:cNvPr id="22" name="图片占位符 7">
            <a:extLst>
              <a:ext uri="{FF2B5EF4-FFF2-40B4-BE49-F238E27FC236}">
                <a16:creationId xmlns:a16="http://schemas.microsoft.com/office/drawing/2014/main" id="{AA6581B0-DC74-4589-A859-A77376FD7C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5386" y="2023639"/>
            <a:ext cx="2081380" cy="35645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9" name="išḷídé">
            <a:extLst>
              <a:ext uri="{FF2B5EF4-FFF2-40B4-BE49-F238E27FC236}">
                <a16:creationId xmlns:a16="http://schemas.microsoft.com/office/drawing/2014/main" id="{B8447EA5-5C35-455C-8F0B-40A48A568E7B}"/>
              </a:ext>
            </a:extLst>
          </p:cNvPr>
          <p:cNvSpPr/>
          <p:nvPr userDrawn="1"/>
        </p:nvSpPr>
        <p:spPr>
          <a:xfrm>
            <a:off x="5653394" y="3041375"/>
            <a:ext cx="891772" cy="891772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wrap="none" anchor="b" anchorCtr="0">
            <a:normAutofit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VS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389E3D5-759C-45E7-9243-8B9D97E9024C}"/>
              </a:ext>
            </a:extLst>
          </p:cNvPr>
          <p:cNvCxnSpPr>
            <a:cxnSpLocks/>
          </p:cNvCxnSpPr>
          <p:nvPr userDrawn="1"/>
        </p:nvCxnSpPr>
        <p:spPr>
          <a:xfrm>
            <a:off x="9295973" y="2958188"/>
            <a:ext cx="2033609" cy="0"/>
          </a:xfrm>
          <a:prstGeom prst="line">
            <a:avLst/>
          </a:prstGeom>
          <a:noFill/>
          <a:ln w="3175" cap="rnd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/>
            <a:tailEnd type="none" w="med" len="med"/>
          </a:ln>
          <a:effectLst/>
        </p:spPr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94FD8007-A92C-476B-9EA8-1560D4782E7E}"/>
              </a:ext>
            </a:extLst>
          </p:cNvPr>
          <p:cNvCxnSpPr>
            <a:cxnSpLocks/>
          </p:cNvCxnSpPr>
          <p:nvPr userDrawn="1"/>
        </p:nvCxnSpPr>
        <p:spPr>
          <a:xfrm>
            <a:off x="9295973" y="4194000"/>
            <a:ext cx="2033609" cy="0"/>
          </a:xfrm>
          <a:prstGeom prst="line">
            <a:avLst/>
          </a:prstGeom>
          <a:noFill/>
          <a:ln w="3175" cap="rnd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/>
            <a:tailEnd type="none" w="med" len="med"/>
          </a:ln>
          <a:effectLst/>
        </p:spPr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BDFFE02-A2B7-4FEA-B325-7238C4086BD3}"/>
              </a:ext>
            </a:extLst>
          </p:cNvPr>
          <p:cNvCxnSpPr>
            <a:cxnSpLocks/>
          </p:cNvCxnSpPr>
          <p:nvPr userDrawn="1"/>
        </p:nvCxnSpPr>
        <p:spPr>
          <a:xfrm>
            <a:off x="802811" y="2958188"/>
            <a:ext cx="1896300" cy="0"/>
          </a:xfrm>
          <a:prstGeom prst="line">
            <a:avLst/>
          </a:prstGeom>
          <a:noFill/>
          <a:ln w="3175" cap="rnd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/>
            <a:tailEnd type="none" w="med" len="med"/>
          </a:ln>
          <a:effectLst/>
        </p:spPr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731ED89B-041A-4EFC-A4E6-E3C192B50F32}"/>
              </a:ext>
            </a:extLst>
          </p:cNvPr>
          <p:cNvCxnSpPr>
            <a:cxnSpLocks/>
          </p:cNvCxnSpPr>
          <p:nvPr userDrawn="1"/>
        </p:nvCxnSpPr>
        <p:spPr>
          <a:xfrm>
            <a:off x="802811" y="4194000"/>
            <a:ext cx="1896300" cy="0"/>
          </a:xfrm>
          <a:prstGeom prst="line">
            <a:avLst/>
          </a:prstGeom>
          <a:noFill/>
          <a:ln w="3175" cap="rnd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/>
            <a:tailEnd type="none" w="med" len="med"/>
          </a:ln>
          <a:effectLst/>
        </p:spPr>
      </p:cxn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538340-9B00-4050-BE0D-CD909384D2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17988" y="2045759"/>
            <a:ext cx="2299131" cy="914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8" name="文本占位符 4">
            <a:extLst>
              <a:ext uri="{FF2B5EF4-FFF2-40B4-BE49-F238E27FC236}">
                <a16:creationId xmlns:a16="http://schemas.microsoft.com/office/drawing/2014/main" id="{62AA7D38-AC0E-409F-8491-6C51100A972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6506" y="3243491"/>
            <a:ext cx="2299131" cy="914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9" name="文本占位符 4">
            <a:extLst>
              <a:ext uri="{FF2B5EF4-FFF2-40B4-BE49-F238E27FC236}">
                <a16:creationId xmlns:a16="http://schemas.microsoft.com/office/drawing/2014/main" id="{69E8809E-E969-4A36-9930-4D2C5E5D76A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7988" y="4331622"/>
            <a:ext cx="2299131" cy="914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0" name="文本占位符 4">
            <a:extLst>
              <a:ext uri="{FF2B5EF4-FFF2-40B4-BE49-F238E27FC236}">
                <a16:creationId xmlns:a16="http://schemas.microsoft.com/office/drawing/2014/main" id="{F244F6F7-DB90-4834-AA2C-9AAB00E3DE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09685" y="2024020"/>
            <a:ext cx="2299131" cy="914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1" name="文本占位符 4">
            <a:extLst>
              <a:ext uri="{FF2B5EF4-FFF2-40B4-BE49-F238E27FC236}">
                <a16:creationId xmlns:a16="http://schemas.microsoft.com/office/drawing/2014/main" id="{7BAC2AD2-43DB-4871-AB00-DB66BB6552F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318203" y="3221752"/>
            <a:ext cx="2299131" cy="914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2" name="文本占位符 4">
            <a:extLst>
              <a:ext uri="{FF2B5EF4-FFF2-40B4-BE49-F238E27FC236}">
                <a16:creationId xmlns:a16="http://schemas.microsoft.com/office/drawing/2014/main" id="{7C194083-E51C-4D05-AE73-BE4ABB008B4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09685" y="4309883"/>
            <a:ext cx="2299131" cy="914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26" name="Picture 2" descr="宁波大学">
            <a:extLst>
              <a:ext uri="{FF2B5EF4-FFF2-40B4-BE49-F238E27FC236}">
                <a16:creationId xmlns:a16="http://schemas.microsoft.com/office/drawing/2014/main" id="{66478B25-03C7-419E-9327-A73E5673DE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180" y="-135308"/>
            <a:ext cx="1729432" cy="74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7006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四段式-湖南大学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51282CA1-9022-4F58-A670-3AD1EC613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2000"/>
          </a:blip>
          <a:srcRect l="8616" r="86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940969F8-F980-43DE-8F13-DDB1974C11EE}"/>
              </a:ext>
            </a:extLst>
          </p:cNvPr>
          <p:cNvSpPr/>
          <p:nvPr userDrawn="1"/>
        </p:nvSpPr>
        <p:spPr>
          <a:xfrm>
            <a:off x="-9112" y="6498728"/>
            <a:ext cx="12192000" cy="38100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页脚占位符 2">
            <a:extLst>
              <a:ext uri="{FF2B5EF4-FFF2-40B4-BE49-F238E27FC236}">
                <a16:creationId xmlns:a16="http://schemas.microsoft.com/office/drawing/2014/main" id="{66B36100-037D-4A1A-BCF0-50A7E6D296FE}"/>
              </a:ext>
            </a:extLst>
          </p:cNvPr>
          <p:cNvSpPr txBox="1">
            <a:spLocks/>
          </p:cNvSpPr>
          <p:nvPr userDrawn="1"/>
        </p:nvSpPr>
        <p:spPr>
          <a:xfrm>
            <a:off x="4069915" y="6522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 </a:t>
            </a:r>
            <a:r>
              <a:rPr lang="zh-CN" altLang="en-US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cs typeface="Arial" panose="020B0604020202020204" pitchFamily="34" charset="0"/>
              </a:rPr>
              <a:t>实事求是 敢为人先 </a:t>
            </a:r>
            <a:r>
              <a:rPr lang="en-US" altLang="zh-CN" spc="3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—</a:t>
            </a:r>
            <a:endParaRPr lang="zh-CN" altLang="en-US" spc="30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65E30ABA-630F-4B84-BB7F-171F0D7F36CF}"/>
              </a:ext>
            </a:extLst>
          </p:cNvPr>
          <p:cNvSpPr txBox="1">
            <a:spLocks/>
          </p:cNvSpPr>
          <p:nvPr userDrawn="1"/>
        </p:nvSpPr>
        <p:spPr>
          <a:xfrm>
            <a:off x="8760573" y="65123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B76156-88C3-4342-990D-42328ACD652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8910F8EB-6647-4403-BFE3-C27C78D4EE1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26506" y="24833"/>
            <a:ext cx="10515600" cy="132556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F921E-0506-454B-8E04-0DED1FCF3B0A}"/>
              </a:ext>
            </a:extLst>
          </p:cNvPr>
          <p:cNvSpPr/>
          <p:nvPr userDrawn="1"/>
        </p:nvSpPr>
        <p:spPr>
          <a:xfrm flipH="1">
            <a:off x="743759" y="405778"/>
            <a:ext cx="63536" cy="5636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ight Triangle 1">
            <a:extLst>
              <a:ext uri="{FF2B5EF4-FFF2-40B4-BE49-F238E27FC236}">
                <a16:creationId xmlns:a16="http://schemas.microsoft.com/office/drawing/2014/main" id="{9AD2ADCB-1936-428D-9AFE-6AB764026870}"/>
              </a:ext>
            </a:extLst>
          </p:cNvPr>
          <p:cNvSpPr/>
          <p:nvPr/>
        </p:nvSpPr>
        <p:spPr>
          <a:xfrm flipH="1" flipV="1">
            <a:off x="4421053" y="-48206"/>
            <a:ext cx="7770947" cy="622259"/>
          </a:xfrm>
          <a:custGeom>
            <a:avLst/>
            <a:gdLst>
              <a:gd name="connsiteX0" fmla="*/ 0 w 11176000"/>
              <a:gd name="connsiteY0" fmla="*/ 673100 h 673100"/>
              <a:gd name="connsiteX1" fmla="*/ 0 w 11176000"/>
              <a:gd name="connsiteY1" fmla="*/ 0 h 673100"/>
              <a:gd name="connsiteX2" fmla="*/ 11176000 w 11176000"/>
              <a:gd name="connsiteY2" fmla="*/ 673100 h 673100"/>
              <a:gd name="connsiteX3" fmla="*/ 0 w 11176000"/>
              <a:gd name="connsiteY3" fmla="*/ 673100 h 673100"/>
              <a:gd name="connsiteX0" fmla="*/ 0 w 11176000"/>
              <a:gd name="connsiteY0" fmla="*/ 689203 h 689203"/>
              <a:gd name="connsiteX1" fmla="*/ 0 w 11176000"/>
              <a:gd name="connsiteY1" fmla="*/ 16103 h 689203"/>
              <a:gd name="connsiteX2" fmla="*/ 11176000 w 11176000"/>
              <a:gd name="connsiteY2" fmla="*/ 689203 h 689203"/>
              <a:gd name="connsiteX3" fmla="*/ 0 w 11176000"/>
              <a:gd name="connsiteY3" fmla="*/ 689203 h 689203"/>
              <a:gd name="connsiteX0" fmla="*/ 0 w 11176000"/>
              <a:gd name="connsiteY0" fmla="*/ 685861 h 685861"/>
              <a:gd name="connsiteX1" fmla="*/ 0 w 11176000"/>
              <a:gd name="connsiteY1" fmla="*/ 12761 h 685861"/>
              <a:gd name="connsiteX2" fmla="*/ 11176000 w 11176000"/>
              <a:gd name="connsiteY2" fmla="*/ 685861 h 685861"/>
              <a:gd name="connsiteX3" fmla="*/ 0 w 11176000"/>
              <a:gd name="connsiteY3" fmla="*/ 685861 h 685861"/>
              <a:gd name="connsiteX0" fmla="*/ 0 w 11176000"/>
              <a:gd name="connsiteY0" fmla="*/ 548751 h 548751"/>
              <a:gd name="connsiteX1" fmla="*/ 12700 w 11176000"/>
              <a:gd name="connsiteY1" fmla="*/ 15351 h 548751"/>
              <a:gd name="connsiteX2" fmla="*/ 11176000 w 11176000"/>
              <a:gd name="connsiteY2" fmla="*/ 548751 h 548751"/>
              <a:gd name="connsiteX3" fmla="*/ 0 w 11176000"/>
              <a:gd name="connsiteY3" fmla="*/ 548751 h 548751"/>
              <a:gd name="connsiteX0" fmla="*/ 6350 w 11182350"/>
              <a:gd name="connsiteY0" fmla="*/ 548751 h 548751"/>
              <a:gd name="connsiteX1" fmla="*/ 0 w 11182350"/>
              <a:gd name="connsiteY1" fmla="*/ 15351 h 548751"/>
              <a:gd name="connsiteX2" fmla="*/ 11182350 w 11182350"/>
              <a:gd name="connsiteY2" fmla="*/ 548751 h 548751"/>
              <a:gd name="connsiteX3" fmla="*/ 6350 w 11182350"/>
              <a:gd name="connsiteY3" fmla="*/ 548751 h 548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2350" h="548751">
                <a:moveTo>
                  <a:pt x="6350" y="548751"/>
                </a:moveTo>
                <a:cubicBezTo>
                  <a:pt x="4233" y="370951"/>
                  <a:pt x="2117" y="193151"/>
                  <a:pt x="0" y="15351"/>
                </a:cubicBezTo>
                <a:cubicBezTo>
                  <a:pt x="4969933" y="-103182"/>
                  <a:pt x="6936317" y="502184"/>
                  <a:pt x="11182350" y="548751"/>
                </a:cubicBezTo>
                <a:lnTo>
                  <a:pt x="6350" y="548751"/>
                </a:lnTo>
                <a:close/>
              </a:path>
            </a:pathLst>
          </a:custGeom>
          <a:solidFill>
            <a:srgbClr val="D012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34" name="Picture" descr="Picture">
            <a:extLst>
              <a:ext uri="{FF2B5EF4-FFF2-40B4-BE49-F238E27FC236}">
                <a16:creationId xmlns:a16="http://schemas.microsoft.com/office/drawing/2014/main" id="{B1E6AA6D-1F71-4908-9B93-07E325B2A4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</a:blip>
          <a:stretch>
            <a:fillRect/>
          </a:stretch>
        </p:blipFill>
        <p:spPr>
          <a:xfrm>
            <a:off x="657638" y="1374404"/>
            <a:ext cx="10858500" cy="4705350"/>
          </a:xfrm>
          <a:prstGeom prst="rect">
            <a:avLst/>
          </a:prstGeom>
          <a:effectLst>
            <a:outerShdw blurRad="152400" dist="79726" dir="2700000" algn="ctr">
              <a:srgbClr val="000000">
                <a:alpha val="30000"/>
              </a:srgbClr>
            </a:outerShdw>
          </a:effectLst>
        </p:spPr>
      </p:pic>
      <p:sp>
        <p:nvSpPr>
          <p:cNvPr id="5" name="图片占位符 4">
            <a:extLst>
              <a:ext uri="{FF2B5EF4-FFF2-40B4-BE49-F238E27FC236}">
                <a16:creationId xmlns:a16="http://schemas.microsoft.com/office/drawing/2014/main" id="{93AD8F86-6A1D-48C7-8AD8-F416238151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5405" y="1525626"/>
            <a:ext cx="2487528" cy="164255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8" name="图片占位符 4">
            <a:extLst>
              <a:ext uri="{FF2B5EF4-FFF2-40B4-BE49-F238E27FC236}">
                <a16:creationId xmlns:a16="http://schemas.microsoft.com/office/drawing/2014/main" id="{6841EFDA-E160-419D-8380-B757CE74AD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28739" y="1525626"/>
            <a:ext cx="2487528" cy="164255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29" name="图片占位符 4">
            <a:extLst>
              <a:ext uri="{FF2B5EF4-FFF2-40B4-BE49-F238E27FC236}">
                <a16:creationId xmlns:a16="http://schemas.microsoft.com/office/drawing/2014/main" id="{6443FE7E-BAF4-470F-8654-70BE6D6404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1240" y="1525626"/>
            <a:ext cx="2487528" cy="164255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0" name="图片占位符 4">
            <a:extLst>
              <a:ext uri="{FF2B5EF4-FFF2-40B4-BE49-F238E27FC236}">
                <a16:creationId xmlns:a16="http://schemas.microsoft.com/office/drawing/2014/main" id="{38B38AFA-731E-4554-8759-F6B16F8E28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30600" y="1525626"/>
            <a:ext cx="2487528" cy="164255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6967B4C-BFA3-46C9-8262-1BE3E015F0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7399" y="3400313"/>
            <a:ext cx="2495534" cy="253843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1" name="文本占位符 6">
            <a:extLst>
              <a:ext uri="{FF2B5EF4-FFF2-40B4-BE49-F238E27FC236}">
                <a16:creationId xmlns:a16="http://schemas.microsoft.com/office/drawing/2014/main" id="{0F2AC6DF-8D91-4A68-AF2D-CDC188E76D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20262" y="3414873"/>
            <a:ext cx="2495534" cy="253843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2" name="文本占位符 6">
            <a:extLst>
              <a:ext uri="{FF2B5EF4-FFF2-40B4-BE49-F238E27FC236}">
                <a16:creationId xmlns:a16="http://schemas.microsoft.com/office/drawing/2014/main" id="{C6AC21D8-0EFC-403B-A58B-8D0C0CB6F6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9608" y="3414873"/>
            <a:ext cx="2495534" cy="253843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3" name="文本占位符 6">
            <a:extLst>
              <a:ext uri="{FF2B5EF4-FFF2-40B4-BE49-F238E27FC236}">
                <a16:creationId xmlns:a16="http://schemas.microsoft.com/office/drawing/2014/main" id="{9C028F4D-701A-42AD-ADB0-7C6DB8FC16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838595" y="3414873"/>
            <a:ext cx="2495534" cy="253843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20" name="Picture 2" descr="宁波大学">
            <a:extLst>
              <a:ext uri="{FF2B5EF4-FFF2-40B4-BE49-F238E27FC236}">
                <a16:creationId xmlns:a16="http://schemas.microsoft.com/office/drawing/2014/main" id="{B9365BC0-0BF4-47FE-AEB5-9380C2A165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180" y="-135308"/>
            <a:ext cx="1729432" cy="74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3300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页-湖南大学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411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-湖南大学模板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AB098A9D-2195-451F-A75D-D5AB2306F8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D22828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-32720" y="0"/>
            <a:ext cx="12216540" cy="702578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07A3DAF-7660-4E8C-A746-013DFB58F67C}"/>
              </a:ext>
            </a:extLst>
          </p:cNvPr>
          <p:cNvSpPr/>
          <p:nvPr userDrawn="1"/>
        </p:nvSpPr>
        <p:spPr>
          <a:xfrm>
            <a:off x="-20451" y="0"/>
            <a:ext cx="12208361" cy="5896790"/>
          </a:xfrm>
          <a:prstGeom prst="rect">
            <a:avLst/>
          </a:prstGeom>
          <a:solidFill>
            <a:schemeClr val="accent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D99CAB8-391E-4BB1-9CF0-AAF2AB6F0C26}"/>
              </a:ext>
            </a:extLst>
          </p:cNvPr>
          <p:cNvGrpSpPr/>
          <p:nvPr userDrawn="1"/>
        </p:nvGrpSpPr>
        <p:grpSpPr>
          <a:xfrm>
            <a:off x="0" y="4673703"/>
            <a:ext cx="12200180" cy="750929"/>
            <a:chOff x="-14544" y="4884668"/>
            <a:chExt cx="12221088" cy="586767"/>
          </a:xfrm>
          <a:solidFill>
            <a:schemeClr val="bg1">
              <a:lumMod val="95000"/>
            </a:schemeClr>
          </a:solidFill>
        </p:grpSpPr>
        <p:sp>
          <p:nvSpPr>
            <p:cNvPr id="10" name="矩形 8">
              <a:extLst>
                <a:ext uri="{FF2B5EF4-FFF2-40B4-BE49-F238E27FC236}">
                  <a16:creationId xmlns:a16="http://schemas.microsoft.com/office/drawing/2014/main" id="{DB3E3EDC-9CCC-4352-8D87-3ACBE8C4A662}"/>
                </a:ext>
              </a:extLst>
            </p:cNvPr>
            <p:cNvSpPr/>
            <p:nvPr/>
          </p:nvSpPr>
          <p:spPr>
            <a:xfrm>
              <a:off x="-14544" y="4884668"/>
              <a:ext cx="6148644" cy="586767"/>
            </a:xfrm>
            <a:custGeom>
              <a:avLst/>
              <a:gdLst>
                <a:gd name="connsiteX0" fmla="*/ 0 w 6110544"/>
                <a:gd name="connsiteY0" fmla="*/ 0 h 112035"/>
                <a:gd name="connsiteX1" fmla="*/ 6110544 w 6110544"/>
                <a:gd name="connsiteY1" fmla="*/ 0 h 112035"/>
                <a:gd name="connsiteX2" fmla="*/ 6110544 w 6110544"/>
                <a:gd name="connsiteY2" fmla="*/ 112035 h 112035"/>
                <a:gd name="connsiteX3" fmla="*/ 0 w 6110544"/>
                <a:gd name="connsiteY3" fmla="*/ 112035 h 112035"/>
                <a:gd name="connsiteX4" fmla="*/ 0 w 6110544"/>
                <a:gd name="connsiteY4" fmla="*/ 0 h 112035"/>
                <a:gd name="connsiteX0" fmla="*/ 0 w 6123244"/>
                <a:gd name="connsiteY0" fmla="*/ 0 h 594635"/>
                <a:gd name="connsiteX1" fmla="*/ 6110544 w 6123244"/>
                <a:gd name="connsiteY1" fmla="*/ 0 h 594635"/>
                <a:gd name="connsiteX2" fmla="*/ 6123244 w 6123244"/>
                <a:gd name="connsiteY2" fmla="*/ 594635 h 594635"/>
                <a:gd name="connsiteX3" fmla="*/ 0 w 6123244"/>
                <a:gd name="connsiteY3" fmla="*/ 112035 h 594635"/>
                <a:gd name="connsiteX4" fmla="*/ 0 w 6123244"/>
                <a:gd name="connsiteY4" fmla="*/ 0 h 594635"/>
                <a:gd name="connsiteX0" fmla="*/ 0 w 6148644"/>
                <a:gd name="connsiteY0" fmla="*/ 0 h 594635"/>
                <a:gd name="connsiteX1" fmla="*/ 6148644 w 6148644"/>
                <a:gd name="connsiteY1" fmla="*/ 393700 h 594635"/>
                <a:gd name="connsiteX2" fmla="*/ 6123244 w 6148644"/>
                <a:gd name="connsiteY2" fmla="*/ 594635 h 594635"/>
                <a:gd name="connsiteX3" fmla="*/ 0 w 6148644"/>
                <a:gd name="connsiteY3" fmla="*/ 112035 h 594635"/>
                <a:gd name="connsiteX4" fmla="*/ 0 w 6148644"/>
                <a:gd name="connsiteY4" fmla="*/ 0 h 594635"/>
                <a:gd name="connsiteX0" fmla="*/ 0 w 6148644"/>
                <a:gd name="connsiteY0" fmla="*/ 0 h 594635"/>
                <a:gd name="connsiteX1" fmla="*/ 6148644 w 6148644"/>
                <a:gd name="connsiteY1" fmla="*/ 393700 h 594635"/>
                <a:gd name="connsiteX2" fmla="*/ 6123244 w 6148644"/>
                <a:gd name="connsiteY2" fmla="*/ 594635 h 594635"/>
                <a:gd name="connsiteX3" fmla="*/ 0 w 6148644"/>
                <a:gd name="connsiteY3" fmla="*/ 112035 h 594635"/>
                <a:gd name="connsiteX4" fmla="*/ 0 w 6148644"/>
                <a:gd name="connsiteY4" fmla="*/ 0 h 594635"/>
                <a:gd name="connsiteX0" fmla="*/ 0 w 6148644"/>
                <a:gd name="connsiteY0" fmla="*/ 0 h 594635"/>
                <a:gd name="connsiteX1" fmla="*/ 6148644 w 6148644"/>
                <a:gd name="connsiteY1" fmla="*/ 393700 h 594635"/>
                <a:gd name="connsiteX2" fmla="*/ 6123244 w 6148644"/>
                <a:gd name="connsiteY2" fmla="*/ 594635 h 594635"/>
                <a:gd name="connsiteX3" fmla="*/ 0 w 6148644"/>
                <a:gd name="connsiteY3" fmla="*/ 112035 h 594635"/>
                <a:gd name="connsiteX4" fmla="*/ 0 w 6148644"/>
                <a:gd name="connsiteY4" fmla="*/ 0 h 594635"/>
                <a:gd name="connsiteX0" fmla="*/ 0 w 6148644"/>
                <a:gd name="connsiteY0" fmla="*/ 42932 h 637567"/>
                <a:gd name="connsiteX1" fmla="*/ 6148644 w 6148644"/>
                <a:gd name="connsiteY1" fmla="*/ 436632 h 637567"/>
                <a:gd name="connsiteX2" fmla="*/ 6123244 w 6148644"/>
                <a:gd name="connsiteY2" fmla="*/ 637567 h 637567"/>
                <a:gd name="connsiteX3" fmla="*/ 0 w 6148644"/>
                <a:gd name="connsiteY3" fmla="*/ 154967 h 637567"/>
                <a:gd name="connsiteX4" fmla="*/ 0 w 6148644"/>
                <a:gd name="connsiteY4" fmla="*/ 42932 h 637567"/>
                <a:gd name="connsiteX0" fmla="*/ 0 w 6148644"/>
                <a:gd name="connsiteY0" fmla="*/ 42932 h 637567"/>
                <a:gd name="connsiteX1" fmla="*/ 6148644 w 6148644"/>
                <a:gd name="connsiteY1" fmla="*/ 436632 h 637567"/>
                <a:gd name="connsiteX2" fmla="*/ 6123244 w 6148644"/>
                <a:gd name="connsiteY2" fmla="*/ 637567 h 637567"/>
                <a:gd name="connsiteX3" fmla="*/ 0 w 6148644"/>
                <a:gd name="connsiteY3" fmla="*/ 154967 h 637567"/>
                <a:gd name="connsiteX4" fmla="*/ 0 w 6148644"/>
                <a:gd name="connsiteY4" fmla="*/ 42932 h 637567"/>
                <a:gd name="connsiteX0" fmla="*/ 0 w 6148644"/>
                <a:gd name="connsiteY0" fmla="*/ 42932 h 586767"/>
                <a:gd name="connsiteX1" fmla="*/ 6148644 w 6148644"/>
                <a:gd name="connsiteY1" fmla="*/ 436632 h 586767"/>
                <a:gd name="connsiteX2" fmla="*/ 6123244 w 6148644"/>
                <a:gd name="connsiteY2" fmla="*/ 586767 h 586767"/>
                <a:gd name="connsiteX3" fmla="*/ 0 w 6148644"/>
                <a:gd name="connsiteY3" fmla="*/ 154967 h 586767"/>
                <a:gd name="connsiteX4" fmla="*/ 0 w 6148644"/>
                <a:gd name="connsiteY4" fmla="*/ 42932 h 58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8644" h="586767">
                  <a:moveTo>
                    <a:pt x="0" y="42932"/>
                  </a:moveTo>
                  <a:cubicBezTo>
                    <a:pt x="2049548" y="174165"/>
                    <a:pt x="4340396" y="-329601"/>
                    <a:pt x="6148644" y="436632"/>
                  </a:cubicBezTo>
                  <a:lnTo>
                    <a:pt x="6123244" y="586767"/>
                  </a:lnTo>
                  <a:cubicBezTo>
                    <a:pt x="4399663" y="-272600"/>
                    <a:pt x="2041081" y="315834"/>
                    <a:pt x="0" y="154967"/>
                  </a:cubicBezTo>
                  <a:lnTo>
                    <a:pt x="0" y="42932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矩形 8">
              <a:extLst>
                <a:ext uri="{FF2B5EF4-FFF2-40B4-BE49-F238E27FC236}">
                  <a16:creationId xmlns:a16="http://schemas.microsoft.com/office/drawing/2014/main" id="{E630D1B6-D495-437D-AD41-3A81317CF330}"/>
                </a:ext>
              </a:extLst>
            </p:cNvPr>
            <p:cNvSpPr/>
            <p:nvPr/>
          </p:nvSpPr>
          <p:spPr>
            <a:xfrm flipH="1">
              <a:off x="6057900" y="4884668"/>
              <a:ext cx="6148644" cy="586767"/>
            </a:xfrm>
            <a:custGeom>
              <a:avLst/>
              <a:gdLst>
                <a:gd name="connsiteX0" fmla="*/ 0 w 6110544"/>
                <a:gd name="connsiteY0" fmla="*/ 0 h 112035"/>
                <a:gd name="connsiteX1" fmla="*/ 6110544 w 6110544"/>
                <a:gd name="connsiteY1" fmla="*/ 0 h 112035"/>
                <a:gd name="connsiteX2" fmla="*/ 6110544 w 6110544"/>
                <a:gd name="connsiteY2" fmla="*/ 112035 h 112035"/>
                <a:gd name="connsiteX3" fmla="*/ 0 w 6110544"/>
                <a:gd name="connsiteY3" fmla="*/ 112035 h 112035"/>
                <a:gd name="connsiteX4" fmla="*/ 0 w 6110544"/>
                <a:gd name="connsiteY4" fmla="*/ 0 h 112035"/>
                <a:gd name="connsiteX0" fmla="*/ 0 w 6123244"/>
                <a:gd name="connsiteY0" fmla="*/ 0 h 594635"/>
                <a:gd name="connsiteX1" fmla="*/ 6110544 w 6123244"/>
                <a:gd name="connsiteY1" fmla="*/ 0 h 594635"/>
                <a:gd name="connsiteX2" fmla="*/ 6123244 w 6123244"/>
                <a:gd name="connsiteY2" fmla="*/ 594635 h 594635"/>
                <a:gd name="connsiteX3" fmla="*/ 0 w 6123244"/>
                <a:gd name="connsiteY3" fmla="*/ 112035 h 594635"/>
                <a:gd name="connsiteX4" fmla="*/ 0 w 6123244"/>
                <a:gd name="connsiteY4" fmla="*/ 0 h 594635"/>
                <a:gd name="connsiteX0" fmla="*/ 0 w 6148644"/>
                <a:gd name="connsiteY0" fmla="*/ 0 h 594635"/>
                <a:gd name="connsiteX1" fmla="*/ 6148644 w 6148644"/>
                <a:gd name="connsiteY1" fmla="*/ 393700 h 594635"/>
                <a:gd name="connsiteX2" fmla="*/ 6123244 w 6148644"/>
                <a:gd name="connsiteY2" fmla="*/ 594635 h 594635"/>
                <a:gd name="connsiteX3" fmla="*/ 0 w 6148644"/>
                <a:gd name="connsiteY3" fmla="*/ 112035 h 594635"/>
                <a:gd name="connsiteX4" fmla="*/ 0 w 6148644"/>
                <a:gd name="connsiteY4" fmla="*/ 0 h 594635"/>
                <a:gd name="connsiteX0" fmla="*/ 0 w 6148644"/>
                <a:gd name="connsiteY0" fmla="*/ 0 h 594635"/>
                <a:gd name="connsiteX1" fmla="*/ 6148644 w 6148644"/>
                <a:gd name="connsiteY1" fmla="*/ 393700 h 594635"/>
                <a:gd name="connsiteX2" fmla="*/ 6123244 w 6148644"/>
                <a:gd name="connsiteY2" fmla="*/ 594635 h 594635"/>
                <a:gd name="connsiteX3" fmla="*/ 0 w 6148644"/>
                <a:gd name="connsiteY3" fmla="*/ 112035 h 594635"/>
                <a:gd name="connsiteX4" fmla="*/ 0 w 6148644"/>
                <a:gd name="connsiteY4" fmla="*/ 0 h 594635"/>
                <a:gd name="connsiteX0" fmla="*/ 0 w 6148644"/>
                <a:gd name="connsiteY0" fmla="*/ 0 h 594635"/>
                <a:gd name="connsiteX1" fmla="*/ 6148644 w 6148644"/>
                <a:gd name="connsiteY1" fmla="*/ 393700 h 594635"/>
                <a:gd name="connsiteX2" fmla="*/ 6123244 w 6148644"/>
                <a:gd name="connsiteY2" fmla="*/ 594635 h 594635"/>
                <a:gd name="connsiteX3" fmla="*/ 0 w 6148644"/>
                <a:gd name="connsiteY3" fmla="*/ 112035 h 594635"/>
                <a:gd name="connsiteX4" fmla="*/ 0 w 6148644"/>
                <a:gd name="connsiteY4" fmla="*/ 0 h 594635"/>
                <a:gd name="connsiteX0" fmla="*/ 0 w 6148644"/>
                <a:gd name="connsiteY0" fmla="*/ 42932 h 637567"/>
                <a:gd name="connsiteX1" fmla="*/ 6148644 w 6148644"/>
                <a:gd name="connsiteY1" fmla="*/ 436632 h 637567"/>
                <a:gd name="connsiteX2" fmla="*/ 6123244 w 6148644"/>
                <a:gd name="connsiteY2" fmla="*/ 637567 h 637567"/>
                <a:gd name="connsiteX3" fmla="*/ 0 w 6148644"/>
                <a:gd name="connsiteY3" fmla="*/ 154967 h 637567"/>
                <a:gd name="connsiteX4" fmla="*/ 0 w 6148644"/>
                <a:gd name="connsiteY4" fmla="*/ 42932 h 637567"/>
                <a:gd name="connsiteX0" fmla="*/ 0 w 6148644"/>
                <a:gd name="connsiteY0" fmla="*/ 42932 h 637567"/>
                <a:gd name="connsiteX1" fmla="*/ 6148644 w 6148644"/>
                <a:gd name="connsiteY1" fmla="*/ 436632 h 637567"/>
                <a:gd name="connsiteX2" fmla="*/ 6123244 w 6148644"/>
                <a:gd name="connsiteY2" fmla="*/ 637567 h 637567"/>
                <a:gd name="connsiteX3" fmla="*/ 0 w 6148644"/>
                <a:gd name="connsiteY3" fmla="*/ 154967 h 637567"/>
                <a:gd name="connsiteX4" fmla="*/ 0 w 6148644"/>
                <a:gd name="connsiteY4" fmla="*/ 42932 h 637567"/>
                <a:gd name="connsiteX0" fmla="*/ 0 w 6148644"/>
                <a:gd name="connsiteY0" fmla="*/ 42932 h 586767"/>
                <a:gd name="connsiteX1" fmla="*/ 6148644 w 6148644"/>
                <a:gd name="connsiteY1" fmla="*/ 436632 h 586767"/>
                <a:gd name="connsiteX2" fmla="*/ 6123244 w 6148644"/>
                <a:gd name="connsiteY2" fmla="*/ 586767 h 586767"/>
                <a:gd name="connsiteX3" fmla="*/ 0 w 6148644"/>
                <a:gd name="connsiteY3" fmla="*/ 154967 h 586767"/>
                <a:gd name="connsiteX4" fmla="*/ 0 w 6148644"/>
                <a:gd name="connsiteY4" fmla="*/ 42932 h 58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8644" h="586767">
                  <a:moveTo>
                    <a:pt x="0" y="42932"/>
                  </a:moveTo>
                  <a:cubicBezTo>
                    <a:pt x="2049548" y="174165"/>
                    <a:pt x="4340396" y="-329601"/>
                    <a:pt x="6148644" y="436632"/>
                  </a:cubicBezTo>
                  <a:lnTo>
                    <a:pt x="6123244" y="586767"/>
                  </a:lnTo>
                  <a:cubicBezTo>
                    <a:pt x="4399663" y="-272600"/>
                    <a:pt x="2041081" y="315834"/>
                    <a:pt x="0" y="154967"/>
                  </a:cubicBezTo>
                  <a:lnTo>
                    <a:pt x="0" y="42932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" name="五边形 5">
            <a:extLst>
              <a:ext uri="{FF2B5EF4-FFF2-40B4-BE49-F238E27FC236}">
                <a16:creationId xmlns:a16="http://schemas.microsoft.com/office/drawing/2014/main" id="{FC9FB1FC-8714-4D45-A479-C83A100DCF28}"/>
              </a:ext>
            </a:extLst>
          </p:cNvPr>
          <p:cNvSpPr/>
          <p:nvPr userDrawn="1"/>
        </p:nvSpPr>
        <p:spPr>
          <a:xfrm>
            <a:off x="-20450" y="5312024"/>
            <a:ext cx="12192000" cy="1696421"/>
          </a:xfrm>
          <a:custGeom>
            <a:avLst/>
            <a:gdLst>
              <a:gd name="connsiteX0" fmla="*/ 4 w 3514725"/>
              <a:gd name="connsiteY0" fmla="*/ 462054 h 1209675"/>
              <a:gd name="connsiteX1" fmla="*/ 1757363 w 3514725"/>
              <a:gd name="connsiteY1" fmla="*/ 0 h 1209675"/>
              <a:gd name="connsiteX2" fmla="*/ 3514721 w 3514725"/>
              <a:gd name="connsiteY2" fmla="*/ 462054 h 1209675"/>
              <a:gd name="connsiteX3" fmla="*/ 2843470 w 3514725"/>
              <a:gd name="connsiteY3" fmla="*/ 1209672 h 1209675"/>
              <a:gd name="connsiteX4" fmla="*/ 671255 w 3514725"/>
              <a:gd name="connsiteY4" fmla="*/ 1209672 h 1209675"/>
              <a:gd name="connsiteX5" fmla="*/ 4 w 3514725"/>
              <a:gd name="connsiteY5" fmla="*/ 462054 h 1209675"/>
              <a:gd name="connsiteX0" fmla="*/ 0 w 3767134"/>
              <a:gd name="connsiteY0" fmla="*/ 328704 h 1076322"/>
              <a:gd name="connsiteX1" fmla="*/ 3767134 w 3767134"/>
              <a:gd name="connsiteY1" fmla="*/ 0 h 1076322"/>
              <a:gd name="connsiteX2" fmla="*/ 3514717 w 3767134"/>
              <a:gd name="connsiteY2" fmla="*/ 328704 h 1076322"/>
              <a:gd name="connsiteX3" fmla="*/ 2843466 w 3767134"/>
              <a:gd name="connsiteY3" fmla="*/ 1076322 h 1076322"/>
              <a:gd name="connsiteX4" fmla="*/ 671251 w 3767134"/>
              <a:gd name="connsiteY4" fmla="*/ 1076322 h 1076322"/>
              <a:gd name="connsiteX5" fmla="*/ 0 w 3767134"/>
              <a:gd name="connsiteY5" fmla="*/ 328704 h 1076322"/>
              <a:gd name="connsiteX0" fmla="*/ 0 w 9368091"/>
              <a:gd name="connsiteY0" fmla="*/ 328704 h 1504947"/>
              <a:gd name="connsiteX1" fmla="*/ 3767134 w 9368091"/>
              <a:gd name="connsiteY1" fmla="*/ 0 h 1504947"/>
              <a:gd name="connsiteX2" fmla="*/ 3514717 w 9368091"/>
              <a:gd name="connsiteY2" fmla="*/ 328704 h 1504947"/>
              <a:gd name="connsiteX3" fmla="*/ 9368091 w 9368091"/>
              <a:gd name="connsiteY3" fmla="*/ 1504947 h 1504947"/>
              <a:gd name="connsiteX4" fmla="*/ 671251 w 9368091"/>
              <a:gd name="connsiteY4" fmla="*/ 1076322 h 1504947"/>
              <a:gd name="connsiteX5" fmla="*/ 0 w 9368091"/>
              <a:gd name="connsiteY5" fmla="*/ 328704 h 1504947"/>
              <a:gd name="connsiteX0" fmla="*/ 0 w 9368091"/>
              <a:gd name="connsiteY0" fmla="*/ 657225 h 1833468"/>
              <a:gd name="connsiteX1" fmla="*/ 3767134 w 9368091"/>
              <a:gd name="connsiteY1" fmla="*/ 328521 h 1833468"/>
              <a:gd name="connsiteX2" fmla="*/ 9363067 w 9368091"/>
              <a:gd name="connsiteY2" fmla="*/ 0 h 1833468"/>
              <a:gd name="connsiteX3" fmla="*/ 9368091 w 9368091"/>
              <a:gd name="connsiteY3" fmla="*/ 1833468 h 1833468"/>
              <a:gd name="connsiteX4" fmla="*/ 671251 w 9368091"/>
              <a:gd name="connsiteY4" fmla="*/ 1404843 h 1833468"/>
              <a:gd name="connsiteX5" fmla="*/ 0 w 9368091"/>
              <a:gd name="connsiteY5" fmla="*/ 657225 h 1833468"/>
              <a:gd name="connsiteX0" fmla="*/ 0 w 11349291"/>
              <a:gd name="connsiteY0" fmla="*/ 0 h 1852518"/>
              <a:gd name="connsiteX1" fmla="*/ 5748334 w 11349291"/>
              <a:gd name="connsiteY1" fmla="*/ 347571 h 1852518"/>
              <a:gd name="connsiteX2" fmla="*/ 11344267 w 11349291"/>
              <a:gd name="connsiteY2" fmla="*/ 19050 h 1852518"/>
              <a:gd name="connsiteX3" fmla="*/ 11349291 w 11349291"/>
              <a:gd name="connsiteY3" fmla="*/ 1852518 h 1852518"/>
              <a:gd name="connsiteX4" fmla="*/ 2652451 w 11349291"/>
              <a:gd name="connsiteY4" fmla="*/ 1423893 h 1852518"/>
              <a:gd name="connsiteX5" fmla="*/ 0 w 11349291"/>
              <a:gd name="connsiteY5" fmla="*/ 0 h 1852518"/>
              <a:gd name="connsiteX0" fmla="*/ 24074 w 11373365"/>
              <a:gd name="connsiteY0" fmla="*/ 0 h 1890618"/>
              <a:gd name="connsiteX1" fmla="*/ 5772408 w 11373365"/>
              <a:gd name="connsiteY1" fmla="*/ 347571 h 1890618"/>
              <a:gd name="connsiteX2" fmla="*/ 11368341 w 11373365"/>
              <a:gd name="connsiteY2" fmla="*/ 19050 h 1890618"/>
              <a:gd name="connsiteX3" fmla="*/ 11373365 w 11373365"/>
              <a:gd name="connsiteY3" fmla="*/ 1852518 h 1890618"/>
              <a:gd name="connsiteX4" fmla="*/ 0 w 11373365"/>
              <a:gd name="connsiteY4" fmla="*/ 1890618 h 1890618"/>
              <a:gd name="connsiteX5" fmla="*/ 24074 w 11373365"/>
              <a:gd name="connsiteY5" fmla="*/ 0 h 1890618"/>
              <a:gd name="connsiteX0" fmla="*/ 24074 w 11787446"/>
              <a:gd name="connsiteY0" fmla="*/ 0 h 1890618"/>
              <a:gd name="connsiteX1" fmla="*/ 5772408 w 11787446"/>
              <a:gd name="connsiteY1" fmla="*/ 347571 h 1890618"/>
              <a:gd name="connsiteX2" fmla="*/ 11787441 w 11787446"/>
              <a:gd name="connsiteY2" fmla="*/ 47625 h 1890618"/>
              <a:gd name="connsiteX3" fmla="*/ 11373365 w 11787446"/>
              <a:gd name="connsiteY3" fmla="*/ 1852518 h 1890618"/>
              <a:gd name="connsiteX4" fmla="*/ 0 w 11787446"/>
              <a:gd name="connsiteY4" fmla="*/ 1890618 h 1890618"/>
              <a:gd name="connsiteX5" fmla="*/ 24074 w 11787446"/>
              <a:gd name="connsiteY5" fmla="*/ 0 h 1890618"/>
              <a:gd name="connsiteX0" fmla="*/ 24074 w 11859140"/>
              <a:gd name="connsiteY0" fmla="*/ 0 h 1890618"/>
              <a:gd name="connsiteX1" fmla="*/ 5772408 w 11859140"/>
              <a:gd name="connsiteY1" fmla="*/ 347571 h 1890618"/>
              <a:gd name="connsiteX2" fmla="*/ 11787441 w 11859140"/>
              <a:gd name="connsiteY2" fmla="*/ 47625 h 1890618"/>
              <a:gd name="connsiteX3" fmla="*/ 11859140 w 11859140"/>
              <a:gd name="connsiteY3" fmla="*/ 1852518 h 1890618"/>
              <a:gd name="connsiteX4" fmla="*/ 0 w 11859140"/>
              <a:gd name="connsiteY4" fmla="*/ 1890618 h 1890618"/>
              <a:gd name="connsiteX5" fmla="*/ 24074 w 11859140"/>
              <a:gd name="connsiteY5" fmla="*/ 0 h 1890618"/>
              <a:gd name="connsiteX0" fmla="*/ 24074 w 11892272"/>
              <a:gd name="connsiteY0" fmla="*/ 0 h 1890618"/>
              <a:gd name="connsiteX1" fmla="*/ 5772408 w 11892272"/>
              <a:gd name="connsiteY1" fmla="*/ 347571 h 1890618"/>
              <a:gd name="connsiteX2" fmla="*/ 11892216 w 11892272"/>
              <a:gd name="connsiteY2" fmla="*/ 47625 h 1890618"/>
              <a:gd name="connsiteX3" fmla="*/ 11859140 w 11892272"/>
              <a:gd name="connsiteY3" fmla="*/ 1852518 h 1890618"/>
              <a:gd name="connsiteX4" fmla="*/ 0 w 11892272"/>
              <a:gd name="connsiteY4" fmla="*/ 1890618 h 1890618"/>
              <a:gd name="connsiteX5" fmla="*/ 24074 w 11892272"/>
              <a:gd name="connsiteY5" fmla="*/ 0 h 1890618"/>
              <a:gd name="connsiteX0" fmla="*/ 24074 w 11897240"/>
              <a:gd name="connsiteY0" fmla="*/ 0 h 1890618"/>
              <a:gd name="connsiteX1" fmla="*/ 5772408 w 11897240"/>
              <a:gd name="connsiteY1" fmla="*/ 347571 h 1890618"/>
              <a:gd name="connsiteX2" fmla="*/ 11892216 w 11897240"/>
              <a:gd name="connsiteY2" fmla="*/ 47625 h 1890618"/>
              <a:gd name="connsiteX3" fmla="*/ 11897240 w 11897240"/>
              <a:gd name="connsiteY3" fmla="*/ 1862043 h 1890618"/>
              <a:gd name="connsiteX4" fmla="*/ 0 w 11897240"/>
              <a:gd name="connsiteY4" fmla="*/ 1890618 h 1890618"/>
              <a:gd name="connsiteX5" fmla="*/ 24074 w 11897240"/>
              <a:gd name="connsiteY5" fmla="*/ 0 h 1890618"/>
              <a:gd name="connsiteX0" fmla="*/ 0 w 12187491"/>
              <a:gd name="connsiteY0" fmla="*/ 0 h 1881093"/>
              <a:gd name="connsiteX1" fmla="*/ 6062659 w 12187491"/>
              <a:gd name="connsiteY1" fmla="*/ 338046 h 1881093"/>
              <a:gd name="connsiteX2" fmla="*/ 12182467 w 12187491"/>
              <a:gd name="connsiteY2" fmla="*/ 38100 h 1881093"/>
              <a:gd name="connsiteX3" fmla="*/ 12187491 w 12187491"/>
              <a:gd name="connsiteY3" fmla="*/ 1852518 h 1881093"/>
              <a:gd name="connsiteX4" fmla="*/ 290251 w 12187491"/>
              <a:gd name="connsiteY4" fmla="*/ 1881093 h 1881093"/>
              <a:gd name="connsiteX5" fmla="*/ 0 w 12187491"/>
              <a:gd name="connsiteY5" fmla="*/ 0 h 1881093"/>
              <a:gd name="connsiteX0" fmla="*/ 24074 w 12211565"/>
              <a:gd name="connsiteY0" fmla="*/ 0 h 1900143"/>
              <a:gd name="connsiteX1" fmla="*/ 6086733 w 12211565"/>
              <a:gd name="connsiteY1" fmla="*/ 338046 h 1900143"/>
              <a:gd name="connsiteX2" fmla="*/ 12206541 w 12211565"/>
              <a:gd name="connsiteY2" fmla="*/ 38100 h 1900143"/>
              <a:gd name="connsiteX3" fmla="*/ 12211565 w 12211565"/>
              <a:gd name="connsiteY3" fmla="*/ 1852518 h 1900143"/>
              <a:gd name="connsiteX4" fmla="*/ 0 w 12211565"/>
              <a:gd name="connsiteY4" fmla="*/ 1900143 h 1900143"/>
              <a:gd name="connsiteX5" fmla="*/ 24074 w 12211565"/>
              <a:gd name="connsiteY5" fmla="*/ 0 h 1900143"/>
              <a:gd name="connsiteX0" fmla="*/ 24074 w 12211565"/>
              <a:gd name="connsiteY0" fmla="*/ 0 h 1900143"/>
              <a:gd name="connsiteX1" fmla="*/ 6181983 w 12211565"/>
              <a:gd name="connsiteY1" fmla="*/ 1166721 h 1900143"/>
              <a:gd name="connsiteX2" fmla="*/ 12206541 w 12211565"/>
              <a:gd name="connsiteY2" fmla="*/ 38100 h 1900143"/>
              <a:gd name="connsiteX3" fmla="*/ 12211565 w 12211565"/>
              <a:gd name="connsiteY3" fmla="*/ 1852518 h 1900143"/>
              <a:gd name="connsiteX4" fmla="*/ 0 w 12211565"/>
              <a:gd name="connsiteY4" fmla="*/ 1900143 h 1900143"/>
              <a:gd name="connsiteX5" fmla="*/ 24074 w 12211565"/>
              <a:gd name="connsiteY5" fmla="*/ 0 h 1900143"/>
              <a:gd name="connsiteX0" fmla="*/ 24074 w 12211565"/>
              <a:gd name="connsiteY0" fmla="*/ 0 h 1900143"/>
              <a:gd name="connsiteX1" fmla="*/ 6134358 w 12211565"/>
              <a:gd name="connsiteY1" fmla="*/ 471396 h 1900143"/>
              <a:gd name="connsiteX2" fmla="*/ 12206541 w 12211565"/>
              <a:gd name="connsiteY2" fmla="*/ 38100 h 1900143"/>
              <a:gd name="connsiteX3" fmla="*/ 12211565 w 12211565"/>
              <a:gd name="connsiteY3" fmla="*/ 1852518 h 1900143"/>
              <a:gd name="connsiteX4" fmla="*/ 0 w 12211565"/>
              <a:gd name="connsiteY4" fmla="*/ 1900143 h 1900143"/>
              <a:gd name="connsiteX5" fmla="*/ 24074 w 12211565"/>
              <a:gd name="connsiteY5" fmla="*/ 0 h 1900143"/>
              <a:gd name="connsiteX0" fmla="*/ 24074 w 12211565"/>
              <a:gd name="connsiteY0" fmla="*/ 0 h 1900143"/>
              <a:gd name="connsiteX1" fmla="*/ 6134358 w 12211565"/>
              <a:gd name="connsiteY1" fmla="*/ 471396 h 1900143"/>
              <a:gd name="connsiteX2" fmla="*/ 12206541 w 12211565"/>
              <a:gd name="connsiteY2" fmla="*/ 38100 h 1900143"/>
              <a:gd name="connsiteX3" fmla="*/ 12211565 w 12211565"/>
              <a:gd name="connsiteY3" fmla="*/ 1852518 h 1900143"/>
              <a:gd name="connsiteX4" fmla="*/ 0 w 12211565"/>
              <a:gd name="connsiteY4" fmla="*/ 1900143 h 1900143"/>
              <a:gd name="connsiteX5" fmla="*/ 24074 w 12211565"/>
              <a:gd name="connsiteY5" fmla="*/ 0 h 1900143"/>
              <a:gd name="connsiteX0" fmla="*/ 24074 w 12211565"/>
              <a:gd name="connsiteY0" fmla="*/ 0 h 1900143"/>
              <a:gd name="connsiteX1" fmla="*/ 6134358 w 12211565"/>
              <a:gd name="connsiteY1" fmla="*/ 471396 h 1900143"/>
              <a:gd name="connsiteX2" fmla="*/ 12206541 w 12211565"/>
              <a:gd name="connsiteY2" fmla="*/ 38100 h 1900143"/>
              <a:gd name="connsiteX3" fmla="*/ 12211565 w 12211565"/>
              <a:gd name="connsiteY3" fmla="*/ 1852518 h 1900143"/>
              <a:gd name="connsiteX4" fmla="*/ 0 w 12211565"/>
              <a:gd name="connsiteY4" fmla="*/ 1900143 h 1900143"/>
              <a:gd name="connsiteX5" fmla="*/ 24074 w 12211565"/>
              <a:gd name="connsiteY5" fmla="*/ 0 h 1900143"/>
              <a:gd name="connsiteX0" fmla="*/ 0 w 12212891"/>
              <a:gd name="connsiteY0" fmla="*/ 0 h 1931715"/>
              <a:gd name="connsiteX1" fmla="*/ 6135684 w 12212891"/>
              <a:gd name="connsiteY1" fmla="*/ 502968 h 1931715"/>
              <a:gd name="connsiteX2" fmla="*/ 12207867 w 12212891"/>
              <a:gd name="connsiteY2" fmla="*/ 69672 h 1931715"/>
              <a:gd name="connsiteX3" fmla="*/ 12212891 w 12212891"/>
              <a:gd name="connsiteY3" fmla="*/ 1884090 h 1931715"/>
              <a:gd name="connsiteX4" fmla="*/ 1326 w 12212891"/>
              <a:gd name="connsiteY4" fmla="*/ 1931715 h 1931715"/>
              <a:gd name="connsiteX5" fmla="*/ 0 w 12212891"/>
              <a:gd name="connsiteY5" fmla="*/ 0 h 1931715"/>
              <a:gd name="connsiteX0" fmla="*/ 0 w 12212891"/>
              <a:gd name="connsiteY0" fmla="*/ 0 h 1978807"/>
              <a:gd name="connsiteX1" fmla="*/ 6135684 w 12212891"/>
              <a:gd name="connsiteY1" fmla="*/ 502968 h 1978807"/>
              <a:gd name="connsiteX2" fmla="*/ 12207867 w 12212891"/>
              <a:gd name="connsiteY2" fmla="*/ 69672 h 1978807"/>
              <a:gd name="connsiteX3" fmla="*/ 12212891 w 12212891"/>
              <a:gd name="connsiteY3" fmla="*/ 1978807 h 1978807"/>
              <a:gd name="connsiteX4" fmla="*/ 1326 w 12212891"/>
              <a:gd name="connsiteY4" fmla="*/ 1931715 h 1978807"/>
              <a:gd name="connsiteX5" fmla="*/ 0 w 12212891"/>
              <a:gd name="connsiteY5" fmla="*/ 0 h 1978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12891" h="1978807">
                <a:moveTo>
                  <a:pt x="0" y="0"/>
                </a:moveTo>
                <a:cubicBezTo>
                  <a:pt x="2036761" y="157132"/>
                  <a:pt x="5470523" y="-216139"/>
                  <a:pt x="6135684" y="502968"/>
                </a:cubicBezTo>
                <a:cubicBezTo>
                  <a:pt x="6578595" y="-270114"/>
                  <a:pt x="10183806" y="214104"/>
                  <a:pt x="12207867" y="69672"/>
                </a:cubicBezTo>
                <a:cubicBezTo>
                  <a:pt x="12209542" y="680828"/>
                  <a:pt x="12211216" y="1367651"/>
                  <a:pt x="12212891" y="1978807"/>
                </a:cubicBezTo>
                <a:lnTo>
                  <a:pt x="1326" y="193171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标题 24">
            <a:extLst>
              <a:ext uri="{FF2B5EF4-FFF2-40B4-BE49-F238E27FC236}">
                <a16:creationId xmlns:a16="http://schemas.microsoft.com/office/drawing/2014/main" id="{F8BDA55E-891B-46B4-A5C7-EA5B5349A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923" y="1744581"/>
            <a:ext cx="10515600" cy="1325563"/>
          </a:xfrm>
        </p:spPr>
        <p:txBody>
          <a:bodyPr>
            <a:normAutofit/>
          </a:bodyPr>
          <a:lstStyle>
            <a:lvl1pPr algn="ctr">
              <a:defRPr sz="6000" b="1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7" name="文本占位符 26">
            <a:extLst>
              <a:ext uri="{FF2B5EF4-FFF2-40B4-BE49-F238E27FC236}">
                <a16:creationId xmlns:a16="http://schemas.microsoft.com/office/drawing/2014/main" id="{D4BEEEEA-6D7E-41E2-A58E-F6C7195227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25460" y="3077179"/>
            <a:ext cx="7916862" cy="268551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4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8" name="文本占位符 26">
            <a:extLst>
              <a:ext uri="{FF2B5EF4-FFF2-40B4-BE49-F238E27FC236}">
                <a16:creationId xmlns:a16="http://schemas.microsoft.com/office/drawing/2014/main" id="{E14FB2BB-61C8-4791-83BD-6EC759AB59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15077" y="4077990"/>
            <a:ext cx="2480923" cy="204264"/>
          </a:xfr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</a:lstStyle>
          <a:p>
            <a:pPr lvl="0"/>
            <a:r>
              <a:rPr lang="zh-CN" altLang="en-US" dirty="0"/>
              <a:t>单击此处编辑</a:t>
            </a:r>
          </a:p>
        </p:txBody>
      </p:sp>
      <p:sp>
        <p:nvSpPr>
          <p:cNvPr id="29" name="文本占位符 26">
            <a:extLst>
              <a:ext uri="{FF2B5EF4-FFF2-40B4-BE49-F238E27FC236}">
                <a16:creationId xmlns:a16="http://schemas.microsoft.com/office/drawing/2014/main" id="{8CC06153-B1CF-476C-AAB0-02C84AC264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38125" y="4068966"/>
            <a:ext cx="2480923" cy="204264"/>
          </a:xfr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</a:lstStyle>
          <a:p>
            <a:pPr lvl="0"/>
            <a:r>
              <a:rPr lang="zh-CN" altLang="en-US" dirty="0"/>
              <a:t>单击此处编辑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DB463F1-5C30-4D99-BDE5-144757A0AF3D}"/>
              </a:ext>
            </a:extLst>
          </p:cNvPr>
          <p:cNvSpPr/>
          <p:nvPr userDrawn="1"/>
        </p:nvSpPr>
        <p:spPr>
          <a:xfrm>
            <a:off x="5482764" y="4701968"/>
            <a:ext cx="1226471" cy="1220112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2E672C5-20FC-47C8-8E0E-174CD95222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09901" y="4925926"/>
            <a:ext cx="772196" cy="772196"/>
          </a:xfrm>
          <a:prstGeom prst="rect">
            <a:avLst/>
          </a:prstGeom>
          <a:solidFill>
            <a:srgbClr val="F2F2F2"/>
          </a:solidFill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8E99442-884F-4412-95E1-A7645EDB3C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95851" y="5785297"/>
            <a:ext cx="3816427" cy="7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13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677578-EE5C-4EF4-B0AD-2C9F9C6AC6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/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16A5A6-7707-4E8A-942A-139653FAB1BC}"/>
              </a:ext>
            </a:extLst>
          </p:cNvPr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40F69A-19BB-4AA3-A265-5AB4D0D430F4}"/>
              </a:ext>
            </a:extLst>
          </p:cNvPr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A7112-A044-49CE-B9CA-A72126AA67B4}"/>
              </a:ext>
            </a:extLst>
          </p:cNvPr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44A070-E8CF-4E44-B7E5-DA7C47A7E6A7}"/>
              </a:ext>
            </a:extLst>
          </p:cNvPr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858290-D261-4C60-BB99-630C19F3840C}"/>
              </a:ext>
            </a:extLst>
          </p:cNvPr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DC30B4-F006-4610-BE34-27B2068262E4}"/>
              </a:ext>
            </a:extLst>
          </p:cNvPr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C88D0E-6AEB-4B0D-AE77-4A1F31C8C366}"/>
              </a:ext>
            </a:extLst>
          </p:cNvPr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791EC9B-5DBA-40F6-9696-4F391A93BC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37B091-14D1-40FD-B8AD-B9A9687411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60EA93C-471D-411C-A976-09210F7DFE72}"/>
              </a:ext>
            </a:extLst>
          </p:cNvPr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6416E4-5D2E-4F0B-8673-534B0C96E10E}"/>
              </a:ext>
            </a:extLst>
          </p:cNvPr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FAAB6E-BB88-4DC1-B3F2-030FD2561703}"/>
              </a:ext>
            </a:extLst>
          </p:cNvPr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184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635784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16A1D7-FEE0-4BEB-B46A-B4A6DC079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4301E3-B133-4A74-B5F7-11660A760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E431DF-DAC7-47F1-AFC4-947CB2217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5700" y="62357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76156-88C3-4342-990D-42328ACD652D}" type="slidenum">
              <a:rPr lang="zh-CN" altLang="en-US" smtClean="0"/>
              <a:pPr/>
              <a:t>‹#›</a:t>
            </a:fld>
            <a:r>
              <a:rPr lang="en-US" altLang="zh-CN" dirty="0"/>
              <a:t>/X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898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3" r:id="rId3"/>
    <p:sldLayoutId id="2147483698" r:id="rId4"/>
    <p:sldLayoutId id="2147483699" r:id="rId5"/>
    <p:sldLayoutId id="2147483697" r:id="rId6"/>
    <p:sldLayoutId id="2147483681" r:id="rId7"/>
    <p:sldLayoutId id="2147483680" r:id="rId8"/>
    <p:sldLayoutId id="2147483679" r:id="rId9"/>
    <p:sldLayoutId id="2147483675" r:id="rId10"/>
    <p:sldLayoutId id="2147483676" r:id="rId11"/>
    <p:sldLayoutId id="2147483677" r:id="rId12"/>
    <p:sldLayoutId id="2147483678" r:id="rId13"/>
    <p:sldLayoutId id="2147483673" r:id="rId14"/>
    <p:sldLayoutId id="2147483655" r:id="rId15"/>
    <p:sldLayoutId id="214748367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73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gif"/><Relationship Id="rId5" Type="http://schemas.openxmlformats.org/officeDocument/2006/relationships/image" Target="../media/image20.gif"/><Relationship Id="rId4" Type="http://schemas.openxmlformats.org/officeDocument/2006/relationships/image" Target="../media/image19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25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6" Type="http://schemas.openxmlformats.org/officeDocument/2006/relationships/image" Target="../media/image35.png"/><Relationship Id="rId5" Type="http://schemas.openxmlformats.org/officeDocument/2006/relationships/image" Target="../media/image36.png"/><Relationship Id="rId4" Type="http://schemas.openxmlformats.org/officeDocument/2006/relationships/image" Target="../media/image3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image" Target="../media/image40.png"/><Relationship Id="rId5" Type="http://schemas.openxmlformats.org/officeDocument/2006/relationships/image" Target="../media/image37.png"/><Relationship Id="rId4" Type="http://schemas.openxmlformats.org/officeDocument/2006/relationships/image" Target="../media/image3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5" Type="http://schemas.openxmlformats.org/officeDocument/2006/relationships/image" Target="../media/image44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EDAEB53-D73D-4113-9846-368B005B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E4EFB8-DACE-43A1-BA10-29C1832680C7}"/>
              </a:ext>
            </a:extLst>
          </p:cNvPr>
          <p:cNvSpPr txBox="1"/>
          <p:nvPr/>
        </p:nvSpPr>
        <p:spPr>
          <a:xfrm>
            <a:off x="896882" y="1976085"/>
            <a:ext cx="9067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基于深度强化学习的冷启动可感知分布式功能卸载系统</a:t>
            </a:r>
          </a:p>
        </p:txBody>
      </p:sp>
      <p:sp>
        <p:nvSpPr>
          <p:cNvPr id="11" name="文本占位符 5">
            <a:extLst>
              <a:ext uri="{FF2B5EF4-FFF2-40B4-BE49-F238E27FC236}">
                <a16:creationId xmlns:a16="http://schemas.microsoft.com/office/drawing/2014/main" id="{8241F123-1D60-43F3-9D4E-2FF5676A0295}"/>
              </a:ext>
            </a:extLst>
          </p:cNvPr>
          <p:cNvSpPr txBox="1">
            <a:spLocks/>
          </p:cNvSpPr>
          <p:nvPr/>
        </p:nvSpPr>
        <p:spPr>
          <a:xfrm>
            <a:off x="4177415" y="5108113"/>
            <a:ext cx="9387067" cy="72375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汇报人：顾凯琪 学号：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226001624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占位符 5">
            <a:extLst>
              <a:ext uri="{FF2B5EF4-FFF2-40B4-BE49-F238E27FC236}">
                <a16:creationId xmlns:a16="http://schemas.microsoft.com/office/drawing/2014/main" id="{386B58D8-89F2-4CBE-A24C-79F8CA234600}"/>
              </a:ext>
            </a:extLst>
          </p:cNvPr>
          <p:cNvSpPr txBox="1">
            <a:spLocks/>
          </p:cNvSpPr>
          <p:nvPr/>
        </p:nvSpPr>
        <p:spPr>
          <a:xfrm>
            <a:off x="896882" y="3176414"/>
            <a:ext cx="9387067" cy="72375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Aware Offloading and Resource Allocation by Importance Sampling-Based Double Dueling DQN in Serverless Edge Computing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1511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D7AB-8D93-E66B-D29E-50B5AEA70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>
            <a:extLst>
              <a:ext uri="{FF2B5EF4-FFF2-40B4-BE49-F238E27FC236}">
                <a16:creationId xmlns:a16="http://schemas.microsoft.com/office/drawing/2014/main" id="{3C76ED83-FC7E-83F7-D9E2-D54D1B1D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sym typeface="+mn-ea"/>
              </a:rPr>
              <a:t>1 </a:t>
            </a:r>
            <a:r>
              <a:rPr lang="zh-CN" altLang="en-US" dirty="0">
                <a:sym typeface="+mn-ea"/>
              </a:rPr>
              <a:t>研究背景及意义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73DDF2-ECD8-52F6-C46B-59732F6E4FA6}"/>
              </a:ext>
            </a:extLst>
          </p:cNvPr>
          <p:cNvSpPr txBox="1"/>
          <p:nvPr/>
        </p:nvSpPr>
        <p:spPr>
          <a:xfrm>
            <a:off x="2521233" y="5538553"/>
            <a:ext cx="9670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计算密集型</a:t>
            </a:r>
            <a:r>
              <a:rPr lang="zh-CN" altLang="en-US" b="1" dirty="0">
                <a:latin typeface="-apple-system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时延敏感型</a:t>
            </a:r>
            <a:r>
              <a:rPr lang="zh-CN" altLang="en-US" b="1" dirty="0">
                <a:latin typeface="-apple-system"/>
              </a:rPr>
              <a:t>任务  </a:t>
            </a:r>
            <a:r>
              <a:rPr lang="en-US" altLang="zh-CN" b="1" dirty="0">
                <a:solidFill>
                  <a:srgbClr val="FF0000"/>
                </a:solidFill>
                <a:latin typeface="-apple-system"/>
              </a:rPr>
              <a:t>--&gt;  </a:t>
            </a:r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计算、网络</a:t>
            </a:r>
            <a:r>
              <a:rPr lang="zh-CN" altLang="en-US" dirty="0">
                <a:solidFill>
                  <a:srgbClr val="FF0000"/>
                </a:solidFill>
                <a:latin typeface="-apple-system"/>
              </a:rPr>
              <a:t>资源限制  </a:t>
            </a:r>
            <a:r>
              <a:rPr lang="en-US" altLang="zh-CN" dirty="0">
                <a:solidFill>
                  <a:srgbClr val="FF0000"/>
                </a:solidFill>
                <a:latin typeface="-apple-system"/>
              </a:rPr>
              <a:t>-</a:t>
            </a:r>
            <a:r>
              <a:rPr lang="en-US" altLang="zh-CN" b="1" dirty="0">
                <a:solidFill>
                  <a:srgbClr val="FF0000"/>
                </a:solidFill>
                <a:latin typeface="-apple-system"/>
              </a:rPr>
              <a:t>-&gt; 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冷启动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zh-CN" altLang="en-US" b="1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pic>
        <p:nvPicPr>
          <p:cNvPr id="24" name="Picture 2" descr="什么是边缘计算？边缘计算是如何工作的？ - 华为">
            <a:extLst>
              <a:ext uri="{FF2B5EF4-FFF2-40B4-BE49-F238E27FC236}">
                <a16:creationId xmlns:a16="http://schemas.microsoft.com/office/drawing/2014/main" id="{F0E74A45-E6E9-4ABA-C857-74572C227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31" y="1891304"/>
            <a:ext cx="4825220" cy="3227272"/>
          </a:xfrm>
          <a:prstGeom prst="rect">
            <a:avLst/>
          </a:prstGeom>
          <a:noFill/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E510B3F2-5B9C-CA52-D191-2B55E293D10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49424" flipH="1">
            <a:off x="1318324" y="2444101"/>
            <a:ext cx="536050" cy="84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8">
            <a:extLst>
              <a:ext uri="{FF2B5EF4-FFF2-40B4-BE49-F238E27FC236}">
                <a16:creationId xmlns:a16="http://schemas.microsoft.com/office/drawing/2014/main" id="{96E0EBAD-FA05-5268-F462-8AF4E572549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534668">
            <a:off x="3985461" y="3922143"/>
            <a:ext cx="562150" cy="33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0">
            <a:extLst>
              <a:ext uri="{FF2B5EF4-FFF2-40B4-BE49-F238E27FC236}">
                <a16:creationId xmlns:a16="http://schemas.microsoft.com/office/drawing/2014/main" id="{6BEC0DD7-1D86-65D1-D411-FDED79F4F12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21115" y="3928669"/>
            <a:ext cx="766190" cy="34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908D4298-FCF8-CEEB-7BD2-18F43A13C15F}"/>
              </a:ext>
            </a:extLst>
          </p:cNvPr>
          <p:cNvSpPr/>
          <p:nvPr/>
        </p:nvSpPr>
        <p:spPr>
          <a:xfrm>
            <a:off x="1978025" y="4389064"/>
            <a:ext cx="609600" cy="220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52D51B4-00C6-4E74-4BA2-A8F935DCFCC9}"/>
              </a:ext>
            </a:extLst>
          </p:cNvPr>
          <p:cNvSpPr txBox="1"/>
          <p:nvPr/>
        </p:nvSpPr>
        <p:spPr>
          <a:xfrm>
            <a:off x="1518149" y="4050414"/>
            <a:ext cx="1347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u="sng" dirty="0"/>
              <a:t>云计算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D429BE8-F9AA-23B7-516B-53D98140AC3F}"/>
              </a:ext>
            </a:extLst>
          </p:cNvPr>
          <p:cNvSpPr txBox="1"/>
          <p:nvPr/>
        </p:nvSpPr>
        <p:spPr>
          <a:xfrm>
            <a:off x="4285816" y="4986724"/>
            <a:ext cx="1347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u="sng" dirty="0"/>
              <a:t>边缘计算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0E53D43-A2B4-A2EF-527F-BED72C1F243F}"/>
              </a:ext>
            </a:extLst>
          </p:cNvPr>
          <p:cNvSpPr txBox="1"/>
          <p:nvPr/>
        </p:nvSpPr>
        <p:spPr>
          <a:xfrm>
            <a:off x="1481830" y="1735186"/>
            <a:ext cx="13479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云服务器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89791C9-70BD-DA2F-13A9-DD87BAB861F6}"/>
              </a:ext>
            </a:extLst>
          </p:cNvPr>
          <p:cNvSpPr txBox="1"/>
          <p:nvPr/>
        </p:nvSpPr>
        <p:spPr>
          <a:xfrm>
            <a:off x="5190630" y="3470073"/>
            <a:ext cx="13479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algn="ctr"/>
            <a:r>
              <a:rPr lang="zh-CN" altLang="en-US" dirty="0"/>
              <a:t>边缘</a:t>
            </a:r>
            <a:endParaRPr lang="en-US" altLang="zh-CN" dirty="0"/>
          </a:p>
          <a:p>
            <a:pPr algn="ctr"/>
            <a:r>
              <a:rPr lang="zh-CN" altLang="en-US" dirty="0"/>
              <a:t>服务器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9A3E748-247B-778F-68AD-0650EF37811F}"/>
              </a:ext>
            </a:extLst>
          </p:cNvPr>
          <p:cNvSpPr txBox="1"/>
          <p:nvPr/>
        </p:nvSpPr>
        <p:spPr>
          <a:xfrm>
            <a:off x="4402088" y="2511692"/>
            <a:ext cx="13479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r>
              <a:rPr lang="zh-CN" altLang="en-US" dirty="0"/>
              <a:t>云服务器</a:t>
            </a:r>
          </a:p>
        </p:txBody>
      </p:sp>
      <p:pic>
        <p:nvPicPr>
          <p:cNvPr id="36" name="Picture 4">
            <a:extLst>
              <a:ext uri="{FF2B5EF4-FFF2-40B4-BE49-F238E27FC236}">
                <a16:creationId xmlns:a16="http://schemas.microsoft.com/office/drawing/2014/main" id="{4788EE1D-26A0-33B7-4A65-0B288B33104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161621" flipH="1">
            <a:off x="2294372" y="2514598"/>
            <a:ext cx="536050" cy="84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69FE8901-7BCA-3B6E-A13A-75FBA72AF13C}"/>
              </a:ext>
            </a:extLst>
          </p:cNvPr>
          <p:cNvSpPr/>
          <p:nvPr/>
        </p:nvSpPr>
        <p:spPr>
          <a:xfrm>
            <a:off x="1851025" y="3793238"/>
            <a:ext cx="364067" cy="120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3363637-A244-4566-483C-ACC1E18CB3E1}"/>
              </a:ext>
            </a:extLst>
          </p:cNvPr>
          <p:cNvSpPr/>
          <p:nvPr/>
        </p:nvSpPr>
        <p:spPr>
          <a:xfrm>
            <a:off x="1851025" y="3793238"/>
            <a:ext cx="304800" cy="120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8FDDCF1-DFB0-D32E-0AB3-483DE0CD5064}"/>
              </a:ext>
            </a:extLst>
          </p:cNvPr>
          <p:cNvSpPr/>
          <p:nvPr/>
        </p:nvSpPr>
        <p:spPr>
          <a:xfrm>
            <a:off x="4680411" y="4888102"/>
            <a:ext cx="395672" cy="199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CDFCF4C3-0306-ECE6-F2B0-78F531C18B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247" y="1955664"/>
            <a:ext cx="4782499" cy="3031060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A482DF3A-14F1-106E-CA02-93DFBBC26413}"/>
              </a:ext>
            </a:extLst>
          </p:cNvPr>
          <p:cNvSpPr txBox="1"/>
          <p:nvPr/>
        </p:nvSpPr>
        <p:spPr>
          <a:xfrm>
            <a:off x="7427384" y="4959233"/>
            <a:ext cx="3139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任务的高效部署与快速执行</a:t>
            </a:r>
          </a:p>
        </p:txBody>
      </p:sp>
    </p:spTree>
    <p:extLst>
      <p:ext uri="{BB962C8B-B14F-4D97-AF65-F5344CB8AC3E}">
        <p14:creationId xmlns:p14="http://schemas.microsoft.com/office/powerpoint/2010/main" val="129593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10"/>
    </mc:Choice>
    <mc:Fallback xmlns="">
      <p:transition spd="slow" advTm="4511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8C7FB-98BE-4D40-B77E-09ED01AD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研究现状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4A0B998-A991-0EF0-52B0-0FFD91141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099846"/>
              </p:ext>
            </p:extLst>
          </p:nvPr>
        </p:nvGraphicFramePr>
        <p:xfrm>
          <a:off x="810359" y="2225727"/>
          <a:ext cx="10347894" cy="38251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6962">
                  <a:extLst>
                    <a:ext uri="{9D8B030D-6E8A-4147-A177-3AD203B41FA5}">
                      <a16:colId xmlns:a16="http://schemas.microsoft.com/office/drawing/2014/main" val="3085617160"/>
                    </a:ext>
                  </a:extLst>
                </a:gridCol>
                <a:gridCol w="1633878">
                  <a:extLst>
                    <a:ext uri="{9D8B030D-6E8A-4147-A177-3AD203B41FA5}">
                      <a16:colId xmlns:a16="http://schemas.microsoft.com/office/drawing/2014/main" val="381773400"/>
                    </a:ext>
                  </a:extLst>
                </a:gridCol>
                <a:gridCol w="2632359">
                  <a:extLst>
                    <a:ext uri="{9D8B030D-6E8A-4147-A177-3AD203B41FA5}">
                      <a16:colId xmlns:a16="http://schemas.microsoft.com/office/drawing/2014/main" val="3808963450"/>
                    </a:ext>
                  </a:extLst>
                </a:gridCol>
                <a:gridCol w="1089252">
                  <a:extLst>
                    <a:ext uri="{9D8B030D-6E8A-4147-A177-3AD203B41FA5}">
                      <a16:colId xmlns:a16="http://schemas.microsoft.com/office/drawing/2014/main" val="1787793262"/>
                    </a:ext>
                  </a:extLst>
                </a:gridCol>
                <a:gridCol w="1089252">
                  <a:extLst>
                    <a:ext uri="{9D8B030D-6E8A-4147-A177-3AD203B41FA5}">
                      <a16:colId xmlns:a16="http://schemas.microsoft.com/office/drawing/2014/main" val="3125366334"/>
                    </a:ext>
                  </a:extLst>
                </a:gridCol>
                <a:gridCol w="1906191">
                  <a:extLst>
                    <a:ext uri="{9D8B030D-6E8A-4147-A177-3AD203B41FA5}">
                      <a16:colId xmlns:a16="http://schemas.microsoft.com/office/drawing/2014/main" val="20830018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j-ea"/>
                          <a:ea typeface="+mj-ea"/>
                        </a:rPr>
                        <a:t>问题挑战</a:t>
                      </a:r>
                      <a:endParaRPr 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参考文献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j-ea"/>
                          <a:ea typeface="+mj-ea"/>
                        </a:rPr>
                        <a:t>解决方法</a:t>
                      </a:r>
                      <a:endParaRPr 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无服务计算</a:t>
                      </a:r>
                      <a:endParaRPr lang="zh-CN" altLang="zh-CN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j-ea"/>
                          <a:ea typeface="+mj-ea"/>
                        </a:rPr>
                        <a:t>考虑冷启动</a:t>
                      </a:r>
                      <a:endParaRPr 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j-ea"/>
                          <a:ea typeface="+mj-ea"/>
                        </a:rPr>
                        <a:t>优化目标</a:t>
                      </a:r>
                      <a:endParaRPr 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2679774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buNone/>
                      </a:pPr>
                      <a:r>
                        <a:rPr lang="en-US" sz="1200" spc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DRL</a:t>
                      </a:r>
                      <a:r>
                        <a:rPr lang="zh-CN" sz="1200" spc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样本不足、高成本</a:t>
                      </a:r>
                      <a:endParaRPr lang="zh-CN" sz="1200" spc="-25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buNone/>
                      </a:pPr>
                      <a:r>
                        <a:rPr lang="en-US" sz="1200" spc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[47]</a:t>
                      </a:r>
                      <a:endParaRPr lang="zh-CN" sz="1200" spc="-25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云、边经验共享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边缘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否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平均时延、收敛速度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2554837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1" kern="1200" spc="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轻量化平台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[41][42]</a:t>
                      </a:r>
                      <a:endParaRPr lang="zh-CN" altLang="en-US" sz="1200" kern="1200" spc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Pub/Sub</a:t>
                      </a: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、</a:t>
                      </a: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CoAP</a:t>
                      </a: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端点、中间件技术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边缘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否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性能、成本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670596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1" kern="1200" spc="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动态任务卸载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[34]</a:t>
                      </a:r>
                      <a:endParaRPr lang="zh-CN" altLang="en-US" sz="1200" kern="1200" spc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MQTT</a:t>
                      </a: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、</a:t>
                      </a: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Apache </a:t>
                      </a:r>
                      <a:r>
                        <a:rPr lang="en-US" sz="1200" kern="1200" spc="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NiFi</a:t>
                      </a: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等数据管道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FaaS</a:t>
                      </a:r>
                      <a:endParaRPr lang="zh-CN" altLang="en-US" sz="1200" kern="1200" spc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否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成本、延迟和安全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650640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1" kern="1200" spc="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缓解冷启动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[12][14][34][36]</a:t>
                      </a:r>
                      <a:endParaRPr lang="zh-CN" altLang="en-US" sz="1200" kern="1200" spc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重用、预热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边缘和云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是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冷启动 资源利用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231766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1" kern="1200" spc="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缩短冷启动时延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[31][32][38][39]</a:t>
                      </a:r>
                      <a:endParaRPr lang="zh-CN" altLang="en-US" sz="1200" kern="1200" spc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en-US" sz="1200" kern="1200" spc="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WebAssembly</a:t>
                      </a: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、容器配置中间件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云计算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是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缩短时延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167770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1" kern="1200" spc="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跨边缘和云的</a:t>
                      </a:r>
                      <a:r>
                        <a:rPr lang="en-US" sz="1200" b="1" kern="1200" spc="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FaaS</a:t>
                      </a:r>
                      <a:r>
                        <a:rPr lang="zh-CN" altLang="en-US" sz="1200" b="1" kern="1200" spc="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框架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[6][46]</a:t>
                      </a:r>
                      <a:endParaRPr lang="zh-CN" altLang="en-US" sz="1200" kern="1200" spc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CPU</a:t>
                      </a: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上限和固定请求代价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边缘和云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是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跨节点卸载、实时迁移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500562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1" kern="1200" spc="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请求分发和容器缓存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[57][58]</a:t>
                      </a:r>
                      <a:endParaRPr lang="zh-CN" altLang="en-US" sz="1200" kern="1200" spc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整数线性规划模型固定代价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边缘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是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延迟和运行成本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231962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1" kern="1200" spc="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功能部署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[60]</a:t>
                      </a:r>
                      <a:endParaRPr lang="zh-CN" altLang="en-US" sz="1200" kern="1200" spc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深度强化学习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雾和云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否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Fog-cloud</a:t>
                      </a: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处理百分比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1689635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1" kern="1200" spc="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多边缘任务卸载问题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[56]</a:t>
                      </a:r>
                      <a:endParaRPr lang="zh-CN" altLang="en-US" sz="1200" kern="1200" spc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多跳通信机制、平均冷启动延迟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云</a:t>
                      </a:r>
                      <a:r>
                        <a:rPr lang="en-US" sz="1200" kern="1200" spc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200" kern="1200" spc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边</a:t>
                      </a:r>
                      <a:r>
                        <a:rPr lang="en-US" sz="1200" kern="1200" spc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200" kern="1200" spc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端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是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kern="1200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平均延迟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1464817691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2FC2F50-D058-1C59-966B-DB9CF254718E}"/>
              </a:ext>
            </a:extLst>
          </p:cNvPr>
          <p:cNvSpPr txBox="1"/>
          <p:nvPr/>
        </p:nvSpPr>
        <p:spPr>
          <a:xfrm>
            <a:off x="726506" y="1418729"/>
            <a:ext cx="3840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2.1 </a:t>
            </a:r>
            <a:r>
              <a:rPr lang="zh-CN" altLang="en-US" dirty="0"/>
              <a:t>缓解无服务计算平台发生冷启动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2E5D0C-9AE2-48C0-D9AA-E7712AC6B435}"/>
              </a:ext>
            </a:extLst>
          </p:cNvPr>
          <p:cNvSpPr txBox="1"/>
          <p:nvPr/>
        </p:nvSpPr>
        <p:spPr>
          <a:xfrm>
            <a:off x="3586163" y="3986790"/>
            <a:ext cx="5100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highlight>
                  <a:srgbClr val="FFFFFF"/>
                </a:highlight>
              </a:rPr>
              <a:t>通用的运行时镜像设计比较困难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6BC4BD-F034-8696-06D0-DF6D79C63917}"/>
              </a:ext>
            </a:extLst>
          </p:cNvPr>
          <p:cNvSpPr txBox="1"/>
          <p:nvPr/>
        </p:nvSpPr>
        <p:spPr>
          <a:xfrm>
            <a:off x="3586163" y="4680421"/>
            <a:ext cx="71520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highlight>
                  <a:srgbClr val="FFFFFF"/>
                </a:highlight>
              </a:rPr>
              <a:t>通过卸载调度策略缓解冷启动，固定的冷启动代价，并且没有考虑重用功能函数实例进一步缓解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123DD1-DDDD-5432-2A52-E9E759F283B1}"/>
              </a:ext>
            </a:extLst>
          </p:cNvPr>
          <p:cNvSpPr txBox="1"/>
          <p:nvPr/>
        </p:nvSpPr>
        <p:spPr>
          <a:xfrm>
            <a:off x="3586163" y="3111459"/>
            <a:ext cx="68079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highlight>
                  <a:srgbClr val="FFFFFF"/>
                </a:highlight>
              </a:rPr>
              <a:t>预热和缓存重用的方法都取决于预测的正确率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A7B34E-34A6-7182-46DE-3AA22D0FE39B}"/>
              </a:ext>
            </a:extLst>
          </p:cNvPr>
          <p:cNvSpPr txBox="1"/>
          <p:nvPr/>
        </p:nvSpPr>
        <p:spPr>
          <a:xfrm>
            <a:off x="3650456" y="3802123"/>
            <a:ext cx="55864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降低冷启动频率，降低服务请求的资源花销，实现负载均衡的任务卸载策略</a:t>
            </a:r>
          </a:p>
        </p:txBody>
      </p:sp>
    </p:spTree>
    <p:extLst>
      <p:ext uri="{BB962C8B-B14F-4D97-AF65-F5344CB8AC3E}">
        <p14:creationId xmlns:p14="http://schemas.microsoft.com/office/powerpoint/2010/main" val="290644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016"/>
    </mc:Choice>
    <mc:Fallback xmlns="">
      <p:transition spd="slow" advTm="410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1" grpId="0"/>
      <p:bldP spid="11" grpId="1"/>
      <p:bldP spid="13" grpId="0"/>
      <p:bldP spid="1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38389A-25F7-43A4-A4E0-67E37AE6A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06" y="61136"/>
            <a:ext cx="10515600" cy="1325563"/>
          </a:xfrm>
        </p:spPr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主要研究内容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892E6D37-BFA7-8A67-A893-00BB8C2BA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20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66F826-E65E-3B48-9180-5465E4F947C3}"/>
              </a:ext>
            </a:extLst>
          </p:cNvPr>
          <p:cNvSpPr txBox="1"/>
          <p:nvPr/>
        </p:nvSpPr>
        <p:spPr>
          <a:xfrm>
            <a:off x="7381081" y="5029132"/>
            <a:ext cx="42505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ighlight>
                  <a:srgbClr val="FFFFFF"/>
                </a:highlight>
              </a:rPr>
              <a:t>以单个无服务器功能函数请求任务作为</a:t>
            </a:r>
            <a:r>
              <a:rPr lang="en-US" altLang="zh-CN" dirty="0">
                <a:highlight>
                  <a:srgbClr val="FFFFFF"/>
                </a:highlight>
              </a:rPr>
              <a:t>SEC</a:t>
            </a:r>
            <a:r>
              <a:rPr lang="zh-CN" altLang="en-US" dirty="0">
                <a:highlight>
                  <a:srgbClr val="FFFFFF"/>
                </a:highlight>
              </a:rPr>
              <a:t>任务卸载的基本单元，为每个用户的每个功能函数请求执行卸载策略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56973F9-16D2-462F-AB0C-B10A3E6A2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549" y="2342019"/>
            <a:ext cx="8868495" cy="24903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89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516"/>
    </mc:Choice>
    <mc:Fallback xmlns="">
      <p:transition spd="slow" advTm="795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38389A-25F7-43A4-A4E0-67E37AE6A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05" y="61136"/>
            <a:ext cx="11896340" cy="1325563"/>
          </a:xfrm>
        </p:spPr>
        <p:txBody>
          <a:bodyPr>
            <a:normAutofit/>
          </a:bodyPr>
          <a:lstStyle/>
          <a:p>
            <a:r>
              <a:rPr lang="en-US" altLang="zh-CN" sz="3400" dirty="0"/>
              <a:t>3.1 </a:t>
            </a:r>
            <a:r>
              <a:rPr lang="zh-CN" altLang="en-US" sz="3400" dirty="0"/>
              <a:t>基于深度强化学习的冷启动可感知分布式功能卸载系统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4A0CA6-3E94-444C-A631-437D1957CD56}"/>
              </a:ext>
            </a:extLst>
          </p:cNvPr>
          <p:cNvSpPr txBox="1"/>
          <p:nvPr/>
        </p:nvSpPr>
        <p:spPr>
          <a:xfrm>
            <a:off x="3714750" y="219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767917-22FE-6B22-AE8F-9BE4DD3CDB76}"/>
              </a:ext>
            </a:extLst>
          </p:cNvPr>
          <p:cNvSpPr txBox="1"/>
          <p:nvPr/>
        </p:nvSpPr>
        <p:spPr>
          <a:xfrm>
            <a:off x="9467850" y="333836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9E685A3-51B5-2283-93EE-53877D8C1763}"/>
                  </a:ext>
                </a:extLst>
              </p:cNvPr>
              <p:cNvSpPr txBox="1"/>
              <p:nvPr/>
            </p:nvSpPr>
            <p:spPr>
              <a:xfrm>
                <a:off x="6484175" y="1855917"/>
                <a:ext cx="3811404" cy="504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bSup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，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，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9E685A3-51B5-2283-93EE-53877D8C1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175" y="1855917"/>
                <a:ext cx="3811404" cy="5043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ACD7BAE-9E27-C738-1F03-D19358CC7F9A}"/>
                  </a:ext>
                </a:extLst>
              </p:cNvPr>
              <p:cNvSpPr txBox="1"/>
              <p:nvPr/>
            </p:nvSpPr>
            <p:spPr>
              <a:xfrm>
                <a:off x="5707826" y="2680141"/>
                <a:ext cx="4430741" cy="394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𝑝𝑜𝑜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𝑝𝑜𝑜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𝑝𝑜𝑜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ACD7BAE-9E27-C738-1F03-D19358CC7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826" y="2680141"/>
                <a:ext cx="4430741" cy="394532"/>
              </a:xfrm>
              <a:prstGeom prst="rect">
                <a:avLst/>
              </a:prstGeom>
              <a:blipFill>
                <a:blip r:embed="rId5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3106BFC-83DF-FF8C-2E5D-3E2313BB8167}"/>
                  </a:ext>
                </a:extLst>
              </p:cNvPr>
              <p:cNvSpPr txBox="1"/>
              <p:nvPr/>
            </p:nvSpPr>
            <p:spPr>
              <a:xfrm>
                <a:off x="6161083" y="3483433"/>
                <a:ext cx="5558157" cy="3965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𝑛𝑛</m:t>
                              </m:r>
                            </m:sub>
                          </m:s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𝑛𝑚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𝑛𝑚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，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𝑛𝑚𝑚</m:t>
                              </m:r>
                            </m:sub>
                          </m:s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3106BFC-83DF-FF8C-2E5D-3E2313BB8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083" y="3483433"/>
                <a:ext cx="5558157" cy="396519"/>
              </a:xfrm>
              <a:prstGeom prst="rect">
                <a:avLst/>
              </a:prstGeom>
              <a:blipFill>
                <a:blip r:embed="rId6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65EFCD7-CB1C-F8AD-B801-B2A1C2FD53B7}"/>
                  </a:ext>
                </a:extLst>
              </p:cNvPr>
              <p:cNvSpPr txBox="1"/>
              <p:nvPr/>
            </p:nvSpPr>
            <p:spPr>
              <a:xfrm>
                <a:off x="5707826" y="4539410"/>
                <a:ext cx="6314534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𝑒𝑑𝑔𝑒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𝑡𝑟𝑎𝑛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𝑤𝑎𝑖𝑡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zh-CN" altLang="en-US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𝑐𝑜𝑚𝑝𝑢𝑡𝑒</m:t>
                          </m:r>
                        </m:sub>
                      </m:sSub>
                      <m:d>
                        <m:dPr>
                          <m:ctrlPr>
                            <a:rPr lang="zh-CN" alt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65EFCD7-CB1C-F8AD-B801-B2A1C2FD5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826" y="4539410"/>
                <a:ext cx="6314534" cy="391902"/>
              </a:xfrm>
              <a:prstGeom prst="rect">
                <a:avLst/>
              </a:prstGeom>
              <a:blipFill>
                <a:blip r:embed="rId7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7B4E9F1-7E01-8B82-FE5B-854DB7E2E182}"/>
                  </a:ext>
                </a:extLst>
              </p:cNvPr>
              <p:cNvSpPr txBox="1"/>
              <p:nvPr/>
            </p:nvSpPr>
            <p:spPr>
              <a:xfrm>
                <a:off x="5534444" y="5059853"/>
                <a:ext cx="4604123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𝑒𝑑𝑔𝑒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𝑡𝑟𝑎𝑛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𝑐𝑜𝑚𝑝𝑢𝑡𝑒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7B4E9F1-7E01-8B82-FE5B-854DB7E2E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444" y="5059853"/>
                <a:ext cx="4604123" cy="391902"/>
              </a:xfrm>
              <a:prstGeom prst="rect">
                <a:avLst/>
              </a:prstGeom>
              <a:blipFill>
                <a:blip r:embed="rId8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86AF9C9-8825-FFBC-520B-A384209AD8FD}"/>
                  </a:ext>
                </a:extLst>
              </p:cNvPr>
              <p:cNvSpPr txBox="1"/>
              <p:nvPr/>
            </p:nvSpPr>
            <p:spPr>
              <a:xfrm>
                <a:off x="5404706" y="5393293"/>
                <a:ext cx="6314534" cy="791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𝑒𝑑𝑔𝑒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𝑅𝑒𝑞𝑢𝑒𝑠𝑡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𝑒𝑑𝑔𝑒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𝑃𝑟𝑖𝑐𝑒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𝑚𝑥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𝑒𝑑𝑔𝑒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86AF9C9-8825-FFBC-520B-A384209AD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706" y="5393293"/>
                <a:ext cx="6314534" cy="7918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E049637E-4406-C949-A20E-9678B3342A31}"/>
              </a:ext>
            </a:extLst>
          </p:cNvPr>
          <p:cNvSpPr txBox="1"/>
          <p:nvPr/>
        </p:nvSpPr>
        <p:spPr>
          <a:xfrm>
            <a:off x="6039583" y="4087688"/>
            <a:ext cx="2350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时延、能耗 、花销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2CB9DE-F6B3-E555-8F19-CB7C29A8AAE7}"/>
              </a:ext>
            </a:extLst>
          </p:cNvPr>
          <p:cNvSpPr txBox="1"/>
          <p:nvPr/>
        </p:nvSpPr>
        <p:spPr>
          <a:xfrm>
            <a:off x="6030918" y="3225784"/>
            <a:ext cx="2350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动作空间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082BCC-8954-A80D-958A-69A2397196FF}"/>
              </a:ext>
            </a:extLst>
          </p:cNvPr>
          <p:cNvSpPr txBox="1"/>
          <p:nvPr/>
        </p:nvSpPr>
        <p:spPr>
          <a:xfrm>
            <a:off x="5963278" y="2380413"/>
            <a:ext cx="2852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功能函数实例池（代码池）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62C002-16BE-434B-3A00-25B8AE6D8F33}"/>
              </a:ext>
            </a:extLst>
          </p:cNvPr>
          <p:cNvSpPr txBox="1"/>
          <p:nvPr/>
        </p:nvSpPr>
        <p:spPr>
          <a:xfrm>
            <a:off x="5963278" y="1564570"/>
            <a:ext cx="2350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SF</a:t>
            </a:r>
            <a:r>
              <a:rPr lang="zh-CN" altLang="en-US" dirty="0"/>
              <a:t>功能函数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75E133F-3016-3049-5EFD-9508411FB329}"/>
              </a:ext>
            </a:extLst>
          </p:cNvPr>
          <p:cNvSpPr txBox="1"/>
          <p:nvPr/>
        </p:nvSpPr>
        <p:spPr>
          <a:xfrm>
            <a:off x="1143179" y="5547102"/>
            <a:ext cx="4629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无服务器功能函数请求卸载</a:t>
            </a:r>
            <a:r>
              <a:rPr lang="en-US" altLang="zh-CN" dirty="0"/>
              <a:t>SEC</a:t>
            </a:r>
            <a:r>
              <a:rPr lang="zh-CN" altLang="en-US" dirty="0"/>
              <a:t>系统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355A33-AC73-4D19-C383-780EEDFC551B}"/>
              </a:ext>
            </a:extLst>
          </p:cNvPr>
          <p:cNvSpPr/>
          <p:nvPr/>
        </p:nvSpPr>
        <p:spPr>
          <a:xfrm>
            <a:off x="7542196" y="3510620"/>
            <a:ext cx="3810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DEDAF5-42F6-40F5-EFEB-95AAF8A1B052}"/>
              </a:ext>
            </a:extLst>
          </p:cNvPr>
          <p:cNvSpPr/>
          <p:nvPr/>
        </p:nvSpPr>
        <p:spPr>
          <a:xfrm>
            <a:off x="8102590" y="3503233"/>
            <a:ext cx="257017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C62AD5-D9CC-22A6-3635-5F5428D98174}"/>
              </a:ext>
            </a:extLst>
          </p:cNvPr>
          <p:cNvSpPr/>
          <p:nvPr/>
        </p:nvSpPr>
        <p:spPr>
          <a:xfrm>
            <a:off x="10833110" y="3483433"/>
            <a:ext cx="3810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BE5DEB-8603-FE48-3D56-D664D1386768}"/>
              </a:ext>
            </a:extLst>
          </p:cNvPr>
          <p:cNvSpPr txBox="1"/>
          <p:nvPr/>
        </p:nvSpPr>
        <p:spPr>
          <a:xfrm>
            <a:off x="7564040" y="3136293"/>
            <a:ext cx="435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30864CB-4448-DB5E-5C31-E459E807A2B9}"/>
              </a:ext>
            </a:extLst>
          </p:cNvPr>
          <p:cNvSpPr txBox="1"/>
          <p:nvPr/>
        </p:nvSpPr>
        <p:spPr>
          <a:xfrm>
            <a:off x="9007424" y="3119914"/>
            <a:ext cx="435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E37321-A68C-0D1C-7F75-5BC0798E5070}"/>
              </a:ext>
            </a:extLst>
          </p:cNvPr>
          <p:cNvSpPr txBox="1"/>
          <p:nvPr/>
        </p:nvSpPr>
        <p:spPr>
          <a:xfrm>
            <a:off x="10833110" y="3117008"/>
            <a:ext cx="435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云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D79ED6A-FF52-D993-D1BC-DF70121F10E8}"/>
              </a:ext>
            </a:extLst>
          </p:cNvPr>
          <p:cNvSpPr txBox="1"/>
          <p:nvPr/>
        </p:nvSpPr>
        <p:spPr>
          <a:xfrm>
            <a:off x="3714750" y="219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7B860C3-8C01-B8AD-6C51-A4097A10479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8082" y="1295658"/>
            <a:ext cx="4430742" cy="4024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7E1B3AB-E0BB-73D3-DD65-88F42F6791E1}"/>
              </a:ext>
            </a:extLst>
          </p:cNvPr>
          <p:cNvCxnSpPr>
            <a:cxnSpLocks/>
          </p:cNvCxnSpPr>
          <p:nvPr/>
        </p:nvCxnSpPr>
        <p:spPr>
          <a:xfrm flipV="1">
            <a:off x="1888067" y="2194560"/>
            <a:ext cx="0" cy="21194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E9D2520-BDEF-36C8-63E1-096CB51B64C0}"/>
              </a:ext>
            </a:extLst>
          </p:cNvPr>
          <p:cNvCxnSpPr>
            <a:cxnSpLocks/>
          </p:cNvCxnSpPr>
          <p:nvPr/>
        </p:nvCxnSpPr>
        <p:spPr>
          <a:xfrm flipV="1">
            <a:off x="4402668" y="2600197"/>
            <a:ext cx="0" cy="16576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394403EF-F20B-B0B1-6887-DAC886B88E04}"/>
              </a:ext>
            </a:extLst>
          </p:cNvPr>
          <p:cNvSpPr/>
          <p:nvPr/>
        </p:nvSpPr>
        <p:spPr>
          <a:xfrm>
            <a:off x="1027726" y="4190248"/>
            <a:ext cx="1681604" cy="84366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A8B8354B-A98C-CA15-4E08-4F27B6852890}"/>
              </a:ext>
            </a:extLst>
          </p:cNvPr>
          <p:cNvCxnSpPr/>
          <p:nvPr/>
        </p:nvCxnSpPr>
        <p:spPr>
          <a:xfrm>
            <a:off x="2861733" y="2194560"/>
            <a:ext cx="0" cy="1894840"/>
          </a:xfrm>
          <a:prstGeom prst="straightConnector1">
            <a:avLst/>
          </a:prstGeom>
          <a:ln w="38100">
            <a:solidFill>
              <a:srgbClr val="92D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382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784"/>
    </mc:Choice>
    <mc:Fallback xmlns="">
      <p:transition spd="slow" advTm="587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20" grpId="0"/>
      <p:bldP spid="22" grpId="0"/>
      <p:bldP spid="24" grpId="0"/>
      <p:bldP spid="5" grpId="0"/>
      <p:bldP spid="7" grpId="0"/>
      <p:bldP spid="8" grpId="0"/>
      <p:bldP spid="9" grpId="0"/>
      <p:bldP spid="3" grpId="0" animBg="1"/>
      <p:bldP spid="10" grpId="0" animBg="1"/>
      <p:bldP spid="11" grpId="0" animBg="1"/>
      <p:bldP spid="15" grpId="0"/>
      <p:bldP spid="17" grpId="0"/>
      <p:bldP spid="21" grpId="0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817AB-11BF-6D34-6E4E-0E505B3E1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3E0D9E-3A69-59A0-9075-B2CD62030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126" y="75657"/>
            <a:ext cx="11896340" cy="1325563"/>
          </a:xfrm>
        </p:spPr>
        <p:txBody>
          <a:bodyPr>
            <a:normAutofit/>
          </a:bodyPr>
          <a:lstStyle/>
          <a:p>
            <a:r>
              <a:rPr lang="en-US" altLang="zh-CN" sz="3400" dirty="0"/>
              <a:t>3.1 </a:t>
            </a:r>
            <a:r>
              <a:rPr lang="zh-CN" altLang="en-US" sz="3400" dirty="0"/>
              <a:t>基于深度强化学习的冷启动可感知分布式功能卸载系统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FB6D88-5C4A-6D04-EC64-5B548D4C091B}"/>
              </a:ext>
            </a:extLst>
          </p:cNvPr>
          <p:cNvSpPr txBox="1"/>
          <p:nvPr/>
        </p:nvSpPr>
        <p:spPr>
          <a:xfrm>
            <a:off x="3714750" y="219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41D878D-D55E-7D66-A886-93484F01D731}"/>
                  </a:ext>
                </a:extLst>
              </p:cNvPr>
              <p:cNvSpPr txBox="1"/>
              <p:nvPr/>
            </p:nvSpPr>
            <p:spPr>
              <a:xfrm>
                <a:off x="6281288" y="5547102"/>
                <a:ext cx="5236233" cy="434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𝑆𝑦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𝑐𝑜𝑠𝑡</m:t>
                              </m:r>
                            </m:sub>
                          </m:sSub>
                        </m:e>
                        <m: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41D878D-D55E-7D66-A886-93484F01D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288" y="5547102"/>
                <a:ext cx="5236233" cy="434606"/>
              </a:xfrm>
              <a:prstGeom prst="rect">
                <a:avLst/>
              </a:prstGeom>
              <a:blipFill>
                <a:blip r:embed="rId3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4A12E01-63E1-86EF-2357-E94DCCA2C7C1}"/>
                  </a:ext>
                </a:extLst>
              </p:cNvPr>
              <p:cNvSpPr txBox="1"/>
              <p:nvPr/>
            </p:nvSpPr>
            <p:spPr>
              <a:xfrm>
                <a:off x="5772329" y="1991949"/>
                <a:ext cx="5745192" cy="1872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hr m:val="∑"/>
                                          <m:limLoc m:val="subSup"/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zh-CN" altLang="en-US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e>
                                      </m:nary>
                                    </m:e>
                                  </m:nary>
                                </m:e>
                              </m:nary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𝑎𝑛𝑑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hr m:val="∑"/>
                                          <m:limLoc m:val="subSup"/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zh-CN" altLang="en-US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  </m:t>
                                          </m:r>
                                        </m:e>
                                      </m:nary>
                                    </m:e>
                                  </m:nary>
                                </m:e>
                              </m:nary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𝑎𝑛𝑑</m:t>
                              </m:r>
                            </m:e>
                            <m:e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hr m:val="∑"/>
                                          <m:limLoc m:val="subSup"/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zh-CN" altLang="en-US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           </m:t>
                                          </m:r>
                                        </m:e>
                                      </m:nary>
                                    </m:e>
                                  </m:nary>
                                </m:e>
                              </m:nary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4A12E01-63E1-86EF-2357-E94DCCA2C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329" y="1991949"/>
                <a:ext cx="5745192" cy="18728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F2D2B9F2-2803-FCC6-76D3-C23B8AEA8E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9164382"/>
                  </p:ext>
                </p:extLst>
              </p:nvPr>
            </p:nvGraphicFramePr>
            <p:xfrm>
              <a:off x="6281288" y="3864769"/>
              <a:ext cx="5745192" cy="149707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745192">
                      <a:extLst>
                        <a:ext uri="{9D8B030D-6E8A-4147-A177-3AD203B41FA5}">
                          <a16:colId xmlns:a16="http://schemas.microsoft.com/office/drawing/2014/main" val="1888737570"/>
                        </a:ext>
                      </a:extLst>
                    </a:gridCol>
                  </a:tblGrid>
                  <a:tr h="304377">
                    <a:tc>
                      <a:txBody>
                        <a:bodyPr/>
                        <a:lstStyle/>
                        <a:p>
                          <a:pPr marL="0" indent="302260" algn="l" defTabSz="914400" rtl="0" eaLnBrk="1" latinLnBrk="0" hangingPunct="1">
                            <a:lnSpc>
                              <a:spcPct val="1300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  <m:r>
                                <a:rPr lang="en-US" sz="18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lang="en-US" sz="18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lang="en-US" sz="18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lang="en-US" sz="18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  <m:r>
                                <a:rPr lang="en-US" sz="18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1:</m:t>
                              </m:r>
                              <m:sSub>
                                <m:sSubPr>
                                  <m:ctrlPr>
                                    <a:rPr lang="zh-CN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sz="1800" b="1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800" b="1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zh-CN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8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≤</m:t>
                              </m:r>
                              <m:sSubSup>
                                <m:sSubSupPr>
                                  <m:ctrlPr>
                                    <a:rPr lang="zh-CN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sz="1800" b="1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800" b="1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𝑓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zh-CN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e>
                              </m:d>
                            </m:oMath>
                          </a14:m>
                          <a:r>
                            <a:rPr lang="zh-CN" sz="18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，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2045109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marL="0" indent="302260" algn="l" defTabSz="914400" rtl="0" eaLnBrk="1" latinLnBrk="0" hangingPunct="1">
                            <a:lnSpc>
                              <a:spcPct val="130000"/>
                            </a:lnSpc>
                            <a:buNone/>
                          </a:pPr>
                          <a:r>
                            <a:rPr lang="en-US" sz="18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  <m:r>
                                <a:rPr lang="en-US" sz="18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2:</m:t>
                              </m:r>
                              <m:sSub>
                                <m:sSubPr>
                                  <m:ctrlPr>
                                    <a:rPr lang="zh-CN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𝑛𝑛</m:t>
                                  </m:r>
                                </m:sub>
                              </m:sSub>
                              <m:r>
                                <a:rPr lang="en-US" sz="18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𝑛𝑚</m:t>
                                  </m:r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𝑛𝑚</m:t>
                                  </m:r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zh-CN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𝑛𝑚𝑚</m:t>
                                  </m:r>
                                </m:sub>
                              </m:sSub>
                              <m:r>
                                <a:rPr lang="en-US" sz="18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𝑛𝑐</m:t>
                                  </m:r>
                                </m:sub>
                              </m:sSub>
                              <m:r>
                                <a:rPr lang="en-US" sz="18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sz="18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，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57754695"/>
                      </a:ext>
                    </a:extLst>
                  </a:tr>
                  <a:tr h="271621">
                    <a:tc>
                      <a:txBody>
                        <a:bodyPr/>
                        <a:lstStyle/>
                        <a:p>
                          <a:pPr marL="0" indent="302260" algn="l" defTabSz="914400" rtl="0" eaLnBrk="1" latinLnBrk="0" hangingPunct="1">
                            <a:lnSpc>
                              <a:spcPct val="130000"/>
                            </a:lnSpc>
                            <a:buNone/>
                          </a:pPr>
                          <a:r>
                            <a:rPr lang="en-US" sz="18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  <m:r>
                                <a:rPr lang="en-US" sz="18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3: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zh-CN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8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zh-CN" altLang="en-US" sz="18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sty m:val="p"/>
                                          <m:brk m:alnAt="1"/>
                                        </m:rPr>
                                        <a:rPr lang="en-US" altLang="zh-CN" sz="18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n</m:t>
                                      </m:r>
                                      <m:r>
                                        <a:rPr lang="en-US" altLang="zh-CN" sz="1800" b="1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800" b="1" i="1" kern="12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N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altLang="zh-CN" sz="1800" b="1" i="1" kern="120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altLang="zh-CN" sz="1800" b="1" i="1" kern="120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𝒊</m:t>
                                          </m:r>
                                          <m:r>
                                            <a:rPr lang="en-US" altLang="zh-CN" sz="1800" b="1" i="1" kern="120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=</m:t>
                                          </m:r>
                                          <m:r>
                                            <a:rPr lang="en-US" altLang="zh-CN" sz="1800" b="1" i="1" kern="120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𝟏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800" b="1" i="1" kern="120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R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1800" b="1" i="1" kern="120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800" b="1" i="1" kern="120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𝐸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zh-CN" altLang="zh-CN" sz="1800" b="1" i="1" kern="1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800" b="1" i="1" kern="1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  <m:t>𝑛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800" b="1" i="1" kern="1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1800" b="1" i="1" kern="120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1800" b="1" i="1" kern="120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zh-CN" sz="1800" b="1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≤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1800" b="1" i="1" kern="120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800" b="1" i="1" kern="120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𝐸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b="1" i="1" kern="120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nary>
                                </m:e>
                              </m:nary>
                            </m:oMath>
                          </a14:m>
                          <a:endParaRPr lang="en-US" altLang="zh-CN" sz="18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indent="302260" algn="l" defTabSz="914400" rtl="0" eaLnBrk="1" latinLnBrk="0" hangingPunct="1">
                            <a:lnSpc>
                              <a:spcPct val="130000"/>
                            </a:lnSpc>
                            <a:buNone/>
                          </a:pPr>
                          <a:endParaRPr lang="zh-CN" sz="18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00032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F2D2B9F2-2803-FCC6-76D3-C23B8AEA8E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9164382"/>
                  </p:ext>
                </p:extLst>
              </p:nvPr>
            </p:nvGraphicFramePr>
            <p:xfrm>
              <a:off x="6281288" y="3864769"/>
              <a:ext cx="5745192" cy="149707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745192">
                      <a:extLst>
                        <a:ext uri="{9D8B030D-6E8A-4147-A177-3AD203B41FA5}">
                          <a16:colId xmlns:a16="http://schemas.microsoft.com/office/drawing/2014/main" val="1888737570"/>
                        </a:ext>
                      </a:extLst>
                    </a:gridCol>
                  </a:tblGrid>
                  <a:tr h="43935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b="-3263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2045109"/>
                      </a:ext>
                    </a:extLst>
                  </a:tr>
                  <a:tr h="32143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33333" b="-3351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7754695"/>
                      </a:ext>
                    </a:extLst>
                  </a:tr>
                  <a:tr h="73628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04132" b="-49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0032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91CB280F-E208-63E6-725A-75F1247E67CA}"/>
              </a:ext>
            </a:extLst>
          </p:cNvPr>
          <p:cNvSpPr txBox="1"/>
          <p:nvPr/>
        </p:nvSpPr>
        <p:spPr>
          <a:xfrm>
            <a:off x="6450807" y="1591312"/>
            <a:ext cx="1379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问题定义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4EB536-E210-7C3D-9800-05334D8D4048}"/>
              </a:ext>
            </a:extLst>
          </p:cNvPr>
          <p:cNvSpPr txBox="1"/>
          <p:nvPr/>
        </p:nvSpPr>
        <p:spPr>
          <a:xfrm>
            <a:off x="6367463" y="5135261"/>
            <a:ext cx="1379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系统成本</a:t>
            </a:r>
            <a:endParaRPr lang="zh-CN" altLang="en-US" dirty="0">
              <a:latin typeface="+mj-ea"/>
              <a:ea typeface="+mj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EC7B4DB-27CE-F19D-A936-82900F9B095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8082" y="1295658"/>
            <a:ext cx="4430742" cy="402426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F8507E8-59AE-694D-5C5E-6389CFD6E398}"/>
              </a:ext>
            </a:extLst>
          </p:cNvPr>
          <p:cNvSpPr txBox="1"/>
          <p:nvPr/>
        </p:nvSpPr>
        <p:spPr>
          <a:xfrm>
            <a:off x="1143179" y="5547102"/>
            <a:ext cx="4629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无服务器功能函数请求卸载</a:t>
            </a:r>
            <a:r>
              <a:rPr lang="en-US" altLang="zh-CN" dirty="0"/>
              <a:t>SEC</a:t>
            </a:r>
            <a:r>
              <a:rPr lang="zh-CN" altLang="en-US" dirty="0"/>
              <a:t>系统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44211A-C44A-7921-30D0-E4C19CA35540}"/>
              </a:ext>
            </a:extLst>
          </p:cNvPr>
          <p:cNvSpPr txBox="1"/>
          <p:nvPr/>
        </p:nvSpPr>
        <p:spPr>
          <a:xfrm>
            <a:off x="5494277" y="3987371"/>
            <a:ext cx="1293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完成时间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59348F-C353-53C7-9709-F4D6F22B0A2D}"/>
              </a:ext>
            </a:extLst>
          </p:cNvPr>
          <p:cNvSpPr txBox="1"/>
          <p:nvPr/>
        </p:nvSpPr>
        <p:spPr>
          <a:xfrm>
            <a:off x="5494277" y="4314042"/>
            <a:ext cx="1128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卸载节点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301288D-DD5F-EF93-E983-FCBA23055D19}"/>
              </a:ext>
            </a:extLst>
          </p:cNvPr>
          <p:cNvSpPr txBox="1"/>
          <p:nvPr/>
        </p:nvSpPr>
        <p:spPr>
          <a:xfrm>
            <a:off x="5494277" y="4664582"/>
            <a:ext cx="1128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电池容量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F82D0FC-DE83-DAFE-3B8F-19F1252B8ADC}"/>
              </a:ext>
            </a:extLst>
          </p:cNvPr>
          <p:cNvSpPr txBox="1"/>
          <p:nvPr/>
        </p:nvSpPr>
        <p:spPr>
          <a:xfrm>
            <a:off x="10774241" y="2066330"/>
            <a:ext cx="939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时延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3D3C798-F5E6-988C-B57A-2B93D0F78041}"/>
              </a:ext>
            </a:extLst>
          </p:cNvPr>
          <p:cNvSpPr txBox="1"/>
          <p:nvPr/>
        </p:nvSpPr>
        <p:spPr>
          <a:xfrm>
            <a:off x="10774241" y="2796026"/>
            <a:ext cx="939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能耗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17B2413-54A7-5C38-AE3D-830A5F7C15CF}"/>
              </a:ext>
            </a:extLst>
          </p:cNvPr>
          <p:cNvSpPr txBox="1"/>
          <p:nvPr/>
        </p:nvSpPr>
        <p:spPr>
          <a:xfrm>
            <a:off x="10774241" y="3386755"/>
            <a:ext cx="939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花销</a:t>
            </a:r>
          </a:p>
        </p:txBody>
      </p:sp>
    </p:spTree>
    <p:extLst>
      <p:ext uri="{BB962C8B-B14F-4D97-AF65-F5344CB8AC3E}">
        <p14:creationId xmlns:p14="http://schemas.microsoft.com/office/powerpoint/2010/main" val="299847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784"/>
    </mc:Choice>
    <mc:Fallback xmlns="">
      <p:transition spd="slow" advTm="587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5" grpId="0"/>
      <p:bldP spid="8" grpId="0"/>
      <p:bldP spid="6" grpId="0"/>
      <p:bldP spid="12" grpId="0"/>
      <p:bldP spid="14" grpId="0"/>
      <p:bldP spid="29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FA151-42EC-BAD6-6B53-CFC0AAB4A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ACDB7-3D56-1F3E-C09C-356451531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05" y="61136"/>
            <a:ext cx="10988815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3.1 CSODQN</a:t>
            </a:r>
            <a:r>
              <a:rPr lang="zh-CN" altLang="en-US" sz="4000" dirty="0"/>
              <a:t>系统设计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67689C-9F40-CC41-9393-2485C511F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734" y="1668118"/>
            <a:ext cx="5476623" cy="42718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2F267141-A731-02E0-3CD8-3F56F4845D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3112452"/>
                  </p:ext>
                </p:extLst>
              </p:nvPr>
            </p:nvGraphicFramePr>
            <p:xfrm>
              <a:off x="6736305" y="3195029"/>
              <a:ext cx="5148080" cy="50705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148080">
                      <a:extLst>
                        <a:ext uri="{9D8B030D-6E8A-4147-A177-3AD203B41FA5}">
                          <a16:colId xmlns:a16="http://schemas.microsoft.com/office/drawing/2014/main" val="3534310731"/>
                        </a:ext>
                      </a:extLst>
                    </a:gridCol>
                  </a:tblGrid>
                  <a:tr h="507058">
                    <a:tc>
                      <a:txBody>
                        <a:bodyPr/>
                        <a:lstStyle/>
                        <a:p>
                          <a:pPr indent="0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600" i="1" spc="-25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sz="1600" i="1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𝑆𝑢𝑐𝑐𝑒𝑠𝑠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sz="1600" i="1" spc="-25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spc="-25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sz="1600" spc="-25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</m:sub>
                              </m:sSub>
                              <m:r>
                                <a:rPr lang="en-US" sz="16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zh-CN" sz="1600" i="1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spc="-25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zh-CN" sz="1600" i="1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sSub>
                                        <m:sSubPr>
                                          <m:ctrlPr>
                                            <a:rPr lang="zh-CN" sz="1600" i="1" spc="-25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spc="-25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sz="1600" spc="-25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sz="1600" i="1" spc="-25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spc="-25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sz="1600" i="1" spc="-25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spc="-25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𝝉</m:t>
                                          </m:r>
                                        </m:e>
                                        <m:sub>
                                          <m:r>
                                            <a:rPr lang="en-US" sz="1600" spc="-25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sz="1600" i="1" spc="-25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spc="-25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𝒕</m:t>
                                          </m:r>
                                        </m:e>
                                      </m:d>
                                    </m:den>
                                  </m:f>
                                </m:sup>
                              </m:sSup>
                              <m:r>
                                <a:rPr lang="en-US" sz="16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6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zh-CN" sz="1600" i="1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6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𝑖𝑑</m:t>
                                  </m:r>
                                </m:sub>
                              </m:sSub>
                              <m:r>
                                <a:rPr lang="zh-CN" sz="16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a:rPr lang="en-US" sz="16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16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zh-CN" sz="1600" i="1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sz="1600" i="1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zh-CN" sz="1600" i="1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6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Sup>
                                <m:sSubSupPr>
                                  <m:ctrlPr>
                                    <a:rPr lang="zh-CN" sz="1600" i="1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sz="1600" i="1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sz="16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zh-CN" sz="1600" i="1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oMath>
                          </a14:m>
                          <a:r>
                            <a:rPr lang="zh-CN" sz="1600" kern="100" spc="-25" dirty="0">
                              <a:solidFill>
                                <a:schemeClr val="tx1"/>
                              </a:solidFill>
                              <a:effectLst/>
                            </a:rPr>
                            <a:t>，</a:t>
                          </a:r>
                          <a:endParaRPr lang="zh-CN" sz="1600" spc="-25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47326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2F267141-A731-02E0-3CD8-3F56F4845D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3112452"/>
                  </p:ext>
                </p:extLst>
              </p:nvPr>
            </p:nvGraphicFramePr>
            <p:xfrm>
              <a:off x="6736305" y="3195029"/>
              <a:ext cx="5148080" cy="50705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148080">
                      <a:extLst>
                        <a:ext uri="{9D8B030D-6E8A-4147-A177-3AD203B41FA5}">
                          <a16:colId xmlns:a16="http://schemas.microsoft.com/office/drawing/2014/main" val="3534310731"/>
                        </a:ext>
                      </a:extLst>
                    </a:gridCol>
                  </a:tblGrid>
                  <a:tr h="5070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b="-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47326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0D987C-B857-7124-A664-6AB7B50578B3}"/>
                  </a:ext>
                </a:extLst>
              </p:cNvPr>
              <p:cNvSpPr txBox="1"/>
              <p:nvPr/>
            </p:nvSpPr>
            <p:spPr>
              <a:xfrm>
                <a:off x="5043488" y="2200370"/>
                <a:ext cx="6316008" cy="9733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indent="302260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b="1" i="1" spc="-25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b="1" i="1" spc="-25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zh-CN" altLang="en-US" sz="1600" b="1" i="1" spc="-25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b="1" i="1" spc="-25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1600" b="1" i="1" spc="-25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b="1" i="1" spc="-25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sz="1600" b="1" i="1" spc="-25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1600" b="1" i="1" spc="-25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sz="1600" b="1" i="1" spc="-25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b="1" i="1" spc="-25">
                                      <a:latin typeface="Cambria Math" panose="02040503050406030204" pitchFamily="18" charset="0"/>
                                    </a:rPr>
                                    <m:t>𝑆𝑢𝑐𝑐𝑒𝑠𝑠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en-US" sz="1600" b="1" i="1" spc="-25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b="1" i="1" spc="-25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zh-CN" altLang="en-US" sz="1600" b="1" i="1" spc="-25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  <m:t>𝑆𝑢𝑐𝑒𝑠𝑠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sz="1600" b="1" i="1" spc="-25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b="1" i="1" spc="-25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zh-CN" altLang="en-US" sz="1600" b="1" i="1" spc="-25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sz="1600" b="1" i="1" spc="-25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zh-CN" altLang="en-US" sz="1600" b="1" i="1" spc="-25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600" b="1" i="1" spc="-25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b="1" i="1" spc="-25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zh-CN" altLang="en-US" sz="1600" b="1" i="1" spc="-25">
                                          <a:latin typeface="Cambria Math" panose="02040503050406030204" pitchFamily="18" charset="0"/>
                                        </a:rPr>
                                        <m:t>𝑆𝑢𝑐𝑒𝑠𝑠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en-US" sz="1600" b="1" i="1" spc="-25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600" b="1" i="1" spc="-25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600" b="1" i="1" spc="-25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1600" b="1" i="1" spc="-25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600" b="1" i="1" spc="-25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sz="1600" b="1" i="1" spc="-25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b="1" i="1" spc="-25">
                                      <a:latin typeface="Cambria Math" panose="02040503050406030204" pitchFamily="18" charset="0"/>
                                    </a:rPr>
                                    <m:t>𝐹𝑎𝑖𝑙𝑒𝑑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en-US" sz="1600" b="1" i="1" spc="-25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b="1" i="1" spc="-25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zh-CN" altLang="en-US" sz="1600" b="1" i="1" spc="-25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b="1" i="1" spc="-25" dirty="0">
                  <a:latin typeface="Cambria Math" panose="02040503050406030204" pitchFamily="18" charset="0"/>
                </a:endParaRPr>
              </a:p>
              <a:p>
                <a:pPr indent="302260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 spc="-25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600" b="1" i="1" spc="-25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1600" b="1" i="1" spc="-25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zh-CN" altLang="en-US" sz="1600" b="1" i="1" spc="-25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b="1" i="1" spc="-25">
                              <a:latin typeface="Cambria Math" panose="02040503050406030204" pitchFamily="18" charset="0"/>
                            </a:rPr>
                            <m:t>𝑆𝑦</m:t>
                          </m:r>
                          <m:sSub>
                            <m:sSubPr>
                              <m:ctrlP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  <m:t>𝑐𝑜𝑠𝑡</m:t>
                              </m:r>
                            </m:sub>
                          </m:sSub>
                        </m:e>
                        <m:sub>
                          <m:sSub>
                            <m:sSubPr>
                              <m:ctrlP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sz="1600" b="1" i="1" spc="-25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1600" b="1" i="1" spc="-25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0D987C-B857-7124-A664-6AB7B5057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488" y="2200370"/>
                <a:ext cx="6316008" cy="9733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6FCFB35-49C5-CA3E-90C4-801DEF48BF4B}"/>
                  </a:ext>
                </a:extLst>
              </p:cNvPr>
              <p:cNvSpPr txBox="1"/>
              <p:nvPr/>
            </p:nvSpPr>
            <p:spPr>
              <a:xfrm>
                <a:off x="6395357" y="3523357"/>
                <a:ext cx="5224891" cy="1118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226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00" b="1" i="1" spc="-25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pc="-25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1600" b="1" i="1" spc="-25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spc="-25">
                                  <a:latin typeface="Cambria Math" panose="02040503050406030204" pitchFamily="18" charset="0"/>
                                </a:rPr>
                                <m:t>𝐹𝑎𝑖𝑙𝑒𝑑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1600" b="1" i="1" spc="-25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spc="-25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1" i="1" spc="-25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en-US" altLang="zh-CN" sz="1600" b="1" i="1" spc="-25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1600" b="1" i="1" spc="-25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1600" b="1" i="1" spc="-25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zh-CN" altLang="zh-CN" sz="1600" b="1" i="1" spc="-25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 b="1" i="1" spc="-25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zh-CN" altLang="zh-CN" sz="1600" b="1" i="1" spc="-25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spc="-25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b="1" i="1" spc="-25"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</m:sub>
                          </m:sSub>
                        </m:e>
                      </m:func>
                      <m:r>
                        <a:rPr lang="en-US" altLang="zh-CN" sz="1600" b="1" i="1" spc="-25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zh-CN" altLang="zh-CN" sz="1600" b="1" i="1" spc="-25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pc="-25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1600" b="1" i="1" spc="-25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spc="-25">
                                  <a:latin typeface="Cambria Math" panose="02040503050406030204" pitchFamily="18" charset="0"/>
                                </a:rPr>
                                <m:t>𝑆𝑢𝑐𝑐𝑒𝑠𝑠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1600" b="1" i="1" spc="-25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spc="-25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1" i="1" spc="-25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en-US" altLang="zh-CN" sz="1600" b="1" i="1" spc="-25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1" i="1" spc="-25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600" b="1" i="1" spc="-25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zh-CN" altLang="zh-CN" sz="1600" b="1" i="1" spc="-25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spc="-25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zh-CN" altLang="zh-CN" sz="1600" b="1" i="1" spc="-25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b="1" i="1" spc="-25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zh-CN" altLang="zh-CN" sz="1600" b="1" i="1" spc="-25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spc="-25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1600" b="1" i="1" spc="-25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600" b="1" i="1" spc="-25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1" i="1" spc="-25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zh-CN" altLang="zh-CN" sz="1600" b="1" i="1" spc="-25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spc="-25">
                                      <a:latin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  <m:sub>
                                  <m:r>
                                    <a:rPr lang="en-US" altLang="zh-CN" sz="1600" b="1" i="1" spc="-25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600" b="1" i="1" spc="-25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1" i="1" spc="-25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sz="1600" b="1" i="1" spc="-25" dirty="0">
                  <a:latin typeface="Cambria Math" panose="02040503050406030204" pitchFamily="18" charset="0"/>
                </a:endParaRPr>
              </a:p>
              <a:p>
                <a:pPr indent="302260" algn="ctr">
                  <a:lnSpc>
                    <a:spcPct val="13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1600" b="1" i="1" spc="-25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spc="-25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1600" b="1" i="1" spc="-25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zh-CN" altLang="zh-CN" sz="1600" b="1" i="1" spc="-25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b="1" i="1" spc="-25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zh-CN" altLang="zh-CN" sz="1600" b="1" i="1" spc="-25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600" b="1" i="1" spc="-25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spc="-25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1600" b="1" i="1" spc="-25">
                                    <a:latin typeface="Cambria Math" panose="02040503050406030204" pitchFamily="18" charset="0"/>
                                  </a:rPr>
                                  <m:t>𝑖𝑑</m:t>
                                </m:r>
                              </m:sub>
                            </m:sSub>
                            <m:r>
                              <a:rPr lang="en-US" altLang="zh-CN" sz="1600" b="1" i="1" spc="-25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zh-CN" sz="1600" b="1" i="1" spc="-25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spc="-25">
                                    <a:latin typeface="Cambria Math" panose="02040503050406030204" pitchFamily="18" charset="0"/>
                                  </a:rPr>
                                  <m:t>𝑓𝑎𝑖𝑙𝑒𝑑</m:t>
                                </m:r>
                              </m:e>
                              <m:sub>
                                <m:r>
                                  <a:rPr lang="en-US" altLang="zh-CN" sz="1600" b="1" i="1" spc="-25">
                                    <a:latin typeface="Cambria Math" panose="02040503050406030204" pitchFamily="18" charset="0"/>
                                  </a:rPr>
                                  <m:t>𝑠𝑡𝑎𝑡𝑒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zh-CN" altLang="zh-CN" sz="1600" b="1" i="1" spc="-25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1600" b="1" i="1" spc="-25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CN" sz="1600" b="1" i="1" spc="-25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1600" b="1" i="1" spc="-25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pc="-25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b>
                          <m:sSubPr>
                            <m:ctrlPr>
                              <a:rPr lang="zh-CN" altLang="zh-CN" sz="1600" b="1" i="1" spc="-25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pc="-25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600" b="1" i="1" spc="-25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zh-CN" altLang="zh-CN" sz="1600" b="1" i="1" spc="-25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pc="-25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1600" b="1" i="1" spc="-25">
                        <a:latin typeface="Cambria Math" panose="02040503050406030204" pitchFamily="18" charset="0"/>
                      </a:rPr>
                      <m:t>&gt;</m:t>
                    </m:r>
                    <m:sSubSup>
                      <m:sSubSupPr>
                        <m:ctrlPr>
                          <a:rPr lang="zh-CN" altLang="zh-CN" sz="1600" b="1" i="1" spc="-25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1" i="1" spc="-25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sSub>
                          <m:sSubPr>
                            <m:ctrlPr>
                              <a:rPr lang="zh-CN" altLang="zh-CN" sz="1600" b="1" i="1" spc="-25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pc="-25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600" b="1" i="1" spc="-25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en-US" altLang="zh-CN" sz="1600" b="1" i="1" spc="-25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  <m:d>
                      <m:dPr>
                        <m:ctrlPr>
                          <a:rPr lang="zh-CN" altLang="zh-CN" sz="1600" b="1" i="1" spc="-25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pc="-25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1600" b="1" i="1" spc="-25" dirty="0">
                    <a:latin typeface="Cambria Math" panose="02040503050406030204" pitchFamily="18" charset="0"/>
                  </a:rPr>
                  <a:t>。</a:t>
                </a: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6FCFB35-49C5-CA3E-90C4-801DEF48B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357" y="3523357"/>
                <a:ext cx="5224891" cy="1118576"/>
              </a:xfrm>
              <a:prstGeom prst="rect">
                <a:avLst/>
              </a:prstGeom>
              <a:blipFill>
                <a:blip r:embed="rId7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FB8791B5-73CD-552B-FC09-DA63243B9265}"/>
              </a:ext>
            </a:extLst>
          </p:cNvPr>
          <p:cNvSpPr txBox="1"/>
          <p:nvPr/>
        </p:nvSpPr>
        <p:spPr>
          <a:xfrm>
            <a:off x="5333318" y="2015704"/>
            <a:ext cx="1328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ighlight>
                  <a:srgbClr val="FFFFFF"/>
                </a:highlight>
                <a:latin typeface="+mj-ea"/>
                <a:ea typeface="+mj-ea"/>
                <a:cs typeface="Times New Roman" panose="02020603050405020304" pitchFamily="18" charset="0"/>
              </a:rPr>
              <a:t>奖励函数</a:t>
            </a:r>
            <a:endParaRPr lang="zh-CN" altLang="en-US" dirty="0">
              <a:highlight>
                <a:srgbClr val="FFFFFF"/>
              </a:highlight>
              <a:latin typeface="+mj-ea"/>
              <a:ea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75742D-1A78-1CF5-FAF9-D97ECD786C40}"/>
              </a:ext>
            </a:extLst>
          </p:cNvPr>
          <p:cNvSpPr/>
          <p:nvPr/>
        </p:nvSpPr>
        <p:spPr>
          <a:xfrm>
            <a:off x="2764631" y="3107531"/>
            <a:ext cx="692944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AA1EDB-DF6D-19D6-A02D-DCF8E386B033}"/>
              </a:ext>
            </a:extLst>
          </p:cNvPr>
          <p:cNvSpPr/>
          <p:nvPr/>
        </p:nvSpPr>
        <p:spPr>
          <a:xfrm>
            <a:off x="3045619" y="4082645"/>
            <a:ext cx="692944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831ED8-F730-AF95-968F-98B9E968850A}"/>
              </a:ext>
            </a:extLst>
          </p:cNvPr>
          <p:cNvSpPr/>
          <p:nvPr/>
        </p:nvSpPr>
        <p:spPr>
          <a:xfrm>
            <a:off x="3310573" y="4991577"/>
            <a:ext cx="692944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D0E78D-D03E-C3FB-16C4-A99476D245A5}"/>
              </a:ext>
            </a:extLst>
          </p:cNvPr>
          <p:cNvSpPr/>
          <p:nvPr/>
        </p:nvSpPr>
        <p:spPr>
          <a:xfrm>
            <a:off x="3310573" y="5443538"/>
            <a:ext cx="101854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E6A74C4-4D46-CB23-C3D1-4D38A2FA2EA3}"/>
              </a:ext>
            </a:extLst>
          </p:cNvPr>
          <p:cNvSpPr/>
          <p:nvPr/>
        </p:nvSpPr>
        <p:spPr>
          <a:xfrm>
            <a:off x="8474868" y="3873084"/>
            <a:ext cx="290513" cy="3060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E40872-F0D8-544C-CB00-00544A4958FE}"/>
              </a:ext>
            </a:extLst>
          </p:cNvPr>
          <p:cNvSpPr/>
          <p:nvPr/>
        </p:nvSpPr>
        <p:spPr>
          <a:xfrm>
            <a:off x="7834311" y="4311245"/>
            <a:ext cx="290513" cy="3060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B2C4D5-C6E6-C8EB-7F3F-A3F6356310C2}"/>
              </a:ext>
            </a:extLst>
          </p:cNvPr>
          <p:cNvSpPr/>
          <p:nvPr/>
        </p:nvSpPr>
        <p:spPr>
          <a:xfrm>
            <a:off x="8231729" y="4299892"/>
            <a:ext cx="1040859" cy="3060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166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750"/>
    </mc:Choice>
    <mc:Fallback xmlns="">
      <p:transition spd="slow" advTm="1707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4" grpId="0"/>
      <p:bldP spid="3" grpId="0" animBg="1"/>
      <p:bldP spid="3" grpId="1" animBg="1"/>
      <p:bldP spid="7" grpId="0" animBg="1"/>
      <p:bldP spid="7" grpId="1" animBg="1"/>
      <p:bldP spid="10" grpId="0" animBg="1"/>
      <p:bldP spid="10" grpId="1" animBg="1"/>
      <p:bldP spid="14" grpId="0" animBg="1"/>
      <p:bldP spid="14" grpId="1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02DB7-6071-24CA-4099-9B70D103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53E40-480D-284B-2CE4-B497CFB1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05" y="61136"/>
            <a:ext cx="10988815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3.1 CSODQN</a:t>
            </a:r>
            <a:r>
              <a:rPr lang="zh-CN" altLang="en-US" sz="4000" dirty="0"/>
              <a:t>系统设计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F40ABC-2F23-A399-B2DF-BF1A96392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12" y="1732067"/>
            <a:ext cx="5763768" cy="42473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表格 17">
                <a:extLst>
                  <a:ext uri="{FF2B5EF4-FFF2-40B4-BE49-F238E27FC236}">
                    <a16:creationId xmlns:a16="http://schemas.microsoft.com/office/drawing/2014/main" id="{C3595E46-1AFB-0B66-AC0F-4FE60B6673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44630" y="2051776"/>
              <a:ext cx="4819741" cy="67876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819741">
                      <a:extLst>
                        <a:ext uri="{9D8B030D-6E8A-4147-A177-3AD203B41FA5}">
                          <a16:colId xmlns:a16="http://schemas.microsoft.com/office/drawing/2014/main" val="3795317743"/>
                        </a:ext>
                      </a:extLst>
                    </a:gridCol>
                  </a:tblGrid>
                  <a:tr h="678762">
                    <a:tc>
                      <a:txBody>
                        <a:bodyPr/>
                        <a:lstStyle/>
                        <a:p>
                          <a:pPr indent="0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pc="-25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zh-CN" sz="1800" i="1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𝑠</m:t>
                                    </m:r>
                                    <m:r>
                                      <a:rPr lang="zh-CN" sz="1800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，</m:t>
                                    </m:r>
                                    <m:r>
                                      <a:rPr lang="en-US" sz="1800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sz="1800" spc="-25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=</m:t>
                                </m:r>
                                <m:r>
                                  <a:rPr lang="en-US" sz="1800" spc="-25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𝑉</m:t>
                                </m:r>
                                <m:d>
                                  <m:dPr>
                                    <m:ctrlPr>
                                      <a:rPr lang="zh-CN" sz="1800" i="1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sz="1800" spc="-25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+(</m:t>
                                </m:r>
                                <m:r>
                                  <a:rPr lang="en-US" sz="1800" spc="-25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zh-CN" sz="1800" i="1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𝑠</m:t>
                                    </m:r>
                                    <m:r>
                                      <a:rPr lang="zh-CN" sz="1800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，</m:t>
                                    </m:r>
                                    <m:r>
                                      <a:rPr lang="en-US" sz="1800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sz="1800" spc="-25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zh-CN" sz="1800" i="1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naryPr>
                                  <m:sub>
                                    <m:sSup>
                                      <m:sSupPr>
                                        <m:ctrlPr>
                                          <a:rPr lang="zh-CN" sz="1800" i="1" spc="-25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j-e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spc="-25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j-ea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1800" spc="-25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j-ea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/>
                                  <m:e>
                                    <m:r>
                                      <a:rPr lang="en-US" sz="1800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𝐴</m:t>
                                    </m:r>
                                    <m:r>
                                      <a:rPr lang="en-US" sz="1800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(</m:t>
                                    </m:r>
                                    <m:r>
                                      <a:rPr lang="en-US" sz="1800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𝑠</m:t>
                                    </m:r>
                                    <m:r>
                                      <a:rPr lang="zh-CN" sz="1800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，</m:t>
                                    </m:r>
                                    <m:sSup>
                                      <m:sSupPr>
                                        <m:ctrlPr>
                                          <a:rPr lang="zh-CN" sz="1800" i="1" spc="-25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j-e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spc="-25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j-ea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1800" spc="-25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j-ea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sz="1800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)/|</m:t>
                                    </m:r>
                                    <m:r>
                                      <a:rPr lang="en-US" sz="1800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𝐴</m:t>
                                    </m:r>
                                    <m:r>
                                      <a:rPr lang="en-US" sz="1800" spc="-25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|)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sz="1800" spc="-25" dirty="0">
                            <a:solidFill>
                              <a:schemeClr val="tx1"/>
                            </a:solidFill>
                            <a:effectLst/>
                            <a:latin typeface="+mj-ea"/>
                            <a:ea typeface="+mj-ea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133809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表格 17">
                <a:extLst>
                  <a:ext uri="{FF2B5EF4-FFF2-40B4-BE49-F238E27FC236}">
                    <a16:creationId xmlns:a16="http://schemas.microsoft.com/office/drawing/2014/main" id="{C3595E46-1AFB-0B66-AC0F-4FE60B6673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44630" y="2051776"/>
              <a:ext cx="4819741" cy="67876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819741">
                      <a:extLst>
                        <a:ext uri="{9D8B030D-6E8A-4147-A177-3AD203B41FA5}">
                          <a16:colId xmlns:a16="http://schemas.microsoft.com/office/drawing/2014/main" val="3795317743"/>
                        </a:ext>
                      </a:extLst>
                    </a:gridCol>
                  </a:tblGrid>
                  <a:tr h="67876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26" t="-893" r="-505" b="-44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33809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D538B234-8595-531D-1893-24837C12B23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15134" y="3071569"/>
              <a:ext cx="4600579" cy="7584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600579">
                      <a:extLst>
                        <a:ext uri="{9D8B030D-6E8A-4147-A177-3AD203B41FA5}">
                          <a16:colId xmlns:a16="http://schemas.microsoft.com/office/drawing/2014/main" val="2380048093"/>
                        </a:ext>
                      </a:extLst>
                    </a:gridCol>
                  </a:tblGrid>
                  <a:tr h="758482">
                    <a:tc>
                      <a:txBody>
                        <a:bodyPr/>
                        <a:lstStyle/>
                        <a:p>
                          <a:pPr indent="302260">
                            <a:lnSpc>
                              <a:spcPct val="1300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spc="-25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zh-CN" sz="1800" i="1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𝑠</m:t>
                                  </m:r>
                                  <m:r>
                                    <a:rPr lang="zh-CN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，</m:t>
                                  </m:r>
                                  <m:r>
                                    <a:rPr lang="en-US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18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=</m:t>
                              </m:r>
                              <m:r>
                                <a:rPr lang="en-US" sz="18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zh-CN" sz="1800" i="1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a:rPr lang="en-US" sz="18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+(</m:t>
                              </m:r>
                              <m:r>
                                <a:rPr lang="en-US" sz="18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zh-CN" sz="1800" i="1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𝑠</m:t>
                                  </m:r>
                                  <m:r>
                                    <a:rPr lang="zh-CN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，</m:t>
                                  </m:r>
                                  <m:r>
                                    <a:rPr lang="en-US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𝑎</m:t>
                                  </m:r>
                                  <m:r>
                                    <a:rPr lang="en-US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;</m:t>
                                  </m:r>
                                  <m:r>
                                    <a:rPr lang="en-US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800" spc="-25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zh-CN" sz="1800" i="1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zh-CN" sz="1800" i="1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800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/>
                                <m:e>
                                  <m:r>
                                    <a:rPr lang="en-US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𝐴</m:t>
                                  </m:r>
                                  <m:r>
                                    <a:rPr lang="en-US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(</m:t>
                                  </m:r>
                                  <m:r>
                                    <a:rPr lang="en-US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𝑠</m:t>
                                  </m:r>
                                  <m:r>
                                    <a:rPr lang="zh-CN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，</m:t>
                                  </m:r>
                                  <m:sSup>
                                    <m:sSupPr>
                                      <m:ctrlPr>
                                        <a:rPr lang="zh-CN" sz="1800" i="1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800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zh-CN" sz="1800" i="1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1800" spc="-25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𝑚𝑎𝑖𝑛</m:t>
                                      </m:r>
                                    </m:sub>
                                  </m:sSub>
                                  <m:r>
                                    <a:rPr lang="en-US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)/|</m:t>
                                  </m:r>
                                  <m:r>
                                    <a:rPr lang="en-US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𝐴</m:t>
                                  </m:r>
                                  <m:r>
                                    <a:rPr lang="en-US" sz="1800" spc="-25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|)</m:t>
                                  </m:r>
                                </m:e>
                              </m:nary>
                            </m:oMath>
                          </a14:m>
                          <a:r>
                            <a:rPr lang="zh-CN" sz="1800" kern="100" spc="-25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。</a:t>
                          </a:r>
                          <a:endParaRPr lang="zh-CN" sz="1800" spc="-25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4161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D538B234-8595-531D-1893-24837C12B23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15134" y="3071569"/>
              <a:ext cx="4600579" cy="7584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600579">
                      <a:extLst>
                        <a:ext uri="{9D8B030D-6E8A-4147-A177-3AD203B41FA5}">
                          <a16:colId xmlns:a16="http://schemas.microsoft.com/office/drawing/2014/main" val="2380048093"/>
                        </a:ext>
                      </a:extLst>
                    </a:gridCol>
                  </a:tblGrid>
                  <a:tr h="75848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132" t="-50794" r="-529" b="-4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4161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2EE4F24-E69F-476F-277C-6F1A43947438}"/>
                  </a:ext>
                </a:extLst>
              </p:cNvPr>
              <p:cNvSpPr txBox="1"/>
              <p:nvPr/>
            </p:nvSpPr>
            <p:spPr>
              <a:xfrm>
                <a:off x="6593680" y="4129165"/>
                <a:ext cx="5121641" cy="921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zh-CN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CN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zh-CN" altLang="en-US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，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zh-CN" altLang="en-US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zh-CN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zh-CN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2EE4F24-E69F-476F-277C-6F1A43947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680" y="4129165"/>
                <a:ext cx="5121641" cy="9217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25F5A95-156B-0072-82F1-443B9E7197A4}"/>
                  </a:ext>
                </a:extLst>
              </p:cNvPr>
              <p:cNvSpPr txBox="1"/>
              <p:nvPr/>
            </p:nvSpPr>
            <p:spPr>
              <a:xfrm>
                <a:off x="6399471" y="5136185"/>
                <a:ext cx="5510060" cy="8767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zh-CN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zh-CN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zh-CN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zh-CN" alt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，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zh-CN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25F5A95-156B-0072-82F1-443B9E719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471" y="5136185"/>
                <a:ext cx="5510060" cy="8767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1AC1AC7-3759-4D0C-7337-3DB39A427CA9}"/>
              </a:ext>
            </a:extLst>
          </p:cNvPr>
          <p:cNvSpPr txBox="1"/>
          <p:nvPr/>
        </p:nvSpPr>
        <p:spPr>
          <a:xfrm>
            <a:off x="6716022" y="1764150"/>
            <a:ext cx="3462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Dueling DQN</a:t>
            </a:r>
            <a:r>
              <a:rPr lang="zh-CN" altLang="en-US" dirty="0"/>
              <a:t>动作价值函数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6917B7-1AAB-1BDB-4F1D-A72A5FD65E88}"/>
              </a:ext>
            </a:extLst>
          </p:cNvPr>
          <p:cNvSpPr txBox="1"/>
          <p:nvPr/>
        </p:nvSpPr>
        <p:spPr>
          <a:xfrm>
            <a:off x="6716022" y="2666982"/>
            <a:ext cx="3462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CSODQN</a:t>
            </a:r>
            <a:r>
              <a:rPr lang="zh-CN" altLang="en-US" dirty="0"/>
              <a:t>动作价值函数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1B12A2-5D70-6152-7BCF-7D099F95AEE9}"/>
              </a:ext>
            </a:extLst>
          </p:cNvPr>
          <p:cNvSpPr txBox="1"/>
          <p:nvPr/>
        </p:nvSpPr>
        <p:spPr>
          <a:xfrm>
            <a:off x="6716022" y="4005605"/>
            <a:ext cx="3462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经验优先级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CBDFE2-AC5A-40AD-EF57-8AFF401712B8}"/>
              </a:ext>
            </a:extLst>
          </p:cNvPr>
          <p:cNvSpPr txBox="1"/>
          <p:nvPr/>
        </p:nvSpPr>
        <p:spPr>
          <a:xfrm>
            <a:off x="6716022" y="4999830"/>
            <a:ext cx="3462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重要性采样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05FF56-2AD3-54FB-03AE-72C136D50BDF}"/>
              </a:ext>
            </a:extLst>
          </p:cNvPr>
          <p:cNvSpPr txBox="1"/>
          <p:nvPr/>
        </p:nvSpPr>
        <p:spPr>
          <a:xfrm>
            <a:off x="4322263" y="4999830"/>
            <a:ext cx="2307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高优先级的样本偏好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BAC053-9951-DE06-B5FB-C43E858225D8}"/>
              </a:ext>
            </a:extLst>
          </p:cNvPr>
          <p:cNvSpPr/>
          <p:nvPr/>
        </p:nvSpPr>
        <p:spPr>
          <a:xfrm>
            <a:off x="1600200" y="3725333"/>
            <a:ext cx="4360333" cy="2802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94A29E-B57B-23D9-1CB9-CA849CF49046}"/>
              </a:ext>
            </a:extLst>
          </p:cNvPr>
          <p:cNvSpPr txBox="1"/>
          <p:nvPr/>
        </p:nvSpPr>
        <p:spPr>
          <a:xfrm>
            <a:off x="8447382" y="3515163"/>
            <a:ext cx="1435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目标网络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763BE6-DE52-528F-300E-F8FAE84D81DA}"/>
              </a:ext>
            </a:extLst>
          </p:cNvPr>
          <p:cNvSpPr txBox="1"/>
          <p:nvPr/>
        </p:nvSpPr>
        <p:spPr>
          <a:xfrm>
            <a:off x="9435663" y="2794762"/>
            <a:ext cx="1435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在线网络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7745FD-15FC-23A5-1968-1F087573816A}"/>
              </a:ext>
            </a:extLst>
          </p:cNvPr>
          <p:cNvSpPr/>
          <p:nvPr/>
        </p:nvSpPr>
        <p:spPr>
          <a:xfrm>
            <a:off x="9883276" y="3207544"/>
            <a:ext cx="146549" cy="2723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C16879-5209-3376-F6DE-6B829718D4D3}"/>
              </a:ext>
            </a:extLst>
          </p:cNvPr>
          <p:cNvSpPr/>
          <p:nvPr/>
        </p:nvSpPr>
        <p:spPr>
          <a:xfrm>
            <a:off x="7140619" y="3571588"/>
            <a:ext cx="673616" cy="258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149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750"/>
    </mc:Choice>
    <mc:Fallback xmlns="">
      <p:transition spd="slow" advTm="1707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5" grpId="0"/>
      <p:bldP spid="6" grpId="0"/>
      <p:bldP spid="7" grpId="0"/>
      <p:bldP spid="8" grpId="0"/>
      <p:bldP spid="9" grpId="0"/>
      <p:bldP spid="9" grpId="1"/>
      <p:bldP spid="3" grpId="0" animBg="1"/>
      <p:bldP spid="11" grpId="0"/>
      <p:bldP spid="12" grpId="0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9279-CEED-E8BE-0D2F-6E6E0210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44D06-8F99-E107-18C1-BDF0E2A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05" y="61136"/>
            <a:ext cx="10988815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3.1 CSODQN</a:t>
            </a:r>
            <a:r>
              <a:rPr lang="zh-CN" altLang="en-US" sz="4000" dirty="0"/>
              <a:t>系统设计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9AC966-02DB-F98C-0F58-AA494053AD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6505" y="1945060"/>
            <a:ext cx="6832494" cy="3441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399E8C2-49E5-7E25-FADB-4C17EA01E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607987"/>
              </p:ext>
            </p:extLst>
          </p:nvPr>
        </p:nvGraphicFramePr>
        <p:xfrm>
          <a:off x="7803872" y="1846557"/>
          <a:ext cx="3505201" cy="31717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9136">
                  <a:extLst>
                    <a:ext uri="{9D8B030D-6E8A-4147-A177-3AD203B41FA5}">
                      <a16:colId xmlns:a16="http://schemas.microsoft.com/office/drawing/2014/main" val="3101341468"/>
                    </a:ext>
                  </a:extLst>
                </a:gridCol>
                <a:gridCol w="1696065">
                  <a:extLst>
                    <a:ext uri="{9D8B030D-6E8A-4147-A177-3AD203B41FA5}">
                      <a16:colId xmlns:a16="http://schemas.microsoft.com/office/drawing/2014/main" val="616107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302260" algn="ctr" fontAlgn="ctr">
                        <a:lnSpc>
                          <a:spcPts val="1500"/>
                        </a:lnSpc>
                        <a:buNone/>
                      </a:pPr>
                      <a:r>
                        <a:rPr lang="zh-CN" sz="1400" spc="0" dirty="0">
                          <a:effectLst/>
                        </a:rPr>
                        <a:t>系统和</a:t>
                      </a:r>
                      <a:r>
                        <a:rPr lang="en-US" sz="1400" spc="0" dirty="0">
                          <a:effectLst/>
                        </a:rPr>
                        <a:t>DRL</a:t>
                      </a:r>
                      <a:r>
                        <a:rPr lang="zh-CN" sz="1400" spc="0" dirty="0">
                          <a:effectLst/>
                        </a:rPr>
                        <a:t>参数</a:t>
                      </a:r>
                      <a:endParaRPr lang="zh-CN" sz="1400" spc="-25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indent="302260" algn="ctr">
                        <a:lnSpc>
                          <a:spcPct val="130000"/>
                        </a:lnSpc>
                        <a:buNone/>
                      </a:pPr>
                      <a:r>
                        <a:rPr lang="zh-CN" sz="1400" spc="0">
                          <a:effectLst/>
                        </a:rPr>
                        <a:t>值</a:t>
                      </a:r>
                      <a:endParaRPr lang="zh-CN" sz="1400" spc="-25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313877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02260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400" spc="0" dirty="0">
                          <a:effectLst/>
                        </a:rPr>
                        <a:t>IoT</a:t>
                      </a:r>
                      <a:r>
                        <a:rPr lang="zh-CN" sz="1400" spc="0" dirty="0">
                          <a:effectLst/>
                        </a:rPr>
                        <a:t>设备数量</a:t>
                      </a:r>
                      <a:endParaRPr lang="zh-CN" sz="1400" spc="-25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indent="302260" algn="ctr">
                        <a:lnSpc>
                          <a:spcPct val="130000"/>
                        </a:lnSpc>
                        <a:buNone/>
                      </a:pPr>
                      <a:r>
                        <a:rPr lang="en-US" sz="1400" spc="0">
                          <a:effectLst/>
                        </a:rPr>
                        <a:t>[1</a:t>
                      </a:r>
                      <a:r>
                        <a:rPr lang="zh-CN" sz="1400" spc="0">
                          <a:effectLst/>
                        </a:rPr>
                        <a:t>，</a:t>
                      </a:r>
                      <a:r>
                        <a:rPr lang="en-US" sz="1400" spc="0">
                          <a:effectLst/>
                        </a:rPr>
                        <a:t>20]</a:t>
                      </a:r>
                      <a:endParaRPr lang="zh-CN" sz="1400" spc="-25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391245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02260" fontAlgn="ctr">
                        <a:lnSpc>
                          <a:spcPts val="1500"/>
                        </a:lnSpc>
                        <a:buNone/>
                      </a:pPr>
                      <a:r>
                        <a:rPr lang="zh-CN" sz="1400" spc="0" dirty="0">
                          <a:effectLst/>
                        </a:rPr>
                        <a:t>边缘服务器数量</a:t>
                      </a:r>
                      <a:endParaRPr lang="zh-CN" sz="1400" spc="-25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indent="302260" algn="ctr">
                        <a:lnSpc>
                          <a:spcPct val="130000"/>
                        </a:lnSpc>
                        <a:buNone/>
                      </a:pPr>
                      <a:r>
                        <a:rPr lang="en-US" sz="1400" spc="0" dirty="0">
                          <a:effectLst/>
                        </a:rPr>
                        <a:t>[2</a:t>
                      </a:r>
                      <a:r>
                        <a:rPr lang="zh-CN" sz="1400" spc="0" dirty="0">
                          <a:effectLst/>
                        </a:rPr>
                        <a:t>，</a:t>
                      </a:r>
                      <a:r>
                        <a:rPr lang="en-US" sz="1400" spc="0" dirty="0">
                          <a:effectLst/>
                        </a:rPr>
                        <a:t>6]</a:t>
                      </a:r>
                      <a:endParaRPr lang="zh-CN" sz="1400" spc="-25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1581372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02260" fontAlgn="ctr">
                        <a:lnSpc>
                          <a:spcPts val="1500"/>
                        </a:lnSpc>
                        <a:buNone/>
                      </a:pPr>
                      <a:r>
                        <a:rPr lang="zh-CN" sz="1400" spc="0">
                          <a:effectLst/>
                        </a:rPr>
                        <a:t>云服务器数量</a:t>
                      </a:r>
                      <a:endParaRPr lang="zh-CN" sz="1400" spc="-25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indent="302260" algn="ctr">
                        <a:lnSpc>
                          <a:spcPct val="130000"/>
                        </a:lnSpc>
                        <a:buNone/>
                      </a:pPr>
                      <a:r>
                        <a:rPr lang="en-US" sz="1400" spc="0">
                          <a:effectLst/>
                        </a:rPr>
                        <a:t>1</a:t>
                      </a:r>
                      <a:endParaRPr lang="zh-CN" sz="1400" spc="-25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1416366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02260" fontAlgn="ctr">
                        <a:lnSpc>
                          <a:spcPts val="1500"/>
                        </a:lnSpc>
                        <a:buNone/>
                      </a:pPr>
                      <a:r>
                        <a:rPr lang="zh-CN" altLang="en-US" sz="1400" spc="0" dirty="0">
                          <a:effectLst/>
                        </a:rPr>
                        <a:t>任务生成率</a:t>
                      </a:r>
                      <a:endParaRPr lang="zh-CN" sz="1400" spc="-25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indent="302260" algn="ctr">
                        <a:lnSpc>
                          <a:spcPct val="130000"/>
                        </a:lnSpc>
                        <a:buNone/>
                      </a:pPr>
                      <a:r>
                        <a:rPr lang="en-US" sz="1400" spc="0" dirty="0">
                          <a:effectLst/>
                        </a:rPr>
                        <a:t>[0，1]</a:t>
                      </a:r>
                      <a:endParaRPr lang="zh-CN" sz="1400" spc="-25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1841808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02260" fontAlgn="ctr">
                        <a:lnSpc>
                          <a:spcPts val="1500"/>
                        </a:lnSpc>
                        <a:buNone/>
                      </a:pPr>
                      <a:r>
                        <a:rPr lang="en-US" altLang="zh-CN" sz="1400" spc="0" dirty="0">
                          <a:effectLst/>
                        </a:rPr>
                        <a:t>SF</a:t>
                      </a:r>
                      <a:r>
                        <a:rPr lang="zh-CN" altLang="en-US" sz="1400" spc="0" dirty="0">
                          <a:effectLst/>
                        </a:rPr>
                        <a:t>请求优先级值</a:t>
                      </a:r>
                      <a:endParaRPr lang="zh-CN" sz="1400" spc="-25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indent="302260" algn="ctr">
                        <a:lnSpc>
                          <a:spcPct val="130000"/>
                        </a:lnSpc>
                        <a:buNone/>
                      </a:pPr>
                      <a:r>
                        <a:rPr lang="en-US" sz="1400" spc="0" dirty="0">
                          <a:effectLst/>
                        </a:rPr>
                        <a:t>[1，10]</a:t>
                      </a:r>
                      <a:endParaRPr lang="zh-CN" sz="1400" spc="-25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2864524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302260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400" spc="0">
                          <a:effectLst/>
                        </a:rPr>
                        <a:t>SF</a:t>
                      </a:r>
                      <a:r>
                        <a:rPr lang="zh-CN" sz="1400" spc="0">
                          <a:effectLst/>
                        </a:rPr>
                        <a:t>请求网络</a:t>
                      </a:r>
                      <a:r>
                        <a:rPr lang="en-US" sz="1400" spc="0">
                          <a:effectLst/>
                        </a:rPr>
                        <a:t>I/O</a:t>
                      </a:r>
                      <a:endParaRPr lang="zh-CN" sz="1400" spc="-25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indent="302260" algn="ctr">
                        <a:lnSpc>
                          <a:spcPct val="130000"/>
                        </a:lnSpc>
                        <a:buNone/>
                      </a:pPr>
                      <a:r>
                        <a:rPr lang="en-US" sz="1400" spc="0" dirty="0">
                          <a:effectLst/>
                        </a:rPr>
                        <a:t>[10KB</a:t>
                      </a:r>
                      <a:r>
                        <a:rPr lang="zh-CN" sz="1400" spc="0" dirty="0">
                          <a:effectLst/>
                        </a:rPr>
                        <a:t>，</a:t>
                      </a:r>
                      <a:r>
                        <a:rPr lang="en-US" sz="1400" spc="0" dirty="0">
                          <a:effectLst/>
                        </a:rPr>
                        <a:t>4MB]</a:t>
                      </a:r>
                      <a:endParaRPr lang="zh-CN" sz="1400" spc="-25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10589984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5D634C5B-F436-B9EF-AA49-EB95E3F051AB}"/>
              </a:ext>
            </a:extLst>
          </p:cNvPr>
          <p:cNvSpPr txBox="1"/>
          <p:nvPr/>
        </p:nvSpPr>
        <p:spPr>
          <a:xfrm>
            <a:off x="2378868" y="5463890"/>
            <a:ext cx="3164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CSODQN</a:t>
            </a:r>
            <a:r>
              <a:rPr lang="zh-CN" altLang="en-US" dirty="0"/>
              <a:t>的学习和采样过程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F398C2-BC88-2AEE-47E7-CC725AAB1664}"/>
              </a:ext>
            </a:extLst>
          </p:cNvPr>
          <p:cNvSpPr txBox="1"/>
          <p:nvPr/>
        </p:nvSpPr>
        <p:spPr>
          <a:xfrm>
            <a:off x="8680847" y="5387010"/>
            <a:ext cx="2264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实验相关参数设置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920BF5C-8645-9A95-025E-72CD6B3C5974}"/>
                  </a:ext>
                </a:extLst>
              </p:cNvPr>
              <p:cNvSpPr txBox="1"/>
              <p:nvPr/>
            </p:nvSpPr>
            <p:spPr>
              <a:xfrm>
                <a:off x="2567241" y="1566815"/>
                <a:ext cx="2106359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1800" b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获取动作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b="1" i="1" kern="100" spc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800" b="1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800" b="1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altLang="zh-CN" sz="1800" b="1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p>
                    </m:sSubSup>
                    <m:r>
                      <a:rPr lang="en-US" altLang="zh-CN" sz="18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n-US" altLang="zh-CN" sz="18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920BF5C-8645-9A95-025E-72CD6B3C5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241" y="1566815"/>
                <a:ext cx="2106359" cy="378245"/>
              </a:xfrm>
              <a:prstGeom prst="rect">
                <a:avLst/>
              </a:prstGeom>
              <a:blipFill>
                <a:blip r:embed="rId5"/>
                <a:stretch>
                  <a:fillRect l="-2312" t="-9677" b="-20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D274EF7-71FC-17BB-B1DE-68C5AD35CAC0}"/>
              </a:ext>
            </a:extLst>
          </p:cNvPr>
          <p:cNvCxnSpPr/>
          <p:nvPr/>
        </p:nvCxnSpPr>
        <p:spPr>
          <a:xfrm>
            <a:off x="4419599" y="3266894"/>
            <a:ext cx="0" cy="14054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188FFF9-7A06-A4DD-117E-49FD856E538A}"/>
              </a:ext>
            </a:extLst>
          </p:cNvPr>
          <p:cNvSpPr txBox="1"/>
          <p:nvPr/>
        </p:nvSpPr>
        <p:spPr>
          <a:xfrm>
            <a:off x="5412450" y="4648987"/>
            <a:ext cx="1885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更新环境状态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20CAA5B-EA8B-DFB6-E36C-5AE7A09A546E}"/>
              </a:ext>
            </a:extLst>
          </p:cNvPr>
          <p:cNvCxnSpPr>
            <a:cxnSpLocks/>
          </p:cNvCxnSpPr>
          <p:nvPr/>
        </p:nvCxnSpPr>
        <p:spPr>
          <a:xfrm>
            <a:off x="4285125" y="5018319"/>
            <a:ext cx="13536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8FA732E-A79B-8E63-EAE3-CF58C2F174C4}"/>
              </a:ext>
            </a:extLst>
          </p:cNvPr>
          <p:cNvSpPr txBox="1"/>
          <p:nvPr/>
        </p:nvSpPr>
        <p:spPr>
          <a:xfrm>
            <a:off x="7449661" y="3817990"/>
            <a:ext cx="4635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优先经验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444E355-A036-A195-406A-164E6AC06A8F}"/>
              </a:ext>
            </a:extLst>
          </p:cNvPr>
          <p:cNvCxnSpPr>
            <a:cxnSpLocks/>
          </p:cNvCxnSpPr>
          <p:nvPr/>
        </p:nvCxnSpPr>
        <p:spPr>
          <a:xfrm flipV="1">
            <a:off x="5414700" y="4035372"/>
            <a:ext cx="0" cy="7982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3086599-4347-F464-CBFA-145513E430BB}"/>
              </a:ext>
            </a:extLst>
          </p:cNvPr>
          <p:cNvSpPr txBox="1"/>
          <p:nvPr/>
        </p:nvSpPr>
        <p:spPr>
          <a:xfrm>
            <a:off x="5106320" y="1519558"/>
            <a:ext cx="1132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训练样本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A123129-54FA-149F-A4EB-1A8228276D5D}"/>
              </a:ext>
            </a:extLst>
          </p:cNvPr>
          <p:cNvCxnSpPr>
            <a:cxnSpLocks/>
          </p:cNvCxnSpPr>
          <p:nvPr/>
        </p:nvCxnSpPr>
        <p:spPr>
          <a:xfrm flipV="1">
            <a:off x="4974433" y="3266894"/>
            <a:ext cx="0" cy="7982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38AEF01-AE9E-E07D-5604-A3D2A6652CA3}"/>
              </a:ext>
            </a:extLst>
          </p:cNvPr>
          <p:cNvCxnSpPr>
            <a:cxnSpLocks/>
          </p:cNvCxnSpPr>
          <p:nvPr/>
        </p:nvCxnSpPr>
        <p:spPr>
          <a:xfrm>
            <a:off x="4429482" y="2351319"/>
            <a:ext cx="13536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FAAAC69F-634D-E193-3BC6-48D4B832178F}"/>
              </a:ext>
            </a:extLst>
          </p:cNvPr>
          <p:cNvSpPr txBox="1"/>
          <p:nvPr/>
        </p:nvSpPr>
        <p:spPr>
          <a:xfrm>
            <a:off x="6671455" y="1552569"/>
            <a:ext cx="1532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更新网络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56A14EC-FA48-804A-A444-C8A6155B1BAA}"/>
              </a:ext>
            </a:extLst>
          </p:cNvPr>
          <p:cNvCxnSpPr/>
          <p:nvPr/>
        </p:nvCxnSpPr>
        <p:spPr>
          <a:xfrm>
            <a:off x="3750732" y="3243520"/>
            <a:ext cx="0" cy="14054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053CC982-7FE4-3915-B5AA-672D24B13B0D}"/>
              </a:ext>
            </a:extLst>
          </p:cNvPr>
          <p:cNvCxnSpPr>
            <a:cxnSpLocks/>
          </p:cNvCxnSpPr>
          <p:nvPr/>
        </p:nvCxnSpPr>
        <p:spPr>
          <a:xfrm flipH="1">
            <a:off x="2397057" y="5049772"/>
            <a:ext cx="13536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F238038F-EAA0-0AE7-DFA2-EB59AB039B67}"/>
              </a:ext>
            </a:extLst>
          </p:cNvPr>
          <p:cNvCxnSpPr>
            <a:cxnSpLocks/>
          </p:cNvCxnSpPr>
          <p:nvPr/>
        </p:nvCxnSpPr>
        <p:spPr>
          <a:xfrm flipV="1">
            <a:off x="2567241" y="4145438"/>
            <a:ext cx="0" cy="7982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EB74E52A-300A-4541-5407-C1B62744BC53}"/>
              </a:ext>
            </a:extLst>
          </p:cNvPr>
          <p:cNvCxnSpPr>
            <a:cxnSpLocks/>
          </p:cNvCxnSpPr>
          <p:nvPr/>
        </p:nvCxnSpPr>
        <p:spPr>
          <a:xfrm flipV="1">
            <a:off x="3264166" y="3266894"/>
            <a:ext cx="0" cy="7982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4F60EA6B-C0C8-82A1-0655-2AA7D14A393C}"/>
              </a:ext>
            </a:extLst>
          </p:cNvPr>
          <p:cNvCxnSpPr>
            <a:cxnSpLocks/>
          </p:cNvCxnSpPr>
          <p:nvPr/>
        </p:nvCxnSpPr>
        <p:spPr>
          <a:xfrm flipH="1">
            <a:off x="2397057" y="2351319"/>
            <a:ext cx="12954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9128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750"/>
    </mc:Choice>
    <mc:Fallback xmlns="">
      <p:transition spd="slow" advTm="1707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8" grpId="0"/>
      <p:bldP spid="24" grpId="0"/>
      <p:bldP spid="28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1EAC25-4732-27C2-04DE-84D1A01E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/>
              <a:t>性能评估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57972A-3B3B-7A4C-ACA8-F20C3BBCEA94}"/>
              </a:ext>
            </a:extLst>
          </p:cNvPr>
          <p:cNvSpPr txBox="1"/>
          <p:nvPr/>
        </p:nvSpPr>
        <p:spPr>
          <a:xfrm>
            <a:off x="908050" y="1524862"/>
            <a:ext cx="2339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/>
              <a:t>参数设置的影响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024F51-7F9D-56A7-15AF-1FE1511CC716}"/>
              </a:ext>
            </a:extLst>
          </p:cNvPr>
          <p:cNvSpPr txBox="1"/>
          <p:nvPr/>
        </p:nvSpPr>
        <p:spPr>
          <a:xfrm>
            <a:off x="4766734" y="5150749"/>
            <a:ext cx="87206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86395E-3216-075B-FFD1-AB0768373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46" y="2339542"/>
            <a:ext cx="3659757" cy="22779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E41F775-CDBA-CCD5-1C72-94198A84C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203" y="2339543"/>
            <a:ext cx="3553594" cy="22118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06E0901-82D3-B0C4-4C6E-AA4EC927C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318" y="2372582"/>
            <a:ext cx="3553142" cy="221186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46FE4B7-FB0B-094E-246E-20490E1253F5}"/>
              </a:ext>
            </a:extLst>
          </p:cNvPr>
          <p:cNvSpPr txBox="1"/>
          <p:nvPr/>
        </p:nvSpPr>
        <p:spPr>
          <a:xfrm>
            <a:off x="1685925" y="4819095"/>
            <a:ext cx="2135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）学习率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0D8BC6-FDE1-6EA9-A045-680A20B34B27}"/>
              </a:ext>
            </a:extLst>
          </p:cNvPr>
          <p:cNvSpPr txBox="1"/>
          <p:nvPr/>
        </p:nvSpPr>
        <p:spPr>
          <a:xfrm>
            <a:off x="5305039" y="4781417"/>
            <a:ext cx="1935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）折扣因子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628214D-13D4-8330-AD43-228663F0696F}"/>
              </a:ext>
            </a:extLst>
          </p:cNvPr>
          <p:cNvSpPr txBox="1"/>
          <p:nvPr/>
        </p:nvSpPr>
        <p:spPr>
          <a:xfrm>
            <a:off x="8724128" y="4781417"/>
            <a:ext cx="218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c</a:t>
            </a:r>
            <a:r>
              <a:rPr lang="zh-CN" altLang="en-US" dirty="0"/>
              <a:t>）采样批量大小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B81431-B7C0-8EFF-C2F4-99CE7C0F2606}"/>
              </a:ext>
            </a:extLst>
          </p:cNvPr>
          <p:cNvSpPr txBox="1"/>
          <p:nvPr/>
        </p:nvSpPr>
        <p:spPr>
          <a:xfrm>
            <a:off x="1820599" y="3677472"/>
            <a:ext cx="23703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学习率为</a:t>
            </a:r>
            <a:r>
              <a:rPr lang="en-US" altLang="zh-CN" sz="2400" dirty="0">
                <a:solidFill>
                  <a:srgbClr val="FF0000"/>
                </a:solidFill>
              </a:rPr>
              <a:t>0.001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653116-FEA3-A047-AC29-33615C18FC28}"/>
              </a:ext>
            </a:extLst>
          </p:cNvPr>
          <p:cNvSpPr/>
          <p:nvPr/>
        </p:nvSpPr>
        <p:spPr>
          <a:xfrm>
            <a:off x="2007394" y="2436019"/>
            <a:ext cx="2193131" cy="3500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94664F-9572-FDBA-C8C2-8B0C89787C06}"/>
              </a:ext>
            </a:extLst>
          </p:cNvPr>
          <p:cNvSpPr/>
          <p:nvPr/>
        </p:nvSpPr>
        <p:spPr>
          <a:xfrm>
            <a:off x="5581651" y="3009900"/>
            <a:ext cx="2193131" cy="3500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E7FADA-3C40-CB0C-8975-B004809674FF}"/>
              </a:ext>
            </a:extLst>
          </p:cNvPr>
          <p:cNvSpPr/>
          <p:nvPr/>
        </p:nvSpPr>
        <p:spPr>
          <a:xfrm>
            <a:off x="9244329" y="3106340"/>
            <a:ext cx="2193131" cy="3500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EF09E2-7DA2-D53A-6BA8-B58424311580}"/>
              </a:ext>
            </a:extLst>
          </p:cNvPr>
          <p:cNvSpPr txBox="1"/>
          <p:nvPr/>
        </p:nvSpPr>
        <p:spPr>
          <a:xfrm>
            <a:off x="1400174" y="5235897"/>
            <a:ext cx="2595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更新权重的速度与方向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6745598-EA44-F78B-C5F2-39A36015C6D4}"/>
              </a:ext>
            </a:extLst>
          </p:cNvPr>
          <p:cNvSpPr txBox="1"/>
          <p:nvPr/>
        </p:nvSpPr>
        <p:spPr>
          <a:xfrm>
            <a:off x="5026820" y="5192851"/>
            <a:ext cx="3052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平衡当前奖励和未来奖励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038AB9F-AF48-629D-2365-006DA199C892}"/>
              </a:ext>
            </a:extLst>
          </p:cNvPr>
          <p:cNvSpPr txBox="1"/>
          <p:nvPr/>
        </p:nvSpPr>
        <p:spPr>
          <a:xfrm>
            <a:off x="9110666" y="5150749"/>
            <a:ext cx="1723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训练的稳定性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86FBFF-0669-EA7E-8BCF-E564E1DF959C}"/>
              </a:ext>
            </a:extLst>
          </p:cNvPr>
          <p:cNvSpPr txBox="1"/>
          <p:nvPr/>
        </p:nvSpPr>
        <p:spPr>
          <a:xfrm>
            <a:off x="5202767" y="3750256"/>
            <a:ext cx="2628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折扣因子选择</a:t>
            </a:r>
            <a:r>
              <a:rPr lang="en-US" altLang="zh-CN" dirty="0"/>
              <a:t>0.8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ECA1CC9-6F47-491B-B215-B72C835B53F3}"/>
              </a:ext>
            </a:extLst>
          </p:cNvPr>
          <p:cNvSpPr txBox="1"/>
          <p:nvPr/>
        </p:nvSpPr>
        <p:spPr>
          <a:xfrm>
            <a:off x="8236744" y="3703953"/>
            <a:ext cx="3295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采样批量大小等于</a:t>
            </a:r>
            <a:r>
              <a:rPr lang="en-US" altLang="zh-CN" dirty="0"/>
              <a:t>128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209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248"/>
    </mc:Choice>
    <mc:Fallback xmlns="">
      <p:transition spd="slow" advTm="242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8" grpId="0" animBg="1"/>
      <p:bldP spid="9" grpId="0" animBg="1"/>
      <p:bldP spid="10" grpId="0" animBg="1"/>
      <p:bldP spid="13" grpId="0"/>
      <p:bldP spid="17" grpId="0"/>
      <p:bldP spid="20" grpId="0"/>
      <p:bldP spid="24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1EAC25-4732-27C2-04DE-84D1A01E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/>
              <a:t>性能评估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5736E6-A4E8-21F4-F260-2E75744EEA0D}"/>
              </a:ext>
            </a:extLst>
          </p:cNvPr>
          <p:cNvSpPr txBox="1"/>
          <p:nvPr/>
        </p:nvSpPr>
        <p:spPr>
          <a:xfrm>
            <a:off x="908050" y="1524862"/>
            <a:ext cx="1415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/>
              <a:t>实验分析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A6E8BA-8A3D-7EE9-4EF5-4BE134D7CB23}"/>
              </a:ext>
            </a:extLst>
          </p:cNvPr>
          <p:cNvSpPr txBox="1"/>
          <p:nvPr/>
        </p:nvSpPr>
        <p:spPr>
          <a:xfrm>
            <a:off x="2052220" y="5647432"/>
            <a:ext cx="54320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C2D05E-54B6-CAC9-BF31-3B56C88C9961}"/>
              </a:ext>
            </a:extLst>
          </p:cNvPr>
          <p:cNvSpPr txBox="1"/>
          <p:nvPr/>
        </p:nvSpPr>
        <p:spPr>
          <a:xfrm>
            <a:off x="10218320" y="5675943"/>
            <a:ext cx="54320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506ACF5-779F-E734-0DDA-36D6088BC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050" y="2260998"/>
            <a:ext cx="5216141" cy="307214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53D8BD4-D15D-0FEB-23CF-A760F29D3702}"/>
              </a:ext>
            </a:extLst>
          </p:cNvPr>
          <p:cNvSpPr txBox="1"/>
          <p:nvPr/>
        </p:nvSpPr>
        <p:spPr>
          <a:xfrm>
            <a:off x="2595423" y="5422943"/>
            <a:ext cx="1967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训练速度对比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3D66B61-08DC-0866-B352-FDE28EB9F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915" y="2168672"/>
            <a:ext cx="4937620" cy="316446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DCA9C37-E631-6E7A-CCCF-908077CD57E1}"/>
              </a:ext>
            </a:extLst>
          </p:cNvPr>
          <p:cNvSpPr txBox="1"/>
          <p:nvPr/>
        </p:nvSpPr>
        <p:spPr>
          <a:xfrm>
            <a:off x="8381222" y="5462766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模型大小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84F016-BB54-65CD-AD09-AE66A66B5380}"/>
              </a:ext>
            </a:extLst>
          </p:cNvPr>
          <p:cNvSpPr/>
          <p:nvPr/>
        </p:nvSpPr>
        <p:spPr>
          <a:xfrm>
            <a:off x="1498857" y="2457964"/>
            <a:ext cx="2193131" cy="54126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41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248"/>
    </mc:Choice>
    <mc:Fallback xmlns="">
      <p:transition spd="slow" advTm="242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3A9A-6B96-4765-6DFB-A6593415B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47E19F-35DF-CAF1-9671-A68FA5197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/>
              <a:t>性能评估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1875B9-71ED-777D-8D08-69A3F33B0FDC}"/>
              </a:ext>
            </a:extLst>
          </p:cNvPr>
          <p:cNvSpPr txBox="1"/>
          <p:nvPr/>
        </p:nvSpPr>
        <p:spPr>
          <a:xfrm>
            <a:off x="2052220" y="5647432"/>
            <a:ext cx="54320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2212FA-AD50-6EC5-7D02-74246FABEC5F}"/>
              </a:ext>
            </a:extLst>
          </p:cNvPr>
          <p:cNvSpPr txBox="1"/>
          <p:nvPr/>
        </p:nvSpPr>
        <p:spPr>
          <a:xfrm>
            <a:off x="10218320" y="5675943"/>
            <a:ext cx="54320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A416A0D-1A62-B1CD-4817-76444ADC3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21" y="1769461"/>
            <a:ext cx="3357604" cy="2052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0A05CB1-A179-FD80-7632-A221FA977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781" y="1790902"/>
            <a:ext cx="3358800" cy="211883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506F227-6E93-41E2-EE8F-3E84ED141F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0137" y="1771104"/>
            <a:ext cx="3358800" cy="208818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E5FD38E-0C88-CB07-9808-DE2D059E2B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621" y="3916608"/>
            <a:ext cx="3358800" cy="209355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E745461-2938-1777-B15F-16806C769D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8977" y="3916608"/>
            <a:ext cx="3357604" cy="2052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78FBC1E-2554-EF20-B860-2AAFAE829F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1333" y="3937383"/>
            <a:ext cx="3357604" cy="20520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A07644E-761D-7F72-E8F5-0408F002853F}"/>
              </a:ext>
            </a:extLst>
          </p:cNvPr>
          <p:cNvSpPr txBox="1"/>
          <p:nvPr/>
        </p:nvSpPr>
        <p:spPr>
          <a:xfrm>
            <a:off x="726506" y="1393256"/>
            <a:ext cx="1868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不同任务到达率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214927C-AF48-5D6F-C100-7ACE88E12FF4}"/>
              </a:ext>
            </a:extLst>
          </p:cNvPr>
          <p:cNvSpPr/>
          <p:nvPr/>
        </p:nvSpPr>
        <p:spPr>
          <a:xfrm>
            <a:off x="1578769" y="1843088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A85CE20-D1F2-7936-9D48-2CAC68AE0B96}"/>
              </a:ext>
            </a:extLst>
          </p:cNvPr>
          <p:cNvSpPr/>
          <p:nvPr/>
        </p:nvSpPr>
        <p:spPr>
          <a:xfrm>
            <a:off x="2009357" y="1857735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CAEDB59-62BE-3155-987F-2557D516B7D5}"/>
              </a:ext>
            </a:extLst>
          </p:cNvPr>
          <p:cNvSpPr/>
          <p:nvPr/>
        </p:nvSpPr>
        <p:spPr>
          <a:xfrm>
            <a:off x="2493483" y="2067353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648BE21-9D0C-7F1F-CDE5-5DC4104FA62A}"/>
              </a:ext>
            </a:extLst>
          </p:cNvPr>
          <p:cNvSpPr/>
          <p:nvPr/>
        </p:nvSpPr>
        <p:spPr>
          <a:xfrm>
            <a:off x="2931319" y="2576352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DE858F8-D822-6BFD-EA58-40C998CA66A9}"/>
              </a:ext>
            </a:extLst>
          </p:cNvPr>
          <p:cNvSpPr/>
          <p:nvPr/>
        </p:nvSpPr>
        <p:spPr>
          <a:xfrm>
            <a:off x="3398044" y="2850318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9BEE5A1-6169-864A-381B-87ADA34A228A}"/>
              </a:ext>
            </a:extLst>
          </p:cNvPr>
          <p:cNvSpPr/>
          <p:nvPr/>
        </p:nvSpPr>
        <p:spPr>
          <a:xfrm>
            <a:off x="3836134" y="2964618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85F83B4-51AA-CD36-A012-CD3A9C0B7DAB}"/>
              </a:ext>
            </a:extLst>
          </p:cNvPr>
          <p:cNvSpPr/>
          <p:nvPr/>
        </p:nvSpPr>
        <p:spPr>
          <a:xfrm>
            <a:off x="8627269" y="1858527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F957268-B8E0-4A76-1D86-F34BD2E8CE8F}"/>
              </a:ext>
            </a:extLst>
          </p:cNvPr>
          <p:cNvSpPr/>
          <p:nvPr/>
        </p:nvSpPr>
        <p:spPr>
          <a:xfrm>
            <a:off x="9073097" y="1857735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231BE8D-2533-4622-E4F6-C8F7C9055966}"/>
              </a:ext>
            </a:extLst>
          </p:cNvPr>
          <p:cNvSpPr/>
          <p:nvPr/>
        </p:nvSpPr>
        <p:spPr>
          <a:xfrm>
            <a:off x="9505636" y="2029435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E5AAB86-C343-09EC-DAE6-166D6C944E14}"/>
              </a:ext>
            </a:extLst>
          </p:cNvPr>
          <p:cNvSpPr/>
          <p:nvPr/>
        </p:nvSpPr>
        <p:spPr>
          <a:xfrm>
            <a:off x="10025439" y="2586739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7E59673-D00A-8B41-A128-7912D251E53B}"/>
              </a:ext>
            </a:extLst>
          </p:cNvPr>
          <p:cNvSpPr/>
          <p:nvPr/>
        </p:nvSpPr>
        <p:spPr>
          <a:xfrm>
            <a:off x="10453898" y="2953803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76B3527-D7E5-1505-3BC8-56D5C56E35D7}"/>
              </a:ext>
            </a:extLst>
          </p:cNvPr>
          <p:cNvSpPr/>
          <p:nvPr/>
        </p:nvSpPr>
        <p:spPr>
          <a:xfrm>
            <a:off x="10916417" y="3078918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29A77EB-9D7E-875E-7D7A-A9890BB02E34}"/>
              </a:ext>
            </a:extLst>
          </p:cNvPr>
          <p:cNvSpPr/>
          <p:nvPr/>
        </p:nvSpPr>
        <p:spPr>
          <a:xfrm>
            <a:off x="5023617" y="3097636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4F92A293-10CB-7AAA-2622-28154B562168}"/>
              </a:ext>
            </a:extLst>
          </p:cNvPr>
          <p:cNvSpPr/>
          <p:nvPr/>
        </p:nvSpPr>
        <p:spPr>
          <a:xfrm>
            <a:off x="5482826" y="3068103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C8CB7C03-1148-1A1A-976C-7590230AEC3D}"/>
              </a:ext>
            </a:extLst>
          </p:cNvPr>
          <p:cNvSpPr/>
          <p:nvPr/>
        </p:nvSpPr>
        <p:spPr>
          <a:xfrm>
            <a:off x="5954299" y="2758044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2BE3C7DB-20DE-8A2F-529A-E41828B289FC}"/>
              </a:ext>
            </a:extLst>
          </p:cNvPr>
          <p:cNvSpPr/>
          <p:nvPr/>
        </p:nvSpPr>
        <p:spPr>
          <a:xfrm>
            <a:off x="6455042" y="2358901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D5B4FA5D-CC17-08FE-6D4B-A8E6B0EAACE8}"/>
              </a:ext>
            </a:extLst>
          </p:cNvPr>
          <p:cNvSpPr/>
          <p:nvPr/>
        </p:nvSpPr>
        <p:spPr>
          <a:xfrm>
            <a:off x="6941271" y="2181653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2F38B12D-BEB1-6A1E-A165-8D23BC0FC710}"/>
              </a:ext>
            </a:extLst>
          </p:cNvPr>
          <p:cNvSpPr/>
          <p:nvPr/>
        </p:nvSpPr>
        <p:spPr>
          <a:xfrm>
            <a:off x="7383926" y="2113692"/>
            <a:ext cx="192881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313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248"/>
    </mc:Choice>
    <mc:Fallback xmlns="">
      <p:transition spd="slow" advTm="242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15" grpId="0" animBg="1"/>
      <p:bldP spid="16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4E2A1-0CC7-E5C0-31FB-5EB0868DC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AC84C-3E9B-0566-D711-0AF1D696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/>
              <a:t>性能评估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B027A7-FE9E-9D16-712A-4807EFD86377}"/>
              </a:ext>
            </a:extLst>
          </p:cNvPr>
          <p:cNvSpPr txBox="1"/>
          <p:nvPr/>
        </p:nvSpPr>
        <p:spPr>
          <a:xfrm>
            <a:off x="2052220" y="5647432"/>
            <a:ext cx="54320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B2151D-91E4-8A57-EF41-B2C5540A7524}"/>
              </a:ext>
            </a:extLst>
          </p:cNvPr>
          <p:cNvSpPr txBox="1"/>
          <p:nvPr/>
        </p:nvSpPr>
        <p:spPr>
          <a:xfrm>
            <a:off x="10218320" y="5675943"/>
            <a:ext cx="54320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0CEB02-E638-A58C-3B76-5571CC42E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425" y="1762588"/>
            <a:ext cx="3358800" cy="208525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F704DA1-C3A2-1929-310E-4DBB5BDFB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781" y="1767716"/>
            <a:ext cx="3358800" cy="202348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D33404B-C6FD-EE1A-6D85-58954E36E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0137" y="1767454"/>
            <a:ext cx="3358800" cy="20631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69A9FE3-13AA-DA1A-0C2B-94ED06EF8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023" y="3937383"/>
            <a:ext cx="3358800" cy="208850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CD6AD47-B61F-060A-88EF-5EE365EB52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8379" y="3937383"/>
            <a:ext cx="3358800" cy="202119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93114FA-EC8F-D8C7-2703-E16505D61C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0735" y="3937383"/>
            <a:ext cx="3358800" cy="202348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B3DBB65-5F6D-DD1C-FC73-96721DBA5376}"/>
              </a:ext>
            </a:extLst>
          </p:cNvPr>
          <p:cNvSpPr txBox="1"/>
          <p:nvPr/>
        </p:nvSpPr>
        <p:spPr>
          <a:xfrm>
            <a:off x="726506" y="1393256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/>
              <a:t>不同</a:t>
            </a:r>
            <a:r>
              <a:rPr lang="en-US" altLang="zh-CN" dirty="0" err="1"/>
              <a:t>IIoT</a:t>
            </a:r>
            <a:r>
              <a:rPr lang="zh-CN" altLang="en-US" dirty="0"/>
              <a:t>设备数量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4902156-5F85-50E3-8B6D-7A99DB518C14}"/>
              </a:ext>
            </a:extLst>
          </p:cNvPr>
          <p:cNvSpPr/>
          <p:nvPr/>
        </p:nvSpPr>
        <p:spPr>
          <a:xfrm rot="19211044">
            <a:off x="5115655" y="2545217"/>
            <a:ext cx="1213612" cy="1973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02EE01-0015-150A-6650-5AEDC5CE09BB}"/>
              </a:ext>
            </a:extLst>
          </p:cNvPr>
          <p:cNvSpPr/>
          <p:nvPr/>
        </p:nvSpPr>
        <p:spPr>
          <a:xfrm>
            <a:off x="1713170" y="2131920"/>
            <a:ext cx="1022886" cy="147567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E33CE3-FD64-63B4-34BA-6E79BCF4C8BE}"/>
              </a:ext>
            </a:extLst>
          </p:cNvPr>
          <p:cNvSpPr/>
          <p:nvPr/>
        </p:nvSpPr>
        <p:spPr>
          <a:xfrm>
            <a:off x="8437820" y="2131920"/>
            <a:ext cx="1022886" cy="147567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11279B-03F7-FD07-833E-C77EF5751AE3}"/>
              </a:ext>
            </a:extLst>
          </p:cNvPr>
          <p:cNvSpPr/>
          <p:nvPr/>
        </p:nvSpPr>
        <p:spPr>
          <a:xfrm>
            <a:off x="5411020" y="3937383"/>
            <a:ext cx="1797024" cy="13561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55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248"/>
    </mc:Choice>
    <mc:Fallback xmlns="">
      <p:transition spd="slow" advTm="242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E5302-1D0A-9162-01FC-C2E11A51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5B168-D06E-9E38-6291-3E21630BA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3.1.1 </a:t>
            </a:r>
            <a:r>
              <a:rPr lang="zh-CN" altLang="en-US" dirty="0"/>
              <a:t>性能评估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518D4F-F8F4-A924-3EF1-42CF2C720466}"/>
              </a:ext>
            </a:extLst>
          </p:cNvPr>
          <p:cNvSpPr txBox="1"/>
          <p:nvPr/>
        </p:nvSpPr>
        <p:spPr>
          <a:xfrm>
            <a:off x="2052220" y="5647432"/>
            <a:ext cx="54320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FF17B6-8331-E912-5362-2AFA48F511A9}"/>
              </a:ext>
            </a:extLst>
          </p:cNvPr>
          <p:cNvSpPr txBox="1"/>
          <p:nvPr/>
        </p:nvSpPr>
        <p:spPr>
          <a:xfrm>
            <a:off x="10218320" y="5675943"/>
            <a:ext cx="54320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DC1A29-B83E-7866-3640-3FFECBB94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85" y="1762588"/>
            <a:ext cx="3358800" cy="21103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1A2EF0E-2F2F-DCBC-7E26-523924AD8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941" y="1783216"/>
            <a:ext cx="3358800" cy="21188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E35489B-1095-2786-62A4-850157473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8941" y="1762588"/>
            <a:ext cx="3358800" cy="20550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A26D2B6-B805-4785-C9D6-0F26F33E8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085" y="3934297"/>
            <a:ext cx="3358800" cy="205508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D1B458F-5AC4-E2E9-379D-32C402DD92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6209" y="3922681"/>
            <a:ext cx="3358800" cy="205272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EE2E35-97DC-1896-F9A1-011A693101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8941" y="3922681"/>
            <a:ext cx="3358800" cy="204195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6F2EABF-7D8D-5F47-F6D2-2D2F1FE27812}"/>
              </a:ext>
            </a:extLst>
          </p:cNvPr>
          <p:cNvSpPr txBox="1"/>
          <p:nvPr/>
        </p:nvSpPr>
        <p:spPr>
          <a:xfrm>
            <a:off x="726506" y="1393256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/>
              <a:t>不同最大可容忍延迟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8AFA2A-3EF9-1B33-D1F8-37D010A8E504}"/>
              </a:ext>
            </a:extLst>
          </p:cNvPr>
          <p:cNvSpPr/>
          <p:nvPr/>
        </p:nvSpPr>
        <p:spPr>
          <a:xfrm>
            <a:off x="8451056" y="1783216"/>
            <a:ext cx="2926684" cy="132044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B193F8-C535-CF77-FF17-3BEDB2C294BC}"/>
              </a:ext>
            </a:extLst>
          </p:cNvPr>
          <p:cNvSpPr/>
          <p:nvPr/>
        </p:nvSpPr>
        <p:spPr>
          <a:xfrm>
            <a:off x="4864666" y="2337246"/>
            <a:ext cx="2462668" cy="12703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E733B9-8E0E-01F4-D6D3-27C0FEB2DA03}"/>
              </a:ext>
            </a:extLst>
          </p:cNvPr>
          <p:cNvSpPr/>
          <p:nvPr/>
        </p:nvSpPr>
        <p:spPr>
          <a:xfrm>
            <a:off x="4926006" y="4308484"/>
            <a:ext cx="2789243" cy="13389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18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248"/>
    </mc:Choice>
    <mc:Fallback xmlns="">
      <p:transition spd="slow" advTm="242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0C76E-942B-422F-B1F6-6D141430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成果展示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762A535-A8BD-48FD-A5D9-A642D3253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06" y="1444583"/>
            <a:ext cx="3394644" cy="444318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1DB731E-A848-4287-BD41-99BAFE99D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520" y="1703677"/>
            <a:ext cx="2981425" cy="423545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D8A7A5F-3FE2-4C36-8061-65C186892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753" y="3174724"/>
            <a:ext cx="5110480" cy="125525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BDD1B55-1D11-42B3-AA8C-73BEC375E4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1" y="1581150"/>
            <a:ext cx="3298989" cy="470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33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0C76E-942B-422F-B1F6-6D141430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DD21D7-54CC-4AAA-A5C2-852F08668D3F}"/>
              </a:ext>
            </a:extLst>
          </p:cNvPr>
          <p:cNvSpPr txBox="1"/>
          <p:nvPr/>
        </p:nvSpPr>
        <p:spPr>
          <a:xfrm>
            <a:off x="1562100" y="2228671"/>
            <a:ext cx="9067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400" dirty="0">
                <a:latin typeface="宋体" panose="02010600030101010101" pitchFamily="2" charset="-122"/>
                <a:ea typeface="宋体" panose="02010600030101010101" pitchFamily="2" charset="-122"/>
              </a:rPr>
              <a:t>请老师批评指正！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FEF65F1-BC4D-40D6-92E6-206C2277B016}"/>
              </a:ext>
            </a:extLst>
          </p:cNvPr>
          <p:cNvSpPr txBox="1"/>
          <p:nvPr/>
        </p:nvSpPr>
        <p:spPr>
          <a:xfrm>
            <a:off x="5655880" y="5281927"/>
            <a:ext cx="906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汇报人：顾凯琪</a:t>
            </a:r>
          </a:p>
        </p:txBody>
      </p:sp>
    </p:spTree>
    <p:extLst>
      <p:ext uri="{BB962C8B-B14F-4D97-AF65-F5344CB8AC3E}">
        <p14:creationId xmlns:p14="http://schemas.microsoft.com/office/powerpoint/2010/main" val="25011783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6|6.3|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1.7|13.1|0.5|2.6|26.2|0.9|18|0.5|1.3|32.2|0.6|2.7|61.1|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1.7|13.1|0.5|2.6|26.2|0.9|18|0.5|1.3|32.2|0.6|2.7|61.1|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1.7|13.1|0.5|2.6|26.2|0.9|18|0.5|1.3|32.2|0.6|2.7|61.1|1.2"/>
</p:tagLst>
</file>

<file path=ppt/theme/theme1.xml><?xml version="1.0" encoding="utf-8"?>
<a:theme xmlns:a="http://schemas.openxmlformats.org/drawingml/2006/main" name="Office 主题​​">
  <a:themeElements>
    <a:clrScheme name="湖南大学母校送模板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C03431"/>
      </a:accent1>
      <a:accent2>
        <a:srgbClr val="F55050"/>
      </a:accent2>
      <a:accent3>
        <a:srgbClr val="FB7B7B"/>
      </a:accent3>
      <a:accent4>
        <a:srgbClr val="FD6666"/>
      </a:accent4>
      <a:accent5>
        <a:srgbClr val="ED2221"/>
      </a:accent5>
      <a:accent6>
        <a:srgbClr val="D22828"/>
      </a:accent6>
      <a:hlink>
        <a:srgbClr val="B80006"/>
      </a:hlink>
      <a:folHlink>
        <a:srgbClr val="BFBFBF"/>
      </a:folHlink>
    </a:clrScheme>
    <a:fontScheme name="湖南大学母校送模板-萌萌君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32340</TotalTime>
  <Words>2353</Words>
  <Application>Microsoft Office PowerPoint</Application>
  <PresentationFormat>宽屏</PresentationFormat>
  <Paragraphs>205</Paragraphs>
  <Slides>16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-apple-system</vt:lpstr>
      <vt:lpstr>等线</vt:lpstr>
      <vt:lpstr>宋体</vt:lpstr>
      <vt:lpstr>Microsoft YaHei</vt:lpstr>
      <vt:lpstr>Microsoft YaHei</vt:lpstr>
      <vt:lpstr>Arial</vt:lpstr>
      <vt:lpstr>Calibri</vt:lpstr>
      <vt:lpstr>Calibri Light</vt:lpstr>
      <vt:lpstr>Cambria Math</vt:lpstr>
      <vt:lpstr>Century Gothic</vt:lpstr>
      <vt:lpstr>Segoe UI</vt:lpstr>
      <vt:lpstr>Segoe UI Light</vt:lpstr>
      <vt:lpstr>Times New Roman</vt:lpstr>
      <vt:lpstr>Office 主题​​</vt:lpstr>
      <vt:lpstr>1_OfficePLUS</vt:lpstr>
      <vt:lpstr>PowerPoint 演示文稿</vt:lpstr>
      <vt:lpstr>1 研究背景及意义</vt:lpstr>
      <vt:lpstr>2 研究现状</vt:lpstr>
      <vt:lpstr>3 主要研究内容</vt:lpstr>
      <vt:lpstr>3.1 基于深度强化学习的冷启动可感知分布式功能卸载系统</vt:lpstr>
      <vt:lpstr>3.1 基于深度强化学习的冷启动可感知分布式功能卸载系统</vt:lpstr>
      <vt:lpstr>3.1 CSODQN系统设计</vt:lpstr>
      <vt:lpstr>3.1 CSODQN系统设计</vt:lpstr>
      <vt:lpstr>3.1 CSODQN系统设计</vt:lpstr>
      <vt:lpstr>3.1.1 性能评估</vt:lpstr>
      <vt:lpstr>3.1.1 性能评估</vt:lpstr>
      <vt:lpstr>3.1.1 性能评估</vt:lpstr>
      <vt:lpstr>3.1.1 性能评估</vt:lpstr>
      <vt:lpstr>3.1.1 性能评估</vt:lpstr>
      <vt:lpstr>成果展示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luoyanjun</dc:creator>
  <cp:lastModifiedBy>gkq2414774255@163.com</cp:lastModifiedBy>
  <cp:revision>1018</cp:revision>
  <dcterms:created xsi:type="dcterms:W3CDTF">2019-04-08T05:40:56Z</dcterms:created>
  <dcterms:modified xsi:type="dcterms:W3CDTF">2025-06-17T13:51:24Z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2019-04-13T07:13:19.3353918Z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73bec2aa-e8bd-46ae-bbaf-076eab5f645b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