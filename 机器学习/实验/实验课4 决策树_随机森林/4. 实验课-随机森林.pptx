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3"/>
    <p:sldId id="428" r:id="rId4"/>
    <p:sldId id="435" r:id="rId5"/>
    <p:sldId id="436" r:id="rId6"/>
    <p:sldId id="429" r:id="rId7"/>
    <p:sldId id="443" r:id="rId8"/>
  </p:sldIdLst>
  <p:sldSz cx="12192000" cy="6858000"/>
  <p:notesSz cx="12192000" cy="6858000"/>
  <p:custDataLst>
    <p:tags r:id="rId13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59" userDrawn="1">
          <p15:clr>
            <a:srgbClr val="A4A3A4"/>
          </p15:clr>
        </p15:guide>
        <p15:guide id="2" pos="21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959"/>
        <p:guide pos="21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2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94283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543555" y="1412747"/>
            <a:ext cx="6624828" cy="39776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109216" y="1519427"/>
            <a:ext cx="7973568" cy="47807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2C0167-E855-4D17-BF35-432B61D5C6E4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3F989F-8D12-475D-9C50-23F49E8F416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99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ftr="0" dt="0"/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80129" y="438734"/>
            <a:ext cx="5031740" cy="838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99412" y="1832435"/>
            <a:ext cx="9393174" cy="4598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3583" y="4036314"/>
            <a:ext cx="9715500" cy="0"/>
          </a:xfrm>
          <a:custGeom>
            <a:avLst/>
            <a:gdLst/>
            <a:ahLst/>
            <a:cxnLst/>
            <a:rect l="l" t="t" r="r" b="b"/>
            <a:pathLst>
              <a:path w="9715500">
                <a:moveTo>
                  <a:pt x="0" y="0"/>
                </a:moveTo>
                <a:lnTo>
                  <a:pt x="9715500" y="0"/>
                </a:lnTo>
              </a:path>
            </a:pathLst>
          </a:custGeom>
          <a:ln w="16763">
            <a:solidFill>
              <a:srgbClr val="C1995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48200" y="152400"/>
            <a:ext cx="2821305" cy="444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zh-CN" sz="2800" spc="15" dirty="0">
                <a:ea typeface="微软雅黑" panose="020B0503020204020204" charset="-122"/>
              </a:rPr>
              <a:t>机器学习实验课</a:t>
            </a:r>
            <a:r>
              <a:rPr lang="en-US" altLang="zh-CN" sz="2800" spc="15" dirty="0">
                <a:ea typeface="微软雅黑" panose="020B0503020204020204" charset="-122"/>
              </a:rPr>
              <a:t>4</a:t>
            </a:r>
            <a:endParaRPr lang="en-US" altLang="zh-CN" sz="2800" spc="15" dirty="0">
              <a:ea typeface="微软雅黑" panose="020B0503020204020204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12290" y="4835024"/>
            <a:ext cx="2404664" cy="79448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  <p:sp>
        <p:nvSpPr>
          <p:cNvPr id="7" name="object 3"/>
          <p:cNvSpPr txBox="1">
            <a:spLocks noGrp="1"/>
          </p:cNvSpPr>
          <p:nvPr/>
        </p:nvSpPr>
        <p:spPr>
          <a:xfrm>
            <a:off x="2712085" y="2971800"/>
            <a:ext cx="7226300" cy="9372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n-US" altLang="zh-CN" sz="6000" b="1" spc="15" dirty="0">
                <a:ea typeface="微软雅黑" panose="020B0503020204020204" charset="-122"/>
              </a:rPr>
              <a:t>       </a:t>
            </a:r>
            <a:r>
              <a:rPr lang="zh-CN" sz="6000" b="1" spc="15" dirty="0">
                <a:ea typeface="微软雅黑" panose="020B0503020204020204" charset="-122"/>
              </a:rPr>
              <a:t>随机森林</a:t>
            </a:r>
            <a:endParaRPr lang="zh-CN" altLang="zh-CN" sz="6000" b="1" spc="15" dirty="0"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6629400" y="637794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R="1304290" algn="ctr">
              <a:lnSpc>
                <a:spcPct val="100000"/>
              </a:lnSpc>
              <a:buClrTx/>
              <a:buSzTx/>
              <a:buFontTx/>
            </a:pPr>
            <a:r>
              <a:rPr lang="zh-CN" sz="2000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  致谢：梁威鹏</a:t>
            </a: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5800" y="3048000"/>
            <a:ext cx="2909570" cy="754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zh-CN" sz="4800" b="1" spc="25" dirty="0"/>
              <a:t>随机森林</a:t>
            </a:r>
            <a:endParaRPr sz="4800" b="1" spc="25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  <p:pic>
        <p:nvPicPr>
          <p:cNvPr id="5" name="图片 4" descr="_cgi-bin_mmwebwx-bin_webwxgetmsgimg &amp;MsgID=7108406368381387387&amp;skey=@crypt_ea0015aa_60b5e938ca36a5229e0e954e776e34d8&amp;mmweb_appid=wx_webfilehelp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400" y="685800"/>
            <a:ext cx="9462135" cy="53225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  <p:pic>
        <p:nvPicPr>
          <p:cNvPr id="2" name="图片 1" descr="_cgi-bin_mmwebwx-bin_webwxgetmsgimg &amp;MsgID=8395254654964065989&amp;skey=@crypt_ea0015aa_60b5e938ca36a5229e0e954e776e34d8&amp;mmweb_appid=wx_webfilehelp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0" y="-152400"/>
            <a:ext cx="9400540" cy="52876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5800" y="3048000"/>
            <a:ext cx="2909570" cy="754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zh-CN" sz="4800" b="1" spc="25" dirty="0"/>
              <a:t>实验任务</a:t>
            </a:r>
            <a:endParaRPr sz="4800" b="1" spc="25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文本框 99"/>
          <p:cNvSpPr txBox="1"/>
          <p:nvPr/>
        </p:nvSpPr>
        <p:spPr>
          <a:xfrm>
            <a:off x="990600" y="1143000"/>
            <a:ext cx="10391140" cy="488632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/>
            <a:r>
              <a:rPr lang="en-US" b="1">
                <a:latin typeface="宋体" panose="02010600030101010101" pitchFamily="2" charset="-122"/>
              </a:rPr>
              <a:t>1.</a:t>
            </a:r>
            <a:r>
              <a:rPr lang="en-US" b="0">
                <a:latin typeface="宋体" panose="02010600030101010101" pitchFamily="2" charset="-122"/>
              </a:rPr>
              <a:t> </a:t>
            </a:r>
            <a:r>
              <a:rPr lang="zh-CN" b="0">
                <a:ea typeface="宋体" panose="02010600030101010101" pitchFamily="2" charset="-122"/>
              </a:rPr>
              <a:t>基于</a:t>
            </a:r>
            <a:r>
              <a:rPr lang="en-US" b="0">
                <a:latin typeface="宋体" panose="02010600030101010101" pitchFamily="2" charset="-122"/>
              </a:rPr>
              <a:t>S</a:t>
            </a:r>
            <a:r>
              <a:rPr lang="zh-CN" b="0">
                <a:ea typeface="宋体" panose="02010600030101010101" pitchFamily="2" charset="-122"/>
              </a:rPr>
              <a:t>klearn框架实现使用随机森林算法对Fashion-</a:t>
            </a:r>
            <a:r>
              <a:rPr lang="en-US" b="0">
                <a:latin typeface="宋体" panose="02010600030101010101" pitchFamily="2" charset="-122"/>
              </a:rPr>
              <a:t>M</a:t>
            </a:r>
            <a:r>
              <a:rPr lang="zh-CN" b="0">
                <a:ea typeface="宋体" panose="02010600030101010101" pitchFamily="2" charset="-122"/>
              </a:rPr>
              <a:t>nist数据集的分类任务；</a:t>
            </a:r>
            <a:r>
              <a:rPr lang="en-US" b="1">
                <a:latin typeface="宋体" panose="02010600030101010101" pitchFamily="2" charset="-122"/>
              </a:rPr>
              <a:t>2.</a:t>
            </a:r>
            <a:r>
              <a:rPr lang="en-US" b="0">
                <a:latin typeface="宋体" panose="02010600030101010101" pitchFamily="2" charset="-122"/>
              </a:rPr>
              <a:t> </a:t>
            </a:r>
            <a:r>
              <a:rPr lang="zh-CN" b="0">
                <a:ea typeface="宋体" panose="02010600030101010101" pitchFamily="2" charset="-122"/>
              </a:rPr>
              <a:t>基于</a:t>
            </a:r>
            <a:r>
              <a:rPr lang="en-US" b="0">
                <a:latin typeface="宋体" panose="02010600030101010101" pitchFamily="2" charset="-122"/>
              </a:rPr>
              <a:t>S</a:t>
            </a:r>
            <a:r>
              <a:rPr lang="zh-CN" b="0">
                <a:ea typeface="宋体" panose="02010600030101010101" pitchFamily="2" charset="-122"/>
              </a:rPr>
              <a:t>klearn框架实现使用逻辑回归算法对Fashion-</a:t>
            </a:r>
            <a:r>
              <a:rPr lang="en-US" b="0">
                <a:latin typeface="宋体" panose="02010600030101010101" pitchFamily="2" charset="-122"/>
              </a:rPr>
              <a:t>M</a:t>
            </a:r>
            <a:r>
              <a:rPr lang="zh-CN" b="0">
                <a:ea typeface="宋体" panose="02010600030101010101" pitchFamily="2" charset="-122"/>
              </a:rPr>
              <a:t>nist数据集的分类任务；</a:t>
            </a:r>
            <a:r>
              <a:rPr lang="en-US" b="1">
                <a:latin typeface="宋体" panose="02010600030101010101" pitchFamily="2" charset="-122"/>
              </a:rPr>
              <a:t>3.</a:t>
            </a:r>
            <a:r>
              <a:rPr lang="en-US" b="0">
                <a:latin typeface="宋体" panose="02010600030101010101" pitchFamily="2" charset="-122"/>
              </a:rPr>
              <a:t> </a:t>
            </a:r>
            <a:r>
              <a:rPr lang="zh-CN" b="0">
                <a:ea typeface="宋体" panose="02010600030101010101" pitchFamily="2" charset="-122"/>
              </a:rPr>
              <a:t>比较这两种方法的准确率。</a:t>
            </a:r>
            <a:endParaRPr lang="zh-CN" altLang="en-US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PP_MARK_KEY" val="bec1fd39-ba1b-4f14-9bf8-203628e65779"/>
  <p:tag name="COMMONDATA" val="eyJoZGlkIjoiZmM5MzI1YTRjNGNiNTEyMDQ5OTAwYmFmMmE0NWM1Zjg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</Words>
  <Application>WPS 演示</Application>
  <PresentationFormat>On-screen Show (4:3)</PresentationFormat>
  <Paragraphs>24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Calibri</vt:lpstr>
      <vt:lpstr>Arial Unicode MS</vt:lpstr>
      <vt:lpstr>Office Theme</vt:lpstr>
      <vt:lpstr>机器学习实验课4</vt:lpstr>
      <vt:lpstr>随机森林</vt:lpstr>
      <vt:lpstr>PowerPoint 演示文稿</vt:lpstr>
      <vt:lpstr>PowerPoint 演示文稿</vt:lpstr>
      <vt:lpstr>实验任务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sklearn库的安装</dc:title>
  <dc:creator>QW</dc:creator>
  <cp:lastModifiedBy>Bin</cp:lastModifiedBy>
  <cp:revision>84</cp:revision>
  <dcterms:created xsi:type="dcterms:W3CDTF">2022-02-24T06:40:00Z</dcterms:created>
  <dcterms:modified xsi:type="dcterms:W3CDTF">2023-05-04T02:24:18Z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2017-05-19T08:00:00Z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2022-02-28T08:00:00Z</vt:filetime>
  </property>
  <property fmtid="{D5CDD505-2E9C-101B-9397-08002B2CF9AE}" pid="5" name="KSOProductBuildVer">
    <vt:lpwstr>2052-11.1.0.14036</vt:lpwstr>
  </property>
  <property fmtid="{D5CDD505-2E9C-101B-9397-08002B2CF9AE}" pid="6" name="ICV">
    <vt:lpwstr>244F929687B14A8CBE0C2874BCF075D5</vt:lpwstr>
  </property>
</Properties>
</file>